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notesSlides/notesSlide1.xml" ContentType="application/vnd.openxmlformats-officedocument.presentationml.notesSlide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9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57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45 880 0 0,'19'-4'928'0'0,"-10"3"-309"0"0,0-1 0 0 0,0 0 0 0 0,-1-1 1 0 0,1 0-1 0 0,13-7 0 0 0,5 0 2983 0 0,-43 12-1749 0 0,11-2-1786 0 0,-1 0 13 0 0,-109-6 480 0 0,-1 1 1 0 0,111 5-481 0 0,0 1 0 0 0,-39 4 2 0 0,38-6-71 0 0,-30 8 149 0 0,-24 1 40 0 0,53-8-206 0 0,2 0-9 0 0,-1 0-1 0 0,1 1 0 0 0,0-1 1 0 0,-1 1-1 0 0,1 0 0 0 0,0 1 1 0 0,0-1-1 0 0,-6 4 0 0 0,11-5 13 0 0,-1 1 0 0 0,1-1-1 0 0,0 1 1 0 0,-1-1 0 0 0,1 1-1 0 0,0-1 1 0 0,-1 1-1 0 0,1-1 1 0 0,0 0 0 0 0,-1 1-1 0 0,1-1 1 0 0,-1 0-1 0 0,1 1 1 0 0,-1-1 0 0 0,1 0-1 0 0,-1 1 1 0 0,1-1 0 0 0,-1 0-1 0 0,1 0 1 0 0,-1 0-1 0 0,1 1 1 0 0,-1-1 0 0 0,1 0-1 0 0,-1 0 1 0 0,0 0-1 0 0,1 0 1 0 0,-1 0 0 0 0,1 0-1 0 0,-1 0 1 0 0,0 0-1 0 0,-19 6-184 0 0,-61 49 95 0 0,76-50 85 0 0,6-3-24 0 0,-18 3-25 0 0,8-3 60 0 0,9-2-3 0 0,-1 0-1 0 0,1 0 1 0 0,0 0-1 0 0,0 0 1 0 0,-1 1-1 0 0,1-1 0 0 0,0 0 1 0 0,0 0-1 0 0,-1 0 1 0 0,1 0-1 0 0,0 0 1 0 0,0 0-1 0 0,-1 1 1 0 0,1-1-1 0 0,0 0 0 0 0,0 0 1 0 0,0 0-1 0 0,0 1 1 0 0,-1-1-1 0 0,1 0 1 0 0,0 0-1 0 0,0 0 1 0 0,0 1-1 0 0,0-1 0 0 0,0 0 1 0 0,0 0-1 0 0,0 1 1 0 0,-1-1-1 0 0,1 0 1 0 0,0 0-1 0 0,0 1 1 0 0,0-1-1 0 0,0 0 0 0 0,0 0 1 0 0,0 1-1 0 0,0-1 1 0 0,0 0-1 0 0,0 1 1 0 0,1-1-1 0 0,-1 0 1 0 0,0 1-1 0 0,0-1 2 0 0,0 0 0 0 0,0 1-1 0 0,0-1 1 0 0,0 0 0 0 0,0 1 0 0 0,0-1-1 0 0,0 0 1 0 0,0 1 0 0 0,0-1 0 0 0,0 0-1 0 0,0 1 1 0 0,0-1 0 0 0,0 0 0 0 0,0 1-1 0 0,0-1 1 0 0,0 0 0 0 0,-1 1 0 0 0,1-1-1 0 0,0 0 1 0 0,0 1 0 0 0,0-1 0 0 0,-1 0-1 0 0,1 1 1 0 0,0-1 0 0 0,0 0 0 0 0,-1 0-1 0 0,1 1 1 0 0,0-1 0 0 0,0 0 0 0 0,-1 0-1 0 0,-4 3-15 0 0,4-3 13 0 0,0 0 0 0 0,1 0 0 0 0,-1 0 1 0 0,0 1-1 0 0,0-1 0 0 0,1 0 0 0 0,-1 1 1 0 0,0-1-1 0 0,1 0 0 0 0,-1 1 0 0 0,0-1 1 0 0,1 1-1 0 0,-1-1 0 0 0,1 1 0 0 0,-1-1 0 0 0,1 1 1 0 0,-1 0-1 0 0,1-1 0 0 0,-1 1 0 0 0,1 0 1 0 0,-1-1-1 0 0,1 1 0 0 0,0 0 0 0 0,0-1 1 0 0,-1 1-1 0 0,1 0 0 0 0,0 0 0 0 0,0 1 1 0 0,-1-1 1 0 0,0 0 0 0 0,1 1 0 0 0,-1-1 0 0 0,0 0 0 0 0,0 0 0 0 0,1 0 1 0 0,-1 0-1 0 0,0 1 0 0 0,0-1 0 0 0,0-1 0 0 0,-1 1 0 0 0,1 0 0 0 0,0 0 0 0 0,0 0 1 0 0,0 0-1 0 0,-1-1 0 0 0,1 1 0 0 0,-2 0 0 0 0,-28 12 48 0 0,27-12-32 0 0,4-1-15 0 0,0 0 0 0 0,0 0 0 0 0,-1 0 1 0 0,1 0-1 0 0,0 0 0 0 0,0 0 0 0 0,0 0 0 0 0,-1 0 0 0 0,1 0 0 0 0,0 0 0 0 0,0 0 0 0 0,-1 0 0 0 0,1 0 0 0 0,0 0 0 0 0,0 0 0 0 0,0 0 0 0 0,-1 1 0 0 0,1-1 0 0 0,0 0 0 0 0,0 0 0 0 0,0 0 1 0 0,0 0-1 0 0,-1 0 0 0 0,1 1 0 0 0,0-1 0 0 0,0 0 0 0 0,0 0 0 0 0,0 0 0 0 0,0 0 0 0 0,-1 1 0 0 0,1-1 0 0 0,0 0 0 0 0,0 0 0 0 0,0 0 0 0 0,0 1 0 0 0,0-1 0 0 0,0 0 0 0 0,0 0 1 0 0,0 1-1 0 0,0-1 0 0 0,0 0 0 0 0,0 0 0 0 0,0 0 0 0 0,0 1 0 0 0,0-1 0 0 0,0 0 0 0 0,0 0 0 0 0,0 1 0 0 0,0-1 0 0 0,0 0 0 0 0,0 0 0 0 0,0 0 0 0 0,0 1 0 0 0,1-1 0 0 0,-1 8 36 0 0,-25 7-38 0 0,15-11 42 0 0,9-4-45 0 0,0 1-1 0 0,-1-1 1 0 0,1 0 0 0 0,0 1-1 0 0,0-1 1 0 0,0 1 0 0 0,-1-1 0 0 0,1 1-1 0 0,0-1 1 0 0,0 1 0 0 0,0 0-1 0 0,0 0 1 0 0,0 0 0 0 0,0-1-1 0 0,0 1 1 0 0,0 0 0 0 0,0 0-1 0 0,0 0 1 0 0,1 0 0 0 0,-1 1-1 0 0,0-1 1 0 0,1 0 0 0 0,-1 0-1 0 0,0 2 1 0 0,1-2 4 0 0,0 0 1 0 0,0-1-1 0 0,-1 1 0 0 0,1-1 0 0 0,0 1 1 0 0,0-1-1 0 0,-1 1 0 0 0,1-1 0 0 0,0 0 1 0 0,0 1-1 0 0,-1-1 0 0 0,1 1 1 0 0,0-1-1 0 0,-1 1 0 0 0,1-1 0 0 0,-1 0 1 0 0,1 1-1 0 0,-1-1 0 0 0,1 0 1 0 0,0 0-1 0 0,-1 1 0 0 0,1-1 0 0 0,-1 0 1 0 0,1 0-1 0 0,-1 1 0 0 0,1-1 1 0 0,-1 0-1 0 0,0 0 0 0 0,1 0 0 0 0,-1 0 1 0 0,1 0-1 0 0,-1 0 0 0 0,1 0 1 0 0,-1 0-1 0 0,0 0 0 0 0,0 0 1 0 0,1-1 0 0 0,-1 1 0 0 0,1 0-1 0 0,-1 0 1 0 0,0 0 0 0 0,1 0 0 0 0,-1 0 0 0 0,1 0 0 0 0,-1 1-1 0 0,1-1 1 0 0,-1 0 0 0 0,1 0 0 0 0,-1 0 0 0 0,1 0 0 0 0,-1 1-1 0 0,1-1 1 0 0,-1 0 0 0 0,1 0 0 0 0,0 1 0 0 0,-1-1 0 0 0,1 0-1 0 0,-1 1 1 0 0,1-1 0 0 0,0 1 0 0 0,-1-1 0 0 0,1 0 0 0 0,0 1-1 0 0,-1-1 1 0 0,1 1 0 0 0,0-1 0 0 0,0 1 0 0 0,-1-1-1 0 0,1 1 1 0 0,0-1 0 0 0,0 2 0 0 0,-1-1-3 0 0,0 0-1 0 0,1-1 1 0 0,-1 1 0 0 0,0 0-1 0 0,0 0 1 0 0,0 0 0 0 0,0-1-1 0 0,0 1 1 0 0,0 0-1 0 0,0-1 1 0 0,0 1 0 0 0,0-1-1 0 0,0 1 1 0 0,0-1 0 0 0,0 1-1 0 0,0-1 1 0 0,-1 0 0 0 0,1 0-1 0 0,-2 1 1 0 0,0 0-4 0 0,-28 17 6 0 0,31-18-1 0 0,0 0 1 0 0,0 0 0 0 0,-1 0 0 0 0,1 0-1 0 0,0-1 1 0 0,0 1 0 0 0,0 1-1 0 0,-1-1 1 0 0,1 0 0 0 0,0 0 0 0 0,0 0-1 0 0,-1 0 1 0 0,1 0 0 0 0,0 0 0 0 0,0 0-1 0 0,0 0 1 0 0,-1 0 0 0 0,1 0 0 0 0,0 0-1 0 0,0 0 1 0 0,0 1 0 0 0,0-1-1 0 0,-1 0 1 0 0,1 0 0 0 0,0 0 0 0 0,0 0-1 0 0,0 1 1 0 0,0-1 0 0 0,0 0 0 0 0,-1 0-1 0 0,1 0 1 0 0,0 1 0 0 0,0-1 0 0 0,0 0-1 0 0,0 0 1 0 0,0 0 0 0 0,0 1 0 0 0,0-1-1 0 0,0 0 1 0 0,0 0 0 0 0,0 1-1 0 0,0-1 1 0 0,0 0 0 0 0,0 0 0 0 0,0 0-1 0 0,0 1 1 0 0,0-1 0 0 0,0 0 0 0 0,0 0-1 0 0,0 0 1 0 0,0 1 0 0 0,0-1 0 0 0,0 0-1 0 0,1 0 1 0 0,-1 0 0 0 0,0 1-1 0 0,0 7-23 0 0,-25 8-3 0 0,15-5 27 0 0,9-11 0 0 0,0 0 0 0 0,0 0 0 0 0,0 0 0 0 0,-1 1 0 0 0,1-1 0 0 0,0 0-1 0 0,0 1 1 0 0,0-1 0 0 0,0 1 0 0 0,0-1 0 0 0,0 1 0 0 0,0-1 0 0 0,0 1 0 0 0,0 0 0 0 0,0-1 0 0 0,0 1 0 0 0,1 0 0 0 0,-1 0 0 0 0,0 0 0 0 0,0 0 0 0 0,0 1 0 0 0,-2 30-144 0 0,3-25 129 0 0,0-6 16 0 0,0-1 0 0 0,0 1 1 0 0,-1-1-1 0 0,1 1 0 0 0,0-1 1 0 0,0 1-1 0 0,-1-1 0 0 0,1 1 0 0 0,0-1 1 0 0,0 0-1 0 0,-1 1 0 0 0,1-1 0 0 0,0 1 1 0 0,-1-1-1 0 0,1 0 0 0 0,-1 1 1 0 0,1-1-1 0 0,0 0 0 0 0,-1 0 0 0 0,1 1 1 0 0,-1-1-1 0 0,1 0 0 0 0,-1 0 1 0 0,1 0-1 0 0,-1 0 0 0 0,1 1 0 0 0,-1-1 1 0 0,1 0-1 0 0,-1 0 0 0 0,1 0 1 0 0,-1 0-1 0 0,1 0 0 0 0,-1 0 0 0 0,1 0 1 0 0,-1-1-1 0 0,0 1 1 0 0,1 0 0 0 0,-1 0 0 0 0,0 0 0 0 0,1 0 0 0 0,-1 0 0 0 0,1 0 0 0 0,-1 0 0 0 0,1 0 0 0 0,-1 0 0 0 0,1 1 0 0 0,-1-1 0 0 0,0 0 0 0 0,1 0 0 0 0,-1 0 0 0 0,1 1 0 0 0,-1-1 0 0 0,1 0 0 0 0,-1 0 0 0 0,1 1 0 0 0,-1-1 0 0 0,1 1 0 0 0,0-1 0 0 0,-1 0 0 0 0,1 1 0 0 0,-1-1 0 0 0,1 1 0 0 0,0-1 0 0 0,-1 1 0 0 0,1-1 0 0 0,0 1 0 0 0,0-1 0 0 0,-1 1 0 0 0,1-1 0 0 0,0 1 0 0 0,0-1 0 0 0,0 2 0 0 0,0 137-509 0 0,0-138 508 0 0,0-1 1 0 0,0 1-1 0 0,0 0 1 0 0,0-1-1 0 0,0 1 1 0 0,0-1-1 0 0,0 1 1 0 0,1 0-1 0 0,-1-1 1 0 0,0 1-1 0 0,0-1 0 0 0,1 1 1 0 0,-1-1-1 0 0,0 1 1 0 0,1-1-1 0 0,-1 1 1 0 0,0-1-1 0 0,1 1 1 0 0,-1-1-1 0 0,1 1 0 0 0,-1-1 1 0 0,1 1-1 0 0,-1-1 1 0 0,1 0-1 0 0,-1 1 1 0 0,1-1-1 0 0,0 0 1 0 0,-1 0-1 0 0,1 0 1 0 0,-1 1-1 0 0,1-1 0 0 0,0 0 1 0 0,-1 0-1 0 0,1 0 1 0 0,-1 0-1 0 0,2 0 1 0 0,-1 0-2 0 0,-1 0 0 0 0,1 0 0 0 0,-1 0 0 0 0,1 0 0 0 0,0 0 0 0 0,-1 1 0 0 0,1-1 0 0 0,-1 0 0 0 0,1 0 0 0 0,0 0 0 0 0,-1 1 0 0 0,1-1 0 0 0,-1 0 0 0 0,1 1 0 0 0,-1-1 0 0 0,1 0 0 0 0,-1 1 0 0 0,1-1 0 0 0,-1 0 0 0 0,0 1 0 0 0,1-1-1 0 0,-1 1 1 0 0,1-1 0 0 0,-1 1 0 0 0,0-1 0 0 0,1 1 0 0 0,-1 0 0 0 0,0-1 0 0 0,0 1 0 0 0,0-1 0 0 0,1 1 0 0 0,-1-1 0 0 0,0 1 0 0 0,0 0 0 0 0,0-1 0 0 0,0 2 0 0 0,0-1 0 0 0,0-1 0 0 0,0 1 0 0 0,0 0 0 0 0,-1-1 0 0 0,1 1 0 0 0,0 0 0 0 0,0-1 0 0 0,-1 1 0 0 0,1 0 0 0 0,0-1 0 0 0,-1 1 0 0 0,1-1 0 0 0,0 1 0 0 0,-1-1 0 0 0,1 1 0 0 0,-1 0 0 0 0,1-1 0 0 0,-1 0 0 0 0,1 1 0 0 0,-1-1 0 0 0,0 1 0 0 0,1-1 0 0 0,-1 0 0 0 0,1 1 0 0 0,-1-1 0 0 0,0 0 0 0 0,1 0 0 0 0,-1 1 0 0 0,0-1 0 0 0,-1 0 0 0 0,2 0 0 0 0,-1 0 0 0 0,0 1 0 0 0,0-1 0 0 0,1 0 0 0 0,-1 0 0 0 0,0 1 0 0 0,1-1 0 0 0,-1 0 0 0 0,0 1 0 0 0,1-1 0 0 0,-1 1 0 0 0,0-1 0 0 0,1 0 0 0 0,-1 1 0 0 0,1 0 0 0 0,-1-1 0 0 0,1 1 0 0 0,-1-1 0 0 0,1 1 0 0 0,-1 0 0 0 0,1-1 0 0 0,0 1 0 0 0,-1 0 0 0 0,1-1 0 0 0,0 1 0 0 0,-1 0 0 0 0,1 0 0 0 0,0-1 0 0 0,0 1 0 0 0,0 1 0 0 0,0 133-66 0 0,0-135 66 0 0,0 1 1 0 0,0 0-1 0 0,0 0 1 0 0,0-1-1 0 0,0 1 1 0 0,0 0-1 0 0,1 0 1 0 0,-1-1 0 0 0,0 1-1 0 0,0 0 1 0 0,1-1-1 0 0,-1 1 1 0 0,0 0-1 0 0,1-1 1 0 0,-1 1-1 0 0,1-1 1 0 0,-1 1-1 0 0,1-1 1 0 0,-1 1-1 0 0,1-1 1 0 0,-1 1 0 0 0,1-1-1 0 0,0 1 1 0 0,-1-1-1 0 0,1 1 1 0 0,-1-1-1 0 0,1 0 1 0 0,0 0-1 0 0,1 1 1 0 0,-1-1-5 0 0,0 1 1 0 0,0-1-1 0 0,0 1 1 0 0,0-1-1 0 0,0 1 1 0 0,0-1-1 0 0,-1 1 1 0 0,1 0-1 0 0,0-1 0 0 0,0 1 1 0 0,0 0-1 0 0,-1 0 1 0 0,1-1-1 0 0,0 1 1 0 0,-1 0-1 0 0,1 0 1 0 0,-1 0-1 0 0,1 0 1 0 0,-1 0-1 0 0,1 0 1 0 0,-1 0-1 0 0,0 0 1 0 0,1 0-1 0 0,-1 0 0 0 0,0 0 1 0 0,0 0-1 0 0,0 0 1 0 0,0 0-1 0 0,0 0 1 0 0,0 2-1 0 0,0-2 7 0 0,0-1-1 0 0,0 1 0 0 0,0-1 1 0 0,0 1-1 0 0,0 0 0 0 0,0-1 1 0 0,0 1-1 0 0,0 0 0 0 0,0-1 0 0 0,0 1 1 0 0,1-1-1 0 0,-1 1 0 0 0,0 0 1 0 0,0-1-1 0 0,1 1 0 0 0,-1-1 1 0 0,0 1-1 0 0,1-1 0 0 0,-1 1 1 0 0,1-1-1 0 0,-1 1 0 0 0,0-1 1 0 0,1 0-1 0 0,-1 1 0 0 0,1-1 1 0 0,-1 1-1 0 0,1-1 0 0 0,0 0 1 0 0,-1 0-1 0 0,1 1 0 0 0,-1-1 0 0 0,1 0 1 0 0,0 0-1 0 0,-1 0 0 0 0,1 1 1 0 0,-1-1-1 0 0,2 0 0 0 0,-1 0-4 0 0,0 0 0 0 0,-1 0 0 0 0,1 0 1 0 0,0 0-1 0 0,0 1 0 0 0,-1-1 0 0 0,1 0 0 0 0,0 1 0 0 0,-1-1 0 0 0,1 0 0 0 0,0 1 0 0 0,-1-1 0 0 0,1 1 0 0 0,0-1 0 0 0,-1 1 0 0 0,1-1 0 0 0,-1 1 0 0 0,1-1 0 0 0,-1 1 0 0 0,1-1 0 0 0,-1 1 0 0 0,0 0 0 0 0,1-1 0 0 0,-1 1 0 0 0,0 0 0 0 0,1 0 0 0 0,-1-1 0 0 0,0 1 0 0 0,0 0 0 0 0,0 0 0 0 0,0-1 0 0 0,1 1 0 0 0,-1 0 0 0 0,0 0 1 0 0,0-1-1 0 0,0 1 0 0 0,-1 1 0 0 0,1-1-1 0 0,0 0 0 0 0,0 0 0 0 0,0 1 0 0 0,-1-1 0 0 0,1 0-1 0 0,1 0 1 0 0,-1 0 0 0 0,0 0 0 0 0,0 0 0 0 0,0 0 0 0 0,0 0 0 0 0,1 0 0 0 0,-1 0 0 0 0,1 0 0 0 0,-1 0 0 0 0,1 0 0 0 0,-1 0 0 0 0,1 0 0 0 0,-1 0 0 0 0,1-1 0 0 0,0 1 0 0 0,-1 0 0 0 0,1 0 0 0 0,0-1 0 0 0,0 1 0 0 0,0 0 0 0 0,-1-1 0 0 0,1 1 0 0 0,0-1 0 0 0,0 1 0 0 0,0-1 0 0 0,0 1 0 0 0,0-1 0 0 0,2 1 0 0 0,3 1 15 0 0,-5 0-11 0 0,0-1-1 0 0,0 1 0 0 0,0-1 1 0 0,-1 1-1 0 0,1-1 0 0 0,0 1 1 0 0,-1 0-1 0 0,1-1 0 0 0,-1 1 1 0 0,0 0-1 0 0,0-1 0 0 0,0 1 1 0 0,0 0-1 0 0,0-1 1 0 0,0 1-1 0 0,0 0 0 0 0,0-1 1 0 0,-1 4-1 0 0,0 2 20 0 0,1-5-15 0 0,3 36 152 0 0,-2-37-159 0 0,0 1 1 0 0,-1-1-1 0 0,1 0 1 0 0,0 1-1 0 0,0-1 1 0 0,0 0-1 0 0,0 0 1 0 0,0 1-1 0 0,0-1 1 0 0,0 0-1 0 0,0 0 1 0 0,0 0-1 0 0,0 0 1 0 0,1 0-1 0 0,-1-1 1 0 0,0 1-1 0 0,1 0 1 0 0,1 0-1 0 0,-2 0-2 0 0,-1-1 1 0 0,1 0-1 0 0,-1 0 0 0 0,1 1 0 0 0,-1-1 0 0 0,0 0 1 0 0,1 1-1 0 0,-1-1 0 0 0,1 1 0 0 0,-1-1 0 0 0,0 1 0 0 0,0-1 1 0 0,1 0-1 0 0,-1 1 0 0 0,0-1 0 0 0,0 1 0 0 0,1-1 1 0 0,-1 1-1 0 0,0-1 0 0 0,0 1 0 0 0,0 0 0 0 0,0-1 0 0 0,0 1 1 0 0,0-1-1 0 0,0 1 0 0 0,0-1 0 0 0,0 1 0 0 0,0-1 0 0 0,0 1 1 0 0,0-1-1 0 0,-1 1 0 0 0,1 0 9 0 0,0 0 0 0 0,0 0-1 0 0,0-1 1 0 0,0 1 0 0 0,0 0-1 0 0,0-1 1 0 0,0 1 0 0 0,0 0 0 0 0,0 0-1 0 0,0-1 1 0 0,0 1 0 0 0,0 0 0 0 0,1-1-1 0 0,-1 1 1 0 0,0 0 0 0 0,0-1 0 0 0,1 1-1 0 0,-1 0 1 0 0,1-1 0 0 0,-1 1 0 0 0,0-1-1 0 0,2 2 1 0 0,5 2 33 0 0,-6-4-33 0 0,0 1-1 0 0,0-1 0 0 0,0 0 1 0 0,0 1-1 0 0,0-1 0 0 0,0 1 1 0 0,0-1-1 0 0,-1 1 0 0 0,1 0 1 0 0,0-1-1 0 0,0 1 0 0 0,-1 0 1 0 0,1-1-1 0 0,0 1 0 0 0,-1 0 1 0 0,1 0-1 0 0,-1 0 1 0 0,1 0-1 0 0,-1-1 0 0 0,1 1 1 0 0,-1 0-1 0 0,1 0 0 0 0,-1 0 1 0 0,0 0-1 0 0,0 0 0 0 0,0 0 1 0 0,1 2-1 0 0,3 0-30 0 0,1 0 1 0 0,0 0-1 0 0,1 0 0 0 0,-1-1 1 0 0,0 0-1 0 0,10 3 0 0 0,-5-1 46 0 0,0 8-7 0 0,33 6 41 0 0,0-3-1 0 0,71 17 0 0 0,67 12 107 0 0,-138-34-181 0 0,42 6-112 0 0,89-11 61 0 0,-94 1 290 0 0,-39-6-116 0 0,128-12-39 0 0,-117 10 154 0 0,0-2 1 0 0,0-2 0 0 0,100-25 0 0 0,-1-33 582 0 0,-109 42-602 0 0,-36 18-169 0 0,-1 0 0 0 0,1 1 0 0 0,-1 0 0 0 0,1 0-1 0 0,0 1 1 0 0,9-3 0 0 0,-10 4-18 0 0,-4 1-8 0 0,0 0 0 0 0,0 0 1 0 0,1 0-1 0 0,-1 0 0 0 0,0 0 0 0 0,0 0 0 0 0,0-1 0 0 0,1 1 0 0 0,-1 0 1 0 0,0-1-1 0 0,0 1 0 0 0,0-1 0 0 0,0 1 0 0 0,0-1 0 0 0,0 0 0 0 0,0 1 0 0 0,0-1 1 0 0,0 0-1 0 0,0 0 0 0 0,0 1 0 0 0,1-3 0 0 0,-1 1 0 0 0,0 0-1 0 0,0 1 0 0 0,1-1 0 0 0,-1 0 1 0 0,1 1-1 0 0,-1-1 0 0 0,1 1 1 0 0,0 0-1 0 0,0-1 0 0 0,-1 1 1 0 0,1 0-1 0 0,0 0 0 0 0,0 0 1 0 0,3-1-1 0 0,2-1 43 0 0,38-28 62 0 0,-44 30-104 0 0,-1 1 1 0 0,0 0 0 0 0,1 0-1 0 0,-1-1 1 0 0,1 1-1 0 0,-1 0 1 0 0,0-1-1 0 0,1 1 1 0 0,-1 0-1 0 0,0-1 1 0 0,1 1-1 0 0,-1 0 1 0 0,0-1-1 0 0,0 1 1 0 0,1-1-1 0 0,-1 1 1 0 0,0-1-1 0 0,0 1 1 0 0,0 0-1 0 0,0-1 1 0 0,0 1-1 0 0,1-1 1 0 0,-1 1-1 0 0,0-1 1 0 0,0 1 0 0 0,0-2-1 0 0,3-7 49 0 0,6 4-18 0 0,-8 5-30 0 0,0-1 0 0 0,0 1 0 0 0,0-1 0 0 0,0 1 1 0 0,0-1-1 0 0,0 1 0 0 0,0-1 0 0 0,-1 0 0 0 0,1 0 1 0 0,0 1-1 0 0,0-1 0 0 0,-1 0 0 0 0,1 0 0 0 0,0 0 1 0 0,-1 0-1 0 0,1 0 0 0 0,-1 0 0 0 0,1 0 0 0 0,-1 0 1 0 0,0 0-1 0 0,1 0 0 0 0,-1 0 0 0 0,0 0 0 0 0,0 0 1 0 0,1 0-1 0 0,-1 0 0 0 0,0 0 0 0 0,0 0 1 0 0,-1-2-1 0 0,1-130 636 0 0,0 131-636 0 0,0 1 1 0 0,0-1-1 0 0,0 0 0 0 0,0 1 0 0 0,-1-1 1 0 0,1 0-1 0 0,-1 1 0 0 0,1-1 0 0 0,-1 1 1 0 0,1-1-1 0 0,-1 1 0 0 0,0-1 1 0 0,0 1-1 0 0,0 0 0 0 0,0-1 0 0 0,0 1 1 0 0,0 0-1 0 0,0 0 0 0 0,-2-2 0 0 0,1 2-1 0 0,1 0 1 0 0,0-1-1 0 0,0 1 0 0 0,-1 0 0 0 0,1-1 0 0 0,0 1 0 0 0,0 0 0 0 0,0-1 0 0 0,1 1 0 0 0,-1-1 0 0 0,0 1 0 0 0,1-1 0 0 0,-1 0 0 0 0,1 1 0 0 0,-1-1 0 0 0,1 0 1 0 0,0 1-1 0 0,-1-1 0 0 0,1-3 0 0 0,0 0 2 0 0,0 0 1 0 0,-1 0 0 0 0,1-1 0 0 0,-1 1-1 0 0,-1 0 1 0 0,1 0 0 0 0,-1 0-1 0 0,1 0 1 0 0,-2 0 0 0 0,1 1-1 0 0,0-1 1 0 0,-1 0 0 0 0,-5-6-1 0 0,-16-31 89 0 0,23 38-86 0 0,-2-2 7 0 0,1-1 1 0 0,-1 0 0 0 0,0 1-1 0 0,-1-1 1 0 0,0 1 0 0 0,0 0-1 0 0,0 0 1 0 0,0 1 0 0 0,-1-1-1 0 0,0 1 1 0 0,0 0 0 0 0,-1 0-1 0 0,-5-4 1 0 0,-16-19 0 0 0,25 25-11 0 0,0 0 1 0 0,0 0-1 0 0,0 0 0 0 0,-1 1 1 0 0,1-1-1 0 0,-1 1 0 0 0,0 0 1 0 0,1 0-1 0 0,-1 0 0 0 0,0 0 1 0 0,-4-2-1 0 0,-7-2 10 0 0,9 4 3 0 0,0 0 1 0 0,0 0-1 0 0,0 0 1 0 0,1-1-1 0 0,-1 0 1 0 0,1 0 0 0 0,0 0-1 0 0,-1-1 1 0 0,-4-5-1 0 0,2 3 24 0 0,0 1 0 0 0,-1 0-1 0 0,1 1 1 0 0,-1 0 0 0 0,0 0-1 0 0,0 0 1 0 0,0 1 0 0 0,-14-4 0 0 0,14 6-37 0 0,0-2 1 0 0,0 1 0 0 0,0-1 0 0 0,1 0 0 0 0,0-1 0 0 0,-1 0 0 0 0,1 0 0 0 0,1-1 0 0 0,-1 1-1 0 0,-7-9 1 0 0,7 7-13 0 0,1 0 0 0 0,-1 0 0 0 0,0 0-1 0 0,0 0 1 0 0,-1 1 0 0 0,0 1 0 0 0,0-1 0 0 0,-14-5-1 0 0,-19-11 87 0 0,31 6 67 0 0,8 15-136 0 0,1 0-10 0 0,-1 0 0 0 0,1 0 1 0 0,0 0-1 0 0,0-1 0 0 0,0 1 0 0 0,-1 0 0 0 0,1-1 0 0 0,0 1 1 0 0,0 0-1 0 0,0-1 0 0 0,0 0 0 0 0,0 1 0 0 0,0-1 0 0 0,0 0 1 0 0,0 1-1 0 0,0-1 0 0 0,0 0 0 0 0,0 0 0 0 0,0 0 1 0 0,0-1-1 0 0,-3-1 7 0 0,1 1 0 0 0,-1-1 0 0 0,1 1 0 0 0,-1 0 0 0 0,0 0 0 0 0,0 0 0 0 0,0 0 0 0 0,0 1 0 0 0,-8-2 0 0 0,2-1 3 0 0,-2-1-29 0 0,10 5 17 0 0,1 0-1 0 0,0-1 0 0 0,-1 1 1 0 0,1 0-1 0 0,0-1 0 0 0,-1 1 1 0 0,1-1-1 0 0,0 1 0 0 0,0-1 0 0 0,0 0 1 0 0,-1 0-1 0 0,1 1 0 0 0,0-1 1 0 0,0 0-1 0 0,0 0 0 0 0,0 0 1 0 0,-1-2-1 0 0,-1 1 10 0 0,-1 0 0 0 0,0 0 0 0 0,1 0 0 0 0,-1 1 0 0 0,0-1 0 0 0,0 1-1 0 0,-7-1 1 0 0,-7-3 5 0 0,-43-15 81 0 0,52 7-26 0 0,5 10-67 0 0,0 2 0 0 0,-38-8 0 0 0,-23-10-80 0 0,45 13 13 0 0,-6 0 114 0 0,21 6-27 0 0,0 0 193 0 0,0-1-333 0 0,-55-12-4469 0 0,5 2-199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5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992 37 1761 0 0,'0'-18'5976'0'0,"-5"13"-5949"0"0,-15 3-14 0 0,15 2 54 0 0,5 0-63 0 0,0 0 1 0 0,0 0-1 0 0,0 0 1 0 0,0 0-1 0 0,0 0 1 0 0,0 0 0 0 0,1-1-1 0 0,-1 1 1 0 0,0 0-1 0 0,0 0 1 0 0,0 0-1 0 0,0 0 1 0 0,0-1 0 0 0,0 1-1 0 0,0 0 1 0 0,0 0-1 0 0,0 0 1 0 0,0 0-1 0 0,0-1 1 0 0,0 1 0 0 0,0 0-1 0 0,0 0 1 0 0,0 0-1 0 0,0 0 1 0 0,0 0 0 0 0,0-1-1 0 0,0 1 1 0 0,0 0-1 0 0,0 0 1 0 0,0 0-1 0 0,-1 0 1 0 0,1-1 0 0 0,0 1-1 0 0,0 0 1 0 0,0 0-1 0 0,0 0 1 0 0,0 0-1 0 0,0 0 1 0 0,0 0 0 0 0,-1 0-1 0 0,1-1 1 0 0,0 1-1 0 0,0 0 1 0 0,0 0-1 0 0,0 0 1 0 0,0 0 0 0 0,-1 0-1 0 0,1 0 1 0 0,0 0-1 0 0,0 0 1 0 0,0 0-1 0 0,0 0 1 0 0,-1 0 0 0 0,1 0-1 0 0,0 0 1 0 0,0 0-1 0 0,0 0 1 0 0,0 0-1 0 0,-1 0 1 0 0,1 0 0 0 0,0 0-1 0 0,0 0 1 0 0,0 0-1 0 0,0 0 1 0 0,-1 0-1 0 0,1 0 1 0 0,0 0 0 0 0,0 0-1 0 0,0 1 1 0 0,-20-1 168 0 0,15 0 41 0 0,0-1-41 0 0,-16-3-26 0 0,16 3 186 0 0,0 1-253 0 0,-18-1 2 0 0,0 1 0 0 0,0 1-1 0 0,0 2 1 0 0,0 0 0 0 0,0 1-1 0 0,1 1 1 0 0,-29 11 0 0 0,10-2-25 0 0,27-10-31 0 0,0 0 0 0 0,1 1 0 0 0,0 1 0 0 0,0 0 0 0 0,-20 12 0 0 0,28-14-2 0 0,0-1 1 0 0,-1 0-1 0 0,0 0 0 0 0,1 0 0 0 0,-1-1 0 0 0,0 0 0 0 0,0 0 0 0 0,-1-1 0 0 0,1 0 0 0 0,0 0 0 0 0,-7 1 1 0 0,-10 1 179 0 0,-93 5 103 0 0,-59 13-294 0 0,167-20-13 0 0,0 1 0 0 0,0 0 0 0 0,1 1 0 0 0,-1 0 0 0 0,1 0 0 0 0,0 0 0 0 0,0 1 0 0 0,0 0 0 0 0,-12 9 0 0 0,17-9 0 0 0,-1-1 0 0 0,0-1 0 0 0,0 1 0 0 0,0 0 0 0 0,0-1 0 0 0,0 1 0 0 0,-7 2 0 0 0,9-4 0 0 0,1 0 0 0 0,-1-1 0 0 0,1 1 0 0 0,-1 0 0 0 0,0-1 0 0 0,1 1 0 0 0,0 0 0 0 0,-1 0 0 0 0,1 0 0 0 0,-1-1 0 0 0,1 1 0 0 0,0 0 0 0 0,0 0 0 0 0,-1 0 0 0 0,1 0 0 0 0,0 0 0 0 0,0-1 0 0 0,0 1 0 0 0,0 0 0 0 0,0 0 0 0 0,0 0 0 0 0,0 0 0 0 0,0 0 0 0 0,1 0 0 0 0,-1 0 0 0 0,1 1 0 0 0,-1-1 0 0 0,0 0 0 0 0,1 0 0 0 0,-1 0 0 0 0,0 0 0 0 0,0 1 0 0 0,0-1 0 0 0,0 0 0 0 0,0 0 0 0 0,0 0 0 0 0,0 0 0 0 0,0 0 0 0 0,0 0 0 0 0,-1 1 0 0 0,1-1 0 0 0,0 0 0 0 0,-1 0 0 0 0,1 0 0 0 0,-1 0 0 0 0,1 0 0 0 0,-1 0 0 0 0,1 0 0 0 0,-2 1 0 0 0,0-1 3 0 0,0 1 1 0 0,0-1-1 0 0,0 1 1 0 0,0 0-1 0 0,0 0 1 0 0,0 0-1 0 0,1 0 1 0 0,-1 0-1 0 0,1 0 1 0 0,0 1-1 0 0,-1-1 1 0 0,1 0-1 0 0,0 1 0 0 0,0-1 1 0 0,1 0-1 0 0,-1 1 1 0 0,0 0-1 0 0,1-1 1 0 0,-1 1-1 0 0,1-1 1 0 0,0 1-1 0 0,0-1 1 0 0,0 1-1 0 0,0 0 0 0 0,1-1 1 0 0,0 4-1 0 0,-1 134 64 0 0,0-138-68 0 0,0-1-1 0 0,0 0 1 0 0,0 0-1 0 0,0 0 1 0 0,1 0 0 0 0,-1 0-1 0 0,0 0 1 0 0,1 0-1 0 0,-1 0 1 0 0,1 0-1 0 0,-1 0 1 0 0,1 0 0 0 0,-1-1-1 0 0,1 1 1 0 0,0 0-1 0 0,-1 0 1 0 0,1 0 0 0 0,0-1-1 0 0,0 1 1 0 0,-1 0-1 0 0,1-1 1 0 0,0 1-1 0 0,0 0 1 0 0,0-1 0 0 0,2 1-1 0 0,-2 0 3 0 0,-1-1 0 0 0,1 0 0 0 0,0 1 0 0 0,0-1 0 0 0,0 1 0 0 0,-1-1 0 0 0,1 1-1 0 0,0 0 1 0 0,0-1 0 0 0,-1 1 0 0 0,1 0 0 0 0,-1-1 0 0 0,1 1 0 0 0,0 0 0 0 0,-1 0 0 0 0,0-1 0 0 0,1 1-1 0 0,-1 0 1 0 0,1 0 0 0 0,-1 0 0 0 0,0 0 0 0 0,0 0 0 0 0,1 0 0 0 0,-1 0 0 0 0,0 1 0 0 0,0-1-3 0 0,1 0 1 0 0,-1 0 0 0 0,0 0-1 0 0,1-1 1 0 0,-1 1 0 0 0,1 0 0 0 0,-1 0-1 0 0,1 0 1 0 0,-1 0 0 0 0,1-1-1 0 0,0 1 1 0 0,-1 0 0 0 0,1 0-1 0 0,0-1 1 0 0,-1 1 0 0 0,1-1-1 0 0,0 1 1 0 0,0-1 0 0 0,0 1-1 0 0,0-1 1 0 0,0 1 0 0 0,0-1-1 0 0,1 1 1 0 0,6 4-21 0 0,22 38 22 0 0,-25-27 36 0 0,-5-16-38 0 0,0 1 1 0 0,0 0-1 0 0,0 0 0 0 0,0 0 0 0 0,0-1 0 0 0,0 1 1 0 0,0 0-1 0 0,0 0 0 0 0,0 0 0 0 0,1-1 0 0 0,-1 1 1 0 0,0 0-1 0 0,1 0 0 0 0,-1-1 0 0 0,0 1 1 0 0,1 0-1 0 0,-1-1 0 0 0,1 1 0 0 0,0 0 0 0 0,9 7-13 0 0,-6-5 12 0 0,-1-1 1 0 0,0 1-1 0 0,1 0 0 0 0,-1 0 0 0 0,0 0 0 0 0,0 1 0 0 0,-1-1 0 0 0,1 1 0 0 0,-1-1 0 0 0,1 1 0 0 0,-1 0 0 0 0,0 0 0 0 0,-1 0 0 0 0,1 0 0 0 0,-1 0 0 0 0,1 0 0 0 0,-1 1 0 0 0,-1-1 0 0 0,1 0 0 0 0,-1 1 0 0 0,1 6 0 0 0,-1-9 4 0 0,1-1-1 0 0,0 1 1 0 0,0-1-1 0 0,0 1 1 0 0,0-1-1 0 0,0 1 0 0 0,0-1 1 0 0,0 0-1 0 0,0 0 1 0 0,1 0-1 0 0,-1 1 1 0 0,0-1-1 0 0,1 0 0 0 0,-1-1 1 0 0,1 1-1 0 0,2 1 1 0 0,27 14 60 0 0,-29-15-63 0 0,8 12 2 0 0,-8-12-4 0 0,0-1 1 0 0,-1 0-1 0 0,1 1 1 0 0,-1-1 0 0 0,0 1 0 0 0,1-1-1 0 0,-1 1 1 0 0,0 0 0 0 0,0 0-1 0 0,0-1 1 0 0,1 1 0 0 0,-1 0-1 0 0,0 0 1 0 0,0 0 0 0 0,0 0 0 0 0,0 0-1 0 0,0 0 1 0 0,-1 1 0 0 0,2 1-1 0 0,-1-2 4 0 0,0 0-1 0 0,0 1 0 0 0,1-1 0 0 0,-1 0 0 0 0,0 0 1 0 0,0 0-1 0 0,1 0 0 0 0,-1 0 0 0 0,0-1 0 0 0,1 1 1 0 0,-1 0-1 0 0,1 0 0 0 0,-1-1 0 0 0,1 1 1 0 0,2 0-1 0 0,7 3 0 0 0,20 9 16 0 0,2-2 0 0 0,41 9 0 0 0,19 6-60 0 0,-35-15 82 0 0,-50-10-31 0 0,0 0 0 0 0,0 0 0 0 0,0 1 1 0 0,0 0-1 0 0,-1 0 0 0 0,9 4 0 0 0,1 0-7 0 0,1 0 0 0 0,0-1 1 0 0,29 4-1 0 0,39 9 71 0 0,124 27-44 0 0,-169-36 6 0 0,56 7-1 0 0,32 4 53 0 0,-49-3-44 0 0,-26-3-29 0 0,1-3-1 0 0,0-3 1 0 0,0-2 0 0 0,63-1 0 0 0,63-22 42 0 0,55-1-40 0 0,-80 10 67 0 0,-135 7-67 0 0,-1 0-1 0 0,1-2 0 0 0,-1 0 1 0 0,0-1-1 0 0,0-1 1 0 0,0-1-1 0 0,-1-1 0 0 0,1 0 1 0 0,-2-2-1 0 0,1 0 1 0 0,-1-1-1 0 0,-1-1 0 0 0,21-16 1 0 0,88-54 440 0 0,-98 63-351 0 0,-18 13-51 0 0,-1 0 0 0 0,-1 0 0 0 0,1-1 0 0 0,-1-1 0 0 0,0 1 0 0 0,0-1 0 0 0,0-1 0 0 0,6-8-1 0 0,16-33 284 0 0,-28 42-294 0 0,0 1 0 0 0,0-1 0 0 0,-1 1 0 0 0,0-1 0 0 0,0 0 0 0 0,-1 1 0 0 0,0-1 0 0 0,0 0 0 0 0,-1 0 0 0 0,0 1 0 0 0,0-1 0 0 0,0 1 0 0 0,-4-9 0 0 0,0 2 13 0 0,-1 2 0 0 0,0-1 0 0 0,-1 1 0 0 0,0 0 0 0 0,-1 0-1 0 0,0 1 1 0 0,0 0 0 0 0,-1 0 0 0 0,-1 1 0 0 0,-12-10 0 0 0,-5-2 95 0 0,-1 1 1 0 0,-57-31-1 0 0,69 42-127 0 0,1-1 1 0 0,0-1-1 0 0,0 0 0 0 0,-14-16 0 0 0,11 11 39 0 0,0 0 1 0 0,-1 2-1 0 0,-21-14 0 0 0,-3 6 80 0 0,0 1-1 0 0,-1 2 1 0 0,-82-24 0 0 0,-152-22-154 0 0,248 59 16 0 0,0 2-94 0 0,-1 2 0 0 0,0 1 0 0 0,0 1-1 0 0,0 1 1 0 0,1 2 0 0 0,-1 1 0 0 0,-49 14 0 0 0,24-7-425 0 0,48-9 355 0 0,1 0 0 0 0,-1 0 1 0 0,0 1-1 0 0,1 0 0 0 0,0 0 0 0 0,-14 9 0 0 0,-3 1-932 0 0,19-10-80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1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62 653 2081 0 0,'-5'-11'7566'0'0,"-5"10"-3632"0"0,0 1-4162 0 0,5-1 1508 0 0,-1 0-813 0 0,5 0-447 0 0,0 1 0 0 0,0 0 0 0 0,0 0 0 0 0,0-1 0 0 0,0 1 0 0 0,-1-1 0 0 0,1 1 0 0 0,0-1 0 0 0,0 0 0 0 0,0 1 0 0 0,0-1 0 0 0,0 0 0 0 0,0 0 0 0 0,1 1 0 0 0,-1-1 0 0 0,0 0 0 0 0,0 0-1 0 0,1 0 1 0 0,-1 0 0 0 0,0 0 0 0 0,1 0 0 0 0,-1 0 0 0 0,1 0 0 0 0,-1-1 0 0 0,1 1 0 0 0,-1-1 0 0 0,-1-40 331 0 0,2 24-334 0 0,3 0 6 0 0,-1 0 0 0 0,2 0 0 0 0,1 1 0 0 0,0-1 0 0 0,1 1 0 0 0,1 0 0 0 0,0 1 0 0 0,2 0 0 0 0,13-21 0 0 0,-1-2 121 0 0,-17 33-165 0 0,0-1 1 0 0,0 0-1 0 0,1 1 0 0 0,0 0 1 0 0,0 0-1 0 0,1 1 1 0 0,0-1-1 0 0,0 1 0 0 0,0 0 1 0 0,0 1-1 0 0,1 0 0 0 0,0 0 1 0 0,-1 0-1 0 0,2 1 1 0 0,-1-1-1 0 0,0 2 0 0 0,1-1 1 0 0,-1 1-1 0 0,1 0 1 0 0,0 1-1 0 0,8-1 0 0 0,46 10-205 0 0,-29-1 132 0 0,-30-7 97 0 0,-1 0-1 0 0,0 0 1 0 0,0 0-1 0 0,0 1 1 0 0,0-1-1 0 0,1 1 1 0 0,-1-1-1 0 0,0 1 1 0 0,0 0 0 0 0,0 0-1 0 0,0 0 1 0 0,0 0-1 0 0,-1 0 1 0 0,1 1-1 0 0,0-1 1 0 0,0 0-1 0 0,-1 1 1 0 0,1-1-1 0 0,-1 1 1 0 0,1 0-1 0 0,-1-1 1 0 0,0 1 0 0 0,2 3-1 0 0,-1 1 20 0 0,0 0 0 0 0,-1 0-1 0 0,1 1 1 0 0,-1-1 0 0 0,-1 0 0 0 0,1 11-1 0 0,4 27 126 0 0,6-11 24 0 0,-9-26-115 0 0,1-1-1 0 0,-1 1 1 0 0,0 0 0 0 0,0 0-1 0 0,-1-1 1 0 0,1 15 0 0 0,-2-20-53 0 0,0 0-1 0 0,0 0 1 0 0,0 0 0 0 0,0 0 0 0 0,0 0 0 0 0,0 0 0 0 0,0 0 0 0 0,0 0 0 0 0,0 0 0 0 0,1 0 0 0 0,-1 0 0 0 0,0 0 0 0 0,1-1 0 0 0,-1 1 0 0 0,1 0 0 0 0,-1 0 0 0 0,1 0 0 0 0,-1 0 0 0 0,1-1 0 0 0,-1 1 0 0 0,1 0 0 0 0,0-1-1 0 0,-1 1 1 0 0,1 0 0 0 0,0-1 0 0 0,0 1 0 0 0,0-1 0 0 0,-1 1 0 0 0,1-1 0 0 0,0 0 0 0 0,0 1 0 0 0,0-1 0 0 0,0 0 0 0 0,0 1 0 0 0,0-1 0 0 0,0 0 0 0 0,0 0 0 0 0,1 0 0 0 0,1 1 15 0 0,3-17 259 0 0,-2-3-247 0 0,0 13-30 0 0,-1-1 1 0 0,1 1 0 0 0,-1-1-1 0 0,-1 0 1 0 0,0 1-1 0 0,0-1 1 0 0,0 0 0 0 0,0-1-1 0 0,-1 1 1 0 0,0-14 0 0 0,3-16 18 0 0,-1 20 8 0 0,0 0 0 0 0,1 0 0 0 0,1 0 0 0 0,0 1 0 0 0,2 0 0 0 0,14-29 0 0 0,-18 39-43 0 0,0 1 0 0 0,1 0-1 0 0,0 0 1 0 0,-1 0 0 0 0,2 1-1 0 0,-1-1 1 0 0,0 1 0 0 0,1 0-1 0 0,0 0 1 0 0,0 0 0 0 0,0 1-1 0 0,0 0 1 0 0,1 0 0 0 0,-1 0-1 0 0,1 1 1 0 0,-1-1 0 0 0,1 1-1 0 0,0 1 1 0 0,0-1 0 0 0,0 1-1 0 0,0 0 1 0 0,10 0 0 0 0,-6 7-144 0 0,1-2 156 0 0,-1 1 1 0 0,0 0-1 0 0,0 0 1 0 0,-1 1-1 0 0,1 0 1 0 0,-1 0-1 0 0,-1 1 1 0 0,9 8-1 0 0,-5-4 72 0 0,0 1-1 0 0,-1 0 1 0 0,0 1-1 0 0,-1 0 1 0 0,11 20-1 0 0,-19-32-60 0 0,-2 1 0 0 0,1 0-1 0 0,0 0 1 0 0,0 0 0 0 0,-1 0 0 0 0,1 0 0 0 0,-1 0-1 0 0,1 0 1 0 0,-1 0 0 0 0,0 0 0 0 0,0 0-1 0 0,0 0 1 0 0,0 0 0 0 0,0 0 0 0 0,0 0 0 0 0,-1 0-1 0 0,1 0 1 0 0,-1 0 0 0 0,1 0 0 0 0,-1 0-1 0 0,0 0 1 0 0,1-1 0 0 0,-1 1 0 0 0,0 0 0 0 0,-1 0-1 0 0,1-1 1 0 0,0 1 0 0 0,-3 2 0 0 0,2-1 37 0 0,-1 0 1 0 0,0-1 0 0 0,0 0 0 0 0,0 1-1 0 0,-1-1 1 0 0,1 0 0 0 0,0-1 0 0 0,-1 1 0 0 0,1 0-1 0 0,-1-1 1 0 0,-4 1 0 0 0,3-1 288 0 0,0-2-186 0 0,4 1-141 0 0,0 0-1 0 0,0 0 0 0 0,0 0 1 0 0,0-1-1 0 0,0 1 1 0 0,0 0-1 0 0,0-1 1 0 0,0 1-1 0 0,0-1 1 0 0,0 1-1 0 0,0-1 1 0 0,0 1-1 0 0,0-1 1 0 0,0 0-1 0 0,0 1 1 0 0,0-1-1 0 0,1 0 1 0 0,-1 0-1 0 0,0 0 1 0 0,1 0-1 0 0,-1 0 1 0 0,0 0-1 0 0,0-1 1 0 0,-2-34-19 0 0,3 29-13 0 0,0-15-29 0 0,-1 13 25 0 0,1 1 1 0 0,0-1 0 0 0,0 0-1 0 0,1 1 1 0 0,0-1-1 0 0,1 1 1 0 0,0 0 0 0 0,3-9-1 0 0,14-19-103 0 0,43-61-1 0 0,-60 93 119 0 0,1 0 0 0 0,0 0 0 0 0,0 0-1 0 0,1 1 1 0 0,-1-1 0 0 0,1 1-1 0 0,-1 0 1 0 0,1 0 0 0 0,0 0-1 0 0,0 0 1 0 0,1 1 0 0 0,-1 0 0 0 0,1 0-1 0 0,-1 0 1 0 0,1 0 0 0 0,-1 1-1 0 0,1 0 1 0 0,0 0 0 0 0,0 0-1 0 0,0 0 1 0 0,0 1 0 0 0,-1 0-1 0 0,1 0 1 0 0,0 0 0 0 0,0 0 0 0 0,0 1-1 0 0,0 0 1 0 0,0 0 0 0 0,-1 0-1 0 0,6 3 1 0 0,6 2 22 0 0,0 1 0 0 0,0 1-1 0 0,-1 1 1 0 0,0 0 0 0 0,0 1 0 0 0,25 22 0 0 0,-7-1 129 0 0,-2 0 0 0 0,-1 3 0 0 0,-1 0 0 0 0,24 40 0 0 0,-49-70-117 0 0,-1 0 1 0 0,0 0 0 0 0,0 1-1 0 0,-1-1 1 0 0,1 1-1 0 0,-1 0 1 0 0,0 0-1 0 0,0 0 1 0 0,0 0 0 0 0,-1 0-1 0 0,0 0 1 0 0,0 0-1 0 0,0 1 1 0 0,-1 5-1 0 0,0-7-19 0 0,0-1 0 0 0,0 1 0 0 0,0-1 0 0 0,1 1 0 0 0,-1-1 0 0 0,1 0 0 0 0,0 1 0 0 0,2 4 0 0 0,12 10-386 0 0,-16-18 332 0 0,0 0 1 0 0,1 0-1 0 0,-1 0 1 0 0,1 0 0 0 0,-1 0-1 0 0,0 0 1 0 0,1 0 0 0 0,-1 0-1 0 0,1 0 1 0 0,-1 0 0 0 0,0 0-1 0 0,1 0 1 0 0,-1-1 0 0 0,1 1-1 0 0,-1 0 1 0 0,1 0-1 0 0,-1-1 1 0 0,1 1 0 0 0,-1 0-1 0 0,1-1 1 0 0,-1 1 0 0 0,1 0-1 0 0,-1-1 1 0 0,1 1 0 0 0,-1-1-1 0 0,1 0 1 0 0,-11-35-3335 0 0,-14-33-3042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2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2321 0 0,'0'0'4882'0'0,"5"0"-4482"0"0,15 0 41 0 0,-15 0 799 0 0,-5 0-1211 0 0,0-1-1 0 0,0 1 1 0 0,0 0-1 0 0,0 0 1 0 0,0 0 0 0 0,-1 0-1 0 0,1 0 1 0 0,0-1-1 0 0,0 1 1 0 0,0 0-1 0 0,0 0 1 0 0,0 0-1 0 0,0-1 1 0 0,0 1 0 0 0,0 0-1 0 0,0 0 1 0 0,0 0-1 0 0,0 0 1 0 0,0-1-1 0 0,0 1 1 0 0,0 0-1 0 0,0 0 1 0 0,0 0 0 0 0,0-1-1 0 0,0 1 1 0 0,0 0-1 0 0,0 0 1 0 0,0 0-1 0 0,1 0 1 0 0,-1-1-1 0 0,0 1 1 0 0,0 0 0 0 0,0 0-1 0 0,0 0 1 0 0,0 0-1 0 0,0 0 1 0 0,0-1-1 0 0,1 1 1 0 0,-1 0-1 0 0,0 0 1 0 0,0 0 0 0 0,0 0-1 0 0,0 0 1 0 0,1 0-1 0 0,-1 0 1 0 0,0 0-1 0 0,0 0 1 0 0,0 0-1 0 0,0 0 1 0 0,1 0 0 0 0,-1-1-1 0 0,0 1 1 0 0,0 0-1 0 0,0 0 1 0 0,1 0-1 0 0,-1 0 1 0 0,0 1-1 0 0,0-1 1 0 0,0 0 0 0 0,0 0-1 0 0,1 0 1 0 0,-1 0-1 0 0,0 0 1 0 0,2 0 76 0 0,-1 0-74 0 0,0 0 0 0 0,0 0 0 0 0,0 0-1 0 0,0 0 1 0 0,0 0 0 0 0,0 0 0 0 0,0-1 0 0 0,0 1 0 0 0,0 0-1 0 0,0 0 1 0 0,0-1 0 0 0,0 1 0 0 0,0-1 0 0 0,0 1 0 0 0,-1-1-1 0 0,1 1 1 0 0,0-1 0 0 0,0 1 0 0 0,0-1 0 0 0,-1 0 0 0 0,1 0-1 0 0,0 1 1 0 0,-1-1 0 0 0,1 0 0 0 0,0-1 0 0 0,3 0 61 0 0,0 0 0 0 0,0 1 0 0 0,0 0 0 0 0,0-1 0 0 0,1 1 0 0 0,-1 1 0 0 0,0-1 0 0 0,0 1 0 0 0,9 0 0 0 0,3-2 82 0 0,70-6 132 0 0,0 4 1 0 0,0 3 0 0 0,98 13 0 0 0,-159-11-147 0 0,-116-19 707 0 0,42 14-704 0 0,21 0-93 0 0,1 2 0 0 0,-1 1 0 0 0,1 1 0 0 0,-1 1 0 0 0,1 1 1 0 0,-50 12-1 0 0,70-11-70 0 0,0 0 0 0 0,0 0 1 0 0,0 1-1 0 0,0 0 1 0 0,1 1-1 0 0,-1-1 0 0 0,1 1 1 0 0,-11 12-1 0 0,15-15-1 0 0,0-1 1 0 0,0 1-1 0 0,1 0 1 0 0,-1 0-1 0 0,0 0 1 0 0,1 0-1 0 0,-1 1 1 0 0,1-1-1 0 0,0 0 1 0 0,0 1-1 0 0,0-1 1 0 0,0 1-1 0 0,0-1 0 0 0,1 1 1 0 0,-1-1-1 0 0,1 1 1 0 0,-1 0-1 0 0,1-1 1 0 0,0 1-1 0 0,0-1 1 0 0,0 1-1 0 0,0 0 1 0 0,1-1-1 0 0,-1 1 1 0 0,1-1-1 0 0,0 1 0 0 0,-1-1 1 0 0,1 1-1 0 0,0-1 1 0 0,2 3-1 0 0,6 10 24 0 0,-3-6 31 0 0,0 0 0 0 0,0 0 1 0 0,1-1-1 0 0,14 14 0 0 0,-7-11-39 0 0,0-2 1 0 0,0 0-1 0 0,1-1 1 0 0,22 9-1 0 0,20 11 95 0 0,-43-21-143 0 0,1 0 1 0 0,0-1-1 0 0,0-1 0 0 0,0 0 1 0 0,1-1-1 0 0,0-1 1 0 0,-1 0-1 0 0,1-1 1 0 0,0-1-1 0 0,0 0 1 0 0,0-1-1 0 0,1-1 1 0 0,-2-1-1 0 0,1 0 1 0 0,17-5-1 0 0,-30 7-213 0 0,0-1-1 0 0,-1 1 0 0 0,1-1 0 0 0,0 0 0 0 0,0 0 1 0 0,0 0-1 0 0,-1 0 0 0 0,1 0 0 0 0,-1-1 1 0 0,1 1-1 0 0,-1-1 0 0 0,1 0 0 0 0,-1 0 0 0 0,0 0 1 0 0,0 0-1 0 0,0 0 0 0 0,0 0 0 0 0,0 0 0 0 0,0-1 1 0 0,-1 1-1 0 0,1-1 0 0 0,-1 1 0 0 0,0-1 1 0 0,1 0-1 0 0,-1 0 0 0 0,0 1 0 0 0,-1-1 0 0 0,1 0 1 0 0,0 0-1 0 0,-1 0 0 0 0,0 0 0 0 0,0 0 1 0 0,0-5-1 0 0,0-52-5489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1 800 0 0,'0'7'1681'0'0,"30"-1"-560"0"0,0 0-161 0 0,1-6-720 0 0,-1 0-560 0 0,0 0-560 0 0,0-6-2242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4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242 317 1361 0 0,'0'11'3115'0'0,"1"-20"-1385"0"0,-1 7-1591 0 0,0 0 0 0 0,0 0 0 0 0,0 1 0 0 0,0-1 0 0 0,0 0-1 0 0,-1 0 1 0 0,1 0 0 0 0,0 1 0 0 0,-1-1 0 0 0,1 0 0 0 0,-1 1 0 0 0,0-1 0 0 0,-1-2-1 0 0,-1 3-17 0 0,2 1-97 0 0,0 0 1 0 0,0 0-1 0 0,0 0 0 0 0,0 0 1 0 0,0 0-1 0 0,0 0 0 0 0,0-1 0 0 0,0 1 1 0 0,0 0-1 0 0,1-1 0 0 0,-1 1 0 0 0,0 0 1 0 0,0-1-1 0 0,0 1 0 0 0,0-1 1 0 0,1 1-1 0 0,-1-1 0 0 0,0 0 0 0 0,0 1 1 0 0,1-1-1 0 0,-1 0 0 0 0,1 1 0 0 0,-1-1 1 0 0,0 0-1 0 0,1 0 0 0 0,0 0 0 0 0,-1-1 1 0 0,0 1 3 0 0,0-1 1 0 0,0 1-1 0 0,-1-1 1 0 0,1 1-1 0 0,0-1 1 0 0,-1 1-1 0 0,1 0 0 0 0,0-1 1 0 0,-1 1-1 0 0,0 0 1 0 0,1 0-1 0 0,-1 0 1 0 0,0 0-1 0 0,1 0 1 0 0,-1 1-1 0 0,0-1 1 0 0,0 0-1 0 0,0 1 0 0 0,1 0 1 0 0,-5-1-1 0 0,-14-7 108 0 0,12 0-33 0 0,0-1-1 0 0,0 0 1 0 0,0 0-1 0 0,1-1 0 0 0,-10-19 1 0 0,13 21-11 0 0,-1-1-1 0 0,0 1 1 0 0,-1 0 0 0 0,0 1 0 0 0,0-1 0 0 0,0 1-1 0 0,-1 1 1 0 0,-12-11 0 0 0,1 9 155 0 0,17 8-219 0 0,1 0 1 0 0,-1 0-1 0 0,0 0 0 0 0,0 0 1 0 0,0 0-1 0 0,1-1 0 0 0,-1 1 1 0 0,0 0-1 0 0,0-1 0 0 0,1 1 1 0 0,-1 0-1 0 0,0-1 0 0 0,0 1 1 0 0,1-1-1 0 0,-1 1 0 0 0,1-1 1 0 0,-1 1-1 0 0,0-1 0 0 0,1 0 1 0 0,-1 1-1 0 0,1-1 1 0 0,-1 0-1 0 0,1 1 0 0 0,0-1 1 0 0,-1 0-1 0 0,1 0 0 0 0,-1-1 1 0 0,23-9 53 0 0,-8 6-4 0 0,15-6-78 0 0,1 2 0 0 0,0 1 0 0 0,0 1 0 0 0,52-4 0 0 0,-9 5-14 0 0,0 2 1 0 0,0 4 0 0 0,0 2-1 0 0,0 4 1 0 0,104 23 0 0 0,-91-10 253 0 0,-85-18-207 0 0,-1 0 0 0 0,1 1 0 0 0,0-1 0 0 0,0 0 0 0 0,-1 1 0 0 0,1-1 0 0 0,-1 1 0 0 0,1-1 0 0 0,-1 1-1 0 0,0-1 1 0 0,0 1 0 0 0,1-1 0 0 0,-1 1 0 0 0,0-1 0 0 0,0 1 0 0 0,0-1 0 0 0,-1 1 0 0 0,1-1 0 0 0,-1 3 0 0 0,1 2 121 0 0,-1 2-57 0 0,0 0 0 0 0,-1 1-1 0 0,0-1 1 0 0,0 0 0 0 0,-1-1-1 0 0,0 1 1 0 0,0 0 0 0 0,-1-1-1 0 0,0 1 1 0 0,0-1 0 0 0,-1 0-1 0 0,-6 8 1 0 0,-5 8 114 0 0,13-17-169 0 0,0-1 1 0 0,-1 0-1 0 0,0 1 1 0 0,0-1 0 0 0,0-1-1 0 0,-1 1 1 0 0,1-1-1 0 0,-1 1 1 0 0,0-1-1 0 0,-1-1 1 0 0,1 1-1 0 0,-7 2 1 0 0,7-4-162 0 0,0 0 0 0 0,-1-1 1 0 0,1 0-1 0 0,0 0 0 0 0,-1-1 0 0 0,1 1 0 0 0,-1-1 1 0 0,1 0-1 0 0,-1-1 0 0 0,1 0 0 0 0,-1 1 1 0 0,1-1-1 0 0,-1-1 0 0 0,1 1 0 0 0,-6-3 0 0 0,-135-42-6484 0 0,56 10 908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111 203 1281 0 0,'0'0'7043'0'0,"0"-26"-5856"0"0,0 24-1176 0 0,0 1 0 0 0,0 0 0 0 0,0-1 0 0 0,0 1 0 0 0,-1 0 0 0 0,1-1 0 0 0,0 1 0 0 0,-1 0 0 0 0,1 0 0 0 0,-1-1 0 0 0,0 1 0 0 0,1 0 0 0 0,-1 0 0 0 0,0 0 0 0 0,1 0 0 0 0,-1 0 0 0 0,0 0 0 0 0,0 0 0 0 0,0 0 0 0 0,0 0 0 0 0,0 0 0 0 0,-2-1 0 0 0,2 1-1 0 0,0 1 1 0 0,0-1-1 0 0,0 0 1 0 0,0 0-1 0 0,0 0 1 0 0,0 0-1 0 0,0 0 1 0 0,0 0-1 0 0,0-1 1 0 0,0 1-1 0 0,1 0 1 0 0,-1 0-1 0 0,0 0 0 0 0,1-1 1 0 0,-1 1-1 0 0,1 0 1 0 0,0-1-1 0 0,-1 1 1 0 0,1-1-1 0 0,0 1 1 0 0,0 0-1 0 0,0-3 1 0 0,0 2 3 0 0,0 0 1 0 0,1 1-1 0 0,-1-1 1 0 0,0 0-1 0 0,0 0 1 0 0,0 0 0 0 0,-1 0-1 0 0,1 0 1 0 0,0 0-1 0 0,-1 1 1 0 0,1-1 0 0 0,-1 0-1 0 0,0 0 1 0 0,1 1-1 0 0,-1-1 1 0 0,0 0-1 0 0,0 1 1 0 0,0-1 0 0 0,0 1-1 0 0,-1-1 1 0 0,1 1-1 0 0,0-1 1 0 0,0 1-1 0 0,-1 0 1 0 0,1 0 0 0 0,-2-1-1 0 0,-3-3 6 0 0,1-7 101 0 0,0 0-15 0 0,-2 9-70 0 0,6 3-34 0 0,0 0-1 0 0,0 0 1 0 0,0 0-1 0 0,1-1 1 0 0,-1 1-1 0 0,0 0 1 0 0,0 0-1 0 0,0-1 1 0 0,1 1-1 0 0,-1-1 1 0 0,0 1-1 0 0,0-1 1 0 0,1 1-1 0 0,-1-1 1 0 0,0 1-1 0 0,1-1 1 0 0,-1 0-1 0 0,1 1 1 0 0,-1-1-1 0 0,1 0 1 0 0,-1 1-1 0 0,1-1 1 0 0,-1 0-1 0 0,1 0 1 0 0,0 1-1 0 0,-1-1 1 0 0,1 0-1 0 0,-1-1 1 0 0,1 1-1 0 0,0 0 0 0 0,0 1 0 0 0,0-1 0 0 0,0 1 0 0 0,0-1 0 0 0,0 1-1 0 0,0-1 1 0 0,-1 1 0 0 0,1-1 0 0 0,0 1 0 0 0,0 0 0 0 0,-1-1 0 0 0,1 1 0 0 0,0-1 0 0 0,-1 1 0 0 0,1-1 0 0 0,0 1 0 0 0,-1 0 0 0 0,1-1 0 0 0,-1 1 0 0 0,1 0 0 0 0,-1 0 0 0 0,1-1-1 0 0,-1 1 1 0 0,1 0 0 0 0,-1 0 0 0 0,1-1 0 0 0,-1 1 0 0 0,1 0 0 0 0,-1 0 0 0 0,1 0 0 0 0,-1 0 0 0 0,1 0 0 0 0,-1 0 0 0 0,1 0 0 0 0,-2 0 0 0 0,-4-3 31 0 0,21-3-32 0 0,-10 0-67 0 0,-5 220 881 0 0,0-211-819 0 0,1 0 0 0 0,-1 1 0 0 0,0-1 0 0 0,1 0 0 0 0,0 0 0 0 0,0 1 0 0 0,0-1 1 0 0,0 0-1 0 0,0 0 0 0 0,1 0 0 0 0,-1 0 0 0 0,1-1 0 0 0,2 4 0 0 0,-2-3 25 0 0,-1-1 1 0 0,1 1-1 0 0,-1 0 0 0 0,1-1 0 0 0,-1 1 0 0 0,0 0 0 0 0,0 0 0 0 0,0 0 0 0 0,0 0 1 0 0,-1 0-1 0 0,1 0 0 0 0,-1 0 0 0 0,1 4 0 0 0,-1-4 10 0 0,-4 31 245 0 0,4-33-273 0 0,-1 0 0 0 0,0-1 0 0 0,0 1 0 0 0,0 0 0 0 0,1 0 0 0 0,-1 0 0 0 0,0-1 1 0 0,0 1-1 0 0,0-1 0 0 0,0 1 0 0 0,-1-1 0 0 0,1 1 0 0 0,0-1 0 0 0,0 1 0 0 0,0-1 0 0 0,0 0 1 0 0,0 0-1 0 0,0 1 0 0 0,-3-1 0 0 0,5 0-3 0 0,-1 0-1 0 0,0 0 1 0 0,0 0-1 0 0,1 0 1 0 0,-1 0 0 0 0,0 0-1 0 0,0 0 1 0 0,0 0 0 0 0,1 0-1 0 0,-1 0 1 0 0,0 0 0 0 0,0 1-1 0 0,0-1 1 0 0,1 0 0 0 0,-1 0-1 0 0,0 0 1 0 0,0 0 0 0 0,0 1-1 0 0,0-1 1 0 0,1 0-1 0 0,-1 0 1 0 0,0 0 0 0 0,0 0-1 0 0,0 1 1 0 0,0-1 0 0 0,0 0-1 0 0,0 0 1 0 0,0 1 0 0 0,0-1-1 0 0,0 0 1 0 0,0 0 0 0 0,1 0-1 0 0,-1 1 1 0 0,0-1 0 0 0,0 0-1 0 0,0 0 1 0 0,0 1-1 0 0,-1-1 1 0 0,1 0 0 0 0,0 0-1 0 0,0 1 1 0 0,0-1 0 0 0,0 0-1 0 0,0 0 1 0 0,0 0 0 0 0,0 1-1 0 0,0-1 1 0 0,0 0 0 0 0,-1 0-1 0 0,1 0 1 0 0,0 1-1 0 0,0-1 1 0 0,0 0 0 0 0,0 0-1 0 0,0 0 1 0 0,-1 0 0 0 0,1 0-1 0 0,0 1 1 0 0,0-1 0 0 0,0 0-1 0 0,-1 0 1 0 0,1 0 0 0 0,0 0-1 0 0,0 0 1 0 0,-1 0 0 0 0,1 0-1 0 0,0 0 1 0 0,-1 0-1 0 0,10 2-37 0 0,3 5 145 0 0,-7 25-399 0 0,-5-31 293 0 0,0 1 1 0 0,0-1-1 0 0,0 1 1 0 0,0-1-1 0 0,1 0 1 0 0,-1 1-1 0 0,0-1 1 0 0,1 0-1 0 0,-1 1 1 0 0,1-1-1 0 0,0 0 1 0 0,-1 0-1 0 0,1 1 1 0 0,0-1-1 0 0,0 0 1 0 0,0 0-1 0 0,0 0 1 0 0,0 0-1 0 0,0 0 1 0 0,1 1-1 0 0,0-1 14 0 0,-1 0-1 0 0,0 0 1 0 0,1 1-1 0 0,-1-1 0 0 0,0 0 1 0 0,0 1-1 0 0,0-1 1 0 0,0 1-1 0 0,0 0 1 0 0,0-1-1 0 0,0 1 1 0 0,-1-1-1 0 0,1 1 1 0 0,-1 0-1 0 0,1 0 1 0 0,-1-1-1 0 0,0 1 1 0 0,1 0-1 0 0,-1 0 1 0 0,0 2-1 0 0,0 41 225 0 0,0-28-292 0 0,0-27-423 0 0,0 9 944 0 0,0 1-466 0 0,0 0 0 0 0,-1 0 1 0 0,1-1-1 0 0,0 1 1 0 0,0 0-1 0 0,0 0 0 0 0,0 0 1 0 0,0 0-1 0 0,0 0 1 0 0,0-1-1 0 0,0 1 0 0 0,0 0 1 0 0,0 0-1 0 0,0 0 1 0 0,-1 0-1 0 0,1-1 0 0 0,0 1 1 0 0,0 0-1 0 0,0 0 0 0 0,0 0 1 0 0,0-1-1 0 0,1 1 1 0 0,-1 0-1 0 0,0 0 0 0 0,0 0 1 0 0,0 0-1 0 0,0-1 1 0 0,0 1-1 0 0,0 0 0 0 0,0 0 1 0 0,0 0-1 0 0,0 0 1 0 0,0 0-1 0 0,0-1 0 0 0,1 1 1 0 0,-1 0-1 0 0,0 0 1 0 0,0 0-1 0 0,0 0 0 0 0,0 0 1 0 0,0 0-1 0 0,0-1 1 0 0,1 1-1 0 0,-1 0 0 0 0,0 0 1 0 0,0 0-1 0 0,0 0 0 0 0,0 0 1 0 0,1 0-1 0 0,-1 0 1 0 0,0 0-1 0 0,0 0 0 0 0,0 0 1 0 0,1 0-1 0 0,-1 0 1 0 0,0 0-1 0 0,0 0 0 0 0,0 0 1 0 0,0 0-1 0 0,1 0 1 0 0,-1 0-1 0 0,0 0 0 0 0,0 0 1 0 0,0 0-1 0 0,0 0 1 0 0,1 1-1 0 0,90-11 223 0 0,-36 6-128 0 0,94-8 217 0 0,94-14-1186 0 0,-223 20-1211 0 0,-50-1-1235 0 0,-50 1-976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8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5763 0 0,'91'-13'3548'0'0,"-58"13"-3392"0"0,-1 1-1 0 0,1 2 1 0 0,-1 1-1 0 0,0 1 1 0 0,0 2 0 0 0,0 2-1 0 0,-1 1 1 0 0,38 17 0 0 0,32 17 290 0 0,130 38 1 0 0,-196-68-356 0 0,-29-11-95 0 0,0 0 1 0 0,0-1-1 0 0,0 0 1 0 0,1 0 0 0 0,-1 0-1 0 0,8 1 1 0 0,-9-3-104 0 0,-5-1-423 0 0,0 1 431 0 0,0-1 0 0 0,0 1 1 0 0,1 0-1 0 0,-1-1 1 0 0,0 1-1 0 0,0-1 1 0 0,0 1-1 0 0,0 0 0 0 0,0-1 1 0 0,0 1-1 0 0,0 0 1 0 0,0-1-1 0 0,0 1 0 0 0,0-1 1 0 0,0 1-1 0 0,0 0 1 0 0,-1-1-1 0 0,1 1 1 0 0,0 0-1 0 0,0-1 0 0 0,0 1 1 0 0,0 0-1 0 0,-1-1 1 0 0,1 1-1 0 0,0 0 1 0 0,0-1-1 0 0,0 1 0 0 0,-1 0 1 0 0,1 0-1 0 0,0-1 1 0 0,-1 1-1 0 0,1 0 0 0 0,0 0 1 0 0,-1 0-1 0 0,1-1 1 0 0,0 1-1 0 0,-1 0 1 0 0,1 0-1 0 0,-26-14-2556 0 0,-4-9-199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8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2 314 1921 0 0,'-2'-11'5072'0'0,"2"9"-4946"0"0,0 0-1 0 0,0 0 0 0 0,0 1 0 0 0,0-1 0 0 0,0 0 0 0 0,1 0 0 0 0,-1 0 1 0 0,0 1-1 0 0,1-1 0 0 0,-1 0 0 0 0,1 0 0 0 0,0 1 0 0 0,-1-1 1 0 0,3-2-1 0 0,18-13 90 0 0,2 1 1 0 0,0 2 0 0 0,1 0-1 0 0,0 1 1 0 0,37-13 0 0 0,321-119-136 0 0,-365 138-22 0 0,18-7-1260 0 0,-33 9-916 0 0,-22 3-1570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49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25 2001 0 0,'-25'0'1761'0'0,"15"-6"613"0"0,-10 1-1587 0 0,14-5 970 0 0,6 7-1147 0 0,1 10-296 0 0,-1-6-301 0 0,0 0 0 0 0,0 0 0 0 0,0 0 0 0 0,1 0 0 0 0,-1 0 0 0 0,0 0 0 0 0,1 0 0 0 0,-1 0 0 0 0,1 0 0 0 0,-1 0 0 0 0,1 0 0 0 0,0 0 0 0 0,-1 0 0 0 0,1 0 0 0 0,0 0 0 0 0,0 0 0 0 0,-1-1 0 0 0,1 1 0 0 0,1 0 0 0 0,12 17 154 0 0,1 34 193 0 0,3-22-200 0 0,-14-25-134 0 0,0 1-1 0 0,-1-1 1 0 0,1 1 0 0 0,-2 0-1 0 0,1 0 1 0 0,0 0 0 0 0,-1 0-1 0 0,0 0 1 0 0,-1 0 0 0 0,1 1 0 0 0,-1-1-1 0 0,0 11 1 0 0,0-11-18 0 0,0 0 1 0 0,0 1-1 0 0,0-1 1 0 0,1 0-1 0 0,-1 0 1 0 0,2 0-1 0 0,-1 0 0 0 0,1 0 1 0 0,-1 0-1 0 0,2-1 1 0 0,-1 1-1 0 0,1-1 1 0 0,-1 0-1 0 0,1 0 0 0 0,7 6 1 0 0,-5-5-6 0 0,-1 0 0 0 0,0 0 0 0 0,-1 1 0 0 0,1 0 1 0 0,-1 0-1 0 0,0 0 0 0 0,3 9 0 0 0,-2 3-20 0 0,-5-17-21 0 0,0-1-1 0 0,0 1 1 0 0,0-1-1 0 0,0 1 1 0 0,1-1-1 0 0,-1 1 1 0 0,0-1-1 0 0,1 1 1 0 0,0-1-1 0 0,-1 1 1 0 0,1-1-1 0 0,0 0 1 0 0,-1 1-1 0 0,1-1 0 0 0,0 0 1 0 0,0 0-1 0 0,0 1 1 0 0,0-1-1 0 0,0 0 1 0 0,0 0-1 0 0,1 0 1 0 0,-1 0-1 0 0,0-1 1 0 0,1 1-1 0 0,-1 0 1 0 0,0 0-1 0 0,1-1 1 0 0,1 1-1 0 0,-3 0-15 0 0,0-1 0 0 0,1 0-1 0 0,-1 0 1 0 0,0 0 0 0 0,0 0-1 0 0,0 0 1 0 0,1 0 0 0 0,-1 0 0 0 0,0 0-1 0 0,0 0 1 0 0,0 0 0 0 0,1-1-1 0 0,-1 1 1 0 0,0 0 0 0 0,0 0-1 0 0,0 0 1 0 0,1 0 0 0 0,-1 0 0 0 0,0 0-1 0 0,0 0 1 0 0,0 0 0 0 0,0 0-1 0 0,1-1 1 0 0,-1 1 0 0 0,0 0 0 0 0,0 0-1 0 0,0 0 1 0 0,0 0 0 0 0,0-1-1 0 0,0 1 1 0 0,1 0 0 0 0,-1 0-1 0 0,0 0 1 0 0,0 0 0 0 0,0-1 0 0 0,0 1-1 0 0,0 0 1 0 0,0 0 0 0 0,0 0-1 0 0,0-1 1 0 0,0 1 0 0 0,0 0 0 0 0,0 0-1 0 0,0 0 1 0 0,0-1 0 0 0,0 1-1 0 0,0 0 1 0 0,0 0 0 0 0,0 0-1 0 0,0-1 1 0 0,0 1 0 0 0,0 0 0 0 0,0 0-1 0 0,-1 0 1 0 0,1-1 0 0 0,0 1-1 0 0,0-28-5881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50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1361 0 0,'-25'-6'3321'0'0,"8"1"249"0"0,4 3-3431 0 0,8 2 754 0 0,10 1-506 0 0,9 5-234 0 0,-1 0-1 0 0,1 1 1 0 0,-1 0-1 0 0,-1 1 1 0 0,1 1-1 0 0,15 14 0 0 0,-19-16-98 0 0,57 59 210 0 0,-50-49-192 0 0,0 0 0 0 0,31 25 0 0 0,0-12-30 0 0,-28-18-28 0 0,1 1 0 0 0,31 28 0 0 0,-47-37-14 0 0,0-1 1 0 0,0 1-1 0 0,-1 1 1 0 0,1-1-1 0 0,-1 1 1 0 0,0-1 0 0 0,0 1-1 0 0,-1 0 1 0 0,1 0-1 0 0,-1 0 1 0 0,0 0-1 0 0,-1 0 1 0 0,1 1 0 0 0,-1-1-1 0 0,0 1 1 0 0,1 9-1 0 0,-2-14-45 0 0,0 0 0 0 0,0 1 0 0 0,0-1 0 0 0,0 0 0 0 0,1 0 0 0 0,-1 0 0 0 0,1 0 0 0 0,-1 0 0 0 0,1 0 0 0 0,-1 0 0 0 0,1 0 0 0 0,-1 0 0 0 0,1 0 0 0 0,0-1 0 0 0,-1 1 0 0 0,1 0 0 0 0,0 0 0 0 0,0 0 0 0 0,0-1 0 0 0,0 1 0 0 0,0 0 0 0 0,0-1 0 0 0,0 1 0 0 0,0-1 0 0 0,1 1 0 0 0,1-1-1148 0 0,-23-6-166 0 0,-11-1-1922 0 0,1 1-681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50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1 444 1841 0 0,'0'-5'2401'0'0,"30"5"-400"0"0,-30-14-400 0 0,30 3-401 0 0,25-14-239 0 0,126-104 79 0 0,-61 15-640 0 0,-89 51-240 0 0,-1 30 0 0 0,-30 14-400 0 0,0 6-320 0 0,0 1-480 0 0,0 6-1522 0 0,-30 6-1519 0 0,-1 6 959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23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69 1361 0 0,'8'-1'747'0'0,"10"-5"740"0"0,-13-7 4349 0 0,-4 12-5524 0 0,-7-2-210 0 0,-20 2 604 0 0,26-1-612 0 0,-5-3-14 0 0,-15 3-13 0 0,15-2-67 0 0,10 2-54 0 0,71-23-39 0 0,-102 21-5630 0 0,-29 9 2802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2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32 320 0 0,'91'0'7924'0'0,"-86"-1"-7751"0"0,105-16 614 0 0,-79 10-613 0 0,-31 7-144 0 0,-1 0 1 0 0,1 0-1 0 0,0 0 1 0 0,0 0 0 0 0,0 0-1 0 0,0-1 1 0 0,0 1 0 0 0,0 0-1 0 0,0 0 1 0 0,-1 0-1 0 0,1 0 1 0 0,0 0 0 0 0,0-1-1 0 0,0 1 1 0 0,0 0 0 0 0,0 0-1 0 0,0 0 1 0 0,0 0-1 0 0,0-1 1 0 0,0 1 0 0 0,0 0-1 0 0,0 0 1 0 0,0 0 0 0 0,0 0-1 0 0,0-1 1 0 0,0 1-1 0 0,0 0 1 0 0,0 0 0 0 0,0 0-1 0 0,0 0 1 0 0,0-1-1 0 0,0 1 1 0 0,0 0 0 0 0,0 0-1 0 0,1 0 1 0 0,-1 0 0 0 0,0 0-1 0 0,0-1 1 0 0,0 1-1 0 0,0 0 1 0 0,0 0 0 0 0,0 0-1 0 0,1 0 1 0 0,-82 18 276 0 0,81-18-307 0 0,-1 0 1 0 0,1 0-1 0 0,0 1 1 0 0,-1-1-1 0 0,1 0 1 0 0,-1 0-1 0 0,1 1 1 0 0,0-1-1 0 0,-1 0 1 0 0,1 1 0 0 0,0-1-1 0 0,0 0 1 0 0,-1 1-1 0 0,1-1 1 0 0,0 0-1 0 0,0 1 1 0 0,-1-1-1 0 0,1 1 1 0 0,0-1-1 0 0,0 1 1 0 0,0-1-1 0 0,0 0 1 0 0,0 1-1 0 0,0-1 1 0 0,0 1-1 0 0,0-1 1 0 0,0 1-1 0 0,-4 9 12 0 0,-18 10 29 0 0,19-19-37 0 0,1 1 1 0 0,0-1-1 0 0,-1 1 1 0 0,1 0-1 0 0,0 0 1 0 0,0 0-1 0 0,0 0 0 0 0,0 1 1 0 0,1-1-1 0 0,-1 0 1 0 0,1 1-1 0 0,-1-1 0 0 0,1 1 1 0 0,0 0-1 0 0,0-1 1 0 0,0 1-1 0 0,0 0 1 0 0,0 0-1 0 0,1 0 0 0 0,-1-1 1 0 0,1 1-1 0 0,0 0 1 0 0,0 4-1 0 0,0-6-4 0 0,0 0 0 0 0,0 1 1 0 0,-1-1-1 0 0,1 1 0 0 0,0-1 0 0 0,0 1 0 0 0,-1-1 0 0 0,1 0 0 0 0,-1 1 1 0 0,1-1-1 0 0,-1 0 0 0 0,0 1 0 0 0,1-1 0 0 0,-1 0 0 0 0,0 0 1 0 0,0 0-1 0 0,0 0 0 0 0,0 0 0 0 0,0 0 0 0 0,0 0 0 0 0,-2 2 0 0 0,1-2 0 0 0,1-1-1 0 0,0 1 0 0 0,0 0 0 0 0,0 0 1 0 0,0 0-1 0 0,0 0 0 0 0,0 0 0 0 0,0 1 1 0 0,1-1-1 0 0,-1 0 0 0 0,0 0 0 0 0,1 0 1 0 0,-1 1-1 0 0,1-1 0 0 0,-1 0 0 0 0,1 1 1 0 0,-1-1-1 0 0,1 1 0 0 0,0-1 0 0 0,0 0 1 0 0,0 3-1 0 0,0 138-79 0 0,0-139 76 0 0,-1-1 0 0 0,1 0 0 0 0,0 1 0 0 0,-1-1 0 0 0,1 0 0 0 0,-1 0 0 0 0,0 1 0 0 0,0-1 0 0 0,0 0 0 0 0,0 0 0 0 0,0 0 0 0 0,0 0 0 0 0,0 0 0 0 0,-1 0 0 0 0,-1 2 0 0 0,1-2 5 0 0,0 0 0 0 0,1 0-1 0 0,0 0 1 0 0,-1 0 0 0 0,1 0-1 0 0,0 0 1 0 0,0 0-1 0 0,0 0 1 0 0,0 0 0 0 0,1 1-1 0 0,-1-1 1 0 0,0 0 0 0 0,1 1-1 0 0,0-1 1 0 0,-1 4-1 0 0,1 84 80 0 0,0-89-77 0 0,0 1 0 0 0,0 0 1 0 0,0-1-1 0 0,0 1 0 0 0,-1-1 0 0 0,1 1 0 0 0,-1-1 0 0 0,1 0 0 0 0,-1 1 0 0 0,0-1 0 0 0,1 1 0 0 0,-1-1 0 0 0,0 0 0 0 0,0 1 0 0 0,0-1 0 0 0,0 0 0 0 0,0 0 0 0 0,0 0 0 0 0,0 0 0 0 0,-3 2 0 0 0,-5 5-13 0 0,9-7 9 0 0,-1-1-1 0 0,1 1 1 0 0,0-1 0 0 0,0 0 0 0 0,-1 1-1 0 0,1-1 1 0 0,0 1 0 0 0,-1-1 0 0 0,1 1-1 0 0,0-1 1 0 0,0 1 0 0 0,0-1 0 0 0,0 1 0 0 0,0 0-1 0 0,0-1 1 0 0,0 1 0 0 0,0-1 0 0 0,0 1-1 0 0,0-1 1 0 0,0 1 0 0 0,0-1 0 0 0,0 1-1 0 0,0 0 1 0 0,0-1 0 0 0,0 1 0 0 0,0-1 0 0 0,1 1-1 0 0,-1-1 1 0 0,0 1 0 0 0,0-1 0 0 0,1 1-1 0 0,-1-1 1 0 0,0 0 0 0 0,1 1 0 0 0,-1-1-1 0 0,1 1 1 0 0,-1-1 0 0 0,0 0 0 0 0,1 1 0 0 0,-1-1-1 0 0,1 0 1 0 0,-1 0 0 0 0,1 1 0 0 0,-1-1-1 0 0,1 0 1 0 0,-1 0 0 0 0,1 0 0 0 0,-1 1-1 0 0,1-1 1 0 0,-1 0 0 0 0,1 0 0 0 0,0 0-1 0 0,0 0 2 0 0,0 0 0 0 0,0 1 0 0 0,0-1 0 0 0,0 0 0 0 0,0 1 0 0 0,-1-1 0 0 0,1 1 0 0 0,0-1 0 0 0,0 1 0 0 0,-1 0 0 0 0,1-1 0 0 0,0 1 0 0 0,-1 0 0 0 0,1-1 0 0 0,0 1 0 0 0,-1 0-1 0 0,1 0 1 0 0,-1-1 0 0 0,1 1 0 0 0,-1 0 0 0 0,0 0 0 0 0,1 0 0 0 0,-1 1 0 0 0,0 0 0 0 0,0-1 1 0 0,-1 1-1 0 0,1-1 1 0 0,0 1-1 0 0,0-1 0 0 0,0 1 1 0 0,0-1-1 0 0,0 1 1 0 0,0-1-1 0 0,1 0 0 0 0,-1 1 1 0 0,0-1-1 0 0,1 1 1 0 0,-1-1-1 0 0,1 0 0 0 0,-1 1 1 0 0,1-1-1 0 0,0 0 1 0 0,0 1-1 0 0,-1-1 0 0 0,1 0 1 0 0,0 0-1 0 0,0 0 1 0 0,0 0-1 0 0,0 0 0 0 0,1 0 1 0 0,1 2-1 0 0,8 5-78 0 0,-10-5 79 0 0,0 0 0 0 0,1 1-1 0 0,-1-1 1 0 0,0 1 0 0 0,-1-1-1 0 0,1 1 1 0 0,0-1-1 0 0,-1 1 1 0 0,0 0 0 0 0,0-1-1 0 0,0 1 1 0 0,0-1 0 0 0,-1 1-1 0 0,0 3 1 0 0,0 10-11 0 0,0-16 13 0 0,1 0-1 0 0,0 0 0 0 0,0 0 0 0 0,0 0 1 0 0,1 0-1 0 0,-1 0 0 0 0,0-1 0 0 0,0 1 1 0 0,0 0-1 0 0,1 0 0 0 0,-1 0 1 0 0,0 0-1 0 0,1 0 0 0 0,-1-1 0 0 0,0 1 1 0 0,1 0-1 0 0,0 0 0 0 0,-1-1 0 0 0,1 1 1 0 0,-1 0-1 0 0,1-1 0 0 0,0 1 0 0 0,-1 0 1 0 0,1-1-1 0 0,0 1 0 0 0,0-1 0 0 0,-1 1 1 0 0,1-1-1 0 0,0 0 0 0 0,0 1 0 0 0,0-1 1 0 0,0 0-1 0 0,0 1 0 0 0,1-1 1 0 0,5 2-16 0 0,-7-1 13 0 0,0-1 0 0 0,1 0 1 0 0,-1 0-1 0 0,0 0 0 0 0,1 1 0 0 0,-1-1 0 0 0,0 0 0 0 0,1 1 1 0 0,-1-1-1 0 0,0 0 0 0 0,0 0 0 0 0,0 1 0 0 0,1-1 0 0 0,-1 0 1 0 0,0 1-1 0 0,0-1 0 0 0,0 0 0 0 0,0 1 0 0 0,1-1 0 0 0,-1 1 1 0 0,0-1-1 0 0,0 0 0 0 0,0 1 0 0 0,0-1 0 0 0,0 1 1 0 0,0-1-1 0 0,0 0 0 0 0,0 1 0 0 0,0-1 0 0 0,0 0 0 0 0,-1 2 1 0 0,1-2-3 0 0,0 0 0 0 0,0 0 0 0 0,0 1 1 0 0,0-1-1 0 0,0 0 0 0 0,0 1 1 0 0,0-1-1 0 0,0 0 0 0 0,0 0 0 0 0,0 1 1 0 0,0-1-1 0 0,0 0 0 0 0,0 1 0 0 0,0-1 1 0 0,0 0-1 0 0,0 0 0 0 0,0 1 1 0 0,0-1-1 0 0,0 0 0 0 0,1 0 0 0 0,-1 1 1 0 0,0-1-1 0 0,0 0 0 0 0,0 0 1 0 0,0 1-1 0 0,1-1 0 0 0,-1 0 0 0 0,0 0 1 0 0,0 1-1 0 0,0-1 0 0 0,1 0 1 0 0,-1 0-1 0 0,0 0 0 0 0,0 0 0 0 0,1 0 1 0 0,-1 1-1 0 0,0-1 0 0 0,1 0 1 0 0,-1 0-1 0 0,0 0 0 0 0,1 0 0 0 0,30 9-12 0 0,-29-8 14 0 0,-1-1 0 0 0,0 1 0 0 0,1-1 0 0 0,-1 1 0 0 0,0-1 0 0 0,1 1 0 0 0,-1 0 0 0 0,0-1 1 0 0,0 1-1 0 0,0 0 0 0 0,0 0 0 0 0,1 0 0 0 0,-1 0 0 0 0,0 0 0 0 0,-1 0 0 0 0,1 0 0 0 0,0 0 0 0 0,0 0 0 0 0,0 1 0 0 0,0 1 0 0 0,0-2 3 0 0,0 0-1 0 0,-1 0 1 0 0,1 0-1 0 0,0 0 1 0 0,0 0-1 0 0,0 0 1 0 0,0 0-1 0 0,0 0 1 0 0,0-1-1 0 0,1 1 1 0 0,-1 0-1 0 0,0-1 1 0 0,0 1-1 0 0,0 0 1 0 0,1-1 0 0 0,-1 0-1 0 0,0 1 1 0 0,1-1-1 0 0,-1 0 1 0 0,0 0-1 0 0,1 1 1 0 0,-1-1-1 0 0,0 0 1 0 0,1-1-1 0 0,1 1 1 0 0,-2 0-3 0 0,0 0 1 0 0,1 0 0 0 0,-1 0-1 0 0,0 0 1 0 0,0 0-1 0 0,1 0 1 0 0,-1 0-1 0 0,0 0 1 0 0,0 1 0 0 0,1-1-1 0 0,-1 0 1 0 0,0 1-1 0 0,0-1 1 0 0,0 1-1 0 0,0 0 1 0 0,0-1 0 0 0,0 1-1 0 0,0 0 1 0 0,0-1-1 0 0,0 1 1 0 0,0 0-1 0 0,0 0 1 0 0,0 0 0 0 0,1 1-1 0 0,-2-1-1 0 0,1 0 0 0 0,-1-1 0 0 0,1 1 1 0 0,-1 0-1 0 0,1-1 0 0 0,0 1 0 0 0,-1-1 0 0 0,1 1 0 0 0,0 0 0 0 0,0-1 0 0 0,-1 0 0 0 0,1 1 1 0 0,0-1-1 0 0,0 1 0 0 0,0-1 0 0 0,0 0 0 0 0,0 0 0 0 0,0 1 0 0 0,-1-1 0 0 0,1 0 0 0 0,0 0 1 0 0,0 0-1 0 0,0 0 0 0 0,0 0 0 0 0,0 0 0 0 0,0 0 0 0 0,0-1 0 0 0,0 1 0 0 0,-1 0 0 0 0,3-1 1 0 0,36-6-53 0 0,-12 4 53 0 0,-21 2 0 0 0,1 1 0 0 0,-1-1 0 0 0,0 0 0 0 0,0 0 0 0 0,0 0 0 0 0,10-5 0 0 0,97-52 76 0 0,-45 26-72 0 0,-64 30 2 0 0,0-1 1 0 0,0 0-1 0 0,-1 1 1 0 0,1-2-1 0 0,-1 1 0 0 0,1 0 1 0 0,4-7-1 0 0,18-16 36 0 0,-12 14-10 0 0,0-1 1 0 0,-1 0-1 0 0,0-1 0 0 0,18-28 0 0 0,-16 23 41 0 0,-13 17-68 0 0,0 0 0 0 0,0 0 0 0 0,0 0 0 0 0,-1-1-1 0 0,1 1 1 0 0,-1 0 0 0 0,1-1 0 0 0,-1 1 0 0 0,0-1-1 0 0,0 0 1 0 0,0 1 0 0 0,0-1 0 0 0,-1 0-1 0 0,1 0 1 0 0,-1 1 0 0 0,1-1 0 0 0,-1-5 0 0 0,0-23 30 0 0,1 20-27 0 0,0-1 0 0 0,-1 1 0 0 0,0-1 0 0 0,-1 0 0 0 0,-1 1 0 0 0,1-1 0 0 0,-2 1 0 0 0,0 0 0 0 0,0 0 0 0 0,-1 0 0 0 0,0 0 0 0 0,-1 1-1 0 0,-7-12 1 0 0,-2 2-1 0 0,-1 1 0 0 0,-1 1-1 0 0,0 0 1 0 0,-2 1 0 0 0,0 1 0 0 0,0 1-1 0 0,-34-21 1 0 0,25 20-43 0 0,-1 0 1 0 0,-1 2-1 0 0,0 1 0 0 0,-1 2 1 0 0,-36-10-1 0 0,60 19-95 0 0,1 0-1 0 0,-1 0 1 0 0,0 1-1 0 0,0 0 1 0 0,-1 0-1 0 0,1 1 1 0 0,0-1-1 0 0,0 1 1 0 0,0 0-1 0 0,0 1 1 0 0,0 0-1 0 0,0 0 1 0 0,0 0-1 0 0,0 1 1 0 0,0-1-1 0 0,0 1 1 0 0,0 1-1 0 0,1-1 1 0 0,-1 1-1 0 0,1 0 1 0 0,0 0 0 0 0,0 1-1 0 0,0 0 1 0 0,0 0-1 0 0,1 0 1 0 0,-1 0-1 0 0,-3 5 1 0 0,-47 39-4351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26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18 560 0 0,'55'0'2988'0'0,"-50"0"-1214"0"0,-5 0-1763 0 0,0 0 0 0 0,0 0 0 0 0,0 1 0 0 0,0-1 0 0 0,-1 0 0 0 0,1 0 0 0 0,0 0 0 0 0,0 0 0 0 0,0 0 0 0 0,0 1 0 0 0,0-1 0 0 0,0 0 0 0 0,0 0 0 0 0,0 0 0 0 0,0 0 0 0 0,0 1 0 0 0,0-1 0 0 0,0 0-1 0 0,0 0 1 0 0,0 0 0 0 0,0 1 0 0 0,0-1 0 0 0,0 0 0 0 0,0 0 0 0 0,0 0 0 0 0,0 0 0 0 0,0 1 0 0 0,0-1 0 0 0,0 0 0 0 0,0 0 0 0 0,0 0 0 0 0,1 0 0 0 0,-1 0 0 0 0,0 1 0 0 0,0-1 0 0 0,0 0 0 0 0,0 0 0 0 0,0 0 0 0 0,0 0-1 0 0,1 0 1 0 0,-1 0 0 0 0,0 1 0 0 0,0-1 0 0 0,0 0 0 0 0,0 0 0 0 0,0 0 0 0 0,1 0 0 0 0,-1 0 0 0 0,0 0 0 0 0,0 0 0 0 0,0 0 0 0 0,0 0 0 0 0,1 0 0 0 0,-1 0 0 0 0,0 0 0 0 0,0 0 0 0 0,0 0 0 0 0,1 0 0 0 0,-1 0-1 0 0,0 0 1 0 0,0 0 0 0 0,0 0 0 0 0,0 0 0 0 0,1 0 0 0 0,-1 0 0 0 0,0-1 0 0 0,20 3 69 0 0,-15-2-133 0 0,0 0-27 0 0,81 6-147 0 0,-31-1 614 0 0,-50-5-134 0 0,-5 0-199 0 0,1 0 0 0 0,-1-1 0 0 0,0 1 0 0 0,0 0 0 0 0,0-1 0 0 0,0 1 0 0 0,0-1 0 0 0,0 1 0 0 0,0 0 0 0 0,1-1 0 0 0,-1 1 0 0 0,0 0 0 0 0,0-1 0 0 0,0 1 0 0 0,-1-1 0 0 0,1 1 0 0 0,0 0 0 0 0,0-1 0 0 0,0 1 0 0 0,0 0 0 0 0,0-1 0 0 0,0 1 0 0 0,0 0 0 0 0,-1-1 0 0 0,1 1 0 0 0,0 0 1 0 0,0-1-1 0 0,-1 1 0 0 0,1 0 0 0 0,0 0 0 0 0,0-1 0 0 0,-1 1 0 0 0,1 0 0 0 0,0 0 0 0 0,0-1 0 0 0,-1 1 0 0 0,1 0 0 0 0,0 0 0 0 0,-1 0 0 0 0,0-1 0 0 0,-43-7 266 0 0,0 1 0 0 0,0 2 0 0 0,-60 2 0 0 0,89 2-272 0 0,-42 10 192 0 0,38-6-194 0 0,10-1-24 0 0,0 1-1 0 0,0 0 1 0 0,0 1 0 0 0,1-1 0 0 0,-10 7 0 0 0,-10 4 7 0 0,25-13-29 0 0,0 1 0 0 0,0-1-1 0 0,0 1 1 0 0,1 0 0 0 0,-1 0 0 0 0,1 0 0 0 0,0 0 0 0 0,-1 1 0 0 0,-1 2 0 0 0,2-3 1 0 0,0 1 1 0 0,-1-1-1 0 0,1 1 1 0 0,-1-1 0 0 0,1 0-1 0 0,-1 0 1 0 0,0 0 0 0 0,-5 2-1 0 0,-81 54 66 0 0,84-57-67 0 0,4 0 0 0 0,0-1 0 0 0,-1 0 0 0 0,1 1 0 0 0,0-1 0 0 0,0 1 0 0 0,-1-1 0 0 0,1 1 0 0 0,0 0 0 0 0,0 0 0 0 0,0-1 0 0 0,0 1 0 0 0,0 0 0 0 0,0 0 0 0 0,0 0 0 0 0,0 0 0 0 0,0 0 0 0 0,0 0 0 0 0,0 0 0 0 0,1 0 0 0 0,-1 1 0 0 0,0-1 0 0 0,1 0 0 0 0,-1 0 0 0 0,1 1 0 0 0,0-1 0 0 0,-1 0 0 0 0,1 1 0 0 0,0-1 0 0 0,0 0 0 0 0,0 3 0 0 0,-1-2 0 0 0,1 0 0 0 0,0 0 0 0 0,0 0 0 0 0,0-1 0 0 0,-1 1 0 0 0,1 0 0 0 0,-1 0 0 0 0,0-1 0 0 0,1 1 0 0 0,-1 0 0 0 0,0-1 0 0 0,0 1 0 0 0,0 0 0 0 0,0-1 0 0 0,0 1 0 0 0,0-1 0 0 0,-1 0 0 0 0,1 1 0 0 0,-2 0 0 0 0,-6 7 0 0 0,-5 7 0 0 0,12-15 0 0 0,0 1 0 0 0,1-1 0 0 0,-1 0 0 0 0,1 1 0 0 0,-1 0 0 0 0,1-1 0 0 0,0 1 0 0 0,0 0 0 0 0,-1-1 0 0 0,1 1 0 0 0,0 0 0 0 0,1 0 0 0 0,-1 0 0 0 0,0 0 0 0 0,1 0 0 0 0,-1 0 0 0 0,0 3 0 0 0,1-3 2 0 0,0 0 0 0 0,0-1 1 0 0,0 1-1 0 0,-1-1 0 0 0,1 1 1 0 0,0-1-1 0 0,-1 1 0 0 0,0-1 1 0 0,1 1-1 0 0,-1-1 0 0 0,0 0 1 0 0,1 1-1 0 0,-1-1 0 0 0,0 0 1 0 0,0 1-1 0 0,0-1 0 0 0,0 0 0 0 0,0 0 1 0 0,-2 1-1 0 0,2-1 0 0 0,-1 1 1 0 0,1-1-1 0 0,0 0 1 0 0,-1 1-1 0 0,1-1 0 0 0,0 1 1 0 0,0-1-1 0 0,0 1 0 0 0,0-1 1 0 0,1 1-1 0 0,-1 0 0 0 0,0-1 1 0 0,1 1-1 0 0,-1 0 0 0 0,1 0 1 0 0,-1 0-1 0 0,1-1 0 0 0,0 1 1 0 0,0 3-1 0 0,0-4 3 0 0,0 0 1 0 0,0 0-1 0 0,0 0 0 0 0,0 0 1 0 0,0 0-1 0 0,-1 0 0 0 0,1 0 0 0 0,0 0 1 0 0,0 0-1 0 0,-1 0 0 0 0,1 0 0 0 0,-1-1 1 0 0,1 1-1 0 0,-1 0 0 0 0,1 0 1 0 0,-1 0-1 0 0,0 0 0 0 0,1-1 0 0 0,-1 1 1 0 0,0 0-1 0 0,1-1 0 0 0,-1 1 0 0 0,0 0 1 0 0,0-1-1 0 0,0 1 0 0 0,0-1 1 0 0,0 0-1 0 0,0 1 0 0 0,1-1 0 0 0,-1 1 1 0 0,0-1-1 0 0,-2 0 0 0 0,-2 2 21 0 0,4-1-25 0 0,1-1 0 0 0,-1 1 0 0 0,1-1 0 0 0,-1 1 0 0 0,1-1 0 0 0,-1 1 0 0 0,1-1 0 0 0,0 1-1 0 0,-1-1 1 0 0,1 1 0 0 0,0 0 0 0 0,-1-1 0 0 0,1 1 0 0 0,0 0 0 0 0,0-1 0 0 0,-1 1 0 0 0,1 0 0 0 0,0-1 0 0 0,0 1-1 0 0,0 0 1 0 0,0-1 0 0 0,0 1 0 0 0,0 0 0 0 0,0-1 0 0 0,0 1 0 0 0,0 0 0 0 0,1 0 0 0 0,-1 1-6 0 0,0-1 1 0 0,0 0 0 0 0,0 1-1 0 0,0-1 1 0 0,0 0 0 0 0,0 1-1 0 0,0-1 1 0 0,0 0-1 0 0,-1 1 1 0 0,1-1 0 0 0,-1 0-1 0 0,1 0 1 0 0,-1 1 0 0 0,0 1-1 0 0,-2-1 4 0 0,1 1-1 0 0,0 0 1 0 0,0-1-1 0 0,0 1 1 0 0,1 0-1 0 0,-1 0 1 0 0,1 0-1 0 0,-1 1 1 0 0,1-1-1 0 0,-1 5 1 0 0,2-6 1 0 0,0 0 0 0 0,0-1 0 0 0,1 1 0 0 0,-1 0 0 0 0,0 0 0 0 0,1-1 1 0 0,0 1-1 0 0,-1 0 0 0 0,1-1 0 0 0,0 1 0 0 0,0 0 0 0 0,0-1 1 0 0,0 1-1 0 0,0-1 0 0 0,0 0 0 0 0,0 1 0 0 0,0-1 0 0 0,1 0 0 0 0,-1 1 1 0 0,0-1-1 0 0,3 1 0 0 0,-4-2 1 0 0,1 1 1 0 0,-1-1-1 0 0,1 0 0 0 0,-1 1 0 0 0,0-1 1 0 0,1 0-1 0 0,-1 1 0 0 0,1-1 1 0 0,-1 1-1 0 0,0-1 0 0 0,0 1 1 0 0,1-1-1 0 0,-1 1 0 0 0,0-1 1 0 0,0 1-1 0 0,1-1 0 0 0,-1 1 1 0 0,0-1-1 0 0,0 1 0 0 0,0 0 1 0 0,0-1-1 0 0,0 1 0 0 0,0-1 0 0 0,0 1 1 0 0,0-1-1 0 0,0 1 0 0 0,0 0 1 0 0,0-1-1 0 0,-1 1 0 0 0,1 0 1 0 0,0-1 0 0 0,0 0-1 0 0,0 1 1 0 0,0-1-1 0 0,0 0 1 0 0,0 1-1 0 0,0-1 1 0 0,0 1 0 0 0,0-1-1 0 0,0 0 1 0 0,0 1-1 0 0,0-1 1 0 0,0 0 0 0 0,0 1-1 0 0,0-1 1 0 0,0 0-1 0 0,0 1 1 0 0,0-1-1 0 0,1 1 1 0 0,-1-1 0 0 0,0 0-1 0 0,0 0 1 0 0,0 1-1 0 0,1-1 1 0 0,-1 0 0 0 0,0 1-1 0 0,0-1 1 0 0,1 0-1 0 0,-1 0 1 0 0,0 1 0 0 0,1-1-1 0 0,-1 0 1 0 0,1 0-1 0 0,6 3 22 0 0,-7-3-21 0 0,1 0-1 0 0,0 0 1 0 0,0 1-1 0 0,0-1 1 0 0,0 0-1 0 0,-1 0 1 0 0,1 1-1 0 0,0-1 1 0 0,0 0-1 0 0,0 1 1 0 0,-1-1-1 0 0,1 1 1 0 0,0-1-1 0 0,-1 1 1 0 0,1 0-1 0 0,0-1 1 0 0,-1 1-1 0 0,1-1 1 0 0,-1 1-1 0 0,1 0 1 0 0,-1 0-1 0 0,1-1 1 0 0,-1 1-1 0 0,1 0 1 0 0,-1 0-1 0 0,0-1 1 0 0,0 1-1 0 0,1 2 1 0 0,-1-3-3 0 0,0 1 1 0 0,0 0-1 0 0,0-1 1 0 0,1 1-1 0 0,-1 0 1 0 0,0-1-1 0 0,0 1 1 0 0,0-1-1 0 0,1 1 1 0 0,-1 0-1 0 0,0-1 1 0 0,1 1-1 0 0,-1-1 1 0 0,1 1-1 0 0,-1-1 1 0 0,1 1-1 0 0,-1-1 1 0 0,0 1-1 0 0,1-1 1 0 0,0 0-1 0 0,-1 1 1 0 0,1-1-1 0 0,-1 0 1 0 0,1 1-1 0 0,-1-1 1 0 0,1 0-1 0 0,0 0 1 0 0,-1 1-1 0 0,1-1 1 0 0,0 0-1 0 0,-1 0 1 0 0,1 0-1 0 0,0 0 1 0 0,0 0 0 0 0,0 0 0 0 0,-1 0 0 0 0,1 0 0 0 0,0 0 0 0 0,-1 0 1 0 0,1 0-1 0 0,-1 1 0 0 0,1-1 0 0 0,0 0 0 0 0,-1 0 0 0 0,1 1 0 0 0,-1-1 0 0 0,1 0 1 0 0,-1 1-1 0 0,1-1 0 0 0,-1 0 0 0 0,1 1 0 0 0,-1-1 0 0 0,1 1 0 0 0,-1-1 0 0 0,0 1 0 0 0,1-1 1 0 0,-1 1-1 0 0,0-1 0 0 0,1 1 0 0 0,-1-1 0 0 0,0 1 0 0 0,0-1 0 0 0,1 1 0 0 0,-1 0 0 0 0,0-1 1 0 0,0 2-1 0 0,1-1 0 0 0,0 0 1 0 0,-1 0 0 0 0,1 0 0 0 0,0-1-1 0 0,0 1 1 0 0,0 0 0 0 0,0 0 0 0 0,0-1-1 0 0,0 1 1 0 0,0 0 0 0 0,0-1-1 0 0,0 1 1 0 0,0-1 0 0 0,0 1 0 0 0,0-1-1 0 0,0 0 1 0 0,0 1 0 0 0,1-1 0 0 0,1 0-1 0 0,0 1-1 0 0,17 7-9 0 0,0 0 1 0 0,1-2-1 0 0,0 0 1 0 0,0-1-1 0 0,0-2 1 0 0,36 3-1 0 0,21-2 6 0 0,-1-4-1 0 0,130-15 1 0 0,85-30-6 0 0,-246 34 12 0 0,-2-1 0 0 0,0-3 0 0 0,0-1 0 0 0,53-30 0 0 0,-88 42-2 0 0,-1 0 0 0 0,0 0 0 0 0,0-1 0 0 0,-1-1 0 0 0,1 1 0 0 0,-1-1 0 0 0,0 0 0 0 0,-1-1 0 0 0,12-13 0 0 0,-18 19 1 0 0,1 1-1 0 0,-1-1 1 0 0,1 0-1 0 0,-1 0 1 0 0,0 0 0 0 0,1 0-1 0 0,-1 1 1 0 0,0-1 0 0 0,0 0-1 0 0,1 0 1 0 0,-1 0 0 0 0,0 0-1 0 0,0 0 1 0 0,0 0-1 0 0,0 0 1 0 0,0 0 0 0 0,0 0-1 0 0,-1 0 1 0 0,1 1 0 0 0,0-1-1 0 0,0 0 1 0 0,-1 0 0 0 0,1 0-1 0 0,0 0 1 0 0,-1 0-1 0 0,1 1 1 0 0,-1-1 0 0 0,1 0-1 0 0,-2-1 1 0 0,-23-21 53 0 0,22 21-47 0 0,-55-44 76 0 0,16 12 29 0 0,-64-40 0 0 0,68 51-59 0 0,-1 1 1 0 0,-1 3-1 0 0,-79-27 0 0 0,69 30 83 0 0,20 6-1 0 0,-1 1-1 0 0,-39-5 1 0 0,64 12-169 0 0,-1 1 0 0 0,1 1 0 0 0,-1-1 0 0 0,1 1 0 0 0,0 1-1 0 0,-1-1 1 0 0,1 1 0 0 0,-1 0 0 0 0,1 0 0 0 0,0 1 0 0 0,-1 0 0 0 0,1 0 0 0 0,0 0 0 0 0,0 1-1 0 0,1 0 1 0 0,-11 7 0 0 0,16-10 15 0 0,-1 0 0 0 0,1 0 0 0 0,0 1-1 0 0,0-1 1 0 0,-1 0 0 0 0,1 0 0 0 0,0 1-1 0 0,0-1 1 0 0,-1 0 0 0 0,1 1 0 0 0,0-1-1 0 0,0 0 1 0 0,0 1 0 0 0,0-1 0 0 0,-1 0-1 0 0,1 1 1 0 0,0-1 0 0 0,0 1 0 0 0,0-1 0 0 0,0 0-1 0 0,0 1 1 0 0,0-1 0 0 0,0 0 0 0 0,0 1-1 0 0,0-1 1 0 0,0 1 0 0 0,0-1 0 0 0,1 0-1 0 0,-1 1 1 0 0,0-1 0 0 0,0 0 0 0 0,0 1-1 0 0,0-1 1 0 0,0 0 0 0 0,1 1 0 0 0,-1-1 0 0 0,0 0-1 0 0,0 1 1 0 0,1-1 0 0 0,-1 0 0 0 0,0 0-1 0 0,1 1 1 0 0,19 22-1995 0 0,-15-4-1628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2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1761 0 0,'5'1'450'0'0,"-4"-1"-316"0"0,1 0-1 0 0,-1 0 1 0 0,1 0-1 0 0,-1 1 1 0 0,0-1-1 0 0,1 0 1 0 0,-1 1 0 0 0,0-1-1 0 0,1 1 1 0 0,-1-1-1 0 0,0 1 1 0 0,0 0-1 0 0,1-1 1 0 0,-1 1 0 0 0,0 0-1 0 0,0 0 1 0 0,0 0-1 0 0,1 2 3082 0 0,20-2-2440 0 0,-19-2-643 0 0,2 1 722 0 0,-10 0-520 0 0,-17 2-35 0 0,2-1 142 0 0,32-10-221 0 0,-2-4-233 0 0,-4 12-2 0 0,-5 1 14 0 0,0 0-1 0 0,-1 0 1 0 0,1 0-1 0 0,0 0 1 0 0,0-1-1 0 0,0 1 1 0 0,-1 0-1 0 0,1 0 1 0 0,0-1-1 0 0,0 1 1 0 0,-1 0-1 0 0,1-1 1 0 0,0 1-1 0 0,0-1 1 0 0,-1 1-1 0 0,1-1 1 0 0,-1 1-1 0 0,1-1 1 0 0,0 1-1 0 0,-1-1 1 0 0,1 0-1 0 0,-1 1 1 0 0,1-1-1 0 0,-1 0 1 0 0,0 1-1 0 0,1-1 1 0 0,-1 0-1 0 0,0 0 1 0 0,1 0-1 0 0,-1 1 1 0 0,0-1-1 0 0,0 0 1 0 0,0 0-1 0 0,0-1 1 0 0,0 1-1 0 0,0-1 1 0 0,1 1-1 0 0,-1 0 0 0 0,0-1 1 0 0,0 1-1 0 0,0 0 0 0 0,1 0 0 0 0,-1-1 1 0 0,1 1-1 0 0,-1 0 0 0 0,1 0 1 0 0,-1 0-1 0 0,1 0 0 0 0,0-1 1 0 0,0 1-1 0 0,-1 0 0 0 0,1 0 1 0 0,0 0-1 0 0,0 0 0 0 0,0 1 1 0 0,0-1-1 0 0,2-1 0 0 0,-2 1 0 0 0,0 0 1 0 0,1 0-1 0 0,-1 0 0 0 0,0 0 0 0 0,0 0 0 0 0,0 0 1 0 0,0 0-1 0 0,-1 0 0 0 0,1 0 0 0 0,0 0 0 0 0,0-1 1 0 0,-1 1-1 0 0,1 0 0 0 0,0-1 0 0 0,-1 1 0 0 0,0 0 1 0 0,1-1-1 0 0,-1 1 0 0 0,0-1 0 0 0,1 1 1 0 0,-1 0-1 0 0,0-4 0 0 0,-1 3 5 0 0,1-1 1 0 0,0 1-1 0 0,0 0 1 0 0,0-1-1 0 0,0 1 1 0 0,1-1-1 0 0,-1 1 1 0 0,1-1-1 0 0,-1 1 1 0 0,1 0-1 0 0,0-1 1 0 0,0 1-1 0 0,0 0 1 0 0,0 0-1 0 0,0-1 1 0 0,1 1 0 0 0,-1 0-1 0 0,1 0 1 0 0,-1 0-1 0 0,1 1 1 0 0,2-3-1 0 0,2-2 0 0 0,0-19-4 0 0,-6 24 1 0 0,0 0 1 0 0,0 0 0 0 0,1 0-1 0 0,-1 0 1 0 0,0 0-1 0 0,0 0 1 0 0,0 0-1 0 0,0 0 1 0 0,0 0 0 0 0,0 0-1 0 0,-1 0 1 0 0,1 1-1 0 0,0-1 1 0 0,0 0-1 0 0,-1 0 1 0 0,1 0 0 0 0,0 0-1 0 0,-1 0 1 0 0,1 0-1 0 0,-1 1 1 0 0,1-1 0 0 0,-1 0-1 0 0,0 0 1 0 0,0 0-1 0 0,-19 0 67 0 0,15 1 93 0 0,5 50 104 0 0,0-8-201 0 0,0-34-136 0 0,0-13-88 0 0,1 2 161 0 0,0-1-1 0 0,1 1 0 0 0,-1-1 1 0 0,1 1-1 0 0,0 0 0 0 0,0 0 0 0 0,1 0 1 0 0,-1 0-1 0 0,0 0 0 0 0,1 0 1 0 0,0 1-1 0 0,0-1 0 0 0,0 1 0 0 0,0-1 1 0 0,6-2-1 0 0,9-10 12 0 0,24-28 87 0 0,-24 24-49 0 0,0 1 0 0 0,1 1 0 0 0,35-24 0 0 0,1 2 44 0 0,-52 43 494 0 0,-7 10-376 0 0,-14 25-215 0 0,12-28 91 0 0,3-4-65 0 0,-15 31 27 0 0,-16 50 0 0 0,33-83-39 0 0,0-1 0 0 0,1 1 0 0 0,-1-1 0 0 0,1 1 0 0 0,0 0 0 0 0,0-1 0 0 0,1 1-1 0 0,-1-1 1 0 0,1 1 0 0 0,0-1 0 0 0,1 1 0 0 0,-1-1 0 0 0,1 0 0 0 0,-1 1 0 0 0,4 3 0 0 0,-3-3-28 0 0,0 1 0 0 0,1-1-1 0 0,-2 0 1 0 0,1 1 0 0 0,-1 0 0 0 0,0-1-1 0 0,1 10 1 0 0,-2-11-50 0 0,0-1 0 0 0,0 0 0 0 0,1 1 1 0 0,-1-1-1 0 0,1 0 0 0 0,0 1 0 0 0,0-1 0 0 0,0 0 0 0 0,1 0 0 0 0,-1 0 1 0 0,1 0-1 0 0,-1 0 0 0 0,1 0 0 0 0,0 0 0 0 0,0 0 0 0 0,0-1 0 0 0,1 1 0 0 0,-1-1 1 0 0,0 0-1 0 0,1 1 0 0 0,0-1 0 0 0,-1 0 0 0 0,5 2 0 0 0,7 7-877 0 0,-4-4-1963 0 0,16-6-2068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2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51 1521 0 0,'-1'4'390'0'0,"0"-1"1"0"0,-1 1-1 0 0,0-1 1 0 0,1 1-1 0 0,-1-1 0 0 0,0 0 1 0 0,-1 1-1 0 0,1-1 1 0 0,-1 0-1 0 0,1-1 1 0 0,-1 1-1 0 0,0 0 1 0 0,0-1-1 0 0,-4 3 1 0 0,-46 34 1088 0 0,42-31-1205 0 0,2-1-1 0 0,-1 2 1 0 0,-13 14-1 0 0,-14 13 327 0 0,35-35-562 0 0,-14 10 60 0 0,15-11-96 0 0,1 0 1 0 0,0 0-1 0 0,-1 0 0 0 0,1 1 1 0 0,0-1-1 0 0,-1 0 0 0 0,1 0 1 0 0,0 1-1 0 0,0-1 0 0 0,-1 0 1 0 0,1 1-1 0 0,0-1 0 0 0,0 0 1 0 0,0 1-1 0 0,-1-1 0 0 0,1 0 1 0 0,0 1-1 0 0,0-1 0 0 0,0 0 1 0 0,0 1-1 0 0,0-1 0 0 0,0 1 0 0 0,0-1 1 0 0,0 0-1 0 0,0 1 0 0 0,0-1 1 0 0,0 0-1 0 0,0 1 0 0 0,0-1 1 0 0,0 1-1 0 0,0-1 0 0 0,0 0 1 0 0,0 1-1 0 0,0-1 0 0 0,1 0 1 0 0,-1 1-1 0 0,0-1 0 0 0,0 0 1 0 0,0 1-1 0 0,1-1 0 0 0,-1 0 1 0 0,0 1-1 0 0,0-1 0 0 0,1 0 1 0 0,53 55 157 0 0,-46-51-165 0 0,0 0 1 0 0,0 0 0 0 0,0-1 0 0 0,0 1 0 0 0,1-2 0 0 0,-1 1-1 0 0,1-1 1 0 0,-1-1 0 0 0,1 0 0 0 0,0 0 0 0 0,14 0-1 0 0,11-3-70 0 0,52-7-1 0 0,-59 5 51 0 0,-19 3-6 0 0,1-1-1 0 0,-1 0 1 0 0,0 0 0 0 0,0-1 0 0 0,0 0-1 0 0,0 0 1 0 0,-1-1 0 0 0,1 0 0 0 0,12-8 0 0 0,-18 10 22 0 0,1 0 1 0 0,-1 0-1 0 0,0 0 1 0 0,1 0 0 0 0,-1-1-1 0 0,0 1 1 0 0,0-1 0 0 0,0 1-1 0 0,-1-1 1 0 0,1 1-1 0 0,-1-1 1 0 0,1 0 0 0 0,-1 0-1 0 0,0 0 1 0 0,0 0-1 0 0,0 0 1 0 0,0 0 0 0 0,-1 0-1 0 0,1 0 1 0 0,-1 0 0 0 0,0 0-1 0 0,0-1 1 0 0,0 1-1 0 0,0 0 1 0 0,-1 0 0 0 0,1 0-1 0 0,-2-5 1 0 0,-18-46 8 0 0,18 46 11 0 0,0 0 0 0 0,0 1-1 0 0,-1-1 1 0 0,1 1 0 0 0,-1 0 0 0 0,-1 0 0 0 0,-7-12-1 0 0,5 13 8 0 0,-1 0 0 0 0,1 0-1 0 0,-1 0 1 0 0,-1 1-1 0 0,1 0 1 0 0,-1 0-1 0 0,-10-4 1 0 0,-37-18 35 0 0,54 29-483 0 0,0 0 0 0 0,0 0 0 0 0,0 0 0 0 0,0 1-1 0 0,1-1 1 0 0,-1 0 0 0 0,1 0 0 0 0,0 0 0 0 0,-1 0 0 0 0,1 1-1 0 0,0-1 1 0 0,0 0 0 0 0,1 0 0 0 0,-1 3 0 0 0,1-1-828 0 0,-1 14-1410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64 560 0 0,'-44'9'4704'0'0,"33"-5"-3965"0"0,6-3 315 0 0,4 0-918 0 0,0 0 1 0 0,0 0 0 0 0,0 0 0 0 0,0 0 0 0 0,0 0 0 0 0,0-1 0 0 0,-1 1 0 0 0,1 0-1 0 0,0-1 1 0 0,0 1 0 0 0,-1 0 0 0 0,1-1 0 0 0,0 0 0 0 0,0 1 0 0 0,-1-1 0 0 0,1 0-1 0 0,0 1 1 0 0,-1-1 0 0 0,1 0 0 0 0,-1 0 0 0 0,1 0 0 0 0,-3-1 0 0 0,4 1-130 0 0,0 0 1 0 0,0 0-1 0 0,0 0 1 0 0,0 0-1 0 0,0 0 1 0 0,-1 0 0 0 0,1 0-1 0 0,0 0 1 0 0,0 0-1 0 0,0 0 1 0 0,0 0-1 0 0,0 0 1 0 0,-1-1 0 0 0,1 1-1 0 0,0 0 1 0 0,0 0-1 0 0,0 0 1 0 0,0 0-1 0 0,-1 1 1 0 0,1-1 0 0 0,0 0-1 0 0,0 0 1 0 0,0 0-1 0 0,0 0 1 0 0,0 0-1 0 0,-1 0 1 0 0,1 0-1 0 0,0 0 1 0 0,0 0 0 0 0,0 0-1 0 0,0 0 1 0 0,0 0-1 0 0,-1 1 1 0 0,1-1-1 0 0,0 0 1 0 0,0 0 0 0 0,0 0-1 0 0,0 0 1 0 0,0 0-1 0 0,0 0 1 0 0,0 1-1 0 0,0-1 1 0 0,0 0 0 0 0,0 0-1 0 0,0 0 1 0 0,0 0-1 0 0,-1 0 1 0 0,1 1-1 0 0,0-1 1 0 0,0 0-1 0 0,0 0 1 0 0,0 0 0 0 0,0 0-1 0 0,0 1 1 0 0,0-1-1 0 0,0 0 1 0 0,1 0-1 0 0,-1 0 1 0 0,0 0 0 0 0,0 0-1 0 0,0 1 1 0 0,0-1-1 0 0,0 0 1 0 0,0 0-1 0 0,0 0 1 0 0,0 0 0 0 0,-4 1 41 0 0,-38-2 171 0 0,29-3-135 0 0,22-2-26 0 0,13-2-26 0 0,1 2-1 0 0,0 0 1 0 0,0 2-1 0 0,38-3 1 0 0,99 4-87 0 0,-96 4-402 0 0,-64-1 392 0 0,0 0-1 0 0,0 0 1 0 0,0 0-1 0 0,0-1 1 0 0,0 1-1 0 0,0 0 1 0 0,0 0-1 0 0,0 0 1 0 0,0 0-1 0 0,0 0 1 0 0,0 0-1 0 0,0 0 1 0 0,0-1-1 0 0,0 1 1 0 0,0 0-1 0 0,0 0 1 0 0,0 0-1 0 0,0 0 1 0 0,0 0-1 0 0,0 0 1 0 0,0 0-1 0 0,0 0 1 0 0,1 0-1 0 0,-1-1 1 0 0,0 1-1 0 0,0 0 1 0 0,0 0-1 0 0,0 0 1 0 0,0 0-1 0 0,0 0 1 0 0,0 0-1 0 0,0 0 1 0 0,0 0-1 0 0,0 0 1 0 0,0 0-1 0 0,1 0 1 0 0,-1 0-1 0 0,0 0 1 0 0,0 0-1 0 0,0 0 1 0 0,0 0-1 0 0,0 0 1 0 0,0 0-1 0 0,0 0 1 0 0,1 0-1 0 0,-24-9-1663 0 0,-103-29-3875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1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31 190 2241 0 0,'39'-41'2822'0'0,"-30"33"-2111"0"0,0-2 1 0 0,0 1 0 0 0,11-17 0 0 0,10-19 542 0 0,-29 45-1238 0 0,-1-1 0 0 0,1 0 0 0 0,-1 1-1 0 0,1-1 1 0 0,-1 0 0 0 0,1 0 0 0 0,-1 1 0 0 0,1-1-1 0 0,-1 0 1 0 0,0 0 0 0 0,1 0 0 0 0,-1 0 0 0 0,0 1-1 0 0,0-1 1 0 0,0 0 0 0 0,0 0 0 0 0,0 0-1 0 0,0 0 1 0 0,0-1 0 0 0,4-11 95 0 0,16 4-18 0 0,-15-1-39 0 0,0 9-94 0 0,-4 1 42 0 0,0 0 0 0 0,0 0 0 0 0,0 0 0 0 0,-1 0 0 0 0,1 0 0 0 0,0 0 0 0 0,0 0 0 0 0,0 0 0 0 0,-1 0 0 0 0,1 1 0 0 0,0-1 0 0 0,0 0 0 0 0,-1 0 0 0 0,1 1 0 0 0,0-1 0 0 0,0 1 0 0 0,-1-1 0 0 0,1 1 0 0 0,-1-1 0 0 0,1 1 0 0 0,0-1 0 0 0,-1 1 0 0 0,1-1 0 0 0,-1 1 0 0 0,1 0 0 0 0,-1-1 0 0 0,1 1 0 0 0,-1 0 0 0 0,0-1 0 0 0,1 1 0 0 0,-1 0 0 0 0,1 1 0 0 0,-18 25 256 0 0,7-14-182 0 0,-55 108 604 0 0,34-87-518 0 0,25-29-141 0 0,0 0-1 0 0,1 1 1 0 0,0 0 0 0 0,0 0-1 0 0,0 0 1 0 0,1 0-1 0 0,-1 1 1 0 0,-4 10-1 0 0,-1 26 47 0 0,0-20-37 0 0,8-19-27 0 0,0-1 1 0 0,0 1 0 0 0,0 0-1 0 0,1 0 1 0 0,-1-1 0 0 0,1 1-1 0 0,0 0 1 0 0,1 0 0 0 0,-2 8-1 0 0,2-11-24 0 0,0-1-1 0 0,0 1 0 0 0,0 0 0 0 0,0 0 1 0 0,0 0-1 0 0,0-1 0 0 0,0 1 0 0 0,0 0 1 0 0,0 0-1 0 0,0-1 0 0 0,1 1 0 0 0,-1 0 1 0 0,0 0-1 0 0,1-1 0 0 0,-1 1 0 0 0,0 0 1 0 0,1-1-1 0 0,-1 1 0 0 0,0 0 0 0 0,1-1 1 0 0,-1 1-1 0 0,1-1 0 0 0,0 1 0 0 0,-1-1 0 0 0,1 1 1 0 0,-1-1-1 0 0,1 1 0 0 0,0-1 0 0 0,-1 0 1 0 0,1 1-1 0 0,0-1 0 0 0,-1 0 0 0 0,1 1 1 0 0,0-1-1 0 0,0 0 0 0 0,-1 0 0 0 0,1 0 1 0 0,0 0-1 0 0,1 0 0 0 0,-2 0-37 0 0,1 0 0 0 0,0 0 0 0 0,-1 0 0 0 0,1 0 0 0 0,-1-1 0 0 0,1 1 0 0 0,-1 0 0 0 0,1-1 0 0 0,-1 1 0 0 0,1 0 0 0 0,-1-1 1 0 0,1 1-1 0 0,-1-1 0 0 0,0 1 0 0 0,1 0 0 0 0,-1-1 0 0 0,1 1 0 0 0,-1-1 0 0 0,0 1 0 0 0,0-1 0 0 0,1 1 0 0 0,-1-1 0 0 0,0 0 0 0 0,0 1 0 0 0,0-1 0 0 0,1 1 0 0 0,-1-1 0 0 0,0 1 0 0 0,0-1 0 0 0,0 0 0 0 0,0 1 0 0 0,0-1 0 0 0,0 1 0 0 0,0-1 0 0 0,0 0 0 0 0,-1 1 0 0 0,1-1 0 0 0,0 1 1 0 0,0-1-1 0 0,0 1 0 0 0,-1-1 0 0 0,1 1 0 0 0,0-1 0 0 0,0 1 0 0 0,-1-1 0 0 0,0 0 0 0 0,-24-34-4837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0 1361 0 0,'12'3'645'0'0,"0"0"1"0"0,0 0 0 0 0,-1 2-1 0 0,0-1 1 0 0,1 1-1 0 0,-1 1 1 0 0,-1 0 0 0 0,1 0-1 0 0,13 11 1 0 0,26 8 568 0 0,-35-15-736 0 0,-14-9-446 0 0,1-1-1 0 0,-1 1 1 0 0,0-1-1 0 0,0 1 0 0 0,0-1 1 0 0,0 1-1 0 0,0 0 1 0 0,0 0-1 0 0,0 0 0 0 0,0-1 1 0 0,0 1-1 0 0,0 0 0 0 0,0 0 1 0 0,-1 0-1 0 0,1 0 1 0 0,0 0-1 0 0,0 1 0 0 0,-1-1 1 0 0,1 0-1 0 0,-1 0 1 0 0,1 0-1 0 0,-1 2 0 0 0,0-2 156 0 0,-5-1 40 0 0,-90 1 400 0 0,28 1-483 0 0,-183 14 512 0 0,244-15-654 0 0,-14 5 11 0 0,-10 12-28 0 0,26-12-52 0 0,-1-2-13 0 0,3-4 70 0 0,1 1 6 0 0,0-1-1 0 0,-1 0 1 0 0,1 1 0 0 0,0-1 0 0 0,0 1-1 0 0,0 0 1 0 0,0-1 0 0 0,-1 1-1 0 0,1 0 1 0 0,0-1 0 0 0,0 1 0 0 0,0 0-1 0 0,1 0 1 0 0,-1 0 0 0 0,0 0 0 0 0,0 0-1 0 0,0 0 1 0 0,1 0 0 0 0,-1 0-1 0 0,0 0 1 0 0,1 1 0 0 0,-1-1 0 0 0,1 0-1 0 0,0 0 1 0 0,-1 1 0 0 0,1-1 0 0 0,0 0-1 0 0,0 0 1 0 0,0 1 0 0 0,-1-1-1 0 0,1 0 1 0 0,1 1 0 0 0,-1-1 0 0 0,0 1-1 0 0,0 0 3 0 0,0-1 0 0 0,0 1 0 0 0,-1-1 0 0 0,1 1 0 0 0,0-1-1 0 0,-1 1 1 0 0,1-1 0 0 0,-1 0 0 0 0,0 1 0 0 0,1-1 0 0 0,-1 0-1 0 0,0 1 1 0 0,0-1 0 0 0,0 0 0 0 0,0 0 0 0 0,0 0 0 0 0,0 0 0 0 0,-2 2-1 0 0,-8 10 31 0 0,2 7-10 0 0,8-18-14 0 0,0 1 0 0 0,0-1 0 0 0,0 0 1 0 0,-1 1-1 0 0,1-1 0 0 0,0 0 0 0 0,-1 0 0 0 0,1 0 0 0 0,-1 0 0 0 0,0 0 1 0 0,0 0-1 0 0,0 0 0 0 0,0 0 0 0 0,-3 1 0 0 0,-7 5-14 0 0,9-7 8 0 0,0 0-1 0 0,0 1 1 0 0,0-1-1 0 0,0 1 1 0 0,0-1-1 0 0,1 1 1 0 0,-1 0-1 0 0,1 0 1 0 0,-1 1 0 0 0,1-1-1 0 0,0 0 1 0 0,0 1-1 0 0,0-1 1 0 0,0 1-1 0 0,1 0 1 0 0,-1 0-1 0 0,1-1 1 0 0,-1 1-1 0 0,1 0 1 0 0,0 0-1 0 0,0 0 1 0 0,-1 5-1 0 0,2-8 1 0 0,0 1 0 0 0,0-1-1 0 0,0 1 1 0 0,0-1-1 0 0,-1 1 1 0 0,1-1 0 0 0,0 1-1 0 0,0-1 1 0 0,-1 1-1 0 0,1-1 1 0 0,0 1-1 0 0,-1-1 1 0 0,1 1 0 0 0,0-1-1 0 0,-1 0 1 0 0,1 1-1 0 0,-1-1 1 0 0,1 0 0 0 0,0 1-1 0 0,-1-1 1 0 0,1 0-1 0 0,-1 0 1 0 0,1 1 0 0 0,-1-1-1 0 0,1 0 1 0 0,-1 0-1 0 0,1 0 1 0 0,-1 0-1 0 0,1 0 1 0 0,-1 1 0 0 0,0-1-1 0 0,1 0 1 0 0,-1 0-1 0 0,1 0 1 0 0,-2-1 0 0 0,2 1 4 0 0,-1 0 0 0 0,1 0 1 0 0,-1 0-1 0 0,1 0 1 0 0,-1 0-1 0 0,1 0 0 0 0,-1 0 1 0 0,0 0-1 0 0,1 0 1 0 0,-1 1-1 0 0,1-1 0 0 0,-1 0 1 0 0,1 0-1 0 0,-1 0 1 0 0,1 1-1 0 0,-1-1 1 0 0,1 0-1 0 0,-1 0 0 0 0,1 1 1 0 0,-1-1-1 0 0,1 1 1 0 0,0-1-1 0 0,-1 0 0 0 0,1 1 1 0 0,0-1-1 0 0,-1 1 1 0 0,1-1-1 0 0,0 1 0 0 0,-1-1 1 0 0,1 1-1 0 0,0-1 1 0 0,0 1-1 0 0,0-1 1 0 0,-1 1-1 0 0,1 0 0 0 0,0 353 2293 0 0,5-352-2349 0 0,15 4 1 0 0,-19-6 52 0 0,-1 0 1 0 0,0 0-1 0 0,1 0 1 0 0,-1 0-1 0 0,0 0 0 0 0,1 0 1 0 0,-1 0-1 0 0,0 1 1 0 0,0-1-1 0 0,1 0 0 0 0,-1 0 1 0 0,0 0-1 0 0,1 0 1 0 0,-1 1-1 0 0,0-1 0 0 0,0 0 1 0 0,1 0-1 0 0,-1 1 1 0 0,0-1-1 0 0,0 0 0 0 0,0 0 1 0 0,1 1-1 0 0,-1-1 1 0 0,0 0-1 0 0,0 1 0 0 0,0-1 1 0 0,0 0-1 0 0,0 1 1 0 0,0-1-1 0 0,0 0 0 0 0,0 0 1 0 0,1 1-1 0 0,-1-1 1 0 0,0 0-1 0 0,0 1 0 0 0,0-1 1 0 0,-1 0-1 0 0,1 1 1 0 0,0-1-1 0 0,0 0 0 0 0,0 1 1 0 0,0-1-1 0 0,0 0 1 0 0,0 1-1 0 0,-1-1 0 0 0,1 1 0 0 0,0-1 0 0 0,0 0 0 0 0,0 0 0 0 0,0 0-1 0 0,0 0 1 0 0,0 0 0 0 0,0 1 0 0 0,0-1 0 0 0,0 0-1 0 0,0 0 1 0 0,0 0 0 0 0,0 1 0 0 0,-1-1-1 0 0,1 0 1 0 0,0 0 0 0 0,0 0 0 0 0,0 0 0 0 0,1 1-1 0 0,-1-1 1 0 0,0 0 0 0 0,0 0 0 0 0,0 0-1 0 0,0 0 1 0 0,0 1 0 0 0,0-1 0 0 0,0 0 0 0 0,0 0-1 0 0,0 0 1 0 0,0 0 0 0 0,0 1 0 0 0,0-1-1 0 0,1 0 1 0 0,-1 0 0 0 0,0 0 0 0 0,0 0 0 0 0,0 0-1 0 0,0 0 1 0 0,0 1 0 0 0,1-1 0 0 0,-1 0 0 0 0,0 0-1 0 0,0 0 1 0 0,0 0 0 0 0,0 0 0 0 0,1 0-1 0 0,-1 0 1 0 0,0 0 0 0 0,0 0 0 0 0,0 0 0 0 0,0 0-1 0 0,1 0 1 0 0,-1 0 0 0 0,0 0 0 0 0,51 10-129 0 0,0-2 0 0 0,92 3 0 0 0,114-15 93 0 0,-171-4 71 0 0,158-38-1 0 0,-41 6 233 0 0,-185 37-223 0 0,-1 0 1 0 0,1-1-1 0 0,-1-1 0 0 0,21-8 0 0 0,-31 9-49 0 0,0 1 1 0 0,0-1-1 0 0,0-1 1 0 0,0 1-1 0 0,-1-1 1 0 0,1-1-1 0 0,-1 1 0 0 0,0-1 1 0 0,7-9-1 0 0,-11 9 12 0 0,-1 1 0 0 0,1-1 0 0 0,-1 1 0 0 0,0-1 0 0 0,0 0 0 0 0,-1 0-1 0 0,0 1 1 0 0,0-1 0 0 0,0 0 0 0 0,-2-8 0 0 0,1-9 23 0 0,0 17-20 0 0,1-1 0 0 0,-2 1 0 0 0,1-1 0 0 0,-1 1 0 0 0,0 0 0 0 0,0 0 0 0 0,0 0 0 0 0,-5-8 0 0 0,-9-25 43 0 0,8 21 9 0 0,-1-1 1 0 0,0 1-1 0 0,-2 1 0 0 0,0-1 0 0 0,0 2 1 0 0,-18-20-1 0 0,-29-41 364 0 0,50 65-425 0 0,0 1-1 0 0,-1 0 1 0 0,0 1 0 0 0,-1-1 0 0 0,0 2-1 0 0,0 0 1 0 0,-1 0 0 0 0,0 1 0 0 0,-1 0-1 0 0,0 1 1 0 0,0 0 0 0 0,0 1 0 0 0,-1 0-1 0 0,0 1 1 0 0,0 1 0 0 0,-27-6 0 0 0,11 6-410 0 0,-1 1 0 0 0,0 1 1 0 0,0 1-1 0 0,1 2 0 0 0,-1 1 1 0 0,0 2-1 0 0,-31 7 0 0 0,39-6-526 0 0,1 1 0 0 0,0 1 0 0 0,1 0 0 0 0,0 2 0 0 0,-27 15 0 0 0,-39 19-5093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6 720 0 0,'67'-4'4486'0'0,"-51"3"-2584"0"0,-39 1-1273 0 0,-37 14 585 0 0,11-7-849 0 0,47-7-348 0 0,-1 0 0 0 0,1 1-1 0 0,0-1 1 0 0,-1 0 0 0 0,1 1 0 0 0,0 0-1 0 0,-1-1 1 0 0,1 1 0 0 0,0 0 0 0 0,0 0-1 0 0,0 0 1 0 0,-1 1 0 0 0,1-1 0 0 0,0 0-1 0 0,1 1 1 0 0,-1-1 0 0 0,-2 3 0 0 0,4-3-15 0 0,0 0 1 0 0,0 0-1 0 0,0 0 1 0 0,-1 0-1 0 0,1-1 1 0 0,0 1-1 0 0,0 0 1 0 0,-1 0-1 0 0,1 0 0 0 0,0-1 1 0 0,-1 1-1 0 0,1 0 1 0 0,-1 0-1 0 0,1-1 1 0 0,-1 1-1 0 0,1 0 1 0 0,-1-1-1 0 0,0 1 1 0 0,1-1-1 0 0,-1 1 1 0 0,0 0-1 0 0,1-1 1 0 0,-1 0-1 0 0,0 1 1 0 0,0-1-1 0 0,1 1 0 0 0,-2-1 1 0 0,1 1 0 0 0,0-1-1 0 0,0 0 1 0 0,0 1 0 0 0,0-1 0 0 0,0 1 0 0 0,0 0-1 0 0,1-1 1 0 0,-1 1 0 0 0,0 0 0 0 0,0-1-1 0 0,1 1 1 0 0,-1 0 0 0 0,0 0 0 0 0,1 0-1 0 0,-1 0 1 0 0,1-1 0 0 0,-1 1 0 0 0,1 0 0 0 0,-1 0-1 0 0,1 0 1 0 0,0 0 0 0 0,-1 0 0 0 0,1 0-1 0 0,0 0 1 0 0,0 0 0 0 0,0 0 0 0 0,0 2-1 0 0,0 144 879 0 0,0-146-873 0 0,0 1-1 0 0,0 0 1 0 0,-1 0 0 0 0,1 0 0 0 0,0-1-1 0 0,-1 1 1 0 0,1 0 0 0 0,-1 0 0 0 0,1-1 0 0 0,-1 1-1 0 0,0 0 1 0 0,0-1 0 0 0,0 1 0 0 0,0-1-1 0 0,0 1 1 0 0,0-1 0 0 0,0 1 0 0 0,0-1-1 0 0,-1 0 1 0 0,-1 2 0 0 0,-5 6 29 0 0,7-8-38 0 0,1-1 0 0 0,-1 1 0 0 0,1 0 0 0 0,0 0 0 0 0,-1-1 0 0 0,1 1 0 0 0,0 0 0 0 0,0 0 0 0 0,0 0 0 0 0,-1 0 0 0 0,1-1 0 0 0,0 1 0 0 0,0 0 0 0 0,0 0 0 0 0,0 0 0 0 0,1 0 0 0 0,-1 0 0 0 0,0-1 0 0 0,0 1 0 0 0,0 0 0 0 0,1 0 0 0 0,-1 0 0 0 0,0-1 0 0 0,1 1 0 0 0,-1 0 0 0 0,1 0 0 0 0,-1-1 0 0 0,1 1 0 0 0,-1 0 0 0 0,1-1 0 0 0,0 1 0 0 0,-1-1 0 0 0,1 1 0 0 0,-1 0 0 0 0,1-1 0 0 0,0 0 0 0 0,0 1 0 0 0,-1-1 0 0 0,3 1 0 0 0,-2 0 2 0 0,0 0 0 0 0,0 0 0 0 0,0 0-1 0 0,0-1 1 0 0,0 1 0 0 0,0 1 0 0 0,0-1-1 0 0,0 0 1 0 0,0 0 0 0 0,0 0 0 0 0,-1 0 0 0 0,1 1-1 0 0,0-1 1 0 0,-1 0 0 0 0,1 0 0 0 0,0 3-1 0 0,-2-2 2 0 0,1-1-1 0 0,0 1 0 0 0,0-1 1 0 0,-1 1-1 0 0,1 0 1 0 0,0-1-1 0 0,1 1 1 0 0,-1-1-1 0 0,0 1 0 0 0,0-1 1 0 0,1 1-1 0 0,-1 0 1 0 0,0-1-1 0 0,1 1 0 0 0,0-1 1 0 0,-1 0-1 0 0,1 1 1 0 0,0-1-1 0 0,0 0 0 0 0,0 1 1 0 0,0-1-1 0 0,0 0 1 0 0,0 0-1 0 0,0 1 0 0 0,0-1 1 0 0,0 0-1 0 0,1 0 1 0 0,-1-1-1 0 0,0 1 0 0 0,1 0 1 0 0,-1 0-1 0 0,1-1 1 0 0,-1 1-1 0 0,1-1 0 0 0,-1 1 1 0 0,1-1-1 0 0,1 1 1 0 0,-2 0-5 0 0,21 10-41 0 0,-22-11 44 0 0,1 0 0 0 0,-1 1-1 0 0,1-1 1 0 0,-1 0 0 0 0,0 1 0 0 0,1-1 0 0 0,-1 0 0 0 0,0 1-1 0 0,1-1 1 0 0,-1 1 0 0 0,0-1 0 0 0,1 0 0 0 0,-1 1 0 0 0,0-1 0 0 0,0 1-1 0 0,0-1 1 0 0,1 1 0 0 0,-1-1 0 0 0,0 1 0 0 0,0-1 0 0 0,0 1 0 0 0,0-1-1 0 0,0 1 1 0 0,0-1 0 0 0,0 1 0 0 0,0-1 0 0 0,0 1 0 0 0,0-1 0 0 0,0 1-1 0 0,0-1 1 0 0,0 1 0 0 0,0-1 0 0 0,-1 1 0 0 0,1-1 0 0 0,0 0-1 0 0,0 1 1 0 0,-1-1 0 0 0,1 1 0 0 0,0-1 0 0 0,0 0 0 0 0,-1 1 0 0 0,1-1-1 0 0,-1 1 1 0 0,-5 5 13 0 0,-1 5 23 0 0,25 3-18 0 0,37 19 35 0 0,-45-22-106 0 0,12-7 56 0 0,-1-1 0 0 0,0-1 0 0 0,1-1 0 0 0,-1-1 0 0 0,1-1-1 0 0,-1 0 1 0 0,33-8 0 0 0,-40 6 1 0 0,0-1-1 0 0,-1-1 0 0 0,0 0 1 0 0,1-1-1 0 0,-2 0 0 0 0,1-1 1 0 0,-1 0-1 0 0,0-1 0 0 0,-1 0 1 0 0,0-1-1 0 0,0-1 0 0 0,17-18 1 0 0,-25 23 1 0 0,1 0 1 0 0,-1 0 0 0 0,0-1 0 0 0,0 1 0 0 0,-1 0-1 0 0,1-1 1 0 0,-1 0 0 0 0,-1 1 0 0 0,1-1-1 0 0,-1 0 1 0 0,0 0 0 0 0,0 0 0 0 0,-1 0 0 0 0,1 0-1 0 0,-1 0 1 0 0,-1 0 0 0 0,1 0 0 0 0,-1 0 0 0 0,0 0-1 0 0,-1 0 1 0 0,1 0 0 0 0,-1 0 0 0 0,0 1-1 0 0,-1-1 1 0 0,1 1 0 0 0,-1-1 0 0 0,0 1 0 0 0,0 0-1 0 0,-8-9 1 0 0,-1 1 3 0 0,0 0 0 0 0,-1 0 0 0 0,0 1 0 0 0,-1 1 0 0 0,-1 0 0 0 0,0 1 0 0 0,0 1 0 0 0,0 0-1 0 0,-1 1 1 0 0,-1 1 0 0 0,-26-9 0 0 0,31 12-132 0 0,0 1 0 0 0,0 1 0 0 0,0-1 0 0 0,-1 2 0 0 0,1 0 0 0 0,0 0 0 0 0,-1 1 0 0 0,1 1 0 0 0,-1 0 0 0 0,1 1 0 0 0,0 0 0 0 0,0 1 0 0 0,0 0 0 0 0,0 1 0 0 0,0 0 0 0 0,1 1 0 0 0,-20 11-1 0 0,28-15-48 0 0,0 1 0 0 0,0 0 0 0 0,1 1 0 0 0,-1-1-1 0 0,1 0 1 0 0,-1 1 0 0 0,1-1 0 0 0,0 1 0 0 0,0 0-1 0 0,-3 5 1 0 0,0 23-3109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6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69 480 0 0,'2'-1'311'0'0,"0"-1"0"0"0,-1 1 0 0 0,1-1 0 0 0,0 1 0 0 0,0 0 0 0 0,0 0 0 0 0,0 0 0 0 0,0 0-1 0 0,0 0 1 0 0,0 0 0 0 0,4-1 0 0 0,3-1 1267 0 0,-7 2-1269 0 0,-1 1-224 0 0,0 0 0 0 0,0 0 0 0 0,1 0 0 0 0,-1 0 0 0 0,0-1 0 0 0,0 1 0 0 0,0 0 0 0 0,0-1 0 0 0,0 1 0 0 0,1-1 0 0 0,-1 1 0 0 0,0-1 0 0 0,0 0 0 0 0,0 1 0 0 0,0-1 0 0 0,0 0 0 0 0,-1 0 0 0 0,1 0 1 0 0,0 1-1 0 0,1-3 0 0 0,-2 3-46 0 0,1-1 1 0 0,-1 0-1 0 0,1 0 1 0 0,0 0-1 0 0,-1 0 1 0 0,1 1-1 0 0,0-1 1 0 0,0 0-1 0 0,-1 1 1 0 0,1-1-1 0 0,0 1 1 0 0,0-1-1 0 0,0 1 1 0 0,0-1 0 0 0,0 1-1 0 0,0-1 1 0 0,0 1-1 0 0,0 0 1 0 0,0 0-1 0 0,0-1 1 0 0,0 1-1 0 0,0 0 1 0 0,0 0-1 0 0,0 0 1 0 0,1 0-1 0 0,0 0 67 0 0,-1 0-86 0 0,-1 0 0 0 0,1 0 0 0 0,-1 1-1 0 0,1-1 1 0 0,-1-1 0 0 0,1 1-1 0 0,0 0 1 0 0,-1 0 0 0 0,1 0 0 0 0,-1 0-1 0 0,1 0 1 0 0,-1 0 0 0 0,1-1-1 0 0,-1 1 1 0 0,1 0 0 0 0,0 0 0 0 0,-1-1-1 0 0,0 1 1 0 0,1 0 0 0 0,-1-1-1 0 0,1 1 1 0 0,-1 0 0 0 0,1-1 0 0 0,-1 1-1 0 0,0-1 1 0 0,1 1 0 0 0,-1-1 0 0 0,0 1-1 0 0,1-2 1 0 0,6-2-21 0 0,36 2 171 0 0,23 2 57 0 0,-39-3-100 0 0,-29 1-94 0 0,2 1 207 0 0,-5 1-160 0 0,-39 0 80 0 0,1 3 0 0 0,0 1 0 0 0,-63 14 0 0 0,-4 20 480 0 0,100-24-546 0 0,-1-10-51 0 0,8-4-29 0 0,1 1-1 0 0,0-1 1 0 0,0 1 0 0 0,0 0-1 0 0,0 0 1 0 0,-1 0 0 0 0,1 0-1 0 0,0 0 1 0 0,1 0 0 0 0,-1 1-1 0 0,0-1 1 0 0,0 0 0 0 0,0 1-1 0 0,1 0 1 0 0,-1-1 0 0 0,1 1-1 0 0,-1 0 1 0 0,1 0 0 0 0,0 0-1 0 0,0 0 1 0 0,0 0 0 0 0,0 0-1 0 0,0 0 1 0 0,0 0 0 0 0,0 0-1 0 0,1 1 1 0 0,-1-1 0 0 0,1 0-1 0 0,0 0 1 0 0,-1 5 0 0 0,2-6-22 0 0,0 0 1 0 0,0 0-1 0 0,0 0 1 0 0,0 0-1 0 0,0 0 1 0 0,0 0-1 0 0,0 0 1 0 0,0 0 0 0 0,0-1-1 0 0,1 1 1 0 0,-1 0-1 0 0,0-1 1 0 0,0 1-1 0 0,1-1 1 0 0,-1 1-1 0 0,0-1 1 0 0,3 0-1 0 0,9 5-17 0 0,11 1 25 0 0,0-1-1 0 0,1-1 1 0 0,0-1 0 0 0,0-1 0 0 0,37-3 0 0 0,-52 1 1 0 0,71 1-59 0 0,67-1 33 0 0,-128-2 28 0 0,0 0 0 0 0,-1-1 0 0 0,0 0 1 0 0,36-13-1 0 0,-53 15 3 0 0,0 1 0 0 0,0-1-1 0 0,0 0 1 0 0,0-1 0 0 0,0 1 0 0 0,0 0 0 0 0,0 0 0 0 0,-1-1-1 0 0,1 1 1 0 0,0-1 0 0 0,-1 1 0 0 0,1-1 0 0 0,-1 0 0 0 0,0 0-1 0 0,0 0 1 0 0,1 0 0 0 0,-1 1 0 0 0,0-1 0 0 0,-1-1 0 0 0,1 1-1 0 0,1-2 1 0 0,-1-4 41 0 0,0 0-1 0 0,0 1 1 0 0,-1-1 0 0 0,-1-14-1 0 0,0-1 140 0 0,1 22-179 0 0,0 0 0 0 0,0 1 0 0 0,0-1 0 0 0,0 0 0 0 0,0 1 0 0 0,0-1 0 0 0,0 0 0 0 0,-1 1 0 0 0,1-1 0 0 0,0 0 0 0 0,0 1 0 0 0,-1-1 0 0 0,1 0 0 0 0,0 1 0 0 0,-1-1 0 0 0,1 1 0 0 0,-1-1 0 0 0,1 1 0 0 0,0-1 0 0 0,-1 1 0 0 0,0-1 0 0 0,1 1 0 0 0,-1-1 0 0 0,1 1-1 0 0,-1 0 1 0 0,1-1 0 0 0,-1 1 0 0 0,0 0 0 0 0,1-1 0 0 0,-1 1 0 0 0,0 0 0 0 0,1 0 0 0 0,-1 0 0 0 0,0 0 0 0 0,1 0 0 0 0,-1 0 0 0 0,-1 0 0 0 0,2 0 4 0 0,-1 0-1 0 0,1 0 1 0 0,-1 0-1 0 0,1 0 0 0 0,-1 0 1 0 0,1 0-1 0 0,-1 0 1 0 0,1-1-1 0 0,-1 1 0 0 0,1 0 1 0 0,-1 0-1 0 0,1 0 1 0 0,-1 0-1 0 0,1-1 0 0 0,-1 1 1 0 0,1 0-1 0 0,0-1 1 0 0,-1 1-1 0 0,1 0 1 0 0,0 0-1 0 0,-1-1 0 0 0,1 1 1 0 0,-1-1-1 0 0,1 1 1 0 0,0 0-1 0 0,0-1 0 0 0,-1 1 1 0 0,1-1-1 0 0,0 1 1 0 0,0-1-1 0 0,0 1 0 0 0,-1-1 1 0 0,1 1-1 0 0,0-1 1 0 0,0 0-1 0 0,0 0 10 0 0,-1 1-1 0 0,1-1 1 0 0,-1 0-1 0 0,1 0 1 0 0,-1 1 0 0 0,0-1-1 0 0,1 1 1 0 0,-1-1-1 0 0,1 0 1 0 0,-1 1-1 0 0,0-1 1 0 0,0 1 0 0 0,1 0-1 0 0,-1-1 1 0 0,0 1-1 0 0,0-1 1 0 0,0 1-1 0 0,1 0 1 0 0,-1 0 0 0 0,0 0-1 0 0,0-1 1 0 0,0 1-1 0 0,0 0 1 0 0,0 0-1 0 0,0 0 1 0 0,-1 0 0 0 0,-32-1 595 0 0,29 1-558 0 0,5 1 9 0 0,0 2-43 0 0,-1-1-1 0 0,2 1 0 0 0,-1-1 0 0 0,0 0 0 0 0,0 1 0 0 0,1-1 1 0 0,-1 1-1 0 0,1-1 0 0 0,0 0 0 0 0,0 1 0 0 0,0-1 0 0 0,0 0 1 0 0,0 0-1 0 0,0 0 0 0 0,4 4 0 0 0,7 16 130 0 0,-10-13-96 0 0,-1-1 0 0 0,0 1 0 0 0,0 0-1 0 0,-1 0 1 0 0,0-1 0 0 0,-1 12 0 0 0,0-10 25 0 0,0 0 1 0 0,1 1-1 0 0,1-1 0 0 0,-1 0 1 0 0,2 0-1 0 0,3 16 1 0 0,4-2 109 0 0,-6-18-138 0 0,0 0-1 0 0,-1 1 1 0 0,0-1 0 0 0,0 1 0 0 0,-1-1 0 0 0,0 1-1 0 0,1 13 1 0 0,-2-13-33 0 0,1-1 0 0 0,0 1-1 0 0,0 0 1 0 0,1 0 0 0 0,-1-1-1 0 0,2 1 1 0 0,-1-1 0 0 0,4 8-1 0 0,2 6 4 0 0,22 55 151 0 0,-22-49-677 0 0,-3-13-2201 0 0,18-20-79 0 0,-21 6 2372 0 0,0-1 0 0 0,1 1 0 0 0,-1-1 0 0 0,0 0 0 0 0,0 1 0 0 0,0-1 0 0 0,0 0 0 0 0,0 0 0 0 0,0-1-1 0 0,2-3 1 0 0,1-24-4964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39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1361 0 0,'8'2'734'0'0,"5"2"34"0"0,-4-4 3132 0 0,-4 6-1566 0 0,15-5-1560 0 0,-15-1 67 0 0,-10 0-601 0 0,4 0-227 0 0,0 0 0 0 0,0 0 0 0 0,0 0 0 0 0,0 0 1 0 0,1 0-1 0 0,-1 0 0 0 0,0 0 0 0 0,0 1 0 0 0,0-1 0 0 0,0 0 1 0 0,0 0-1 0 0,0 1 0 0 0,1-1 0 0 0,-1 1 0 0 0,0-1 0 0 0,0 1 1 0 0,0-1-1 0 0,1 1 0 0 0,-1-1 0 0 0,0 1 0 0 0,1-1 1 0 0,-1 1-1 0 0,1 0 0 0 0,-1-1 0 0 0,0 1 0 0 0,1 0 0 0 0,0 0 1 0 0,-1 0-1 0 0,0 1 0 0 0,-1 33 683 0 0,2-19-560 0 0,-2 10 164 0 0,1-19-249 0 0,0-1-1 0 0,1 0 0 0 0,-1 1 1 0 0,1-1-1 0 0,1 0 0 0 0,-1 1 0 0 0,1-1 1 0 0,0 0-1 0 0,1 1 0 0 0,3 9 1 0 0,3-3-4 0 0,-6-11-34 0 0,0 1 1 0 0,0-1 0 0 0,-1 1 0 0 0,1-1-1 0 0,-1 1 1 0 0,0-1 0 0 0,0 1 0 0 0,0 0 0 0 0,0 0-1 0 0,0-1 1 0 0,0 1 0 0 0,-1 0 0 0 0,1 0-1 0 0,-1 3 1 0 0,0-5-5 0 0,0 1 0 0 0,0 0 0 0 0,0-1 0 0 0,0 1 0 0 0,1-1 0 0 0,-1 1 0 0 0,0-1 0 0 0,1 1 0 0 0,-1-1 0 0 0,1 1 0 0 0,0-1 0 0 0,0 0 0 0 0,-1 1 0 0 0,1-1 0 0 0,0 0 0 0 0,0 1 0 0 0,0-1 0 0 0,0 0 0 0 0,0 0 0 0 0,0 0 0 0 0,1 0 0 0 0,0 1 0 0 0,7 7 38 0 0,21 29 326 0 0,-29-37-359 0 0,0 1 0 0 0,0-1 1 0 0,0 1-1 0 0,-1-1 0 0 0,1 1 0 0 0,-1 0 0 0 0,1-1 1 0 0,-1 1-1 0 0,0 0 0 0 0,1-1 0 0 0,-1 1 0 0 0,0 0 1 0 0,0-1-1 0 0,0 1 0 0 0,0 0 0 0 0,-1-1 0 0 0,0 4 1 0 0,1-3 4 0 0,0-1 0 0 0,-1 1 0 0 0,1-1 0 0 0,0 1 0 0 0,0 0 0 0 0,0-1 1 0 0,0 1-1 0 0,0 0 0 0 0,0-1 0 0 0,1 1 0 0 0,-1 0 0 0 0,1-1 1 0 0,-1 1-1 0 0,1-1 0 0 0,-1 1 0 0 0,1-1 0 0 0,1 3 0 0 0,4 3 53 0 0,-4-5-27 0 0,0 1 0 0 0,0-1-1 0 0,0 1 1 0 0,-1-1 0 0 0,1 1-1 0 0,-1 0 1 0 0,1-1-1 0 0,-1 1 1 0 0,0 0 0 0 0,0 0-1 0 0,0 0 1 0 0,-1 0 0 0 0,1 0-1 0 0,-1 0 1 0 0,1 0 0 0 0,-1 0-1 0 0,0 0 1 0 0,0 4 0 0 0,0 221 1782 0 0,-1-227-1823 0 0,1 1-1 0 0,1 0 0 0 0,-1 0 1 0 0,0 0-1 0 0,0 0 0 0 0,1 0 1 0 0,-1-1-1 0 0,1 1 0 0 0,-1 0 1 0 0,1 0-1 0 0,0-1 0 0 0,0 1 1 0 0,0 0-1 0 0,0-1 0 0 0,0 1 1 0 0,0-1-1 0 0,0 1 0 0 0,0-1 1 0 0,3 2-1 0 0,-3-1 7 0 0,1-1-1 0 0,-1 0 0 0 0,0 0 0 0 0,0 1 1 0 0,0-1-1 0 0,0 1 0 0 0,0-1 1 0 0,0 1-1 0 0,0-1 0 0 0,0 1 1 0 0,-1 0-1 0 0,1-1 0 0 0,-1 1 1 0 0,1 0-1 0 0,-1 0 0 0 0,0-1 1 0 0,1 1-1 0 0,-1 0 0 0 0,0 3 1 0 0,0-3-6 0 0,0 0 1 0 0,0-1-1 0 0,0 1 1 0 0,1 0-1 0 0,-1 0 1 0 0,1 0-1 0 0,-1 0 1 0 0,1-1-1 0 0,0 1 1 0 0,0 0-1 0 0,-1 0 1 0 0,1-1-1 0 0,0 1 1 0 0,1-1 0 0 0,-1 1-1 0 0,0-1 1 0 0,2 2-1 0 0,-2-1-2 0 0,1-1 0 0 0,-1 1 1 0 0,1 0-1 0 0,-1 0 0 0 0,0 0 0 0 0,1 0 0 0 0,-1 0 0 0 0,0 0 0 0 0,-1 0 1 0 0,1 0-1 0 0,0 0 0 0 0,-1 0 0 0 0,1 1 0 0 0,-1-1 0 0 0,1 0 0 0 0,-1 0 1 0 0,0 4-1 0 0,0 200 905 0 0,0-205-905 0 0,0 0 1 0 0,0 0 0 0 0,0 0-1 0 0,0 0 1 0 0,0 0 0 0 0,-1 0-1 0 0,1 0 1 0 0,0 0 0 0 0,0 0-1 0 0,-1 0 1 0 0,1 0 0 0 0,-1 0-1 0 0,1 0 1 0 0,-1 0 0 0 0,1-1-1 0 0,-1 1 1 0 0,1 0 0 0 0,-1 0-1 0 0,0-1 1 0 0,1 1 0 0 0,-1 0-1 0 0,0-1 1 0 0,0 1 0 0 0,0-1-1 0 0,1 1 1 0 0,-1-1-1 0 0,0 1 1 0 0,-1 0 0 0 0,1-1 1 0 0,0 0-1 0 0,0 1 1 0 0,0-1 0 0 0,0 1 0 0 0,1-1-1 0 0,-1 1 1 0 0,0-1 0 0 0,0 1 0 0 0,1-1 0 0 0,-1 1-1 0 0,0 0 1 0 0,1-1 0 0 0,-1 1 0 0 0,0 0 0 0 0,1 0-1 0 0,-1 0 1 0 0,1-1 0 0 0,0 1 0 0 0,-1 0-1 0 0,1 0 1 0 0,0 0 0 0 0,-1 0 0 0 0,1 0 0 0 0,0 0-1 0 0,0 0 1 0 0,0 0 0 0 0,0-1 0 0 0,0 3 0 0 0,0-1 5 0 0,0 1 0 0 0,-1-1 0 0 0,1 1 0 0 0,0-1 0 0 0,-1 1-1 0 0,0 0 1 0 0,1-1 0 0 0,-1 0 0 0 0,0 1 0 0 0,0-1 0 0 0,0 1 0 0 0,-1-1 0 0 0,1 0 0 0 0,-1 0 0 0 0,-2 3 0 0 0,3-3 7 0 0,-1 0-1 0 0,1 0 0 0 0,-1 0 0 0 0,1 0 0 0 0,0 0 0 0 0,0 0 1 0 0,0 0-1 0 0,0 0 0 0 0,0 0 0 0 0,1 0 0 0 0,-1 1 1 0 0,1-1-1 0 0,-1 0 0 0 0,1 1 0 0 0,0 2 0 0 0,0-2-8 0 0,-1 0-1 0 0,1-1 1 0 0,0 1-1 0 0,-1-1 0 0 0,1 1 1 0 0,-1-1-1 0 0,0 1 0 0 0,0-1 1 0 0,0 1-1 0 0,0-1 1 0 0,0 0-1 0 0,-1 1 0 0 0,1-1 1 0 0,-3 3-1 0 0,2-3-2 0 0,0 1 1 0 0,1-1-1 0 0,-1 0 0 0 0,1 0 0 0 0,0 1 1 0 0,0-1-1 0 0,0 1 0 0 0,0-1 1 0 0,0 1-1 0 0,0 0 0 0 0,1-1 1 0 0,-1 1-1 0 0,1 0 0 0 0,-1 4 0 0 0,1-5-2 0 0,0 1-1 0 0,0-1 0 0 0,0 1 0 0 0,-1-1 0 0 0,1 0 1 0 0,-1 1-1 0 0,0-1 0 0 0,0 0 0 0 0,0 0 0 0 0,0 1 0 0 0,0-1 1 0 0,0 0-1 0 0,0 0 0 0 0,-1 0 0 0 0,-2 2 0 0 0,3-2 7 0 0,-1 0 0 0 0,1 0 0 0 0,-1 0 0 0 0,1 0 0 0 0,0 0 0 0 0,0 1 0 0 0,0-1 0 0 0,0 0 0 0 0,0 0 0 0 0,0 1 0 0 0,1-1 0 0 0,-1 1 0 0 0,1-1 0 0 0,-1 1 0 0 0,1 3 0 0 0,2 26-14 0 0,-1-23 42 0 0,0 0 1 0 0,-1 0-1 0 0,0 1 0 0 0,0-1 0 0 0,-1 0 1 0 0,0 0-1 0 0,-1 0 0 0 0,-3 12 0 0 0,-45 75 71 0 0,48-92-107 0 0,1 0 0 0 0,0 1 0 0 0,0-1 0 0 0,0 1 0 0 0,0-1 0 0 0,1 1 0 0 0,0-1 0 0 0,0 1 0 0 0,1 8 0 0 0,0-8 0 0 0,-1-1 0 0 0,0 1 0 0 0,0 0 0 0 0,0 0 0 0 0,-1 0 0 0 0,0-1 0 0 0,1 1 0 0 0,-3 5 0 0 0,-7 10 4 0 0,8-16 15 0 0,0-1 0 0 0,0 1 0 0 0,0 0 0 0 0,1-1 0 0 0,-1 1 0 0 0,1 0 0 0 0,0 0 0 0 0,0 0 0 0 0,1 0 0 0 0,-1 8 1 0 0,2 24 46 0 0,1-27-71 0 0,-1 0 1 0 0,-1 1 0 0 0,0-1-1 0 0,0 0 1 0 0,-1 1-1 0 0,0-1 1 0 0,0 0 0 0 0,-5 15-1 0 0,1-13-15 0 0,1-5 25 0 0,1 0 0 0 0,1 0 0 0 0,-1 0 0 0 0,1 0 0 0 0,0 1 0 0 0,1-1 0 0 0,0 1 0 0 0,0-1 0 0 0,0 1 0 0 0,0 0 0 0 0,1 7 0 0 0,0-10-8 0 0,0 1-1 0 0,0-1 1 0 0,1 1 0 0 0,0 0-1 0 0,-1-1 1 0 0,1 1-1 0 0,1-1 1 0 0,-1 0-1 0 0,1 1 1 0 0,-1-1 0 0 0,1 0-1 0 0,0 0 1 0 0,6 8-1 0 0,-3-4-1 0 0,-4-6 7 0 0,0 1 0 0 0,0 0 0 0 0,-1 0 0 0 0,1 0 0 0 0,-1 0 0 0 0,1 0 1 0 0,-1 0-1 0 0,0 0 0 0 0,0 0 0 0 0,0 0 0 0 0,-1 5 0 0 0,0-6-2 0 0,1 1 0 0 0,-1-1 0 0 0,1 0 0 0 0,0 1 0 0 0,0-1 1 0 0,0 0-1 0 0,0 1 0 0 0,0-1 0 0 0,1 0 0 0 0,-1 1 0 0 0,1-1 0 0 0,-1 0 0 0 0,1 0 0 0 0,0 0 0 0 0,0 1 0 0 0,2 1 1 0 0,7 6-7 0 0,-9-9 9 0 0,0 0 0 0 0,1 0 0 0 0,-1 1 0 0 0,0-1 0 0 0,0 1 0 0 0,0-1 0 0 0,0 1 0 0 0,0-1 0 0 0,0 1 0 0 0,0 0 0 0 0,0-1 0 0 0,-1 1 0 0 0,1 0 0 0 0,0 0 0 0 0,-1 0 0 0 0,0-1 0 0 0,1 1 0 0 0,-1 0 0 0 0,0 0 0 0 0,0 0 0 0 0,0 0 0 0 0,0 0 0 0 0,-1 3 0 0 0,1 6-41 0 0,1-10 47 0 0,-1 0 1 0 0,0 0 0 0 0,0 0-1 0 0,0 0 1 0 0,0 0 0 0 0,0 0-1 0 0,0 0 1 0 0,0 1 0 0 0,0-1-1 0 0,0 0 1 0 0,-1 0 0 0 0,1 0-1 0 0,0 0 1 0 0,-1 0 0 0 0,1 0-1 0 0,0 0 1 0 0,-1-1 0 0 0,1 1-1 0 0,-2 1 1 0 0,0-1-103 0 0,0 0 0 0 0,0 0 0 0 0,0-1 0 0 0,-1 1 0 0 0,1 0 0 0 0,0-1 0 0 0,-1 0 0 0 0,1 0 0 0 0,-1 0 0 0 0,1 0 0 0 0,0 0 0 0 0,-1 0 0 0 0,-3-1 0 0 0,-3 0-307 0 0,3 1-22 0 0,0-1 0 0 0,0 0 1 0 0,0 0-1 0 0,0 0 0 0 0,0-1 1 0 0,0 0-1 0 0,1 0 0 0 0,-1-1 0 0 0,1 1 1 0 0,-1-1-1 0 0,1 0 0 0 0,-8-7 0 0 0,-67-46-4233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182 255 1201 0 0,'16'-5'1141'0'0,"-12"4"-756"0"0,1 0-1 0 0,-1-1 1 0 0,0 1-1 0 0,1-1 1 0 0,-1 0-1 0 0,0 0 1 0 0,0 0-1 0 0,6-5 1 0 0,-10 7-337 0 0,0-1 0 0 0,0 0 0 0 0,0 1 0 0 0,1-1 0 0 0,-1 1 0 0 0,0-1 1 0 0,0 1-1 0 0,1-1 0 0 0,-1 1 0 0 0,0-1 0 0 0,0 1 0 0 0,1 0 0 0 0,-1-1 0 0 0,1 1 1 0 0,-1-1-1 0 0,0 1 0 0 0,1 0 0 0 0,-1-1 0 0 0,1 1 0 0 0,-1 0 0 0 0,1-1 0 0 0,-1 1 1 0 0,1 0-1 0 0,-1 0 0 0 0,1 0 0 0 0,-1-1 0 0 0,1 1 0 0 0,-1 0 0 0 0,1 0 0 0 0,0 0 1 0 0,0 0-9 0 0,0 0 0 0 0,0 0 0 0 0,0-1 0 0 0,-1 1 0 0 0,1 0 0 0 0,0 0 0 0 0,0-1 0 0 0,0 1 0 0 0,-1-1 0 0 0,1 1 0 0 0,0-1 1 0 0,0 1-1 0 0,-1-1 0 0 0,1 1 0 0 0,-1-1 0 0 0,1 1 0 0 0,0-1 0 0 0,-1 0 0 0 0,1 1 0 0 0,-1-1 0 0 0,1 0 0 0 0,-1 0 0 0 0,0 1 1 0 0,1-1-1 0 0,-1 0 0 0 0,0 0 0 0 0,0 0 0 0 0,1 0 0 0 0,-1 1 0 0 0,0-1 0 0 0,0 0 0 0 0,0-1 0 0 0,0 1 707 0 0,5 0-667 0 0,-4 1-71 0 0,0 0-5 0 0,0 0 0 0 0,0 0 0 0 0,0 0 0 0 0,1 0-1 0 0,-1 0 1 0 0,0-1 0 0 0,0 1 0 0 0,0 0 0 0 0,0-1 0 0 0,0 1-1 0 0,0 0 1 0 0,1-1 0 0 0,-1 0 0 0 0,0 1 0 0 0,0-1 0 0 0,0 1 0 0 0,0-1-1 0 0,-1 0 1 0 0,1 0 0 0 0,0 0 0 0 0,1-1 0 0 0,-1 1 4 0 0,0 0 0 0 0,-1-1 0 0 0,1 1 0 0 0,0 0 0 0 0,0 0 0 0 0,0 0 0 0 0,0 1 0 0 0,-1-1 0 0 0,1 0 0 0 0,1 0 0 0 0,-1 0 0 0 0,0 1 0 0 0,0-1 0 0 0,0 0 0 0 0,0 1-1 0 0,0-1 1 0 0,1 1 0 0 0,-1-1 0 0 0,0 1 0 0 0,0 0 0 0 0,1 0 0 0 0,-1 0 0 0 0,3-1 0 0 0,-3 1 0 0 0,1 0 0 0 0,-1 0 0 0 0,1 0 0 0 0,-1 0 0 0 0,1-1 0 0 0,-1 1 1 0 0,1-1-1 0 0,-1 1 0 0 0,0-1 0 0 0,1 1 0 0 0,-1-1 0 0 0,0 0 0 0 0,1 0 0 0 0,-1 1 0 0 0,0-1 0 0 0,0 0 0 0 0,0 0 0 0 0,0 0 0 0 0,1-1 0 0 0,-2 1 0 0 0,1 0 0 0 0,0 0 0 0 0,0 0 0 0 0,0-1 0 0 0,1-2 0 0 0,-2 4-5 0 0,-1-1 0 0 0,1 1 0 0 0,0 0 0 0 0,0-1-1 0 0,0 1 1 0 0,0-1 0 0 0,0 1 0 0 0,0-1 0 0 0,0 1 0 0 0,0-1 0 0 0,1 1 0 0 0,-1-1 0 0 0,0 1 0 0 0,0-1 0 0 0,0 1 0 0 0,0 0-1 0 0,1-1 1 0 0,-1 1 0 0 0,0-1 0 0 0,0 1 0 0 0,1 0 0 0 0,-1-1 0 0 0,0 1 0 0 0,1 0 0 0 0,-1-1 0 0 0,0 1 0 0 0,1 0 0 0 0,-1-1-1 0 0,0 1 1 0 0,1 0 0 0 0,-1 0 0 0 0,1-1 0 0 0,-1 1 0 0 0,1 0 0 0 0,-1 0 0 0 0,0 0 0 0 0,1 0 0 0 0,-1 0 0 0 0,1 0 0 0 0,-1-1-1 0 0,1 1 1 0 0,-1 0 0 0 0,1 0 0 0 0,-1 1 0 0 0,1-1 0 0 0,-1 0 0 0 0,1 0 0 0 0,-1 0 0 0 0,1 0 0 0 0,0 1 0 0 0,-1-1 0 0 0,1 0 0 0 0,-1 0 0 0 0,1 0 1 0 0,-1 0-1 0 0,1 0 0 0 0,-1 0 0 0 0,1 0 0 0 0,-1 0 0 0 0,1 0 0 0 0,-1 0 1 0 0,1 0-1 0 0,-1 0 0 0 0,1 0 0 0 0,-1 0 0 0 0,1-1 0 0 0,-1 1 1 0 0,1 0-1 0 0,-1 0 0 0 0,1 0 0 0 0,-1-1 0 0 0,1 1 0 0 0,-1 0 0 0 0,0-1 1 0 0,1 1-1 0 0,-1 0 0 0 0,0-1 0 0 0,1 1 0 0 0,-1 0 0 0 0,0-1 1 0 0,1 1-1 0 0,-1-1 0 0 0,0 1 0 0 0,0-1 0 0 0,1 1 0 0 0,-1-1 1 0 0,0 1-1 0 0,0-1 0 0 0,0 1 0 0 0,0-1 0 0 0,0 1 0 0 0,0-1 0 0 0,0 1 1 0 0,0-1-1 0 0,0 1 0 0 0,0-1 0 0 0,0 1 0 0 0,0-1 0 0 0,0 1 1 0 0,0-1-1 0 0,-5-3 77 0 0,-15 3 0 0 0,15 1 13 0 0,0 1 41 0 0,-21 3-22 0 0,15-3-84 0 0,1 1-1 0 0,0 0 1 0 0,-1 0 0 0 0,1 1-1 0 0,0 0 1 0 0,1 1-1 0 0,-15 7 1 0 0,2-1 33 0 0,20-9-58 0 0,1-1-1 0 0,-1 1 1 0 0,0 0 0 0 0,0-1 0 0 0,0 1 0 0 0,1 0 0 0 0,-1 0-1 0 0,1 0 1 0 0,-1 0 0 0 0,0 0 0 0 0,1 1 0 0 0,0-1 0 0 0,-1 0-1 0 0,1 1 1 0 0,0-1 0 0 0,0 1 0 0 0,0-1 0 0 0,0 1 0 0 0,0 0-1 0 0,0-1 1 0 0,0 1 0 0 0,0 0 0 0 0,1 0 0 0 0,-1-1 0 0 0,1 1 0 0 0,-1 0-1 0 0,1 0 1 0 0,0 0 0 0 0,0 0 0 0 0,-1 0 0 0 0,1 0 0 0 0,1-1-1 0 0,-1 1 1 0 0,1 3 0 0 0,-4-4 11 0 0,0 1 0 0 0,0-1 0 0 0,0 0 0 0 0,1 0 0 0 0,-1 0 0 0 0,0-1 0 0 0,0 1 0 0 0,0-1 0 0 0,0 1 1 0 0,-4-1-1 0 0,-13 3-9 0 0,10 11-152 0 0,5-11 138 0 0,4-2 6 0 0,0 0 1 0 0,-1-1-1 0 0,1 1 1 0 0,0 0-1 0 0,0 0 1 0 0,0-1-1 0 0,0 1 1 0 0,0 0-1 0 0,0 0 1 0 0,0 0-1 0 0,0 0 1 0 0,0 1-1 0 0,0-1 1 0 0,0 0-1 0 0,1 0 1 0 0,-1 1-1 0 0,0-1 0 0 0,1 0 1 0 0,-1 0-1 0 0,1 1 1 0 0,0-1-1 0 0,-1 1 1 0 0,1-1-1 0 0,0 0 1 0 0,0 1-1 0 0,0-1 1 0 0,0 2-1 0 0,0-2 3 0 0,0-1 0 0 0,0 1-1 0 0,0-1 1 0 0,-1 1-1 0 0,1-1 1 0 0,0 1-1 0 0,0-1 1 0 0,-1 1 0 0 0,1-1-1 0 0,0 1 1 0 0,0-1-1 0 0,-1 1 1 0 0,1-1-1 0 0,-1 1 1 0 0,1-1 0 0 0,0 0-1 0 0,-1 1 1 0 0,1-1-1 0 0,-1 0 1 0 0,1 1-1 0 0,-1-1 1 0 0,1 0 0 0 0,-1 0-1 0 0,1 1 1 0 0,-1-1-1 0 0,1 0 1 0 0,-1 0-1 0 0,1 0 1 0 0,-1 0 0 0 0,1 0-1 0 0,-1 0 1 0 0,1 0-1 0 0,-2 0 1 0 0,1 0 2 0 0,1 0 0 0 0,-1 0 1 0 0,0 0-1 0 0,1 0 0 0 0,-1 0 0 0 0,0 0 1 0 0,1 1-1 0 0,-1-1 0 0 0,1 0 0 0 0,-1 0 1 0 0,0 0-1 0 0,1 1 0 0 0,-1-1 0 0 0,1 0 1 0 0,-1 1-1 0 0,1-1 0 0 0,-1 1 0 0 0,1-1 1 0 0,-1 0-1 0 0,1 1 0 0 0,-1-1 0 0 0,1 1 1 0 0,-1-1-1 0 0,1 1 0 0 0,0-1 1 0 0,-1 1-1 0 0,1 0 0 0 0,0-1 0 0 0,0 1 1 0 0,-1-1-1 0 0,1 1 0 0 0,0 0 0 0 0,0-1 1 0 0,0 1-1 0 0,0 0 0 0 0,0 0-1 0 0,0-1 1 0 0,0 1-1 0 0,0-1 0 0 0,0 1 1 0 0,0 0-1 0 0,0-1 0 0 0,0 1 1 0 0,0-1-1 0 0,0 1 0 0 0,0-1 1 0 0,0 1-1 0 0,0-1 0 0 0,-1 1 1 0 0,1-1-1 0 0,0 1 0 0 0,0-1 1 0 0,-1 1-1 0 0,1-1 0 0 0,0 1 0 0 0,0-1 1 0 0,-1 1-1 0 0,1-1 0 0 0,-1 0 1 0 0,1 1-1 0 0,0-1 0 0 0,-1 0 1 0 0,1 1-1 0 0,-1-1 0 0 0,1 0 1 0 0,-1 1-1 0 0,1-1 0 0 0,-1 0 1 0 0,1 0-1 0 0,-1 0 0 0 0,1 1 1 0 0,-1-1-1 0 0,1 0 0 0 0,-1 0 1 0 0,1 0-1 0 0,-1 0 0 0 0,0 0 0 0 0,1 0 1 0 0,-1 0-1 0 0,0 0 0 0 0,0 0 0 0 0,1 0-1 0 0,-1 0 1 0 0,1 0-1 0 0,-1 0 1 0 0,1 0-1 0 0,-1 0 1 0 0,0 0-1 0 0,1 0 1 0 0,-1 0-1 0 0,1 0 0 0 0,-1 0 1 0 0,1 1-1 0 0,-1-1 1 0 0,0 0-1 0 0,1 0 1 0 0,-1 1-1 0 0,1-1 1 0 0,-1 0-1 0 0,1 1 1 0 0,0-1-1 0 0,-1 1 1 0 0,1-1-1 0 0,-1 0 0 0 0,1 1 1 0 0,0-1-1 0 0,-1 1 1 0 0,1-1-1 0 0,0 1 1 0 0,-1-1-1 0 0,1 1 1 0 0,0 0-1 0 0,0-1 1 0 0,0 1-1 0 0,-1-1 1 0 0,1 1-1 0 0,0-1 0 0 0,0 1 1 0 0,0 0-1 0 0,0-1 1 0 0,0 1-1 0 0,0-1 1 0 0,0 1-1 0 0,0 0 1 0 0,1 0-1 0 0,-1 0-2 0 0,-1-1 0 0 0,1 1-1 0 0,0-1 1 0 0,0 1 0 0 0,0 0 0 0 0,0-1-1 0 0,-1 1 1 0 0,1-1 0 0 0,0 1 0 0 0,0 0-1 0 0,-1-1 1 0 0,1 1 0 0 0,0-1 0 0 0,-1 1-1 0 0,1-1 1 0 0,-1 1 0 0 0,1-1 0 0 0,-1 0-1 0 0,1 1 1 0 0,-1-1 0 0 0,1 1 0 0 0,-1-1-1 0 0,1 0 1 0 0,-1 0 0 0 0,1 1-1 0 0,-1-1 1 0 0,0 0 0 0 0,1 0 0 0 0,-1 0-1 0 0,0 1 1 0 0,1-1 0 0 0,-1 0 0 0 0,-1 0-1 0 0,2 0 1 0 0,-1 0-1 0 0,1 0 0 0 0,-1 0 0 0 0,0 0 0 0 0,1 0 0 0 0,-1 0 1 0 0,0 0-1 0 0,1 1 0 0 0,-1-1 0 0 0,1 0 0 0 0,-1 0 0 0 0,1 1 0 0 0,-1-1 1 0 0,1 0-1 0 0,-1 1 0 0 0,1-1 0 0 0,-1 1 0 0 0,1-1 0 0 0,-1 0 1 0 0,1 1-1 0 0,-1-1 0 0 0,1 1 0 0 0,0 0 0 0 0,-1-1 0 0 0,1 1 0 0 0,0-1 1 0 0,-1 1-1 0 0,1-1 0 0 0,0 1 0 0 0,0 0 0 0 0,0-1 0 0 0,0 1 1 0 0,-1 1-1 0 0,1 168-211 0 0,1-169 214 0 0,-1 0-1 0 0,0 1 1 0 0,0-1-1 0 0,1 0 1 0 0,-1 0-1 0 0,0 1 1 0 0,1-1 0 0 0,-1 0-1 0 0,1 0 1 0 0,0 0-1 0 0,-1 0 1 0 0,1 0-1 0 0,0 1 1 0 0,0-1-1 0 0,0 0 1 0 0,0-1-1 0 0,0 1 1 0 0,0 0-1 0 0,0 0 1 0 0,0 0-1 0 0,2 1 1 0 0,6 5 10 0 0,21 31 57 0 0,-30-36-67 0 0,1-1 0 0 0,0 0 1 0 0,-1 0-1 0 0,1 1 0 0 0,-1-1 0 0 0,0 0 0 0 0,1 1 1 0 0,-1-1-1 0 0,0 0 0 0 0,0 1 0 0 0,0-1 0 0 0,0 0 1 0 0,0 1-1 0 0,0-1 0 0 0,0 1 0 0 0,0 1 0 0 0,-1-2 0 0 0,1 0-1 0 0,0 0 0 0 0,0 0 0 0 0,-1 0 1 0 0,1 1-1 0 0,0-1 0 0 0,0 0 0 0 0,0 0 1 0 0,1 0-1 0 0,-1 0 0 0 0,0 0 1 0 0,0 0-1 0 0,1 1 0 0 0,-1-1 0 0 0,0 0 1 0 0,1 0-1 0 0,-1 0 0 0 0,1 0 1 0 0,0 0-1 0 0,-1 0 0 0 0,1 0 0 0 0,1 1 1 0 0,5 3-19 0 0,-5-4 17 0 0,-1 0 0 0 0,0-1 0 0 0,0 1 1 0 0,0 0-1 0 0,0 0 0 0 0,0 0 0 0 0,0 0 0 0 0,0 0 0 0 0,0 0 0 0 0,0 0 1 0 0,0 0-1 0 0,-1 0 0 0 0,1 1 0 0 0,0-1 0 0 0,-1 0 0 0 0,1 0 1 0 0,-1 1-1 0 0,1-1 0 0 0,-1 0 0 0 0,0 1 0 0 0,1-1 0 0 0,-1 0 0 0 0,0 1 1 0 0,0-1-1 0 0,0 3 0 0 0,0-3 4 0 0,1 0 1 0 0,0 0 0 0 0,-1 0-1 0 0,1 0 1 0 0,-1 0-1 0 0,1 0 1 0 0,0 0-1 0 0,0 0 1 0 0,0 0-1 0 0,0 0 1 0 0,0 0-1 0 0,0 0 1 0 0,0-1-1 0 0,0 1 1 0 0,0 0-1 0 0,0-1 1 0 0,0 1-1 0 0,0-1 1 0 0,0 1 0 0 0,3 0-1 0 0,0 1 12 0 0,11 11 25 0 0,-9-6-30 0 0,0-2 0 0 0,1 1 0 0 0,0-1 0 0 0,0 0 0 0 0,11 5 0 0 0,-16-8-9 0 0,1 0 0 0 0,-1-1 0 0 0,1 1 0 0 0,-1 0 0 0 0,0 1 0 0 0,1-1 1 0 0,-1 0-1 0 0,0 1 0 0 0,0-1 0 0 0,-1 1 0 0 0,1-1 0 0 0,0 1 0 0 0,1 6 0 0 0,-1-6-1 0 0,-1 0 0 0 0,1 0-1 0 0,0 0 1 0 0,0 0 0 0 0,0 0 0 0 0,0 0 0 0 0,0 0-1 0 0,0-1 1 0 0,1 1 0 0 0,-1-1 0 0 0,5 3 0 0 0,0-1-22 0 0,1 0 0 0 0,0-1 1 0 0,0 0-1 0 0,0 0 0 0 0,0 0 1 0 0,0-1-1 0 0,16 2 1 0 0,70 1 17 0 0,-21-3 44 0 0,9 9-19 0 0,91 22 0 0 0,-51-7 87 0 0,-100-22-102 0 0,-13-1-28 0 0,0-2-1 0 0,0 1 1 0 0,0-1 0 0 0,1 0 0 0 0,-1-1 0 0 0,0 0-1 0 0,0 0 1 0 0,1-1 0 0 0,16-4 0 0 0,-26 5 23 0 0,10-2-16 0 0,-1 0 1 0 0,1-1-1 0 0,-1 1 1 0 0,0-2 0 0 0,0 0-1 0 0,0 0 1 0 0,-1 0 0 0 0,1-1-1 0 0,-1 0 1 0 0,0-1 0 0 0,-1 0-1 0 0,13-12 1 0 0,-5 4 43 0 0,-1 0 0 0 0,0-2 0 0 0,-1 1 0 0 0,-1-2 0 0 0,0 1 0 0 0,-2-2 0 0 0,0 1 0 0 0,-1-2 0 0 0,13-35 0 0 0,-7-41 145 0 0,5 9 67 0 0,-10-8 67 0 0,-8 86-282 0 0,1-5 29 0 0,-1 0-1 0 0,0 0 1 0 0,0-1-1 0 0,-2 1 1 0 0,0 0-1 0 0,0-1 1 0 0,-1 1-1 0 0,-1 0 1 0 0,0-1-1 0 0,-1 1 1 0 0,-5-15-1 0 0,2 9 138 0 0,-1 1 1 0 0,-2 0-1 0 0,-13-24 0 0 0,17 35-111 0 0,0 1-1 0 0,0-1 1 0 0,-1 1 0 0 0,0 0-1 0 0,0 0 1 0 0,0 1-1 0 0,-1 0 1 0 0,0 0 0 0 0,0 0-1 0 0,-14-6 1 0 0,-4 1 12 0 0,0 1 0 0 0,-1 1 0 0 0,1 1 0 0 0,-1 1 0 0 0,-1 2 0 0 0,-30-2 1 0 0,-169 3-112 0 0,134 5-127 0 0,75-2 112 0 0,-22-1-257 0 0,0 2 0 0 0,-41 7 0 0 0,77-8 131 0 0,0 0-1 0 0,0 1 1 0 0,-1-1-1 0 0,1 1 1 0 0,0 0-1 0 0,0 0 1 0 0,0 0-1 0 0,0 1 1 0 0,0-1-1 0 0,0 1 1 0 0,1 0-1 0 0,-1-1 1 0 0,0 1-1 0 0,1 0 1 0 0,-1 0-1 0 0,1 1 1 0 0,0-1 0 0 0,0 1-1 0 0,0-1 1 0 0,0 1-1 0 0,0-1 1 0 0,0 1-1 0 0,1 0 1 0 0,0 0-1 0 0,-1 0 1 0 0,1 0-1 0 0,0 0 1 0 0,0 0-1 0 0,0 0 1 0 0,1 1-1 0 0,-1-1 1 0 0,1 6-1 0 0,0 22-5068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4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1304 67 1681 0 0,'-15'-1'1406'0'0,"1"0"0"0"0,0-1 1 0 0,-26-7-1 0 0,-27-5-268 0 0,-195-16-44 0 0,240 26-966 0 0,-1 1 0 0 0,1 2 1 0 0,-1 0-1 0 0,1 1 1 0 0,-1 1-1 0 0,1 1 0 0 0,-42 10 1 0 0,-52 9 320 0 0,67-14-361 0 0,1 2 0 0 0,1 3-1 0 0,-75 27 1 0 0,84-24-20 0 0,22-9-68 0 0,1 0 0 0 0,0 1-1 0 0,-26 17 1 0 0,11-6-23 0 0,15-10 13 0 0,0 0 0 0 0,1 1 0 0 0,0 1 0 0 0,0 1 0 0 0,1 0 0 0 0,-13 14 0 0 0,16 14 36 0 0,5-33-9 0 0,5-6-16 0 0,-1 1 1 0 0,1-1-1 0 0,-1 0 0 0 0,0 1 1 0 0,1-1-1 0 0,0 1 0 0 0,-1-1 1 0 0,1 1-1 0 0,-1-1 0 0 0,1 1 1 0 0,-1-1-1 0 0,1 1 0 0 0,0-1 1 0 0,-1 1-1 0 0,1 0 0 0 0,0-1 1 0 0,0 1-1 0 0,0 0 0 0 0,-1-1 1 0 0,1 1-1 0 0,0 0 0 0 0,0-1 1 0 0,0 1-1 0 0,0 0 0 0 0,0-1 1 0 0,0 1-1 0 0,0 0 1 0 0,0-1-1 0 0,0 1 0 0 0,1 0 1 0 0,-1-1-1 0 0,0 1 0 0 0,0 0 1 0 0,1-1-1 0 0,-1 1 0 0 0,0-1 1 0 0,1 1-1 0 0,-1-1 0 0 0,0 1 1 0 0,1 0-1 0 0,-1-1 0 0 0,1 1 1 0 0,-1-1-1 0 0,1 0 0 0 0,-1 1 1 0 0,1-1-1 0 0,0 1 0 0 0,4 5-2 0 0,-3 0 4 0 0,0 0 0 0 0,-1 0-1 0 0,1 1 1 0 0,-1-1 0 0 0,-1 1-1 0 0,1-1 1 0 0,-1 1 0 0 0,0-1-1 0 0,-1 1 1 0 0,-1 10 0 0 0,1 2-73 0 0,1-13 83 0 0,1 0 0 0 0,0 0 0 0 0,1-1-1 0 0,-1 1 1 0 0,1-1 0 0 0,0 1 0 0 0,1-1-1 0 0,-1 0 1 0 0,1 1 0 0 0,0-1 0 0 0,0-1-1 0 0,1 1 1 0 0,5 6 0 0 0,62 60 216 0 0,-52-55-197 0 0,-2-2-33 0 0,1-1-1 0 0,1-1 0 0 0,0 0 0 0 0,0-1 0 0 0,1-2 1 0 0,1 0-1 0 0,0-1 0 0 0,0 0 0 0 0,0-2 0 0 0,34 5 0 0 0,22 0-28 0 0,127 3 0 0 0,-99-14-110 0 0,117-14 0 0 0,-179 7 169 0 0,1-2-1 0 0,-2-2 1 0 0,1-1 0 0 0,-1-2-1 0 0,-1-2 1 0 0,60-33-1 0 0,-85 40-13 0 0,1-1 0 0 0,-2-1-1 0 0,0 0 1 0 0,17-16 0 0 0,-26 21 2 0 0,0 0 1 0 0,0-1-1 0 0,-1 0 1 0 0,0 0 0 0 0,0 0-1 0 0,0 0 1 0 0,-1-1-1 0 0,0 0 1 0 0,-1 0 0 0 0,4-12-1 0 0,23-89 397 0 0,-29 103-380 0 0,0 1 1 0 0,0-1 0 0 0,-1 1 0 0 0,0-1 0 0 0,0 1-1 0 0,0-1 1 0 0,-1 1 0 0 0,0-1 0 0 0,0 1-1 0 0,0-1 1 0 0,-1 1 0 0 0,0 0 0 0 0,-3-9 0 0 0,-5-14 65 0 0,3-1-11 0 0,7 22-70 0 0,-2-1 0 0 0,1 1 0 0 0,-1 0 0 0 0,0-1 0 0 0,0 1 0 0 0,-1 0 0 0 0,0 0 1 0 0,-1 1-1 0 0,1-1 0 0 0,-1 1 0 0 0,0 0 0 0 0,-1 0 0 0 0,1 0 0 0 0,-1 0 0 0 0,-1 1 0 0 0,-7-8 0 0 0,-68-32 301 0 0,77 43-315 0 0,-1 0 1 0 0,0 0-1 0 0,1 0 0 0 0,-1 0 0 0 0,0 1 0 0 0,0 0 0 0 0,0 0 0 0 0,0 0 0 0 0,0 1 1 0 0,0-1-1 0 0,-6 1 0 0 0,-63 3-721 0 0,62-2 570 0 0,4 0-118 0 0,-1 0-1 0 0,0 1 1 0 0,1 0-1 0 0,0 0 1 0 0,-10 5 0 0 0,11-5-243 0 0,0 1 0 0 0,0-1 0 0 0,0 0 0 0 0,-1-1-1 0 0,1 1 1 0 0,0-2 0 0 0,-9 1 0 0 0,-39-5-4255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0 183 880 0 0,'6'-1'566'0'0,"-1"-1"-1"0"0,1 0 0 0 0,-1 0 1 0 0,1-1-1 0 0,-1 1 0 0 0,0-1 0 0 0,0 0 1 0 0,7-6-1 0 0,-2 1-6 0 0,0-1 0 0 0,-1-1 1 0 0,0 0-1 0 0,14-19 0 0 0,-16 17-394 0 0,1 1 1 0 0,1 0-1 0 0,0 1 1 0 0,18-18-1 0 0,-21 14-132 0 0,-6 11 24 0 0,-1 8 13 0 0,1-5-69 0 0,0 1-1 0 0,0-1 0 0 0,0 1 1 0 0,0-1-1 0 0,0 1 1 0 0,-1-1-1 0 0,1 1 0 0 0,0-1 1 0 0,0 0-1 0 0,-1 1 0 0 0,1-1 1 0 0,0 1-1 0 0,-1-1 1 0 0,1 0-1 0 0,0 1 0 0 0,-1-1 1 0 0,1 0-1 0 0,0 0 1 0 0,-1 1-1 0 0,1-1 0 0 0,-1 0 1 0 0,1 0-1 0 0,-1 0 1 0 0,1 1-1 0 0,0-1 0 0 0,-1 0 1 0 0,1 0-1 0 0,-1 0 1 0 0,1 0-1 0 0,-1 0 0 0 0,1 0 1 0 0,-1 0-1 0 0,1 0 1 0 0,-1 0-1 0 0,1 0 0 0 0,-1 0 1 0 0,0 0-1 0 0,1 0 0 0 0,-1 0 0 0 0,0 0 0 0 0,1-1 0 0 0,-1 1 0 0 0,1 1 0 0 0,-1-1-1 0 0,0 0 1 0 0,1 0 0 0 0,-1 0 0 0 0,1 0 0 0 0,-1 0 0 0 0,1 0 0 0 0,-1 1 0 0 0,1-1 0 0 0,-1 0 0 0 0,0 1 0 0 0,1-1 0 0 0,0 0 0 0 0,-1 1 0 0 0,1-1 0 0 0,-1 0 0 0 0,1 1 0 0 0,-1-1 0 0 0,1 1 0 0 0,0-1 0 0 0,-1 1 0 0 0,1-1 0 0 0,0 1 0 0 0,-1-1 0 0 0,1 1 0 0 0,0-1 0 0 0,0 1 0 0 0,0-1 0 0 0,-1 1 0 0 0,1 0 0 0 0,0-1-1 0 0,0 1 1 0 0,0 3 4 0 0,0-1-1 0 0,0 0 0 0 0,-1 0 1 0 0,1 0-1 0 0,-1 1 0 0 0,0-1 1 0 0,0 0-1 0 0,0 0 0 0 0,0 0 1 0 0,-1-1-1 0 0,-3 7 0 0 0,-7 19 51 0 0,2 35 93 0 0,2-37-24 0 0,-1 0 1 0 0,-19 36 0 0 0,23-52-109 0 0,0 21 26 0 0,5-28-29 0 0,0 0 0 0 0,0 0 0 0 0,0 0 0 0 0,-1-1 0 0 0,1 1 0 0 0,-1 0 0 0 0,1 0 0 0 0,-1-1 0 0 0,-1 5-1 0 0,-8 8 42 0 0,8-14-46 0 0,0 1 0 0 0,1 0 0 0 0,0 0 0 0 0,-1 0 1 0 0,1 0-1 0 0,0 1 0 0 0,0-1 0 0 0,0 0 0 0 0,0 0 1 0 0,0 1-1 0 0,1-1 0 0 0,-1 0 0 0 0,1 1 0 0 0,-1 3 1 0 0,1-4-6 0 0,0-1 1 0 0,0 0-1 0 0,0 0 1 0 0,0 1-1 0 0,-1-1 1 0 0,1 0-1 0 0,-1 0 1 0 0,1 0-1 0 0,-1 1 1 0 0,1-1-1 0 0,-1 0 1 0 0,0 0-1 0 0,1 0 1 0 0,-1 0 0 0 0,0 0-1 0 0,0 0 1 0 0,0 0-1 0 0,0 0 1 0 0,0-1-1 0 0,0 1 1 0 0,0 0-1 0 0,-1 1 1 0 0,-1 2-3 0 0,21-1-72 0 0,-5-1 18 0 0,2-1-1366 0 0,-12-11-3762 0 0,-3-1 2661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7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91 400 0 0,'1'-15'7902'0'0,"0"13"-7794"0"0,-1 0 1 0 0,0 1 0 0 0,0-1 0 0 0,0 0 0 0 0,0 0-1 0 0,0 1 1 0 0,0-1 0 0 0,0 0 0 0 0,-1 0 0 0 0,1 1-1 0 0,-1-1 1 0 0,1 0 0 0 0,-1 1 0 0 0,0-1 0 0 0,1 0-1 0 0,-3-1 1 0 0,-24-7-4 0 0,-2 1 0 0 0,1 2 0 0 0,-1 0 0 0 0,0 3-1 0 0,0 0 1 0 0,-31 0 0 0 0,55 4-25 0 0,0 1-13 0 0,-15 3-67 0 0,19-2-1 0 0,0 0 1 0 0,0 0 0 0 0,0 0 0 0 0,0 0-1 0 0,1 0 1 0 0,-1 0 0 0 0,1 0-1 0 0,-1 0 1 0 0,1 0 0 0 0,0 0 0 0 0,0 0-1 0 0,0 0 1 0 0,0 0 0 0 0,0 0-1 0 0,0 0 1 0 0,1 3 0 0 0,0-1 5 0 0,-1 0 2 0 0,1 0 0 0 0,-1-1 0 0 0,1 1 0 0 0,0 0 0 0 0,1 0 0 0 0,-1-1 0 0 0,1 1 0 0 0,-1 0 0 0 0,5 4 0 0 0,-5-5 4 0 0,1-1 1 0 0,-1 0-1 0 0,1 1 0 0 0,-1-1 0 0 0,0 1 1 0 0,0-1-1 0 0,0 1 0 0 0,0-1 0 0 0,-1 1 1 0 0,1 0-1 0 0,-1-1 0 0 0,1 1 0 0 0,-1 0 1 0 0,0-1-1 0 0,0 1 0 0 0,0 0 1 0 0,0 0-1 0 0,-1-1 0 0 0,1 1 0 0 0,-2 5 1 0 0,-5 5-5 0 0,-12 29 81 0 0,18-40-83 0 0,0 0-1 0 0,1 1 0 0 0,-1-1 1 0 0,1 0-1 0 0,0 0 0 0 0,0 0 1 0 0,0 0-1 0 0,0 0 0 0 0,0 0 1 0 0,0 0-1 0 0,0 1 0 0 0,1-1 1 0 0,-1 0-1 0 0,1 0 0 0 0,0 0 1 0 0,-1 0-1 0 0,1 0 0 0 0,0 0 1 0 0,0-1-1 0 0,2 3 0 0 0,17 12 10 0 0,-15-13 12 0 0,0-3-359 0 0,33-6 224 0 0,40-7 18 0 0,-29 1 69 0 0,1 2 0 0 0,78-5 1 0 0,-124 15 19 0 0,6-1 19 0 0,0 0 0 0 0,-1 0 0 0 0,1 1 0 0 0,0 1 0 0 0,0-1 0 0 0,0 2 0 0 0,-1-1 0 0 0,1 1 0 0 0,-1 1 0 0 0,14 5 0 0 0,-23-8-2 0 0,1 1 0 0 0,0 0 0 0 0,-1-1 0 0 0,1 1 0 0 0,0 0 0 0 0,-1 0 0 0 0,1-1 0 0 0,-1 1 0 0 0,0 0 1 0 0,1 0-1 0 0,-1 0 0 0 0,0 0 0 0 0,1 0 0 0 0,-1 0 0 0 0,0 0 0 0 0,0 0 0 0 0,0 0 0 0 0,0 0 0 0 0,0-1 0 0 0,0 1 0 0 0,0 0 1 0 0,0 0-1 0 0,0 0 0 0 0,0 0 0 0 0,0 0 0 0 0,-1 0 0 0 0,1 0 0 0 0,0 0 0 0 0,-1 0 0 0 0,1 0 0 0 0,-1-1 0 0 0,1 1 0 0 0,-1 0 0 0 0,1 0 1 0 0,-1 0-1 0 0,0-1 0 0 0,1 1 0 0 0,-2 0 0 0 0,-27 31 531 0 0,18-21-337 0 0,1-2 0 0 0,-1 1 0 0 0,0-1 0 0 0,-1-1 0 0 0,0 0 0 0 0,-1-1 0 0 0,1 0 0 0 0,-1 0-1 0 0,-1-2 1 0 0,1 0 0 0 0,-26 7 0 0 0,-7-6 271 0 0,0-1 0 0 0,-61-3 0 0 0,83-3-960 0 0,-1-1 0 0 0,1-2 0 0 0,-31-8 0 0 0,54 12 381 0 0,-1 0 0 0 0,1 0 0 0 0,-1 0-1 0 0,0-1 1 0 0,1 1 0 0 0,-1 0 0 0 0,1-1 0 0 0,-1 0 0 0 0,1 1-1 0 0,-1-1 1 0 0,1 0 0 0 0,0 0 0 0 0,-1 0 0 0 0,1 0-1 0 0,0 0 1 0 0,0 0 0 0 0,-1 0 0 0 0,1 0 0 0 0,0 0 0 0 0,0-1-1 0 0,0 1 1 0 0,0 0 0 0 0,1-1 0 0 0,-1 1 0 0 0,0-1 0 0 0,1 1-1 0 0,-1-1 1 0 0,1 1 0 0 0,-1-1 0 0 0,1 1 0 0 0,-1-1-1 0 0,1 0 1 0 0,0 1 0 0 0,0-1 0 0 0,0 1 0 0 0,0-1 0 0 0,0 0-1 0 0,0 1 1 0 0,1-1 0 0 0,-1 0 0 0 0,0 1 0 0 0,1-1-1 0 0,1-2 1 0 0,2-5-547 0 0,1 1-1 0 0,0-1 1 0 0,1 1-1 0 0,0 0 1 0 0,11-11-1 0 0,-7 7-1568 0 0,-5-7-680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8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79 480 0 0,'1'-1'120'0'0,"0"0"-1"0"0,0 0 1 0 0,0 0 0 0 0,0 0-1 0 0,0 0 1 0 0,0 1-1 0 0,0-1 1 0 0,0 1 0 0 0,0-1-1 0 0,0 0 1 0 0,0 1-1 0 0,0 0 1 0 0,0-1 0 0 0,1 1-1 0 0,-1 0 1 0 0,0-1-1 0 0,0 1 1 0 0,0 0 0 0 0,1 0-1 0 0,1 0 1 0 0,-2 0 63 0 0,4-2 5179 0 0,-5 3-4935 0 0,-5-1-53 0 0,-17 4-199 0 0,0 2 0 0 0,0 0 1 0 0,1 1-1 0 0,0 2 0 0 0,-37 19 1 0 0,53-25-161 0 0,3-3-9 0 0,0 0 0 0 0,0 1 0 0 0,0-1 0 0 0,1 1 0 0 0,-1 0 0 0 0,0 0 0 0 0,1 0 0 0 0,-1 0 0 0 0,0 0 0 0 0,1 0 0 0 0,-1 0 0 0 0,1 0-1 0 0,0 1 1 0 0,-1-1 0 0 0,1 0 0 0 0,0 1 0 0 0,0-1 0 0 0,0 1 0 0 0,0-1 0 0 0,0 1 0 0 0,0 0 0 0 0,0-1 0 0 0,1 1 0 0 0,-1 0 0 0 0,1 0 0 0 0,-1 0 0 0 0,1-1 0 0 0,-1 4 0 0 0,1-4 1 0 0,0 0 0 0 0,0 1 0 0 0,0-1 0 0 0,0 0 0 0 0,-1 0 0 0 0,1 0 0 0 0,0 1 0 0 0,-1-1 0 0 0,1 0 0 0 0,-1 0 0 0 0,0 0 0 0 0,1 0 0 0 0,-1 0 0 0 0,0 0 0 0 0,1 0 0 0 0,-1 0 0 0 0,0 0 0 0 0,0 0 0 0 0,0-1 0 0 0,0 1 0 0 0,0 0 0 0 0,0 0 0 0 0,0-1 0 0 0,-1 1 0 0 0,1 0-5 0 0,0-1 1 0 0,0 1-1 0 0,0-1 0 0 0,1 1 0 0 0,-1-1 0 0 0,0 1 0 0 0,0-1 1 0 0,1 1-1 0 0,-1 0 0 0 0,0-1 0 0 0,1 1 0 0 0,-1 0 0 0 0,1 0 0 0 0,-1 0 1 0 0,1-1-1 0 0,-1 1 0 0 0,1 0 0 0 0,-1 0 0 0 0,1 0 0 0 0,0 0 0 0 0,0 0 1 0 0,-1 0-1 0 0,1 1 0 0 0,-3 1-2 0 0,36 12 0 0 0,-16-11 0 0 0,1-1 0 0 0,-1-1 0 0 0,0-1 0 0 0,1 0-1 0 0,29-3 1 0 0,0 0-12 0 0,-22 2 0 0 0,0-1 1 0 0,0-1 0 0 0,-1-1 0 0 0,1-1 0 0 0,33-10 0 0 0,-57 14 10 0 0,0-1 1 0 0,1 1-1 0 0,-1 0 0 0 0,1-1 1 0 0,-1 1-1 0 0,0-1 1 0 0,0 1-1 0 0,1-1 0 0 0,-1 0 1 0 0,0 1-1 0 0,0-1 0 0 0,0 0 1 0 0,1 0-1 0 0,-1 0 1 0 0,0 0-1 0 0,0 0 0 0 0,-1 0 1 0 0,1 0-1 0 0,0 0 0 0 0,0 0 1 0 0,0-1-1 0 0,-1 1 1 0 0,1 0-1 0 0,-1 0 0 0 0,1-1 1 0 0,-1 1-1 0 0,1 0 0 0 0,-1-1 1 0 0,0 1-1 0 0,1-1 1 0 0,-1-2-1 0 0,-1 1 2 0 0,-1-1 0 0 0,0 1 1 0 0,1-1-1 0 0,-1 1 0 0 0,0 0 0 0 0,-1-1 1 0 0,1 1-1 0 0,0 0 0 0 0,-1 0 0 0 0,0 1 1 0 0,1-1-1 0 0,-1 1 0 0 0,-1-1 0 0 0,1 1 1 0 0,-6-4-1 0 0,-32-16 28 0 0,0 1 1 0 0,-1 2-1 0 0,-1 1 0 0 0,-62-15 1 0 0,87 28-26 0 0,0 1 1 0 0,0 1 0 0 0,-18-1-1 0 0,31 3-32 0 0,1 1 0 0 0,-1 0 0 0 0,1 1 1 0 0,-1-1-1 0 0,1 1 0 0 0,0 0 0 0 0,-1 0 0 0 0,1 0 0 0 0,0 0 0 0 0,0 1 0 0 0,0 0 0 0 0,0 0 0 0 0,0 0 0 0 0,-7 5 0 0 0,10-6-79 0 0,-1-1 0 0 0,1 1 0 0 0,0-1-1 0 0,0 1 1 0 0,0 0 0 0 0,0-1 0 0 0,0 1 0 0 0,0 0-1 0 0,0 0 1 0 0,0 0 0 0 0,1 0 0 0 0,-1 0-1 0 0,0 0 1 0 0,0 0 0 0 0,1 0 0 0 0,-1 0-1 0 0,0 0 1 0 0,1 0 0 0 0,-1 1 0 0 0,1-1-1 0 0,0 0 1 0 0,-1 0 0 0 0,1 0 0 0 0,0 1-1 0 0,0 1 1 0 0,3-1-245 0 0,0-1-1 0 0,0 0 1 0 0,0 1 0 0 0,0-1-1 0 0,0 0 1 0 0,1 0 0 0 0,-1-1-1 0 0,0 1 1 0 0,1-1 0 0 0,-1 0-1 0 0,6 0 1 0 0,21 1-2383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7 240 0 0,'0'0'7670'0'0,"1"1"-7020"0"0,-7 2-486 0 0,-19-2 1343 0 0,55-6-1320 0 0,47 1-23 0 0,27 1-34 0 0,158 15-2278 0 0,-252-12 67 0 0,-15 0-507 0 0,-20 0-186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49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0 640 0 0,'0'12'2241'0'0,"0"-4"-240"0"0,0 3-480 0 0,0 16 80 0 0,0-2-481 0 0,0 6-319 0 0,0 15-401 0 0,30-15-160 0 0,-30-6-240 0 0,0-6 0 0 0,0 0 0 0 0,0-11-480 0 0,0-16-561 0 0,0 2-239 0 0,0-7-641 0 0,0 7-721 0 0,30-7 241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1761 0 0,'5'0'1814'0'0,"-5"0"-1619"0"0,1 0-37 0 0,1 0-1 0 0,-1 1 1 0 0,0-1-1 0 0,1 0 0 0 0,-1 0 1 0 0,0 0-1 0 0,1-1 0 0 0,-1 1 1 0 0,0 0-1 0 0,1 0 0 0 0,-1-1 1 0 0,0 1-1 0 0,1-1 1 0 0,-1 1-1 0 0,0-1 0 0 0,0 1 1 0 0,2-2-1 0 0,-3 1 964 0 0,-1-1 145 0 0,7-1-1078 0 0,-5 3-110 0 0,0 1-56 0 0,0-1 1 0 0,0 0-1 0 0,0 0 1 0 0,0 0-1 0 0,0 0 1 0 0,0 0-1 0 0,0 0 1 0 0,0 0-1 0 0,0 0 0 0 0,0-1 1 0 0,0 1-1 0 0,0 0 1 0 0,0 0-1 0 0,0-1 1 0 0,0 1-1 0 0,0-1 1 0 0,0 1-1 0 0,-1-1 1 0 0,1 1-1 0 0,0-1 1 0 0,0 1-1 0 0,0-1 1 0 0,-1 0-1 0 0,2-1 1 0 0,-1-1-10 0 0,1 0 0 0 0,0 1 0 0 0,0-1 0 0 0,-1 0 0 0 0,1 1 1 0 0,1-1-1 0 0,-1 1 0 0 0,0-1 0 0 0,1 1 0 0 0,-1 0 0 0 0,1 0 0 0 0,0 0 1 0 0,5-2-1 0 0,11-11-10 0 0,12-17 63 0 0,-31 32-65 0 0,1-1-1 0 0,-1 1 1 0 0,0-1 0 0 0,1 0-1 0 0,-1 1 1 0 0,1-1 0 0 0,-1 0-1 0 0,0 1 1 0 0,0-1-1 0 0,1 0 1 0 0,-1 0 0 0 0,0 1-1 0 0,0-1 1 0 0,0 0-1 0 0,0 0 1 0 0,0 1 0 0 0,0-1-1 0 0,0 0 1 0 0,0 0-1 0 0,0 1 1 0 0,0-2 0 0 0,0 2-1 0 0,0-1 0 0 0,-1 1 1 0 0,1-1-1 0 0,0 0 1 0 0,0 1-1 0 0,0-1 1 0 0,0 1-1 0 0,0-1 0 0 0,0 1 1 0 0,0-1-1 0 0,0 1 1 0 0,0-1-1 0 0,0 1 0 0 0,1-1 1 0 0,-1 1-1 0 0,0-1 1 0 0,0 1-1 0 0,0-1 1 0 0,1 1-1 0 0,-1 0 0 0 0,0-1 1 0 0,1 1-1 0 0,-1-1 1 0 0,0 1-1 0 0,1-1 0 0 0,-1 1 1 0 0,0 0-1 0 0,1-1 1 0 0,-1 1-1 0 0,1 0 1 0 0,0-1-1 0 0,19-4 67 0 0,-20 5-61 0 0,0 0 0 0 0,0 0 0 0 0,1 0 0 0 0,-1 0 0 0 0,0 0 0 0 0,0 1 0 0 0,1-1 0 0 0,-1 0 0 0 0,0 0 0 0 0,0 0 0 0 0,1 0 0 0 0,-1 0 0 0 0,0 0 0 0 0,0 0 0 0 0,0 0 0 0 0,1 1 0 0 0,-1-1 0 0 0,0 0 1 0 0,0 0-1 0 0,0 0 0 0 0,0 0 0 0 0,1 1 0 0 0,-1-1 0 0 0,0 0 0 0 0,0 0 0 0 0,0 0 0 0 0,0 1 0 0 0,0-1 0 0 0,0 0 0 0 0,0 0 0 0 0,0 1 0 0 0,1-1 0 0 0,-1 0 0 0 0,0 0 0 0 0,0 0 0 0 0,0 1 0 0 0,0-1 0 0 0,0 0 0 0 0,0 0 0 0 0,0 1 0 0 0,0-1 1 0 0,-1 0-1 0 0,1 0 0 0 0,0 1 0 0 0,0-1 0 0 0,0 0 0 0 0,0 0 0 0 0,0 1 0 0 0,-5 16 138 0 0,0-7-79 0 0,-3 8 29 0 0,0 0-1 0 0,1 0 1 0 0,0 1-1 0 0,2 0 1 0 0,0 0-1 0 0,1 0 1 0 0,1 1-1 0 0,-1 27 1 0 0,3-33-253 0 0,1-14 88 0 0,0-1 1 0 0,0 0-1 0 0,0 1 0 0 0,0-1 0 0 0,0 1 0 0 0,0-1 1 0 0,0 0-1 0 0,0 1 0 0 0,1-1 0 0 0,-1 1 0 0 0,0-1 0 0 0,0 0 1 0 0,1 1-1 0 0,-1-1 0 0 0,0 1 0 0 0,1-1 0 0 0,-1 1 1 0 0,1-1-1 0 0,-1 1 0 0 0,1-1 0 0 0,-1 1 0 0 0,1-1 0 0 0,5-1-205 0 0,-5 2 207 0 0,0 0 0 0 0,0 0 0 0 0,-1 0 0 0 0,1 0 1 0 0,0 0-1 0 0,0 0 0 0 0,0 0 0 0 0,-1-1 0 0 0,1 1 0 0 0,0 0 1 0 0,0-1-1 0 0,-1 1 0 0 0,1-1 0 0 0,0 1 0 0 0,-1-1 1 0 0,1 1-1 0 0,0-1 0 0 0,-1 1 0 0 0,1-1 0 0 0,-1 0 0 0 0,1 1 1 0 0,-1-1-1 0 0,1 0 0 0 0,-1 1 0 0 0,1-1 0 0 0,-1 0 1 0 0,0 0-1 0 0,1 1 0 0 0,-1-1 0 0 0,0 0 0 0 0,0 0 0 0 0,1-1 1 0 0,-1 1-69 0 0,0 0 0 0 0,0 0 1 0 0,0 0-1 0 0,1 0 0 0 0,-1 0 1 0 0,0 0-1 0 0,1 0 0 0 0,-1 0 1 0 0,1 0-1 0 0,-1 0 0 0 0,1 1 1 0 0,-1-1-1 0 0,1 0 0 0 0,-1 0 1 0 0,1 0-1 0 0,0 1 0 0 0,0-1 1 0 0,-1 0-1 0 0,1 1 1 0 0,0-1-1 0 0,0 1 0 0 0,0-1 1 0 0,0 1-1 0 0,0-1 0 0 0,1 0 1 0 0,7-4-873 0 0,-4-13-1206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247 123 1361 0 0,'0'0'5375'0'0,"-5"0"-4241"0"0,-8 0-890 0 0,1 0 0 0 0,-1 2 0 0 0,0-1-1 0 0,1 2 1 0 0,-1-1 0 0 0,1 2 0 0 0,0 0-1 0 0,0 0 1 0 0,0 1 0 0 0,-15 9-1 0 0,17-9-202 0 0,1-1 28 0 0,-1 0 0 0 0,1 1 0 0 0,1 0 0 0 0,-1 1 0 0 0,-8 6 0 0 0,16-10-61 0 0,-1-1 0 0 0,1 0 0 0 0,-1 1 0 0 0,1-1 0 0 0,0 1 0 0 0,-1-1 0 0 0,1 1 0 0 0,0-1 0 0 0,0 1 0 0 0,0 0 0 0 0,1 0 0 0 0,-1-1 0 0 0,0 1 0 0 0,1 0 0 0 0,-1 0 0 0 0,1 0 0 0 0,-1 0 0 0 0,1 0 0 0 0,0 0 0 0 0,0 0 0 0 0,0 0 0 0 0,0 0 0 0 0,0 0 0 0 0,0 0-1 0 0,1 0 1 0 0,-1-1 0 0 0,1 1 0 0 0,-1 0 0 0 0,1 0 0 0 0,0 0 0 0 0,-1 0 0 0 0,1-1 0 0 0,0 1 0 0 0,2 3 0 0 0,4 2-1 0 0,0 1 0 0 0,0-1-1 0 0,1 0 1 0 0,-1-1 0 0 0,1 0-1 0 0,1 0 1 0 0,-1-1 0 0 0,1 0-1 0 0,17 7 1 0 0,7-2-30 0 0,1-1 1 0 0,0-2-1 0 0,1-2 0 0 0,-1-1 0 0 0,1-1 1 0 0,0-2-1 0 0,0-2 0 0 0,0-1 1 0 0,63-12-1 0 0,-89 10 11 0 0,-1 0-1 0 0,1-1 1 0 0,-1 0-1 0 0,1 0 1 0 0,-1-1-1 0 0,-1 0 1 0 0,1 0-1 0 0,-1-1 1 0 0,0 0-1 0 0,-1 0 1 0 0,1-1-1 0 0,7-12 1 0 0,-6 9 14 0 0,-4 7 8 0 0,-1-1 0 0 0,1 1 0 0 0,-1-1 0 0 0,0 0 0 0 0,-1 0 0 0 0,1 0-1 0 0,-1 0 1 0 0,0-1 0 0 0,0 1 0 0 0,-1 0 0 0 0,1-1 0 0 0,-1 1 0 0 0,-1-1 0 0 0,1 0 0 0 0,-1 1 0 0 0,0-1 0 0 0,0 0 0 0 0,0 1-1 0 0,-1-1 1 0 0,0 1 0 0 0,0-1 0 0 0,0 1 0 0 0,-1-1 0 0 0,0 1 0 0 0,0 0 0 0 0,0-1 0 0 0,-1 1 0 0 0,0 1 0 0 0,0-1 0 0 0,0 0-1 0 0,0 1 1 0 0,-1-1 0 0 0,0 1 0 0 0,1 0 0 0 0,-2 0 0 0 0,1 0 0 0 0,0 1 0 0 0,-8-5 0 0 0,-4-1-192 0 0,0 1 0 0 0,0 0 0 0 0,-1 1 0 0 0,0 1 0 0 0,-1 1 0 0 0,1 0 0 0 0,-1 1 0 0 0,0 1-1 0 0,0 1 1 0 0,0 0 0 0 0,0 2 0 0 0,0 0 0 0 0,0 1 0 0 0,-1 0 0 0 0,1 2 0 0 0,-24 6 0 0 0,-18 3-4633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66 1601 0 0,'20'-4'2138'0'0,"0"-1"1"0"0,26-11 0 0 0,-46 15-2071 0 0,1 0-1 0 0,0 0 1 0 0,-1-1 0 0 0,1 1-1 0 0,0 0 1 0 0,-1 0 0 0 0,0-1-1 0 0,1 1 1 0 0,-1 0 0 0 0,0-1-1 0 0,1 1 1 0 0,-1 0-1 0 0,0-1 1 0 0,0 1 0 0 0,0 0-1 0 0,0-1 1 0 0,-1 1 0 0 0,1 0-1 0 0,0-1 1 0 0,0 1 0 0 0,-1 0-1 0 0,1-1 1 0 0,-1 1 0 0 0,1 0-1 0 0,-1 0 1 0 0,0 0 0 0 0,0-2-1 0 0,-15 1 43 0 0,0 1 0 0 0,0 0 0 0 0,0 1 0 0 0,0 1 0 0 0,0 1 1 0 0,1 0-1 0 0,-25 7 0 0 0,19-5-38 0 0,7-2-29 0 0,0 1 1 0 0,1 0-1 0 0,-1 1 1 0 0,1 1 0 0 0,-14 6-1 0 0,0 0 51 0 0,-15 7 46 0 0,40-18-129 0 0,1 1 0 0 0,0-1 0 0 0,-1 1 0 0 0,1 0 0 0 0,0-1 0 0 0,0 1 0 0 0,0 0 1 0 0,0 0-1 0 0,0 0 0 0 0,0 0 0 0 0,0 0 0 0 0,0 0 0 0 0,0 0 0 0 0,0 0 0 0 0,0 0 0 0 0,0 1 1 0 0,1-1-1 0 0,-1 0 0 0 0,1 1 0 0 0,-2 1 0 0 0,1 0 1 0 0,0 0 1 0 0,0 0-1 0 0,0 0 1 0 0,-1 0-1 0 0,1-1 1 0 0,-1 1-1 0 0,0-1 1 0 0,0 1-1 0 0,0-1 1 0 0,0 0-1 0 0,0 1 0 0 0,-1-1 1 0 0,1 0-1 0 0,-5 2 1 0 0,-17 21 40 0 0,11 0-24 0 0,10-21-23 0 0,0 1 0 0 0,0 0-1 0 0,1 0 1 0 0,0 0 0 0 0,0 1 0 0 0,0-1 0 0 0,1 0 0 0 0,-1 1 0 0 0,1 0 0 0 0,0 6-1 0 0,1-10-2 0 0,0 1 0 0 0,-1 0 0 0 0,1 0 0 0 0,-1 0 0 0 0,1 0 0 0 0,-1-1 0 0 0,0 1 0 0 0,0 0-1 0 0,0-1 1 0 0,-1 1 0 0 0,1-1 0 0 0,0 1 0 0 0,-4 4 0 0 0,3-5 0 0 0,0 0 0 0 0,1 0-1 0 0,-1 1 1 0 0,1-1 0 0 0,0 1 0 0 0,-1-1 0 0 0,1 1-1 0 0,1-1 1 0 0,-1 1 0 0 0,0 0 0 0 0,1 0 0 0 0,-1-1 0 0 0,1 7-1 0 0,-1-1 3 0 0,0-5-10 0 0,1 0 1 0 0,-1 0-1 0 0,1 0 0 0 0,0 0 0 0 0,0 1 1 0 0,0-1-1 0 0,0 0 0 0 0,1 0 0 0 0,-1 0 1 0 0,1 0-1 0 0,0 0 0 0 0,0 0 0 0 0,0 0 1 0 0,2 4-1 0 0,14 7 55 0 0,-14-11-57 0 0,0 0 0 0 0,0-1 0 0 0,1 1 0 0 0,0 0-1 0 0,-1-1 1 0 0,1 0 0 0 0,0 0 0 0 0,6 2 0 0 0,14 7-56 0 0,-20-9 51 0 0,-1 0 0 0 0,1 0 0 0 0,0-1 0 0 0,0 1 0 0 0,0-1 0 0 0,0 0-1 0 0,5 1 1 0 0,5-1-27 0 0,55 6-59 0 0,0-3 0 0 0,81-5 0 0 0,-147 1 86 0 0,0 0 1 0 0,-1 0-1 0 0,1 0 1 0 0,0 0-1 0 0,-1-1 0 0 0,1 1 1 0 0,0-1-1 0 0,-1 0 1 0 0,1 0-1 0 0,-1 0 1 0 0,1 0-1 0 0,-1 0 0 0 0,0-1 1 0 0,1 1-1 0 0,-1-1 1 0 0,0 1-1 0 0,0-1 1 0 0,0 0-1 0 0,2-2 0 0 0,-2-1-4 0 0,0 0-1 0 0,0 0 0 0 0,-1 0 0 0 0,0 0 0 0 0,0 0 0 0 0,0-1 0 0 0,-1 1 0 0 0,0 0 1 0 0,0-10-1 0 0,-1 10 19 0 0,0 1-1 0 0,0-1 1 0 0,0 1 0 0 0,-1-1 0 0 0,1 1 0 0 0,-1 0 0 0 0,0-1-1 0 0,0 1 1 0 0,0 0 0 0 0,-1 1 0 0 0,0-1 0 0 0,1 0 0 0 0,-1 1 0 0 0,-1-1-1 0 0,1 1 1 0 0,0 0 0 0 0,-1 0 0 0 0,0 0 0 0 0,1 0 0 0 0,-6-2 0 0 0,-10-6 42 0 0,-1-1 1 0 0,-36-13 0 0 0,43 19-28 0 0,-65-21 46 0 0,48 26-63 0 0,29 1 5 0 0,-1 0-1 0 0,1 0 1 0 0,0 0-1 0 0,0 0 0 0 0,-1 0 1 0 0,1 1-1 0 0,0-1 1 0 0,-1 0-1 0 0,1 0 1 0 0,0 1-1 0 0,0-1 1 0 0,0 1-1 0 0,-1-1 1 0 0,1 1-1 0 0,0 0 1 0 0,0-1-1 0 0,0 1 1 0 0,0 0-1 0 0,0 0 0 0 0,0 0 1 0 0,0-1-1 0 0,0 1 1 0 0,0 2-1 0 0,1-2-91 0 0,0 0-1 0 0,0 0 1 0 0,1 0-1 0 0,-1 0 1 0 0,1 0-1 0 0,-1 0 0 0 0,1 0 1 0 0,-1 0-1 0 0,1-1 1 0 0,0 1-1 0 0,-1 0 1 0 0,1 0-1 0 0,0-1 1 0 0,0 1-1 0 0,-1 0 1 0 0,1-1-1 0 0,0 1 0 0 0,0 0 1 0 0,0-1-1 0 0,0 1 1 0 0,1 0-1 0 0,4 2-544 0 0,0-1 1 0 0,0 1-1 0 0,0-1 0 0 0,0 0 0 0 0,0 0 0 0 0,0 0 1 0 0,1-1-1 0 0,-1 0 0 0 0,12 0 0 0 0,12-8-1796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25 560 0 0,'-3'11'7778'0'0,"-9"-5"-6610"0"0,-8 4-1070 0 0,3 3 145 0 0,0-1 0 0 0,-1-1 0 0 0,-26 12-1 0 0,28-16-121 0 0,1 1 0 0 0,0 1-1 0 0,1 0 1 0 0,-26 22-1 0 0,38-28-118 0 0,0 1-1 0 0,0-1 1 0 0,1 1-1 0 0,-1 0 1 0 0,1-1-1 0 0,0 1 1 0 0,0 0-1 0 0,0 0 1 0 0,1 0-1 0 0,-1-1 1 0 0,1 1-1 0 0,0 0 1 0 0,0 0-1 0 0,0 0 1 0 0,1 0-1 0 0,1 5 1 0 0,-1 6 12 0 0,-1-12-8 0 0,0 1 0 0 0,1-1-1 0 0,0 0 1 0 0,0 1 0 0 0,0-1-1 0 0,0 0 1 0 0,0 0 0 0 0,1 0-1 0 0,-1 1 1 0 0,1-2 0 0 0,0 1-1 0 0,0 0 1 0 0,0 0 0 0 0,4 4-1 0 0,42 35 96 0 0,-29-26-86 0 0,-11-10-20 0 0,1 0 1 0 0,-1-1 0 0 0,1 0-1 0 0,0-1 1 0 0,0 0 0 0 0,1 0-1 0 0,-1-1 1 0 0,17 4 0 0 0,83 10-62 0 0,-78-14 51 0 0,-1 1-36 0 0,1-2 0 0 0,52-3 0 0 0,-70 0 18 0 0,1-1 1 0 0,-1 0-1 0 0,1-1 0 0 0,-1 0 1 0 0,0-1-1 0 0,0 0 1 0 0,16-9-1 0 0,-25 11 20 0 0,-1-1 1 0 0,0 1-1 0 0,0-1 1 0 0,0 0-1 0 0,0 0 1 0 0,-1 0-1 0 0,1-1 1 0 0,-1 1-1 0 0,4-6 0 0 0,3-5-8 0 0,-5 7 39 0 0,0-1-1 0 0,0 0 1 0 0,0 0-1 0 0,-1-1 1 0 0,0 1-1 0 0,0-1 1 0 0,-1 0 0 0 0,-1 1-1 0 0,1-1 1 0 0,-1 0-1 0 0,-1 0 1 0 0,0 0-1 0 0,0 0 1 0 0,-1 0-1 0 0,0 0 1 0 0,0 0-1 0 0,-1 1 1 0 0,0-1-1 0 0,-1 0 1 0 0,1 1-1 0 0,-2 0 1 0 0,1-1-1 0 0,-1 1 1 0 0,-1 1 0 0 0,1-1-1 0 0,-1 0 1 0 0,-1 1-1 0 0,1 0 1 0 0,-1 1-1 0 0,0-1 1 0 0,-1 1-1 0 0,0 0 1 0 0,0 1-1 0 0,-9-6 1 0 0,-12-2-82 0 0,-1 1 1 0 0,0 1-1 0 0,0 2 0 0 0,-1 1 1 0 0,0 2-1 0 0,-1 0 1 0 0,0 3-1 0 0,1 0 0 0 0,-1 2 1 0 0,0 1-1 0 0,0 1 0 0 0,-52 10 1 0 0,23 8-2232 0 0,25 5-2814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9:5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35 292 2241 0 0,'0'-14'4683'0'0,"0"-17"-2576"0"0,0 29-2071 0 0,0-1-1 0 0,1 1 1 0 0,-1 0 0 0 0,0-1 0 0 0,1 1 0 0 0,0 0 0 0 0,-1-1-1 0 0,1 1 1 0 0,0 0 0 0 0,0 0 0 0 0,0 0 0 0 0,1-1 0 0 0,-1 1-1 0 0,0 1 1 0 0,3-4 0 0 0,-2 3-21 0 0,0 0 0 0 0,-1 0 0 0 0,0 1 0 0 0,1-1 0 0 0,-1 0 0 0 0,0-1 0 0 0,0 1 0 0 0,0 0 0 0 0,0 0 0 0 0,-1 0 0 0 0,1-1 0 0 0,-1 1 0 0 0,1 0 0 0 0,-1 0 0 0 0,0-4 1 0 0,-1-17 117 0 0,1 17-108 0 0,-1 0 1 0 0,1 1-1 0 0,0-1 0 0 0,0 0 1 0 0,1 0-1 0 0,-1 1 0 0 0,1-1 1 0 0,1 0-1 0 0,1-7 0 0 0,7-3 25 0 0,-8 13-30 0 0,0 0 0 0 0,0 0 0 0 0,-1-1 1 0 0,1 1-1 0 0,-1 0 0 0 0,0-1 1 0 0,1 1-1 0 0,-2-1 0 0 0,1 1 1 0 0,0-1-1 0 0,-1 0 0 0 0,1 1 1 0 0,-1-6-1 0 0,0-6 157 0 0,-1 31-45 0 0,-3 33 52 0 0,-1-38-149 0 0,1-4-6 0 0,1-1 0 0 0,0 1-1 0 0,1 1 1 0 0,0-1 0 0 0,0 0 0 0 0,0 0-1 0 0,1 1 1 0 0,-1 12 0 0 0,1-11-3 0 0,0 0 0 0 0,-1 1 0 0 0,-1-1 0 0 0,1 0 0 0 0,-1 0 0 0 0,-1 0 0 0 0,0-1 0 0 0,0 1 0 0 0,-1-1 0 0 0,-6 9 0 0 0,-4 9 8 0 0,13-18-28 0 0,0-1 0 0 0,0 1-1 0 0,0 0 1 0 0,1 0 0 0 0,1-1 0 0 0,-1 1 0 0 0,1 0 0 0 0,1 0-1 0 0,1 13 1 0 0,0 11 16 0 0,-2-17-1996 0 0,0-32-4349 0 0,0 5 3908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0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0 1361 0 0,'1'10'4372'0'0,"-1"-9"-4301"0"0,0 0-1 0 0,0 1 1 0 0,1-1-1 0 0,-1 0 1 0 0,0 0-1 0 0,0 0 0 0 0,-1 0 1 0 0,1 0-1 0 0,0 0 1 0 0,0 0-1 0 0,0 0 1 0 0,-1 0-1 0 0,1 0 1 0 0,0 0-1 0 0,-1 0 1 0 0,1 0-1 0 0,-1-1 1 0 0,1 1-1 0 0,-1 0 0 0 0,0 0 1 0 0,0 1-1 0 0,-7 0 49 0 0,7-2-99 0 0,1 0 1 0 0,-1 1 0 0 0,0-1-1 0 0,0 0 1 0 0,0 0-1 0 0,0 1 1 0 0,1-1 0 0 0,-1 0-1 0 0,0 1 1 0 0,0-1-1 0 0,1 1 1 0 0,-1-1 0 0 0,0 1-1 0 0,1-1 1 0 0,-1 1-1 0 0,0-1 1 0 0,1 1 0 0 0,-1 0-1 0 0,1-1 1 0 0,-1 1-1 0 0,1 0 1 0 0,-1 0-1 0 0,1-1 1 0 0,0 1 0 0 0,-1 0-1 0 0,1 0 1 0 0,0 0-1 0 0,0-1 1 0 0,0 1 0 0 0,-1 0-1 0 0,1 0 1 0 0,0 0-1 0 0,0 0 1 0 0,0 0 0 0 0,0-1-1 0 0,1 3 1 0 0,-3 0 35 0 0,-1 0 0 0 0,1 0 0 0 0,0-1 0 0 0,-1 1 0 0 0,0 0 0 0 0,0-1 0 0 0,0 1 0 0 0,0-1 0 0 0,0 0 0 0 0,0 0 1 0 0,0 0-1 0 0,-1-1 0 0 0,1 1 0 0 0,0-1 0 0 0,-5 2 0 0 0,-27 16 461 0 0,28-11-385 0 0,0-2 0 0 0,-1 1 0 0 0,0-1 1 0 0,0 0-1 0 0,0-1 0 0 0,-17 9 0 0 0,-25 17 90 0 0,50-31-219 0 0,-1 0 0 0 0,1 1 0 0 0,0-1 0 0 0,-1 0 0 0 0,1 1 0 0 0,-1-1 0 0 0,1 0-1 0 0,0 1 1 0 0,-1-1 0 0 0,1 1 0 0 0,-1-1 0 0 0,1 0 0 0 0,0 1 0 0 0,0-1 0 0 0,-1 1 0 0 0,1-1 0 0 0,0 1 0 0 0,0-1 0 0 0,0 1 0 0 0,0-1 0 0 0,-1 1 0 0 0,1-1 0 0 0,0 1 0 0 0,0-1-1 0 0,0 1 1 0 0,0 0 0 0 0,0-1 0 0 0,0 1 0 0 0,0-1 0 0 0,1 1 0 0 0,-1-1 0 0 0,0 1 0 0 0,0-1 0 0 0,0 1 0 0 0,0-1 0 0 0,1 1 0 0 0,-1-1 0 0 0,0 1 0 0 0,0-1 0 0 0,1 0 0 0 0,-1 1 0 0 0,0-1-1 0 0,1 1 1 0 0,-1-1 0 0 0,1 0 0 0 0,0 1 0 0 0,19 10 28 0 0,-19-11-27 0 0,13 7 3 0 0,0-1-1 0 0,-1 0 1 0 0,2-1-1 0 0,-1 0 0 0 0,0-2 1 0 0,1 1-1 0 0,0-2 1 0 0,19 1-1 0 0,11 0-75 0 0,64-5 0 0 0,-102 2 63 0 0,0-1 0 0 0,-1 0-1 0 0,1-1 1 0 0,-1 0 0 0 0,0 0-1 0 0,1 0 1 0 0,-1 0 0 0 0,6-4 0 0 0,-10 5 4 0 0,0 0 0 0 0,0-1 1 0 0,0 1-1 0 0,0 0 1 0 0,0-1-1 0 0,0 1 0 0 0,-1-1 1 0 0,1 1-1 0 0,0-1 1 0 0,-1 0-1 0 0,1 0 0 0 0,-1 0 1 0 0,0 0-1 0 0,1 0 1 0 0,-1 0-1 0 0,0 0 0 0 0,0 0 1 0 0,-1-1-1 0 0,1 1 1 0 0,0 0-1 0 0,-1 0 1 0 0,1-3-1 0 0,-1 2 2 0 0,-1 0 0 0 0,1 1 0 0 0,-1-1 0 0 0,0 1 1 0 0,0-1-1 0 0,0 0 0 0 0,0 1 0 0 0,0 0 0 0 0,-1-1 0 0 0,1 1 0 0 0,-1 0 1 0 0,0 0-1 0 0,1-1 0 0 0,-1 1 0 0 0,-3-2 0 0 0,-42-34 1 0 0,39 33-5 0 0,1-1 1 0 0,0 1 0 0 0,0-1 0 0 0,-11-13 0 0 0,16 16-38 0 0,1 1 1 0 0,-1-1 0 0 0,-1 1-1 0 0,1 0 1 0 0,0 0-1 0 0,0-1 1 0 0,-1 1 0 0 0,0 1-1 0 0,1-1 1 0 0,-1 0 0 0 0,0 1-1 0 0,0-1 1 0 0,1 1 0 0 0,-1 0-1 0 0,-5-1 1 0 0,-8-4-395 0 0,15 5 233 0 0,1 1 0 0 0,-1-1-1 0 0,1 1 1 0 0,-1-1 0 0 0,1 1-1 0 0,0-1 1 0 0,-1 1 0 0 0,1-1 0 0 0,-1 1-1 0 0,1-1 1 0 0,0 0 0 0 0,0 1-1 0 0,-1-1 1 0 0,1 1 0 0 0,0-1 0 0 0,0 0-1 0 0,0 1 1 0 0,0-1 0 0 0,0 0-1 0 0,0 1 1 0 0,0-1 0 0 0,0 0 0 0 0,0 1-1 0 0,0-1 1 0 0,0 0 0 0 0,0 1-1 0 0,0-1 1 0 0,1-1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0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42 1441 0 0,'-6'-8'4012'0'0,"5"8"-3957"0"0,0-1 1 0 0,0 1 0 0 0,1 0 0 0 0,-1-1 0 0 0,0 1 0 0 0,0 0 0 0 0,0 0-1 0 0,0 0 1 0 0,0-1 0 0 0,1 1 0 0 0,-1 0 0 0 0,0 0 0 0 0,0 0 0 0 0,0 1-1 0 0,0-1 1 0 0,0 0 0 0 0,1 0 0 0 0,-1 0 0 0 0,0 1 0 0 0,0-1 0 0 0,0 0-1 0 0,1 1 1 0 0,-1-1 0 0 0,0 0 0 0 0,0 1 0 0 0,1-1 0 0 0,-2 2 0 0 0,2-2-33 0 0,-1 1 0 0 0,1 0 1 0 0,-1-1-1 0 0,1 1 1 0 0,-1 0-1 0 0,1-1 1 0 0,-1 1-1 0 0,1-1 0 0 0,-1 1 1 0 0,1-1-1 0 0,-1 1 1 0 0,0-1-1 0 0,1 0 1 0 0,-1 1-1 0 0,0-1 1 0 0,1 0-1 0 0,-1 1 0 0 0,0-1 1 0 0,0 0-1 0 0,1 0 1 0 0,-2 0-1 0 0,-19 11 475 0 0,-15 11 118 0 0,29-18-504 0 0,0-1 0 0 0,0 1 0 0 0,0 1-1 0 0,0-1 1 0 0,1 1 0 0 0,0 0 0 0 0,0 1 0 0 0,0-1 0 0 0,-5 8-1 0 0,6-3 29 0 0,4-8-119 0 0,0 0 0 0 0,1-1 0 0 0,-1 1 0 0 0,0-1 0 0 0,0 1 0 0 0,0 0 0 0 0,-1-1 1 0 0,1 1-1 0 0,0-1 0 0 0,-1 0 0 0 0,1 0 0 0 0,0 1 0 0 0,-1-1 0 0 0,0 0 0 0 0,1 0 0 0 0,-1 0 0 0 0,0 0 0 0 0,1-1 0 0 0,-4 2 0 0 0,-4 2 85 0 0,1 1-1 0 0,-1 0 1 0 0,1 1 0 0 0,-12 10 0 0 0,19-15-102 0 0,0-1-2 0 0,1 1-1 0 0,0-1 0 0 0,-1 1 1 0 0,1-1-1 0 0,0 0 0 0 0,0 1 1 0 0,0-1-1 0 0,-1 1 0 0 0,1-1 1 0 0,0 0-1 0 0,0 1 0 0 0,0-1 1 0 0,0 1-1 0 0,0-1 0 0 0,0 1 1 0 0,0-1-1 0 0,0 0 0 0 0,0 1 1 0 0,0-1-1 0 0,0 1 0 0 0,0-1 1 0 0,0 1-1 0 0,0-1 0 0 0,0 1 1 0 0,0-1-1 0 0,0 0 0 0 0,1 1 1 0 0,-1-1-1 0 0,0 1 0 0 0,0-1 1 0 0,0 0-1 0 0,1 1 0 0 0,-1-1 1 0 0,0 0-1 0 0,1 1 0 0 0,-1-1 1 0 0,1 1-1 0 0,14 13 33 0 0,-11-11-12 0 0,6 7 1 0 0,1 0-1 0 0,0-1 1 0 0,1 0 0 0 0,0 0-1 0 0,1-1 1 0 0,23 11 0 0 0,-22-12-22 0 0,-4-2-14 0 0,1-1-1 0 0,-1 0 1 0 0,0-1 0 0 0,1 0-1 0 0,0 0 1 0 0,-1-1 0 0 0,1-1-1 0 0,0 0 1 0 0,0 0 0 0 0,0-1-1 0 0,0 0 1 0 0,0-1 0 0 0,0-1-1 0 0,0 1 1 0 0,0-2 0 0 0,-1 1-1 0 0,20-9 1 0 0,-28 10 9 0 0,1-1 1 0 0,-1 0-1 0 0,1 0 1 0 0,-1 0-1 0 0,0 0 0 0 0,0 0 1 0 0,0-1-1 0 0,0 1 1 0 0,0-1-1 0 0,-1 1 0 0 0,1-1 1 0 0,-1 0-1 0 0,1 1 0 0 0,-1-1 1 0 0,0 0-1 0 0,0 0 1 0 0,0 0-1 0 0,-1 0 0 0 0,1 0 1 0 0,-1 0-1 0 0,1 0 1 0 0,-1 0-1 0 0,0-4 0 0 0,0-4 7 0 0,0 1 0 0 0,-1-1 0 0 0,0 1 0 0 0,-1 0 0 0 0,0 0-1 0 0,-6-19 1 0 0,2 15 11 0 0,0 0-1 0 0,-1 1 0 0 0,0 0 1 0 0,-17-21-1 0 0,19 27-1 0 0,0 1-1 0 0,-1-1 0 0 0,0 1 0 0 0,0 1 1 0 0,0-1-1 0 0,-1 1 0 0 0,0 0 0 0 0,0 0 1 0 0,0 1-1 0 0,-1 0 0 0 0,1 0 0 0 0,-12-3 1 0 0,5 4-45 0 0,1 0 0 0 0,-1 0 0 0 0,0 2 0 0 0,0-1 0 0 0,0 2 0 0 0,-20 1 0 0 0,-24 10-2631 0 0,3 6-1311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0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294 379 3282 0 0,'9'-9'690'0'0,"0"1"1"0"0,1 0-1 0 0,18-12 1 0 0,-1 4-465 0 0,1 2 1 0 0,0 0-1 0 0,39-11 1 0 0,-52 20-140 0 0,0 0 0 0 0,0 1 1 0 0,0 1-1 0 0,0 0 0 0 0,0 1 0 0 0,1 1 0 0 0,-1 0 1 0 0,1 1-1 0 0,-1 1 0 0 0,1 1 0 0 0,-1 0 0 0 0,19 5 1 0 0,-30-6-59 0 0,16 8 84 0 0,-19-8-107 0 0,-1-1 0 0 0,1 1 0 0 0,-1 0 0 0 0,0-1 0 0 0,1 1 0 0 0,-1 0 0 0 0,0 0 0 0 0,0-1 0 0 0,0 1 0 0 0,1 0 0 0 0,-1 0 0 0 0,0-1 0 0 0,0 1 0 0 0,0 0 1 0 0,0 0-1 0 0,0-1 0 0 0,0 1 0 0 0,-1 0 0 0 0,1 0 0 0 0,0-1 0 0 0,0 1 0 0 0,0 0 0 0 0,-1-1 0 0 0,1 1 0 0 0,0 0 0 0 0,-1-1 0 0 0,1 1 0 0 0,0 0 0 0 0,-1-1 0 0 0,1 1 1 0 0,-1-1-1 0 0,1 1 0 0 0,-1-1 0 0 0,0 1 0 0 0,0 0 0 0 0,-9 10 59 0 0,-1 0 1 0 0,0-1-1 0 0,-1 0 1 0 0,1-1-1 0 0,-2-1 0 0 0,1 1 1 0 0,-1-2-1 0 0,-18 8 1 0 0,7-5-8 0 0,-1-2 1 0 0,0 0-1 0 0,-1-1 0 0 0,-33 4 1 0 0,11-6 42 0 0,0-2 0 0 0,-1-2 1 0 0,1-2-1 0 0,-89-14 0 0 0,125 13-77 0 0,1-1 0 0 0,0 0-1 0 0,0-1 1 0 0,0 0 0 0 0,-20-11-1 0 0,29 14-24 0 0,-1 0 0 0 0,1 0-1 0 0,0 0 1 0 0,0 0-1 0 0,0-1 1 0 0,0 1-1 0 0,0 0 1 0 0,0-1-1 0 0,1 0 1 0 0,-1 1 0 0 0,0-1-1 0 0,1 0 1 0 0,-1 0-1 0 0,1 0 1 0 0,0 0-1 0 0,0 0 1 0 0,0 0 0 0 0,0-1-1 0 0,0 1 1 0 0,0 0-1 0 0,0 0 1 0 0,1-1-1 0 0,-1 1 1 0 0,1 0-1 0 0,-1-1 1 0 0,1 1 0 0 0,0-1-1 0 0,0 1 1 0 0,0 0-1 0 0,1-1 1 0 0,-1 1-1 0 0,0-1 1 0 0,2-3 0 0 0,2-2-3 0 0,1 1 0 0 0,0-1 1 0 0,0 1-1 0 0,0 0 0 0 0,1 0 1 0 0,0 1-1 0 0,0 0 0 0 0,1 0 1 0 0,0 0-1 0 0,0 1 0 0 0,0 0 1 0 0,0 0-1 0 0,1 1 0 0 0,0 0 1 0 0,0 0-1 0 0,0 1 0 0 0,11-3 1 0 0,17-5 30 0 0,1 3 1 0 0,65-8 0 0 0,-59 10-32 0 0,-31 4 17 0 0,0 1 1 0 0,-1 0-1 0 0,1 0 0 0 0,0 1 1 0 0,-1 1-1 0 0,1 0 0 0 0,0 1 1 0 0,-1 0-1 0 0,1 0 0 0 0,-1 1 1 0 0,12 5-1 0 0,-21-7-4 0 0,0-1 0 0 0,-1 1 0 0 0,1-1 0 0 0,0 1-1 0 0,-1 0 1 0 0,1 0 0 0 0,-1-1 0 0 0,1 1 0 0 0,-1 0 0 0 0,1 0 0 0 0,-1 1 0 0 0,0-1 0 0 0,1 0-1 0 0,-1 0 1 0 0,0 1 0 0 0,0-1 0 0 0,0 0 0 0 0,0 1 0 0 0,0-1 0 0 0,0 1 0 0 0,0 0 0 0 0,-1-1 0 0 0,1 1-1 0 0,-1-1 1 0 0,1 1 0 0 0,-1 0 0 0 0,1 0 0 0 0,-1-1 0 0 0,0 1 0 0 0,0 0 0 0 0,0 0 0 0 0,0-1-1 0 0,0 1 1 0 0,0 0 0 0 0,-1 0 0 0 0,1-1 0 0 0,0 1 0 0 0,-1 0 0 0 0,1-1 0 0 0,-1 1 0 0 0,0 0-1 0 0,0-1 1 0 0,0 1 0 0 0,-1 1 0 0 0,-5 6 32 0 0,-1-1 1 0 0,0 0-1 0 0,0 0 0 0 0,-1 0 0 0 0,0-1 1 0 0,-1-1-1 0 0,0 0 0 0 0,0 0 0 0 0,0 0 0 0 0,0-2 1 0 0,-1 1-1 0 0,0-1 0 0 0,0-1 0 0 0,0 0 1 0 0,0 0-1 0 0,0-1 0 0 0,-1-1 0 0 0,1 0 1 0 0,-1 0-1 0 0,1-1 0 0 0,-13-2 0 0 0,1-1-47 0 0,-1-2-1 0 0,1 0 0 0 0,0-2 1 0 0,1 0-1 0 0,-29-15 0 0 0,49 22-1 0 0,1-1-1 0 0,-1 1 0 0 0,0-1 1 0 0,1 0-1 0 0,-1 0 0 0 0,0 1 1 0 0,1-1-1 0 0,-1 0 0 0 0,1 0 1 0 0,0-1-1 0 0,-1 1 0 0 0,1 0 1 0 0,0 0-1 0 0,0-1 0 0 0,-1 1 1 0 0,1-1-1 0 0,0 1 1 0 0,1-1-1 0 0,-1 1 0 0 0,0-1 1 0 0,0 1-1 0 0,1-1 0 0 0,-1 0 1 0 0,1 0-1 0 0,-1 1 0 0 0,1-1 1 0 0,0 0-1 0 0,-1 0 0 0 0,1-2 1 0 0,2-1-13 0 0,0 0 0 0 0,0 0 0 0 0,0 0 1 0 0,1 1-1 0 0,0-1 0 0 0,0 0 1 0 0,0 1-1 0 0,0 0 0 0 0,6-6 0 0 0,8-11-18 0 0,-7 8 30 0 0,0 0-1 0 0,1 1 0 0 0,0 0 1 0 0,1 1-1 0 0,0 0 0 0 0,26-17 1 0 0,-16 17 5 0 0,2 0 0 0 0,-1 2 1 0 0,2 0-1 0 0,-1 2 0 0 0,1 0 1 0 0,27-3-1 0 0,7 2-17 0 0,103 0 1 0 0,-95 10-12 0 0,-1 4 1 0 0,101 20-1 0 0,-117-15-31 0 0,0 2 0 0 0,-1 2 0 0 0,80 37 0 0 0,-121-47 37 0 0,1 0 0 0 0,-1 0-1 0 0,0 1 1 0 0,0 0 0 0 0,-1 1 0 0 0,0 0-1 0 0,0 0 1 0 0,-1 0 0 0 0,0 1 0 0 0,0 0-1 0 0,0 0 1 0 0,4 10 0 0 0,-8-15 30 0 0,-1 0 0 0 0,1 0-1 0 0,-1 0 1 0 0,0 0 0 0 0,0 0 0 0 0,0 0 0 0 0,0 1 0 0 0,-1-1-1 0 0,1 0 1 0 0,-1 1 0 0 0,0-1 0 0 0,0 0 0 0 0,0 1-1 0 0,0-1 1 0 0,0 0 0 0 0,-1 0 0 0 0,0 1 0 0 0,1-1-1 0 0,-1 0 1 0 0,-1 0 0 0 0,1 0 0 0 0,0 0 0 0 0,-1 0-1 0 0,1 0 1 0 0,-1 0 0 0 0,0 0 0 0 0,0-1 0 0 0,0 1 0 0 0,0-1-1 0 0,-1 1 1 0 0,1-1 0 0 0,-1 0 0 0 0,1 0 0 0 0,-1 0-1 0 0,0 0 1 0 0,-3 1 0 0 0,-16 7 67 0 0,-2-2 1 0 0,1 0-1 0 0,-1-2 1 0 0,0 0-1 0 0,0-2 1 0 0,-33 2-1 0 0,25-2 29 0 0,-38 3 240 0 0,-1-2 1 0 0,0-4-1 0 0,-130-14 0 0 0,143 4-367 0 0,0-2 1 0 0,-62-20-1 0 0,110 28-6 0 0,1-1 1 0 0,-1 0-1 0 0,1-1 1 0 0,1 0-1 0 0,-1-1 1 0 0,-13-10-1 0 0,21 15 18 0 0,-1-1 0 0 0,0 1 0 0 0,1 0 1 0 0,-1-1-1 0 0,1 1 0 0 0,-1-1 0 0 0,1 1 0 0 0,0-1 0 0 0,-1 0 1 0 0,1 0-1 0 0,0 0 0 0 0,0 1 0 0 0,0-1 0 0 0,1 0 0 0 0,-1 0 1 0 0,0 0-1 0 0,1 0 0 0 0,-1-1 0 0 0,1 1 0 0 0,0 0 0 0 0,0 0 1 0 0,0 0-1 0 0,0 0 0 0 0,0 0 0 0 0,0 0 0 0 0,0 0 0 0 0,1 0 1 0 0,-1-1-1 0 0,1 1 0 0 0,0 0 0 0 0,-1 0 0 0 0,1 0 1 0 0,0 1-1 0 0,2-5 0 0 0,2 1-2 0 0,0 0 0 0 0,0 0 0 0 0,0 0 0 0 0,1 1 0 0 0,0 0 1 0 0,0 0-1 0 0,0 0 0 0 0,0 1 0 0 0,7-3 0 0 0,75-25-1 0 0,-19 15-1 0 0,1 3 1 0 0,1 3-1 0 0,-1 3 0 0 0,117 4 1 0 0,-116 7-166 0 0,93 18 1 0 0,-128-15 38 0 0,0 2 0 0 0,-1 1 0 0 0,61 26 0 0 0,-86-31 100 0 0,1 1 1 0 0,-1 0-1 0 0,0 0 1 0 0,0 1-1 0 0,-1 0 1 0 0,0 0-1 0 0,0 1 1 0 0,-1 1-1 0 0,0 0 1 0 0,-1 0 0 0 0,13 18-1 0 0,-20-25 45 0 0,0 0 1 0 0,0 0-1 0 0,0 0 1 0 0,0 0-1 0 0,0 1 0 0 0,0-1 1 0 0,-1 0-1 0 0,1 0 0 0 0,-1 0 1 0 0,1 0-1 0 0,-1 0 0 0 0,0 0 1 0 0,1-1-1 0 0,-1 1 1 0 0,0 0-1 0 0,-1 0 0 0 0,1 0 1 0 0,0-1-1 0 0,0 1 0 0 0,-1-1 1 0 0,1 1-1 0 0,-1-1 0 0 0,1 1 1 0 0,-1-1-1 0 0,0 0 1 0 0,-1 1-1 0 0,-6 4 25 0 0,0 0-1 0 0,0 0 1 0 0,0-1 0 0 0,-17 6-1 0 0,-12 1 49 0 0,0-1-1 0 0,-1-2 0 0 0,-75 8 1 0 0,-125-5 211 0 0,119-12-51 0 0,-139-17 0 0 0,201 9-198 0 0,1-2 0 0 0,1-3 0 0 0,0-2-1 0 0,-76-32 1 0 0,128 46-33 0 0,-10-5 7 0 0,0 0 0 0 0,1-1 0 0 0,-17-11 0 0 0,29 18-12 0 0,0-1 0 0 0,0 0 0 0 0,1 1 0 0 0,-1-1 0 0 0,0 0 0 0 0,0 0 0 0 0,0 1-1 0 0,1-1 1 0 0,-1 0 0 0 0,0 0 0 0 0,1 0 0 0 0,-1 0 0 0 0,1 0 0 0 0,-1 0 0 0 0,1 0 0 0 0,-1 0 0 0 0,1 0 0 0 0,0 0 0 0 0,0 0 0 0 0,-1 0 0 0 0,1-2 0 0 0,1 1-6 0 0,0 1 0 0 0,-1 0 0 0 0,1 0 0 0 0,0-1 0 0 0,0 1 0 0 0,0 0 0 0 0,0 0 0 0 0,0 0 0 0 0,0 0 0 0 0,0 0 0 0 0,1 0 0 0 0,-1 1 0 0 0,0-1 0 0 0,0 0 0 0 0,1 0 0 0 0,-1 1 0 0 0,1-1 0 0 0,-1 1 0 0 0,0-1 1 0 0,1 1-1 0 0,1 0 0 0 0,47-12-1189 0 0,0 3 1 0 0,0 2 0 0 0,62 0 0 0 0,4 5-3245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5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1 1281 0 0,'18'3'2463'0'0,"1"-1"0"0"0,30 0 1 0 0,-105 4-10 0 0,-34-6-2374 0 0,51-1 1 0 0,19 0-47 0 0,1 0 1 0 0,-1 2-1 0 0,0 0 0 0 0,1 1 0 0 0,0 0 0 0 0,-26 8 0 0 0,35 2-34 0 0,9-11 0 0 0,-1-1 0 0 0,1 0 0 0 0,0 0 0 0 0,-1 0 0 0 0,1 1 0 0 0,0-1 0 0 0,0 0 0 0 0,0 1 0 0 0,-1-1 0 0 0,1 1 0 0 0,0 0 0 0 0,0-1 0 0 0,0 1 0 0 0,0 0 0 0 0,0-1 0 0 0,0 1 0 0 0,0 0 0 0 0,0 0 0 0 0,0 0 0 0 0,-1 1 0 0 0,2-1 2 0 0,0-1 0 0 0,0 1 0 0 0,-1-1 0 0 0,1 1 0 0 0,0-1 1 0 0,-1 0-1 0 0,1 1 0 0 0,0-1 0 0 0,-1 0 0 0 0,1 1 0 0 0,0-1 0 0 0,-1 0 0 0 0,1 1 0 0 0,-1-1 0 0 0,1 0 0 0 0,-1 0 0 0 0,1 0 0 0 0,0 1 0 0 0,-1-1 0 0 0,1 0 0 0 0,-1 0 0 0 0,1 0 0 0 0,-1 0 0 0 0,1 0 0 0 0,-1 0 0 0 0,1 0 0 0 0,-1 0 0 0 0,1 0 1 0 0,-1 0-1 0 0,1 0 0 0 0,-1 0 0 0 0,1 0 0 0 0,-1 0 0 0 0,0-1 0 0 0,1 1 6 0 0,-1 0 1 0 0,1 0 0 0 0,-1 0-1 0 0,1-1 1 0 0,-1 1 0 0 0,1 0-1 0 0,-1 0 1 0 0,1 0-1 0 0,-1 0 1 0 0,1 0 0 0 0,-1 0-1 0 0,1 0 1 0 0,-1 0 0 0 0,1 1-1 0 0,-1-1 1 0 0,1 0-1 0 0,0 0 1 0 0,-1 0 0 0 0,1 0-1 0 0,-1 1 1 0 0,1-1 0 0 0,-1 0-1 0 0,1 0 1 0 0,-1 1-1 0 0,1-1 1 0 0,0 0 0 0 0,-1 1-1 0 0,1-1 1 0 0,0 0 0 0 0,-1 1-1 0 0,1-1 1 0 0,0 1 0 0 0,0-1-1 0 0,-1 1 1 0 0,-4 6 84 0 0,-45 17-66 0 0,40-9 53 0 0,-2-13-49 0 0,9-2-33 0 0,0 0 0 0 0,1 1 0 0 0,-1-1 1 0 0,0 0-1 0 0,1 1 0 0 0,-1 0 0 0 0,1-1 0 0 0,-1 1 0 0 0,1 0 1 0 0,-1 0-1 0 0,1 1 0 0 0,0-1 0 0 0,0 0 0 0 0,-1 1 1 0 0,1-1-1 0 0,-2 3 0 0 0,4-3 2 0 0,0-1-1 0 0,0 1 1 0 0,0-1-1 0 0,0 1 1 0 0,-1-1 0 0 0,1 1-1 0 0,0 0 1 0 0,0-1 0 0 0,-1 1-1 0 0,1-1 1 0 0,0 1 0 0 0,-1-1-1 0 0,1 0 1 0 0,0 1 0 0 0,-1-1-1 0 0,1 1 1 0 0,-1-1-1 0 0,1 0 1 0 0,-1 1 0 0 0,1-1-1 0 0,-1 0 1 0 0,1 1 0 0 0,-1-1-1 0 0,1 0 1 0 0,-1 0 0 0 0,1 0-1 0 0,-1 1 1 0 0,0-1-1 0 0,1 0 1 0 0,-1 0 0 0 0,1 0-1 0 0,-2 0 1 0 0,1 0-2 0 0,1 0-1 0 0,-1 0 1 0 0,0 0-1 0 0,1 0 1 0 0,-1 0 0 0 0,0 0-1 0 0,1 1 1 0 0,-1-1-1 0 0,0 0 1 0 0,1 0 0 0 0,-1 1-1 0 0,1-1 1 0 0,-1 0-1 0 0,1 1 1 0 0,-1-1 0 0 0,1 0-1 0 0,-1 1 1 0 0,1-1-1 0 0,-1 1 1 0 0,1-1 0 0 0,-1 1-1 0 0,1-1 1 0 0,-1 1-1 0 0,1-1 1 0 0,0 1 0 0 0,0-1-1 0 0,-1 1 1 0 0,1 0-1 0 0,0-1 1 0 0,0 1 0 0 0,-1 0-1 0 0,1-1 1 0 0,0 2-1 0 0,1 15-71 0 0,0-12 87 0 0,0 0 0 0 0,-1 1 0 0 0,0-1 0 0 0,0 0-1 0 0,0 1 1 0 0,0-1 0 0 0,-1 1 0 0 0,0-1 0 0 0,0 0-1 0 0,-4 10 1 0 0,-6-8 3 0 0,10-7-7 0 0,0 1 0 0 0,0-1 0 0 0,0 1 0 0 0,0-1 0 0 0,0 1 0 0 0,1-1 0 0 0,-1 1 0 0 0,0 0-1 0 0,0-1 1 0 0,1 1 0 0 0,-1 0 0 0 0,0 0 0 0 0,1 0 0 0 0,-1-1 0 0 0,1 1 0 0 0,-1 0 0 0 0,1 0 0 0 0,-1 0 0 0 0,1 0 0 0 0,0 0 0 0 0,-1 0 0 0 0,1 0 0 0 0,0 0 0 0 0,0 0 0 0 0,0 0 0 0 0,0 0 0 0 0,0 0 0 0 0,0 0 0 0 0,0 0 0 0 0,0 0-1 0 0,0 0 1 0 0,0 0 0 0 0,1 1 0 0 0,-1-1-8 0 0,0-1-1 0 0,0 1 1 0 0,-1-1-1 0 0,1 0 1 0 0,0 1 0 0 0,0-1-1 0 0,0 1 1 0 0,-1-1-1 0 0,1 0 1 0 0,0 1-1 0 0,0-1 1 0 0,-1 0-1 0 0,1 1 1 0 0,0-1-1 0 0,-1 0 1 0 0,1 0-1 0 0,0 1 1 0 0,-1-1 0 0 0,1 0-1 0 0,-1 0 1 0 0,1 1-1 0 0,0-1 1 0 0,-1 0-1 0 0,1 0 1 0 0,-1 0-1 0 0,1 0 1 0 0,0 0-1 0 0,-1 0 1 0 0,1 0-1 0 0,-1 0 1 0 0,1 0 0 0 0,-1 0-1 0 0,1 0 1 0 0,-1 0-1 0 0,0 0-4 0 0,0 0-1 0 0,1 0 1 0 0,-1 0 0 0 0,0 0-1 0 0,1 0 1 0 0,-1 0 0 0 0,0 0-1 0 0,1 0 1 0 0,-1 1 0 0 0,0-1-1 0 0,1 0 1 0 0,-1 0 0 0 0,0 1-1 0 0,1-1 1 0 0,-1 0-1 0 0,1 1 1 0 0,-1-1 0 0 0,1 1-1 0 0,-1-1 1 0 0,0 1 0 0 0,1-1-1 0 0,0 1 1 0 0,-1-1 0 0 0,1 1-1 0 0,-1-1 1 0 0,1 1 0 0 0,0-1-1 0 0,-1 1 1 0 0,1 0-1 0 0,0-1 1 0 0,-1 1 0 0 0,1 0-1 0 0,0-1 1 0 0,0 1 0 0 0,0 0-1 0 0,0-1 1 0 0,0 2 0 0 0,-1 19-63 0 0,0-15 67 0 0,0-1 0 0 0,0 1 0 0 0,1 0 0 0 0,0 0 0 0 0,0-1 0 0 0,1 1 0 0 0,-1 0 0 0 0,1 0 0 0 0,0-1 0 0 0,1 1 0 0 0,2 5 0 0 0,5-2-16 0 0,-8-8 13 0 0,1 0 0 0 0,-1 0 0 0 0,0 1-1 0 0,0-1 1 0 0,1 0 0 0 0,-1 1 0 0 0,0-1-1 0 0,0 1 1 0 0,0-1 0 0 0,-1 1 0 0 0,1 0-1 0 0,0-1 1 0 0,0 1 0 0 0,-1 0 0 0 0,1 0-1 0 0,-1-1 1 0 0,0 1 0 0 0,0 0 0 0 0,1 0 0 0 0,-1 0-1 0 0,0 0 1 0 0,0-1 0 0 0,-1 4 0 0 0,0 0 2 0 0,1 0 0 0 0,0 0 0 0 0,0 0 1 0 0,0-1-1 0 0,1 1 0 0 0,0 0 0 0 0,0 0 1 0 0,0-1-1 0 0,0 1 0 0 0,1 0 0 0 0,-1-1 1 0 0,1 1-1 0 0,1-1 0 0 0,-1 0 0 0 0,0 0 1 0 0,1 0-1 0 0,3 4 0 0 0,-5-7 3 0 0,-1 0 0 0 0,1 0 0 0 0,-1 0 0 0 0,1 0 0 0 0,-1 0 0 0 0,1 0 1 0 0,-1 0-1 0 0,0 1 0 0 0,1-1 0 0 0,-1 0 0 0 0,0 0 0 0 0,0 0 0 0 0,0 0 0 0 0,0 1 0 0 0,0-1 0 0 0,0 0 0 0 0,-1 2 0 0 0,1-3-3 0 0,0 1 1 0 0,0-1-1 0 0,0 1 0 0 0,0-1 1 0 0,0 1-1 0 0,0-1 0 0 0,-1 1 1 0 0,1-1-1 0 0,0 1 0 0 0,0-1 1 0 0,1 1-1 0 0,-1-1 0 0 0,0 1 1 0 0,0-1-1 0 0,0 0 0 0 0,0 1 1 0 0,0-1-1 0 0,0 1 0 0 0,1-1 1 0 0,-1 1-1 0 0,0-1 0 0 0,0 1 1 0 0,1-1-1 0 0,-1 0 0 0 0,0 1 1 0 0,1-1-1 0 0,-1 0 0 0 0,0 1 1 0 0,1-1-1 0 0,-1 0 0 0 0,0 1 1 0 0,1-1-1 0 0,-1 0 0 0 0,1 1 1 0 0,2-1-4 0 0,-2 0 1 0 0,0 0 1 0 0,0 0-1 0 0,0 0 1 0 0,0 0-1 0 0,0 1 1 0 0,0-1-1 0 0,0 0 1 0 0,0 0-1 0 0,0 1 1 0 0,0-1-1 0 0,0 1 1 0 0,0-1-1 0 0,0 1 1 0 0,0-1-1 0 0,-1 1 1 0 0,1-1-1 0 0,0 1 0 0 0,0 0 1 0 0,-1-1-1 0 0,1 1 1 0 0,0 0-1 0 0,-1 0 1 0 0,1-1-1 0 0,0 3 1 0 0,0-2 1 0 0,0 0 1 0 0,-1 0-1 0 0,1-1 0 0 0,0 1 1 0 0,0 0-1 0 0,0 0 1 0 0,0 0-1 0 0,0-1 0 0 0,0 1 1 0 0,0-1-1 0 0,0 1 0 0 0,0 0 1 0 0,0-1-1 0 0,0 0 1 0 0,0 1-1 0 0,0-1 0 0 0,1 0 1 0 0,-1 0-1 0 0,2 1 0 0 0,0 0 0 0 0,34 25-17 0 0,-28-19 9 0 0,1 1 0 0 0,0-1 1 0 0,1-1-1 0 0,-1 0 0 0 0,1-1 0 0 0,17 7 0 0 0,40 13-3 0 0,-46-15 1 0 0,1-2 1 0 0,0 0-1 0 0,1-2 0 0 0,27 5 0 0 0,391 40-96 0 0,-414-52 108 0 0,0 0 0 0 0,-1-2 0 0 0,1-1 0 0 0,-1-1-1 0 0,0-1 1 0 0,0-2 0 0 0,-1-1 0 0 0,0 0 0 0 0,0-2 0 0 0,-1-1 0 0 0,-1-2 0 0 0,0 0 0 0 0,0-1 0 0 0,21-19-1 0 0,-39 29 61 0 0,0 0 0 0 0,-1-1 0 0 0,1 1-1 0 0,-1-1 1 0 0,-1-1 0 0 0,1 1 0 0 0,-1 0-1 0 0,0-1 1 0 0,0 0 0 0 0,-1 0 0 0 0,0 0 0 0 0,0-1-1 0 0,-1 1 1 0 0,0-1 0 0 0,0 1 0 0 0,0-1-1 0 0,-1 0 1 0 0,-1 0 0 0 0,1-12 0 0 0,-2 8 32 0 0,-1 1 0 0 0,0 0 0 0 0,0 0 1 0 0,-1 0-1 0 0,-1 0 0 0 0,0 0 1 0 0,0 1-1 0 0,-1 0 0 0 0,0 0 0 0 0,-1 0 1 0 0,0 0-1 0 0,-8-9 0 0 0,9 14-33 0 0,0 0 0 0 0,0 0 0 0 0,0 0-1 0 0,0 1 1 0 0,-1 0 0 0 0,0 0 0 0 0,0 1 0 0 0,0-1 0 0 0,0 1-1 0 0,0 0 1 0 0,-1 1 0 0 0,1 0 0 0 0,-1 0 0 0 0,0 0 0 0 0,-7-1-1 0 0,-10-3 158 0 0,-3 0-192 0 0,-1 1 0 0 0,1 1 0 0 0,-53-1 1 0 0,-91 12-650 0 0,62-1-200 0 0,-132 0-2938 0 0,180-7 1188 0 0,1-9-2069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1 800 0 0,'0'11'1281'0'0,"0"-5"-1201"0"0,-30-6-1601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0 400 0 0,'-25'2'2509'0'0,"0"0"-1"0"0,-31 8 1 0 0,-19 3-1084 0 0,-131 19-931 0 0,189-29-429 0 0,1 1 0 0 0,0 0 1 0 0,0 1-1 0 0,1 1 1 0 0,0 0-1 0 0,0 1 1 0 0,0 1-1 0 0,1 1 1 0 0,0-1-1 0 0,-15 14 1 0 0,-26 19 128 0 0,42-33-183 0 0,0 2 0 0 0,-20 18 0 0 0,29-14 20 0 0,4-14-26 0 0,0 1 1 0 0,0 0-1 0 0,0-1 1 0 0,0 1-1 0 0,0-1 0 0 0,0 1 1 0 0,0-1-1 0 0,0 1 1 0 0,0 0-1 0 0,0-1 1 0 0,-1 1-1 0 0,1-1 1 0 0,0 1-1 0 0,0-1 1 0 0,-1 1-1 0 0,1-1 1 0 0,0 1-1 0 0,-1-1 1 0 0,1 1-1 0 0,0-1 1 0 0,-1 1-1 0 0,1-1 1 0 0,0 0-1 0 0,-1 1 1 0 0,0 0-1 0 0,0-1 5 0 0,-32 18 35 0 0,31-17-48 0 0,0 0 0 0 0,1 0 0 0 0,-1 0 1 0 0,1 0-1 0 0,0 1 0 0 0,-1-1 0 0 0,1 0 1 0 0,0 1-1 0 0,0-1 0 0 0,0 1 1 0 0,0 0-1 0 0,0-1 0 0 0,0 1 0 0 0,0-1 1 0 0,1 1-1 0 0,-1 0 0 0 0,1 0 0 0 0,-1 0 1 0 0,0 2-1 0 0,1-3 2 0 0,0 1 0 0 0,0-1 0 0 0,0 1 0 0 0,0-1 0 0 0,0 1 0 0 0,-1-1 1 0 0,1 0-1 0 0,-1 1 0 0 0,1-1 0 0 0,-1 0 0 0 0,1 1 0 0 0,-1-1 0 0 0,0 0 0 0 0,0 0 0 0 0,0 0 0 0 0,1 1 0 0 0,-1-1 0 0 0,0 0 0 0 0,0 0 1 0 0,-3 1-1 0 0,3-1 1 0 0,0 0 1 0 0,-1 1 0 0 0,1-1 0 0 0,0 0 0 0 0,0 1 0 0 0,0-1 0 0 0,0 0 0 0 0,0 1 0 0 0,0-1-1 0 0,0 1 1 0 0,0 0 0 0 0,1-1 0 0 0,-1 1 0 0 0,1 0 0 0 0,-1-1 0 0 0,1 1 0 0 0,0 0-1 0 0,-1 0 1 0 0,1-1 0 0 0,0 1 0 0 0,0 2 0 0 0,0-3 2 0 0,0 0 0 0 0,0 0 0 0 0,0 0 0 0 0,-1 0 0 0 0,1-1 0 0 0,0 1 0 0 0,-1 0 0 0 0,1 0 0 0 0,0 0 0 0 0,-1 0 0 0 0,1 0 0 0 0,-1 0 0 0 0,0-1 0 0 0,1 1 0 0 0,-1 0 0 0 0,0-1 0 0 0,1 1 0 0 0,-1 0 0 0 0,0-1 0 0 0,0 1 0 0 0,1-1 0 0 0,-1 1 0 0 0,0-1 0 0 0,0 1 0 0 0,0-1 0 0 0,-1 1 0 0 0,-7 5 9 0 0,-21 30 55 0 0,28-32-70 0 0,1 0-1 0 0,-1 0 1 0 0,1 0-1 0 0,0 0 1 0 0,0 0-1 0 0,1 0 1 0 0,-1 1-1 0 0,1-1 1 0 0,0 0-1 0 0,0 0 1 0 0,1 1-1 0 0,1 7 1 0 0,-1 6-5 0 0,-1-14 9 0 0,1 0 0 0 0,0 1 0 0 0,-1-1 0 0 0,2 0 0 0 0,-1 0 0 0 0,0 0 0 0 0,1 0 0 0 0,0 0 0 0 0,0 0 0 0 0,0-1 0 0 0,0 1 0 0 0,1 0 0 0 0,-1-1 0 0 0,1 0 1 0 0,0 0-1 0 0,0 0 0 0 0,0 0 0 0 0,1 0 0 0 0,-1 0 0 0 0,0-1 0 0 0,1 0 0 0 0,6 4 0 0 0,11 4 6 0 0,1 0 0 0 0,-1-1 0 0 0,26 6 1 0 0,-34-11-8 0 0,84 21 80 0 0,127 14 0 0 0,-93-26-13 0 0,-98-8-97 0 0,0-2 0 0 0,0 0 0 0 0,0-3 0 0 0,0 0 0 0 0,1-2 0 0 0,-1-2 0 0 0,62-15 0 0 0,-78 13-3 0 0,0-1 1 0 0,0-1 0 0 0,0 0-1 0 0,-1-1 1 0 0,0-1-1 0 0,27-23 1 0 0,-41 32 32 0 0,1-2 13 0 0,0 0-1 0 0,0 0 1 0 0,0-1-1 0 0,0 1 1 0 0,-1-1 0 0 0,0 1-1 0 0,1-1 1 0 0,-1 0 0 0 0,0 0-1 0 0,-1 0 1 0 0,1 0-1 0 0,-1 0 1 0 0,0-1 0 0 0,0 1-1 0 0,0 0 1 0 0,0 0 0 0 0,-1-1-1 0 0,0 1 1 0 0,0-1-1 0 0,0 1 1 0 0,0 0 0 0 0,-1-1-1 0 0,1 1 1 0 0,-1 0 0 0 0,0 0-1 0 0,-1-1 1 0 0,-1-3-1 0 0,-3-9 99 0 0,-1 0 0 0 0,0 0 0 0 0,-2 1-1 0 0,-13-22 1 0 0,10 22-80 0 0,0 0 1 0 0,-1 1-1 0 0,0 0 0 0 0,-2 1 1 0 0,1 1-1 0 0,-2 0 0 0 0,1 1 0 0 0,-2 1 1 0 0,0 1-1 0 0,0 0 0 0 0,0 1 1 0 0,-23-8-1 0 0,6 4 3 0 0,-1 2 1 0 0,-1 2-1 0 0,1 1 1 0 0,-2 2-1 0 0,-45-3 1 0 0,70 9-43 0 0,1 0 0 0 0,0 0 0 0 0,-21 5 0 0 0,7-2-67 0 0,24-3 67 0 0,-45 7-378 0 0,45-7 364 0 0,0 0-1 0 0,0 0 0 0 0,1 0 1 0 0,-1 0-1 0 0,0 0 1 0 0,0 0-1 0 0,1 1 0 0 0,-1-1 1 0 0,0 0-1 0 0,1 1 0 0 0,-1-1 1 0 0,0 0-1 0 0,1 1 1 0 0,-1-1-1 0 0,1 1 0 0 0,-1-1 1 0 0,1 1-1 0 0,-1-1 0 0 0,1 1 1 0 0,-1-1-1 0 0,1 1 1 0 0,-1-1-1 0 0,1 1 0 0 0,0 0 1 0 0,-1-1-1 0 0,1 1 0 0 0,0 0 1 0 0,-1-1-1 0 0,1 1 1 0 0,0 0-1 0 0,0-1 0 0 0,0 1 1 0 0,0 0-1 0 0,0 0 1 0 0,0-1-1 0 0,0 1 0 0 0,0 0 1 0 0,0 0-1 0 0,0-1 0 0 0,0 1 1 0 0,0 0-1 0 0,0-1 1 0 0,1 1-1 0 0,-1 0 0 0 0,0-1 1 0 0,0 1-1 0 0,1 0 0 0 0,-1-1 1 0 0,0 1-1 0 0,2 1 1 0 0,2 4-558 0 0,0-1 1 0 0,0 1-1 0 0,1-1 0 0 0,0 1 1 0 0,0-1-1 0 0,0 0 1 0 0,1-1-1 0 0,11 8 1 0 0,13-4-2556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19 1441 0 0,'0'0'3841'0'0,"5"1"-2600"0"0,15 3-294 0 0,-15-3-267 0 0,0 0-146 0 0,3 0-358 0 0,22 5 210 0 0,0-1 0 0 0,48 1 0 0 0,7 0 1 0 0,-79-1-118 0 0,-7-10 35 0 0,-4 4-170 0 0,-15-3-28 0 0,18 4-72 0 0,-1 0-1 0 0,1-1 1 0 0,-1 1-1 0 0,1-1 0 0 0,-1 0 1 0 0,1 1-1 0 0,-1-1 0 0 0,1 0 1 0 0,0-1-1 0 0,0 1 0 0 0,-1 0 1 0 0,1-1-1 0 0,-2-1 0 0 0,3 2-27 0 0,0 1 0 0 0,1-1-1 0 0,-1 0 1 0 0,0 1 0 0 0,0-1-1 0 0,0 0 1 0 0,0 1-1 0 0,0 0 1 0 0,0-1 0 0 0,0 1-1 0 0,1-1 1 0 0,-1 1 0 0 0,-1 0-1 0 0,1 0 1 0 0,0-1 0 0 0,0 1-1 0 0,0 0 1 0 0,0 0-1 0 0,0 0 1 0 0,0 0 0 0 0,0 0-1 0 0,0 1 1 0 0,-1-1 0 0 0,-4 0 18 0 0,-78-12 175 0 0,68 9-159 0 0,0 1 0 0 0,0 1 1 0 0,0 0-1 0 0,-16 2 1 0 0,1-6 39 0 0,6 5-80 0 0,14 0-18 0 0,0 1 1 0 0,0 1-1 0 0,0 0 1 0 0,0 0-1 0 0,0 1 1 0 0,1 0 0 0 0,-1 1-1 0 0,1 0 1 0 0,0 1-1 0 0,0 0 1 0 0,0 1-1 0 0,-9 6 1 0 0,19-11 17 0 0,0-1 0 0 0,0 0 0 0 0,-1 0 1 0 0,1 1-1 0 0,0-1 0 0 0,0 0 0 0 0,-1 1 0 0 0,1-1 0 0 0,0 0 0 0 0,0 1 1 0 0,0-1-1 0 0,0 0 0 0 0,-1 1 0 0 0,1-1 0 0 0,0 0 0 0 0,0 1 1 0 0,0-1-1 0 0,0 1 0 0 0,0-1 0 0 0,0 0 0 0 0,0 1 0 0 0,0-1 1 0 0,0 1-1 0 0,0-1 0 0 0,0 0 0 0 0,1 1 0 0 0,-1-1 0 0 0,0 0 1 0 0,0 1-1 0 0,0-1 0 0 0,0 0 0 0 0,0 1 0 0 0,1-1 0 0 0,-1 0 1 0 0,0 1-1 0 0,0-1 0 0 0,1 0 0 0 0,-1 1 0 0 0,0-1 0 0 0,0 0 0 0 0,1 0 1 0 0,-1 1-1 0 0,0-1 0 0 0,1 0 0 0 0,15 10 39 0 0,-13-8-32 0 0,-2-1 0 0 0,3 3-6 0 0,1 0-1 0 0,0 0 1 0 0,-1-1-1 0 0,2 0 1 0 0,-1 1 0 0 0,0-2-1 0 0,1 1 1 0 0,-1 0-1 0 0,1-1 1 0 0,7 2 0 0 0,14 1-26 0 0,0 0 1 0 0,1-2-1 0 0,0-1 1 0 0,-1-2-1 0 0,41-3 1 0 0,-36-1 69 0 0,-1 2 1 0 0,1 1-1 0 0,0 1 0 0 0,53 8 1 0 0,-84-8-35 0 0,1 1 0 0 0,0 0 0 0 0,0-1 1 0 0,0 1-1 0 0,0 0 0 0 0,-1 0 0 0 0,1 0 1 0 0,0 0-1 0 0,-1 0 0 0 0,1 1 1 0 0,-1-1-1 0 0,1 0 0 0 0,-1 1 0 0 0,0-1 1 0 0,1 1-1 0 0,-1 0 0 0 0,0-1 0 0 0,0 1 1 0 0,0 0-1 0 0,0 0 0 0 0,-1-1 0 0 0,1 1 1 0 0,0 0-1 0 0,-1 0 0 0 0,1 0 0 0 0,-1 0 1 0 0,0 0-1 0 0,1 0 0 0 0,-1 0 1 0 0,0 0-1 0 0,0 0 0 0 0,0 0 0 0 0,-1 0 1 0 0,1 0-1 0 0,0 0 0 0 0,-1 0 0 0 0,0 0 1 0 0,1-1-1 0 0,-1 1 0 0 0,0 0 0 0 0,0 0 1 0 0,0 0-1 0 0,0-1 0 0 0,-1 3 1 0 0,-4 4 73 0 0,0 0 0 0 0,0 0 0 0 0,0-1 0 0 0,-1 0 0 0 0,0 0 0 0 0,-1-1 1 0 0,1 1-1 0 0,-1-2 0 0 0,-1 1 0 0 0,1-1 0 0 0,-1 0 0 0 0,0-1 0 0 0,0 0 1 0 0,0-1-1 0 0,0 1 0 0 0,-1-2 0 0 0,1 1 0 0 0,-1-1 0 0 0,0-1 0 0 0,-13 1 1 0 0,-3-1-250 0 0,-1-2 0 0 0,1 0 0 0 0,0-2 0 0 0,-1-1 0 0 0,2-1 0 0 0,-45-14 0 0 0,69 19 120 0 0,0 0 0 0 0,0 0 0 0 0,-1 0 0 0 0,1 0 0 0 0,0-1 0 0 0,0 1 1 0 0,0 0-1 0 0,0-1 0 0 0,0 1 0 0 0,0-1 0 0 0,0 1 0 0 0,0-1 0 0 0,0 1 0 0 0,0-1 1 0 0,0 0-1 0 0,0 0 0 0 0,0 1 0 0 0,0-1 0 0 0,1 0 0 0 0,-1 0 0 0 0,0 0 0 0 0,0 0 0 0 0,1 0 1 0 0,-1 0-1 0 0,1 0 0 0 0,-1 0 0 0 0,1 0 0 0 0,-1 0 0 0 0,1 0 0 0 0,0-1 0 0 0,0 1 0 0 0,-1-1 1 0 0,2-1-169 0 0,1 0 0 0 0,-1 0-1 0 0,0 0 1 0 0,1 1 0 0 0,0-1 0 0 0,0 0 0 0 0,-1 1 0 0 0,2-1 0 0 0,2-2 0 0 0,7-9-861 0 0,-7 10 714 0 0,-1 0 0 0 0,1 1 0 0 0,0-1 0 0 0,0 1 0 0 0,0 0 1 0 0,0 1-1 0 0,1-1 0 0 0,-1 1 0 0 0,7-1 0 0 0,7-5-708 0 0,15-11-1507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6 720 0 0,'-25'-4'2545'0'0,"15"3"2674"0"0,-3 5-4952 0 0,0 0 0 0 0,1 1 0 0 0,0 1 0 0 0,-23 13 0 0 0,-1 0 132 0 0,-105 54 481 0 0,139-72-871 0 0,0 0 1 0 0,0-1 1 0 0,0 1 0 0 0,1-1-1 0 0,-1 1 1 0 0,0 0 0 0 0,1 0-1 0 0,-1 0 1 0 0,1 0 0 0 0,-1 0-1 0 0,1 0 1 0 0,-1 1 0 0 0,1-1-1 0 0,0 0 1 0 0,0 1 0 0 0,-1-1-1 0 0,1 1 1 0 0,0-1 0 0 0,0 1-1 0 0,1-1 1 0 0,-1 1 0 0 0,0 0-1 0 0,0 0 1 0 0,1-1 0 0 0,-1 1-1 0 0,1 0 1 0 0,0 0 0 0 0,-1 2-1 0 0,1-2-10 0 0,0 0 1 0 0,0 1-1 0 0,-1-1 0 0 0,1 0 0 0 0,-1 0 1 0 0,1 0-1 0 0,-1 0 0 0 0,0 0 0 0 0,0 0 1 0 0,0 0-1 0 0,0 0 0 0 0,0 0 0 0 0,0 0 1 0 0,-3 2-1 0 0,-2 9-39 0 0,7-11 40 0 0,0-1-1 0 0,0 0 1 0 0,-1 0-1 0 0,1 1 1 0 0,0-1-1 0 0,0 0 1 0 0,0 0-1 0 0,1 0 1 0 0,-1 0-1 0 0,0-1 1 0 0,0 1-1 0 0,0 0 1 0 0,1 0 0 0 0,-1-1-1 0 0,2 2 1 0 0,17 7 19 0 0,0 0 1 0 0,0-2-1 0 0,1 0 1 0 0,0-1-1 0 0,1-1 1 0 0,29 3-1 0 0,-5-3-65 0 0,85-4 0 0 0,-112-1-21 0 0,0-2 0 0 0,0 0 0 0 0,27-8 0 0 0,-40 9 43 0 0,0-1 0 0 0,0-1 0 0 0,0 1 1 0 0,0-1-1 0 0,0 0 0 0 0,-1 0 0 0 0,1-1 0 0 0,-1 1 1 0 0,0-1-1 0 0,0 0 0 0 0,0-1 0 0 0,5-6 1 0 0,-8 9 21 0 0,-1 1-1 0 0,0-1 1 0 0,0 1 0 0 0,-1-1 0 0 0,1 0 0 0 0,0 1 0 0 0,0-1 0 0 0,-1 0 0 0 0,1 0 0 0 0,-1 1 0 0 0,0-1 0 0 0,1 0 0 0 0,-1 0-1 0 0,0 0 1 0 0,0 1 0 0 0,0-1 0 0 0,0 0 0 0 0,0 0 0 0 0,-1 0 0 0 0,1 0 0 0 0,-1 1 0 0 0,1-1 0 0 0,-1 0 0 0 0,-1-3-1 0 0,0 2 14 0 0,0 0-1 0 0,0-1 0 0 0,0 1 1 0 0,-1 0-1 0 0,0 0 0 0 0,1 0 1 0 0,-1 1-1 0 0,0-1 0 0 0,0 1 1 0 0,0-1-1 0 0,-1 1 0 0 0,-4-2 1 0 0,-43-23-9 0 0,-2 2 0 0 0,-1 3 1 0 0,-99-28-1 0 0,148 49-563 0 0,17 4-4760 0 0,6 0 4050 0 0,13-3-1144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1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18 800 0 0,'-30'-11'3541'0'0,"25"9"-2493"0"0,-5 1-823 0 0,1-1 1 0 0,-1 1-1 0 0,0 1 0 0 0,0 0 1 0 0,0 0-1 0 0,0 1 0 0 0,1 0 0 0 0,-1 1 1 0 0,0 0-1 0 0,1 0 0 0 0,-1 1 1 0 0,1 1-1 0 0,0-1 0 0 0,0 1 0 0 0,0 1 1 0 0,0 0-1 0 0,-10 8 0 0 0,-1-1 27 0 0,4-3-60 0 0,0 2-1 0 0,0 0 1 0 0,1 0-1 0 0,-19 19 1 0 0,31-27-174 0 0,0 0-1 0 0,1 0 1 0 0,-1 0 0 0 0,0 1 0 0 0,1-1 0 0 0,0 1 0 0 0,0-1 0 0 0,0 1 0 0 0,0 0 0 0 0,1 0 0 0 0,-1 0 0 0 0,1 0 0 0 0,0 0 0 0 0,0 0 0 0 0,0 0 0 0 0,1 0 0 0 0,0 0 0 0 0,-1 1 0 0 0,1-1 0 0 0,1 0 0 0 0,-1 0 0 0 0,1 0 0 0 0,-1 0 0 0 0,1 1 0 0 0,1-1-1 0 0,1 5 1 0 0,0-3-17 0 0,0 0 0 0 0,1-1-1 0 0,0 0 1 0 0,0 0 0 0 0,0 0-1 0 0,0 0 1 0 0,1 0-1 0 0,0-1 1 0 0,0 0 0 0 0,0 0-1 0 0,0 0 1 0 0,1-1 0 0 0,0 0-1 0 0,-1 0 1 0 0,1 0-1 0 0,0 0 1 0 0,1-1 0 0 0,-1 0-1 0 0,0-1 1 0 0,0 1-1 0 0,9 0 1 0 0,9 1-31 0 0,1-1 0 0 0,0-2 0 0 0,43-3 0 0 0,-50 2-10 0 0,1-2 0 0 0,29-7 0 0 0,-43 8 26 0 0,1 1-1 0 0,-1-1 1 0 0,1 0-1 0 0,-1-1 1 0 0,0 1-1 0 0,0-1 1 0 0,0 0-1 0 0,0-1 1 0 0,0 1-1 0 0,-1-1 1 0 0,6-4-1 0 0,-9 3 15 0 0,1-1 0 0 0,-1 1 0 0 0,0 0 0 0 0,0 0 0 0 0,0-1 0 0 0,-1 1 0 0 0,1 0 0 0 0,-1-1 0 0 0,-1 1 0 0 0,1 0 0 0 0,-1-1 0 0 0,0 1 0 0 0,0 0 0 0 0,-3-9 0 0 0,1 7 10 0 0,0-1 0 0 0,-1 1 0 0 0,0-1 0 0 0,0 1 0 0 0,-1 0 0 0 0,1 0 0 0 0,-1 1 0 0 0,-1 0 0 0 0,1-1 0 0 0,-10-6 0 0 0,-5-4 28 0 0,-43-27 1 0 0,58 41-280 0 0,0 0 0 0 0,0 0 1 0 0,-1 0-1 0 0,1 1 0 0 0,-1 0 0 0 0,1 0 1 0 0,-1 1-1 0 0,0-1 0 0 0,0 1 0 0 0,1 0 0 0 0,-1 1 1 0 0,0-1-1 0 0,0 1 0 0 0,0 0 0 0 0,0 1 1 0 0,0 0-1 0 0,0 0 0 0 0,1 0 0 0 0,-9 3 0 0 0,9 4-2760 0 0,5 3 133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1121 0 0,'0'-8'2241'0'0,"0"-3"-161"0"0,0 3 4804 0 0,30 8-6724 0 0,0 0-240 0 0,1-6-160 0 0,-1-7-481 0 0,30 1-1040 0 0,-30-7-960 0 0,-30-14-720 0 0,-30 8 399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2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0 122 640 0 0,'5'0'2121'0'0,"27"-6"1104"0"0,-31 6-3130 0 0,1 0 0 0 0,-1-1 1 0 0,0 1-1 0 0,0 0 0 0 0,0-1 0 0 0,0 1 0 0 0,1-1 0 0 0,-1 1 0 0 0,0-1 0 0 0,0 0 0 0 0,0 0 0 0 0,0 1 1 0 0,0-1-1 0 0,-1 0 0 0 0,1 0 0 0 0,0 0 0 0 0,0 0 0 0 0,0 0 0 0 0,-1 0 0 0 0,1 0 0 0 0,0 0 1 0 0,-1 0-1 0 0,1 0 0 0 0,0-2 0 0 0,-1 1-56 0 0,0 1 0 0 0,0 0 0 0 0,0 0 0 0 0,1-1 0 0 0,-1 1 0 0 0,1 0 0 0 0,-1 0 0 0 0,1 0 0 0 0,-1 0 0 0 0,1-1 1 0 0,-1 1-1 0 0,1 0 0 0 0,0 0 0 0 0,0 0 0 0 0,-1 0 0 0 0,1 1 0 0 0,0-1 0 0 0,0 0 0 0 0,0 0 0 0 0,0 0 0 0 0,0 1 0 0 0,3-2 0 0 0,4-5 117 0 0,-5 4-91 0 0,3-6 21 0 0,0 1 0 0 0,1 0 0 0 0,0 1 0 0 0,0-1 0 0 0,1 2 0 0 0,8-7 0 0 0,-21 11 409 0 0,4 3-489 0 0,0-1-1 0 0,0 0 0 0 0,0 1 0 0 0,0-1 0 0 0,0 1 1 0 0,0-1-1 0 0,1 1 0 0 0,-1-1 0 0 0,0 1 1 0 0,0 0-1 0 0,1 0 0 0 0,-1-1 0 0 0,0 1 1 0 0,1 0-1 0 0,-1 0 0 0 0,1-1 0 0 0,-1 1 0 0 0,1 0 1 0 0,-1 1-1 0 0,-9 53 342 0 0,5-34-263 0 0,-1 7 28 0 0,1 0 1 0 0,1 0-1 0 0,-1 39 0 0 0,5 9-1913 0 0,0-75 1706 0 0,0 0 0 0 0,0-1 0 0 0,0 1-1 0 0,-1 0 1 0 0,1-1 0 0 0,0 1-1 0 0,0 0 1 0 0,-1-1 0 0 0,1 1-1 0 0,0-1 1 0 0,-1 1 0 0 0,1 0-1 0 0,0-1 1 0 0,-1 1 0 0 0,1-1-1 0 0,-1 1 1 0 0,1-1 0 0 0,-1 1-1 0 0,1-1 1 0 0,-1 0 0 0 0,0 1-1 0 0,1-1 1 0 0,-1 1 0 0 0,1-1-1 0 0,-1 0 1 0 0,0 0 0 0 0,1 1-1 0 0,-1-1 1 0 0,0 0 0 0 0,1 0 0 0 0,-1 0-1 0 0,0 0 1 0 0,1 0 0 0 0,-1 0-1 0 0,0 0 1 0 0,1 0 0 0 0,-1 0-1 0 0,0 0 1 0 0,1 0 0 0 0,-1 0-1 0 0,0 0 1 0 0,1-1 0 0 0,-1 1-1 0 0,0 0 1 0 0,1 0 0 0 0,-1-1-1 0 0,0 0 1 0 0,0 1-87 0 0,1 0-1 0 0,0 0 1 0 0,-1-1-1 0 0,1 1 1 0 0,0 0-1 0 0,-1-1 1 0 0,1 1-1 0 0,0 0 1 0 0,-1-1-1 0 0,1 1 1 0 0,0 0-1 0 0,0-1 1 0 0,-1 1 0 0 0,1 0-1 0 0,0-1 1 0 0,0 1-1 0 0,0-1 1 0 0,0 1-1 0 0,0-1 1 0 0,0 1-1 0 0,-1 0 1 0 0,1-1-1 0 0,0 1 1 0 0,0-1-1 0 0,0 1 1 0 0,0-1 0 0 0,1 0-1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2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184 118 800 0 0,'0'0'193'0'0,"0"-1"0"0"0,0 0-1 0 0,0 0 1 0 0,0 0 0 0 0,0 0-1 0 0,-1 1 1 0 0,1-1-1 0 0,0 0 1 0 0,0 0 0 0 0,-1 1-1 0 0,1-1 1 0 0,0 0 0 0 0,-1 0-1 0 0,1 1 1 0 0,-1-1-1 0 0,1 0 1 0 0,-1 1 0 0 0,1-1-1 0 0,-1 0 1 0 0,1 1 0 0 0,-1-1-1 0 0,0 1 1 0 0,1-1 0 0 0,-1 1-1 0 0,0 0 1 0 0,0-1-1 0 0,1 1 1 0 0,-1-1 0 0 0,0 1-1 0 0,0 0 1 0 0,1 0 0 0 0,-1-1-1 0 0,0 1 1 0 0,0 0 0 0 0,0 0-1 0 0,1 0 1 0 0,-1 0-1 0 0,0 0 1 0 0,0 0 0 0 0,0 0-1 0 0,0 0 1 0 0,1 1 0 0 0,-2-1-1 0 0,-44 13 849 0 0,26-7-326 0 0,15-4-677 0 0,-1 0 0 0 0,1-1 1 0 0,0 2-1 0 0,0-1 1 0 0,0 0-1 0 0,0 1 0 0 0,0 0 1 0 0,1 0-1 0 0,-1 1 0 0 0,1-1 1 0 0,0 1-1 0 0,0 0 1 0 0,-6 8-1 0 0,7-9-14 0 0,1-1 0 0 0,0 1 0 0 0,0 0-1 0 0,1 1 1 0 0,-1-1 0 0 0,0 0 0 0 0,1 0 0 0 0,0 1 0 0 0,0-1 0 0 0,0 0-1 0 0,0 1 1 0 0,1-1 0 0 0,-1 1 0 0 0,1-1 0 0 0,0 1 0 0 0,0 0 0 0 0,0-1 0 0 0,0 1-1 0 0,1-1 1 0 0,-1 1 0 0 0,1-1 0 0 0,0 1 0 0 0,0-1 0 0 0,2 4 0 0 0,3 8 44 0 0,-4-10-44 0 0,1 1 1 0 0,-1 0-1 0 0,1 0 1 0 0,0-1-1 0 0,0 0 1 0 0,0 0-1 0 0,1 0 1 0 0,0 0-1 0 0,0 0 1 0 0,0 0-1 0 0,1-1 1 0 0,9 7-1 0 0,-5-5-72 0 0,0-1 0 0 0,0 0-1 0 0,0-1 1 0 0,1 0-1 0 0,-1-1 1 0 0,1 0-1 0 0,0 0 1 0 0,0-1-1 0 0,0-1 1 0 0,1 1 0 0 0,-1-2-1 0 0,0 1 1 0 0,0-1-1 0 0,1-1 1 0 0,-1 0-1 0 0,0 0 1 0 0,0-1-1 0 0,19-6 1 0 0,-23 4 5 0 0,0 1-1 0 0,-1-1 1 0 0,1-1-1 0 0,-1 1 1 0 0,0-1 0 0 0,-1 1-1 0 0,1-1 1 0 0,-1-1 0 0 0,0 1-1 0 0,0-1 1 0 0,0 1-1 0 0,-1-1 1 0 0,0 0 0 0 0,0 0-1 0 0,-1 0 1 0 0,0-1 0 0 0,3-11-1 0 0,-1 6-11 0 0,-1-1-1 0 0,-1 0 1 0 0,0 0-1 0 0,-1 0 1 0 0,0 0-1 0 0,-1 0 0 0 0,0 0 1 0 0,-3-15-1 0 0,1 21 11 0 0,0 1-1 0 0,-1-1 0 0 0,1 1 0 0 0,-1 0 0 0 0,0 0 0 0 0,-1 0 1 0 0,0 0-1 0 0,0 1 0 0 0,0-1 0 0 0,0 1 0 0 0,-1 0 1 0 0,0 0-1 0 0,0 1 0 0 0,-1-1 0 0 0,1 1 0 0 0,-1 0 0 0 0,0 1 1 0 0,1-1-1 0 0,-2 1 0 0 0,1 0 0 0 0,0 1 0 0 0,-8-3 1 0 0,9 3-151 0 0,-1-1 1 0 0,1 1 0 0 0,-1-1 0 0 0,0 1 0 0 0,1 1 0 0 0,-1-1-1 0 0,0 1 1 0 0,0 0 0 0 0,0 1 0 0 0,0-1 0 0 0,0 1-1 0 0,0 1 1 0 0,-1-1 0 0 0,1 1 0 0 0,0 0 0 0 0,0 0 0 0 0,1 0-1 0 0,-11 4 1 0 0,11 2-2112 0 0,5-2-175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1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9 1281 0 0,'0'-1'101'0'0,"0"1"0"0"0,-1-1 0 0 0,1 1 0 0 0,0-1 0 0 0,-1 1 0 0 0,1-1 0 0 0,-1 1 1 0 0,1-1-1 0 0,-1 1 0 0 0,1-1 0 0 0,-1 1 0 0 0,1 0 0 0 0,-1-1 0 0 0,1 1 1 0 0,-1 0-1 0 0,1 0 0 0 0,-1-1 0 0 0,0 1 0 0 0,1 0 0 0 0,-1 0 0 0 0,0 0 0 0 0,1 0 1 0 0,-1 0-1 0 0,0 0 0 0 0,1 0 0 0 0,-1 0 0 0 0,1 0 0 0 0,-1 0 0 0 0,0 0 0 0 0,1 0 1 0 0,-1 0-1 0 0,0 0 0 0 0,1 1 0 0 0,-1-1 0 0 0,1 0 0 0 0,-1 0 0 0 0,0 1 0 0 0,1-1 1 0 0,-1 1-1 0 0,-2 0 174 0 0,-1 0 0 0 0,1 0 1 0 0,0 1-1 0 0,0-1 0 0 0,0 1 1 0 0,0 0-1 0 0,0 0 0 0 0,-5 4 1 0 0,-8 12 154 0 0,0 0 0 0 0,1 2 0 0 0,1 0 0 0 0,1 0 1 0 0,1 1-1 0 0,1 1 0 0 0,-12 30 0 0 0,20-45-371 0 0,1 1-1 0 0,-1-1 1 0 0,1 1 0 0 0,0 0-1 0 0,1-1 1 0 0,0 1-1 0 0,0 0 1 0 0,1 0 0 0 0,0 0-1 0 0,0 0 1 0 0,2 10-1 0 0,1-7 15 0 0,0 1 0 0 0,1-1 0 0 0,1 0 0 0 0,0 0 0 0 0,0 0 0 0 0,14 19 0 0 0,-16-25-78 0 0,0 0 0 0 0,1-1 0 0 0,0 0 0 0 0,0 0 0 0 0,0 0 0 0 0,0-1 0 0 0,1 1 0 0 0,-1-1 0 0 0,1 0 0 0 0,0 0 0 0 0,0-1 0 0 0,0 1 0 0 0,0-1 0 0 0,0 0 0 0 0,1-1 0 0 0,-1 1 0 0 0,1-1 0 0 0,-1 0 0 0 0,1 0 0 0 0,-1-1 0 0 0,10 0 0 0 0,-6 0-64 0 0,-1-1 0 0 0,1 0 0 0 0,-1 0 0 0 0,0-1-1 0 0,1 0 1 0 0,-1-1 0 0 0,0 0 0 0 0,0 0 0 0 0,-1 0 0 0 0,1-1-1 0 0,-1-1 1 0 0,0 1 0 0 0,0-1 0 0 0,9-7 0 0 0,-2 0-20 0 0,0-1 1 0 0,-1 0-1 0 0,0-1 0 0 0,-2 0 0 0 0,1-1 1 0 0,12-22-1 0 0,-21 31-3 0 0,-1 1-1 0 0,0-1 0 0 0,0 1 1 0 0,-1-1-1 0 0,0 0 1 0 0,0 1-1 0 0,0-1 0 0 0,0 0 1 0 0,-1 0-1 0 0,0 0 1 0 0,0 0-1 0 0,-1 0 0 0 0,0 0 1 0 0,0 1-1 0 0,0-1 1 0 0,0 0-1 0 0,-1 0 1 0 0,0 1-1 0 0,0-1 0 0 0,-1 1 1 0 0,0 0-1 0 0,0 0 1 0 0,0 0-1 0 0,0 0 0 0 0,-6-5 1 0 0,0-1-612 0 0,0 0 0 0 0,-2 2 1 0 0,-14-13-1 0 0,24 21 677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2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61 293 1921 0 0,'0'0'6323'0'0,"0"0"-6307"0"0,0-1-1 0 0,0 1 1 0 0,0 0 0 0 0,-1 0 0 0 0,1 0 0 0 0,0 0-1 0 0,0 0 1 0 0,0-1 0 0 0,0 1 0 0 0,0 0 0 0 0,0 0 0 0 0,0 0-1 0 0,0 0 1 0 0,0 0 0 0 0,0-1 0 0 0,0 1 0 0 0,0 0-1 0 0,0 0 1 0 0,0 0 0 0 0,0 0 0 0 0,0-1 0 0 0,0 1 0 0 0,0 0-1 0 0,0 0 1 0 0,0 0 0 0 0,0 0 0 0 0,0-1 0 0 0,0 1-1 0 0,0 0 1 0 0,0 0 0 0 0,0 0 0 0 0,0 0 0 0 0,1 0 0 0 0,-1-1-1 0 0,0 1 1 0 0,0 0 0 0 0,0 0 0 0 0,0 0 0 0 0,0 0-1 0 0,0 0 1 0 0,1 0 0 0 0,-1 0 0 0 0,0-1 0 0 0,0 1 0 0 0,0 0-1 0 0,0 0 1 0 0,0 0 0 0 0,1 0 0 0 0,-1 0 0 0 0,0 0-1 0 0,0 0 1 0 0,0 0 0 0 0,0 0 0 0 0,1 0 0 0 0,-1 0 0 0 0,0 0-1 0 0,0 0 1 0 0,0 0 0 0 0,0 0 0 0 0,1 0 0 0 0,-1 0-1 0 0,0 0 1 0 0,0 0 0 0 0,0 0 0 0 0,0 0 0 0 0,0 1 0 0 0,1-1-1 0 0,-1 0 1 0 0,0 0 0 0 0,1 0 4 0 0,0 0 1 0 0,0 0-1 0 0,1 0 0 0 0,-1 0 1 0 0,0 0-1 0 0,0-1 1 0 0,0 1-1 0 0,0 0 0 0 0,0 0 1 0 0,0-1-1 0 0,0 1 0 0 0,0-1 1 0 0,0 1-1 0 0,0-1 1 0 0,0 1-1 0 0,0-1 0 0 0,0 0 1 0 0,0 0-1 0 0,0 1 0 0 0,-1-1 1 0 0,1 0-1 0 0,0 0 1 0 0,-1 0-1 0 0,1 0 0 0 0,0 0 1 0 0,-1 0-1 0 0,1 0 0 0 0,-1 0 1 0 0,1 0-1 0 0,-1 0 1 0 0,0 0-1 0 0,1 0 0 0 0,-1 0 1 0 0,0 0-1 0 0,0 0 0 0 0,0 0 1 0 0,0 0-1 0 0,0 0 1 0 0,0-1-1 0 0,0 1 0 0 0,0 0 1 0 0,0 0-1 0 0,-1 0 0 0 0,1 0 1 0 0,0 0-1 0 0,-1 0 0 0 0,1 0 1 0 0,-1 0-1 0 0,1 0 1 0 0,-1 0-1 0 0,1 0 0 0 0,-1 0 1 0 0,0 0-1 0 0,-1-1 0 0 0,-7-7 27 0 0,8 8-38 0 0,0 0 0 0 0,0 0 1 0 0,-1 0-1 0 0,1 0 0 0 0,0 0 0 0 0,0 0 1 0 0,0 0-1 0 0,0-1 0 0 0,0 1 0 0 0,1 0 0 0 0,-1-1 1 0 0,0 1-1 0 0,1 0 0 0 0,-1-1 0 0 0,1 1 0 0 0,-1-1 1 0 0,1 1-1 0 0,0-1 0 0 0,-1 1 0 0 0,1-4 1 0 0,0 3-5 0 0,0 1 0 0 0,0-1 1 0 0,-1 0-1 0 0,1 0 1 0 0,-1 0-1 0 0,1 1 0 0 0,-1-1 1 0 0,1 0-1 0 0,-1 0 1 0 0,0 1-1 0 0,0-1 0 0 0,0 1 1 0 0,0-1-1 0 0,0 1 1 0 0,0-1-1 0 0,-3-1 0 0 0,-7-14-3 0 0,10 12 1 0 0,-1 0 0 0 0,1 0 0 0 0,1 0 0 0 0,-1 0 0 0 0,1 0 0 0 0,0 0 0 0 0,0 0 0 0 0,1-6 0 0 0,0 6 4 0 0,-1 1 0 0 0,1-1 1 0 0,-1 1-1 0 0,0-1 0 0 0,-1 0 0 0 0,1 1 1 0 0,-1-1-1 0 0,0 0 0 0 0,0 1 0 0 0,-3-9 1 0 0,-8-1 56 0 0,11 13-27 0 0,0 0 0 0 0,0 0 0 0 0,0 0 0 0 0,0 0 0 0 0,0-1 0 0 0,0 1 0 0 0,0 0 0 0 0,0-1 0 0 0,0 1 0 0 0,1-1 0 0 0,-1 1 0 0 0,1-1-1 0 0,-1 1 1 0 0,1-1 0 0 0,-1 1 0 0 0,1-1 0 0 0,0 1 0 0 0,0-1 0 0 0,0 0 0 0 0,0-2 0 0 0,0 4 56 0 0,0 6 388 0 0,0 465 1600 0 0,5-472-2148 0 0,66 2 79 0 0,-15 1-47 0 0,-1-3 0 0 0,90-12 0 0 0,-142 12 28 0 0,0 0 0 0 0,-1 0 1 0 0,1 0-1 0 0,0 0 0 0 0,0-1 1 0 0,-1 1-1 0 0,1-1 0 0 0,-1 1 0 0 0,1-1 1 0 0,-1 0-1 0 0,0 0 0 0 0,0 0 1 0 0,0 0-1 0 0,0-1 0 0 0,0 1 1 0 0,0 0-1 0 0,0-1 0 0 0,-1 1 1 0 0,1-1-1 0 0,-1 0 0 0 0,2-5 1 0 0,-18-25 72 0 0,2-11 20 0 0,10 31-51 0 0,-1 1 1 0 0,0 0-1 0 0,-7-16 0 0 0,-14-13 34 0 0,20 36-73 0 0,1-1 0 0 0,1 0 0 0 0,-1 0 0 0 0,1 0 0 0 0,0 0 0 0 0,0 0 0 0 0,1-1 1 0 0,0 1-1 0 0,0-1 0 0 0,1 0 0 0 0,-1 1 0 0 0,1-1 0 0 0,0-7 0 0 0,1 13-13 0 0,0 1 1 0 0,0-1-1 0 0,0 0 1 0 0,0 1-1 0 0,0-1 1 0 0,0 1-1 0 0,0-1 1 0 0,0 0-1 0 0,0 1 1 0 0,0-1-1 0 0,0 0 1 0 0,1 1-1 0 0,-1-1 1 0 0,0 1-1 0 0,0-1 1 0 0,1 1-1 0 0,-1-1 1 0 0,0 0-1 0 0,1 1 1 0 0,-1-1-1 0 0,0 1 1 0 0,1-1-1 0 0,-1 1 1 0 0,1 0-1 0 0,-1-1 1 0 0,1 1-1 0 0,-1-1 1 0 0,1 1-1 0 0,-1 0 1 0 0,1-1-1 0 0,-1 1 1 0 0,1 0-1 0 0,-1 0 1 0 0,1-1-1 0 0,0 1 1 0 0,-1 0-1 0 0,1 0 1 0 0,-1 0-1 0 0,1 0 1 0 0,0 0-1 0 0,-1 0 1 0 0,1 0-1 0 0,0 0 1 0 0,-1 0-1 0 0,1 0 1 0 0,-1 0-1 0 0,1 0 1 0 0,0 1-1 0 0,-1-1 1 0 0,1 0-1 0 0,-1 0 1 0 0,1 1-1 0 0,-1-1 1 0 0,1 0-1 0 0,0 0 1 0 0,-1 1-1 0 0,1 0 1 0 0,3 1 41 0 0,-1 0 0 0 0,1 1 0 0 0,-1-1 0 0 0,0 1 0 0 0,0 0 1 0 0,0 0-1 0 0,0 0 0 0 0,-1 0 0 0 0,1 1 0 0 0,3 6 0 0 0,33 93 934 0 0,-18-43-517 0 0,-13-36-364 0 0,-2 0 0 0 0,0 1 0 0 0,-2-1 0 0 0,0 1 0 0 0,-2 0 0 0 0,-1 0 0 0 0,-2 28 0 0 0,1-52-75 0 0,0 11 13 0 0,0 1 0 0 0,1-1 0 0 0,1 0 0 0 0,-1 0 0 0 0,2 0 0 0 0,0 0 0 0 0,0-1 0 0 0,1 1 0 0 0,9 18 0 0 0,-5-16-17 0 0,-5-9-26 0 0,0 0 0 0 0,0 1 1 0 0,-1-1-1 0 0,1 0 1 0 0,-1 1-1 0 0,-1 0 1 0 0,1-1-1 0 0,-1 1 1 0 0,0 0-1 0 0,1 8 0 0 0,-2-13-18 0 0,0 0 0 0 0,0 0-1 0 0,0 0 1 0 0,0 0-1 0 0,0 0 1 0 0,0 0-1 0 0,0 0 1 0 0,1 0-1 0 0,-1 0 1 0 0,1 0-1 0 0,-1 0 1 0 0,0 0-1 0 0,1 0 1 0 0,-1 0-1 0 0,1 0 1 0 0,0 0-1 0 0,-1-1 1 0 0,1 1-1 0 0,0 0 1 0 0,0 0-1 0 0,-1-1 1 0 0,1 1-1 0 0,0 0 1 0 0,0-1-1 0 0,0 1 1 0 0,0-1 0 0 0,0 1-1 0 0,0-1 1 0 0,0 0-1 0 0,0 1 1 0 0,1-1-1 0 0,3 1-308 0 0,-1 0 0 0 0,1-1-1 0 0,0 0 1 0 0,-1 0 0 0 0,1 0 0 0 0,-1-1 0 0 0,9-1-1 0 0,7-4-1600 0 0,0 0-1 0 0,21-10 0 0 0,-40 16 1908 0 0,34-19-4167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2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357 257 1201 0 0,'-1'-2'229'0'0,"1"1"1"0"0,-1-1-1 0 0,0 1 1 0 0,0 0-1 0 0,0-1 1 0 0,0 1-1 0 0,0 0 1 0 0,0 0 0 0 0,0-1-1 0 0,0 1 1 0 0,0 0-1 0 0,-1 0 1 0 0,1 0-1 0 0,0 0 1 0 0,-1 1-1 0 0,1-1 1 0 0,-1 0 0 0 0,1 0-1 0 0,-1 1 1 0 0,1-1-1 0 0,-1 1 1 0 0,0 0-1 0 0,1-1 1 0 0,-1 1-1 0 0,1 0 1 0 0,-3 0 0 0 0,-43-6 614 0 0,44 6-723 0 0,-5-1-17 0 0,-1 0 0 0 0,1 1 0 0 0,-1 0-1 0 0,0 0 1 0 0,1 1 0 0 0,-1 0 0 0 0,1 0 0 0 0,-1 1 0 0 0,1 0 0 0 0,0 1 0 0 0,0 0 0 0 0,0 0 0 0 0,0 1 0 0 0,0 0-1 0 0,1 0 1 0 0,0 0 0 0 0,-1 1 0 0 0,-6 7 0 0 0,-9 3 43 0 0,-33 25 97 0 0,53-38-229 0 0,1 0 0 0 0,-1 0-1 0 0,1 0 1 0 0,0 0 0 0 0,0 0-1 0 0,0 1 1 0 0,0-1 0 0 0,0 1-1 0 0,1 0 1 0 0,-1-1 0 0 0,1 1-1 0 0,0 0 1 0 0,-1 0-1 0 0,1 0 1 0 0,0 0 0 0 0,0 5-1 0 0,1-5 4 0 0,1 1 0 0 0,0-1 0 0 0,0 1 0 0 0,0-1 1 0 0,1 0-1 0 0,-1 1 0 0 0,1-1 0 0 0,-1 0 0 0 0,1 0 0 0 0,0 0 0 0 0,0-1 0 0 0,1 1 0 0 0,-1 0 0 0 0,1-1 0 0 0,-1 1 0 0 0,1-1 0 0 0,0 0 0 0 0,0 0 0 0 0,5 3 0 0 0,7 4 8 0 0,0 0 1 0 0,26 10 0 0 0,-20-13-42 0 0,1 0 0 0 0,-1-1 0 0 0,0-2 0 0 0,1 0 0 0 0,0-1 0 0 0,0-1 0 0 0,34-3 0 0 0,-39 0-26 0 0,0-1 1 0 0,-1 0-1 0 0,1-2 1 0 0,22-8-1 0 0,-24 8 3 0 0,-11 3 29 0 0,0 0-1 0 0,1 0 1 0 0,-1 0 0 0 0,0-1-1 0 0,0 0 1 0 0,0 1-1 0 0,-1-1 1 0 0,1-1-1 0 0,-1 1 1 0 0,1-1-1 0 0,-1 1 1 0 0,0-1-1 0 0,0 0 1 0 0,-1 0-1 0 0,5-8 1 0 0,0-3 6 0 0,-1-1 1 0 0,-1 0-1 0 0,5-16 0 0 0,-4 8 19 0 0,-5 23-15 0 0,3-14 35 0 0,1 0-1 0 0,-2 0 1 0 0,3-24 0 0 0,-6 34-9 0 0,1-1 0 0 0,-2 1-1 0 0,1-1 1 0 0,-1 1 0 0 0,0-1 0 0 0,0 1 0 0 0,0-1 0 0 0,-1 1 0 0 0,0 0-1 0 0,0 0 1 0 0,0 0 0 0 0,-1 0 0 0 0,0 0 0 0 0,-3-5 0 0 0,-2-1 79 0 0,-1 1 1 0 0,-1 0 0 0 0,1 0 0 0 0,-1 1 0 0 0,-1 0 0 0 0,0 1 0 0 0,0 0-1 0 0,-1 0 1 0 0,0 2 0 0 0,0-1 0 0 0,0 1 0 0 0,-1 1 0 0 0,-20-5-1 0 0,9 4-209 0 0,-1 1 0 0 0,0 1 0 0 0,0 1 0 0 0,0 1 0 0 0,0 2-1 0 0,-40 3 1 0 0,64-3 66 0 0,0 0 0 0 0,0 0-1 0 0,0-1 1 0 0,0 1-1 0 0,0 0 1 0 0,0 0 0 0 0,0 1-1 0 0,0-1 1 0 0,0 0-1 0 0,0 0 1 0 0,0 0 0 0 0,0 1-1 0 0,0-1 1 0 0,0 0 0 0 0,0 1-1 0 0,0-1 1 0 0,0 1-1 0 0,1-1 1 0 0,-1 1 0 0 0,0-1-1 0 0,0 1 1 0 0,0 0-1 0 0,1-1 1 0 0,-1 1 0 0 0,0 0-1 0 0,1 0 1 0 0,-1-1 0 0 0,1 1-1 0 0,-1 1 1 0 0,13 19-2127 0 0,-3-10 794 0 0,-4 13-3086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2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5 1361 0 0,'-2'-4'3819'0'0,"-9"5"-2431"0"0,-11 12-486 0 0,8-1-545 0 0,0 0 1 0 0,-1-2-1 0 0,0 0 0 0 0,0-1 1 0 0,-27 12-1 0 0,-13 9 287 0 0,22-8-90 0 0,-50 45-1 0 0,80-64-513 0 0,0 0 0 0 0,0 0 0 0 0,0 0 0 0 0,0 0 0 0 0,1 1-1 0 0,-1 0 1 0 0,1-1 0 0 0,0 1 0 0 0,0 0 0 0 0,1 0 0 0 0,-1 0 0 0 0,-1 8-1 0 0,-5 12 164 0 0,4-14-137 0 0,3-9-47 0 0,-1 1 0 0 0,1 0-1 0 0,1 0 1 0 0,-1 0-1 0 0,0 0 1 0 0,0 0 0 0 0,1 0-1 0 0,-1 0 1 0 0,1 0-1 0 0,-1 0 1 0 0,1 0 0 0 0,0 0-1 0 0,0 1 1 0 0,0-1-1 0 0,0 0 1 0 0,0 0-1 0 0,1 0 1 0 0,-1 0 0 0 0,1 0-1 0 0,-1 0 1 0 0,1 0-1 0 0,0 0 1 0 0,0 0 0 0 0,0 0-1 0 0,0 0 1 0 0,0 0-1 0 0,0 0 1 0 0,0-1 0 0 0,1 1-1 0 0,-1-1 1 0 0,0 1-1 0 0,3 1 1 0 0,1 3-7 0 0,1 1 0 0 0,0-2 0 0 0,0 1 1 0 0,1-1-1 0 0,-1 0 0 0 0,1 0 0 0 0,0-1 0 0 0,0 1 0 0 0,1-2 1 0 0,0 1-1 0 0,-1-1 0 0 0,1 0 0 0 0,11 2 0 0 0,-4-3-78 0 0,1 0 0 0 0,-1-2-1 0 0,1 1 1 0 0,-1-2 0 0 0,0 0 0 0 0,21-4-1 0 0,-30 4 44 0 0,4 0-49 0 0,-1-1 0 0 0,1 0 0 0 0,-1 0 0 0 0,0-1 0 0 0,0 0-1 0 0,17-8 1 0 0,-24 9 59 0 0,1 0-1 0 0,-1 0 1 0 0,1 0-1 0 0,-1 0 1 0 0,0 0-1 0 0,0 0 0 0 0,0 0 1 0 0,-1-1-1 0 0,1 1 1 0 0,0-1-1 0 0,-1 0 1 0 0,0 1-1 0 0,1-1 1 0 0,-1 0-1 0 0,0 0 1 0 0,-1 0-1 0 0,1 0 1 0 0,0 0-1 0 0,-1 0 1 0 0,1 0-1 0 0,-1 0 1 0 0,0 0-1 0 0,0 0 1 0 0,-1 0-1 0 0,1 0 1 0 0,0 0-1 0 0,-1 0 0 0 0,-1-4 1 0 0,-2-18 100 0 0,-2 1 0 0 0,-1-1 0 0 0,0 1 0 0 0,-2 0 0 0 0,-21-41 0 0 0,25 58-31 0 0,0-1 0 0 0,0 1 1 0 0,0 0-1 0 0,-1 0 0 0 0,0 1 1 0 0,0-1-1 0 0,-1 1 0 0 0,0 1 1 0 0,0-1-1 0 0,0 1 0 0 0,-1 1 1 0 0,1-1-1 0 0,-1 1 0 0 0,0 0 1 0 0,-1 1-1 0 0,1 0 0 0 0,0 0 0 0 0,-1 1 1 0 0,0 0-1 0 0,0 1 0 0 0,-14-1 1 0 0,17 1-202 0 0,1 0 0 0 0,-1 1 0 0 0,1 0 0 0 0,-1 0 0 0 0,1 1 0 0 0,-1 0 0 0 0,1-1 0 0 0,-1 2 0 0 0,1-1 0 0 0,0 1 0 0 0,-1 0 0 0 0,1 0 0 0 0,0 0 0 0 0,0 1 0 0 0,1-1 0 0 0,-1 1 0 0 0,0 0 0 0 0,1 1 0 0 0,0-1 0 0 0,0 1-1 0 0,0 0 1 0 0,0 0 0 0 0,0 0 0 0 0,1 1 0 0 0,0-1 0 0 0,0 1 0 0 0,0-1 0 0 0,1 1 0 0 0,-1 0 0 0 0,-2 10 0 0 0,0 47-5631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26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962 64 880 0 0,'-34'-12'3952'0'0,"-58"-13"-1"0"0,-35 7-1810 0 0,48 14-2007 0 0,-92 7 0 0 0,149-2-34 0 0,-1 1 1 0 0,1 1 0 0 0,-1 1-1 0 0,1 2 1 0 0,1 0 0 0 0,-1 1-1 0 0,1 1 1 0 0,0 1 0 0 0,1 0-1 0 0,-39 26 1 0 0,55-32-79 0 0,0 1 1 0 0,0 0-1 0 0,0 0 0 0 0,0 1 1 0 0,1-1-1 0 0,-5 7 0 0 0,-21 24 155 0 0,24-30-169 0 0,0 0 0 0 0,1 1 0 0 0,0-1 0 0 0,0 1 0 0 0,0 0 0 0 0,1 0 0 0 0,-4 7 0 0 0,-22 34 102 0 0,20-42-40 0 0,8-5-68 0 0,0 1-1 0 0,0-1 0 0 0,1 1 1 0 0,-1-1-1 0 0,0 1 0 0 0,0-1 1 0 0,0 1-1 0 0,0-1 0 0 0,0 1 1 0 0,1 0-1 0 0,-1-1 0 0 0,0 1 1 0 0,1 0-1 0 0,-1 0 0 0 0,0 0 1 0 0,1-1-1 0 0,-1 1 0 0 0,1 0 1 0 0,-1 0-1 0 0,1 0 1 0 0,0 0-1 0 0,-1 0 0 0 0,1 0 1 0 0,0 0-1 0 0,0 0 0 0 0,-1 2 1 0 0,1-1-3 0 0,0 0 0 0 0,-1 0 0 0 0,0 0 0 0 0,1-1 0 0 0,-1 1 0 0 0,0 0 0 0 0,0 0 0 0 0,0-1 0 0 0,0 1 0 0 0,0-1 0 0 0,0 1 0 0 0,-1-1 0 0 0,-1 3 0 0 0,1-3-1 0 0,1 0 1 0 0,0 0-1 0 0,-1 0 0 0 0,1 1 1 0 0,0-1-1 0 0,0 0 1 0 0,0 0-1 0 0,0 1 1 0 0,0-1-1 0 0,0 1 1 0 0,0-1-1 0 0,1 1 0 0 0,-1 0 1 0 0,0-1-1 0 0,1 1 1 0 0,0-1-1 0 0,-1 1 1 0 0,1 0-1 0 0,0 0 1 0 0,0-1-1 0 0,0 1 0 0 0,0 0 1 0 0,0-1-1 0 0,0 1 1 0 0,0 0-1 0 0,0 0 1 0 0,1-1-1 0 0,-1 1 1 0 0,1-1-1 0 0,-1 1 1 0 0,1 0-1 0 0,0-1 0 0 0,1 3 1 0 0,11 14 8 0 0,0-1-1 0 0,1 0 1 0 0,0-2 0 0 0,2 1-1 0 0,30 23 1 0 0,201 134 233 0 0,-223-158-251 0 0,44 19 1 0 0,6 4-62 0 0,-49-24 12 0 0,1-1 1 0 0,1-2 0 0 0,0 0 0 0 0,0-2-1 0 0,1 0 1 0 0,0-2 0 0 0,46 5 0 0 0,12-4-57 0 0,94-4 0 0 0,-166-4 101 0 0,-6 0-43 0 0,1-1 0 0 0,-1 0-1 0 0,0-1 1 0 0,1 0 0 0 0,-1 0 0 0 0,0-1-1 0 0,0 1 1 0 0,-1-2 0 0 0,1 1 0 0 0,13-10-1 0 0,3 1 73 0 0,-15 6-10 0 0,0 0 1 0 0,-1 0-1 0 0,0 0 0 0 0,15-16 0 0 0,-14 13 53 0 0,0 1 0 0 0,1 0 1 0 0,0 0-1 0 0,14-8 0 0 0,58-26 226 0 0,-39 22-31 0 0,0-3 1 0 0,56-40 0 0 0,-96 60-250 0 0,1 0 0 0 0,-1 0 0 0 0,-1-1 0 0 0,1 1 0 0 0,0-1 0 0 0,-1 0 0 0 0,0 0 0 0 0,0 0 0 0 0,0 0 0 0 0,0 0 0 0 0,-1-1 0 0 0,1 1 0 0 0,-1 0 0 0 0,0-1 0 0 0,0 1 1 0 0,-1-1-1 0 0,0 1 0 0 0,1-1 0 0 0,-1 1 0 0 0,-2-10 0 0 0,1 5-4 0 0,0 0 0 0 0,-1 0 0 0 0,0 0 0 0 0,-1 1 0 0 0,0-1 0 0 0,0 0 0 0 0,0 1 0 0 0,-2 0 0 0 0,1 0 0 0 0,-7-9 0 0 0,-4-1 30 0 0,0 1 0 0 0,-2 1 0 0 0,1 0 0 0 0,-2 1 0 0 0,0 1 0 0 0,-1 1 0 0 0,-25-13-1 0 0,-153-68 416 0 0,174 84-345 0 0,-187-63 655 0 0,159 57-588 0 0,14 5-202 0 0,0 2 0 0 0,-1 1 0 0 0,0 3 0 0 0,-1 0 0 0 0,1 3 0 0 0,-60 3 0 0 0,42 4-795 0 0,0 3 1 0 0,1 2-1 0 0,-91 29 0 0 0,56-8-3811 0 0,59-29-400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779 121 1281 0 0,'-61'-10'5509'0'0,"61"9"-5269"0"0,5 1-67 0 0,-3 0-141 0 0,-1 0-20 0 0,0 1 0 0 0,0-1 0 0 0,0 0 0 0 0,0 0 0 0 0,0 0 0 0 0,0 0 0 0 0,0 0 0 0 0,0 0 0 0 0,0 0 0 0 0,0 0 0 0 0,0-1 0 0 0,0 1 0 0 0,-1 0 0 0 0,1 0 0 0 0,0-1 0 0 0,0 1 0 0 0,0-1 0 0 0,0 1 0 0 0,0-1 0 0 0,0 1 0 0 0,0-1 0 0 0,-1 1 0 0 0,2-2 0 0 0,-2 0 949 0 0,0-24-721 0 0,1 25-229 0 0,0 0 0 0 0,0 0 0 0 0,0 1 0 0 0,0-1 0 0 0,0 0 0 0 0,0 0-1 0 0,0 1 1 0 0,0-1 0 0 0,0 0 0 0 0,0 1 0 0 0,0-1 0 0 0,1 1 0 0 0,-1-1 0 0 0,0 1 0 0 0,0 0 0 0 0,0 0 0 0 0,1-1 0 0 0,-1 1 0 0 0,0 0 0 0 0,2 0-1 0 0,-2 0 14 0 0,-1 0-13 0 0,1-1-1 0 0,-1 1 0 0 0,1-1 0 0 0,-1 0 1 0 0,1 1-1 0 0,-1-1 0 0 0,0 1 1 0 0,1-1-1 0 0,-1 0 0 0 0,0 1 0 0 0,1-1 1 0 0,-1 0-1 0 0,0 0 0 0 0,0 1 0 0 0,1-1 1 0 0,-1 0-1 0 0,0 1 0 0 0,0-1 0 0 0,0 0 1 0 0,0 0-1 0 0,0 1 0 0 0,0-1 0 0 0,0 0 1 0 0,-1 0-1 0 0,1 1 0 0 0,0-1 1 0 0,0 0-1 0 0,0 1 0 0 0,-1-1 0 0 0,1 0 1 0 0,0 0-1 0 0,-1 1 0 0 0,1-1 0 0 0,-1 1 1 0 0,1-1-1 0 0,-1 0 0 0 0,1 1 0 0 0,-1-1 1 0 0,-19-5 55 0 0,19 6-63 0 0,1 0 1 0 0,0 0-1 0 0,-1 0 0 0 0,1 0 0 0 0,0 0 0 0 0,-1-1 1 0 0,1 1-1 0 0,0 0 0 0 0,0 0 0 0 0,-1 0 0 0 0,1 0 0 0 0,0 0 1 0 0,-1 0-1 0 0,1-1 0 0 0,0 1 0 0 0,0 0 0 0 0,-1 0 0 0 0,1 0 1 0 0,0-1-1 0 0,0 1 0 0 0,0 0 0 0 0,-1 0 0 0 0,1 0 0 0 0,0-1 1 0 0,0 1-1 0 0,0 0 0 0 0,0-1 0 0 0,0 1 0 0 0,0 0 0 0 0,-1 0 1 0 0,1-1-1 0 0,0 1 0 0 0,0 0 0 0 0,0-1 0 0 0,0 1 0 0 0,0 0 1 0 0,0-1-1 0 0,0 1 0 0 0,0 0 0 0 0,0-1 0 0 0,-3-3 27 0 0,-52-14 224 0 0,50 16-187 0 0,-146 10 479 0 0,123-5-492 0 0,0 1-1 0 0,-29 9 0 0 0,29-7 28 0 0,20-4-63 0 0,1 0 1 0 0,-1 0 0 0 0,0 1 0 0 0,-12 7 0 0 0,-24 8 60 0 0,28-13 8 0 0,1 0-1 0 0,0 1 1 0 0,1 1 0 0 0,0 0 0 0 0,-27 18-1 0 0,14-5 39 0 0,2 2-1 0 0,0 0 1 0 0,1 2-1 0 0,2 0 1 0 0,-31 43-1 0 0,52-67-124 0 0,1 1 0 0 0,0-1 1 0 0,-1 0-1 0 0,1 0 0 0 0,0 1 0 0 0,-1-1 0 0 0,1 1 0 0 0,0-1 0 0 0,0 0 0 0 0,-1 1 0 0 0,1-1 0 0 0,0 1 1 0 0,0-1-1 0 0,0 0 0 0 0,0 1 0 0 0,-1-1 0 0 0,1 1 0 0 0,0-1 0 0 0,0 1 0 0 0,0-1 0 0 0,0 1 1 0 0,0-1-1 0 0,0 0 0 0 0,0 1 0 0 0,0-1 0 0 0,0 1 0 0 0,0-1 0 0 0,0 1 0 0 0,1-1 0 0 0,-1 1 0 0 0,0-1 1 0 0,0 0-1 0 0,0 1 0 0 0,1-1 0 0 0,-1 1 0 0 0,0-1 0 0 0,0 0 0 0 0,1 1 0 0 0,-1-1 0 0 0,0 0 0 0 0,1 1 1 0 0,-1-1-1 0 0,0 0 0 0 0,1 1 0 0 0,-1-1 0 0 0,1 0 0 0 0,-1 0 0 0 0,0 1 0 0 0,1-1 0 0 0,-1 0 1 0 0,1 0-1 0 0,-1 0 0 0 0,1 0 0 0 0,-1 0 0 0 0,0 0 0 0 0,1 0 0 0 0,-1 0 0 0 0,1 0 0 0 0,-1 0 0 0 0,1 0 1 0 0,-1 0-1 0 0,1 0 0 0 0,0 0 0 0 0,6 0-22 0 0,-23 2-3 0 0,19-2 26 0 0,-1 1-1 0 0,1-1 0 0 0,0 0 1 0 0,-1 1-1 0 0,1 0 0 0 0,-1 0 1 0 0,1-1-1 0 0,-1 1 0 0 0,1 1 1 0 0,-1-1-1 0 0,0 0 1 0 0,1 1-1 0 0,-1-1 0 0 0,0 1 1 0 0,0 0-1 0 0,0-1 0 0 0,3 5 1 0 0,39 48 46 0 0,-28-29 26 0 0,19 43 0 0 0,-33-62-67 0 0,1 1 1 0 0,0 0-1 0 0,1-1 0 0 0,0 0 0 0 0,0 1 0 0 0,0-2 0 0 0,0 1 1 0 0,1 0-1 0 0,0-1 0 0 0,0 0 0 0 0,1 0 0 0 0,10 7 0 0 0,1-1-41 0 0,1 0 0 0 0,0-1 0 0 0,25 9 0 0 0,36 20-25 0 0,-26-7 127 0 0,2-2 0 0 0,104 40-1 0 0,-138-63-99 0 0,0 0 0 0 0,1-1-1 0 0,35 4 1 0 0,8 1 17 0 0,31 2 19 0 0,174 29 52 0 0,-134-17-17 0 0,287 27-65 0 0,-387-49 19 0 0,-1 0 0 0 0,1-3-1 0 0,0-1 1 0 0,0-1 0 0 0,0-2-1 0 0,-1-2 1 0 0,46-12 0 0 0,93-58 416 0 0,-172 75-403 0 0,29-16 224 0 0,46-33 0 0 0,-4 3 7 0 0,-60 40-220 0 0,-1-1 0 0 0,0 0 1 0 0,0-1-1 0 0,-1 0 0 0 0,0-1 1 0 0,-1 0-1 0 0,0 0 0 0 0,15-20 1 0 0,-24 27-14 0 0,1-1 0 0 0,-1 1 1 0 0,0 0-1 0 0,0-1 1 0 0,0 1-1 0 0,-1-1 1 0 0,1 1-1 0 0,-1-1 1 0 0,0 1-1 0 0,0-1 1 0 0,0 1-1 0 0,0-1 1 0 0,0 1-1 0 0,-1-1 1 0 0,0 1-1 0 0,0-1 1 0 0,0 1-1 0 0,0-1 1 0 0,-2-2-1 0 0,-3-7 37 0 0,-1 1-1 0 0,0 0 0 0 0,-12-16 1 0 0,7 12 13 0 0,5 6-7 0 0,-1 0 0 0 0,0 1 1 0 0,-1 0-1 0 0,0 0 0 0 0,-1 1 0 0 0,0 0 1 0 0,0 1-1 0 0,-16-10 0 0 0,-13-2 119 0 0,-48-19 0 0 0,34 17 36 0 0,28 10-201 0 0,0 2 0 0 0,0 1 0 0 0,-1 1 0 0 0,0 1 0 0 0,-54-5 0 0 0,-18 5 174 0 0,-128-23 0 0 0,164 20-135 0 0,-119-14-6 0 0,-262 1 0 0 0,416 21-8 0 0,-1-1-1 0 0,-47-11 0 0 0,20 3-17 0 0,-63-19-53 0 0,90 21 39 0 0,-3-2 98 0 0,-45-20-1 0 0,32 12-31 0 0,39 13-86 0 0,5 4-133 0 0,5 1-960 0 0,-4 0 926 0 0,29-1-1146 0 0,-29 1 1110 0 0,0 0 0 0 0,0 0 0 0 0,0 0 0 0 0,0 0 0 0 0,0 0 0 0 0,0 0 0 0 0,0 0 0 0 0,1-1 0 0 0,-1 1 0 0 0,0 0 0 0 0,0-1 0 0 0,0 1 0 0 0,0-1 0 0 0,0 1 0 0 0,0-1 0 0 0,-1 1 0 0 0,1-1 0 0 0,0 0 0 0 0,0 1 0 0 0,0-1 0 0 0,0 0 0 0 0,-1 0 0 0 0,1 0 0 0 0,1-1 0 0 0,-7-3-3211 0 0,-21 4 186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1183 40 2241 0 0,'-11'-9'4969'0'0,"-15"2"-3311"0"0,-33-1-628 0 0,-136 7 597 0 0,88-7-686 0 0,58 2-681 0 0,9 5 16 0 0,0 2 1 0 0,-1 2 0 0 0,1 1-1 0 0,-74 19 1 0 0,92-18-233 0 0,12-2-40 0 0,-1 0-1 0 0,1 0 1 0 0,-19 11-1 0 0,-6 1-4 0 0,-51 28-12 0 0,77-30 13 0 0,-66 51-147 0 0,74-64 153 0 0,1 1 1 0 0,-1-1-1 0 0,1 1 0 0 0,-1 0 0 0 0,1-1 0 0 0,0 1 0 0 0,-1-1 0 0 0,1 1 0 0 0,0 0 0 0 0,-1 0 0 0 0,1-1 0 0 0,0 1 0 0 0,0 0 0 0 0,0-1 0 0 0,-1 1 0 0 0,1 0 0 0 0,0 0 1 0 0,0-1-1 0 0,0 1 0 0 0,0 0 0 0 0,1 1 0 0 0,-2 5 88 0 0,-1 0 0 0 0,0-1 0 0 0,0 1 0 0 0,0-1 1 0 0,-1 1-1 0 0,0-1 0 0 0,0 0 0 0 0,0 0 0 0 0,-1 0 0 0 0,0 0 1 0 0,0-1-1 0 0,0 0 0 0 0,-1 0 0 0 0,0 0 0 0 0,0 0 0 0 0,-9 6 0 0 0,-6 8-80 0 0,20-18-13 0 0,-1 0 0 0 0,0-1 0 0 0,1 1 0 0 0,-1 0 0 0 0,1 0-1 0 0,0 0 1 0 0,-1 0 0 0 0,1 0 0 0 0,0 0 0 0 0,-1 0 0 0 0,1 0 0 0 0,0 0 0 0 0,0 0 0 0 0,0 0 0 0 0,0 0 0 0 0,0 0 0 0 0,0 1 0 0 0,-5 15-5 0 0,-8-4 8 0 0,9-11 0 0 0,1 1 1 0 0,0-1-1 0 0,0 1 0 0 0,0 0 0 0 0,0 0 1 0 0,0 0-1 0 0,1 1 0 0 0,-1-1 0 0 0,1 1 0 0 0,0-1 1 0 0,0 1-1 0 0,0 0 0 0 0,1 0 0 0 0,-1 0 1 0 0,1 0-1 0 0,0 0 0 0 0,-1 6 0 0 0,2 0 26 0 0,1-7-19 0 0,-1 1 0 0 0,0-1 0 0 0,0 0-1 0 0,0 1 1 0 0,0-1 0 0 0,0 0 0 0 0,-1 1 0 0 0,1-1 0 0 0,-1 0 0 0 0,0 0-1 0 0,-2 5 1 0 0,2-7-10 0 0,0 0 0 0 0,0 0 0 0 0,0-1-1 0 0,0 1 1 0 0,1 0 0 0 0,-1 0 0 0 0,0 0 0 0 0,0 0-1 0 0,1 0 1 0 0,-1 0 0 0 0,1 0 0 0 0,-1 0 0 0 0,1 0-1 0 0,-1 0 1 0 0,1 0 0 0 0,0 1 0 0 0,-1-1 0 0 0,1 0-1 0 0,0 0 1 0 0,0 0 0 0 0,0 0 0 0 0,0 1-1 0 0,0-1 1 0 0,0 0 0 0 0,0 0 0 0 0,0 0 0 0 0,1 0-1 0 0,-1 1 1 0 0,0-1 0 0 0,1 0 0 0 0,-1 0 0 0 0,1 0-1 0 0,-1 0 1 0 0,1 0 0 0 0,1 2 0 0 0,4 9-3 0 0,-2 14 51 0 0,-4-23-44 0 0,0 0 0 0 0,0 0 1 0 0,0-1-1 0 0,0 1 0 0 0,1 0 0 0 0,-1-1 1 0 0,1 1-1 0 0,0 0 0 0 0,0-1 0 0 0,1 3 1 0 0,88 154-100 0 0,-39-109-12 0 0,-43-36 94 0 0,-7-11 13 0 0,1 0 0 0 0,-1 0 0 0 0,1 0 0 0 0,0-1 0 0 0,0 1 0 0 0,0-1 0 0 0,0 1 0 0 0,0-1 0 0 0,1 0 0 0 0,-1 0 0 0 0,4 3 0 0 0,-3-2 4 0 0,1 0 0 0 0,-1 0-1 0 0,0 0 1 0 0,-1 0 0 0 0,1 1 0 0 0,0-1 0 0 0,-1 1 0 0 0,4 7 0 0 0,-4-7-2 0 0,0 0 0 0 0,0 0-1 0 0,1 0 1 0 0,0 0 0 0 0,0 0 0 0 0,0 0 0 0 0,5 4-1 0 0,22 15-10 0 0,1-1 0 0 0,1-1-1 0 0,0-2 1 0 0,2-1 0 0 0,0-2-1 0 0,1-1 1 0 0,38 10 0 0 0,-6-6 52 0 0,-17-4-62 0 0,1-2 1 0 0,0-3-1 0 0,67 6 0 0 0,108 1-209 0 0,-164-20 219 0 0,1-3 0 0 0,88-19 1 0 0,-25 3 177 0 0,79-23 243 0 0,-114 14-252 0 0,-76 28-157 0 0,0 1 11 0 0,0-2 0 0 0,-1 0 0 0 0,1 0 0 0 0,27-14 1 0 0,9-4 17 0 0,-41 19-19 0 0,1-1 0 0 0,-1 0 0 0 0,0-1 1 0 0,0 0-1 0 0,0-1 0 0 0,-1 0 0 0 0,16-13 0 0 0,-18 10-1 0 0,-5 6-6 0 0,-1 1 0 0 0,1 0-1 0 0,0 0 1 0 0,0 0 0 0 0,0 0 0 0 0,0 0-1 0 0,0 0 1 0 0,0 1 0 0 0,1-1-1 0 0,-1 1 1 0 0,4-2 0 0 0,10-8 100 0 0,0-1 0 0 0,20-19 1 0 0,-19 16-43 0 0,-13 2-85 0 0,-4 13 18 0 0,0-1 0 0 0,0 1 0 0 0,0-1 1 0 0,0 1-1 0 0,0-1 0 0 0,0 0 0 0 0,0 1 0 0 0,0-1 1 0 0,0 1-1 0 0,1-1 0 0 0,-1 0 0 0 0,0 1 0 0 0,0-1 1 0 0,0 1-1 0 0,1-1 0 0 0,-1 1 0 0 0,0-1 0 0 0,1 1 0 0 0,-1-1 1 0 0,0 1-1 0 0,1-1 0 0 0,-1 1 0 0 0,1-1 0 0 0,-1 1 1 0 0,1-1-1 0 0,1 0 4 0 0,0 0 1 0 0,0 0 0 0 0,-1 0-1 0 0,1 0 1 0 0,-1-1 0 0 0,1 1-1 0 0,-1-1 1 0 0,0 1 0 0 0,1-1-1 0 0,-1 1 1 0 0,0-1 0 0 0,0 0-1 0 0,0 1 1 0 0,1-3 0 0 0,2-37 37 0 0,-4 21-38 0 0,0 8 16 0 0,0 1 0 0 0,0 0 1 0 0,-1-1-1 0 0,-3-15 0 0 0,-27-87 302 0 0,30 110-304 0 0,-1 0 0 0 0,1-1-1 0 0,-1 1 1 0 0,-1 1 0 0 0,1-1 0 0 0,0 0-1 0 0,-1 0 1 0 0,0 1 0 0 0,0 0-1 0 0,0-1 1 0 0,0 1 0 0 0,0 0-1 0 0,-1 0 1 0 0,1 1 0 0 0,-1-1 0 0 0,0 1-1 0 0,0 0 1 0 0,-4-2 0 0 0,3 1 12 0 0,0 1 1 0 0,0-1 0 0 0,0-1-1 0 0,1 1 1 0 0,0 0 0 0 0,-1-1-1 0 0,1 0 1 0 0,0 0 0 0 0,1 0-1 0 0,-5-7 1 0 0,0-4 80 0 0,7 13-95 0 0,-1 0 0 0 0,1-1 0 0 0,0 1 0 0 0,-1 0 0 0 0,0 0 0 0 0,1 0 0 0 0,-1 0 0 0 0,0 0 0 0 0,0 0 0 0 0,0 0 0 0 0,0 1 0 0 0,0-1 0 0 0,-1 1 0 0 0,1-1 0 0 0,-4 0 0 0 0,-111-83 400 0 0,89 64-347 0 0,22 16-47 0 0,0 2 0 0 0,0-1 1 0 0,0 1-1 0 0,0-1 0 0 0,0 2 1 0 0,-1-1-1 0 0,1 1 1 0 0,-11-3-1 0 0,6 3 44 0 0,1-2 0 0 0,-1 1 1 0 0,-16-10-1 0 0,0 0-41 0 0,13 7-118 0 0,1-1-1 0 0,0 0 1 0 0,1 0 0 0 0,-15-12-1 0 0,4-2-171 0 0,14 11 229 0 0,0 2-1 0 0,-1-1 1 0 0,0 2-1 0 0,-1-1 1 0 0,1 1-1 0 0,-1 1 1 0 0,-1 0-1 0 0,-14-5 1 0 0,1 1 17 0 0,0 2 1 0 0,-1 1-1 0 0,0 1 0 0 0,-1 1 1 0 0,1 1-1 0 0,-1 2 1 0 0,0 0-1 0 0,-41 4 0 0 0,-21 7-912 0 0,-107 25-1 0 0,135-22-81 0 0,57-11 199 0 0,-15 2 968 0 0,12-9-7892 0 0,7-5 950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5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 1121 0 0,'25'-7'2267'0'0,"-20"6"-293"0"0,-3-3 2358 0 0,-9-2-3488 0 0,-18 5-417 0 0,25 1-421 0 0,1 0-1 0 0,-1 0 1 0 0,0 0 0 0 0,0 0 0 0 0,0 0-1 0 0,0 0 1 0 0,0 1 0 0 0,0-1-1 0 0,0 0 1 0 0,0 0 0 0 0,0 0 0 0 0,0 0-1 0 0,0 1 1 0 0,0-1 0 0 0,0 0-1 0 0,1 0 1 0 0,-1 0 0 0 0,0 0 0 0 0,0 1-1 0 0,0-1 1 0 0,0 0 0 0 0,-1 0 0 0 0,1 0-1 0 0,0 0 1 0 0,0 1 0 0 0,0-1-1 0 0,0 0 1 0 0,0 0 0 0 0,0 0 0 0 0,0 0-1 0 0,0 0 1 0 0,0 1 0 0 0,0-1-1 0 0,0 0 1 0 0,0 0 0 0 0,-1 0 0 0 0,1 0-1 0 0,0 0 1 0 0,0 0 0 0 0,0 1-1 0 0,0-1 1 0 0,0 0 0 0 0,-1 0 0 0 0,1 0-1 0 0,0 0 1 0 0,0 0 0 0 0,0 0-1 0 0,0 0 1 0 0,0 0 0 0 0,-1 0 0 0 0,1 0-1 0 0,0 0 1 0 0,0 0 0 0 0,0 0-1 0 0,0 0 1 0 0,-1 0 0 0 0,1 0 0 0 0,0 0-1 0 0,0 0 1 0 0,0 0 0 0 0,0 0-1 0 0,-1 0 1 0 0,1 0 0 0 0,0 0 0 0 0,0 0-1 0 0,0 0 1 0 0,0 0 0 0 0,0 0-1 0 0,-1-1 1 0 0,-19 1 48 0 0,15 0-121 0 0,5 6-4237 0 0,-5-5 951 0 0,-20 6 538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1 483 1121 0 0,'0'-1'157'0'0,"0"1"1"0"0,0-1 0 0 0,0 0 0 0 0,0 0 0 0 0,0 0 0 0 0,0 0 0 0 0,0 0 0 0 0,0 1-1 0 0,0-1 1 0 0,1 0 0 0 0,-1 0 0 0 0,0 0 0 0 0,1 0 0 0 0,-1 1 0 0 0,0-1 0 0 0,1 0-1 0 0,-1 1 1 0 0,1-1 0 0 0,-1 0 0 0 0,1 1 0 0 0,0-1 0 0 0,-1 0 0 0 0,1 1 0 0 0,0-1 0 0 0,-1 1-1 0 0,1-1 1 0 0,0 1 0 0 0,0-1 0 0 0,-1 1 0 0 0,1 0 0 0 0,0-1 0 0 0,0 1 0 0 0,0 0-1 0 0,-1 0 1 0 0,1 0 0 0 0,1-1 0 0 0,5-1 177 0 0,-7 2-245 0 0,1 0 1 0 0,-1 0-1 0 0,1-1 1 0 0,-1 1 0 0 0,1 0-1 0 0,-1-1 1 0 0,0 1-1 0 0,1-1 1 0 0,-1 1 0 0 0,0 0-1 0 0,1-1 1 0 0,-1 1-1 0 0,0-1 1 0 0,0 1 0 0 0,1-1-1 0 0,-1 1 1 0 0,0-1-1 0 0,0 1 1 0 0,0-1 0 0 0,0 1-1 0 0,0-1 1 0 0,1 1-1 0 0,-1-1 1 0 0,0 1-1 0 0,0-1 1 0 0,0 1 0 0 0,-1-1-1 0 0,1 1 1 0 0,0-1-1 0 0,0 1 1 0 0,0-1 0 0 0,0 1-1 0 0,-1-1 1 0 0,1 0-81 0 0,0 0 0 0 0,0 1 0 0 0,0-1 0 0 0,0 0-1 0 0,0 1 1 0 0,-1-1 0 0 0,1 0 0 0 0,0 1 0 0 0,0-1 0 0 0,1 0 0 0 0,-1 0 0 0 0,0 1 0 0 0,0-1 0 0 0,0 1 0 0 0,0-1 0 0 0,1 0 0 0 0,-1 1 0 0 0,0-1-1 0 0,0 0 1 0 0,1 1 0 0 0,-1-1 0 0 0,1 1 0 0 0,-1-1 0 0 0,0 1 0 0 0,1-1 0 0 0,0 0 0 0 0,6-3 15 0 0,-6 4-15 0 0,0-1 0 0 0,0 0 0 0 0,0 1 1 0 0,0-1-1 0 0,1 0 0 0 0,-1 0 1 0 0,0 0-1 0 0,0 1 0 0 0,0-1 1 0 0,-1 0-1 0 0,1 0 0 0 0,0-1 0 0 0,0 1 1 0 0,0 0-1 0 0,-1 0 0 0 0,1 0 1 0 0,-1 0-1 0 0,1-1 0 0 0,-1 1 0 0 0,1 0 1 0 0,-1-1-1 0 0,0 1 0 0 0,1 0 1 0 0,-1-1-1 0 0,0 1 0 0 0,0 0 0 0 0,0-1 1 0 0,0 1-1 0 0,-1-2 0 0 0,1 0 23 0 0,1 1 0 0 0,-1 0 0 0 0,0 0 0 0 0,1 0 0 0 0,-1 0 0 0 0,1-1 0 0 0,0 1 0 0 0,0 0 0 0 0,0 0 0 0 0,0 0 0 0 0,0 1 0 0 0,0-1 0 0 0,0 0 0 0 0,1 0 0 0 0,1-2 0 0 0,7-11 240 0 0,-6 7-92 0 0,8-19 483 0 0,1 1 1 0 0,29-42-1 0 0,-30 51-415 0 0,21-34 462 0 0,-22 13-271 0 0,-11 34-412 0 0,1 0 1 0 0,0 1-1 0 0,-1-1 1 0 0,1 1-1 0 0,1-1 0 0 0,-1 1 1 0 0,1-1-1 0 0,-1 1 1 0 0,1 0-1 0 0,0 0 0 0 0,0 0 1 0 0,0 0-1 0 0,0 0 0 0 0,1 0 1 0 0,4-4-1 0 0,0 1-83 0 0,-5 5 15 0 0,0 0-1 0 0,-1 0 1 0 0,1 0-1 0 0,-1-1 0 0 0,1 1 1 0 0,-1-1-1 0 0,1 1 1 0 0,-1-1-1 0 0,0 1 0 0 0,0-1 1 0 0,0 0-1 0 0,0 1 1 0 0,0-1-1 0 0,0 0 1 0 0,0 0-1 0 0,-1 0 0 0 0,1 0 1 0 0,-1 0-1 0 0,1 0 1 0 0,0-3-1 0 0,-1 4-52 0 0,-5 37-67 0 0,-2-11 429 0 0,1 0 1 0 0,1 0-1 0 0,2 0 1 0 0,-2 32-1 0 0,4-20-152 0 0,-2-1 1 0 0,-15 67-1 0 0,5-39-55 0 0,4-19-24 0 0,4-24-44 0 0,1 0 0 0 0,1 1-1 0 0,-1 25 1 0 0,4-22-15 0 0,1 33-82 0 0,0-55 49 0 0,-1 0 0 0 0,1 0 0 0 0,0 0 0 0 0,0 0 0 0 0,0 0 0 0 0,0 0 0 0 0,1-1 0 0 0,-1 1 0 0 0,1 0 0 0 0,-1-1 0 0 0,1 1 0 0 0,0-1 0 0 0,0 1 0 0 0,4 2 0 0 0,-3-1-230 0 0,-3-3 233 0 0,0-1 0 0 0,0 0 0 0 0,0 0 0 0 0,0 1-1 0 0,1-1 1 0 0,-1 0 0 0 0,0 0 0 0 0,0 1 0 0 0,1-1 0 0 0,-1 0 0 0 0,0 0 0 0 0,1 0 0 0 0,-1 1 0 0 0,0-1 0 0 0,0 0 0 0 0,1 0 0 0 0,-1 0 0 0 0,0 0 0 0 0,1 0 0 0 0,-1 0 0 0 0,0 1 0 0 0,1-1 0 0 0,-1 0 0 0 0,0 0 0 0 0,1 0 0 0 0,-1 0 0 0 0,0 0 0 0 0,1 0 0 0 0,-1-1 0 0 0,1 1 0 0 0,-1 0 0 0 0,0 0 0 0 0,1 0 0 0 0,-1 0 0 0 0,0 0 0 0 0,0 0-1 0 0,1-1 1 0 0,-1 1 0 0 0,0 0 0 0 0,1 0 0 0 0,-1-1 0 0 0,45-11-3017 0 0,-15-6-1320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8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47 2081 0 0,'-56'25'4122'0'0,"56"-25"-4096"0"0,0 0 1 0 0,-1 0-1 0 0,1 0 1 0 0,0 0-1 0 0,0 0 0 0 0,-1 0 1 0 0,1 1-1 0 0,0-1 1 0 0,-1 0-1 0 0,1 0 1 0 0,0 0-1 0 0,0 1 0 0 0,-1-1 1 0 0,1 0-1 0 0,0 0 1 0 0,0 1-1 0 0,0-1 1 0 0,0 0-1 0 0,-1 1 1 0 0,1-1-1 0 0,0 0 0 0 0,0 0 1 0 0,0 1-1 0 0,0-1 1 0 0,0 0-1 0 0,0 1 1 0 0,0-1-1 0 0,0 0 0 0 0,0 1 1 0 0,0-1-1 0 0,0 0 1 0 0,0 1-1 0 0,0-1 1 0 0,0 0-1 0 0,0 1 0 0 0,0 0-7 0 0,0-1-1 0 0,0 0 0 0 0,0 1 0 0 0,0-1 0 0 0,0 1 0 0 0,0-1 0 0 0,0 0 0 0 0,0 1 0 0 0,0-1 0 0 0,0 0 0 0 0,0 1 0 0 0,0-1 1 0 0,0 1-1 0 0,0-1 0 0 0,0 0 0 0 0,-1 1 0 0 0,1-1 0 0 0,0 0 0 0 0,0 1 0 0 0,0-1 0 0 0,-1 0 0 0 0,1 1 0 0 0,0-1 0 0 0,-1 0 0 0 0,1 0 1 0 0,0 1-1 0 0,0-1 0 0 0,-1 0 0 0 0,0 1 0 0 0,-170 117 3210 0 0,167-116-3191 0 0,-40 28 829 0 0,42-29-834 0 0,1 1 0 0 0,-1-1 0 0 0,1 1 0 0 0,0 0 1 0 0,-1 0-1 0 0,1-1 0 0 0,0 1 0 0 0,0 0 0 0 0,0 0 0 0 0,0 0 0 0 0,0 0 0 0 0,1 0 0 0 0,-1 0 0 0 0,1 0 0 0 0,-1 1 1 0 0,1-1-1 0 0,0 4 0 0 0,0-5-30 0 0,1 0 0 0 0,0 0 0 0 0,-1 0 1 0 0,1 0-1 0 0,0 0 0 0 0,-1 0 0 0 0,1-1 1 0 0,0 1-1 0 0,0 0 0 0 0,0 0 0 0 0,0-1 1 0 0,0 1-1 0 0,0-1 0 0 0,0 1 0 0 0,0-1 1 0 0,0 1-1 0 0,0-1 0 0 0,0 1 0 0 0,0-1 1 0 0,0 0-1 0 0,0 0 0 0 0,2 1 0 0 0,0-1 27 0 0,21 18 97 0 0,17 8-12 0 0,-20-18-145 0 0,1 0 0 0 0,-1-1-1 0 0,1-1 1 0 0,0-2 0 0 0,1 0 0 0 0,-1-1 0 0 0,1-1 0 0 0,0-1 0 0 0,-1-1 0 0 0,1-1-1 0 0,-1-1 1 0 0,1-1 0 0 0,-1-1 0 0 0,35-11 0 0 0,-53 14 24 0 0,1 0 1 0 0,0-1-1 0 0,-1 1 0 0 0,1-1 1 0 0,-1 0-1 0 0,0-1 0 0 0,0 1 1 0 0,0-1-1 0 0,0 0 0 0 0,0 1 1 0 0,0-2-1 0 0,-1 1 0 0 0,1 0 1 0 0,-1-1-1 0 0,0 0 0 0 0,0 1 1 0 0,0-1-1 0 0,-1-1 0 0 0,1 1 1 0 0,-1 0-1 0 0,0 0 0 0 0,0-1 1 0 0,1-5-1 0 0,1-5-6 0 0,-1 1-1 0 0,0-1 1 0 0,-1 0 0 0 0,-1 0-1 0 0,0 0 1 0 0,-1 0-1 0 0,-1 0 1 0 0,0 0 0 0 0,-6-24-1 0 0,7 36-14 0 0,0-1 0 0 0,-1 1-1 0 0,1-1 1 0 0,-1 1-1 0 0,0-1 1 0 0,0 1-1 0 0,0 0 1 0 0,0 0-1 0 0,-1-1 1 0 0,1 1-1 0 0,-1 0 1 0 0,0 0 0 0 0,0 0-1 0 0,0 0 1 0 0,0 1-1 0 0,-1-1 1 0 0,1 1-1 0 0,-1-1 1 0 0,1 1-1 0 0,-1 0 1 0 0,0 0-1 0 0,0 0 1 0 0,0 0 0 0 0,0 0-1 0 0,0 1 1 0 0,0 0-1 0 0,-1-1 1 0 0,1 1-1 0 0,-4-1 1 0 0,-11-10 654 0 0,17 12-692 0 0,1 0 1 0 0,0 0-1 0 0,0-1 0 0 0,0 1 1 0 0,0 0-1 0 0,0-1 0 0 0,0 1 1 0 0,0 0-1 0 0,0 0 0 0 0,0-1 1 0 0,0 1-1 0 0,1 0 0 0 0,-1-1 1 0 0,0 1-1 0 0,0 0 0 0 0,0 0 1 0 0,0-1-1 0 0,0 1 0 0 0,0 0 1 0 0,1 0-1 0 0,-1 0 0 0 0,0-1 1 0 0,0 1-1 0 0,0 0 0 0 0,1 0 1 0 0,-1 0-1 0 0,0-1 0 0 0,0 1 1 0 0,0 0-1 0 0,1 0 0 0 0,-1 0 1 0 0,0 0-1 0 0,0 0 0 0 0,1-1 1 0 0,-1 1-1 0 0,0 0 0 0 0,1 0 1 0 0,42-6-6110 0 0,-13 6 4067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3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17 1521 0 0,'-211'53'7897'0'0,"161"-39"-6477"0"0,-81 34 1 0 0,126-44-1343 0 0,0-1 0 0 0,1 1 0 0 0,-1-1 0 0 0,1 1 1 0 0,0 1-1 0 0,0-1 0 0 0,0 0 0 0 0,1 1 0 0 0,0 0 0 0 0,0 0 0 0 0,0 0 1 0 0,0 0-1 0 0,-3 10 0 0 0,5-12-67 0 0,1-1 0 0 0,-1 1 0 0 0,0 0 0 0 0,1-1 0 0 0,0 1 0 0 0,0 0 0 0 0,0 0 0 0 0,0 0 0 0 0,0 0 0 0 0,0-1 0 0 0,1 1 0 0 0,-1 0 0 0 0,1 0 0 0 0,0-1 0 0 0,-1 1 0 0 0,1 0 0 0 0,1-1 0 0 0,-1 1 0 0 0,0-1 0 0 0,1 1 0 0 0,-1-1 0 0 0,1 0 0 0 0,0 0 0 0 0,0 0 1 0 0,0 0-1 0 0,3 3 0 0 0,5 4 4 0 0,0-1 0 0 0,0 0 0 0 0,1 0 0 0 0,13 6 0 0 0,7 2-55 0 0,0-1 0 0 0,1-2 0 0 0,1-1 0 0 0,0-1 0 0 0,54 10 0 0 0,-64-17-49 0 0,1 0 0 0 0,0-2 0 0 0,-1-1 0 0 0,1 0 0 0 0,0-2 1 0 0,-1-1-1 0 0,1-1 0 0 0,43-11 0 0 0,-61 13 43 0 0,-1-1 0 0 0,0 0 0 0 0,1 0 0 0 0,-1 0 0 0 0,0-1 0 0 0,0 0 1 0 0,0 0-1 0 0,0 0 0 0 0,-1-1 0 0 0,1 1 0 0 0,-1-1 0 0 0,0 0 0 0 0,6-8 0 0 0,-7 6 34 0 0,0 0 0 0 0,0 0 0 0 0,0 0 0 0 0,-1 0 0 0 0,0 0 0 0 0,-1-1 0 0 0,0 1 0 0 0,1-1 0 0 0,-2 1 0 0 0,1-1 0 0 0,-1-11 0 0 0,1-15 105 0 0,0 21-29 0 0,0 0 0 0 0,-1-1-1 0 0,0 1 1 0 0,-1 0 0 0 0,0 0 0 0 0,-1 0-1 0 0,-1 0 1 0 0,-4-14 0 0 0,3 19-15 0 0,-2 0 0 0 0,1 0 0 0 0,-1 1 0 0 0,0-1 0 0 0,-1 1 0 0 0,1 0 1 0 0,-1 1-1 0 0,0 0 0 0 0,-1 0 0 0 0,1 1 0 0 0,-1-1 0 0 0,0 2 0 0 0,0-1 0 0 0,-12-3 1 0 0,3 1-6 0 0,-1 1-1 0 0,0 0 1 0 0,0 1 0 0 0,-1 1 0 0 0,-28-1 0 0 0,31 4-164 0 0,1 1 0 0 0,-1 0 0 0 0,0 2 0 0 0,1 0 0 0 0,-29 9 0 0 0,36-10-272 0 0,0 2 0 0 0,1-1 0 0 0,0 1 0 0 0,-1 0 0 0 0,1 0 0 0 0,1 1 0 0 0,-1 0 0 0 0,1 0 0 0 0,-1 1 0 0 0,2 0 0 0 0,-1 0 0 0 0,-6 9 0 0 0,-19 34-5357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1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477 146 880 0 0,'0'-1'245'0'0,"0"-1"0"0"0,0 1 0 0 0,0 0 0 0 0,0-1 0 0 0,-1 1 0 0 0,1 0 0 0 0,0-1 0 0 0,-1 1 0 0 0,1 0 0 0 0,-1 0 0 0 0,0-1 0 0 0,1 1 0 0 0,-1 0 0 0 0,0 0 0 0 0,0 0 0 0 0,0 0 0 0 0,0 0 0 0 0,-1-1 0 0 0,-34-16 1973 0 0,28 16-1687 0 0,3-6 46 0 0,6 8-564 0 0,-1 0 0 0 0,0-1 0 0 0,0 1 0 0 0,0 0 0 0 0,0 0 0 0 0,0-1 0 0 0,0 1 0 0 0,0 0 0 0 0,0 0 0 0 0,0 0 0 0 0,0-1 0 0 0,0 1 0 0 0,0 0 0 0 0,-1 0 0 0 0,1-1 0 0 0,0 1 0 0 0,0 0 0 0 0,0 0 0 0 0,0 0-1 0 0,0-1 1 0 0,0 1 0 0 0,0 0 0 0 0,-1 0 0 0 0,1 0 0 0 0,0 0 0 0 0,0-1 0 0 0,0 1 0 0 0,0 0 0 0 0,-1 0 0 0 0,1 0 0 0 0,0 0 0 0 0,0 0 0 0 0,0 0 0 0 0,-1 0 0 0 0,1-1 0 0 0,0 1 0 0 0,0 0 0 0 0,0 0 0 0 0,-1 0 0 0 0,1 0 0 0 0,0 0-1 0 0,0 0 1 0 0,-1 0 0 0 0,1 0 0 0 0,-17-3 263 0 0,2-1-68 0 0,1 2-1 0 0,-1-1 0 0 0,0 2 1 0 0,0 0-1 0 0,0 1 0 0 0,0 0 0 0 0,-15 3 1 0 0,12-1 80 0 0,13-2-207 0 0,-1 0-1 0 0,1 0 1 0 0,-1 1-1 0 0,0 0 0 0 0,1 0 1 0 0,0 0-1 0 0,-1 1 1 0 0,1 0-1 0 0,0 0 1 0 0,0 1-1 0 0,-8 4 0 0 0,-14 13 354 0 0,-57 33 0 0 0,82-52-435 0 0,0 0 1 0 0,0 1-1 0 0,0-1 1 0 0,0 0-1 0 0,0 0 1 0 0,0 1-1 0 0,0-1 1 0 0,1 1-1 0 0,-1-1 1 0 0,1 1-1 0 0,-1 0 1 0 0,1 0-1 0 0,0 0 1 0 0,-1 0-1 0 0,1 0 1 0 0,0 0-1 0 0,0 0 1 0 0,1 0-1 0 0,-1 0 1 0 0,0 0-1 0 0,1 0 1 0 0,-1 5-1 0 0,1-4 7 0 0,0 0 0 0 0,1 0-1 0 0,0 1 1 0 0,0-1-1 0 0,0 0 1 0 0,0 0-1 0 0,0 0 1 0 0,0 0-1 0 0,1 0 1 0 0,-1-1-1 0 0,1 1 1 0 0,0 0 0 0 0,0-1-1 0 0,3 4 1 0 0,4 3 18 0 0,0 0 0 0 0,1-1 1 0 0,0 1-1 0 0,1-2 0 0 0,0 0 1 0 0,0 0-1 0 0,14 6 0 0 0,3-1-90 0 0,-1 0-1 0 0,2-2 0 0 0,-1-1 1 0 0,1-2-1 0 0,0 0 0 0 0,1-2 0 0 0,0-2 1 0 0,-1 0-1 0 0,49-3 0 0 0,-64-1 20 0 0,20-2-243 0 0,59-12 0 0 0,-89 14 249 0 0,-1-1 0 0 0,1 1-1 0 0,-1-1 1 0 0,1 0-1 0 0,-1 0 1 0 0,0 0-1 0 0,0 0 1 0 0,0 0 0 0 0,0-1-1 0 0,0 1 1 0 0,-1-1-1 0 0,1 0 1 0 0,-1 0-1 0 0,0 0 1 0 0,0 0 0 0 0,0 0-1 0 0,0-1 1 0 0,3-6-1 0 0,-25-32-11 0 0,8 19 85 0 0,-1 0-1 0 0,-1 2 1 0 0,-1-1-1 0 0,0 2 1 0 0,-2 0-1 0 0,0 1 1 0 0,-1 1-1 0 0,-1 0 1 0 0,-1 2-1 0 0,-27-18 1 0 0,35 26-57 0 0,0 2 0 0 0,0 0 1 0 0,-1 0-1 0 0,0 1 0 0 0,0 0 1 0 0,0 2-1 0 0,-1-1 0 0 0,1 1 1 0 0,-1 1-1 0 0,0 1 0 0 0,0 0 1 0 0,-26 2-1 0 0,6 2-802 0 0,0 1 0 0 0,1 3 0 0 0,-56 16 0 0 0,24 1-2961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2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1714 166 880 0 0,'6'0'200'0'0,"64"-4"3081"0"0,-69 4-3127 0 0,1 0 0 0 0,0 0 0 0 0,0 0 0 0 0,0 0 1 0 0,0 0-1 0 0,0 0 0 0 0,0-1 0 0 0,-1 1 0 0 0,1-1 0 0 0,0 0 0 0 0,0 1 0 0 0,0-1 1 0 0,-1 0-1 0 0,1 0 0 0 0,-1 0 0 0 0,1 0 0 0 0,-1 0 0 0 0,1-1 0 0 0,-1 1 1 0 0,1 0-1 0 0,-1-1 0 0 0,0 1 0 0 0,0-1 0 0 0,0 1 0 0 0,0-1 0 0 0,0 1 0 0 0,0-1 1 0 0,1-3-1 0 0,-3 4-103 0 0,1 0-1 0 0,-1-1 1 0 0,1 1 0 0 0,-1-1 0 0 0,0 1 0 0 0,0 0 0 0 0,0-1 0 0 0,0 1 0 0 0,0 0-1 0 0,0 0 1 0 0,0 0 0 0 0,0 0 0 0 0,0 0 0 0 0,0 0 0 0 0,-1 0 0 0 0,1 0-1 0 0,0 0 1 0 0,-1 0 0 0 0,1 1 0 0 0,-1-1 0 0 0,1 1 0 0 0,-1-1 0 0 0,1 1 0 0 0,-3-1-1 0 0,-46-10 181 0 0,39 9-106 0 0,-82-17 169 0 0,-1 5 1 0 0,-188-5-1 0 0,228 20-235 0 0,1 3-1 0 0,-1 2 1 0 0,1 2 0 0 0,0 3 0 0 0,1 2-1 0 0,-89 34 1 0 0,-65 41 341 0 0,193-83-348 0 0,-1-1 0 0 0,0 0 1 0 0,-20 3-1 0 0,20-5-11 0 0,0 1 0 0 0,0 0 0 0 0,-20 8 1 0 0,-11 7-121 0 0,29-13 47 0 0,1 1 1 0 0,0 1 0 0 0,0 0 0 0 0,0 1-1 0 0,-14 11 1 0 0,-8 6 58 0 0,0-2-1 0 0,-66 30 1 0 0,69-42 119 0 0,8-1-225 0 0,23-8 56 0 0,-1 1 0 0 0,1-1 0 0 0,0 1 0 0 0,0 0-1 0 0,0 0 1 0 0,1 0 0 0 0,-1 1 0 0 0,1-1 0 0 0,-3 5 0 0 0,4-3 8 0 0,0 1-1 0 0,0 0 1 0 0,0-1 0 0 0,1 1-1 0 0,-1 0 1 0 0,2 7-1 0 0,-1-12 21 0 0,0 0 0 0 0,0 1 0 0 0,0-1 0 0 0,0 1 0 0 0,-1-1 0 0 0,1 1 0 0 0,0-1 0 0 0,-1 1 0 0 0,1-1 0 0 0,-1 1 0 0 0,0-1 0 0 0,1 0 0 0 0,-1 1 0 0 0,0-1 0 0 0,0 0 0 0 0,1 0 0 0 0,-1 0 0 0 0,0 1 0 0 0,0-1 0 0 0,-2 1 0 0 0,-9 13 109 0 0,9-2 52 0 0,0 0 0 0 0,1 0 1 0 0,1 0-1 0 0,0 0 0 0 0,1 0 1 0 0,0 0-1 0 0,3 13 0 0 0,-1 20-162 0 0,-3-32 19 0 0,0-9-17 0 0,1 0-1 0 0,0 0 1 0 0,0 0 0 0 0,0 0-1 0 0,1-1 1 0 0,-1 1 0 0 0,1 0-1 0 0,0 0 1 0 0,3 5 0 0 0,5 6 19 0 0,-7-13-22 0 0,0 0 1 0 0,0 0-1 0 0,-1 0 0 0 0,1 0 0 0 0,-1 1 0 0 0,0-1 0 0 0,0 0 0 0 0,0 1 1 0 0,0-1-1 0 0,0 0 0 0 0,-1 1 0 0 0,1 5 0 0 0,-1-6 1 0 0,0 1-1 0 0,1-1 1 0 0,-1 1-1 0 0,1-1 1 0 0,0 0-1 0 0,0 1 1 0 0,0-1-1 0 0,0 0 1 0 0,1 1-1 0 0,-1-1 0 0 0,1 0 1 0 0,3 5-1 0 0,4 6 32 0 0,0 4-17 0 0,-3-5-4 0 0,0-1 1 0 0,1 0-1 0 0,1 0 0 0 0,-1-1 1 0 0,2 1-1 0 0,0-2 0 0 0,0 1 1 0 0,17 13-1 0 0,35 22 76 0 0,2-2-1 0 0,75 38 1 0 0,-129-76-92 0 0,137 96-78 0 0,-78-53 97 0 0,-52-37-23 0 0,0 0 0 0 0,29 16 1 0 0,4 4 104 0 0,-43-26-89 0 0,1-1 0 0 0,1 0 0 0 0,-1 0 1 0 0,1-1-1 0 0,8 4 0 0 0,99 41 203 0 0,-103-42-238 0 0,0-2 0 0 0,0 1 0 0 0,1-1 0 0 0,15 3 0 0 0,21 8 4 0 0,36 7 202 0 0,150 21 0 0 0,-224-42-143 0 0,291 36 202 0 0,-225-33-189 0 0,1-3-1 0 0,-1-3 1 0 0,1-4 0 0 0,80-15-1 0 0,-123 13-9 0 0,15-4 92 0 0,50-17 0 0 0,-36 7 49 0 0,109-40 423 0 0,-100 36-445 0 0,-57 21-110 0 0,-1 0 0 0 0,0-1 0 0 0,0-1 0 0 0,-1-1 0 0 0,1 0 0 0 0,-1-1 0 0 0,20-15 0 0 0,36-44 221 0 0,-24 19-195 0 0,8-20 71 0 0,-50 52-40 0 0,-4 15-102 0 0,0 0 0 0 0,0 1 1 0 0,0-1-1 0 0,0 0 0 0 0,0 1 1 0 0,0-1-1 0 0,0 1 0 0 0,0-1 1 0 0,0 0-1 0 0,1 1 0 0 0,-1-1 1 0 0,0 1-1 0 0,0-1 0 0 0,0 0 1 0 0,1 1-1 0 0,-1-1 0 0 0,0 1 1 0 0,1-1-1 0 0,-1 1 0 0 0,0-1 1 0 0,1 1-1 0 0,-1-1 0 0 0,1 1 1 0 0,0-1-1 0 0,1 0 10 0 0,0 0 1 0 0,-1 0-1 0 0,1 0 0 0 0,0-1 1 0 0,-1 1-1 0 0,1 0 0 0 0,-1-1 0 0 0,1 1 1 0 0,-1-1-1 0 0,1 0 0 0 0,-1 1 1 0 0,1-4-1 0 0,2-32 186 0 0,-4 12-202 0 0,1-5 30 0 0,-2-1-1 0 0,-6-38 0 0 0,5 58-4 0 0,-1 0-1 0 0,0 0 1 0 0,-1 0 0 0 0,0 0-1 0 0,0 1 1 0 0,-1 0 0 0 0,-1 0-1 0 0,0 0 1 0 0,-10-13-1 0 0,-21-30 171 0 0,30 40-119 0 0,-1 1 1 0 0,-1-1-1 0 0,0 2 0 0 0,-1-1 0 0 0,0 1 1 0 0,-20-16-1 0 0,-111-65 85 0 0,133 85-147 0 0,-21-13-167 0 0,1-2-1 0 0,1-1 0 0 0,2-1 0 0 0,-44-53 0 0 0,50 55 114 0 0,-1 0 0 0 0,-33-28 0 0 0,-6-7 98 0 0,33 35-65 0 0,0 2 1 0 0,-2 0-1 0 0,0 2 0 0 0,-1 1 1 0 0,-1 1-1 0 0,-39-15 0 0 0,-1 4-28 0 0,-1 2-1 0 0,-1 3 1 0 0,-122-20-1 0 0,-224-6-27 0 0,168 24 461 0 0,160 6-211 0 0,73 13-191 0 0,1 1 0 0 0,-1 0 0 0 0,0 2 1 0 0,1 0-1 0 0,-1 1 0 0 0,0 0 0 0 0,-18 2 0 0 0,34 0-153 0 0,-1-1 0 0 0,0 0-1 0 0,0 1 1 0 0,1-1 0 0 0,-1 1 0 0 0,0 0 0 0 0,1-1 0 0 0,-1 1-1 0 0,1 0 1 0 0,-1 0 0 0 0,1 0 0 0 0,-1 0 0 0 0,1 0 0 0 0,-1 0 0 0 0,1 1-1 0 0,0-1 1 0 0,0 0 0 0 0,0 1 0 0 0,0-1 0 0 0,0 1 0 0 0,0-1-1 0 0,0 1 1 0 0,-1 2 0 0 0,1-1-203 0 0,1 0-1 0 0,-1 0 1 0 0,1 1-1 0 0,0-1 0 0 0,0 0 1 0 0,0 0-1 0 0,0 1 1 0 0,1-1-1 0 0,-1 0 1 0 0,1 0-1 0 0,0 1 1 0 0,0-1-1 0 0,1 4 1 0 0,23 38-5922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3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42 1281 0 0,'0'-1'462'0'0,"0"0"1"0"0,0 0-1 0 0,0-1 1 0 0,0 1-1 0 0,0 0 1 0 0,0 0-1 0 0,0 0 1 0 0,0 0-1 0 0,0 0 1 0 0,0 0-1 0 0,-1 0 1 0 0,1 0-1 0 0,-1 0 1 0 0,1 0-1 0 0,-1 0 1 0 0,1 0-1 0 0,-1 0 1 0 0,1 0-1 0 0,-2 0 1 0 0,-13 1 3987 0 0,11 1-5238 0 0,-1 0 1789 0 0,10-1-161 0 0,20 0 241 0 0,-25 0-1051 0 0,1 1 0 0 0,-1-1 0 0 0,1 1 1 0 0,-1 0-1 0 0,1-1 0 0 0,-1 1 1 0 0,1-1-1 0 0,-1 1 0 0 0,1-1 1 0 0,-1 1-1 0 0,1-1 0 0 0,0 1 0 0 0,-1-1 1 0 0,1 0-1 0 0,0 1 0 0 0,-1-1 1 0 0,1 0-1 0 0,0 1 0 0 0,-1-1 1 0 0,1 0-1 0 0,0 0 0 0 0,0 0 1 0 0,-1 0-1 0 0,1 0 0 0 0,1 0 0 0 0,6 2 76 0 0,6 23 148 0 0,-5-13-187 0 0,-5-7-28 0 0,0-1 0 0 0,-1 1 0 0 0,1 0 0 0 0,-1 0 0 0 0,0 0 0 0 0,-1 0 0 0 0,1 1 1 0 0,-1-1-1 0 0,0 1 0 0 0,0 0 0 0 0,-1-1 0 0 0,0 1 0 0 0,0 0 0 0 0,1 9 0 0 0,-2-8-5 0 0,0 0 1 0 0,-1 1-1 0 0,0-1 0 0 0,0 1 0 0 0,0-1 0 0 0,-5 13 1 0 0,6-18 0 0 0,-1 0 0 0 0,0-1 0 0 0,0 1 1 0 0,0-1-1 0 0,0 1 0 0 0,0-1 1 0 0,0 1-1 0 0,0-1 0 0 0,0 0 0 0 0,0 0 1 0 0,-1 1-1 0 0,1-1 0 0 0,-1 0 1 0 0,1 0-1 0 0,0 0 0 0 0,-1 0 0 0 0,0-1 1 0 0,1 1-1 0 0,-1 0 0 0 0,0-1 1 0 0,1 1-1 0 0,-1-1 0 0 0,0 1 0 0 0,1-1 1 0 0,-1 0-1 0 0,0 0 0 0 0,-2 0 1 0 0,2 0-7 0 0,-1-1 1 0 0,1 1 0 0 0,0-1 0 0 0,-1 1 0 0 0,1-1 0 0 0,0 0 0 0 0,-1 0 0 0 0,1 0 0 0 0,0-1 0 0 0,-4-2-1 0 0,5 3-11 0 0,0 1-29 0 0,1-1 0 0 0,-1 0-1 0 0,0 0 1 0 0,1 0-1 0 0,-1 0 1 0 0,1 0 0 0 0,-1 0-1 0 0,1 0 1 0 0,-1 0-1 0 0,1 0 1 0 0,0 0 0 0 0,0 0-1 0 0,-1 0 1 0 0,1 0-1 0 0,0 0 1 0 0,0 0 0 0 0,0 0-1 0 0,0-2 1 0 0,-3-16-93 0 0,-1 11 90 0 0,0 1-1 0 0,1-1 0 0 0,0 0 1 0 0,0 0-1 0 0,1 0 0 0 0,0-1 1 0 0,0 1-1 0 0,1-1 0 0 0,0-12 0 0 0,1 15 27 0 0,0 0-1 0 0,-1 0 0 0 0,1 0 1 0 0,-1 0-1 0 0,-1 0 0 0 0,1 0 1 0 0,-1 0-1 0 0,0 1 0 0 0,0-1 0 0 0,0 0 1 0 0,-1 1-1 0 0,-6-10 0 0 0,3 0-7 0 0,13 11-148 0 0,12 9-23 0 0,-4 16 87 0 0,12 5 68 0 0,-7-5 5 0 0,34 39 0 0 0,-38-36-17 0 0,27 42 61 0 0,-43-64-32 0 0,1-1-1 0 0,-1 1 1 0 0,1-1-1 0 0,-1 1 1 0 0,0-1 0 0 0,1 1-1 0 0,-1-1 1 0 0,0 1 0 0 0,0 0-1 0 0,0-1 1 0 0,0 1-1 0 0,-1-1 1 0 0,1 1 0 0 0,0 0-1 0 0,-1-1 1 0 0,1 1-1 0 0,-1-1 1 0 0,0 1 0 0 0,1-1-1 0 0,-1 1 1 0 0,0-1-1 0 0,0 0 1 0 0,0 1 0 0 0,0-1-1 0 0,0 0 1 0 0,0 0-1 0 0,0 0 1 0 0,0 0 0 0 0,-2 2-1 0 0,-4 5 45 0 0,5-6-6 0 0,0 0-1 0 0,0 0 1 0 0,1 0 0 0 0,-2 0 0 0 0,1-1-1 0 0,0 1 1 0 0,0 0 0 0 0,0-1 0 0 0,-1 0 0 0 0,1 1-1 0 0,-1-1 1 0 0,1 0 0 0 0,-1 0 0 0 0,1-1-1 0 0,-5 2 1 0 0,-2-1 97 0 0,0 1 1 0 0,0-2-1 0 0,0 1 0 0 0,-14-2 0 0 0,4-1 4 0 0,1 0 0 0 0,-1-2 0 0 0,-32-9 0 0 0,31 5-50 0 0,0-1 0 0 0,-22-13 0 0 0,34 18-56 0 0,5 2-37 0 0,1 0 0 0 0,-1 1 1 0 0,0-1-1 0 0,1 0 0 0 0,0 0 0 0 0,-1-1 1 0 0,1 1-1 0 0,0 0 0 0 0,0-1 0 0 0,0 0 1 0 0,1 1-1 0 0,-1-1 0 0 0,1 0 0 0 0,-1 0 1 0 0,1 0-1 0 0,0 0 0 0 0,0 0 0 0 0,0 0 1 0 0,0 0-1 0 0,1 0 0 0 0,-1 0 1 0 0,1 0-1 0 0,0 0 0 0 0,0 0 0 0 0,0-1 1 0 0,0 1-1 0 0,1 0 0 0 0,0-4 0 0 0,0-12-117 0 0,-1 17 104 0 0,1 1 0 0 0,-1 0 0 0 0,1-1 0 0 0,0 1 0 0 0,0 0-1 0 0,0 0 1 0 0,-1-1 0 0 0,1 1 0 0 0,0 0 0 0 0,0 0 0 0 0,1 0 0 0 0,-1 0 0 0 0,0 0 0 0 0,0 1 0 0 0,0-1 0 0 0,1 0 0 0 0,-1 0 0 0 0,0 1 0 0 0,1-1 0 0 0,-1 1 0 0 0,1-1 0 0 0,-1 1 0 0 0,0 0 0 0 0,1-1 0 0 0,-1 1-1 0 0,1 0 1 0 0,-1 0 0 0 0,3 0 0 0 0,49-3-188 0 0,-51 3 190 0 0,14 1-12 0 0,0 1 0 0 0,0 0 0 0 0,0 1 0 0 0,0 1 0 0 0,-1 1 0 0 0,1 0 0 0 0,-1 1 0 0 0,0 0 0 0 0,-1 2 0 0 0,0-1 0 0 0,0 2 0 0 0,-1 0 0 0 0,0 0 0 0 0,0 2 0 0 0,-1-1 0 0 0,15 17 0 0 0,-26-26 22 0 0,1 0 0 0 0,-1 0 1 0 0,0 0-1 0 0,1 1 0 0 0,-1-1 0 0 0,0 0 0 0 0,0 0 1 0 0,0 1-1 0 0,0-1 0 0 0,0 0 0 0 0,0 1 0 0 0,0-1 1 0 0,0 1-1 0 0,-1-1 0 0 0,1 1 0 0 0,-1 0 0 0 0,1-1 0 0 0,-1 1 1 0 0,1 0-1 0 0,-1-1 0 0 0,0 1 0 0 0,0 0 0 0 0,0-1 1 0 0,0 1-1 0 0,0 0 0 0 0,0 0 0 0 0,0-1 0 0 0,-1 1 1 0 0,1 0-1 0 0,-1-1 0 0 0,1 1 0 0 0,-1-1 0 0 0,0 1 1 0 0,1-1-1 0 0,-1 1 0 0 0,-2 2 0 0 0,0-1 27 0 0,-1 0 0 0 0,0 0 1 0 0,0-1-1 0 0,0 0 0 0 0,0 0 0 0 0,0 0 0 0 0,0 0 0 0 0,-1 0 0 0 0,1-1 0 0 0,0 0 1 0 0,-1 0-1 0 0,0 0 0 0 0,-6 0 0 0 0,-3 0 13 0 0,1-1 0 0 0,-1-1 0 0 0,1-1 0 0 0,0 1 0 0 0,-1-2 0 0 0,1 0 0 0 0,0-1 0 0 0,1 0 0 0 0,-1-1 0 0 0,1 0 0 0 0,-21-12 0 0 0,31 15-45 0 0,-1 0 0 0 0,0 0 0 0 0,1 0 0 0 0,0 0 0 0 0,-1 0 0 0 0,1-1 0 0 0,0 1 0 0 0,0-1 0 0 0,0 1 1 0 0,0-1-1 0 0,1 0 0 0 0,-2-3 0 0 0,2 5-10 0 0,0-1 0 0 0,0 0 0 0 0,1 1 0 0 0,-1-1 0 0 0,1 0 0 0 0,-1 0 0 0 0,1 1 0 0 0,0-1 1 0 0,-1 0-1 0 0,1 0 0 0 0,0 1 0 0 0,0-1 0 0 0,1 0 0 0 0,-1 0 0 0 0,0 1 0 0 0,0-1 0 0 0,1 0 0 0 0,-1 0 0 0 0,1 1 1 0 0,0-1-1 0 0,-1 0 0 0 0,1 1 0 0 0,0-1 0 0 0,0 1 0 0 0,0-1 0 0 0,1-1 0 0 0,3-1-13 0 0,-1 1-1 0 0,1-1 1 0 0,-1 0 0 0 0,1 1-1 0 0,0 0 1 0 0,0 0-1 0 0,1 1 1 0 0,-1-1 0 0 0,1 1-1 0 0,-1 0 1 0 0,1 1-1 0 0,0-1 1 0 0,-1 1 0 0 0,1 0-1 0 0,0 0 1 0 0,0 1-1 0 0,0 0 1 0 0,0 0 0 0 0,0 1-1 0 0,-1-1 1 0 0,1 1-1 0 0,0 0 1 0 0,0 1 0 0 0,-1-1-1 0 0,1 1 1 0 0,-1 0-1 0 0,1 1 1 0 0,-1-1 0 0 0,0 1-1 0 0,7 5 1 0 0,-10-7 3 0 0,0 0 0 0 0,0 1 1 0 0,0-1-1 0 0,-1 0 0 0 0,1 1 1 0 0,0 0-1 0 0,-1-1 0 0 0,1 1 1 0 0,-1 0-1 0 0,0 0 0 0 0,0-1 0 0 0,0 1 1 0 0,0 0-1 0 0,0 0 0 0 0,0 0 1 0 0,0 1-1 0 0,0-1 0 0 0,-1 0 0 0 0,1 0 1 0 0,-1 0-1 0 0,0 0 0 0 0,0 1 1 0 0,1-1-1 0 0,-1 0 0 0 0,-1 0 1 0 0,1 4-1 0 0,-1-5-149 0 0,1 0 0 0 0,0-1-1 0 0,-1 1 1 0 0,1 0 0 0 0,0-1 0 0 0,-1 1 0 0 0,1-1 0 0 0,-1 1-1 0 0,1-1 1 0 0,-1 1 0 0 0,1-1 0 0 0,-1 1 0 0 0,1-1 0 0 0,-1 0-1 0 0,0 1 1 0 0,1-1 0 0 0,-1 0 0 0 0,0 0 0 0 0,1 1 0 0 0,-1-1-1 0 0,0 0 1 0 0,1 0 0 0 0,-1 0 0 0 0,0 0 0 0 0,1 1 0 0 0,-1-1 0 0 0,0 0-1 0 0,1-1 1 0 0,-1 1 0 0 0,0 0 0 0 0,1 0 0 0 0,-1 0 0 0 0,0 0-1 0 0,1 0 1 0 0,-1-1 0 0 0,0 1 0 0 0,-1-1 0 0 0,-5 1-1198 0 0,-47-5-4711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08:38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2965 0 1040 0 0,'0'0'5270'0'0,"-5"0"-4990"0"0,-15 0 107 0 0,15 0 720 0 0,5 0-1069 0 0,0 0 0 0 0,0 1 0 0 0,0-1 0 0 0,1 0 0 0 0,-1 0 0 0 0,0 0 0 0 0,0 1 0 0 0,0-1 0 0 0,0 0 0 0 0,0 0 0 0 0,0 0 0 0 0,0 1 0 0 0,0-1 0 0 0,0 0 0 0 0,0 0 0 0 0,0 0 0 0 0,0 1 0 0 0,0-1 0 0 0,0 0 0 0 0,0 0 0 0 0,0 0 0 0 0,0 1 0 0 0,0-1 0 0 0,0 0 0 0 0,0 0 0 0 0,0 0 0 0 0,0 1 0 0 0,0-1 0 0 0,0 0 0 0 0,-1 0 0 0 0,1 0 0 0 0,0 1 0 0 0,0-1 0 0 0,0 0 0 0 0,0 0 0 0 0,0 0 0 0 0,-1 0 0 0 0,1 0 0 0 0,0 1 0 0 0,0-1 0 0 0,0 0 0 0 0,0 0 0 0 0,-1 0 0 0 0,1 0 0 0 0,0 0 1 0 0,0 0-1 0 0,0 0 0 0 0,-1 0 0 0 0,1 0 0 0 0,0 0 0 0 0,0 0 0 0 0,0 0 0 0 0,-1 0 0 0 0,1 0 0 0 0,0 0 0 0 0,0 0 0 0 0,0 0 0 0 0,-1 0 0 0 0,1 0 0 0 0,-41 21 1737 0 0,25-12-796 0 0,0 0 0 0 0,0-2 0 0 0,-1 0 0 0 0,-28 8-1 0 0,-87 11 283 0 0,-183 13 0 0 0,174-20-674 0 0,75-9-521 0 0,1 3 1 0 0,-116 39 0 0 0,128-35-3 0 0,33-12 15 0 0,0 1-1 0 0,1 0 1 0 0,-1 2 0 0 0,2 0-1 0 0,-1 1 1 0 0,1 1 0 0 0,-21 16-1 0 0,8-4 166 0 0,0-2-1 0 0,-1-1 1 0 0,-1-1-1 0 0,-1-2 1 0 0,-1-1-1 0 0,0-2 0 0 0,-40 10 1 0 0,45-15-31 0 0,-1-3 3 0 0,31-10-181 0 0,1 4 48 0 0,-26 3-163 0 0,14-9 320 0 0,-62-8-63 0 0,-30-7-287 0 0,55 6 73 0 0,-164-45-207 0 0,120 38 324 0 0,67 15-47 0 0,0 1 1 0 0,0 2-1 0 0,-30-3 1 0 0,20 4-35 0 0,9 0-50 0 0,-1 2 1 0 0,0 1-1 0 0,0 0 1 0 0,-37 6-1 0 0,-227 75 77 0 0,286-79-25 0 0,3 0-18 0 0,-1 0 0 0 0,0 0 1 0 0,0 0-1 0 0,0 0 0 0 0,0-1 0 0 0,0 1 0 0 0,1-1 1 0 0,-1 0-1 0 0,0 0 0 0 0,0 0 0 0 0,0 0 0 0 0,0 0 0 0 0,0-1 1 0 0,0 1-1 0 0,0-1 0 0 0,0 0 0 0 0,0 0 0 0 0,1 0 0 0 0,-1 0 1 0 0,0 0-1 0 0,-4-4 0 0 0,5 2-256 0 0,-1 0 0 0 0,1 0 0 0 0,0-1 0 0 0,-1 1 0 0 0,1-1 1 0 0,1 1-1 0 0,-1-1 0 0 0,1 0 0 0 0,-1 0 0 0 0,1 1 0 0 0,0-1 0 0 0,0 0 0 0 0,1 0 0 0 0,-1 0 0 0 0,1 0 0 0 0,0 0 1 0 0,1-7-1 0 0,-1-87-9905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59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37 2081 0 0,'-35'-13'5496'0'0,"29"11"-5421"0"0,-38 0 410 0 0,43 2-511 0 0,0 1 0 0 0,1 0-1 0 0,-1 0 1 0 0,1 0 0 0 0,-1-1-1 0 0,1 1 1 0 0,-1 0 0 0 0,1 0 0 0 0,0 0-1 0 0,0 0 1 0 0,-1 0 0 0 0,1 0 0 0 0,0 0-1 0 0,0 0 1 0 0,0 0 0 0 0,0 0 0 0 0,0 0-1 0 0,0 0 1 0 0,0 0 0 0 0,0 0 0 0 0,0 0-1 0 0,1 0 1 0 0,-1-1 0 0 0,0 1 0 0 0,1 0-1 0 0,-1 0 1 0 0,0 0 0 0 0,1 0-1 0 0,-1 0 1 0 0,1 0 0 0 0,1 0 0 0 0,23 0 413 0 0,0 5 800 0 0,-25-6-1179 0 0,0 0 0 0 0,0 0 0 0 0,1 0 0 0 0,-1 0 0 0 0,0 0 0 0 0,0 0 0 0 0,0 0 0 0 0,1 0 0 0 0,-1 0 0 0 0,0 0 1 0 0,0 0-1 0 0,0 0 0 0 0,0 0 0 0 0,1 0 0 0 0,-1 0 0 0 0,0 1 0 0 0,0-1 0 0 0,0 0 0 0 0,0 0 0 0 0,1 0 0 0 0,-1 0 0 0 0,0 0 0 0 0,0 0 1 0 0,0 1-1 0 0,0-1 0 0 0,0 0 0 0 0,1 0 0 0 0,-1 0 0 0 0,0 0 0 0 0,0 0 0 0 0,0 1 0 0 0,0-1 0 0 0,0 0 0 0 0,0 0 0 0 0,0 0 0 0 0,0 1 1 0 0,0-1-1 0 0,0 0 0 0 0,0 0 0 0 0,0 0 0 0 0,0 0 0 0 0,0 1 0 0 0,0-1 0 0 0,0 0 0 0 0,0 0 0 0 0,0 1 0 0 0,5 7 266 0 0,35 4 43 0 0,0-1-1 0 0,58 8 0 0 0,-42-10 57 0 0,67 21-1 0 0,-52-16-87 0 0,-57-12-203 0 0,1 0 0 0 0,-1 1 0 0 0,-1 0-1 0 0,16 7 1 0 0,-9-5-39 0 0,1-1-1 0 0,0-1 0 0 0,-1-1 1 0 0,28 0-1 0 0,-13 0 0 0 0,15 2 58 0 0,18 0 5 0 0,1 4-1 0 0,111 26 0 0 0,-151-27 0 0 0,49 7 0 0 0,-3-1 8 0 0,100 18 102 0 0,333 45 39 0 0,-428-69-204 0 0,136-5-1 0 0,-81-5 15 0 0,272-10 124 0 0,-35-26-254 0 0,-236 22 94 0 0,47-5 140 0 0,292 5-1 0 0,-359 18-118 0 0,45 3-16 0 0,-36 2 115 0 0,76 3-200 0 0,71 22 120 0 0,55-5 79 0 0,-241-22-229 0 0,1-4-1 0 0,105-13 0 0 0,174-41 98 0 0,-283 40 63 0 0,199-36-54 0 0,631-78 128 0 0,-363 119-78 0 0,40-2 94 0 0,-177-18-167 0 0,-348 24 2 0 0,1191-55 329 0 0,-422 85-24 0 0,-407-1 253 0 0,739 30 721 0 0,-1132-54-1177 0 0,0 2 1 0 0,-1 1-1 0 0,1 1 1 0 0,-1 2-1 0 0,65 20 1 0 0,-77-18-82 0 0,-47-16-1353 0 0,-59-16-2459 0 0,-121-32-4708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1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1354 77 400 0 0,'-1'-1'420'0'0,"1"0"-1"0"0,-1 0 1 0 0,1-1-1 0 0,-1 1 1 0 0,0 0-1 0 0,0 0 0 0 0,1 0 1 0 0,-1 0-1 0 0,0 0 1 0 0,0 0-1 0 0,0 0 1 0 0,0 0-1 0 0,0 0 1 0 0,-1 0-1 0 0,1 1 1 0 0,0-1-1 0 0,0 0 1 0 0,0 1-1 0 0,-1-1 1 0 0,1 1-1 0 0,-3-1 0 0 0,-46-16-150 0 0,-2-2-388 0 0,43 16 142 0 0,0 0 0 0 0,0 1-1 0 0,-1 0 1 0 0,1 1 0 0 0,-1 0 0 0 0,-14 0 0 0 0,14-5 190 0 0,-11 5-106 0 0,16 1 40 0 0,0 1 13 0 0,-21 5 63 0 0,-1-1 1 0 0,0-2-1 0 0,-39 1 1 0 0,-18-4 237 0 0,-92 13 0 0 0,166-12-410 0 0,-66 10 641 0 0,41-5-491 0 0,-61 1 0 0 0,44-4-78 0 0,-54 8 0 0 0,23-1 98 0 0,67-7-296 0 0,1 1 1 0 0,0 0-1 0 0,-1 1 1 0 0,2 1-1 0 0,-1 1 0 0 0,-23 13 1 0 0,16-9 143 0 0,-33 33 11 0 0,50-32-29 0 0,0 2-22 0 0,-4-8-6 0 0,8-6-22 0 0,0 1 1 0 0,-1-1 0 0 0,1 1 0 0 0,0 0 0 0 0,0 0 0 0 0,0 0 0 0 0,0-1 0 0 0,1 1 0 0 0,-1 0 0 0 0,0 0 0 0 0,0 0 0 0 0,1 0 0 0 0,-1 1 0 0 0,0-1 0 0 0,1 0 0 0 0,-1 0 0 0 0,1 0 0 0 0,-1 0 0 0 0,1 1 0 0 0,0-1 0 0 0,-1 0 0 0 0,1 0 0 0 0,0 1 0 0 0,0-1 0 0 0,0 0 0 0 0,0 0 0 0 0,0 1 0 0 0,1 1 0 0 0,-1 2 5 0 0,1 0 0 0 0,0-1 0 0 0,0 1 0 0 0,0 0 0 0 0,1 0 0 0 0,0-1 0 0 0,-1 1 0 0 0,2-1 0 0 0,-1 0 0 0 0,0 1 0 0 0,1-1 0 0 0,0 0 0 0 0,0 0 0 0 0,0-1 1 0 0,1 1-1 0 0,3 3 0 0 0,9 11 19 0 0,9 16-28 0 0,-20-26 13 0 0,0 0 1 0 0,0 0-1 0 0,1 0 1 0 0,0-1-1 0 0,1 0 1 0 0,0 0-1 0 0,0-1 1 0 0,0 0-1 0 0,1 0 1 0 0,0-1-1 0 0,0 0 1 0 0,14 7-1 0 0,76 25 42 0 0,3-3 1 0 0,117 22-1 0 0,-54-25 1 0 0,245 16-1 0 0,-218-32 174 0 0,150 7-81 0 0,-329-23-177 0 0,-1 1 0 0 0,0-2 0 0 0,1 0-1 0 0,-1 0 1 0 0,15-5 0 0 0,17-4-8 0 0,-31 9 55 0 0,0-1 0 0 0,0 0 1 0 0,-1-1-1 0 0,1 0 0 0 0,-1-1 0 0 0,0 0 1 0 0,0-1-1 0 0,13-8 0 0 0,-22 9-39 0 0,-1 0 0 0 0,1-1-1 0 0,-1 1 1 0 0,0-1-1 0 0,0 1 1 0 0,-1-1-1 0 0,1 0 1 0 0,-1 1 0 0 0,-1-1-1 0 0,1 1 1 0 0,-2-9-1 0 0,1-8-68 0 0,1-1 53 0 0,1 17 69 0 0,0 1 0 0 0,-1-1 0 0 0,0 0 0 0 0,0 1 0 0 0,0-1 0 0 0,-1 1 0 0 0,1-1-1 0 0,-2 1 1 0 0,1-1 0 0 0,0 1 0 0 0,-1 0 0 0 0,0-1 0 0 0,0 1 0 0 0,-1 0 0 0 0,1 0 0 0 0,-1 1 0 0 0,0-1 0 0 0,0 0 0 0 0,-5-4 0 0 0,-27-28 238 0 0,25 25-144 0 0,0 1 0 0 0,-1 0 1 0 0,0 1-1 0 0,-1 1 1 0 0,-24-17-1 0 0,-140-79 369 0 0,143 88-431 0 0,1 1-1 0 0,-2 2 1 0 0,0 1-1 0 0,-40-9 0 0 0,-15 0 46 0 0,-1 4 0 0 0,-178-13-1 0 0,192 31-87 0 0,0 3-1 0 0,-90 16 0 0 0,33-4 154 0 0,47-2-465 0 0,86-13 94 0 0,-1 0 1 0 0,1 0 0 0 0,-1 1-1 0 0,1-1 1 0 0,0 0-1 0 0,-1 1 1 0 0,1-1 0 0 0,0 1-1 0 0,-1-1 1 0 0,1 0-1 0 0,0 1 1 0 0,0-1 0 0 0,-1 1-1 0 0,1-1 1 0 0,0 1 0 0 0,0-1-1 0 0,0 1 1 0 0,0-1-1 0 0,-1 1 1 0 0,1-1 0 0 0,0 1-1 0 0,0-1 1 0 0,0 1-1 0 0,0-1 1 0 0,0 1 0 0 0,0-1-1 0 0,0 1 1 0 0,0-1-1 0 0,1 1 1 0 0,-1-1 0 0 0,0 1-1 0 0,0-1 1 0 0,0 0 0 0 0,0 1-1 0 0,1-1 1 0 0,-1 1-1 0 0,0-1 1 0 0,1 1 0 0 0,-1-1-1 0 0,0 0 1 0 0,1 1-1 0 0,-1-1 1 0 0,0 0 0 0 0,1 1-1 0 0,-1-1 1 0 0,1 1-1 0 0,24 5-5283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77 3121 0 0,'0'0'4082'0'0,"0"6"-2001"0"0,-30-6-1040 0 0,60 0 239 0 0,31-6-639 0 0,29 1 319 0 0,91-9 481 0 0,115-5 480 0 0,-145 13-881 0 0,-60-1-640 0 0,-61-5-240 0 0,0 6-160 0 0,-60-1-1520 0 0,-30 14-5203 0 0,-122 18-1521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5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1349 5 320 0 0,'1'-4'5364'0'0,"-1"4"-5287"0"0,0 1 1 0 0,0-1-1 0 0,0 0 0 0 0,0 1 0 0 0,0-1 0 0 0,0 1 1 0 0,0-1-1 0 0,0 0 0 0 0,-1 1 0 0 0,1-1 1 0 0,0 0-1 0 0,0 1 0 0 0,0-1 0 0 0,0 0 0 0 0,-1 1 1 0 0,1-1-1 0 0,0 0 0 0 0,0 1 0 0 0,-1-1 1 0 0,1 0-1 0 0,0 1 0 0 0,-1-1 0 0 0,1 0 0 0 0,0 0 1 0 0,-1 1-1 0 0,1-1 0 0 0,0 0 0 0 0,-1 0 1 0 0,-24 1-132 0 0,-26-7 748 0 0,42 12-54 0 0,-1-3-449 0 0,0 0 0 0 0,0-1-1 0 0,0 0 1 0 0,-1-1 0 0 0,1 0 0 0 0,0-1-1 0 0,-1 0 1 0 0,1-1 0 0 0,-19-3 0 0 0,18 3-124 0 0,-1 0 0 0 0,0 1 0 0 0,0 0 0 0 0,0 0 0 0 0,-17 4 1 0 0,-28 1 102 0 0,6-5 231 0 0,-75-9-1 0 0,112 5-298 0 0,-3 3-57 0 0,-17 1 48 0 0,-11-1-7 0 0,9 1 158 0 0,-64 6-1 0 0,-45 9 144 0 0,142-14-374 0 0,-1-1 1 0 0,1 1-1 0 0,0 0 0 0 0,0 0 0 0 0,0 0 0 0 0,0 1 0 0 0,0-1 0 0 0,0 1 0 0 0,-3 1 1 0 0,-20 10 14 0 0,19-11-19 0 0,1 1 0 0 0,0 0 0 0 0,1 0-1 0 0,-1 1 1 0 0,0-1 0 0 0,-9 10 0 0 0,10-8 25 0 0,-1-1-1 0 0,1 0 1 0 0,-1 0 0 0 0,0 0 0 0 0,0-1 0 0 0,0 0 0 0 0,-1 0 0 0 0,1 0 0 0 0,-11 2 0 0 0,-109 14 579 0 0,118-17-654 0 0,0 1 1 0 0,1 0-1 0 0,-1 0 0 0 0,-13 9 1 0 0,18-11 31 0 0,1 1 0 0 0,0-1 1 0 0,0 1-1 0 0,0-1 0 0 0,0 1 0 0 0,0 0 1 0 0,0 0-1 0 0,0 0 0 0 0,0 0 0 0 0,1 0 1 0 0,-1 0-1 0 0,1 1 0 0 0,-1-1 0 0 0,1 0 1 0 0,0 1-1 0 0,0-1 0 0 0,0 1 0 0 0,0-1 1 0 0,1 1-1 0 0,-1 4 0 0 0,1-6 8 0 0,0 1-1 0 0,0 0 1 0 0,-1-1-1 0 0,1 1 1 0 0,0-1-1 0 0,-1 1 1 0 0,1-1-1 0 0,0 1 1 0 0,-1-1-1 0 0,0 0 1 0 0,1 1 0 0 0,-1-1-1 0 0,0 0 1 0 0,0 1-1 0 0,0-1 1 0 0,0 0-1 0 0,0 0 1 0 0,0 0-1 0 0,0 0 1 0 0,0 0-1 0 0,0 0 1 0 0,0 0-1 0 0,-1 0 1 0 0,1 0-1 0 0,-3 1 1 0 0,0 0-1 0 0,4-1 5 0 0,-1-1 0 0 0,1 1 0 0 0,-1 0 1 0 0,1-1-1 0 0,-1 1 0 0 0,1 0 0 0 0,-1-1 0 0 0,1 1 0 0 0,-1 0 0 0 0,1 0 0 0 0,0 0 0 0 0,0-1 0 0 0,-1 1 0 0 0,1 0 0 0 0,0 0 0 0 0,0 0 0 0 0,0 0 0 0 0,0-1 1 0 0,0 1-1 0 0,0 0 0 0 0,0 0 0 0 0,0 0 0 0 0,0 0 0 0 0,0 0 0 0 0,0-1 0 0 0,1 1 0 0 0,-1 0 0 0 0,0 0 0 0 0,1 0 0 0 0,-1-1 0 0 0,0 1 0 0 0,1 0 0 0 0,-1-1 0 0 0,1 1 1 0 0,-1 0-1 0 0,2 0 0 0 0,14 14 150 0 0,-18-14-156 0 0,1-1 0 0 0,0 0 0 0 0,0 1 0 0 0,0-1 0 0 0,0 1 0 0 0,0-1 0 0 0,0 1 0 0 0,0-1 0 0 0,0 1 0 0 0,1 0 0 0 0,-1-1 0 0 0,0 1 1 0 0,0 0-1 0 0,0 0 0 0 0,1-1 0 0 0,-1 1 0 0 0,0 0 0 0 0,1 0 0 0 0,-1 0 0 0 0,1 0 0 0 0,-1 0 0 0 0,1 0 0 0 0,-1 0 0 0 0,1 0 0 0 0,0 0 0 0 0,0 1 0 0 0,-1-1 0 0 0,1 0 0 0 0,0 0 0 0 0,0 0 0 0 0,0 0 0 0 0,0 0 0 0 0,0 0 0 0 0,0 0 0 0 0,1 0 0 0 0,-1 1 0 0 0,0-1 0 0 0,1 0 0 0 0,-1 0 0 0 0,0 0 1 0 0,1 0-1 0 0,-1 0 0 0 0,1 0 0 0 0,0 1 0 0 0,8 5 25 0 0,-8-6-16 0 0,1 0-1 0 0,-1 1 1 0 0,0-1-1 0 0,1 0 1 0 0,-1 1-1 0 0,0-1 1 0 0,0 1-1 0 0,0-1 1 0 0,0 1-1 0 0,0-1 1 0 0,0 1-1 0 0,-1 0 1 0 0,1-1-1 0 0,0 1 1 0 0,-1 0-1 0 0,1-1 1 0 0,-1 1-1 0 0,0 0 1 0 0,0 0-1 0 0,1 0 1 0 0,-1 0-1 0 0,0-1 1 0 0,-1 1-1 0 0,1 3 1 0 0,0-4-6 0 0,0 0 0 0 0,0-1 0 0 0,0 1 0 0 0,0 0 0 0 0,0-1 0 0 0,0 1 0 0 0,0-1 1 0 0,0 1-1 0 0,1 0 0 0 0,-1-1 0 0 0,0 1 0 0 0,1-1 0 0 0,-1 1 0 0 0,0-1 0 0 0,1 1 0 0 0,-1-1 0 0 0,0 1 0 0 0,1-1 1 0 0,-1 1-1 0 0,1-1 0 0 0,-1 1 0 0 0,1-1 0 0 0,-1 0 0 0 0,1 1 0 0 0,-1-1 0 0 0,1 0 0 0 0,0 1 0 0 0,-1-1 1 0 0,1 0-1 0 0,-1 0 0 0 0,1 0 0 0 0,0 0 0 0 0,0 1 0 0 0,0-1 0 0 0,0 0-1 0 0,0 0 1 0 0,0 0-1 0 0,-1 1 1 0 0,1-1-1 0 0,0 0 1 0 0,0 1-1 0 0,-1-1 1 0 0,1 0-1 0 0,0 1 1 0 0,-1-1-1 0 0,1 1 1 0 0,0-1-1 0 0,-1 1 1 0 0,1-1-1 0 0,-1 1 1 0 0,1 0-1 0 0,-1-1 1 0 0,1 1 0 0 0,-1 0-1 0 0,1-1 1 0 0,-1 1-1 0 0,0 0 1 0 0,1-1-1 0 0,-1 1 1 0 0,0 0-1 0 0,0 0 1 0 0,1 0-1 0 0,-1-1 1 0 0,0 1-1 0 0,0 0 1 0 0,0 0-1 0 0,0 0 1 0 0,0 1-1 0 0,0-1-1 0 0,1 0-1 0 0,0-1 0 0 0,-1 1 0 0 0,1 0 0 0 0,0 0 0 0 0,0 0 1 0 0,0 0-1 0 0,-1 0 0 0 0,1-1 0 0 0,0 1 0 0 0,0 0 0 0 0,0-1 1 0 0,0 1-1 0 0,0-1 0 0 0,0 1 0 0 0,0-1 0 0 0,1 0 0 0 0,-1 1 1 0 0,0-1-1 0 0,0 0 0 0 0,2 1 0 0 0,0 0-1 0 0,98 49 4 0 0,-77-38 32 0 0,0-2 0 0 0,1-1 0 0 0,1-1 0 0 0,51 10 0 0 0,-17 7-32 0 0,-2-11-24 0 0,54 10-19 0 0,135 21 190 0 0,-25-11-28 0 0,-92-12 2 0 0,-5-1 52 0 0,-30 3-26 0 0,-37-14-147 0 0,1-3 0 0 0,-1-2 0 0 0,1-3 0 0 0,64-5 0 0 0,-62 0 0 0 0,-22-1 61 0 0,-1-1 1 0 0,1-2-1 0 0,-1-2 1 0 0,73-28-1 0 0,-96 32-10 0 0,-10 3-24 0 0,0 0 0 0 0,0 0 0 0 0,0 0 0 0 0,-1 0 0 0 0,1-1 0 0 0,7-5 0 0 0,-2-4 56 0 0,-9 10-71 0 0,0 0-1 0 0,1 1 0 0 0,-1-1 0 0 0,1 1 0 0 0,-1-1 1 0 0,1 1-1 0 0,0-1 0 0 0,-1 1 0 0 0,1 0 0 0 0,0 0 1 0 0,0 0-1 0 0,0 0 0 0 0,2 0 0 0 0,16-8 58 0 0,-1 1 1 0 0,0-2-1 0 0,-1-1 1 0 0,22-15-1 0 0,-40 26-66 0 0,1-1 0 0 0,-1 0 0 0 0,1 1-1 0 0,-1-1 1 0 0,1 0 0 0 0,-1 1 0 0 0,1-1 0 0 0,-1 0 0 0 0,0 1 0 0 0,1-1 0 0 0,-1 0 0 0 0,0 0-1 0 0,1 1 1 0 0,-1-1 0 0 0,0 0 0 0 0,0 0 0 0 0,0 0 0 0 0,0 1 0 0 0,0-1 0 0 0,0-1 0 0 0,4-12 16 0 0,6 5 8 0 0,-9 8-19 0 0,0 0 0 0 0,0 0 0 0 0,1 0 0 0 0,-1 0 0 0 0,0 0 0 0 0,0-1 0 0 0,0 1 0 0 0,0 0 0 0 0,0-1 0 0 0,-1 1 0 0 0,1-1 0 0 0,0 1 0 0 0,-1-1 0 0 0,1 1 0 0 0,-1-1 0 0 0,1 1 0 0 0,-1-1 0 0 0,0 1 0 0 0,0-1 0 0 0,1 0 0 0 0,-1 1 0 0 0,0-1 0 0 0,-1 0 0 0 0,1-1 0 0 0,1-8 54 0 0,-1 7-48 0 0,1-1 0 0 0,0 1-1 0 0,-1 0 1 0 0,0 0 0 0 0,0-1-1 0 0,-1 1 1 0 0,1 0 0 0 0,-1 0-1 0 0,0 0 1 0 0,0 0 0 0 0,0 0-1 0 0,-2-5 1 0 0,-13-5-1 0 0,-1 1 1 0 0,-1 1-1 0 0,0 0 0 0 0,0 2 1 0 0,-1 0-1 0 0,-21-8 0 0 0,2 0 31 0 0,1-2 0 0 0,-48-34-1 0 0,40 25-27 0 0,33 22-4 0 0,-1 0-1 0 0,1 1 1 0 0,-17-6 0 0 0,-26-13 21 0 0,37 17-18 0 0,0 0 0 0 0,-1 0 0 0 0,1 2-1 0 0,-2 0 1 0 0,1 2 0 0 0,0 0 0 0 0,-35-2 0 0 0,-68-13 280 0 0,36 1-220 0 0,67 14-31 0 0,-1 0 1 0 0,1 1-1 0 0,-38-1 1 0 0,43 3 34 0 0,-1 0 0 0 0,1 0 0 0 0,-22-6 0 0 0,23 4-1 0 0,1 0-1 0 0,-1 2 1 0 0,-20-2 0 0 0,-113-2 389 0 0,136 4-387 0 0,-15-3 0 0 0,0 3-27 0 0,20 1-159 0 0,4 2-1761 0 0,1-1 1640 0 0,0-1-1 0 0,0 1 1 0 0,0 0 0 0 0,0-1-1 0 0,0 1 1 0 0,0 0-1 0 0,0 0 1 0 0,0-1 0 0 0,0 1-1 0 0,0 0 1 0 0,1-1-1 0 0,-1 1 1 0 0,0 0 0 0 0,1-1-1 0 0,-1 1 1 0 0,0 0-1 0 0,1-1 1 0 0,-1 1 0 0 0,0-1-1 0 0,1 1 1 0 0,-1-1-1 0 0,2 2 1 0 0,18 6-4282 0 0,-15 2 241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25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1116 195 2161 0 0,'3'-3'312'0'0,"-1"0"1"0"0,1 0-1 0 0,-1 0 1 0 0,1 0-1 0 0,-1-1 0 0 0,-1 1 1 0 0,1-1-1 0 0,0 1 0 0 0,-1-1 1 0 0,1 0-1 0 0,-1 0 1 0 0,0 1-1 0 0,-1-1 0 0 0,1 0 1 0 0,-1 0-1 0 0,1 0 1 0 0,-1 0-1 0 0,0 0 0 0 0,-1 0 1 0 0,0-7-1 0 0,0-9 318 0 0,1 18-560 0 0,-1-1-1 0 0,0 0 1 0 0,0 0 0 0 0,0 0 0 0 0,0 1-1 0 0,-1-1 1 0 0,1 1 0 0 0,-1-1 0 0 0,1 1-1 0 0,-1-1 1 0 0,0 1 0 0 0,0 0-1 0 0,0 0 1 0 0,0 0 0 0 0,-1 0 0 0 0,1 0-1 0 0,0 1 1 0 0,-1-1 0 0 0,1 0 0 0 0,-1 1-1 0 0,0 0 1 0 0,1 0 0 0 0,-1 0-1 0 0,-4-1 1 0 0,-21-14 268 0 0,16 4-12 0 0,12 11-313 0 0,-1 0 0 0 0,0 0 0 0 0,1 0 0 0 0,-1 0 0 0 0,0 1 0 0 0,0-1 1 0 0,0 0-1 0 0,1 1 0 0 0,-1-1 0 0 0,0 0 0 0 0,0 1 0 0 0,0-1 0 0 0,0 1 0 0 0,0 0 0 0 0,0-1 0 0 0,0 1 1 0 0,0 0-1 0 0,-1-1 0 0 0,1 1 0 0 0,0 0 0 0 0,0 0 0 0 0,0 0 0 0 0,-1 0 0 0 0,-29 1 145 0 0,0 1 1 0 0,0 1-1 0 0,1 1 0 0 0,-1 2 0 0 0,1 1 1 0 0,-34 13-1 0 0,45-14-119 0 0,-29 10 87 0 0,0-3-1 0 0,0-2 1 0 0,-1-2-1 0 0,-65 4 0 0 0,55-17 22 0 0,51 4-194 0 0,1 1 1 0 0,0 0-1 0 0,0 0 0 0 0,0 0 1 0 0,-1 1-1 0 0,2 0 0 0 0,-1 1 1 0 0,0 0-1 0 0,-10 5 0 0 0,-18 45 47 0 0,27-46 14 0 0,0-1 0 0 0,-1 0-1 0 0,0 0 1 0 0,0-1-1 0 0,-18 7 1 0 0,21-10-13 0 0,0 1 0 0 0,-1-1 0 0 0,1 1 0 0 0,0 1 0 0 0,1-1-1 0 0,-1 1 1 0 0,1 0 0 0 0,-1 0 0 0 0,1 1 0 0 0,0-1 0 0 0,1 1 0 0 0,-5 6 0 0 0,7-8 6 0 0,-1 3 8 0 0,0 0 1 0 0,0-1 0 0 0,-1 1 0 0 0,0-1 0 0 0,-1 1 0 0 0,1-1 0 0 0,-1-1 0 0 0,0 1-1 0 0,0 0 1 0 0,0-1 0 0 0,-1 0 0 0 0,-5 3 0 0 0,4-2-38 0 0,1 1 1 0 0,0-1-1 0 0,1 1 1 0 0,-1 1-1 0 0,1-1 1 0 0,1 1-1 0 0,-1-1 1 0 0,-3 9-1 0 0,4-9 29 0 0,2 1 11 0 0,0 0 0 0 0,0 0 0 0 0,1 1 0 0 0,0-1 0 0 0,0 0 0 0 0,1 1 0 0 0,0-1 0 0 0,0 0 0 0 0,3 15 0 0 0,-2 7-144 0 0,-1 127 779 0 0,1-151-646 0 0,1 1-1 0 0,0 0 1 0 0,0-1-1 0 0,0 1 1 0 0,0-1-1 0 0,1 0 1 0 0,0 0-1 0 0,0 0 1 0 0,0 0-1 0 0,1 0 1 0 0,-1-1-1 0 0,1 1 1 0 0,6 5-1 0 0,2 2-17 0 0,1 4 0 0 0,2-1-1 0 0,0 0 0 0 0,1-1 1 0 0,0-1-1 0 0,1-1 0 0 0,1 0 1 0 0,28 13-1 0 0,-24-11-2 0 0,-20-12 13 0 0,1 0 0 0 0,-1 0 0 0 0,1 0 0 0 0,0-1 0 0 0,-1 1 0 0 0,1-1 0 0 0,0 0 0 0 0,0 0-1 0 0,0 0 1 0 0,0 0 0 0 0,5 0 0 0 0,43 3-149 0 0,43 7 167 0 0,-69-7 4 0 0,0 2 0 0 0,0 1 0 0 0,0 1 0 0 0,-1 1 0 0 0,0 1 0 0 0,39 23 0 0 0,33 24-101 0 0,-82-51 80 0 0,0 0 0 0 0,1 0 0 0 0,0-1 0 0 0,22 4 0 0 0,14 4-14 0 0,9 3-82 0 0,63 9-1 0 0,-11-3 77 0 0,95 42 247 0 0,-172-51-194 0 0,34 13 64 0 0,98 22-1 0 0,-109-35-29 0 0,1-2 0 0 0,-1-2-1 0 0,1-3 1 0 0,1-3 0 0 0,68-5-1 0 0,-103 0-53 0 0,161-10 55 0 0,26 12 345 0 0,-178-2-235 0 0,-1-1 0 0 0,54-13 0 0 0,24-3 168 0 0,-64 13-252 0 0,85-26 0 0 0,-39 8 39 0 0,27-7 124 0 0,32-7-114 0 0,-81 20-69 0 0,-46 11-45 0 0,1 1-1 0 0,27-3 1 0 0,-41 8-49 0 0,0 0 0 0 0,1-1 0 0 0,-1 0 0 0 0,0-1 0 0 0,0-1 0 0 0,-1 0 0 0 0,1-1 0 0 0,-1 0 0 0 0,0 0 0 0 0,0-1 0 0 0,16-12 0 0 0,23-8 33 0 0,-25-2 95 0 0,41-39 158 0 0,-62 57-254 0 0,2 0 2 0 0,-5 9-10 0 0,1 0 0 0 0,0-1 0 0 0,-1 1 0 0 0,1 0 1 0 0,-1 0-1 0 0,1-1 0 0 0,-1 1 0 0 0,0-1 0 0 0,1 1 0 0 0,-1-1 0 0 0,0 0 0 0 0,0 0 0 0 0,0 1 0 0 0,0-1 0 0 0,1-4 0 0 0,1-37 143 0 0,-3 40-132 0 0,0-132 1012 0 0,0 133-1016 0 0,0 1 0 0 0,0 0 1 0 0,0-1-1 0 0,-1 1 0 0 0,1 0 0 0 0,0-1 0 0 0,0 1 0 0 0,-1 0 0 0 0,1-1 0 0 0,-1 1 0 0 0,1 0 1 0 0,-1 0-1 0 0,0-1 0 0 0,0 1 0 0 0,1 0 0 0 0,-1 0 0 0 0,0 0 0 0 0,0 0 0 0 0,0 0 1 0 0,0 0-1 0 0,0 0 0 0 0,-2-1 0 0 0,2 1-1 0 0,-1 0-1 0 0,1 1 1 0 0,0-1 0 0 0,0 0 0 0 0,0 0-1 0 0,0 0 1 0 0,1 0 0 0 0,-1 0 0 0 0,0 0 0 0 0,0-1-1 0 0,0 1 1 0 0,1 0 0 0 0,-1 0 0 0 0,1-1-1 0 0,-1 1 1 0 0,1 0 0 0 0,-1-1 0 0 0,1 1-1 0 0,0 0 1 0 0,0-1 0 0 0,0 1 0 0 0,0-3-1 0 0,0 2-1 0 0,-1 0-1 0 0,1 0 1 0 0,0 1-1 0 0,-1-1 1 0 0,1 0-1 0 0,-1 0 1 0 0,1 0-1 0 0,-1 0 0 0 0,0 1 1 0 0,0-1-1 0 0,0 0 1 0 0,0 1-1 0 0,0-1 1 0 0,0 1-1 0 0,0-1 1 0 0,0 1-1 0 0,-3-3 1 0 0,-6-7 17 0 0,1-5-7 0 0,-17-20 44 0 0,4 1-30 0 0,20 30-22 0 0,0 1-1 0 0,0 0 1 0 0,0 0 0 0 0,-1-1 0 0 0,0 1 0 0 0,0 1 0 0 0,0-1 0 0 0,0 0 0 0 0,-1 1 0 0 0,1 0 0 0 0,-1 0 0 0 0,-5-4 0 0 0,-43-26-44 0 0,-72-61 1 0 0,91 67 60 0 0,-1 2-1 0 0,-1 1 1 0 0,-74-36 0 0 0,-31-19 26 0 0,93 56 22 0 0,-1 3 1 0 0,-66-20-1 0 0,94 34-109 0 0,-1 1 0 0 0,0 2 0 0 0,-1 0 0 0 0,1 1 0 0 0,0 1 0 0 0,-1 1 0 0 0,1 1 0 0 0,-34 5 0 0 0,48-4 46 0 0,-7 0 5 0 0,1 0-1 0 0,-1 0 0 0 0,0-2 0 0 0,0 1 0 0 0,0-2 0 0 0,0 0 0 0 0,0-1 0 0 0,1 0 0 0 0,-26-8 0 0 0,-172-23 64 0 0,166 31-141 0 0,-76 6 0 0 0,15 1 10 0 0,103-6 54 0 0,-1 1 1 0 0,1-1-1 0 0,0 1 0 0 0,-1 0 1 0 0,1 0-1 0 0,0 0 0 0 0,0 1 1 0 0,-1-1-1 0 0,1 1 0 0 0,0 0 1 0 0,-6 2-1 0 0,5-2 0 0 0,1 0 1 0 0,0 0-1 0 0,0 0 0 0 0,0-1 1 0 0,-1 1-1 0 0,1-1 0 0 0,0 0 1 0 0,0 0-1 0 0,-1 0 0 0 0,1 0 1 0 0,-7-2-1 0 0,8 2 3 0 0,-47-1-56 0 0,0 1 0 0 0,-1 3 0 0 0,1 2 0 0 0,1 2 0 0 0,-61 17 1 0 0,16-3 108 0 0,60-15 2 0 0,-57 11 125 0 0,71-14-101 0 0,0-1 0 0 0,0-1 0 0 0,-27-1 0 0 0,-27 2 29 0 0,-13 10-101 0 0,57-8 1 0 0,4-7 26 0 0,-5-6-107 0 0,25 5-40 0 0,5 3-240 0 0,53-6-4844 0 0,-42 5 4080 0 0,1 0 1 0 0,-1 1-1 0 0,1 0 0 0 0,0 0 1 0 0,0 1-1 0 0,15 3 0 0 0,28 8-2504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43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1040 0 0,'0'0'5123'0'0,"0"6"-5363"0"0,-30 2-3442 0 0,30-3 1601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1 540 1521 0 0,'0'0'85'0'0,"0"-1"1"0"0,0 0 0 0 0,0 1-1 0 0,0-1 1 0 0,0 0 0 0 0,0 1-1 0 0,0-1 1 0 0,1 1 0 0 0,-1-1-1 0 0,0 0 1 0 0,0 1-1 0 0,1-1 1 0 0,-1 0 0 0 0,0 1-1 0 0,1-1 1 0 0,-1 1 0 0 0,0-1-1 0 0,1 1 1 0 0,-1-1 0 0 0,1 1-1 0 0,-1-1 1 0 0,1 1 0 0 0,-1 0-1 0 0,1-1 1 0 0,0 1-1 0 0,-1 0 1 0 0,1-1 0 0 0,-1 1-1 0 0,1 0 1 0 0,0 0 0 0 0,-1-1-1 0 0,1 1 1 0 0,0 0 0 0 0,-1 0-1 0 0,1 0 1 0 0,0 0 0 0 0,0 0-31 0 0,0 0 0 0 0,-1 0-1 0 0,1 0 1 0 0,0 0 0 0 0,-1 0 0 0 0,1-1 0 0 0,-1 1 0 0 0,1 0 0 0 0,-1 0 0 0 0,1 0 0 0 0,0-1 0 0 0,-1 1 0 0 0,1 0 0 0 0,-1-1 0 0 0,1 1 0 0 0,-1 0 0 0 0,1-1 0 0 0,-1 1 0 0 0,0-1 0 0 0,1 1 0 0 0,-1-1 0 0 0,1 1 0 0 0,-1-1 0 0 0,0 1 0 0 0,1-1 0 0 0,-1 1-1 0 0,0-1 1 0 0,0 1 0 0 0,0-1 0 0 0,1 0 0 0 0,-1 1 0 0 0,0-1 0 0 0,0 1 0 0 0,0-1 0 0 0,0 0 0 0 0,0 0 0 0 0,1 0 3 0 0,-1 0 1 0 0,1 0-1 0 0,-1-1 0 0 0,1 1 1 0 0,0 0-1 0 0,-1 0 0 0 0,1 0 1 0 0,0 0-1 0 0,0 0 0 0 0,0 1 0 0 0,0-1 1 0 0,0 0-1 0 0,0 0 0 0 0,0 0 1 0 0,0 1-1 0 0,0-1 0 0 0,0 1 1 0 0,0-1-1 0 0,1 1 0 0 0,1-1 1 0 0,1-1 117 0 0,2-5-114 0 0,0 1 1 0 0,-1 0-1 0 0,0-1 0 0 0,-1 0 1 0 0,1 0-1 0 0,-1-1 1 0 0,0 1-1 0 0,-1-1 1 0 0,0 0-1 0 0,0 0 1 0 0,1-8-1 0 0,0-2-16 0 0,0-1 0 0 0,-2 1 0 0 0,2-36 0 0 0,-4-166 568 0 0,0 217-605 0 0,0 1-1 0 0,0-1 0 0 0,-1 0 1 0 0,1 0-1 0 0,0 0 1 0 0,-1 0-1 0 0,0 0 1 0 0,0 1-1 0 0,0-1 1 0 0,0 0-1 0 0,0 1 1 0 0,0-1-1 0 0,-1 0 1 0 0,1 1-1 0 0,-1 0 1 0 0,0-1-1 0 0,0 1 0 0 0,-3-4 1 0 0,1 3 4 0 0,1 0 25 0 0,0-2 14 0 0,30 10 84 0 0,-27-4-134 0 0,1-1 0 0 0,-1 0 0 0 0,0 1-1 0 0,1-1 1 0 0,-1 0 0 0 0,1 0 0 0 0,-1 1 0 0 0,0-1-1 0 0,1 1 1 0 0,-1-1 0 0 0,0 0 0 0 0,0 1 0 0 0,1-1-1 0 0,-1 1 1 0 0,0-1 0 0 0,0 1 0 0 0,1-1 0 0 0,-1 1-1 0 0,0-1 1 0 0,0 1 0 0 0,0-1 0 0 0,0 1 0 0 0,0-1-1 0 0,0 1 1 0 0,0-1 0 0 0,0 1 0 0 0,0-1-1 0 0,0 1 1 0 0,0-1 0 0 0,0 1 0 0 0,0-1 0 0 0,0 1-1 0 0,-1 0 1 0 0,1 8 31 0 0,-1 18 17 0 0,1 5 38 0 0,6 54 0 0 0,-4-68-73 0 0,5 26 62 0 0,1 1-1 0 0,2-1 0 0 0,18 48 1 0 0,-3-14-61 0 0,-20-60-17 0 0,1 1 0 0 0,13 29 0 0 0,-14-26-579 0 0,-4-15-168 0 0,-2-9-325 0 0,1-10-2049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4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0 208 1201 0 0,'59'-31'3175'0'0,"-49"27"-2410"0"0,0-1 1 0 0,-1 0 0 0 0,0 0-1 0 0,10-8 1 0 0,18-23 1362 0 0,-29 27-2018 0 0,1 1 0 0 0,-1 0-1 0 0,1 0 1 0 0,1 0 0 0 0,0 1-1 0 0,0 1 1 0 0,0-1 0 0 0,0 2-1 0 0,1 0 1 0 0,18-7 0 0 0,0 5 68 0 0,1 0 0 0 0,58-4 0 0 0,-72 11-86 0 0,-1-1 0 0 0,1 2 0 0 0,-1 0-1 0 0,0 1 1 0 0,1 0 0 0 0,-1 2 0 0 0,0-1-1 0 0,17 8 1 0 0,-2 1 123 0 0,-22-10-151 0 0,0 1 0 0 0,0 0 0 0 0,0 0 0 0 0,0 1 0 0 0,-1 0-1 0 0,0 1 1 0 0,1-1 0 0 0,-1 1 0 0 0,-1 1 0 0 0,1-1 0 0 0,-1 1 0 0 0,0 0 0 0 0,0 1 0 0 0,5 7 0 0 0,5 10 120 0 0,-8-14-121 0 0,-1 0 0 0 0,0 0-1 0 0,9 22 1 0 0,-14-28-57 0 0,-1 0 1 0 0,0 0 0 0 0,0 0-1 0 0,0 0 1 0 0,0 0-1 0 0,-1 0 1 0 0,1 0 0 0 0,-1 0-1 0 0,0 0 1 0 0,-1 0-1 0 0,1 0 1 0 0,-1 0 0 0 0,1 0-1 0 0,-1 0 1 0 0,0 0-1 0 0,-3 6 1 0 0,-5 13-81 0 0,2-5 116 0 0,-1-1 0 0 0,0 1 0 0 0,-14 20-1 0 0,3-10 36 0 0,13-18-29 0 0,-1-1-1 0 0,1 0 1 0 0,-17 17-1 0 0,0-5 116 0 0,-1-1 0 0 0,0-1-1 0 0,-2-1 1 0 0,-48 25 0 0 0,6-4 228 0 0,59-32-332 0 0,0-1 1 0 0,0-1 0 0 0,-1 1-1 0 0,0-2 1 0 0,0 1 0 0 0,0-1-1 0 0,0-1 1 0 0,0 0-1 0 0,-21 3 1 0 0,25-6-136 0 0,0 0 0 0 0,0 0 0 0 0,1-1 1 0 0,-1 0-1 0 0,0-1 0 0 0,0 1 0 0 0,1-1 0 0 0,-1 0 0 0 0,1 0 0 0 0,-1-1 0 0 0,-8-5 1 0 0,11 6 30 0 0,0 0 1 0 0,0 1-1 0 0,0-1 1 0 0,0-1-1 0 0,0 1 0 0 0,1 0 1 0 0,-1 0-1 0 0,1-1 1 0 0,0 0-1 0 0,0 1 1 0 0,0-1-1 0 0,0 0 1 0 0,0 0-1 0 0,1 0 1 0 0,-1 0-1 0 0,1 0 1 0 0,0-1-1 0 0,0 1 1 0 0,-2-6-1 0 0,2-7 120 0 0,1 12-54 0 0,-1 0 1 0 0,0 1-1 0 0,1-1 0 0 0,0 0 1 0 0,0 1-1 0 0,0-1 0 0 0,1 0 1 0 0,-1 1-1 0 0,1-1 0 0 0,-1 0 1 0 0,1 1-1 0 0,1-1 0 0 0,1-5 1 0 0,6 2-17 0 0,-8 7-18 0 0,0-1 0 0 0,0 0 0 0 0,0 0 0 0 0,0 1 0 0 0,0-1 0 0 0,0 0 0 0 0,0 0 0 0 0,0 0 0 0 0,0 0 0 0 0,0 0 0 0 0,0-1 0 0 0,-1 1 0 0 0,1 0 0 0 0,0 0 0 0 0,-1 0 0 0 0,1-1 0 0 0,-1 1 0 0 0,0 0 0 0 0,1-1 0 0 0,-1 1 0 0 0,0 0 0 0 0,0-1 0 0 0,1-1 0 0 0,-1 2-67 0 0,7 2 66 0 0,1 0-1 0 0,-1 1 1 0 0,1 0 0 0 0,-1 0-1 0 0,0 0 1 0 0,1 1 0 0 0,-1 0-1 0 0,-1 1 1 0 0,1-1 0 0 0,0 1-1 0 0,6 5 1 0 0,73 62 419 0 0,-58-47-265 0 0,40 39 45 0 0,-42-38-57 0 0,36 28 0 0 0,-58-50-211 0 0,-1-1 1 0 0,1 0 0 0 0,1 0 0 0 0,-1 0-1 0 0,0 0 1 0 0,0-1 0 0 0,1 0 0 0 0,-1 1 0 0 0,0-2-1 0 0,1 1 1 0 0,-1 0 0 0 0,1-1 0 0 0,-1 0-1 0 0,1 0 1 0 0,0 0 0 0 0,-1-1 0 0 0,1 1-1 0 0,-1-1 1 0 0,0 0 0 0 0,9-3 0 0 0,-9 2-234 0 0,-1 0 1 0 0,1 0-1 0 0,-1 0 0 0 0,1 0 1 0 0,-1 0-1 0 0,1-1 1 0 0,-1 1-1 0 0,0-1 0 0 0,0 0 1 0 0,0 0-1 0 0,-1 0 1 0 0,1-1-1 0 0,-1 1 0 0 0,0 0 1 0 0,3-6-1 0 0,20-31-3646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4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1 1681 0 0,'25'0'1894'0'0,"-20"0"1281"0"0,-10 0-2055 0 0,-54-1 718 0 0,-108 3-888 0 0,97 4-350 0 0,0 3 1 0 0,-126 34-1 0 0,193-42-596 0 0,0 0 1 0 0,-1 1-1 0 0,1-1 0 0 0,1 1 0 0 0,-1-1 0 0 0,0 1 1 0 0,0 0-1 0 0,1 0 0 0 0,-1 0 0 0 0,1 0 1 0 0,-1 1-1 0 0,1-1 0 0 0,0 1 0 0 0,0-1 1 0 0,0 1-1 0 0,0 0 0 0 0,0 0 0 0 0,1-1 0 0 0,0 1 1 0 0,-1 0-1 0 0,0 6 0 0 0,-1 3 15 0 0,0 1 0 0 0,2 0-1 0 0,0 0 1 0 0,0 21 0 0 0,1-31-13 0 0,1 0 0 0 0,-1 0 0 0 0,0 0 1 0 0,1-1-1 0 0,0 1 0 0 0,-1 0 0 0 0,1-1 1 0 0,0 1-1 0 0,0-1 0 0 0,1 1 0 0 0,-1-1 0 0 0,1 1 1 0 0,2 3-1 0 0,-2-3-4 0 0,0-1 1 0 0,-1 0-1 0 0,1 1 0 0 0,-1-1 1 0 0,1 1-1 0 0,-1-1 0 0 0,0 1 1 0 0,0 0-1 0 0,-1 0 0 0 0,1-1 1 0 0,0 1-1 0 0,-1 0 0 0 0,1 5 1 0 0,-1-2-13 0 0,1-1 1 0 0,1 0-1 0 0,-1 0 1 0 0,1 1-1 0 0,0-1 1 0 0,0 0-1 0 0,0-1 0 0 0,1 1 1 0 0,-1 0-1 0 0,1-1 1 0 0,1 1-1 0 0,-1-1 1 0 0,0 0-1 0 0,1 0 1 0 0,5 4-1 0 0,6 6 8 0 0,0-1-1 0 0,32 20 1 0 0,-32-23-53 0 0,-1-2 1 0 0,1 0-1 0 0,0-1 0 0 0,1 0 1 0 0,0-1-1 0 0,0-1 0 0 0,0 0 1 0 0,0-1-1 0 0,1-1 0 0 0,0-1 1 0 0,0 0-1 0 0,0-1 1 0 0,-1-1-1 0 0,1-1 0 0 0,0 0 1 0 0,0-1-1 0 0,0-1 0 0 0,-1-1 1 0 0,1 0-1 0 0,16-7 1 0 0,-13 1 20 0 0,1-2 0 0 0,34-26 0 0 0,-36 24 29 0 0,-13 10 0 0 0,-1 1 1 0 0,0-2-1 0 0,-1 1 1 0 0,1 0-1 0 0,-1-1 1 0 0,0 0-1 0 0,0 0 1 0 0,0 0-1 0 0,0 0 1 0 0,-1-1-1 0 0,0 0 1 0 0,0 1-1 0 0,-1-1 0 0 0,3-8 1 0 0,5-11 5 0 0,-4 12-1 0 0,0-8 21 0 0,-23-6 52 0 0,7 18-26 0 0,-1-1-1 0 0,0 1 1 0 0,0 1 0 0 0,-1 0 0 0 0,0 1 0 0 0,0 0 0 0 0,-1 1 0 0 0,1 0 0 0 0,-2 1 0 0 0,1 0 0 0 0,0 1 0 0 0,-1 0 0 0 0,-21-2 0 0 0,-19 1 170 0 0,-1 1 1 0 0,-68 6-1 0 0,35 0-366 0 0,75-2 199 0 0,13 0-331 0 0,49-8-2249 0 0,46-23-4233 0 0,-39 20 4548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13 1121 0 0,'1'1'2380'0'0,"1"-1"-2192"0"0,-1 0 0 0 0,1 1 0 0 0,-1-1 0 0 0,0 1-1 0 0,1-1 1 0 0,-1 1 0 0 0,0-1 0 0 0,1 1 0 0 0,-1 0 0 0 0,0 0 0 0 0,0 0 0 0 0,0 0 0 0 0,1 0-1 0 0,-1 0 1 0 0,0 0 0 0 0,0 0 0 0 0,0 0 0 0 0,-1 0 0 0 0,1 1 0 0 0,0-1 0 0 0,0 0-1 0 0,-1 1 1 0 0,1-1 0 0 0,-1 0 0 0 0,1 1 0 0 0,-1-1 0 0 0,0 1 0 0 0,1-1 0 0 0,-1 3 0 0 0,0-3-144 0 0,0 0 1 0 0,0 0 0 0 0,0 0 0 0 0,1 0-1 0 0,-1 0 1 0 0,0-1 0 0 0,0 1 0 0 0,1 0 0 0 0,-1 0-1 0 0,0 0 1 0 0,1 0 0 0 0,-1-1 0 0 0,1 1-1 0 0,-1 0 1 0 0,1 0 0 0 0,-1-1 0 0 0,1 1 0 0 0,0 0-1 0 0,-1-1 1 0 0,1 1 0 0 0,0 0 0 0 0,-1-1 0 0 0,1 1-1 0 0,0-1 1 0 0,0 1 0 0 0,0-1 0 0 0,0 0-1 0 0,-1 1 1 0 0,1-1 0 0 0,0 0 0 0 0,2 1 0 0 0,-3-1-32 0 0,1 0 1 0 0,-1 0-1 0 0,1 0 1 0 0,-1 0 0 0 0,1 0-1 0 0,-1 0 1 0 0,1 1-1 0 0,-1-1 1 0 0,1 0 0 0 0,-1 0-1 0 0,1 0 1 0 0,-1 1-1 0 0,1-1 1 0 0,-1 0 0 0 0,1 1-1 0 0,-1-1 1 0 0,0 1-1 0 0,1-1 1 0 0,-1 0 0 0 0,0 1-1 0 0,1-1 1 0 0,-1 1-1 0 0,0-1 1 0 0,0 1 0 0 0,1-1-1 0 0,-1 1 1 0 0,0-1-1 0 0,0 1 1 0 0,5 1 133 0 0,15-2-54 0 0,11 0 1 0 0,-31 0-90 0 0,0 0 1 0 0,1-1 0 0 0,-1 1 0 0 0,0 0-1 0 0,0 0 1 0 0,1 0 0 0 0,-1 0 0 0 0,0 0 0 0 0,0 0-1 0 0,1-1 1 0 0,-1 1 0 0 0,0 0 0 0 0,0 0 0 0 0,1 0-1 0 0,-1-1 1 0 0,0 1 0 0 0,0 0 0 0 0,0 0 0 0 0,0 0-1 0 0,1-1 1 0 0,-1 1 0 0 0,0 0 0 0 0,0-1 0 0 0,0 1-1 0 0,0 0 1 0 0,0 0 0 0 0,0-1 0 0 0,0 1 0 0 0,0 0-1 0 0,0-1 1 0 0,0 1 0 0 0,0 0 0 0 0,0 0-1 0 0,0-1 1 0 0,0 1 0 0 0,0 0 0 0 0,0-1 0 0 0,0 1-1 0 0,0 0 1 0 0,0 0 0 0 0,0-1 0 0 0,0 1 0 0 0,0 0-1 0 0,-1-1 1 0 0,1 1 0 0 0,0 0 0 0 0,0 0 0 0 0,0-1-1 0 0,0 1 1 0 0,-1 0 0 0 0,1 0 0 0 0,0 0 0 0 0,0-1-1 0 0,-1 1 1 0 0,1 0 0 0 0,0 0 0 0 0,0 0 0 0 0,-1 0-1 0 0,1 0 1 0 0,0 0 0 0 0,0-1 0 0 0,-1 1 0 0 0,1 0-1 0 0,-29-11 212 0 0,-2-2 323 0 0,-50-13 0 0 0,54 20-257 0 0,1 2 0 0 0,-1 1 0 0 0,0 2 0 0 0,0 0 0 0 0,0 2 0 0 0,-48 7 0 0 0,72-8-281 0 0,0 1-1 0 0,0 0 0 0 0,0 0 0 0 0,0 0 0 0 0,1 1 0 0 0,-1-1 0 0 0,0 1 1 0 0,0-1-1 0 0,1 1 0 0 0,-1 0 0 0 0,1 0 0 0 0,0 0 0 0 0,-1 1 0 0 0,1-1 1 0 0,0 0-1 0 0,0 1 0 0 0,1-1 0 0 0,-1 1 0 0 0,0 0 0 0 0,1 0 0 0 0,0-1 1 0 0,-1 1-1 0 0,0 5 0 0 0,-1 3-3 0 0,1 0 0 0 0,0 0 0 0 0,0 0 1 0 0,1 0-1 0 0,1 14 0 0 0,-1 3 1 0 0,0-21 4 0 0,0-1-1 0 0,1 0 1 0 0,0 1-1 0 0,0-1 1 0 0,0 0-1 0 0,1 1 1 0 0,0-1-1 0 0,0 0 1 0 0,4 11-1 0 0,-2-11-10 0 0,0-1-1 0 0,0 1 0 0 0,0-1 0 0 0,1 0 0 0 0,0 0 0 0 0,0 0 0 0 0,0 0 0 0 0,10 8 0 0 0,-10-11-46 0 0,0 0-1 0 0,0 0 1 0 0,0 0 0 0 0,1 0-1 0 0,-1-1 1 0 0,0 0 0 0 0,1 0 0 0 0,-1 0-1 0 0,1 0 1 0 0,-1-1 0 0 0,1 1 0 0 0,0-1-1 0 0,-1 0 1 0 0,9-2 0 0 0,10-1-42 0 0,1-2 0 0 0,31-10-1 0 0,-41 10 58 0 0,0 1 0 0 0,1 0 0 0 0,-1 1-1 0 0,1 0 1 0 0,-1 1 0 0 0,1 1 0 0 0,0 1-1 0 0,0 0 1 0 0,17 2 0 0 0,-29-2 62 0 0,-1 0 0 0 0,1 1 0 0 0,-1-1 0 0 0,1 1 0 0 0,-1 0 0 0 0,0-1 0 0 0,1 1 0 0 0,-1 0 0 0 0,0 0 1 0 0,0 1-1 0 0,0-1 0 0 0,0 0 0 0 0,0 1 0 0 0,0-1 0 0 0,0 1 0 0 0,0 0 0 0 0,0-1 0 0 0,-1 1 0 0 0,1 0 0 0 0,-1 0 0 0 0,1 0 1 0 0,-1 0-1 0 0,0 1 0 0 0,0-1 0 0 0,0 0 0 0 0,0 0 0 0 0,1 5 0 0 0,-1-2 44 0 0,-1 0-1 0 0,-1-1 1 0 0,1 1 0 0 0,-1 0-1 0 0,0-1 1 0 0,0 1 0 0 0,0-1 0 0 0,0 1-1 0 0,-1-1 1 0 0,0 0 0 0 0,0 0-1 0 0,0 0 1 0 0,0 1 0 0 0,-6 5-1 0 0,4-3 51 0 0,-4 5 72 0 0,-1 0 0 0 0,0 0 1 0 0,0-1-1 0 0,-14 13 0 0 0,19-21-162 0 0,0 0-1 0 0,1 0 1 0 0,-2-1 0 0 0,1 1-1 0 0,0-1 1 0 0,0 0 0 0 0,-1 0-1 0 0,1 0 1 0 0,-1-1-1 0 0,1 0 1 0 0,-1 0 0 0 0,0 0-1 0 0,1 0 1 0 0,-1-1 0 0 0,0 1-1 0 0,0-1 1 0 0,-8-1-1 0 0,-24-4-267 0 0,21 5-76 0 0,0-2 1 0 0,0 0-1 0 0,0-1 1 0 0,1-1 0 0 0,-1 0-1 0 0,1-1 1 0 0,0 0-1 0 0,0-2 1 0 0,-14-7-1 0 0,27 13 127 0 0,0 0 0 0 0,1 0-1 0 0,-1 0 1 0 0,0 0 0 0 0,0 0 0 0 0,1 0-1 0 0,-1 0 1 0 0,1-1 0 0 0,-1 1 0 0 0,1-1-1 0 0,-1 1 1 0 0,1-1 0 0 0,0 0-1 0 0,0 1 1 0 0,0-1 0 0 0,0 0 0 0 0,0 0-1 0 0,0 0 1 0 0,0 0 0 0 0,1 0 0 0 0,-1 0-1 0 0,1 0 1 0 0,-1 0 0 0 0,1 0-1 0 0,0 0 1 0 0,0 0 0 0 0,0 0 0 0 0,0-3-1 0 0,0 4 64 0 0,0 0 0 0 0,0 0 0 0 0,1 0 0 0 0,-1 1-1 0 0,0-1 1 0 0,0 0 0 0 0,1 0 0 0 0,-1 1-1 0 0,1-1 1 0 0,-1 0 0 0 0,0 0 0 0 0,1 1 0 0 0,-1-1-1 0 0,1 1 1 0 0,0-1 0 0 0,-1 0 0 0 0,1 1 0 0 0,-1-1-1 0 0,1 1 1 0 0,0-1 0 0 0,0 1 0 0 0,-1-1 0 0 0,1 1-1 0 0,0 0 1 0 0,0-1 0 0 0,-1 1 0 0 0,1 0 0 0 0,0 0-1 0 0,0 0 1 0 0,0-1 0 0 0,-1 1 0 0 0,3 0 0 0 0,2-1-583 0 0,0-5-1356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6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543 122 2241 0 0,'0'-2'242'0'0,"-1"1"0"0"0,0-1 1 0 0,1 0-1 0 0,-1 0 0 0 0,0 1 0 0 0,0-1 0 0 0,0 1 1 0 0,-1-1-1 0 0,1 1 0 0 0,0-1 0 0 0,0 1 0 0 0,-1 0 1 0 0,1-1-1 0 0,-1 1 0 0 0,1 0 0 0 0,-1 0 0 0 0,0 0 1 0 0,1 0-1 0 0,-1 0 0 0 0,0 1 0 0 0,0-1 0 0 0,0 1 1 0 0,1-1-1 0 0,-4 0 0 0 0,-49-11 2120 0 0,48 12-2267 0 0,1 0 0 0 0,0 1 0 0 0,-1-1-1 0 0,1 1 1 0 0,-1 0 0 0 0,1 0 0 0 0,0 1-1 0 0,-1-1 1 0 0,1 1 0 0 0,0 1 0 0 0,0-1 0 0 0,1 1-1 0 0,-1-1 1 0 0,0 1 0 0 0,1 1 0 0 0,0-1-1 0 0,-1 1 1 0 0,1-1 0 0 0,-5 8 0 0 0,4-5-40 0 0,0-1 0 0 0,0 1 0 0 0,1 0 0 0 0,0 0 1 0 0,1 0-1 0 0,-1 1 0 0 0,1-1 0 0 0,0 1 0 0 0,1 0 0 0 0,-1 0 1 0 0,2 0-1 0 0,-1 0 0 0 0,-1 15 0 0 0,3-17-23 0 0,0 1-1 0 0,0-1 1 0 0,0 1-1 0 0,1 0 1 0 0,0-1-1 0 0,0 1 1 0 0,1-1 0 0 0,-1 0-1 0 0,1 1 1 0 0,0-1-1 0 0,1 0 1 0 0,5 9-1 0 0,-4-9-11 0 0,0-1 0 0 0,1 1 0 0 0,0-1-1 0 0,0 0 1 0 0,0 0 0 0 0,0-1 0 0 0,0 1-1 0 0,1-1 1 0 0,0-1 0 0 0,0 1 0 0 0,-1-1-1 0 0,9 2 1 0 0,-2 1-60 0 0,0-1 0 0 0,0 0 0 0 0,0-2 0 0 0,1 1 0 0 0,0-1 0 0 0,-1-1 0 0 0,1 0 0 0 0,0-1 0 0 0,0 0 0 0 0,0-1 0 0 0,-1-1 0 0 0,14-2 0 0 0,-13 1 10 0 0,-9 2 31 0 0,1 0 0 0 0,0 0 0 0 0,-1 0 0 0 0,1 0 0 0 0,-1-1 0 0 0,1 1 0 0 0,-1-1 0 0 0,0-1 0 0 0,1 1 0 0 0,-1 0 0 0 0,0-1 0 0 0,-1 0 0 0 0,1 0 0 0 0,0 0 0 0 0,-1 0 0 0 0,6-8-1 0 0,-4 5 30 0 0,3-9 123 0 0,-20-6 111 0 0,6 12-177 0 0,-10-14 100 0 0,-1 0 0 0 0,-1 1-1 0 0,-1 1 1 0 0,-1 1 0 0 0,-1 0 0 0 0,-1 2-1 0 0,-1 0 1 0 0,0 2 0 0 0,-33-19 0 0 0,36 26-350 0 0,1 0 0 0 0,-1 1-1 0 0,-1 1 1 0 0,1 1 0 0 0,-1 1 0 0 0,-36-4 0 0 0,19 6-1506 0 0,1 1 0 0 0,-67 4-1 0 0,38 10-3719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8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2 324 1841 0 0,'0'-1'50'0'0,"0"1"1"0"0,0 0 0 0 0,-1 0-1 0 0,1 0 1 0 0,0 0-1 0 0,0 0 1 0 0,0-1-1 0 0,0 1 1 0 0,0 0 0 0 0,0 0-1 0 0,0 0 1 0 0,0 0-1 0 0,0-1 1 0 0,0 1-1 0 0,0 0 1 0 0,0 0 0 0 0,0 0-1 0 0,0 0 1 0 0,0-1-1 0 0,0 1 1 0 0,0 0-1 0 0,0 0 1 0 0,0 0 0 0 0,0 0-1 0 0,0-1 1 0 0,0 1-1 0 0,0 0 1 0 0,0 0-1 0 0,0 0 1 0 0,0 0 0 0 0,0-1-1 0 0,0 1 1 0 0,0 0-1 0 0,1 0 1 0 0,-1 0-1 0 0,0 0 1 0 0,0 0 0 0 0,0-1-1 0 0,0 1 1 0 0,0 0-1 0 0,0 0 1 0 0,1 0-1 0 0,-1 0 1 0 0,0 0 0 0 0,0 0-1 0 0,0 0 1 0 0,0 0-1 0 0,1 0 1 0 0,-1 0-1 0 0,0 0 1 0 0,0 0 0 0 0,0-1-1 0 0,1 1 1 0 0,-1 0-1 0 0,0 0 1 0 0,0 0-1 0 0,0 1 1 0 0,0-1-1 0 0,1 0 1 0 0,-1 0 0 0 0,0 0-1 0 0,0 0 1 0 0,0 0-1 0 0,0 0 1 0 0,1 0-1 0 0,-1 0 1 0 0,0 0-44 0 0,5-1 246 0 0,-1 0 0 0 0,0 0 0 0 0,1 0 0 0 0,-1-1 0 0 0,0 0 0 0 0,0 0 0 0 0,0 0 0 0 0,0 0 0 0 0,0-1 0 0 0,0 1 0 0 0,-1-1 0 0 0,1 0-1 0 0,3-5 1 0 0,1 2-92 0 0,-7 5-139 0 0,0 0 0 0 0,0 0 0 0 0,1 0 0 0 0,-1 0 0 0 0,0 0 0 0 0,0 0 0 0 0,0 0 0 0 0,0-1 0 0 0,0 1 0 0 0,0 0 0 0 0,0-1 0 0 0,0 1 0 0 0,-1 0 0 0 0,1-1 0 0 0,-1 1 0 0 0,1-1 0 0 0,-1 1 0 0 0,1-1 0 0 0,-1 1 0 0 0,0-1 0 0 0,0 0 0 0 0,1-1 0 0 0,-1-1 5 0 0,0 1-1 0 0,1-1 1 0 0,-1 1-1 0 0,1 0 0 0 0,0-1 1 0 0,0 1-1 0 0,0 0 1 0 0,1 0-1 0 0,-1 0 0 0 0,1 0 1 0 0,3-5-1 0 0,5-11 44 0 0,-3 1-31 0 0,7-18 35 0 0,25-48 0 0 0,-19 62-35 0 0,-19 21-38 0 0,0 0 1 0 0,0 0 0 0 0,1 0-1 0 0,-1 0 1 0 0,0 0 0 0 0,0 0-1 0 0,0-1 1 0 0,0 1 0 0 0,-1 0-1 0 0,1 0 1 0 0,0-1-1 0 0,0 1 1 0 0,-1 0 0 0 0,1-1-1 0 0,-1 1 1 0 0,1-3 0 0 0,1 64 191 0 0,0-34-10 0 0,-1 0-1 0 0,-1 0 1 0 0,-2 0 0 0 0,-6 37 0 0 0,-12 2 17 0 0,11-21-22 0 0,5-21-42 0 0,-1-1 0 0 0,-12 34 1 0 0,14-48-116 0 0,0 1 0 0 0,0-1 1 0 0,1 0-1 0 0,0 1 1 0 0,1 0-1 0 0,0-1 0 0 0,0 1 1 0 0,1 0-1 0 0,0-1 0 0 0,0 1 1 0 0,1 0-1 0 0,1 0 0 0 0,-1-1 1 0 0,6 16-1 0 0,-5-11-31 0 0,0 0 0 0 0,-1 1 0 0 0,-1 23-1 0 0,0-19-135 0 0,0-17 106 0 0,0-1-1 0 0,-1 1 1 0 0,1 0-1 0 0,0-1 0 0 0,0 1 1 0 0,0 0-1 0 0,0-1 1 0 0,0 1-1 0 0,0 0 1 0 0,0 0-1 0 0,0-1 0 0 0,1 1 1 0 0,-1 0-1 0 0,0-1 1 0 0,0 1-1 0 0,1 0 1 0 0,-1-1-1 0 0,0 1 1 0 0,1-1-1 0 0,-1 1 0 0 0,0 0 1 0 0,1-1-1 0 0,-1 1 1 0 0,1-1-1 0 0,-1 1 1 0 0,1-1-1 0 0,-1 1 0 0 0,1-1 1 0 0,-1 0-1 0 0,1 1 1 0 0,0-1-1 0 0,26-6-2342 0 0,28-15-2686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0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123 235 2001 0 0,'-3'-10'3849'0'0,"-11"1"-2580"0"0,-4-4 429 0 0,10 7-1340 0 0,7 5-309 0 0,0 0 0 0 0,0 0-1 0 0,-1 0 1 0 0,1 0 0 0 0,0 0 0 0 0,0 0 0 0 0,0 0 0 0 0,0-1-1 0 0,0 1 1 0 0,0 0 0 0 0,0-1 0 0 0,0 1 0 0 0,1 0 0 0 0,-1-1-1 0 0,1 1 1 0 0,-1-1 0 0 0,1 1 0 0 0,-1-1 0 0 0,1 1 0 0 0,0-1-1 0 0,0 0 1 0 0,-1-1 0 0 0,1 0-7 0 0,0-1 1 0 0,0 1-1 0 0,-1 0 0 0 0,0 0 0 0 0,0 0 1 0 0,0 0-1 0 0,0 0 0 0 0,0 0 1 0 0,0 0-1 0 0,-1 0 0 0 0,1 0 0 0 0,-3-3 1 0 0,2 4-17 0 0,0-1 1 0 0,0 0-1 0 0,1 0 1 0 0,-1-1-1 0 0,1 1 0 0 0,0 0 1 0 0,0 0-1 0 0,0-1 1 0 0,0 1-1 0 0,0 0 1 0 0,1-1-1 0 0,-1-3 1 0 0,5-25 288 0 0,-4 31-302 0 0,1 0-1 0 0,0 1 0 0 0,0-1 1 0 0,0 1-1 0 0,0-1 0 0 0,-1 1 1 0 0,1-1-1 0 0,0 1 0 0 0,0-1 1 0 0,0 1-1 0 0,0 0 0 0 0,0 0 1 0 0,0-1-1 0 0,0 1 0 0 0,0 0 1 0 0,0 0-1 0 0,0 0 0 0 0,0 0 1 0 0,0 0-1 0 0,0 0 0 0 0,1 1 1 0 0,3-1 133 0 0,-4 1-100 0 0,-1 0 0 0 0,0 0 0 0 0,1 0 0 0 0,-1 0-1 0 0,0 1 1 0 0,0-1 0 0 0,0 0 0 0 0,0 0-1 0 0,0 0 1 0 0,0 0 0 0 0,0 0 0 0 0,-1 0-1 0 0,1 1 1 0 0,0-1 0 0 0,-1 0 0 0 0,1 0-1 0 0,-1 0 1 0 0,1 0 0 0 0,-1 0 0 0 0,1 0-1 0 0,-1 0 1 0 0,0 0 0 0 0,1-1 0 0 0,-1 1-1 0 0,0 0 1 0 0,0 0 0 0 0,1 0 0 0 0,-1-1 0 0 0,0 1-1 0 0,0 0 1 0 0,0-1 0 0 0,0 1 0 0 0,0-1-1 0 0,0 1 1 0 0,0-1 0 0 0,-2 1 0 0 0,-4 2-5 0 0,7-3-40 0 0,-1 0 0 0 0,1 1 0 0 0,-1-1 0 0 0,1 1 0 0 0,-1-1 0 0 0,1 1 0 0 0,-1-1 1 0 0,1 1-1 0 0,0-1 0 0 0,-1 1 0 0 0,1-1 0 0 0,0 1 0 0 0,-1-1 0 0 0,1 1 0 0 0,0 0 1 0 0,0-1-1 0 0,0 1 0 0 0,0-1 0 0 0,-1 1 0 0 0,1 0 0 0 0,0-1 0 0 0,0 1 0 0 0,0 0 0 0 0,0 0 1 0 0,-3 10-4 0 0,-6-2 8 0 0,7-8 3 0 0,1 0 0 0 0,0 0 1 0 0,-1 1-1 0 0,1-1 1 0 0,0 1-1 0 0,0-1 0 0 0,0 1 1 0 0,0-1-1 0 0,0 1 1 0 0,0-1-1 0 0,0 1 0 0 0,1 0 1 0 0,-1-1-1 0 0,1 1 0 0 0,-1 0 1 0 0,1 0-1 0 0,-1 0 1 0 0,1-1-1 0 0,0 1 0 0 0,0 0 1 0 0,0 0-1 0 0,0 0 1 0 0,0 0-1 0 0,1 2 0 0 0,-1 5 136 0 0,-1-2-141 0 0,1 0-1 0 0,-1-1 0 0 0,1 1 0 0 0,1 0 0 0 0,-1-1 0 0 0,1 1 0 0 0,1 0 1 0 0,1 6-1 0 0,61-13-46 0 0,64-10 1 0 0,-103 7-37 0 0,0-2-1 0 0,0 0 1 0 0,0-2 0 0 0,-1-1 0 0 0,41-19 0 0 0,-62 26 69 0 0,-1 0 0 0 0,0 0 0 0 0,-1-1 1 0 0,1 1-1 0 0,0-1 0 0 0,0 1 0 0 0,-1-1 1 0 0,1 0-1 0 0,0 1 0 0 0,-1-1 0 0 0,0 0 1 0 0,1 0-1 0 0,-1 0 0 0 0,0 0 0 0 0,0-1 1 0 0,0 1-1 0 0,-1 0 0 0 0,1 0 0 0 0,0-4 1 0 0,1-50-54 0 0,-2 32 147 0 0,-1 22-72 0 0,1 0 0 0 0,0 0 0 0 0,-1 0 0 0 0,1 0 0 0 0,-1 0 0 0 0,0 0 0 0 0,0 0 0 0 0,0 0 0 0 0,0 0 0 0 0,0 1 0 0 0,0-1 0 0 0,0 0 1 0 0,0 1-1 0 0,-1-1 0 0 0,1 1 0 0 0,-1-1 0 0 0,1 1 0 0 0,-1 0 0 0 0,-1-2 0 0 0,-6-6 214 0 0,9 13-211 0 0,1 0 1 0 0,-1 0-1 0 0,0-1 0 0 0,1 1 1 0 0,0 0-1 0 0,0 0 1 0 0,0-1-1 0 0,0 1 0 0 0,0-1 1 0 0,1 1-1 0 0,0-1 0 0 0,-1 1 1 0 0,1-1-1 0 0,1 0 0 0 0,2 4 1 0 0,9 13 112 0 0,4 8 43 0 0,-7-13-53 0 0,-1 1 0 0 0,0 0 0 0 0,-2 1 1 0 0,1 0-1 0 0,5 20 0 0 0,16 65 242 0 0,-27-93-312 0 0,-1 1 0 0 0,-1 0 0 0 0,0 0-1 0 0,0-1 1 0 0,-1 1 0 0 0,-1 17 0 0 0,-1 2-156 0 0,2-29 74 0 0,0 1 0 0 0,0-1 0 0 0,0 0 0 0 0,0 1 0 0 0,0-1 0 0 0,0 0 0 0 0,0 1 0 0 0,0-1 0 0 0,0 1 0 0 0,0-1 0 0 0,0 0 1 0 0,0 1-1 0 0,0-1 0 0 0,-1 0 0 0 0,1 1 0 0 0,0-1 0 0 0,0 0 0 0 0,-1 0 0 0 0,1 1 0 0 0,0-1 0 0 0,0 0 0 0 0,-1 1 0 0 0,1-1 0 0 0,0 0 0 0 0,0 0 0 0 0,-1 0 0 0 0,1 1 0 0 0,0-1 0 0 0,-1 0 1 0 0,1 0-1 0 0,-1 0 0 0 0,1 0 0 0 0,0 0 0 0 0,-1 0 0 0 0,1 0 0 0 0,-1 1 0 0 0,-17-5-1174 0 0,-11-12-1491 0 0,28 14 2374 0 0,0 0 0 0 0,0 0 0 0 0,0 0 0 0 0,1 0 0 0 0,-1 0-1 0 0,1 0 1 0 0,-1-1 0 0 0,1 1 0 0 0,0 0 0 0 0,0 0 0 0 0,-1 0-1 0 0,2 0 1 0 0,-1-1 0 0 0,1-2 0 0 0,-1-6-934 0 0,0-20-1675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0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92 240 0 0,'0'0'92'0'0,"0"-1"0"0"0,0 1 0 0 0,0-1 1 0 0,1 1-1 0 0,-1-1 0 0 0,0 1 0 0 0,0-1 0 0 0,1 1 0 0 0,-1-1 0 0 0,0 1 0 0 0,1-1 0 0 0,-1 1 1 0 0,1 0-1 0 0,-1-1 0 0 0,1 1 0 0 0,-1-1 0 0 0,1 1 0 0 0,-1 0 0 0 0,1 0 0 0 0,-1-1 0 0 0,1 1 1 0 0,-1 0-1 0 0,1 0 0 0 0,-1 0 0 0 0,1 0 0 0 0,-1-1 0 0 0,1 1 0 0 0,-1 0 0 0 0,1 0 0 0 0,0 0 0 0 0,-1 0 1 0 0,2 1-1 0 0,-2-1-16 0 0,1 0 0 0 0,-1 0 0 0 0,1 0 0 0 0,-1 0 0 0 0,1 0 0 0 0,0 0 0 0 0,-1 0 0 0 0,1 0 0 0 0,-1-1 0 0 0,1 1 0 0 0,-1 0 0 0 0,1 0 0 0 0,-1 0 0 0 0,1-1 0 0 0,-1 1 0 0 0,1 0 1 0 0,-1 0-1 0 0,1-1 0 0 0,-1 1 0 0 0,1 0 0 0 0,-1-1 0 0 0,1 1 0 0 0,-1-1 0 0 0,0 1 0 0 0,1-1 0 0 0,-1 1 0 0 0,0-1 0 0 0,1 1 0 0 0,-1-1 0 0 0,0 1 0 0 0,0-1 0 0 0,1 0 0 0 0,-1 0-19 0 0,0 1 0 0 0,0-1 0 0 0,0 1 0 0 0,0-1-1 0 0,1 0 1 0 0,-1 1 0 0 0,0-1 0 0 0,0 1 0 0 0,1-1-1 0 0,-1 1 1 0 0,0-1 0 0 0,1 1 0 0 0,-1-1 0 0 0,1 1 0 0 0,-1-1-1 0 0,1 1 1 0 0,-1 0 0 0 0,1-1 0 0 0,-1 1 0 0 0,1 0-1 0 0,-1-1 1 0 0,1 1 0 0 0,-1 0 0 0 0,1 0 0 0 0,-1-1 0 0 0,1 1-1 0 0,-1 0 1 0 0,1 0 0 0 0,0 0 0 0 0,-1 0 0 0 0,1 0-1 0 0,0 0 1 0 0,0 0-21 0 0,0 0 0 0 0,-1 0 0 0 0,1 0-1 0 0,0-1 1 0 0,-1 1 0 0 0,1 0 0 0 0,-1 0-1 0 0,1 0 1 0 0,0-1 0 0 0,-1 1 0 0 0,1 0-1 0 0,0 0 1 0 0,-1-1 0 0 0,1 1 0 0 0,-1-1-1 0 0,1 1 1 0 0,-1 0 0 0 0,1-1 0 0 0,-1 1-1 0 0,1-1 1 0 0,-1 1 0 0 0,0-1 0 0 0,1 0-1 0 0,-1 1 1 0 0,0-1 0 0 0,1 1 0 0 0,-1-1-1 0 0,0 0 1 0 0,0 1 0 0 0,1-1 0 0 0,-1 1-1 0 0,0-2 1 0 0,0-13 481 0 0,-3-11 243 0 0,2 25-748 0 0,0 0 0 0 0,0 1 0 0 0,0-1-1 0 0,0 1 1 0 0,0-1 0 0 0,0 1 0 0 0,0 0-1 0 0,0-1 1 0 0,0 1 0 0 0,-1 0 0 0 0,1 0-1 0 0,0 0 1 0 0,0 0 0 0 0,0 0 0 0 0,0 0-1 0 0,0 0 1 0 0,-1 0 0 0 0,1 0-1 0 0,0 0 1 0 0,0 1 0 0 0,0-1 0 0 0,-2 1-1 0 0,-24 6 143 0 0,0 1-1 0 0,1 1 1 0 0,-35 18-1 0 0,49-21-115 0 0,1 0-1 0 0,0 1 1 0 0,0 1 0 0 0,1 0-1 0 0,0 0 1 0 0,-15 16-1 0 0,-5 5 47 0 0,29-27-90 0 0,0 0 1 0 0,0 0-1 0 0,0 0 1 0 0,1 0 0 0 0,-1 0-1 0 0,1 0 1 0 0,-1 0-1 0 0,1 1 1 0 0,0-1-1 0 0,0 0 1 0 0,0 0-1 0 0,0 1 1 0 0,0-1-1 0 0,0 0 1 0 0,0 0 0 0 0,1 1-1 0 0,-1-1 1 0 0,1 0-1 0 0,0 0 1 0 0,0 0-1 0 0,1 3 1 0 0,1-2 5 0 0,-1-2 2 0 0,0 0 0 0 0,0 1 0 0 0,-1-1 0 0 0,1 1 0 0 0,0 0 0 0 0,-1-1 0 0 0,1 1 0 0 0,-1 0 0 0 0,0 0 0 0 0,0 0 0 0 0,0 0 0 0 0,0 0 0 0 0,0 0 0 0 0,0 0 0 0 0,0 0 0 0 0,-1 0 0 0 0,1 1 0 0 0,-1-1-1 0 0,1 0 1 0 0,-1 0 0 0 0,0 0 0 0 0,0 1 0 0 0,0-1 0 0 0,0 0 0 0 0,-1 1 0 0 0,0 2 0 0 0,1-3-2 0 0,0 0 0 0 0,1 0 0 0 0,-1 0 0 0 0,0-1 0 0 0,1 1 0 0 0,-1 0 0 0 0,1 0 0 0 0,0-1 0 0 0,-1 1 0 0 0,1 0 0 0 0,0-1 0 0 0,0 1 0 0 0,0-1 0 0 0,0 1 0 0 0,0-1 0 0 0,1 0 0 0 0,2 3 0 0 0,5 8 0 0 0,11 19-9 0 0,-16-24 5 0 0,0 1-1 0 0,1-1 0 0 0,0 0 0 0 0,0 0 1 0 0,0 0-1 0 0,1-1 0 0 0,0 0 0 0 0,0 0 1 0 0,1-1-1 0 0,0 1 0 0 0,0-1 0 0 0,0-1 1 0 0,0 1-1 0 0,12 4 0 0 0,5 0-26 0 0,0-1 0 0 0,1 0 1 0 0,48 7-1 0 0,-59-14 12 0 0,-1 1 1 0 0,1-2 0 0 0,-1 0-1 0 0,1 0 1 0 0,-1-1 0 0 0,0-1-1 0 0,1 0 1 0 0,-1-1 0 0 0,22-8-1 0 0,-33 11 16 0 0,-1-1-1 0 0,1 1 1 0 0,-1-1-1 0 0,1 0 1 0 0,-1 0-1 0 0,1 0 0 0 0,-1 0 1 0 0,0 0-1 0 0,1 0 1 0 0,-1 0-1 0 0,0 0 1 0 0,0 0-1 0 0,0-1 1 0 0,0 1-1 0 0,0 0 0 0 0,0-1 1 0 0,0 1-1 0 0,0-1 1 0 0,0 1-1 0 0,-1-1 1 0 0,1 1-1 0 0,-1-1 1 0 0,1 1-1 0 0,0-4 1 0 0,-1 2 6 0 0,-1 0 0 0 0,1-1 0 0 0,-1 1 0 0 0,1 0 0 0 0,-1 0 1 0 0,0 0-1 0 0,0 0 0 0 0,0 0 0 0 0,-1 0 0 0 0,1 0 1 0 0,-1 0-1 0 0,-2-4 0 0 0,-3-2 23 0 0,0 1 0 0 0,0-1 0 0 0,-1 1 0 0 0,0 0 0 0 0,-1 0 0 0 0,1 1-1 0 0,-16-9 1 0 0,15 11-23 0 0,1 0 0 0 0,-1 1-1 0 0,0 0 1 0 0,0 0 0 0 0,-1 1-1 0 0,1 0 1 0 0,-1 0 0 0 0,1 2-1 0 0,-1-1 1 0 0,0 1 0 0 0,0 0-1 0 0,0 1 1 0 0,1 0 0 0 0,-11 2-1 0 0,8 3-357 0 0,30-3-797 0 0,41-9-2783 0 0,-29-6 1520 0 0,0 0 134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20 640 0 0,'5'-16'6210'0'0,"11"12"-5944"0"0,-11 5 208 0 0,0-1 980 0 0,-10 0-1067 0 0,-42 3-82 0 0,1 3 0 0 0,0 1 0 0 0,1 3 0 0 0,0 2-1 0 0,0 1 1 0 0,-53 25 0 0 0,95-37-302 0 0,0 0-1 0 0,0 1 1 0 0,1-1 0 0 0,-1 1-1 0 0,0 0 1 0 0,1 0-1 0 0,-1 0 1 0 0,1 0-1 0 0,-1 0 1 0 0,1 1-1 0 0,0-1 1 0 0,0 1 0 0 0,0-1-1 0 0,-3 6 1 0 0,5-6-1 0 0,-1 0 1 0 0,1 0-1 0 0,-1 0 0 0 0,1 0 1 0 0,0 0-1 0 0,-1 0 1 0 0,1 0-1 0 0,0 0 1 0 0,0 0-1 0 0,1 0 1 0 0,-1 0-1 0 0,0 0 0 0 0,1 0 1 0 0,-1 0-1 0 0,1 0 1 0 0,0 0-1 0 0,1 2 1 0 0,2 3 1 0 0,0 0 0 0 0,1-1 0 0 0,-1 1 0 0 0,2-1 1 0 0,-1 0-1 0 0,1-1 0 0 0,0 1 0 0 0,6 4 0 0 0,-2-3-3 0 0,0 0 0 0 0,0-1-1 0 0,1 0 1 0 0,0-1-1 0 0,0 0 1 0 0,0-1 0 0 0,1 0-1 0 0,-1 0 1 0 0,20 2-1 0 0,5-1-54 0 0,69-2-1 0 0,-103-3 52 0 0,16 0-88 0 0,1-1 0 0 0,-1-1 0 0 0,23-5 0 0 0,-35 5 53 0 0,0 1 1 0 0,0-1-1 0 0,0 0 0 0 0,0 0 0 0 0,0-1 1 0 0,-1 1-1 0 0,1-1 0 0 0,-1-1 1 0 0,0 1-1 0 0,1-1 0 0 0,-2 0 1 0 0,9-8-1 0 0,-12 11 25 0 0,0-1 0 0 0,0 0 0 0 0,0 0 0 0 0,0 1 1 0 0,0-1-1 0 0,-1 0 0 0 0,1 0 0 0 0,-1 0 0 0 0,1 0 0 0 0,-1 0 0 0 0,0 0 1 0 0,0 0-1 0 0,0 0 0 0 0,0 0 0 0 0,0 0 0 0 0,0 0 0 0 0,0 0 0 0 0,-1 0 1 0 0,1 0-1 0 0,-1 0 0 0 0,-1-3 0 0 0,-21-38-83 0 0,17 33 75 0 0,-4-6 23 0 0,-1 1 0 0 0,0-1 0 0 0,-1 2 1 0 0,0 0-1 0 0,-18-15 0 0 0,29 28 10 0 0,-1 0 0 0 0,0-1 0 0 0,0 1 0 0 0,0 0 0 0 0,-1 0 0 0 0,1 0-1 0 0,0 0 1 0 0,0 0 0 0 0,0 1 0 0 0,-1-1 0 0 0,1 1 0 0 0,0-1 0 0 0,-1 1 0 0 0,1 0 0 0 0,-1 0 0 0 0,-3 0 0 0 0,5 0 0 0 0,0 0 0 0 0,0 0 0 0 0,0 0 0 0 0,0 0 0 0 0,0 1 0 0 0,0-1 0 0 0,0 0 0 0 0,0 1 0 0 0,0-1 0 0 0,0 0 1 0 0,0 1-1 0 0,1-1 0 0 0,-1 1 0 0 0,0-1 0 0 0,0 1 0 0 0,0 0 0 0 0,0-1 0 0 0,1 1 0 0 0,-1 0 0 0 0,0 0 0 0 0,1 0 1 0 0,-1-1-1 0 0,1 1 0 0 0,-1 0 0 0 0,0 0 0 0 0,1 0 0 0 0,0 0 0 0 0,-1 0 0 0 0,1 0 0 0 0,0 0 0 0 0,-1 0 0 0 0,1 0 1 0 0,0 1-1 0 0,0-1-9 0 0,1 0-1 0 0,-1 0 1 0 0,1 0 0 0 0,-1 0 0 0 0,1 0 0 0 0,0 0 0 0 0,-1 0 0 0 0,1 0 0 0 0,0 0 0 0 0,-1-1 0 0 0,1 1-1 0 0,0 0 1 0 0,0-1 0 0 0,0 1 0 0 0,0 0 0 0 0,0-1 0 0 0,0 1 0 0 0,0-1 0 0 0,0 1 0 0 0,0-1 0 0 0,1 1-1 0 0,5 3 28 0 0,28 49 210 0 0,-18-30-132 0 0,-2 0 0 0 0,15 31 0 0 0,-25-44-42 0 0,0 1 1 0 0,-1 0-1 0 0,-1 0 0 0 0,0 0 0 0 0,0 0 1 0 0,-1 0-1 0 0,0 1 0 0 0,0 13 1 0 0,-3 3 180 0 0,1-12-25 0 0,0-1-1 0 0,0 0 1 0 0,6 31-1 0 0,5-14 62 0 0,-8-25-234 0 0,-1 0 0 0 0,0 1 0 0 0,0-1 1 0 0,0 0-1 0 0,-1 1 0 0 0,1 10 0 0 0,-2-16-55 0 0,0-1-1 0 0,0 1 0 0 0,0-1 0 0 0,0 1 1 0 0,0-1-1 0 0,0 1 0 0 0,1-1 0 0 0,-1 1 1 0 0,0-1-1 0 0,1 1 0 0 0,-1-1 0 0 0,1 0 1 0 0,0 1-1 0 0,-1-1 0 0 0,1 0 0 0 0,0 1 1 0 0,0-1-1 0 0,0 0 0 0 0,0 0 0 0 0,0 0 0 0 0,0 0 1 0 0,0 0-1 0 0,0 0 0 0 0,0 0 0 0 0,3 1 1 0 0,3 4-112 0 0,-6-6 99 0 0,-1 0 0 0 0,0 1 0 0 0,0-1 0 0 0,1 0 0 0 0,-1 1 0 0 0,0-1 0 0 0,0 0 0 0 0,0 1 0 0 0,0-1-1 0 0,1 0 1 0 0,-1 1 0 0 0,0-1 0 0 0,0 0 0 0 0,0 1 0 0 0,0-1 0 0 0,0 1 0 0 0,0-1 0 0 0,0 0 0 0 0,0 1 0 0 0,0-1 0 0 0,0 0 0 0 0,0 1 0 0 0,0-1 0 0 0,0 1 0 0 0,0-1 0 0 0,0 0 0 0 0,-1 1 0 0 0,1-1 0 0 0,0 0 0 0 0,0 1 0 0 0,0-1-1 0 0,0 0 1 0 0,-1 1 0 0 0,1-1 0 0 0,0 0 0 0 0,0 1 0 0 0,-1-1 0 0 0,1 0 0 0 0,0 0 0 0 0,-1 1 0 0 0,1-1 0 0 0,0 0 0 0 0,-1 0 0 0 0,1 0 0 0 0,0 0 0 0 0,-1 1 0 0 0,1-1 0 0 0,0 0 0 0 0,-1 0 0 0 0,1 0 0 0 0,-1 0 0 0 0,1 0 0 0 0,0 0-1 0 0,-1 0 1 0 0,1 0 0 0 0,0 0 0 0 0,-1 0 0 0 0,1 0 0 0 0,-1 0 0 0 0,-11 0-741 0 0,12 0 725 0 0,0 0-1 0 0,0 0 1 0 0,0 0 0 0 0,-1 0 0 0 0,1 0-1 0 0,0 0 1 0 0,0 0 0 0 0,0 0 0 0 0,0 0 0 0 0,0 0-1 0 0,0 0 1 0 0,0 0 0 0 0,0 0 0 0 0,-1-1 0 0 0,1 1-1 0 0,0 0 1 0 0,0 0 0 0 0,0 0 0 0 0,0 0-1 0 0,0 0 1 0 0,0 0 0 0 0,0 0 0 0 0,0-1 0 0 0,0 1-1 0 0,0 0 1 0 0,0 0 0 0 0,0 0 0 0 0,0 0-1 0 0,0 0 1 0 0,0 0 0 0 0,0 0 0 0 0,0-1 0 0 0,0 1-1 0 0,0 0 1 0 0,0 0 0 0 0,0 0 0 0 0,0 0 0 0 0,0 0-1 0 0,0 0 1 0 0,0-1 0 0 0,0 1 0 0 0,0 0-1 0 0,0 0 1 0 0,0 0 0 0 0,0 0 0 0 0,0 0 0 0 0,0 0-1 0 0,0 0 1 0 0,1 0 0 0 0,-1-1 0 0 0,0 1-1 0 0,0 0 1 0 0,0 0 0 0 0,0 0 0 0 0,0 0 0 0 0,0 0-1 0 0,0 0 1 0 0,0 0 0 0 0,1 0 0 0 0,-1 0 0 0 0,0 0-1 0 0,0 0 1 0 0,15-17-3100 0 0,-15 15 2904 0 0,-1 1 0 0 0,0 0-1 0 0,0 0 1 0 0,0-1 0 0 0,0 1-1 0 0,0 0 1 0 0,0 0 0 0 0,0 0-1 0 0,0 0 1 0 0,0 0 0 0 0,0 0-1 0 0,-1 0 1 0 0,1 1 0 0 0,0-1-1 0 0,-1 0 1 0 0,-1 0 0 0 0,3 1 228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5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 1201 0 0,'0'6'4482'0'0,"-30"-20"-8164"0"0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59 4322 0 0,'-30'5'5763'0'0,"-25"9"-3843"0"0,55-9-1839 0 0,-30-5-1 0 0,60 0 720 0 0,-60-5-1680 0 0,30-3-561 0 0,0-3-1120 0 0,0-16-721 0 0,-30-4 321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6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45 160 0 0,'7'11'620'0'0,"9"13"493"0"0,-11-25-457 0 0,-3-15 36 0 0,-2-46 3097 0 0,5 62-3389 0 0,15 0-80 0 0,-19 0-311 0 0,-1-1-1 0 0,0 1 1 0 0,0 0-1 0 0,0 0 1 0 0,0 0-1 0 0,1 0 1 0 0,-1 0-1 0 0,0 0 1 0 0,0 0-1 0 0,0 0 1 0 0,0 0 0 0 0,1 0-1 0 0,-1 0 1 0 0,0 0-1 0 0,0 0 1 0 0,0 0-1 0 0,0 1 1 0 0,1-1-1 0 0,-1 0 1 0 0,0 0-1 0 0,0 0 1 0 0,0 0-1 0 0,0 0 1 0 0,0 0-1 0 0,1 0 1 0 0,-1 0-1 0 0,0 0 1 0 0,0 1-1 0 0,0-1 1 0 0,0 0-1 0 0,0 0 1 0 0,0 0-1 0 0,0 0 1 0 0,1 0 0 0 0,-1 1-1 0 0,0-1 1 0 0,0 0-1 0 0,0 0 1 0 0,0 0-1 0 0,0 0 1 0 0,0 1-1 0 0,0-1 1 0 0,0 0-1 0 0,0 0 1 0 0,0 0-1 0 0,0 0 1 0 0,0 1-1 0 0,0-1 1 0 0,0 0-1 0 0,0 0 1 0 0,0 0-1 0 0,0 0 1 0 0,0 1-1 0 0,-1-1 0 0 0,1 0 0 0 0,0 1 0 0 0,0-1 0 0 0,0 0-1 0 0,0 0 1 0 0,0 0 0 0 0,0 1 0 0 0,0-1 0 0 0,0 0-1 0 0,0 0 1 0 0,0 1 0 0 0,0-1 0 0 0,0 0-1 0 0,0 0 1 0 0,0 1 0 0 0,1-1 0 0 0,-1 0 0 0 0,0 0-1 0 0,0 1 1 0 0,0-1 0 0 0,0 0 0 0 0,0 0-1 0 0,0 0 1 0 0,1 1 0 0 0,-1-1 0 0 0,0 0 0 0 0,0 0-1 0 0,0 0 1 0 0,0 0 0 0 0,1 0 0 0 0,-1 1-1 0 0,0-1 1 0 0,0 0 0 0 0,1 0 0 0 0,-1 0 0 0 0,0 0-1 0 0,0 0 1 0 0,0 0 0 0 0,1 0 0 0 0,-1 0-1 0 0,1 0 1 0 0,19 6-114 0 0,-14-4-2775 0 0,-12-4 546 0 0,-20-5 401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0 147 560 0 0,'2'-1'181'0'0,"0"1"1"0"0,0-1-1 0 0,0 0 0 0 0,-1 0 0 0 0,1 0 0 0 0,0 0 0 0 0,-1 0 1 0 0,1 0-1 0 0,-1 0 0 0 0,1-1 0 0 0,-1 1 0 0 0,1-1 1 0 0,-1 1-1 0 0,0-1 0 0 0,0 1 0 0 0,0-1 0 0 0,0 0 0 0 0,0 1 1 0 0,0-1-1 0 0,0 0 0 0 0,-1 0 0 0 0,1 0 0 0 0,-1 1 0 0 0,1-1 1 0 0,-1 0-1 0 0,0 0 0 0 0,0 0 0 0 0,1 0 0 0 0,-1 0 0 0 0,-1 0 1 0 0,1 0-1 0 0,0 0 0 0 0,0 0 0 0 0,-1-2 0 0 0,1-4 41 0 0,0 8-206 0 0,0-1-1 0 0,0 0 0 0 0,0 1 1 0 0,0-1-1 0 0,0 0 0 0 0,1 1 1 0 0,-1-1-1 0 0,0 0 0 0 0,1 1 1 0 0,-1-1-1 0 0,0 1 1 0 0,1-1-1 0 0,-1 0 0 0 0,1 1 1 0 0,-1-1-1 0 0,0 1 0 0 0,1-1 1 0 0,-1 1-1 0 0,1 0 0 0 0,0-1 1 0 0,-1 1-1 0 0,1 0 1 0 0,-1-1-1 0 0,1 1 0 0 0,0 0 1 0 0,-1-1-1 0 0,2 1 0 0 0,-1 0 14 0 0,0-1 0 0 0,0 1 0 0 0,0-1-1 0 0,0 1 1 0 0,0-1 0 0 0,0 1 0 0 0,0-1 0 0 0,0 1-1 0 0,-1-1 1 0 0,1 0 0 0 0,0 0 0 0 0,0 1 0 0 0,-1-1-1 0 0,1 0 1 0 0,0 0 0 0 0,-1 0 0 0 0,1 0 0 0 0,-1 1-1 0 0,1-1 1 0 0,-1 0 0 0 0,0 0 0 0 0,1 0 0 0 0,-1 0-1 0 0,0 0 1 0 0,1-1 0 0 0,-1 1 0 0 0,0 0 0 0 0,0 0-1 0 0,0-1 1 0 0,0 1-13 0 0,0 1 0 0 0,0-1 1 0 0,0 0-1 0 0,0 1 0 0 0,1-1 0 0 0,-1 0 0 0 0,0 1 0 0 0,0-1 0 0 0,1 0 0 0 0,-1 1 1 0 0,0-1-1 0 0,1 1 0 0 0,-1-1 0 0 0,1 1 0 0 0,-1-1 0 0 0,0 1 0 0 0,1-1 0 0 0,0 1 1 0 0,-1-1-1 0 0,1 1 0 0 0,-1-1 0 0 0,1 1 0 0 0,-1 0 0 0 0,1 0 0 0 0,0-1 0 0 0,-1 1 1 0 0,1 0-1 0 0,0 0 0 0 0,-1-1 0 0 0,1 1 0 0 0,0 0 0 0 0,-1 0 0 0 0,1 0 0 0 0,1 0 1 0 0,-2 0-1 0 0,1 0 0 0 0,-1 0 1 0 0,1 0-1 0 0,-1 0 1 0 0,1 0-1 0 0,-1 0 1 0 0,1 0-1 0 0,-1 0 1 0 0,1 0-1 0 0,-1 0 0 0 0,1-1 1 0 0,-1 1-1 0 0,1 0 1 0 0,-1 0-1 0 0,1-1 1 0 0,-1 1-1 0 0,1 0 1 0 0,-1-1-1 0 0,0 1 1 0 0,1 0-1 0 0,-1-1 0 0 0,0 1 1 0 0,1 0-1 0 0,-1-1 1 0 0,0 1-1 0 0,1-1 1 0 0,-1 1-1 0 0,0-1 1 0 0,0 1-1 0 0,0-1 0 0 0,1 1 1 0 0,-1-1-1 0 0,-5-1 291 0 0,-45-4 574 0 0,45 6-708 0 0,5-11-13 0 0,0 11-159 0 0,0 1 0 0 0,0-1 1 0 0,0 1-1 0 0,0-1 0 0 0,0 1 0 0 0,1-1 0 0 0,-1 1 1 0 0,0-1-1 0 0,1 1 0 0 0,-1-1 0 0 0,0 1 0 0 0,1-1 1 0 0,-1 1-1 0 0,0-1 0 0 0,1 0 0 0 0,-1 1 0 0 0,1-1 1 0 0,-1 0-1 0 0,1 1 0 0 0,-1-1 0 0 0,0 0 0 0 0,1 1 1 0 0,0-1-1 0 0,-1 0 0 0 0,1 0 0 0 0,-1 0 0 0 0,1 1 0 0 0,0-1 4 0 0,1 0 0 0 0,-1 1-1 0 0,0-1 1 0 0,0 1-1 0 0,0-1 1 0 0,0 1-1 0 0,0 0 1 0 0,0-1-1 0 0,0 1 1 0 0,0 0-1 0 0,-1 0 1 0 0,1 0-1 0 0,0 0 1 0 0,0 0-1 0 0,-1 0 1 0 0,1 0-1 0 0,0 0 1 0 0,-1 0-1 0 0,1 0 1 0 0,-1 0-1 0 0,0 0 1 0 0,1 0-1 0 0,-1 0 1 0 0,0 0-1 0 0,1 1 1 0 0,-1-1-1 0 0,0 0 1 0 0,0 0-1 0 0,0 0 1 0 0,0 2-1 0 0,0 5 32 0 0,1 0-1 0 0,0 1 0 0 0,0-1 0 0 0,1 0 0 0 0,0 0 0 0 0,5 12 0 0 0,-3-12 20 0 0,-1 1-1 0 0,-1 0 0 0 0,0 0 1 0 0,0 0-1 0 0,-1 0 1 0 0,1 14-1 0 0,-2 12 187 0 0,0-34-161 0 0,0-2-14 0 0,0-3-39 0 0,0 3 413 0 0,30 8-493 0 0,91 4 133 0 0,-104-9-119 0 0,0-1 0 0 0,0-2 0 0 0,26-2 1 0 0,-38 2 18 0 0,0 1 1 0 0,0-1-1 0 0,0 0 1 0 0,0-1-1 0 0,0 1 1 0 0,0-1-1 0 0,-1 0 1 0 0,1 0-1 0 0,-1 0 1 0 0,1-1-1 0 0,-1 0 1 0 0,0 0-1 0 0,0 0 1 0 0,0 0-1 0 0,4-5 1 0 0,-6 2 18 0 0,0-1 1 0 0,-1 1-1 0 0,0-1 1 0 0,0 1-1 0 0,0-1 1 0 0,-1 0-1 0 0,0 1 1 0 0,0-1-1 0 0,-3-12 1 0 0,2-3 58 0 0,0 1 42 0 0,1 18 43 0 0,0 5 30 0 0,6 40 345 0 0,9 16-140 0 0,20 70 218 0 0,-33-122-617 0 0,0 0-1 0 0,-1-1 1 0 0,0 2 0 0 0,0-1 0 0 0,-1 0-1 0 0,0 10 1 0 0,-1-14-9 0 0,1 0-1 0 0,0 0 1 0 0,-1-1 0 0 0,1 1-1 0 0,0 0 1 0 0,0 0 0 0 0,0 0-1 0 0,0-1 1 0 0,1 1-1 0 0,-1 0 1 0 0,0 0 0 0 0,1 0-1 0 0,-1-1 1 0 0,1 1 0 0 0,0 0-1 0 0,-1 0 1 0 0,1-1-1 0 0,0 1 1 0 0,0-1 0 0 0,0 1-1 0 0,0-1 1 0 0,1 1 0 0 0,-1-1-1 0 0,0 0 1 0 0,0 1 0 0 0,1-1-1 0 0,-1 0 1 0 0,1 0-1 0 0,-1 0 1 0 0,1 0 0 0 0,2 1-1 0 0,-4-2-76 0 0,0 0 0 0 0,0 0 0 0 0,1 0 0 0 0,-1-1 0 0 0,0 1 0 0 0,0 0-1 0 0,1 0 1 0 0,-1 0 0 0 0,0 0 0 0 0,0 0 0 0 0,1 0 0 0 0,-1 0 0 0 0,0 0 0 0 0,0-1 0 0 0,0 1-1 0 0,1 0 1 0 0,-1 0 0 0 0,0 0 0 0 0,0-1 0 0 0,0 1 0 0 0,1 0 0 0 0,-1 0 0 0 0,0 0-1 0 0,0-1 1 0 0,0 1 0 0 0,0 0 0 0 0,0 0 0 0 0,0-1 0 0 0,0 1 0 0 0,1 0 0 0 0,-1 0-1 0 0,0-1 1 0 0,0 1 0 0 0,0 0 0 0 0,0 0 0 0 0,0-1 0 0 0,0 1 0 0 0,0 0 0 0 0,0-1-1 0 0,0 1 1 0 0,-1 0 0 0 0,1 0 0 0 0,0-1 0 0 0,0 1 0 0 0,0 0 0 0 0,0 0 0 0 0,0-1 0 0 0,0-12-5210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19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35 237 880 0 0,'-5'0'2161'0'0,"-16"0"-413"0"0,20-2-1425 0 0,0 0 0 0 0,1 0-1 0 0,-1 0 1 0 0,0 0 0 0 0,1 0 0 0 0,-1 0 0 0 0,1 0 0 0 0,-1 0-1 0 0,1-1 1 0 0,0 1 0 0 0,0 0 0 0 0,0 0 0 0 0,0 0 0 0 0,0-1-1 0 0,1-1 1 0 0,-1 1 48 0 0,-1-17-11 0 0,0 15-324 0 0,0-1 1 0 0,1 0 0 0 0,0 1-1 0 0,0-1 1 0 0,0 0 0 0 0,0 0 0 0 0,1 1-1 0 0,0-1 1 0 0,0 1 0 0 0,1-1-1 0 0,1-5 1 0 0,0 7-28 0 0,0 2 7 0 0,-1-1 0 0 0,0 0 1 0 0,0 0-1 0 0,0 0 1 0 0,0 0-1 0 0,0 0 0 0 0,-1-1 1 0 0,1 1-1 0 0,-1 0 1 0 0,0-1-1 0 0,0 1 0 0 0,0-1 1 0 0,-1 1-1 0 0,1-1 1 0 0,-1 1-1 0 0,0-1 0 0 0,0 0 1 0 0,0-5-1 0 0,0 8-12 0 0,0 0 0 0 0,0 0 0 0 0,0 0 0 0 0,0 0 0 0 0,0 0 0 0 0,0 0 0 0 0,1 0 0 0 0,-1 0 0 0 0,0 1-1 0 0,1-1 1 0 0,-1 0 0 0 0,0 0 0 0 0,1 0 0 0 0,-1 1 0 0 0,1-1 0 0 0,0 0 0 0 0,-1 0 0 0 0,1 1 0 0 0,-1-1 0 0 0,1 0 0 0 0,0 1 0 0 0,0-1 0 0 0,-1 1-1 0 0,1-1 1 0 0,0 1 0 0 0,0-1 0 0 0,0 1 0 0 0,0 0 0 0 0,-1-1 0 0 0,1 1 0 0 0,0 0 0 0 0,0 0 0 0 0,1-1 0 0 0,4 0 9 0 0,0-8 165 0 0,-7 30-9 0 0,1 206 551 0 0,0-225-709 0 0,0 1-1 0 0,0 0 1 0 0,1 0-1 0 0,-1 0 0 0 0,1 0 1 0 0,-1-1-1 0 0,1 1 1 0 0,0 0-1 0 0,0 0 1 0 0,1-1-1 0 0,-1 1 1 0 0,0-1-1 0 0,1 1 1 0 0,2 2-1 0 0,-2-2-6 0 0,0-1 0 0 0,-1 0-1 0 0,1 0 1 0 0,-1 0 0 0 0,0 1 0 0 0,0-1 0 0 0,0 0-1 0 0,0 1 1 0 0,0-1 0 0 0,-1 1 0 0 0,1 0-1 0 0,-1-1 1 0 0,1 1 0 0 0,-1 3 0 0 0,0-1-579 0 0,5-15-6014 0 0,20-8 2721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3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1201 0 0,'0'0'2641'0'0,"-5"-1"-814"0"0,4 1-1667 0 0,0 0-103 0 0,0 0-1 0 0,0 0 1 0 0,0 0 0 0 0,-1 0 0 0 0,1 0-1 0 0,0 0 1 0 0,0-1 0 0 0,0 1-1 0 0,0 0 1 0 0,0-1 0 0 0,0 1-1 0 0,0 0 1 0 0,0-1 0 0 0,0 1 0 0 0,0-1-1 0 0,0 0 1 0 0,0 1 0 0 0,0-1-1 0 0,1 0 1 0 0,-1 1 0 0 0,0-1 0 0 0,0 0-1 0 0,-1-2 1 0 0,4 2-27 0 0,0 0 0 0 0,0 0 0 0 0,0 1 0 0 0,0-1 0 0 0,0 0 0 0 0,0 1 1 0 0,0-1-1 0 0,0 1 0 0 0,0 0 0 0 0,0 0 0 0 0,1-1 0 0 0,-1 2 0 0 0,0-1 0 0 0,3 0 0 0 0,-3 0 346 0 0,4 1-257 0 0,-6-2-98 0 0,1 1 0 0 0,0 0 0 0 0,-1 0 0 0 0,1 0-1 0 0,-1 0 1 0 0,1 0 0 0 0,0 0 0 0 0,-1 0 0 0 0,1 0 0 0 0,0 0-1 0 0,-1 0 1 0 0,1 0 0 0 0,-1 0 0 0 0,1 0 0 0 0,0 1 0 0 0,-1-1 0 0 0,1 0-1 0 0,-1 0 1 0 0,1 1 0 0 0,-1-1 0 0 0,1 0 0 0 0,-1 1 0 0 0,1-1-1 0 0,-1 0 1 0 0,1 1 0 0 0,-1-1 0 0 0,1 1 0 0 0,-1-1 0 0 0,0 1-1 0 0,1-1 1 0 0,-1 1 0 0 0,0-1 0 0 0,0 1 0 0 0,1-1 0 0 0,-1 1 0 0 0,0 0-1 0 0,0-1 1 0 0,0 1 0 0 0,1-1 0 0 0,-1 2 0 0 0,0-1 4 0 0,0-1-1 0 0,0 1 1 0 0,0 0 0 0 0,0-1-1 0 0,1 1 1 0 0,-1-1 0 0 0,0 1 0 0 0,0 0-1 0 0,1-1 1 0 0,-1 1 0 0 0,0-1 0 0 0,1 1-1 0 0,-1-1 1 0 0,1 1 0 0 0,-1-1-1 0 0,1 1 1 0 0,-1-1 0 0 0,1 1 0 0 0,-1-1-1 0 0,1 0 1 0 0,-1 1 0 0 0,1-1 0 0 0,-1 0-1 0 0,1 0 1 0 0,0 1 0 0 0,-1-1-1 0 0,1 0 1 0 0,-1 0 0 0 0,2 1 0 0 0,-1-1-7 0 0,0 0 0 0 0,0 0 0 0 0,0 0 0 0 0,-1 0 0 0 0,1 1 0 0 0,0-1 0 0 0,0 0 0 0 0,-1 1 0 0 0,1-1 0 0 0,0 1 1 0 0,-1-1-1 0 0,1 1 0 0 0,0-1 0 0 0,-1 1 0 0 0,1-1 0 0 0,-1 1 0 0 0,1 0 0 0 0,-1-1 0 0 0,1 1 0 0 0,-1 0 0 0 0,1 0 1 0 0,-1-1-1 0 0,0 1 0 0 0,1 0 0 0 0,-1 0 0 0 0,0-1 0 0 0,1 1 0 0 0,-1 0 0 0 0,0 0 0 0 0,0 0 0 0 0,0 0 0 0 0,0 2 17 0 0,0-1-1 0 0,1 1 1 0 0,-1-1-1 0 0,1 1 0 0 0,-1-1 1 0 0,1 0-1 0 0,0 1 1 0 0,0-1-1 0 0,0 0 1 0 0,0 0-1 0 0,0 0 0 0 0,1 1 1 0 0,-1-1-1 0 0,0 0 1 0 0,1-1-1 0 0,0 1 0 0 0,0 0 1 0 0,-1 0-1 0 0,1-1 1 0 0,0 1-1 0 0,0-1 0 0 0,0 0 1 0 0,5 3-1 0 0,19 17 128 0 0,25 39 166 0 0,19 20-96 0 0,-65-76-212 0 0,-1 2 1 0 0,0-1 0 0 0,0 1 0 0 0,-1-1-1 0 0,1 1 1 0 0,2 8 0 0 0,-3-8 4 0 0,0 0 0 0 0,0 0 0 0 0,1 0 0 0 0,-1 0 0 0 0,1-1 0 0 0,6 7 0 0 0,7 3 52 0 0,-9-8-37 0 0,-1 0 1 0 0,0 1-1 0 0,0 0 1 0 0,-1 0 0 0 0,7 10-1 0 0,-10-15-21 0 0,-1-1 0 0 0,1 1-1 0 0,0 0 1 0 0,1-1 0 0 0,-1 1 0 0 0,0-1-1 0 0,1 0 1 0 0,-1 0 0 0 0,7 2 0 0 0,-8-4-11 0 0,0 1 0 0 0,1 0 0 0 0,-1 0 0 0 0,0 0 0 0 0,1 0 0 0 0,-1 0 0 0 0,0 1 0 0 0,0-1 0 0 0,0 0 0 0 0,0 1 1 0 0,0 0-1 0 0,0-1 0 0 0,-1 1 0 0 0,1 0 0 0 0,0 0 0 0 0,-1 0 0 0 0,1 0 0 0 0,-1 1 0 0 0,0-1 0 0 0,0 0 0 0 0,0 0 0 0 0,1 5 1 0 0,-1-6-11 0 0,-1 0 0 0 0,1 0 0 0 0,0 0 0 0 0,-1 0 0 0 0,1 0 0 0 0,0 0 0 0 0,-1-1 0 0 0,1 1 0 0 0,0 0 0 0 0,0 0 0 0 0,0-1 0 0 0,0 1 0 0 0,0 0 0 0 0,-1-1 0 0 0,1 1 0 0 0,0-1 0 0 0,1 1 0 0 0,-1-1 0 0 0,0 0 0 0 0,0 1 0 0 0,0-1 0 0 0,0 0 0 0 0,0 0 0 0 0,0 0 0 0 0,0 0 0 0 0,2 0 0 0 0,-3 0-3 0 0,0 0-1 0 0,0 1 1 0 0,0-1-1 0 0,0 0 1 0 0,0 0 0 0 0,1 0-1 0 0,-1 0 1 0 0,0 0-1 0 0,0 1 1 0 0,0-1-1 0 0,0 0 1 0 0,0 0-1 0 0,0 0 1 0 0,1 0 0 0 0,-1 1-1 0 0,0-1 1 0 0,0 0-1 0 0,0 0 1 0 0,0 0-1 0 0,0 1 1 0 0,0-1-1 0 0,0 0 1 0 0,0 0 0 0 0,0 0-1 0 0,0 1 1 0 0,0-1-1 0 0,0 0 1 0 0,0 0-1 0 0,0 0 1 0 0,0 1-1 0 0,0-1 1 0 0,0 0 0 0 0,0 0-1 0 0,-1 0 1 0 0,1 0-1 0 0,0 1 1 0 0,0-1-1 0 0,0 0 1 0 0,0 0 0 0 0,0 0-1 0 0,0 0 1 0 0,-1 1-1 0 0,1-1 1 0 0,0 0-1 0 0,0 0 1 0 0,0 0-1 0 0,0 0 1 0 0,-1 0 0 0 0,1 0-1 0 0,0 0 1 0 0,0 1-1 0 0,0-1 1 0 0,0 0-1 0 0,-1 0 1 0 0,1 0-1 0 0,0 0 1 0 0,0 0 0 0 0,0 0-1 0 0,-1 0 1 0 0,1 0-1 0 0,0 0 1 0 0,0 0-1 0 0,-1 0 1 0 0,10 23-2181 0 0,-9-23 2085 0 0,0 1 1 0 0,0-1-1 0 0,0 0 1 0 0,1 1-1 0 0,-1-1 1 0 0,0 1-1 0 0,0-1 1 0 0,1 1-1 0 0,-1-1 1 0 0,1 0-1 0 0,-1 1 0 0 0,0-1 1 0 0,1 0-1 0 0,-1 1 1 0 0,1-1-1 0 0,-1 0 1 0 0,0 0-1 0 0,1 1 1 0 0,-1-1-1 0 0,1 0 1 0 0,-1 0-1 0 0,1 0 1 0 0,-1 0-1 0 0,1 0 1 0 0,-1 1-1 0 0,1-1 1 0 0,-1 0-1 0 0,1 0 1 0 0,-1 0-1 0 0,1 0 1 0 0,-1-1-1 0 0,1 1 1 0 0,-1 0-1 0 0,1 0 1 0 0,-1 0-1 0 0,1 0 1 0 0,-1 0-1 0 0,1-1 0 0 0,0 1 1 0 0,2 0-815 0 0,-23-5-1953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2321 0 0,'0'19'2721'0'0,"-30"-13"-4802"0"0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1 880 0 0,'30'25'4562'0'0,"-30"-12"-1840"0"0,0-7-1602 0 0,0-12-1360 0 0,-30 6-80 0 0,30-7 0 0 0,30 1-3922 0 0,-30 0 2161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6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3762 0 0,'0'-13'2401'0'0,"0"7"-961"0"0,0-6-559 0 0,0 5-401 0 0,0-5-240 0 0,0 4-240 0 0,0-3-160 0 0,0-3-80 0 0,0 9-640 0 0,0-9-961 0 0,0 8-400 0 0,0-13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7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0,'0'0'2081'0'0,"31"0"-160"0"0,-31 6-400 0 0,0 0-481 0 0,0 2-400 0 0,0-3-79 0 0,0 1-401 0 0,0 2-160 0 0,0-16-2561 0 0,0 2 720 0 0,-31 1-160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8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 1040 0 0,'0'0'3442'0'0,"0"-7"-2802"0"0,0 1-2721 0 0,-31 6 401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29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2401 0 0,'30'0'4642'0'0,"0"-6"-2801"0"0,-30 0-1761 0 0,0-2-400 0 0,0 3-640 0 0,0-9-1041 0 0,-30 3-240 0 0,30 3 80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0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83 302 1201 0 0,'0'0'5615'0'0,"-5"0"-4307"0"0,-1 0-863 0 0,-24-1 1063 0 0,29 1-1469 0 0,0 0 0 0 0,1 0 1 0 0,-1 0-1 0 0,0 0 0 0 0,0 0 0 0 0,0 0 1 0 0,0 0-1 0 0,1 0 0 0 0,-1 0 0 0 0,0 1 0 0 0,0-1 1 0 0,0 0-1 0 0,1 0 0 0 0,-1 1 0 0 0,0-1 1 0 0,0 0-1 0 0,1 1 0 0 0,-1-1 0 0 0,0 1 0 0 0,1-1 1 0 0,-1 1-1 0 0,0 0 0 0 0,0 0 0 0 0,-4 0 215 0 0,-12-2-85 0 0,32-3-124 0 0,17-5-86 0 0,-16-2 50 0 0,0-1-1 0 0,-1 0 1 0 0,-1-1-1 0 0,0-1 1 0 0,-1 0-1 0 0,0-1 1 0 0,-1 0-1 0 0,-1-1 1 0 0,-1 0-1 0 0,12-23 1 0 0,33-43 231 0 0,-54 81-217 0 0,0 0-1 0 0,0 0 1 0 0,-1 0 0 0 0,1 0 0 0 0,0 0-1 0 0,-1 0 1 0 0,1 0 0 0 0,-1 0 0 0 0,0-1 0 0 0,1 1-1 0 0,-1 0 1 0 0,0 0 0 0 0,0 0 0 0 0,1 0 0 0 0,-1-1-1 0 0,0 1 1 0 0,0 0 0 0 0,0 0 0 0 0,-1-1-1 0 0,1 1 1 0 0,0 0 0 0 0,0 0 0 0 0,-1 0 0 0 0,1 0-1 0 0,0 0 1 0 0,-1-1 0 0 0,0 0 0 0 0,0 1-4 0 0,0 1 0 0 0,1 0 0 0 0,-1 0 0 0 0,1-1 0 0 0,-1 1 0 0 0,0 0 0 0 0,1 0 0 0 0,-1 0 0 0 0,0 0 0 0 0,1 0 0 0 0,-1 0 0 0 0,0 0 0 0 0,1 0 0 0 0,-1 0 0 0 0,0 0 0 0 0,1 0 0 0 0,-1 0 0 0 0,0 0 0 0 0,1 1 0 0 0,-1-1 0 0 0,0 0 0 0 0,1 0 0 0 0,-1 1 0 0 0,1-1 0 0 0,-1 0 0 0 0,0 1 0 0 0,1-1 0 0 0,-1 1 0 0 0,1-1 0 0 0,-1 1 0 0 0,1-1 0 0 0,0 1 0 0 0,-1-1 1 0 0,1 1-1 0 0,-1-1 0 0 0,1 1 0 0 0,0-1 0 0 0,0 1 0 0 0,-1 0 0 0 0,1-1 0 0 0,0 1 0 0 0,0 0 0 0 0,0-1 0 0 0,-1 2 0 0 0,-5 14 64 0 0,0 1 0 0 0,1 1 0 0 0,-4 19 1 0 0,5-18-17 0 0,0 8-3 0 0,1 0-1 0 0,1 0 1 0 0,2 0-1 0 0,2 30 1 0 0,0 0-22 0 0,-4-26 23 0 0,1-24-49 0 0,0 1 0 0 0,1-1 0 0 0,-1 1 0 0 0,1-1 0 0 0,1 0 0 0 0,-1 1 0 0 0,2-1-1 0 0,-1 0 1 0 0,0 1 0 0 0,4 7 0 0 0,-3-13-83 0 0,-1 0 0 0 0,1 0 0 0 0,-1 0 0 0 0,1 0 0 0 0,0 0 0 0 0,0-1 0 0 0,-1 1 0 0 0,1-1 0 0 0,1 1 0 0 0,-1-1 0 0 0,3 2 0 0 0,-5-3-1 0 0,1 0 0 0 0,0 1 0 0 0,0-1 0 0 0,0 0 0 0 0,0 0 0 0 0,0 0 0 0 0,0 1 0 0 0,0-1 0 0 0,0 0 0 0 0,0 0 0 0 0,0-1 0 0 0,0 1 0 0 0,0 0 0 0 0,0 0 0 0 0,0 0 0 0 0,0-1 0 0 0,-1 1 0 0 0,1 0 0 0 0,0-1 0 0 0,0 1 0 0 0,0-1 0 0 0,0 1 0 0 0,0-1 0 0 0,-1 1 0 0 0,1-1 0 0 0,0 0 0 0 0,0-1 0 0 0,2 0-486 0 0,0-2 0 0 0,0 1 0 0 0,-1 0 0 0 0,1-1-1 0 0,-1 1 1 0 0,0-1 0 0 0,0 0 0 0 0,-1 1 0 0 0,1-1-1 0 0,1-5 1 0 0,-5 3-67 0 0,1-1 0 0 0,-1 1-1 0 0,0 1 1 0 0,0-1 0 0 0,-1 0 0 0 0,-5-10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3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62 1521 0 0,'1'-1'143'0'0,"0"0"0"0"0,0 0 0 0 0,0 0 0 0 0,0 0 0 0 0,0 1 0 0 0,0-1 0 0 0,0 0 0 0 0,0 1 0 0 0,0-1 0 0 0,0 0 0 0 0,0 1 0 0 0,0 0 0 0 0,0-1 0 0 0,0 1 0 0 0,1 0 0 0 0,-1-1 0 0 0,0 1 0 0 0,0 0 0 0 0,0 0 0 0 0,3 0 0 0 0,-4 0 82 0 0,6-6 3190 0 0,-6 5-3376 0 0,0 1-1 0 0,1-1 1 0 0,-1 0-1 0 0,0 1 1 0 0,0-1-1 0 0,0 0 1 0 0,0 0-1 0 0,0 1 1 0 0,0-1-1 0 0,0 0 1 0 0,0 0 0 0 0,0 1-1 0 0,-1-1 1 0 0,1 0-1 0 0,0 1 1 0 0,0-1-1 0 0,-1 0 1 0 0,1 0-1 0 0,0 1 1 0 0,-1-1-1 0 0,1 1 1 0 0,-1-1-1 0 0,1 0 1 0 0,-1 1-1 0 0,1-1 1 0 0,-2 0-1 0 0,0 1 21 0 0,1 0-44 0 0,0 0 0 0 0,0 1 0 0 0,0-1 0 0 0,0 0 0 0 0,1 0 0 0 0,-1 0 0 0 0,0 0 0 0 0,0 0 0 0 0,0 0 0 0 0,0-1 0 0 0,0 1 0 0 0,1 0 0 0 0,-1 0 0 0 0,0-1 1 0 0,0 1-1 0 0,0 0 0 0 0,1-1 0 0 0,-1 1 0 0 0,0-1 0 0 0,0 1 0 0 0,1-1 0 0 0,-1 1 0 0 0,0-1 0 0 0,1 1 0 0 0,-1-1 0 0 0,1 0 0 0 0,-2-1 0 0 0,-3 4 146 0 0,-4-1-86 0 0,-37 9 115 0 0,44-10-177 0 0,0 0-1 0 0,0 1 1 0 0,0-1-1 0 0,0 0 1 0 0,1 1-1 0 0,-1 0 1 0 0,0-1 0 0 0,0 1-1 0 0,1 0 1 0 0,-1 0-1 0 0,0 0 1 0 0,1 0 0 0 0,-1 0-1 0 0,1 0 1 0 0,-3 3-1 0 0,3-3-8 0 0,1 1 0 0 0,-1-1 0 0 0,1 0 0 0 0,-1 1 0 0 0,0-1 0 0 0,0 0 0 0 0,0 0 0 0 0,0 0 0 0 0,1 1 0 0 0,-2-1-1 0 0,1 0 1 0 0,0 0 0 0 0,0 0 0 0 0,0-1 0 0 0,0 1 0 0 0,0 0 0 0 0,-3 1 0 0 0,-2 2 32 0 0,-25 33 191 0 0,30-34-218 0 0,0-1 1 0 0,0 1-1 0 0,0 0 1 0 0,0-1-1 0 0,0 1 1 0 0,1 0-1 0 0,-1-1 1 0 0,1 1-1 0 0,0 0 1 0 0,0-1-1 0 0,0 1 1 0 0,0 0-1 0 0,0 0 1 0 0,0-1-1 0 0,2 4 1 0 0,-2 6 11 0 0,-2-8 23 0 0,4-3-43 0 0,0 0 1 0 0,0 0 0 0 0,0 0-1 0 0,0 0 1 0 0,0 0 0 0 0,0-1-1 0 0,1 1 1 0 0,-1-1 0 0 0,0 1-1 0 0,0-1 1 0 0,1 0 0 0 0,-1 0-1 0 0,3 0 1 0 0,23 2-29 0 0,0 0 1 0 0,43-5-1 0 0,-62 3 20 0 0,0-1 1 0 0,-1-1-1 0 0,1 0 0 0 0,0 0 1 0 0,0 0-1 0 0,-1-1 0 0 0,0-1 1 0 0,1 1-1 0 0,-1-1 0 0 0,-1-1 1 0 0,9-5-1 0 0,-15 9 7 0 0,0 1 0 0 0,-1-1 0 0 0,1 0 0 0 0,0 0 0 0 0,-1 1 0 0 0,1-1 0 0 0,0 0 0 0 0,-1 0 0 0 0,1 0 0 0 0,-1 1 0 0 0,1-1 0 0 0,-1 0 0 0 0,0 0 0 0 0,1 0 0 0 0,-1 0 0 0 0,0 0 0 0 0,0 0 0 0 0,1 0 0 0 0,-1 0 0 0 0,0 0 0 0 0,0 0 0 0 0,0 0 0 0 0,0 0 0 0 0,-1 0 0 0 0,1 0 0 0 0,0 0 0 0 0,0 0 0 0 0,0 0 0 0 0,-1 0 0 0 0,1 0 0 0 0,-1 0 0 0 0,1 0 0 0 0,-1 0 0 0 0,1 0 0 0 0,-2-1 0 0 0,-20-21 0 0 0,20 22 0 0 0,-4-12 24 0 0,2 0 19 0 0,-46-29 50 0 0,41 31 7 0 0,10 10-20 0 0,7 7-20 0 0,-1 6 19 0 0,-1 0 0 0 0,0 0-1 0 0,0 0 1 0 0,-2 1 0 0 0,1 0 0 0 0,-1 0-1 0 0,-1 0 1 0 0,3 24 0 0 0,-3-19-1 0 0,1 43 198 0 0,-4-50-213 0 0,0 0-1 0 0,0 1 0 0 0,2-1 0 0 0,2 13 0 0 0,6 7 94 0 0,-7-23-114 0 0,0 0 1 0 0,-1 1 0 0 0,0 0-1 0 0,0-1 1 0 0,0 1-1 0 0,-1 10 1 0 0,-1-14-40 0 0,-1 1 0 0 0,2-1 1 0 0,-1 1-1 0 0,0-1 0 0 0,1 1 1 0 0,0-1-1 0 0,0 1 0 0 0,1-1 1 0 0,0 0-1 0 0,0 0 0 0 0,0 0 1 0 0,0 0-1 0 0,1 0 0 0 0,0 0 1 0 0,3 5-1 0 0,-1 10-500 0 0,-5-23-3115 0 0,0-19-1363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5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94 1681 0 0,'-25'0'1774'0'0,"20"7"1716"0"0,4-6-3429 0 0,1 0 0 0 0,0 0-1 0 0,0 1 1 0 0,-1-1 0 0 0,1 0 0 0 0,0 0 0 0 0,0 0-1 0 0,0 0 1 0 0,0 0 0 0 0,0 0 0 0 0,0 0-1 0 0,1 1 1 0 0,-1-1 0 0 0,0 0 0 0 0,0 0 0 0 0,1 0-1 0 0,-1 0 1 0 0,1 0 0 0 0,-1 0 0 0 0,1 0 0 0 0,-1 0-1 0 0,1 0 1 0 0,1 1 0 0 0,23 3 486 0 0,-25-5-538 0 0,0 0 1 0 0,0 0-1 0 0,0 0 1 0 0,0 0 0 0 0,1 1-1 0 0,-1-1 1 0 0,0 0-1 0 0,0 0 1 0 0,0 0-1 0 0,0 0 1 0 0,0 0-1 0 0,0 1 1 0 0,0-1 0 0 0,0 0-1 0 0,0 0 1 0 0,0 0-1 0 0,0 1 1 0 0,0-1-1 0 0,0 0 1 0 0,0 0-1 0 0,0 0 1 0 0,0 0 0 0 0,0 1-1 0 0,0-1 1 0 0,0 0-1 0 0,0 0 1 0 0,0 0-1 0 0,0 0 1 0 0,0 1-1 0 0,0-1 1 0 0,0 0 0 0 0,-1 0-1 0 0,1 0 1 0 0,0 0-1 0 0,0 0 1 0 0,0 1-1 0 0,0-1 1 0 0,0 0-1 0 0,0 0 1 0 0,-1 0 0 0 0,1 0-1 0 0,0 0 1 0 0,0 0-1 0 0,0 0 1 0 0,0 0-1 0 0,0 1 1 0 0,-1-1-1 0 0,1 0 1 0 0,0 0 0 0 0,0 0-1 0 0,0 0 1 0 0,-1 0-1 0 0,1 0 1 0 0,0 0-1 0 0,0 0 1 0 0,0 0-1 0 0,0 0 1 0 0,-1 0 0 0 0,1 0-1 0 0,0 0 1 0 0,0 0-1 0 0,0 0 1 0 0,0-1-1 0 0,-1 1 1 0 0,1 0-1 0 0,0 0 1 0 0,-28 6 690 0 0,27-6-667 0 0,0 1 0 0 0,0-1 0 0 0,0 0 0 0 0,0 1-1 0 0,0-1 1 0 0,0 0 0 0 0,0 0 0 0 0,0 0 0 0 0,-1 0 0 0 0,1 0-1 0 0,0 0 1 0 0,0 0 0 0 0,0 0 0 0 0,0 0 0 0 0,0 0-1 0 0,0-1 1 0 0,0 1 0 0 0,-1 0 0 0 0,1-1 0 0 0,0 1-1 0 0,0-1 1 0 0,0 1 0 0 0,1-1 0 0 0,-3-1 0 0 0,3 1 60 0 0,0 0-26 0 0,6-4-54 0 0,14 3-13 0 0,-13-5 0 0 0,-4 3 0 0 0,-2 3 1 0 0,1 1 0 0 0,-1 0 0 0 0,0 0-1 0 0,1 0 1 0 0,-1 0-1 0 0,0-1 1 0 0,0 1 0 0 0,1-1-1 0 0,-1 1 1 0 0,0-1-1 0 0,0 1 1 0 0,0-1 0 0 0,0 0-1 0 0,0 1 1 0 0,0-1-1 0 0,0 0 1 0 0,0 0 0 0 0,0 0-1 0 0,0 0 1 0 0,1-1 0 0 0,-2 1 1 0 0,0 1 0 0 0,0-1 0 0 0,0 0 0 0 0,1 1 0 0 0,-1-1 0 0 0,0 1 0 0 0,0-1 0 0 0,1 1 0 0 0,-1-1 0 0 0,0 1 0 0 0,1-1 0 0 0,-1 1 0 0 0,0-1 0 0 0,1 1 0 0 0,-1-1 0 0 0,1 1 0 0 0,-1-1 0 0 0,1 1 0 0 0,-1 0 0 0 0,1-1 0 0 0,-1 1 0 0 0,1 0 0 0 0,-1 0 0 0 0,1-1 0 0 0,-1 1 0 0 0,1 0 0 0 0,0 0 0 0 0,-1 0 0 0 0,1 0 0 0 0,-1 0 0 0 0,1-1 0 0 0,0 1 0 0 0,0 0 0 0 0,0 0 0 0 0,-1 0 0 0 0,1 0 0 0 0,0 0 0 0 0,-1 0 0 0 0,1 0 0 0 0,0 0 0 0 0,-1 0 0 0 0,1-1 0 0 0,-1 1 0 0 0,1 0 0 0 0,0-1 1 0 0,-1 1-1 0 0,1 0 0 0 0,-1-1 0 0 0,1 1 0 0 0,-1-1 0 0 0,1 1 0 0 0,-1-1 0 0 0,1 1 0 0 0,-1-1 0 0 0,0 1 0 0 0,1-1 0 0 0,-1 1 0 0 0,0-1 0 0 0,1 0 0 0 0,-1 1 0 0 0,0-1 0 0 0,0 1 0 0 0,1-1 0 0 0,-1 0 0 0 0,0-1 0 0 0,0 2-2 0 0,0-1 1 0 0,0 1-1 0 0,0-1 1 0 0,0 0-1 0 0,0 1 0 0 0,0-1 1 0 0,1 1-1 0 0,-1-1 1 0 0,0 0-1 0 0,0 1 1 0 0,0-1-1 0 0,1 1 0 0 0,-1-1 1 0 0,0 1-1 0 0,1-1 1 0 0,-1 1-1 0 0,1-1 0 0 0,-1 1 1 0 0,0-1-1 0 0,1 1 1 0 0,-1-1-1 0 0,1 1 1 0 0,-1 0-1 0 0,1-1 0 0 0,-1 1 1 0 0,1 0-1 0 0,-1-1 1 0 0,1 1-1 0 0,0 0 0 0 0,-1 0 1 0 0,1 0-1 0 0,-1-1 1 0 0,1 1-1 0 0,0 0 1 0 0,0 0-2 0 0,0 0 1 0 0,0 0 0 0 0,0-1 0 0 0,0 1 0 0 0,-1 0 0 0 0,1-1 0 0 0,0 1 0 0 0,0 0 0 0 0,-1-1 0 0 0,1 1 0 0 0,0-1 0 0 0,0 1 0 0 0,-1-1 0 0 0,1 0 0 0 0,-1 1 0 0 0,1-1 0 0 0,0 0 0 0 0,-1 1 0 0 0,0-1 0 0 0,1 0 0 0 0,-1 1 0 0 0,1-1 0 0 0,-1 0 0 0 0,0 0 0 0 0,1 0 0 0 0,-1 0 0 0 0,0 1-1 0 0,0-1 1 0 0,0 0 0 0 0,0 0 0 0 0,1 0 0 0 0,-1 0 0 0 0,0 0 0 0 0,-1-1 0 0 0,1-40 80 0 0,0 41 0 0 0,0 2 0 0 0,0 1-62 0 0,0-1 1 0 0,0 1-1 0 0,0-1 0 0 0,0 1 0 0 0,0-1 0 0 0,0 1 0 0 0,1-1 0 0 0,-1 0 0 0 0,0 1 0 0 0,1-1 1 0 0,-1 1-1 0 0,1-1 0 0 0,0 1 0 0 0,-1-1 0 0 0,1 0 0 0 0,0 0 0 0 0,0 1 0 0 0,0-1 1 0 0,0 0-1 0 0,0 0 0 0 0,1 1 0 0 0,11 20 210 0 0,-10-8-51 0 0,-1 0 0 0 0,-1 0 0 0 0,-1 24 0 0 0,4 41 423 0 0,7-33-356 0 0,-7-29-125 0 0,0-1 0 0 0,-2 0 0 0 0,3 32 0 0 0,-5 115 1148 0 0,-5-163-1654 0 0,3-1 240 0 0,0 1 0 0 0,1-1 1 0 0,-1 0-1 0 0,1 0 0 0 0,-1 0 0 0 0,1 0 0 0 0,0-1 0 0 0,-1 1 0 0 0,1 0 0 0 0,0 0 0 0 0,0-1 0 0 0,0 1 0 0 0,0-1 0 0 0,0 1 1 0 0,0-1-1 0 0,0 1 0 0 0,1-1 0 0 0,-1 0 0 0 0,0 1 0 0 0,1-1 0 0 0,0 0 0 0 0,-1 1 0 0 0,1-1 0 0 0,0 0 0 0 0,0 0 0 0 0,0 1 1 0 0,0-1-1 0 0,0 0 0 0 0,0-2 0 0 0,-6-35-2942 0 0,-19-21-2394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2721 0 0,'0'5'2241'0'0,"0"-10"-1360"0"0,0-3-1522 0 0,0 2-799 0 0,0-13-241 0 0,0 5-80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8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2561 0 0,'30'-19'2241'0'0,"-30"7"-720"0"0,0 5-721 0 0,-30 1-1440 0 0,30 0-3122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39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272 170 2001 0 0,'36'-19'2011'0'0,"-29"16"-1621"0"0,1-1-1 0 0,-1 0 1 0 0,0 0-1 0 0,0 0 1 0 0,7-7 0 0 0,1-4 450 0 0,-13 13-782 0 0,-1 1-1 0 0,1-1 0 0 0,0 1 0 0 0,-1-1 1 0 0,1 1-1 0 0,-1-1 0 0 0,0 0 0 0 0,0 0 0 0 0,0 0 1 0 0,0 0-1 0 0,0 0 0 0 0,0 0 0 0 0,0 0 1 0 0,0 0-1 0 0,-1 0 0 0 0,1 0 0 0 0,-1 0 1 0 0,0-1-1 0 0,1 1 0 0 0,-1 0 0 0 0,0 0 0 0 0,0 0 1 0 0,-1-3-1 0 0,1 4-52 0 0,0 1-1 0 0,-1-1 1 0 0,1 1 0 0 0,-1-1 0 0 0,1 0-1 0 0,0 1 1 0 0,-1-1 0 0 0,1 1-1 0 0,-1 0 1 0 0,1-1 0 0 0,-1 1 0 0 0,1-1-1 0 0,-1 1 1 0 0,0 0 0 0 0,1-1 0 0 0,-1 1-1 0 0,1 0 1 0 0,-1 0 0 0 0,0-1 0 0 0,1 1-1 0 0,-1 0 1 0 0,0 0 0 0 0,1 0-1 0 0,-1 0 1 0 0,0 0 0 0 0,1 0 0 0 0,-1 0-1 0 0,0 0 1 0 0,0 0 0 0 0,-33 0 96 0 0,20 1-24 0 0,-127 6 483 0 0,94-1-254 0 0,33-5-236 0 0,0 0 1 0 0,-1 1-1 0 0,1 1 0 0 0,0 0 0 0 0,1 1 0 0 0,-1 0 0 0 0,-22 11 0 0 0,35-15-69 0 0,1 1-1 0 0,0-1 0 0 0,-1 0 1 0 0,1 0-1 0 0,0 1 0 0 0,-1-1 1 0 0,1 0-1 0 0,0 1 0 0 0,0-1 0 0 0,-1 0 1 0 0,1 1-1 0 0,0-1 0 0 0,0 0 1 0 0,-1 1-1 0 0,1-1 0 0 0,0 0 1 0 0,0 1-1 0 0,0-1 0 0 0,0 1 0 0 0,0-1 1 0 0,0 0-1 0 0,0 1 0 0 0,0-1 1 0 0,-1 1-1 0 0,1-1 0 0 0,1 0 1 0 0,-1 1-1 0 0,0-1 0 0 0,0 1 1 0 0,0-1-1 0 0,0 0 0 0 0,0 1 0 0 0,0-1 1 0 0,0 1-1 0 0,0-1 0 0 0,1 0 1 0 0,-1 1-1 0 0,0-1 0 0 0,0 0 1 0 0,1 1-1 0 0,-1-1 0 0 0,0 0 0 0 0,0 1 1 0 0,1-1-1 0 0,-1 0 0 0 0,0 0 1 0 0,1 1-1 0 0,17 12-2 0 0,-15-12 3 0 0,9 15-1 0 0,11 6-14 0 0,-9-13 16 0 0,0-1-1 0 0,0 0 0 0 0,1-1 1 0 0,0-1-1 0 0,0 0 0 0 0,0-1 1 0 0,1 0-1 0 0,0-2 0 0 0,31 4 1 0 0,79 7-16 0 0,-109-14 5 0 0,0 1-1 0 0,0 1 1 0 0,-1 1-1 0 0,1 1 1 0 0,-1 0-1 0 0,19 7 1 0 0,-34-10 13 0 0,0 1 0 0 0,-1-1 0 0 0,1 0-1 0 0,0 1 1 0 0,0-1 0 0 0,-1 0 0 0 0,1 1 0 0 0,-1-1 0 0 0,1 1 0 0 0,-1-1 0 0 0,0 1 0 0 0,0 0 0 0 0,0-1 0 0 0,0 1 0 0 0,0-1 0 0 0,0 1 0 0 0,0-1 0 0 0,-1 4 0 0 0,-5 26 67 0 0,2-24-62 0 0,0 0-1 0 0,0-1 0 0 0,0 1 1 0 0,-1-1-1 0 0,0 0 1 0 0,-1 0-1 0 0,1-1 0 0 0,-1 0 1 0 0,0 0-1 0 0,0 0 0 0 0,0-1 1 0 0,-1 1-1 0 0,0-2 0 0 0,0 1 1 0 0,-11 4-1 0 0,-10 1 94 0 0,-1 0-1 0 0,-52 8 1 0 0,28-7-114 0 0,35-7 1 0 0,0-1-1 0 0,-30-1 0 0 0,46-1 7 0 0,1-1-30 0 0,0-1 1 0 0,1 0-1 0 0,-1 0 0 0 0,0 0 0 0 0,1 0 0 0 0,-1 0 1 0 0,1 0-1 0 0,-1-1 0 0 0,1 1 0 0 0,0 0 0 0 0,0 0 1 0 0,0 0-1 0 0,0 0 0 0 0,0 0 0 0 0,1-4 0 0 0,-1 3 5 0 0,1 1 31 0 0,-1 1 0 0 0,1-1 0 0 0,-1 1 1 0 0,1-1-1 0 0,-1 1 0 0 0,1-1 0 0 0,0 1 0 0 0,0-1 0 0 0,0 1 0 0 0,0 0 0 0 0,0 0 0 0 0,0-1 0 0 0,0 1 0 0 0,0 0 0 0 0,0 0 0 0 0,0 0 0 0 0,1 0 0 0 0,0-1 0 0 0,36-21 51 0 0,-3 2 23 0 0,-26 12 28 0 0,-1 1-1 0 0,0-1 1 0 0,0 0 0 0 0,-1-1-1 0 0,0 0 1 0 0,0 0 0 0 0,-1-1-1 0 0,-1 1 1 0 0,0-1 0 0 0,0 0-1 0 0,-1-1 1 0 0,-1 1-1 0 0,4-18 1 0 0,-6 23-34 0 0,0-1 0 0 0,0 0 0 0 0,0 0 0 0 0,-1 0 0 0 0,0 0 0 0 0,-1 0 0 0 0,0 0 0 0 0,0 1 0 0 0,0-1 0 0 0,-1 0 0 0 0,0 0 0 0 0,0 1 0 0 0,0 0 0 0 0,-1-1 0 0 0,0 1 0 0 0,0 0 0 0 0,-1 0 0 0 0,0 0 0 0 0,0 1 0 0 0,0-1 0 0 0,-1 1 0 0 0,1 0 0 0 0,-1 0 0 0 0,-7-4 0 0 0,6 5-44 0 0,0 1 1 0 0,0-1 0 0 0,0 1-1 0 0,-1 1 1 0 0,1-1 0 0 0,-1 1-1 0 0,0 1 1 0 0,-9-3 0 0 0,-2 0-4 0 0,13 3-98 0 0,1-1 1 0 0,-1 0-1 0 0,1 1 1 0 0,-1 0-1 0 0,1 0 0 0 0,-1 1 1 0 0,0-1-1 0 0,1 1 1 0 0,-1 0-1 0 0,0 0 0 0 0,0 1 1 0 0,1-1-1 0 0,-1 1 1 0 0,0 0-1 0 0,1 0 1 0 0,-1 0-1 0 0,-7 4 0 0 0,12-5 63 0 0,0 1-1 0 0,-1-1 0 0 0,1 0 1 0 0,0 0-1 0 0,0 0 1 0 0,0 0-1 0 0,-1 1 0 0 0,1-1 1 0 0,0 0-1 0 0,0 0 0 0 0,0 0 1 0 0,0 1-1 0 0,-1-1 0 0 0,1 0 1 0 0,0 0-1 0 0,0 0 1 0 0,0 1-1 0 0,0-1 0 0 0,0 0 1 0 0,0 0-1 0 0,0 1 0 0 0,0-1 1 0 0,0 0-1 0 0,0 1 0 0 0,0-1 1 0 0,0 0-1 0 0,0 0 1 0 0,0 1-1 0 0,0-1 0 0 0,0 0 1 0 0,0 0-1 0 0,0 1 0 0 0,0-1 1 0 0,0 0-1 0 0,0 0 0 0 0,0 1 1 0 0,0-1-1 0 0,0 0 1 0 0,1 0-1 0 0,-1 0 0 0 0,0 1 1 0 0,0-1-1 0 0,0 0 0 0 0,0 0 1 0 0,1 0-1 0 0,-1 1 0 0 0,0-1 1 0 0,0 0-1 0 0,0 0 1 0 0,1 0-1 0 0,-1 0 0 0 0,0 0 1 0 0,0 0-1 0 0,1 1 0 0 0,-1-1 1 0 0,0 0-1 0 0,1 0 0 0 0,15 7-501 0 0,-14-6 327 0 0,38 36-6495 0 0,-14-24 3669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1361 0 0,'0'8'2961'0'0,"-30"4"-160"0"0,30-5-800 0 0,0-1-640 0 0,30-6-2242 0 0,0 0-1200 0 0,-30-6-480 0 0,30-1 80 0 0,-30 1 320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45 2001 0 0,'0'0'2801'0'0,"-30"0"1841"0"0,0 0-3921 0 0,60 0-961 0 0,-30-6-561 0 0,0 0-800 0 0,0 0-640 0 0,0-7-160 0 0,0-1 160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2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3041 0 0,'0'8'4242'0'0,"0"11"-2321"0"0,0-7-1921 0 0,30 1-480 0 0,-30-1-160 0 0,30 7-481 0 0,-30 0-1040 0 0,0-5-400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181 153 2561 0 0,'-25'-5'4362'0'0,"20"4"-2321"0"0,4 2-2029 0 0,1 0 0 0 0,-1 0 0 0 0,0 0 0 0 0,0 0-1 0 0,0 0 1 0 0,0-1 0 0 0,0 1 0 0 0,0 0 0 0 0,0 0 0 0 0,0-1 0 0 0,0 1-1 0 0,-1-1 1 0 0,1 1 0 0 0,0-1 0 0 0,0 0 0 0 0,-1 1 0 0 0,1-1 0 0 0,0 0-1 0 0,-2 1 1 0 0,1-1 5 0 0,-3 5-84 0 0,5-4 120 0 0,69-15 414 0 0,-39 9-352 0 0,1-2 1 0 0,50-17 0 0 0,-16-7 19 0 0,-51 23-52 0 0,0 1 0 0 0,0 1 0 0 0,25-8 0 0 0,-20 14 166 0 0,-15 1-240 0 0,0-1-1 0 0,1 0 1 0 0,-1 0-1 0 0,1 0 0 0 0,-1 0 1 0 0,0-1-1 0 0,1 1 1 0 0,-1-1-1 0 0,9-3 0 0 0,-11 3-46 0 0,-1 0 4 0 0,0 1 0 0 0,1-1 0 0 0,-1 0 0 0 0,1 1 0 0 0,-1-1 0 0 0,1 1 0 0 0,0 0 0 0 0,-1-1 0 0 0,1 1 0 0 0,-1 0 0 0 0,1 0 0 0 0,3 0 0 0 0,-7 1 113 0 0,1-1 1 0 0,-1 0-1 0 0,1 0 1 0 0,-1 0-1 0 0,1 0 0 0 0,-1 0 1 0 0,1 0-1 0 0,-1 0 0 0 0,1 0 1 0 0,0-1-1 0 0,-1 1 1 0 0,1 0-1 0 0,-1-1 0 0 0,1 1 1 0 0,-1-1-1 0 0,1 0 0 0 0,0 1 1 0 0,0-1-1 0 0,-2-1 0 0 0,-2 0 148 0 0,-261-26 984 0 0,240 27-1115 0 0,-135 0 585 0 0,160 1-697 0 0,-1 0 1 0 0,1 0-1 0 0,0 0 0 0 0,0 0 1 0 0,-1 0-1 0 0,1 0 0 0 0,0 1 1 0 0,0-1-1 0 0,0 1 1 0 0,0-1-1 0 0,0 1 0 0 0,-1-1 1 0 0,1 1-1 0 0,0-1 0 0 0,0 1 1 0 0,0 0-1 0 0,0 0 1 0 0,0-1-1 0 0,-1 3 0 0 0,2-2-16 0 0,-1 1-1 0 0,1-1 1 0 0,-1 0-1 0 0,1 1 1 0 0,-1-1-1 0 0,1 1 0 0 0,0-1 1 0 0,0 1-1 0 0,0-1 1 0 0,0 1-1 0 0,0-1 1 0 0,0 1-1 0 0,0-1 1 0 0,0 0-1 0 0,1 1 0 0 0,-1-1 1 0 0,1 1-1 0 0,-1-1 1 0 0,1 0-1 0 0,-1 1 1 0 0,1-1-1 0 0,0 0 1 0 0,1 2-1 0 0,6 12-64 0 0,0-1 1 0 0,2 0-1 0 0,14 18 0 0 0,-19-20 150 0 0,55-29-39 0 0,-48 14-6 0 0,27-6 16 0 0,1 1 0 0 0,81-5 0 0 0,25 19-104 0 0,-139-4 96 0 0,0-1-1 0 0,-1 1 1 0 0,1 0 0 0 0,0 1-1 0 0,-1-1 1 0 0,1 1 0 0 0,-1 1 0 0 0,8 5-1 0 0,-12-9 11 0 0,-1 1 0 0 0,1 0-1 0 0,-1 0 1 0 0,1 1 0 0 0,-1-1 0 0 0,0 0-1 0 0,1 0 1 0 0,-1 1 0 0 0,0-1-1 0 0,0 0 1 0 0,0 1 0 0 0,0 0 0 0 0,0-1-1 0 0,0 1 1 0 0,-1-1 0 0 0,1 1-1 0 0,0 0 1 0 0,-1 0 0 0 0,1-1 0 0 0,-1 1-1 0 0,0 0 1 0 0,0 0 0 0 0,1-1-1 0 0,-1 1 1 0 0,0 0 0 0 0,0 0 0 0 0,-1 0-1 0 0,1-1 1 0 0,0 1 0 0 0,-1 0-1 0 0,1 0 1 0 0,-1-1 0 0 0,1 1 0 0 0,-1 0-1 0 0,-1 1 1 0 0,-2 2 44 0 0,-1 0-1 0 0,1 0 1 0 0,-1 0-1 0 0,-1 0 1 0 0,1-1-1 0 0,-1 0 1 0 0,1 0-1 0 0,-1-1 1 0 0,0 1-1 0 0,0-1 1 0 0,-1-1-1 0 0,1 1 1 0 0,-1-1-1 0 0,1 0 1 0 0,-1-1 0 0 0,0 1-1 0 0,-8 0 1 0 0,-18 2-19 0 0,-68 0 0 0 0,93-4-71 0 0,-166-7-1717 0 0,150 5 703 0 0,1-2-1 0 0,-1 0 0 0 0,1-1 1 0 0,-36-14-1 0 0,54 17 460 0 0,1 0 0 0 0,0 0 0 0 0,0-1 0 0 0,0 0 0 0 0,0 1 0 0 0,1-1 0 0 0,-1-1-1 0 0,-5-5 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1 960 0 0,'0'13'2722'0'0,"0"-7"-1"0"0,0 0-400 0 0,0 2-480 0 0,0-3 560 0 0,0 1-1841 0 0,30-6-1840 0 0,0 0-1041 0 0,-30 6-1281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5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31 102 3922 0 0,'0'-13'4402'0'0,"0"-1"-2721"0"0,-30 14-1281 0 0,30-6-560 0 0,0 1 0 0 0,0-1 80 0 0,0-2-161 0 0,30 2-559 0 0,-30-7-1121 0 0,30-6-560 0 0,-30 7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6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35 2481 0 0,'9'-13'1315'0'0,"5"-9"1772"0"0,-8 23-1975 0 0,-5 15-997 0 0,-1-15-99 0 0,-1 0 0 0 0,1-1 0 0 0,-1 1 0 0 0,0 0 0 0 0,0-1 0 0 0,1 1 0 0 0,-1-1-1 0 0,0 1 1 0 0,0-1 0 0 0,1 0 0 0 0,-1 1 0 0 0,0-1 0 0 0,0 0 0 0 0,0 1 0 0 0,0-1-1 0 0,0 0 1 0 0,0 0 0 0 0,0 0 0 0 0,0 0 0 0 0,1 0 0 0 0,-1 0 0 0 0,0 0 0 0 0,0 0-1 0 0,0 0 1 0 0,0 0 0 0 0,0-1 0 0 0,-1 1 0 0 0,-4 0 406 0 0,1 0-208 0 0,-15 0-54 0 0,15 0-67 0 0,0 0-13 0 0,-17 0-42 0 0,0 2 0 0 0,0 1 0 0 0,0 0 1 0 0,0 1-1 0 0,-28 10 0 0 0,41-11-1 0 0,0 0 0 0 0,0 1 0 0 0,1 0 1 0 0,-1 0-1 0 0,1 0 0 0 0,0 1 0 0 0,0 1 1 0 0,0-1-1 0 0,1 1 0 0 0,0 1 0 0 0,0-1 1 0 0,1 1-1 0 0,-1 0 0 0 0,-9 16 0 0 0,14-16-35 0 0,0 1 0 0 0,0 0 1 0 0,1 0-1 0 0,0 1 0 0 0,0-1 0 0 0,1 0 0 0 0,0 0 0 0 0,1 0 0 0 0,0 0 0 0 0,0 0 0 0 0,0 1 0 0 0,4 10 0 0 0,6-1-7 0 0,1 0 1 0 0,0-1-1 0 0,29 31 1 0 0,-31-37-5 0 0,-2-2 2 0 0,1-1-1 0 0,-1 0 0 0 0,2 0 1 0 0,-1-1-1 0 0,1 0 0 0 0,0-1 0 0 0,1 0 1 0 0,12 5-1 0 0,4 2-3 0 0,-7-4-4 0 0,0-1 0 0 0,1-1 0 0 0,0-1 0 0 0,0-1 0 0 0,1-1 0 0 0,0-1 0 0 0,-1-1-1 0 0,1-1 1 0 0,0 0 0 0 0,0-2 0 0 0,0 0 0 0 0,0-2 0 0 0,-1-1 0 0 0,32-8 0 0 0,-47 10 3 0 0,0 0 1 0 0,1-1 0 0 0,-1 0 0 0 0,0 0-1 0 0,-1 0 1 0 0,1-1 0 0 0,0 0 0 0 0,-1 0-1 0 0,0 0 1 0 0,0 0 0 0 0,0-1 0 0 0,-1 0 0 0 0,1 0-1 0 0,-1-1 1 0 0,-1 1 0 0 0,1-1 0 0 0,-1 1-1 0 0,0-1 1 0 0,4-9 0 0 0,-2-1 43 0 0,-1 0 0 0 0,0 0 0 0 0,-2 0 0 0 0,1 0 0 0 0,-2 0 0 0 0,0-24 1 0 0,-1 31-3 0 0,0 1 1 0 0,0-1-1 0 0,-1 1 1 0 0,0-1-1 0 0,-1 1 1 0 0,0 0 0 0 0,-3-10-1 0 0,3 14-8 0 0,0 0 0 0 0,-1 0 0 0 0,1 0 0 0 0,-1 0 0 0 0,0 1 0 0 0,0-1 0 0 0,0 1 0 0 0,-1 0 0 0 0,1 0-1 0 0,-1 0 1 0 0,0 0 0 0 0,0 0 0 0 0,0 1 0 0 0,-7-4 0 0 0,-17-6 86 0 0,0 1 0 0 0,-1 1 0 0 0,-1 1 0 0 0,1 2 0 0 0,-1 1 0 0 0,-43-4-1 0 0,36 7-228 0 0,0 2-1 0 0,-1 1 0 0 0,1 2 1 0 0,-64 12-1 0 0,52 0-524 0 0,49-14 625 0 0,-1 0-1 0 0,1 0 0 0 0,0 0 1 0 0,0 0-1 0 0,0 0 0 0 0,-1 0 1 0 0,1 0-1 0 0,0 0 0 0 0,0 1 1 0 0,-1-1-1 0 0,1 0 1 0 0,0 0-1 0 0,0 0 0 0 0,0 0 1 0 0,0 1-1 0 0,-1-1 0 0 0,1 0 1 0 0,0 0-1 0 0,0 0 0 0 0,0 1 1 0 0,0-1-1 0 0,0 0 1 0 0,0 0-1 0 0,-1 1 0 0 0,1-1 1 0 0,0 0-1 0 0,0 0 0 0 0,0 1 1 0 0,0-1-1 0 0,0 0 0 0 0,0 0 1 0 0,0 1-1 0 0,0-1 1 0 0,0 0-1 0 0,0 0 0 0 0,0 1 1 0 0,0-1-1 0 0,0 0 0 0 0,0 0 1 0 0,1 1-1 0 0,17 8-1807 0 0,12-1-2252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1:49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424 239 1121 0 0,'20'3'1378'0'0,"8"0"553"0"0,-28-3-1813 0 0,1 0 0 0 0,-1 1 1 0 0,1-1-1 0 0,0 0 0 0 0,-1 0 0 0 0,1 0 0 0 0,-1 1 1 0 0,1-1-1 0 0,0 0 0 0 0,-1 1 0 0 0,1-1 1 0 0,-1 0-1 0 0,1 1 0 0 0,-1-1 0 0 0,1 1 1 0 0,-1-1-1 0 0,0 1 0 0 0,1-1 0 0 0,-1 1 1 0 0,1-1-1 0 0,-1 1 0 0 0,0-1 0 0 0,0 1 1 0 0,1-1-1 0 0,-1 1 0 0 0,0 0 0 0 0,0-1 1 0 0,0 1-1 0 0,1 0 0 0 0,-4 2-38 0 0,-1-1 0 0 0,1 0 0 0 0,-1 0 0 0 0,1-1-1 0 0,-1 1 1 0 0,0-1 0 0 0,1 0 0 0 0,-1 0 0 0 0,0 0 0 0 0,0 0 0 0 0,0-1 0 0 0,-4 1 0 0 0,-1 1 95 0 0,-4 1 55 0 0,1 1 0 0 0,-1 1 0 0 0,-17 9 0 0 0,-22 9 371 0 0,2 2 64 0 0,9-3-343 0 0,36-19-300 0 0,0 0 0 0 0,1 0-1 0 0,-1 0 1 0 0,1 1 0 0 0,0 0 0 0 0,0-1 0 0 0,0 1 0 0 0,0 1 0 0 0,1-1 0 0 0,-1 1 0 0 0,1-1 0 0 0,0 1 0 0 0,1 0-1 0 0,-1 0 1 0 0,1 0 0 0 0,-2 6 0 0 0,2-5 0 0 0,0 0-1 0 0,-1-1 0 0 0,1 0 1 0 0,-1 1-1 0 0,0-1 1 0 0,-1 0-1 0 0,1 0 0 0 0,-1-1 1 0 0,0 1-1 0 0,0-1 1 0 0,-1 0-1 0 0,1 0 1 0 0,-1 0-1 0 0,-5 3 0 0 0,1-3-11 0 0,8-4-9 0 0,0 0-1 0 0,0 0 1 0 0,0 1 0 0 0,0-1-1 0 0,0 0 1 0 0,0 1-1 0 0,0-1 1 0 0,0 1-1 0 0,0-1 1 0 0,0 1 0 0 0,0 0-1 0 0,1-1 1 0 0,-1 1-1 0 0,0 0 1 0 0,0-1-1 0 0,1 1 1 0 0,-1 0 0 0 0,0 0-1 0 0,1 0 1 0 0,-1 0-1 0 0,1 0 1 0 0,-1 0 0 0 0,1 0-1 0 0,-1 0 1 0 0,1 0-1 0 0,0 0 1 0 0,0 0-1 0 0,-1 2 1 0 0,1-2 4 0 0,0 0 0 0 0,0-1 0 0 0,0 1 1 0 0,0 0-1 0 0,0 0 0 0 0,-1 0 0 0 0,1 0 0 0 0,0-1 0 0 0,-1 1 1 0 0,1 0-1 0 0,0 0 0 0 0,-1-1 0 0 0,1 1 0 0 0,-1 0 0 0 0,1-1 0 0 0,-1 1 1 0 0,1 0-1 0 0,-1-1 0 0 0,0 1 0 0 0,1-1 0 0 0,-1 1 0 0 0,0-1 1 0 0,1 1-1 0 0,-1-1 0 0 0,0 1 0 0 0,-1 0 0 0 0,-5 5 56 0 0,13 4-34 0 0,-4-7-27 0 0,-15 3 0 0 0,12-5 5 0 0,1-1-1 0 0,-1 1 1 0 0,1-1 0 0 0,-1 1 0 0 0,1-1 0 0 0,-1 1 0 0 0,1 0-1 0 0,-1-1 1 0 0,1 1 0 0 0,0 0 0 0 0,-1-1 0 0 0,1 1-1 0 0,0 0 1 0 0,0 0 0 0 0,0-1 0 0 0,-1 1 0 0 0,1 0 0 0 0,0 0-1 0 0,0 0 1 0 0,0-1 0 0 0,0 1 0 0 0,0 0 0 0 0,0 0-1 0 0,0-1 1 0 0,1 2 0 0 0,-5 18-130 0 0,0-15 110 0 0,2-4 10 0 0,0 0 1 0 0,1 1 0 0 0,-1-1 0 0 0,0 1 0 0 0,1-1 0 0 0,0 1 0 0 0,-1 0 0 0 0,1-1 0 0 0,0 1-1 0 0,0 0 1 0 0,0 0 0 0 0,0 0 0 0 0,0 0 0 0 0,0 0 0 0 0,1 0 0 0 0,-1 0 0 0 0,1 0 0 0 0,-1 0-1 0 0,1 0 1 0 0,0 1 0 0 0,0-1 0 0 0,0 0 0 0 0,0 0 0 0 0,0 0 0 0 0,0 0 0 0 0,1 0 0 0 0,-1 0 0 0 0,1 1-1 0 0,0-1 1 0 0,-1 0 0 0 0,3 3 0 0 0,5 8 28 0 0,-6-11-21 0 0,0 1 0 0 0,0 0-1 0 0,-1 0 1 0 0,1 0 0 0 0,0 0 0 0 0,-1 1 0 0 0,0-1 0 0 0,0 0 0 0 0,0 0-1 0 0,0 1 1 0 0,-1-1 0 0 0,1 1 0 0 0,-1-1 0 0 0,0 6 0 0 0,0-3-8 0 0,0 0-1 0 0,0 0 1 0 0,1 1 0 0 0,0-1 0 0 0,0 0 0 0 0,1 0 0 0 0,0-1 0 0 0,0 1 0 0 0,0 0-1 0 0,1 0 1 0 0,-1-1 0 0 0,7 9 0 0 0,-4 8-8 0 0,0-3-1 0 0,45 26-132 0 0,9 3-13 0 0,-48-41 156 0 0,0 1 0 0 0,-1 1 0 0 0,0-1 0 0 0,10 13 0 0 0,10 10-130 0 0,-24-18 134 0 0,-2 2 51 0 0,2-11-49 0 0,0 0-1 0 0,-1 0 1 0 0,1 0-1 0 0,0-1 1 0 0,1 0-1 0 0,9 4 1 0 0,-9-5-13 0 0,-1 1 1 0 0,0-1 0 0 0,0 1-1 0 0,0 1 1 0 0,0-1 0 0 0,-1 1-1 0 0,0 0 1 0 0,7 6-1 0 0,-1 6-34 0 0,-10-13 40 0 0,1-1 1 0 0,-1 1 0 0 0,1-1 0 0 0,0 0 0 0 0,0 0-1 0 0,0 0 1 0 0,0 0 0 0 0,0 0 0 0 0,0 0 0 0 0,4 2-1 0 0,27 13 114 0 0,0-1-1 0 0,2-2 1 0 0,-1-1-1 0 0,72 16 0 0 0,-73-23-177 0 0,0-2 0 0 0,65 0 0 0 0,4 1 192 0 0,253 45 252 0 0,-262-36-271 0 0,-53-9-32 0 0,0-1 0 0 0,0-1 1 0 0,0-3-1 0 0,0-1 0 0 0,-1-2 1 0 0,1-2-1 0 0,48-11 0 0 0,-11 3 243 0 0,1 3 0 0 0,124 1 0 0 0,-27 3 150 0 0,-85 1-372 0 0,-53 3-177 0 0,0-1 0 0 0,0-2 1 0 0,0-1-1 0 0,57-18 0 0 0,-92 23 77 0 0,34-12-93 0 0,-34 12 90 0 0,-1 1 0 0 0,0-1-1 0 0,0 1 1 0 0,1-1 0 0 0,-1 0 0 0 0,0 1 0 0 0,0-1 0 0 0,0 0 0 0 0,0 0-1 0 0,1 0 1 0 0,-1 0 0 0 0,-1 0 0 0 0,1 0 0 0 0,0 0 0 0 0,0 0-1 0 0,0-1 1 0 0,0 1 0 0 0,-1 0 0 0 0,1 0 0 0 0,-1-1 0 0 0,1 0 0 0 0,-1 1 6 0 0,0 0 0 0 0,0 1 0 0 0,1-1 1 0 0,-1 0-1 0 0,0 1 0 0 0,0-1 1 0 0,0 1-1 0 0,1-1 0 0 0,-1 0 1 0 0,0 1-1 0 0,0-1 0 0 0,1 1 1 0 0,-1-1-1 0 0,1 1 0 0 0,-1-1 1 0 0,0 1-1 0 0,1-1 0 0 0,-1 1 1 0 0,1-1-1 0 0,-1 1 0 0 0,1 0 1 0 0,-1-1-1 0 0,1 1 0 0 0,0 0 1 0 0,-1-1-1 0 0,1 1 0 0 0,-1 0 1 0 0,1 0-1 0 0,0 0 0 0 0,-1-1 1 0 0,2 1-1 0 0,-1 0 4 0 0,0 0-1 0 0,-1 0 1 0 0,1 0-1 0 0,0-1 1 0 0,0 1-1 0 0,-1 0 1 0 0,1-1 0 0 0,0 1-1 0 0,0-1 1 0 0,-1 1-1 0 0,1-1 1 0 0,0 1-1 0 0,-1-1 1 0 0,1 1 0 0 0,-1-1-1 0 0,1 1 1 0 0,0-1-1 0 0,-1 0 1 0 0,1 1-1 0 0,-1-1 1 0 0,0 0 0 0 0,1 0-1 0 0,-1 1 1 0 0,0-1-1 0 0,1 0 1 0 0,-1 0-1 0 0,0 1 1 0 0,0-1 0 0 0,0 0-1 0 0,0 0 1 0 0,0 0-1 0 0,0-1 1 0 0,0 0 14 0 0,0-1 0 0 0,0 1 0 0 0,0 0 0 0 0,-1 0 0 0 0,1-1 0 0 0,-1 1 0 0 0,0 0 0 0 0,1 0 0 0 0,-1 0 0 0 0,0 0 0 0 0,-1-1 0 0 0,1 1 0 0 0,0 1 0 0 0,0-1 0 0 0,-4-3 0 0 0,4 3 0 0 0,-1 0-1 0 0,1 0 0 0 0,-1 1 0 0 0,1-1 0 0 0,0 0 0 0 0,0 0 0 0 0,0 0 1 0 0,0 0-1 0 0,0-1 0 0 0,1 1 0 0 0,-1 0 0 0 0,0 0 0 0 0,1-1 0 0 0,0 1 1 0 0,-1-4-1 0 0,1 3 1 0 0,0 1 0 0 0,0 0 1 0 0,-1-1-1 0 0,1 1 0 0 0,-1 0 0 0 0,1-1 1 0 0,-1 1-1 0 0,0 0 0 0 0,0 0 1 0 0,0 0-1 0 0,0-1 0 0 0,0 1 0 0 0,-1 0 1 0 0,-2-3-1 0 0,-7-12 76 0 0,-1-15 52 0 0,-11-16 34 0 0,4 22-85 0 0,12 17-58 0 0,0 0-1 0 0,1-1 1 0 0,-10-19 0 0 0,12 20-35 0 0,0-3 24 0 0,0 0-1 0 0,-1 0 0 0 0,0 0 0 0 0,-1 0 1 0 0,-1 1-1 0 0,0 0 0 0 0,0 1 0 0 0,-1-1 1 0 0,0 1-1 0 0,-1 1 0 0 0,-13-12 1 0 0,-10-9 54 0 0,-49-61 1 0 0,43 46-7 0 0,34 40-54 0 0,0-1 0 0 0,0 0 0 0 0,0 0-1 0 0,1 0 1 0 0,-3-9 0 0 0,4 11-7 0 0,1 0-1 0 0,-1 0 1 0 0,0 0 0 0 0,0 0-1 0 0,0 1 1 0 0,0-1 0 0 0,-1 1 0 0 0,0-1-1 0 0,1 1 1 0 0,-1 0 0 0 0,0 0-1 0 0,-5-3 1 0 0,-20-10 4 0 0,23 14-14 0 0,-1 0 0 0 0,1-1 0 0 0,0 0 0 0 0,1 0 0 0 0,-1 0 0 0 0,1-1 0 0 0,-1 0 0 0 0,1 0-1 0 0,-6-6 1 0 0,2 0 6 0 0,0 0 0 0 0,-1 0 0 0 0,0 1-1 0 0,-1 1 1 0 0,0-1 0 0 0,-1 2-1 0 0,-13-9 1 0 0,7 5 28 0 0,1-1-1 0 0,-22-20 1 0 0,-22-11 46 0 0,53 38-78 0 0,-1 1 0 0 0,1 0 0 0 0,-1 1 0 0 0,0 0-1 0 0,0 0 1 0 0,-8-1 0 0 0,-33-15 12 0 0,36 12 78 0 0,1 1 0 0 0,-28-10 0 0 0,15 7 5 0 0,-106-37 317 0 0,112 40-351 0 0,-1 0 0 0 0,-33-6 0 0 0,-30-9 55 0 0,-93-28 135 0 0,85 22-253 0 0,68 24 59 0 0,1 0-1 0 0,-30 0 1 0 0,-37-4 152 0 0,71 5-136 0 0,1 1 0 0 0,-28 1 0 0 0,29 1-8 0 0,0-1 0 0 0,0-1 0 0 0,-27-4 1 0 0,29 4-71 0 0,1-1 1 0 0,-1 2 0 0 0,1 0 0 0 0,-1 0-1 0 0,-14 3 1 0 0,-12 4-324 0 0,-44 13 0 0 0,48-10 579 0 0,-69 9-1 0 0,69-19 295 0 0,16 1-453 0 0,15-1 133 0 0,0 1-134 0 0,-13 2-12 0 0,-22 4-317 0 0,1 2 0 0 0,-65 22 0 0 0,102-30 228 0 0,0-1 0 0 0,1 0 0 0 0,-1 1 0 0 0,0 0 0 0 0,1-1-1 0 0,-1 1 1 0 0,0 0 0 0 0,1 0 0 0 0,-1 0 0 0 0,1 0 0 0 0,-1 0 0 0 0,1 0 0 0 0,0 0 0 0 0,-1 0 0 0 0,1 0 0 0 0,0 1 0 0 0,0-1-1 0 0,0 1 1 0 0,0-1 0 0 0,0 1 0 0 0,0-1 0 0 0,0 1 0 0 0,1 0 0 0 0,-1-1 0 0 0,0 1 0 0 0,1 0 0 0 0,-1-1 0 0 0,1 1 0 0 0,0 0-1 0 0,0 0 1 0 0,0-1 0 0 0,0 4 0 0 0,-5-5-152 0 0,-15-6-480 0 0,20 6 596 0 0,0 0 0 0 0,0 0 0 0 0,0 0 0 0 0,0 0-1 0 0,0 0 1 0 0,1 0 0 0 0,-1 0 0 0 0,0 0 0 0 0,0 0 0 0 0,0-1 0 0 0,0 1 0 0 0,0 0 0 0 0,1 0 0 0 0,-1 0 0 0 0,0 0 0 0 0,0 0-1 0 0,0 0 1 0 0,0-1 0 0 0,0 1 0 0 0,0 0 0 0 0,0 0 0 0 0,0 0 0 0 0,0 0 0 0 0,0-1 0 0 0,0 1 0 0 0,0 0 0 0 0,0 0 0 0 0,0 0-1 0 0,0-1 1 0 0,0 1 0 0 0,0 0 0 0 0,0 0 0 0 0,0 0 0 0 0,0 0 0 0 0,0-1 0 0 0,0 1 0 0 0,0 0 0 0 0,0 0 0 0 0,0 0 0 0 0,0 0 0 0 0,0-1-1 0 0,0 1 1 0 0,0 0 0 0 0,0 0 0 0 0,-1 0 0 0 0,1 0 0 0 0,0 0 0 0 0,0 0 0 0 0,0-1 0 0 0,0 1 0 0 0,0 0 0 0 0,0 0 0 0 0,-1 0-1 0 0,1 0 1 0 0,0 0 0 0 0,0 0 0 0 0,0 0 0 0 0,0 0 0 0 0,-1 0 0 0 0,1 0 0 0 0,0 0 0 0 0,1-1-198 0 0,54-42-8589 0 0,-25 24 5523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1681 0 0,'3'0'200'0'0,"-1"0"1"0"0,0 0-1 0 0,1 1 1 0 0,-1-2-1 0 0,0 1 1 0 0,1 0-1 0 0,-1 0 1 0 0,0-1-1 0 0,1 1 1 0 0,-1-1-1 0 0,0 0 1 0 0,0 1-1 0 0,0-1 1 0 0,1 0-1 0 0,-1 0 1 0 0,0-1-1 0 0,0 1 1 0 0,0 0-1 0 0,-1-1 1 0 0,1 1-1 0 0,0-1 1 0 0,0 0-1 0 0,-1 1 1 0 0,3-4 0 0 0,-3 0 126 0 0,1 0 1 0 0,-1-1 0 0 0,0 1 0 0 0,0 0 0 0 0,0-1 0 0 0,-1 1-1 0 0,0-1 1 0 0,-1-9 0 0 0,1-7-328 0 0,-1 17 16 0 0,1 0 0 0 0,0 0-1 0 0,0 0 1 0 0,0 0 0 0 0,1 0 0 0 0,0 0-1 0 0,0 0 1 0 0,0 0 0 0 0,0 0-1 0 0,1 1 1 0 0,0-1 0 0 0,0 0-1 0 0,0 1 1 0 0,0-1 0 0 0,1 1 0 0 0,5-6-1 0 0,-4-8-3 0 0,-4 17-10 0 0,0 1 0 0 0,0-1 1 0 0,0 1-1 0 0,0-1 0 0 0,-1 1 0 0 0,1-1 0 0 0,0 1 1 0 0,1-1-1 0 0,-1 1 0 0 0,0-1 0 0 0,0 1 0 0 0,0-1 1 0 0,0 1-1 0 0,0-1 0 0 0,0 1 0 0 0,1-1 0 0 0,-1 1 1 0 0,0-1-1 0 0,0 1 0 0 0,1-1 0 0 0,-1 1 0 0 0,0 0 1 0 0,1-1-1 0 0,-1 1 0 0 0,0-1 0 0 0,1 1 0 0 0,-1 0 1 0 0,0-1-1 0 0,1 1 0 0 0,0 0 0 0 0,19-1 25 0 0,-20 1-24 0 0,1 0 0 0 0,-1 0 0 0 0,0 0 0 0 0,1 0 0 0 0,-1 0 0 0 0,0 1 0 0 0,1-1 1 0 0,-1 0-1 0 0,0 0 0 0 0,0 1 0 0 0,1-1 0 0 0,-1 0 0 0 0,0 0 0 0 0,0 1 0 0 0,1-1 0 0 0,-1 0 0 0 0,0 0 0 0 0,0 1 0 0 0,0-1 0 0 0,1 0 0 0 0,-1 1 1 0 0,0-1-1 0 0,0 0 0 0 0,0 1 0 0 0,0-1 0 0 0,0 1 0 0 0,0-1 0 0 0,0 0 0 0 0,0 1 0 0 0,0-1 0 0 0,0 0 0 0 0,0 1 0 0 0,0-1 0 0 0,0 0 0 0 0,0 1 1 0 0,0-1-1 0 0,0 1 0 0 0,0-1 0 0 0,0 0 0 0 0,-1 1 0 0 0,1 2 18 0 0,0 300 2006 0 0,0-295-2001 0 0,0 1-1 0 0,1-1 1 0 0,-1 1 0 0 0,2-1-1 0 0,-1 1 1 0 0,2-1-1 0 0,-1 0 1 0 0,1 0-1 0 0,0 0 1 0 0,0 0-1 0 0,9 14 1 0 0,6 14-99 0 0,-15-29 89 0 0,0 0 0 0 0,0 0 0 0 0,1 0 0 0 0,-1-1 0 0 0,1 0 1 0 0,1 1-1 0 0,6 6 0 0 0,-9-11-138 0 0,0-1 1 0 0,0 0 0 0 0,0 0-1 0 0,0 0 1 0 0,0 0-1 0 0,0 0 1 0 0,0 0-1 0 0,0-1 1 0 0,0 1 0 0 0,1-1-1 0 0,-1 1 1 0 0,0-1-1 0 0,0 0 1 0 0,0 0-1 0 0,1 0 1 0 0,-1 0 0 0 0,0 0-1 0 0,0 0 1 0 0,1-1-1 0 0,-1 1 1 0 0,0-1 0 0 0,0 0-1 0 0,0 1 1 0 0,0-1-1 0 0,0 0 1 0 0,0 0-1 0 0,0 0 1 0 0,0-1 0 0 0,0 1-1 0 0,2-3 1 0 0,26-20-3788 0 0,0-5-573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0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8 960 0 0,'1'2'3153'0'0,"-8"1"-2437"0"0,-78 13 3219 0 0,81-15-3882 0 0,0 0 0 0 0,1 0 0 0 0,-1 0 1 0 0,1 1-1 0 0,-1 0 0 0 0,1 0 0 0 0,0 0 0 0 0,-1 0 0 0 0,1 0 1 0 0,0 1-1 0 0,0-1 0 0 0,1 1 0 0 0,-4 3 0 0 0,-36 47 724 0 0,42-52-770 0 0,-9 11 145 0 0,1 1 0 0 0,0-1 0 0 0,1 2 0 0 0,0-1 1 0 0,-5 17-1 0 0,11-26-108 0 0,0 0 0 0 0,0 0 1 0 0,0 0-1 0 0,1 0 0 0 0,-1 0 1 0 0,1 0-1 0 0,0 0 0 0 0,1 0 0 0 0,-1 0 1 0 0,1 0-1 0 0,-1 0 0 0 0,1-1 1 0 0,0 1-1 0 0,1 0 0 0 0,-1 0 1 0 0,0 0-1 0 0,1-1 0 0 0,0 1 0 0 0,0-1 1 0 0,0 1-1 0 0,1-1 0 0 0,-1 0 1 0 0,1 0-1 0 0,4 4 0 0 0,2 1 10 0 0,0 0 0 0 0,1-1-1 0 0,0-1 1 0 0,0 0 0 0 0,0 0-1 0 0,1-1 1 0 0,0 0 0 0 0,0-1 0 0 0,21 6-1 0 0,-3-4 39 0 0,1-1 1 0 0,45 2-1 0 0,-54-6-153 0 0,0-1 0 0 0,1 0-1 0 0,-1-2 1 0 0,0 0 0 0 0,0-2 0 0 0,0 0 0 0 0,0-2-1 0 0,-1 0 1 0 0,1-1 0 0 0,-2-1 0 0 0,1-1 0 0 0,-1 0-1 0 0,-1-2 1 0 0,1 0 0 0 0,-2-1 0 0 0,22-19 0 0 0,-33 26 22 0 0,0 0 0 0 0,-1 0 0 0 0,0-1 1 0 0,0 0-1 0 0,0 0 0 0 0,-1 0 1 0 0,0-1-1 0 0,0 1 0 0 0,-1-1 1 0 0,1 0-1 0 0,-1 0 0 0 0,-1 0 1 0 0,1 0-1 0 0,-1-1 0 0 0,-1 1 1 0 0,1 0-1 0 0,-1-1 0 0 0,-1 0 1 0 0,0-10-1 0 0,1 13 16 0 0,-1 1 1 0 0,-1-1-1 0 0,1 1 1 0 0,-1-1 0 0 0,1 1-1 0 0,-1-1 1 0 0,-1 1-1 0 0,1-1 1 0 0,-1 1-1 0 0,0 0 1 0 0,1-1-1 0 0,-2 1 1 0 0,1 0-1 0 0,0 0 1 0 0,-1 1-1 0 0,0-1 1 0 0,0 0 0 0 0,-3-2-1 0 0,0 1-4 0 0,0 1 1 0 0,0 0-1 0 0,-1 1 0 0 0,1-1 1 0 0,-1 1-1 0 0,0 0 0 0 0,0 1 1 0 0,0 0-1 0 0,0 0 0 0 0,0 0 1 0 0,-8 0-1 0 0,6 0-70 0 0,0 1-1 0 0,-1 1 1 0 0,1-1 0 0 0,0 2 0 0 0,0-1 0 0 0,0 1 0 0 0,0 0-1 0 0,0 1 1 0 0,0 0 0 0 0,0 1 0 0 0,0 0 0 0 0,1 0-1 0 0,-1 1 1 0 0,1 0 0 0 0,0 0 0 0 0,0 1 0 0 0,1 0-1 0 0,-1 0 1 0 0,1 1 0 0 0,-7 7 0 0 0,-37 34-2264 0 0,16-2-1801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0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21 720 0 0,'-1'-1'147'0'0,"0"0"0"0"0,0 0-1 0 0,1 0 1 0 0,-1 0 0 0 0,0 0-1 0 0,0 1 1 0 0,-1-1 0 0 0,1 0-1 0 0,0 1 1 0 0,0-1-1 0 0,0 1 1 0 0,0-1 0 0 0,-1 1-1 0 0,1-1 1 0 0,0 1 0 0 0,0 0-1 0 0,-1 0 1 0 0,1-1 0 0 0,0 1-1 0 0,0 0 1 0 0,-1 0 0 0 0,-1 1-1 0 0,-4-2 350 0 0,-20-3 14 0 0,0 1 1 0 0,0 2-1 0 0,-1 0 1 0 0,1 2-1 0 0,0 1 1 0 0,0 1 0 0 0,0 2-1 0 0,0 0 1 0 0,1 2-1 0 0,-26 10 1 0 0,48-16-493 0 0,0 1 0 0 0,0 0 1 0 0,0 0-1 0 0,0 0 1 0 0,0 0-1 0 0,1 0 0 0 0,-1 1 1 0 0,1 0-1 0 0,0 0 1 0 0,0 0-1 0 0,0 0 0 0 0,0 0 1 0 0,0 0-1 0 0,1 1 1 0 0,-1-1-1 0 0,1 1 0 0 0,0 0 1 0 0,-3 7-1 0 0,-3 5 60 0 0,-1-1-30 0 0,7-13-33 0 0,0 1-1 0 0,1-1 1 0 0,-1 1 0 0 0,1 0-1 0 0,-1-1 1 0 0,1 1 0 0 0,0 0-1 0 0,0 0 1 0 0,0 0 0 0 0,0 0-1 0 0,0 0 1 0 0,1 0-1 0 0,-1 0 1 0 0,1 0 0 0 0,0 0-1 0 0,0 1 1 0 0,0-1 0 0 0,0 0-1 0 0,1 0 1 0 0,-1 0 0 0 0,1 0-1 0 0,0 0 1 0 0,2 5 0 0 0,4 5 67 0 0,0-2 1 0 0,1 1 0 0 0,1-1 0 0 0,0 0-1 0 0,0-1 1 0 0,1 0 0 0 0,0 0-1 0 0,1-1 1 0 0,0-1 0 0 0,0 0-1 0 0,1 0 1 0 0,0-1 0 0 0,0-1 0 0 0,26 11-1 0 0,-22-13 26 0 0,-1 0 0 0 0,1-1 0 0 0,-1-1 0 0 0,1-1 0 0 0,0 0 0 0 0,0-1 0 0 0,0 0 0 0 0,-1-1 0 0 0,1-1 0 0 0,29-7-1 0 0,-43 7-77 0 0,1 1 0 0 0,0 0-1 0 0,0-1 1 0 0,-1 1 0 0 0,1-1-1 0 0,-1 0 1 0 0,1 0-1 0 0,-1 0 1 0 0,0 0 0 0 0,0 0-1 0 0,0 0 1 0 0,0-1-1 0 0,0 1 1 0 0,0-1 0 0 0,0 0-1 0 0,-1 1 1 0 0,0-1 0 0 0,1 0-1 0 0,-1 0 1 0 0,0 0-1 0 0,0 0 1 0 0,-1 0 0 0 0,1 0-1 0 0,-1 0 1 0 0,1 0-1 0 0,-1 0 1 0 0,0 0 0 0 0,0 0-1 0 0,0 0 1 0 0,-1 0 0 0 0,1 0-1 0 0,-2-5 1 0 0,0-2 52 0 0,0 0 1 0 0,0 1 0 0 0,-1-1-1 0 0,-1 0 1 0 0,1 1-1 0 0,-2 0 1 0 0,1 0 0 0 0,-9-13-1 0 0,3 11-18 0 0,-1-1-1 0 0,0 2 0 0 0,0-1 0 0 0,-1 1 1 0 0,-23-14-1 0 0,29 20-226 0 0,1 0 0 0 0,-1 1 0 0 0,0-1 0 0 0,0 1 0 0 0,-1 1 0 0 0,1-1 0 0 0,-1 1 0 0 0,1 0 0 0 0,-1 1 0 0 0,0-1 0 0 0,0 1 0 0 0,1 1 1 0 0,-1-1-1 0 0,0 1 0 0 0,-9 1 0 0 0,16-1 86 0 0,0 0 1 0 0,0 0 0 0 0,-1 0 0 0 0,1 0 0 0 0,0 1-1 0 0,0-1 1 0 0,-1 0 0 0 0,1 0 0 0 0,0 0 0 0 0,0 0-1 0 0,-1 0 1 0 0,1 0 0 0 0,0 1 0 0 0,0-1 0 0 0,0 0-1 0 0,-1 0 1 0 0,1 0 0 0 0,0 1 0 0 0,0-1 0 0 0,0 0-1 0 0,0 0 1 0 0,-1 0 0 0 0,1 1 0 0 0,0-1 0 0 0,0 0-1 0 0,0 0 1 0 0,0 1 0 0 0,0-1 0 0 0,0 0 0 0 0,0 1-1 0 0,0-1 1 0 0,0 0 0 0 0,0 0 0 0 0,0 1 0 0 0,0-1 0 0 0,0 0-1 0 0,0 0 1 0 0,0 1 0 0 0,0-1 0 0 0,0 0 0 0 0,0 0-1 0 0,0 1 1 0 0,0-1 0 0 0,0 0 0 0 0,1 0 0 0 0,-1 1-1 0 0,0-1 1 0 0,0 0 0 0 0,0 0 0 0 0,0 0 0 0 0,1 1-1 0 0,-1-1 1 0 0,0 0 0 0 0,0 0 0 0 0,0 0 0 0 0,1 0-1 0 0,-1 1 1 0 0,0-1 0 0 0,0 0 0 0 0,1 0 0 0 0,-1 0-1 0 0,0 0 1 0 0,0 0 0 0 0,1 0 0 0 0,-1 0 0 0 0,8 2-807 0 0,1 0 0 0 0,-1-1 1 0 0,0 0-1 0 0,1-1 0 0 0,10 0 1 0 0,36 0-1506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2641 0 0,'-5'0'2348'0'0,"-23"-1"-1196"0"0,1 3 0 0 0,-1 0 0 0 0,1 1 0 0 0,-41 11 1 0 0,60-11-1071 0 0,0-1 0 0 0,0 1 1 0 0,0 1-1 0 0,1 0 1 0 0,0 0-1 0 0,-1 0 1 0 0,1 1-1 0 0,-12 10 0 0 0,16-11-46 0 0,0-1 0 0 0,-1 1 0 0 0,2 0-1 0 0,-1 0 1 0 0,0 0 0 0 0,1 0 0 0 0,0 1-1 0 0,0-1 1 0 0,0 1 0 0 0,0-1-1 0 0,1 1 1 0 0,0 0 0 0 0,0 0 0 0 0,0-1-1 0 0,0 1 1 0 0,1 9 0 0 0,0-6 66 0 0,1 0 0 0 0,0 0 0 0 0,1 1 0 0 0,0-1 0 0 0,0 0 0 0 0,1 0 0 0 0,0-1 1 0 0,0 1-1 0 0,1 0 0 0 0,-1-1 0 0 0,2 0 0 0 0,-1 0 0 0 0,1 0 0 0 0,0-1 0 0 0,1 1 0 0 0,-1-1 0 0 0,1 0 0 0 0,1-1 0 0 0,-1 0 1 0 0,12 8-1 0 0,-4-4 3 0 0,1 0 1 0 0,1-1 0 0 0,-1-1-1 0 0,1 0 1 0 0,0-1 0 0 0,1-1-1 0 0,-1 0 1 0 0,29 3 0 0 0,-18-4 10 0 0,1-2 1 0 0,0-1 0 0 0,34-3 0 0 0,-54 1-92 0 0,-1 0 0 0 0,0-1 1 0 0,0 0-1 0 0,0-1 0 0 0,0 1 1 0 0,0-1-1 0 0,-1-1 1 0 0,9-5-1 0 0,-13 9-16 0 0,0-1-1 0 0,-1 0 1 0 0,1 0 0 0 0,-1 0-1 0 0,1 0 1 0 0,-1 0 0 0 0,1 0 0 0 0,-1-1-1 0 0,0 1 1 0 0,0 0 0 0 0,1-1-1 0 0,-1 1 1 0 0,0-1 0 0 0,0 1-1 0 0,0-1 1 0 0,-1 0 0 0 0,1 1 0 0 0,0-1-1 0 0,0 0 1 0 0,-1 0 0 0 0,0 1-1 0 0,1-1 1 0 0,-1 0 0 0 0,0 0-1 0 0,0 0 1 0 0,1 0 0 0 0,-2 1 0 0 0,1-1-1 0 0,0 0 1 0 0,0 0 0 0 0,-1-2-1 0 0,-11-16 26 0 0,-1-1 1 0 0,-1 2-1 0 0,-1 0 0 0 0,0 1 0 0 0,-2 0 0 0 0,0 1 0 0 0,-1 1 0 0 0,-32-22 0 0 0,41 31-222 0 0,0 2-1 0 0,0-1 1 0 0,-1 1-1 0 0,0 1 1 0 0,0 0-1 0 0,0 0 1 0 0,0 1-1 0 0,-1 0 0 0 0,0 1 1 0 0,-19-2-1 0 0,16 4-963 0 0,0 0 0 0 0,0 0-1 0 0,-26 6 1 0 0,35-4-2743 0 0,5 2 2690 0 0,0 4-2365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1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3282 0 0,'-88'3'5322'0'0,"70"-2"-4735"0"0,1 1 0 0 0,0 1 0 0 0,0 1 0 0 0,1 0 0 0 0,-27 11 0 0 0,42-15-476 0 0,0 1-59 0 0,0-1-1 0 0,0 1 1 0 0,0-1-1 0 0,0 1 1 0 0,0-1-1 0 0,0 0 1 0 0,0 1-1 0 0,0-1 1 0 0,0 0-1 0 0,0 0 1 0 0,0 0-1 0 0,0 0 1 0 0,0 0-1 0 0,0 0 1 0 0,0 0-1 0 0,0 0 1 0 0,0 0-1 0 0,-1-1 1 0 0,-2-9 3366 0 0,9 10-3324 0 0,50 2-20 0 0,95 18 0 0 0,-76-9-2541 0 0,4-1-3912 0 0,-53-10 2911 0 0,-20-5 347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1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1 880 0 0,'0'5'2962'0'0,"-30"9"-481"0"0,30 11 0 0 0,0 32-400 0 0,0 1-800 0 0,0 6-161 0 0,0-7-560 0 0,0 1-240 0 0,0-14-79 0 0,-30-5-321 0 0,30-9-641 0 0,0-16-960 0 0,0-8-2400 0 0,30-18-3683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4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182 251 4562 0 0,'0'0'2361'0'0,"0"-1"-2311"0"0,0 1-1 0 0,1 0 1 0 0,-1-1-1 0 0,0 1 0 0 0,0 0 1 0 0,0-1-1 0 0,0 1 1 0 0,0 0-1 0 0,0-1 1 0 0,0 1-1 0 0,0-1 1 0 0,0 1-1 0 0,0 0 1 0 0,0-1-1 0 0,0 1 0 0 0,0 0 1 0 0,0-1-1 0 0,0 1 1 0 0,0 0-1 0 0,0-1 1 0 0,0 1-1 0 0,0-1 1 0 0,-1 1-1 0 0,1 0 1 0 0,0-1-1 0 0,0 1 0 0 0,0 0 1 0 0,-1 0-1 0 0,1-1 1 0 0,0 1-1 0 0,0 0 1 0 0,-1 0-1 0 0,1-1 1 0 0,0 1-1 0 0,-1 0 0 0 0,1 0 1 0 0,0 0-1 0 0,-1-1 1 0 0,1 1-1 0 0,-1 0 1 0 0,-19-5 43 0 0,20 5-81 0 0,-1 0 0 0 0,1-1 0 0 0,0 1 0 0 0,-1 0 0 0 0,1 0 0 0 0,0 0 1 0 0,-1 0-1 0 0,1 0 0 0 0,0-1 0 0 0,0 1 0 0 0,-1 0 0 0 0,1 0 0 0 0,0-1 0 0 0,0 1 0 0 0,-1 0 0 0 0,1 0 0 0 0,0-1 0 0 0,0 1 0 0 0,0 0 0 0 0,0-1 0 0 0,-1 1 0 0 0,1 0 0 0 0,0-1 0 0 0,0 1 0 0 0,0 0 0 0 0,0-1 1 0 0,0 1-1 0 0,0 0 0 0 0,0-1 0 0 0,0 1 0 0 0,0 0 0 0 0,0-1 0 0 0,0 1 0 0 0,0 0 0 0 0,0-1 0 0 0,-4-10 114 0 0,-2 8-100 0 0,5 3-23 0 0,0-1-1 0 0,0 1 1 0 0,0 0-1 0 0,0-1 0 0 0,0 1 1 0 0,0-1-1 0 0,0 1 1 0 0,0-1-1 0 0,0 1 0 0 0,1-1 1 0 0,-1 0-1 0 0,0 1 1 0 0,0-1-1 0 0,1 0 0 0 0,-1 0 1 0 0,0 1-1 0 0,1-1 1 0 0,-1 0-1 0 0,1 0 0 0 0,-1 0 1 0 0,1 0-1 0 0,-1 0 1 0 0,1 0-1 0 0,0 0 1 0 0,-1 0-1 0 0,1 0 0 0 0,0-1 1 0 0,0 0 2 0 0,-1 1 0 0 0,1 0 0 0 0,0 0 0 0 0,0-1 0 0 0,-1 1 0 0 0,1 0 0 0 0,-1 0 0 0 0,1 0 0 0 0,-1 0 0 0 0,1 0 0 0 0,-1-1 0 0 0,0 1 0 0 0,1 0 1 0 0,-1 0-1 0 0,0 1 0 0 0,0-1 0 0 0,0 0 0 0 0,0 0 0 0 0,0 0 0 0 0,0 1 0 0 0,0-1 0 0 0,-2-1 0 0 0,-5-4 39 0 0,-83-115 810 0 0,85 93-738 0 0,7 20-75 0 0,-1 19-25 0 0,0-10-16 0 0,0 0 0 0 0,0 0 0 0 0,1 0 0 0 0,-1 0-1 0 0,0 0 1 0 0,1 0 0 0 0,-1 0 0 0 0,0-1 0 0 0,1 1 0 0 0,-1 0 0 0 0,1 0 0 0 0,-1 0 0 0 0,1-1 0 0 0,0 1-1 0 0,-1 0 1 0 0,1-1 0 0 0,0 1 0 0 0,0 0 0 0 0,-1-1 0 0 0,1 1 0 0 0,0-1 0 0 0,0 1 0 0 0,0-1 0 0 0,1 1-1 0 0,8 7 17 0 0,20 60 51 0 0,-27-54-52 0 0,0 0 0 0 0,-1 0-1 0 0,-1 0 1 0 0,0 1 0 0 0,-1-1 0 0 0,-3 20 0 0 0,1 18 695 0 0,2-51-708 0 0,0-1 0 0 0,0 1-1 0 0,0-1 1 0 0,0 1 0 0 0,0-1 0 0 0,0 0 0 0 0,-1 1 0 0 0,1-1 0 0 0,0 1 0 0 0,0-1-1 0 0,-1 0 1 0 0,1 1 0 0 0,0-1 0 0 0,-1 0 0 0 0,1 1 0 0 0,0-1 0 0 0,-1 0 0 0 0,1 1 0 0 0,0-1-1 0 0,-1 0 1 0 0,1 0 0 0 0,-1 1 0 0 0,1-1 0 0 0,0 0 0 0 0,-1 0 0 0 0,1 0 0 0 0,-1 0 0 0 0,1 1-1 0 0,-1-1 1 0 0,1 0 0 0 0,-1 0 0 0 0,1 0 0 0 0,0 0 0 0 0,-1 0 0 0 0,1 0 0 0 0,-2-1 0 0 0,2 1-3 0 0,-1 0 1 0 0,0 0 0 0 0,1 0 0 0 0,-1 0 0 0 0,1 0 0 0 0,-1 0 0 0 0,0 1 0 0 0,1-1 0 0 0,-1 0 0 0 0,0 0 0 0 0,1 0 0 0 0,-1 1 0 0 0,1-1-1 0 0,-1 0 1 0 0,0 1 0 0 0,1-1 0 0 0,-1 0 0 0 0,1 1 0 0 0,-1-1 0 0 0,1 1 0 0 0,-1-1 0 0 0,1 0 0 0 0,-1 1 0 0 0,1-1 0 0 0,0 1-1 0 0,-1 0 1 0 0,1-1 0 0 0,0 1 0 0 0,-1-1 0 0 0,1 1 0 0 0,0 0 0 0 0,0-1 0 0 0,0 1 0 0 0,-1-1 0 0 0,1 1 0 0 0,0 0 0 0 0,0-1-1 0 0,0 2 1 0 0,-3 5-28 0 0,4-7 19 0 0,0 1-1 0 0,1 0 0 0 0,-1 0 1 0 0,0-1-1 0 0,1 1 0 0 0,-1 0 1 0 0,1-1-1 0 0,-1 0 1 0 0,0 1-1 0 0,1-1 0 0 0,-1 0 1 0 0,1 0-1 0 0,-1 1 0 0 0,1-1 1 0 0,-1 0-1 0 0,1-1 0 0 0,0 1 1 0 0,-1 0-1 0 0,0 0 1 0 0,1-1-1 0 0,1 0 0 0 0,33-3-3 0 0,-1-2 0 0 0,0-1-1 0 0,-1-2 1 0 0,0-1 0 0 0,34-16-1 0 0,-66 25 20 0 0,-1 1 1 0 0,1-1-1 0 0,0 0 0 0 0,0 0 0 0 0,-1 0 0 0 0,1 0 1 0 0,-1 0-1 0 0,1-1 0 0 0,-1 1 0 0 0,0 0 0 0 0,1-1 0 0 0,-1 1 1 0 0,0-1-1 0 0,0 1 0 0 0,0-1 0 0 0,0 1 0 0 0,0-1 0 0 0,0 0 1 0 0,1-2-1 0 0,0-38 47 0 0,-2 24-56 0 0,0 17 9 0 0,0-1 1 0 0,0 1-1 0 0,0-1 0 0 0,0 1 1 0 0,-1 0-1 0 0,1-1 1 0 0,0 1-1 0 0,-1-1 1 0 0,1 1-1 0 0,-1 0 0 0 0,1-1 1 0 0,-1 1-1 0 0,0 0 1 0 0,0 0-1 0 0,1-1 1 0 0,-1 1-1 0 0,0 0 0 0 0,0 0 1 0 0,0 0-1 0 0,0 0 1 0 0,0 0-1 0 0,-3-1 1 0 0,3 1 0 0 0,0 0 1 0 0,0 1-1 0 0,0-1 1 0 0,0 0-1 0 0,0 0 1 0 0,0 0-1 0 0,1 0 1 0 0,-1 0-1 0 0,0 0 1 0 0,0 0-1 0 0,1 0 0 0 0,-1 0 1 0 0,0-1-1 0 0,1 1 1 0 0,-1 0-1 0 0,1 0 1 0 0,0-1-1 0 0,-1 1 1 0 0,1 0-1 0 0,0 0 1 0 0,0-1-1 0 0,0-1 1 0 0,0 2-2 0 0,0 0 0 0 0,-1 0 0 0 0,1 0 1 0 0,0 1-1 0 0,0-1 0 0 0,-1 0 0 0 0,1 0 1 0 0,0 0-1 0 0,-1 0 0 0 0,1 1 0 0 0,-1-1 0 0 0,1 0 1 0 0,-1 1-1 0 0,1-1 0 0 0,-1 0 0 0 0,0 1 1 0 0,1-1-1 0 0,-1 0 0 0 0,0 1 0 0 0,1-1 0 0 0,-1 1 1 0 0,0 0-1 0 0,0-1 0 0 0,0 1 0 0 0,1-1 1 0 0,-1 1-1 0 0,0 0 0 0 0,0 0 0 0 0,0 0 0 0 0,0-1 1 0 0,0 1-1 0 0,1 0 0 0 0,-3 0 0 0 0,0 0 23 0 0,3 0-26 0 0,0-1 0 0 0,-1 1 0 0 0,1 0 0 0 0,0 0 0 0 0,0 0 0 0 0,0 0 0 0 0,0 0 0 0 0,0 0 0 0 0,0 0 0 0 0,0 0 0 0 0,0 0 0 0 0,-1 0 0 0 0,1 0 0 0 0,0 0 0 0 0,0 0 0 0 0,0 0 0 0 0,0 0 0 0 0,0 0 0 0 0,0 0 0 0 0,0 0 0 0 0,-1 0 0 0 0,1 0 0 0 0,0 0 0 0 0,0 0 0 0 0,0 0 0 0 0,0 0 0 0 0,0 0 0 0 0,0 0 0 0 0,-1 0 0 0 0,1 0 0 0 0,0 0 0 0 0,0 0 0 0 0,0 0 0 0 0,0 0 0 0 0,0 0 0 0 0,0 0 0 0 0,0 0 0 0 0,0 0 0 0 0,-1 0 0 0 0,1 1 0 0 0,0-1 0 0 0,0 0 0 0 0,0 0 0 0 0,0 0 0 0 0,0 0 0 0 0,0 0 0 0 0,0 0 0 0 0,0 0 0 0 0,0 0 0 0 0,0 1 0 0 0,0-1 0 0 0,0 0 0 0 0,0 0 0 0 0,0 0 0 0 0,0 0 0 0 0,0 0 0 0 0,0 0 0 0 0,0 1 0 0 0,0-1 0 0 0,0 0 0 0 0,0 0 0 0 0,0 0 0 0 0,0 0 0 0 0,0 0 0 0 0,0 0 0 0 0,5 8 39 0 0,5 7 85 0 0,0 1-1 0 0,-1 0 1 0 0,0 1 0 0 0,-2 0-1 0 0,0 0 1 0 0,-1 1 0 0 0,0 0-1 0 0,-2 0 1 0 0,0 0 0 0 0,2 23-1 0 0,0 31-1 0 0,-4 96-1 0 0,-3-99-886 0 0,1-62-704 0 0,0-14-390 0 0,0-2-491 0 0,0-4-2322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79 400 0 0,'0'-5'565'0'0,"0"-1"1"0"0,-1 1-1 0 0,1-1 0 0 0,-1 1 0 0 0,0 0 0 0 0,0 0 1 0 0,-1 0-1 0 0,0-1 0 0 0,-4-8 0 0 0,5 13-502 0 0,0 0-1 0 0,0 0 0 0 0,1 0 1 0 0,-1-1-1 0 0,0 1 1 0 0,0 0-1 0 0,0 1 1 0 0,-1-1-1 0 0,1 0 1 0 0,0 0-1 0 0,0 0 1 0 0,0 1-1 0 0,-1-1 1 0 0,1 0-1 0 0,0 1 0 0 0,-1-1 1 0 0,1 1-1 0 0,0 0 1 0 0,-1-1-1 0 0,1 1 1 0 0,-1 0-1 0 0,1 0 1 0 0,0 0-1 0 0,-1 0 1 0 0,1 0-1 0 0,-1 0 1 0 0,1 0-1 0 0,-1 1 0 0 0,1-1 1 0 0,0 0-1 0 0,-1 1 1 0 0,1-1-1 0 0,0 1 1 0 0,-1 0-1 0 0,1-1 1 0 0,0 1-1 0 0,0 0 1 0 0,0 0-1 0 0,-2 1 1 0 0,-73 36 710 0 0,58-23-404 0 0,0 0 0 0 0,-30 34 0 0 0,45-43-329 0 0,1 1-1 0 0,-1-1 0 0 0,2 1 0 0 0,-1-1 0 0 0,1 1 1 0 0,0 0-1 0 0,0-1 0 0 0,1 1 0 0 0,0 0 0 0 0,0 0 0 0 0,0-1 1 0 0,1 1-1 0 0,0 0 0 0 0,1 0 0 0 0,3 9 0 0 0,-3-10-21 0 0,1 0 0 0 0,0-1 0 0 0,0 0 0 0 0,1 1 0 0 0,-1-1 0 0 0,1-1 0 0 0,0 1 0 0 0,0 0 0 0 0,1-1-1 0 0,0 0 1 0 0,0 0 0 0 0,0 0 0 0 0,0-1 0 0 0,0 0 0 0 0,1 0 0 0 0,-1 0 0 0 0,1 0 0 0 0,0-1 0 0 0,0 0 0 0 0,0 0-1 0 0,0-1 1 0 0,0 0 0 0 0,0 0 0 0 0,0 0 0 0 0,0-1 0 0 0,9 0 0 0 0,9 0 46 0 0,0-1 0 0 0,0-2 0 0 0,0 0 0 0 0,0-1 0 0 0,26-9-1 0 0,-47 12-63 0 0,0 0 0 0 0,-1 0 0 0 0,1 0 0 0 0,-1 0 0 0 0,0 0 0 0 0,1-1 0 0 0,-1 1 0 0 0,0-1 0 0 0,0 0 0 0 0,3-2 0 0 0,7-5 0 0 0,-9 7-19 0 0,-1-1 0 0 0,1 1 0 0 0,-1-1 0 0 0,1 0 0 0 0,-1 1 0 0 0,0-1 0 0 0,0 0 0 0 0,0 0 0 0 0,0 0 0 0 0,-1-1 0 0 0,1 1 0 0 0,-1 0 0 0 0,0-1 0 0 0,1 1 0 0 0,-2-1 0 0 0,1 1 0 0 0,0-1 0 0 0,-1 1 0 0 0,0-5 0 0 0,1 5-26 0 0,-1 0-1 0 0,0 0 0 0 0,0 0 1 0 0,-1 0-1 0 0,1 0 1 0 0,0 0-1 0 0,-1 0 0 0 0,0 1 1 0 0,0-1-1 0 0,0 0 0 0 0,0 0 1 0 0,0 1-1 0 0,0-1 1 0 0,-1 0-1 0 0,0 1 0 0 0,1 0 1 0 0,-1-1-1 0 0,0 1 0 0 0,0 0 1 0 0,0 0-1 0 0,0 0 1 0 0,0 0-1 0 0,-1 0 0 0 0,-2-2 1 0 0,-5 0-755 0 0,-1 0 1 0 0,1 0-1 0 0,-1 1 0 0 0,-12-3 1 0 0,2 1-539 0 0,-14-6-1890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4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 1521 0 0,'-127'8'6057'0'0,"84"-4"-5151"0"0,33-3-686 0 0,0 1 0 0 0,-1 0 0 0 0,1 0-1 0 0,-11 5 1 0 0,-17 4 162 0 0,17-7-211 0 0,0 1 0 0 0,1 1 1 0 0,-33 14-1 0 0,47-17-136 0 0,-1 0 1 0 0,1 0 0 0 0,0 1-1 0 0,0 0 1 0 0,0 1-1 0 0,0-1 1 0 0,1 1-1 0 0,0 0 1 0 0,0 0-1 0 0,0 1 1 0 0,1 0-1 0 0,-1 0 1 0 0,1 0-1 0 0,1 0 1 0 0,-5 8-1 0 0,7-11-11 0 0,1 0 0 0 0,-1 0 0 0 0,1 0 0 0 0,-1 0 0 0 0,1 0-1 0 0,0-1 1 0 0,0 1 0 0 0,0 0 0 0 0,0 0 0 0 0,0 0-1 0 0,1 0 1 0 0,0 0 0 0 0,-1 0 0 0 0,1-1 0 0 0,0 1-1 0 0,0 0 1 0 0,0 0 0 0 0,1-1 0 0 0,-1 1 0 0 0,1-1 0 0 0,-1 1-1 0 0,1-1 1 0 0,4 4 0 0 0,3 4 125 0 0,1 0-1 0 0,1-1 1 0 0,18 13-1 0 0,-19-14-46 0 0,8 4 83 0 0,0 0 1 0 0,1-1-1 0 0,0 0 1 0 0,1-2-1 0 0,29 10 1 0 0,-37-15-115 0 0,1 0 1 0 0,0-1-1 0 0,0 0 1 0 0,0-1-1 0 0,1-1 0 0 0,-1 0 1 0 0,0-1-1 0 0,1 0 1 0 0,17-4-1 0 0,-30 4-62 0 0,1 0-1 0 0,-1 0 0 0 0,1 0 1 0 0,0-1-1 0 0,-1 1 0 0 0,1 0 1 0 0,-1-1-1 0 0,1 1 0 0 0,-1-1 1 0 0,0 0-1 0 0,1 0 0 0 0,-1 1 1 0 0,0-1-1 0 0,1 0 0 0 0,-1 0 1 0 0,0 0-1 0 0,0 0 0 0 0,0 0 1 0 0,0-1-1 0 0,0 1 0 0 0,0 0 1 0 0,0 0-1 0 0,0-1 0 0 0,0 1 1 0 0,0-1-1 0 0,-1 1 0 0 0,1-1 1 0 0,-1 1-1 0 0,1-1 0 0 0,-1 1 1 0 0,0-1-1 0 0,1 1 0 0 0,-1-1 1 0 0,0 1-1 0 0,0-1 0 0 0,0 0 1 0 0,0 1-1 0 0,0-1 0 0 0,-1-2 1 0 0,-19-24-362 0 0,-1 0 1 0 0,-2 2-1 0 0,-45-42 1 0 0,42 46-836 0 0,-1 1-1 0 0,-1 1 1 0 0,-46-23 0 0 0,34 19-2254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0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1841 0 0,'35'4'2328'0'0,"-34"-4"-2236"0"0,0 1-1 0 0,0-1 1 0 0,0 0-1 0 0,-1 0 1 0 0,1 0 0 0 0,0 0-1 0 0,0 0 1 0 0,0 0-1 0 0,0 0 1 0 0,0 0 0 0 0,0 0-1 0 0,-1-1 1 0 0,1 1-1 0 0,0 0 1 0 0,0 0 0 0 0,0-1-1 0 0,0 1 1 0 0,-1-1-1 0 0,1 1 1 0 0,0 0 0 0 0,0-1-1 0 0,-1 0 1 0 0,1 1-1 0 0,0-1 1 0 0,-1 1 0 0 0,1-1-1 0 0,-1 0 1 0 0,1 1-1 0 0,-1-1 1 0 0,1 0 0 0 0,-1 0-1 0 0,1 1 1 0 0,-1-2-1 0 0,0 1-43 0 0,0 0-1 0 0,0 0 0 0 0,0 1 0 0 0,1-1 0 0 0,-1 0 1 0 0,0 1-1 0 0,0-1 0 0 0,0 0 0 0 0,0 1 0 0 0,1-1 1 0 0,-1 0-1 0 0,0 1 0 0 0,1-1 0 0 0,-1 0 1 0 0,1 1-1 0 0,-1-1 0 0 0,0 0 0 0 0,1 1 0 0 0,-1-1 1 0 0,1 1-1 0 0,0-1 0 0 0,-1 1 0 0 0,1 0 0 0 0,-1-1 1 0 0,1 1-1 0 0,0-1 0 0 0,-1 1 0 0 0,2 0 0 0 0,-1-1-21 0 0,-1 1 0 0 0,1 0 0 0 0,0-1 0 0 0,0 1 0 0 0,-1-1 0 0 0,1 1 0 0 0,0-1 0 0 0,-1 1 0 0 0,1-1 0 0 0,0 1 0 0 0,-1-1 0 0 0,1 0-1 0 0,-1 1 1 0 0,1-1 0 0 0,-1 0 0 0 0,0 0 0 0 0,1 1 0 0 0,-1-1 0 0 0,0 0 0 0 0,1 0 0 0 0,-1 1 0 0 0,0-1 0 0 0,0 0 0 0 0,0 0 0 0 0,1 0 0 0 0,-1 1-1 0 0,0-1 1 0 0,0-1 0 0 0,0 0-6 0 0,0 1 0 0 0,0-1 1 0 0,0 1-1 0 0,0 0 0 0 0,0-1 0 0 0,1 1 0 0 0,-1 0 0 0 0,1-1 0 0 0,-1 1 0 0 0,1 0 0 0 0,-1 0 0 0 0,1 0 0 0 0,0-1 1 0 0,0 1-1 0 0,0 0 0 0 0,-1 0 0 0 0,1 0 0 0 0,0 0 0 0 0,0 0 0 0 0,2-1 0 0 0,-1 1 12 0 0,-1 0 0 0 0,0-1 0 0 0,1 1 0 0 0,-1 0 0 0 0,0 0 0 0 0,0-1 0 0 0,0 1 0 0 0,0-1 0 0 0,0 1 0 0 0,0-1 0 0 0,-1 0 0 0 0,1 1 0 0 0,0-1 0 0 0,-1 0 0 0 0,1 1 0 0 0,-1-1 0 0 0,0 0 0 0 0,1 0 0 0 0,-1 0 0 0 0,0-3 0 0 0,0 4-5 0 0,0-1-1 0 0,0 0 1 0 0,0 1-1 0 0,1-1 1 0 0,-1 1-1 0 0,1-1 1 0 0,-1 1-1 0 0,1 0 1 0 0,-1-1-1 0 0,1 1 1 0 0,0-1-1 0 0,0 1 1 0 0,0 0-1 0 0,0 0 1 0 0,0-1-1 0 0,0 1 1 0 0,0 0-1 0 0,0 0 1 0 0,0 0-1 0 0,0 0 1 0 0,2-1-1 0 0,2 0 9 0 0,-1-1 0 0 0,0 1 0 0 0,1 0 0 0 0,0 1 0 0 0,-1-1-1 0 0,1 1 1 0 0,5-1 0 0 0,1 0 0 0 0,0 1 0 0 0,0 0 0 0 0,0 0 0 0 0,0 2 0 0 0,0-1 0 0 0,15 4 0 0 0,-12-1 34 0 0,0 1-1 0 0,1 1 0 0 0,-2 1 1 0 0,1 0-1 0 0,-1 0 0 0 0,0 1 1 0 0,0 1-1 0 0,0 0 1 0 0,-1 1-1 0 0,-1 1 0 0 0,12 11 1 0 0,-15-13-21 0 0,-1-1-1 0 0,0 2 1 0 0,-1-1 0 0 0,0 1 0 0 0,-1 0 0 0 0,1 0 0 0 0,-2 0 0 0 0,1 1 0 0 0,-1 0 0 0 0,-1-1 0 0 0,0 2 0 0 0,0-1 0 0 0,-1 0 0 0 0,0 1 0 0 0,0 18 0 0 0,-2 0 41 0 0,-1-14-68 0 0,1 0 0 0 0,0 0 0 0 0,6 31 0 0 0,4-13-20 0 0,-7-22 10 0 0,1 0 0 0 0,-2 0 0 0 0,1 1 0 0 0,-2-1 0 0 0,1 16 0 0 0,-2-2 0 0 0,-1-16 1 0 0,0 1 0 0 0,2-1-1 0 0,-1 0 1 0 0,1 1 0 0 0,0-1-1 0 0,3 12 1 0 0,-1-11-9 0 0,1 0 0 0 0,-1 0-1 0 0,2 0 1 0 0,-1-1 0 0 0,1 0-1 0 0,1 1 1 0 0,0-2 0 0 0,0 1-1 0 0,13 13 1 0 0,-18-20-23 0 0,1-1 1 0 0,0 0-1 0 0,0 1 1 0 0,-1-1-1 0 0,1 0 0 0 0,0 0 1 0 0,0 0-1 0 0,0 0 1 0 0,0-1-1 0 0,0 1 0 0 0,1 0 1 0 0,-1-1-1 0 0,0 0 1 0 0,0 1-1 0 0,4-1 1 0 0,-6 0 23 0 0,1 0 1 0 0,0-1 0 0 0,0 1 0 0 0,0 0-1 0 0,-1-1 1 0 0,1 1 0 0 0,0 0 0 0 0,0-1 0 0 0,-1 1-1 0 0,1-1 1 0 0,0 1 0 0 0,0-1 0 0 0,-1 1 0 0 0,1-1-1 0 0,-1 0 1 0 0,1 1 0 0 0,-1-1 0 0 0,1 0 0 0 0,0-1-1 0 0,5-29 27 0 0,-5 16-31 0 0,0 0 0 0 0,1-1-1 0 0,1 1 1 0 0,4-15 0 0 0,4-24-12 0 0,-8 21-16 0 0,-2-55 1 0 0,1-23-28 0 0,-1 100 41 0 0,0 1-1 0 0,1 0 0 0 0,1-1 1 0 0,-1 1-1 0 0,2 0 0 0 0,-1 0 1 0 0,11-18-1 0 0,11-11-52 0 0,-25 38 61 0 0,1-1 0 0 0,-1 1-1 0 0,1-1 1 0 0,0 1-1 0 0,0-1 1 0 0,-1 1 0 0 0,1 0-1 0 0,0 0 1 0 0,0-1 0 0 0,0 1-1 0 0,1 0 1 0 0,-1 0-1 0 0,0 0 1 0 0,0 0 0 0 0,1 0-1 0 0,-1 1 1 0 0,0-1 0 0 0,1 0-1 0 0,-1 0 1 0 0,1 1-1 0 0,-1-1 1 0 0,1 1 0 0 0,2-1-1 0 0,-2 1-36 0 0,1 1 0 0 0,-1-1-1 0 0,0 1 1 0 0,0 0-1 0 0,0 0 1 0 0,1 0 0 0 0,-1 0-1 0 0,0 0 1 0 0,0 0-1 0 0,0 0 1 0 0,0 1 0 0 0,-1-1-1 0 0,3 3 1 0 0,-3-4 38 0 0,-1 1 0 0 0,1 0 0 0 0,0 0 0 0 0,-1-1 0 0 0,1 1 0 0 0,-1 0 0 0 0,0 0 0 0 0,1 0 0 0 0,-1-1 0 0 0,1 1 0 0 0,-1 0 0 0 0,0 0 0 0 0,0 0 0 0 0,0 0 0 0 0,1 0 0 0 0,-1 0 0 0 0,0 0 0 0 0,0 0 0 0 0,0 1 0 0 0,2 17 78 0 0,74 183 394 0 0,-64-160-352 0 0,-7-27-97 0 0,0 1 1 0 0,-1 0 0 0 0,-1 0 0 0 0,0 1-1 0 0,0 30 1 0 0,-4-36 9 0 0,0-9-23 0 0,1 1 0 0 0,-1-1 0 0 0,1 1-1 0 0,0-1 1 0 0,0 1 0 0 0,0 0 0 0 0,0-1 0 0 0,1 1 0 0 0,-1-1 0 0 0,1 1 0 0 0,-1-1 0 0 0,1 1 0 0 0,0-1 0 0 0,0 1 0 0 0,2 3 0 0 0,4 3 41 0 0,-9-11-48 0 0,1 1 19 0 0,0 0-1 0 0,0-1 1 0 0,0 1 0 0 0,0-1-1 0 0,0 1 1 0 0,0-1-1 0 0,1 1 1 0 0,-1-1 0 0 0,0 1-1 0 0,1-1 1 0 0,0 0-1 0 0,-1 1 1 0 0,1-1 0 0 0,0-2-1 0 0,-1-20 147 0 0,0 14-143 0 0,1 1-1 0 0,0-1 1 0 0,1 1-1 0 0,0 0 1 0 0,4-17-1 0 0,3-8 125 0 0,-2 0-1 0 0,-1-1 0 0 0,1-66 1 0 0,-6 100-152 0 0,0-1 1 0 0,1 1-1 0 0,-1-1 0 0 0,0 1 1 0 0,1 0-1 0 0,-1-1 1 0 0,1 1-1 0 0,-1-1 1 0 0,1 1-1 0 0,0 0 0 0 0,0-1 1 0 0,0 1-1 0 0,-1 0 1 0 0,1 0-1 0 0,0 0 0 0 0,1 0 1 0 0,-1 0-1 0 0,0 0 1 0 0,0 0-1 0 0,0 0 0 0 0,1 0 1 0 0,-1 0-1 0 0,0 0 1 0 0,1 1-1 0 0,-1-1 1 0 0,0 1-1 0 0,1-1 0 0 0,-1 1 1 0 0,1-1-1 0 0,-1 1 1 0 0,1 0-1 0 0,-1 0 0 0 0,1 0 1 0 0,-1 0-1 0 0,1 0 1 0 0,-1 0-1 0 0,1 0 0 0 0,-1 0 1 0 0,1 1-1 0 0,-1-1 1 0 0,1 1-1 0 0,-1-1 0 0 0,1 1 1 0 0,-1-1-1 0 0,0 1 1 0 0,1 0-1 0 0,-1 0 1 0 0,0-1-1 0 0,0 1 0 0 0,1 0 1 0 0,-1 0-1 0 0,0 0 1 0 0,0 1-1 0 0,0-1 0 0 0,0 0 1 0 0,0 0-1 0 0,0 2 1 0 0,9 12-2 0 0,-4-7 20 0 0,0 0-1 0 0,-1 1 1 0 0,0 0 0 0 0,0 0 0 0 0,-1 0 0 0 0,6 19-1 0 0,0 41 84 0 0,-5-48-54 0 0,-4-18-30 0 0,0 0-1 0 0,0 0 1 0 0,0 0-1 0 0,0 0 1 0 0,-1 0-1 0 0,0 0 1 0 0,1 0-1 0 0,-1 0 1 0 0,0 0-1 0 0,0 1 1 0 0,-1-1-1 0 0,1 0 1 0 0,-1 0-1 0 0,0 0 1 0 0,1 0-1 0 0,-1 0 1 0 0,-1 0-1 0 0,1 0 1 0 0,0-1-1 0 0,-2 4 1 0 0,1-2 20 0 0,1 0 0 0 0,0 0 1 0 0,0 1-1 0 0,1-1 0 0 0,-1 0 1 0 0,1 1-1 0 0,0-1 0 0 0,0 7 1 0 0,1-1 83 0 0,-1-10-111 0 0,-1-1 0 0 0,1 0-1 0 0,0 1 1 0 0,-1-1 0 0 0,1 1 0 0 0,0-1 0 0 0,-1 0 0 0 0,1 1 0 0 0,-1-1 0 0 0,1 1 0 0 0,0-1 0 0 0,-1 1 0 0 0,1 0 0 0 0,-1-1 0 0 0,0 1 0 0 0,1-1 0 0 0,-1 1 0 0 0,1 0 0 0 0,-1-1-1 0 0,0 1 1 0 0,1 0 0 0 0,-1 0 0 0 0,0 0 0 0 0,1-1 0 0 0,-1 1 0 0 0,0 0 0 0 0,1 0 0 0 0,-1 0 0 0 0,0 0 0 0 0,1 0 0 0 0,-1 0 0 0 0,0 0 0 0 0,1 0 0 0 0,-1 1 0 0 0,0-1-1 0 0,1 0 1 0 0,-1 0 0 0 0,0 0 0 0 0,1 1 0 0 0,-1-1 0 0 0,1 0 0 0 0,-1 1 0 0 0,1-1 0 0 0,-1 1 0 0 0,0-1 0 0 0,1 0 0 0 0,0 1 0 0 0,-1-1 0 0 0,1 1 0 0 0,-1 0 0 0 0,1-1 0 0 0,-1 1-1 0 0,1-1 1 0 0,0 1 0 0 0,0-1 0 0 0,-1 1 0 0 0,1 0 0 0 0,0 1 0 0 0,-1-20 100 0 0,0 13-91 0 0,1 0 0 0 0,0-1 1 0 0,0 1-1 0 0,0-1 0 0 0,1 1 1 0 0,0 0-1 0 0,0-1 0 0 0,3-8 1 0 0,16-19 0 0 0,-18 26-18 0 0,0 1-1 0 0,0 0 1 0 0,1 0 0 0 0,0 1-1 0 0,0-1 1 0 0,1 1 0 0 0,-1-1-1 0 0,1 1 1 0 0,1 0-1 0 0,-1 0 1 0 0,1 1 0 0 0,-1-1-1 0 0,1 1 1 0 0,11-7 0 0 0,-11 8-12 0 0,0-1 0 0 0,0 1-1 0 0,0 0 1 0 0,0 1 0 0 0,1-1 0 0 0,-1 1 0 0 0,1 0 0 0 0,0 0 0 0 0,8-1 0 0 0,-10 3 19 0 0,0 1 1 0 0,-1-1-1 0 0,1 1 1 0 0,0 0-1 0 0,0 0 1 0 0,-1 0-1 0 0,1 1 1 0 0,-1-1 0 0 0,1 1-1 0 0,-1 0 1 0 0,1 0-1 0 0,-1 0 1 0 0,0 1-1 0 0,0-1 1 0 0,0 1 0 0 0,0-1-1 0 0,-1 1 1 0 0,1 0-1 0 0,2 4 1 0 0,47 53 143 0 0,-2 2 1 0 0,44 73 0 0 0,-94-134-175 0 0,1 0-1 0 0,-1 1 1 0 0,0-1-1 0 0,1 0 1 0 0,-1 0 0 0 0,1 1-1 0 0,0-1 1 0 0,-1 0-1 0 0,1 0 1 0 0,0 0 0 0 0,0 0-1 0 0,0 0 1 0 0,0 0-1 0 0,-1 0 1 0 0,1 0 0 0 0,1 0-1 0 0,-1 0 1 0 0,0-1-1 0 0,0 1 1 0 0,0 0 0 0 0,0-1-1 0 0,0 1 1 0 0,1-1-1 0 0,-1 1 1 0 0,0-1 0 0 0,0 0-1 0 0,1 1 1 0 0,-1-1-1 0 0,0 0 1 0 0,2 0 0 0 0,-2-1-465 0 0,0-1 0 0 0,0 0 0 0 0,0 1 0 0 0,-1-1 0 0 0,1 0 0 0 0,-1 0 0 0 0,1 1 0 0 0,-1-1 0 0 0,1 0 0 0 0,-1 0 0 0 0,0 0 0 0 0,0 0 0 0 0,0 1 0 0 0,0-1 0 0 0,-1 0 0 0 0,0-3 0 0 0,1 2-491 0 0,0-17-2217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0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243 124 960 0 0,'31'0'959'0'0,"44"1"1460"0"0,0-3 1 0 0,100-16 0 0 0,-119 5-2087 0 0,100-37 1 0 0,-101 21-108 0 0,-55 29-220 0 0,0 0-1 0 0,-1-1 0 0 0,1 1 1 0 0,0 0-1 0 0,0 0 0 0 0,0 0 1 0 0,0 0-1 0 0,0 0 0 0 0,-1 0 1 0 0,1 0-1 0 0,0 0 0 0 0,0-1 1 0 0,0 1-1 0 0,0 0 0 0 0,0 0 1 0 0,-1 0-1 0 0,1 0 0 0 0,0 0 1 0 0,0-1-1 0 0,0 1 0 0 0,0 0 1 0 0,0 0-1 0 0,0 0 0 0 0,0 0 1 0 0,0-1-1 0 0,0 1 0 0 0,0 0 1 0 0,0 0-1 0 0,0 0 0 0 0,0-1 1 0 0,0 1-1 0 0,0 0 0 0 0,0 0 1 0 0,0 0-1 0 0,0-1 0 0 0,0 1 1 0 0,0 0-1 0 0,0 0 0 0 0,0 0 1 0 0,0 0-1 0 0,0-1 0 0 0,0 1 1 0 0,0 0-1 0 0,1 0 0 0 0,-1 0 1 0 0,0 0-1 0 0,0 0 0 0 0,0-1 1 0 0,0 1-1 0 0,0 0 0 0 0,0 0 1 0 0,1 0-1 0 0,-1 0 0 0 0,0 0 1 0 0,0 0-1 0 0,0 0 0 0 0,0-1 1 0 0,1 1-1 0 0,-1 0 0 0 0,-14-1 92 0 0,0-1 0 0 0,0 2 0 0 0,0 0 0 0 0,0 1-1 0 0,0 0 1 0 0,-20 5 0 0 0,-29 1 199 0 0,56-6-268 0 0,-124 14 403 0 0,115-12-407 0 0,0 1 0 0 0,1 1 0 0 0,-1 0 0 0 0,1 0 0 0 0,0 2 0 0 0,-21 12 0 0 0,-24 15-89 0 0,42-25 105 0 0,1 1-1 0 0,0 0 1 0 0,-17 14 0 0 0,18-12 9 0 0,-1-1 1 0 0,-25 13 0 0 0,26-16 50 0 0,1 0-1 0 0,1 1 0 0 0,-21 16 0 0 0,26-18-70 0 0,-1-1 0 0 0,0 0-1 0 0,0-1 1 0 0,0 0-1 0 0,-21 6 1 0 0,1 1-27 0 0,29-11-16 0 0,0 0 0 0 0,1-1 1 0 0,-1 1-1 0 0,1 0 0 0 0,-1 0 0 0 0,1 0 1 0 0,-1 0-1 0 0,1 0 0 0 0,-1 0 0 0 0,1 0 1 0 0,0 0-1 0 0,0 0 0 0 0,0 0 0 0 0,-1 0 1 0 0,1 0-1 0 0,0 0 0 0 0,0 0 0 0 0,0 0 1 0 0,0 0-1 0 0,1 0 0 0 0,-1 0 0 0 0,0 0 1 0 0,0 0-1 0 0,1 0 0 0 0,-1 0 1 0 0,0 0-1 0 0,1 0 0 0 0,-1 0 0 0 0,1 0 1 0 0,-1 0-1 0 0,1-1 0 0 0,1 2 0 0 0,24 12 60 0 0,1-2 0 0 0,1 0 0 0 0,0-2 0 0 0,43 9 0 0 0,35 14 98 0 0,-77-23-68 0 0,0-2 1 0 0,0-1 0 0 0,1-1-1 0 0,0-1 1 0 0,36 0 0 0 0,148-8 103 0 0,-106-8-260 0 0,-96 9-353 0 0,1-1 1 0 0,-1 0-1 0 0,0-1 1 0 0,0 0-1 0 0,0-1 1 0 0,13-7-1 0 0,-24 11 293 0 0,-1 1-1 0 0,1-1 1 0 0,-1 1-1 0 0,1-1 1 0 0,-1 1 0 0 0,1-1-1 0 0,-1 1 1 0 0,0-1-1 0 0,1 0 1 0 0,-1 1-1 0 0,0-1 1 0 0,0 0 0 0 0,0 1-1 0 0,1-1 1 0 0,-1 0-1 0 0,0 1 1 0 0,0-1 0 0 0,0 0-1 0 0,0 0 1 0 0,0 1-1 0 0,0-1 1 0 0,0 0-1 0 0,0 1 1 0 0,0-1 0 0 0,-1 0-1 0 0,1 1 1 0 0,0-1-1 0 0,0 0 1 0 0,-1 1 0 0 0,1-1-1 0 0,0 0 1 0 0,-1 1-1 0 0,1-1 1 0 0,0 1-1 0 0,-1-1 1 0 0,1 1 0 0 0,-2-1-1 0 0,-23-7-2620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2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223 511 560 0 0,'0'1'233'0'0,"0"-1"0"0"0,0 1 0 0 0,0 0 0 0 0,0 0 0 0 0,0 0 0 0 0,0-1 0 0 0,0 1 0 0 0,0 0 0 0 0,0 0 0 0 0,0-1 0 0 0,1 1 0 0 0,-1 0 0 0 0,0 0 0 0 0,1-1 0 0 0,-1 1 0 0 0,0 0 0 0 0,1-1 0 0 0,-1 1 0 0 0,1 0 0 0 0,-1-1 0 0 0,1 1 0 0 0,0 0 1 0 0,14 1 922 0 0,-11-2-1295 0 0,1 0 1459 0 0,0 0-1093 0 0,8-2-102 0 0,-13 2-118 0 0,0 0 0 0 0,0 1 0 0 0,1-1 0 0 0,-1 0 1 0 0,0 0-1 0 0,0 0 0 0 0,0 0 0 0 0,0 0 0 0 0,1 0 0 0 0,-1 0 0 0 0,0 0 1 0 0,0 0-1 0 0,0 0 0 0 0,0 0 0 0 0,1 0 0 0 0,-1 0 0 0 0,0 0 1 0 0,0 0-1 0 0,0 0 0 0 0,1 0 0 0 0,-1 0 0 0 0,0 0 0 0 0,0 0 0 0 0,0 0 1 0 0,0 0-1 0 0,1 0 0 0 0,-1 0 0 0 0,0 0 0 0 0,0 0 0 0 0,0 0 1 0 0,0 0-1 0 0,1 0 0 0 0,-1-1 0 0 0,0 1 0 0 0,0 0 0 0 0,0 0 0 0 0,0 0 1 0 0,0 0-1 0 0,1 0 0 0 0,-1-1 0 0 0,0 1 0 0 0,0 0 0 0 0,0 0 1 0 0,0 0-1 0 0,0 0 0 0 0,0-1 0 0 0,0 1 0 0 0,0 0 0 0 0,0 0 0 0 0,0 0 1 0 0,0 0-1 0 0,0-1 0 0 0,0 1 0 0 0,0 0 0 0 0,0 0 0 0 0,0 0 1 0 0,0-1-1 0 0,0 1 0 0 0,-6-2 24 0 0,5 1-5 0 0,0 1 1 0 0,0 0 0 0 0,0 0 0 0 0,0-1 0 0 0,0 1 0 0 0,0 0 0 0 0,0-1 0 0 0,0 1 0 0 0,1-1 0 0 0,-1 1 0 0 0,0-1 0 0 0,0 0 0 0 0,1 1 0 0 0,-1-1 0 0 0,0 0 0 0 0,1 1 0 0 0,-1-1 0 0 0,0 0-1 0 0,1 0 1 0 0,-1 0 0 0 0,1 1 0 0 0,0-1 0 0 0,-1 0 0 0 0,1 0 0 0 0,0 0 0 0 0,-1 0 0 0 0,1 0 0 0 0,0 0 0 0 0,0 0 0 0 0,0 0 0 0 0,0 0 0 0 0,0 0 0 0 0,0 0 0 0 0,0-2 0 0 0,0 0 10 0 0,-1 0 1 0 0,1 0-1 0 0,-1-1 1 0 0,0 1 0 0 0,1 0-1 0 0,-1 0 1 0 0,-1 0-1 0 0,1 0 1 0 0,0 0 0 0 0,-4-4-1 0 0,-7-20 123 0 0,9 13-89 0 0,0 1 0 0 0,1-1 0 0 0,1 1 0 0 0,1-1 0 0 0,0 0 0 0 0,3-24 1 0 0,-2 23-26 0 0,0 0 0 0 0,-1 0 0 0 0,0 0 0 0 0,-1 0 0 0 0,-3-15 0 0 0,-6-2 21 0 0,8 25-31 0 0,0 1 1 0 0,0-1-1 0 0,1 1 0 0 0,0-1 0 0 0,0 0 0 0 0,0-9 0 0 0,1 14-33 0 0,0 1 1 0 0,0-1-1 0 0,0 0 1 0 0,0 1-1 0 0,0-1 1 0 0,0 1-1 0 0,0-1 0 0 0,0 0 1 0 0,-1 1-1 0 0,1-1 1 0 0,-1 1-1 0 0,1-1 0 0 0,-1 1 1 0 0,1-1-1 0 0,-1 1 1 0 0,0-1-1 0 0,0 1 0 0 0,0 0 1 0 0,0-1-1 0 0,0 1 1 0 0,0 0-1 0 0,0 0 1 0 0,0 0-1 0 0,0 0 0 0 0,-1 0 1 0 0,1 0-1 0 0,0 0 1 0 0,-3-1-1 0 0,-1-1 5 0 0,5 3-3 0 0,0 0 0 0 0,0 0 0 0 0,-1 0 0 0 0,1 0 0 0 0,0-1 1 0 0,0 1-1 0 0,-1 0 0 0 0,1 0 0 0 0,0 0 0 0 0,0-1 0 0 0,-1 1 0 0 0,1 0 0 0 0,0 0 1 0 0,0-1-1 0 0,0 1 0 0 0,-1 0 0 0 0,1 0 0 0 0,0-1 0 0 0,0 1 0 0 0,0 0 1 0 0,0 0-1 0 0,0-1 0 0 0,0 1 0 0 0,0 0 0 0 0,0-1 0 0 0,0 1 0 0 0,0 0 0 0 0,0-1 1 0 0,0 1-1 0 0,0 0 0 0 0,0 0 0 0 0,0-1 0 0 0,0 1 0 0 0,0 0 0 0 0,0-1 1 0 0,0 1-1 0 0,0 0 0 0 0,0-1 0 0 0,0 1 0 0 0,0 0 0 0 0,1 0 0 0 0,-1-1 0 0 0,0 1 1 0 0,0 0-1 0 0,0 0 0 0 0,1-1 0 0 0,-1 1 0 0 0,0 0 0 0 0,0 0 0 0 0,1 0 1 0 0,-1-1-1 0 0,0 1 0 0 0,0 0 0 0 0,1 0 0 0 0,-1 0 0 0 0,22-11 351 0 0,-14 8-292 0 0,4-5 74 0 0,-9 6-110 0 0,1-1-1 0 0,-1 1 1 0 0,1 0 0 0 0,0 0-1 0 0,0 1 1 0 0,0-1-1 0 0,-1 1 1 0 0,6-1 0 0 0,4-1-8 0 0,17-3 26 0 0,0 1 1 0 0,0 1 0 0 0,0 1-1 0 0,53 3 1 0 0,-63 2 4 0 0,0-1 1 0 0,0 2-1 0 0,0 1 0 0 0,0 0 1 0 0,-1 2-1 0 0,0 0 0 0 0,0 1 0 0 0,-1 1 1 0 0,0 1-1 0 0,0 0 0 0 0,-1 1 1 0 0,22 17-1 0 0,-29-19 8 0 0,0 1 1 0 0,-1 0-1 0 0,0 0 0 0 0,0 1 0 0 0,-1 1 1 0 0,-1-1-1 0 0,0 1 0 0 0,9 18 1 0 0,-15-27-55 0 0,0 0 1 0 0,-1 0 0 0 0,1-1 0 0 0,-1 1 0 0 0,0 0 0 0 0,1 0 0 0 0,-1 0 0 0 0,0 0 0 0 0,0-1 0 0 0,0 1 0 0 0,0 0 0 0 0,-1 0-1 0 0,1 0 1 0 0,0 0 0 0 0,-1-1 0 0 0,0 1 0 0 0,1 0 0 0 0,-1 0 0 0 0,0-1 0 0 0,0 1 0 0 0,0 0 0 0 0,0-1 0 0 0,0 1 0 0 0,0-1-1 0 0,0 1 1 0 0,-3 1 0 0 0,-5 9-5 0 0,3-1-1 0 0,3-6 24 0 0,0 1 1 0 0,0-1 0 0 0,-1 0-1 0 0,0 0 1 0 0,0 0-1 0 0,0 0 1 0 0,-1-1 0 0 0,1 1-1 0 0,-1-1 1 0 0,0 0 0 0 0,0 0-1 0 0,-10 4 1 0 0,-22 9 124 0 0,-1-3 0 0 0,0-1 0 0 0,-1-1 0 0 0,-1-2 0 0 0,-60 6 0 0 0,53-9-145 0 0,-144 14 305 0 0,171-20-535 0 0,1-1 0 0 0,-1-1 0 0 0,1-1 0 0 0,0-1 0 0 0,0-1 0 0 0,0 0 0 0 0,-29-12 1 0 0,47 16 161 0 0,0 0 0 0 0,0-1 0 0 0,0 1 0 0 0,0 0 0 0 0,0-1 0 0 0,0 1 1 0 0,1-1-1 0 0,-1 1 0 0 0,0-1 0 0 0,0 1 0 0 0,1-1 0 0 0,-1 1 0 0 0,0-1 1 0 0,1 0-1 0 0,-1 0 0 0 0,0 1 0 0 0,1-1 0 0 0,-1 0 0 0 0,1 0 0 0 0,-1 0 1 0 0,1 1-1 0 0,0-1 0 0 0,-1 0 0 0 0,1 0 0 0 0,0 0 0 0 0,0 0 0 0 0,0 0 1 0 0,-1-1-1 0 0,2 1-73 0 0,-1-1-1 0 0,1 0 1 0 0,-1 0 0 0 0,1 1 0 0 0,0-1 0 0 0,0 0 0 0 0,0 1 0 0 0,-1-1-1 0 0,2 1 1 0 0,-1-1 0 0 0,0 1 0 0 0,0-1 0 0 0,3-1 0 0 0,5-5-963 0 0,1 0 0 0 0,-1 1 0 0 0,2 1 0 0 0,13-8 1 0 0,6 2-1756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3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1040 0 0,'38'-18'3489'0'0,"-36"18"-3334"0"0,-1-1 1 0 0,1 0-1 0 0,-1 0 1 0 0,1-1-1 0 0,-1 1 1 0 0,1 0-1 0 0,-1 0 1 0 0,0-1-1 0 0,0 1 1 0 0,1-1-1 0 0,-1 1 1 0 0,0-1-1 0 0,0 1 1 0 0,-1-1-1 0 0,1 0 1 0 0,0 1-1 0 0,0-1 1 0 0,0-2-1 0 0,-1 3-119 0 0,0 1 0 0 0,0-1 0 0 0,0 0-1 0 0,0 0 1 0 0,0 0 0 0 0,0 1 0 0 0,1-1 0 0 0,-1 0-1 0 0,0 1 1 0 0,1-1 0 0 0,-1 0 0 0 0,0 1-1 0 0,1-1 1 0 0,-1 0 0 0 0,1 1 0 0 0,-1-1-1 0 0,1 0 1 0 0,-1 1 0 0 0,1-1 0 0 0,-1 1-1 0 0,1-1 1 0 0,0 1 0 0 0,-1 0 0 0 0,1-1 0 0 0,0 1-1 0 0,-1 0 1 0 0,1-1 0 0 0,0 1 0 0 0,0 0-1 0 0,-1 0 1 0 0,1-1 0 0 0,1 1 0 0 0,-1 0-15 0 0,-1 0 0 0 0,1 0 0 0 0,0 0 0 0 0,-1 0 0 0 0,1-1 0 0 0,-1 1 0 0 0,1 0 0 0 0,0 0 0 0 0,-1 0 0 0 0,1-1 0 0 0,-1 1 0 0 0,1 0 0 0 0,-1-1 0 0 0,1 1 1 0 0,-1-1-1 0 0,1 1 0 0 0,-1 0 0 0 0,1-1 0 0 0,-1 1 0 0 0,0-1 0 0 0,1 1 0 0 0,-1-1 0 0 0,0 0 0 0 0,1 1 0 0 0,-1-1 0 0 0,0 1 0 0 0,0-1 0 0 0,0 1 0 0 0,1-1 0 0 0,-1 0 1 0 0,0 0-1 0 0,1 0 7 0 0,-1 0 0 0 0,1 0-1 0 0,0 0 1 0 0,0 0 0 0 0,0 0 0 0 0,0 0 0 0 0,0 0 0 0 0,0 1 0 0 0,0-1 0 0 0,0 0 0 0 0,0 1 0 0 0,1-1 0 0 0,-1 1 0 0 0,0-1 0 0 0,0 1 0 0 0,1-1 0 0 0,-1 1 0 0 0,0 0 0 0 0,0 0 0 0 0,3 0 0 0 0,-24 0 132 0 0,15 0 160 0 0,0-1-174 0 0,-15-3-39 0 0,20 4-99 0 0,0 0 0 0 0,0 0 0 0 0,1 0-1 0 0,-1 0 1 0 0,0 0 0 0 0,0 0 0 0 0,1 0 0 0 0,-1 0 0 0 0,0 0-1 0 0,0 0 1 0 0,0 1 0 0 0,1-1 0 0 0,-1 0 0 0 0,0 0-1 0 0,0 0 1 0 0,0 0 0 0 0,1 0 0 0 0,-1 1 0 0 0,0-1-1 0 0,0 0 1 0 0,0 0 0 0 0,0 0 0 0 0,0 1 0 0 0,1-1 0 0 0,-1 0-1 0 0,0 0 1 0 0,0 0 0 0 0,0 1 0 0 0,0-1 0 0 0,0 0-1 0 0,0 0 1 0 0,0 1 0 0 0,0-1 0 0 0,0 0 0 0 0,0 0-1 0 0,0 1 1 0 0,0-1 0 0 0,0 0 0 0 0,0 0 0 0 0,0 0 0 0 0,0 1-1 0 0,0-1 1 0 0,0 0 0 0 0,0 0 0 0 0,0 1 0 0 0,-1-1-1 0 0,1 0 1 0 0,0 0 0 0 0,0 0 0 0 0,0 1 0 0 0,0-1 0 0 0,0 0-1 0 0,-1 0 1 0 0,1 0 0 0 0,0 0 0 0 0,0 1 0 0 0,0-1-1 0 0,0 0 1 0 0,-1 0 0 0 0,1 0 0 0 0,0 0 0 0 0,0 0-1 0 0,-1 0 1 0 0,1 0 0 0 0,0 0 0 0 0,0 1 0 0 0,0-1 0 0 0,-1 0-1 0 0,1 0 1 0 0,4 2 20 0 0,-2-2-14 0 0,-1 1-1 0 0,1 0 0 0 0,-1 0 0 0 0,1 0 1 0 0,-1 0-1 0 0,1 0 0 0 0,-1 0 0 0 0,1 0 1 0 0,-1 1-1 0 0,0-1 0 0 0,0 0 1 0 0,0 1-1 0 0,0-1 0 0 0,0 1 0 0 0,0-1 1 0 0,0 1-1 0 0,0 0 0 0 0,-1-1 1 0 0,1 1-1 0 0,-1 0 0 0 0,1-1 0 0 0,-1 1 1 0 0,1 0-1 0 0,-1 1 0 0 0,28 101 572 0 0,4 15-169 0 0,-22-97-371 0 0,-7-17-27 0 0,-1-1 0 0 0,0 1 0 0 0,0 0 0 0 0,-1 0 1 0 0,1 0-1 0 0,-1-1 0 0 0,0 1 0 0 0,0 0 0 0 0,-1 7 1 0 0,0 91 301 0 0,0-101-319 0 0,0 0 1 0 0,-1-1-1 0 0,1 1 1 0 0,-1 0 0 0 0,0-1-1 0 0,1 1 1 0 0,-1-1-1 0 0,0 1 1 0 0,0-1-1 0 0,0 1 1 0 0,0-1 0 0 0,0 0-1 0 0,0 0 1 0 0,-1 1-1 0 0,1-1 1 0 0,0 0-1 0 0,-1 0 1 0 0,1 0-1 0 0,-1 0 1 0 0,1-1 0 0 0,-1 1-1 0 0,1 0 1 0 0,-1-1-1 0 0,-3 2 1 0 0,4-2 3 0 0,-1 1-1 0 0,0-1 1 0 0,1 1-1 0 0,-1 0 1 0 0,1-1 0 0 0,-1 1-1 0 0,1 0 1 0 0,-1 0 0 0 0,1 0-1 0 0,0 0 1 0 0,-1 0 0 0 0,1 1-1 0 0,0-1 1 0 0,0 0 0 0 0,0 1-1 0 0,0-1 1 0 0,0 0 0 0 0,0 1-1 0 0,0-1 1 0 0,0 1-1 0 0,0 0 1 0 0,1-1 0 0 0,-1 1-1 0 0,1-1 1 0 0,-1 3 0 0 0,1 102 88 0 0,0-105 614 0 0,5-1-600 0 0,63-4 267 0 0,72-12 0 0 0,-74 7-1662 0 0,73-1 0 0 0,-131 10 580 0 0,-1 0-1 0 0,1 0 1 0 0,0 1-1 0 0,0 0 1 0 0,0 0-1 0 0,-1 1 1 0 0,1 0 0 0 0,10 5-1 0 0,-17-7 594 0 0,-1 0-1 0 0,1 0 1 0 0,-1 0 0 0 0,1 1-1 0 0,-1-1 1 0 0,1 0 0 0 0,-1 0-1 0 0,1 1 1 0 0,-1-1 0 0 0,0 1 0 0 0,1-1-1 0 0,-1 0 1 0 0,1 1 0 0 0,-1-1-1 0 0,0 1 1 0 0,0-1 0 0 0,1 1-1 0 0,-1-1 1 0 0,0 1 0 0 0,0-1-1 0 0,1 1 1 0 0,-1-1 0 0 0,0 1-1 0 0,0-1 1 0 0,0 1 0 0 0,0-1-1 0 0,0 1 1 0 0,0-1 0 0 0,0 1-1 0 0,0 0 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5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53 1761 0 0,'0'-3'357'0'0,"0"1"-1"0"0,0 0 1 0 0,0 0 0 0 0,0 0 0 0 0,0 0-1 0 0,-1 0 1 0 0,1 0 0 0 0,-1 0 0 0 0,1 0-1 0 0,-1 0 1 0 0,0 0 0 0 0,1 0 0 0 0,-1 0-1 0 0,0 0 1 0 0,-1 0 0 0 0,1 1 0 0 0,0-1-1 0 0,-3-3 1 0 0,1 4-226 0 0,0-1 1 0 0,0 0-1 0 0,-1 1 0 0 0,1 0 1 0 0,0 0-1 0 0,-1 0 1 0 0,1 0-1 0 0,-1 0 0 0 0,1 1 1 0 0,-1-1-1 0 0,1 1 0 0 0,-1 0 1 0 0,-4 1-1 0 0,-12-1 123 0 0,15 0 66 0 0,6 7-294 0 0,0 1 0 0 0,0-1 0 0 0,0 1 0 0 0,1-1 0 0 0,0 0 0 0 0,1 1 0 0 0,0-1 0 0 0,0 0 0 0 0,0 0 0 0 0,1-1 0 0 0,0 1 1 0 0,9 10-1 0 0,7 14 115 0 0,-14-21-105 0 0,2 0-1 0 0,0 0 1 0 0,0-1 0 0 0,0 1 0 0 0,16 11-1 0 0,-14-12-11 0 0,1 1 0 0 0,-2 0 0 0 0,1 0 0 0 0,8 14-1 0 0,-5-4-9 0 0,0 0-1 0 0,2-2 0 0 0,0 1 1 0 0,1-2-1 0 0,22 20 0 0 0,-6-13-4 0 0,27 24-71 0 0,-54-37-147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6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0 491 1281 0 0,'0'0'2161'0'0,"0"-8"-241"0"0,30 2-319 0 0,-30-7-240 0 0,0-6-321 0 0,31-6-239 0 0,-1-19-161 0 0,60-45 0 0 0,-35-7-320 0 0,5 38-320 0 0,0 20 0 0 0,-29 13 0 0 0,-1 0-240 0 0,30 6-800 0 0,-30-1-1761 0 0,1 20-1521 0 0,-1-5 1200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6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1201 0 0,'24'-21'2844'0'0,"-18"13"3089"0"0,4 36-5319 0 0,34 50-248 0 0,39 67 283 0 0,-68-122-586 0 0,1-1 1 0 0,0 0 0 0 0,2-1 0 0 0,22 19-1 0 0,50 52-76 0 0,-34-46-494 0 0,-56-46 411 0 0,0 1 0 0 0,1 0 0 0 0,-1-1 0 0 0,1 1 0 0 0,-1 0 0 0 0,1-1 0 0 0,-1 1 0 0 0,1-1 0 0 0,0 1 0 0 0,-1-1 0 0 0,1 1 0 0 0,0-1 0 0 0,-1 0 0 0 0,1 1 0 0 0,0-1 0 0 0,0 0-1 0 0,-1 1 1 0 0,1-1 0 0 0,0 0 0 0 0,0 0 0 0 0,0 0 0 0 0,-1 0 0 0 0,1 0 0 0 0,0 0 0 0 0,0 0 0 0 0,0 0 0 0 0,-1 0 0 0 0,1 0 0 0 0,0 0 0 0 0,0 0 0 0 0,0-1 0 0 0,-1 1 0 0 0,1 0 0 0 0,1-1 0 0 0,-22-10-4106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6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1 300 320 0 0,'30'-6'2241'0'0,"0"-7"0"0"0,-30 1-320 0 0,30-1-240 0 0,-30-1-401 0 0,30-5-399 0 0,1-6-321 0 0,-1-13-320 0 0,0-1-240 0 0,0 9-320 0 0,0-3-400 0 0,-30 8-1201 0 0,31 6-800 0 0,-1 5 159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64 400 0 0,'0'-62'6977'0'0,"0"60"-5363"0"0,-5 2-360 0 0,-13 3-525 0 0,14 5 98 0 0,28 26 2 0 0,-16-25-933 0 0,6 11 245 0 0,0 2 1 0 0,12 24 0 0 0,10 19 166 0 0,0-15-108 0 0,14 24 1 0 0,-29-39-179 0 0,-13-22-43 0 0,0 0 0 0 0,10 28 1 0 0,13 33-447 0 0,-25-47-418 0 0,-6-27 701 0 0,0 1 1 0 0,0 0 0 0 0,1 0 0 0 0,-1 0-1 0 0,0 0 1 0 0,0 0 0 0 0,0-1 0 0 0,0 1-1 0 0,-1 0 1 0 0,1 0 0 0 0,0 0-1 0 0,0 0 1 0 0,0 0 0 0 0,-1-1 0 0 0,1 1-1 0 0,0 0 1 0 0,-1 0 0 0 0,1-1 0 0 0,-1 1-1 0 0,1 0 1 0 0,-1 0 0 0 0,1-1-1 0 0,-1 1 1 0 0,1 0 0 0 0,-1-1 0 0 0,0 1-1 0 0,1-1 1 0 0,-1 1 0 0 0,0-1-1 0 0,0 1 1 0 0,-1-1 0 0 0,-48 3-6140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85 727 4962 0 0,'-60'14'5603'0'0,"36"-14"-3362"0"0,24-14-2481 0 0,54-5 80 0 0,67-64 80 0 0,60-43 240 0 0,-30 10-80 0 0,-30 14-160 0 0,-61 26-160 0 0,-60 12-241 0 0,0 8-799 0 0,0 10-1602 0 0,0 8-3681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18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40 720 0 0,'8'-4'768'0'0,"-7"4"-639"0"0,1-1 0 0 0,-1 1 0 0 0,0-1 0 0 0,0 0 1 0 0,1 1-1 0 0,-1-1 0 0 0,0 0 0 0 0,0 0 1 0 0,0 0-1 0 0,0 0 0 0 0,0 0 0 0 0,0 0 0 0 0,0 0 1 0 0,0 0-1 0 0,-1 0 0 0 0,1 0 0 0 0,0 0 0 0 0,0-1 1 0 0,-1 1-1 0 0,1 0 0 0 0,-1-1 0 0 0,1 1 1 0 0,-1-3-1 0 0,1 3 11 0 0,0 1 1 0 0,0-1-1 0 0,-1 0 1 0 0,1 0-1 0 0,0 1 1 0 0,0-1-1 0 0,0 0 1 0 0,0 1-1 0 0,-1-1 1 0 0,1 1-1 0 0,0-1 1 0 0,0 1-1 0 0,0 0 1 0 0,0-1-1 0 0,0 1 1 0 0,0 0-1 0 0,0 0 1 0 0,0 0-1 0 0,1 0 1 0 0,-1 0-1 0 0,0 0 1 0 0,0 0-1 0 0,0 0 1 0 0,0 0-1 0 0,0 0 1 0 0,0 0 0 0 0,0 1-1 0 0,0-1 1 0 0,2 1-1 0 0,-3 2-109 0 0,0-1 0 0 0,0 1 0 0 0,0 0 0 0 0,1-1 0 0 0,-1 1 0 0 0,1-1 0 0 0,0 1-1 0 0,0-1 1 0 0,0 1 0 0 0,0-1 0 0 0,3 4 0 0 0,-3-4-3 0 0,0 1 0 0 0,1-1 0 0 0,-1 1 0 0 0,0-1 0 0 0,0 1 0 0 0,-1 0 0 0 0,1-1 0 0 0,0 1 0 0 0,-1 0 0 0 0,0 0 0 0 0,1 4 0 0 0,-16 82 746 0 0,12-53-512 0 0,1 0 1 0 0,2 0 0 0 0,2 0-1 0 0,11 63 1 0 0,-6-49-53 0 0,1 61 1 0 0,-8-94-167 0 0,1 0-1 0 0,1 1 1 0 0,1-1 0 0 0,0 0 0 0 0,2 0 0 0 0,6 19 0 0 0,-1-5-1925 0 0,-9-32 1688 0 0,0 0 0 0 0,1 0 0 0 0,-1 0-1 0 0,0 0 1 0 0,0 0 0 0 0,0 0 0 0 0,0 0 0 0 0,0-1 0 0 0,-1 1 0 0 0,1 0 0 0 0,0-1 0 0 0,-1 1 0 0 0,1 0 0 0 0,-1-1 0 0 0,1 1 0 0 0,-1-1 0 0 0,1 1 0 0 0,-1-2-1 0 0,-1-2-514 0 0,0 0-1 0 0,0 1 1 0 0,-1-1 0 0 0,0 1-1 0 0,0-1 1 0 0,0 1-1 0 0,0 0 1 0 0,-5-6-1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20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571 332 1441 0 0,'-68'-5'2795'0'0,"32"4"-1332"0"0,-1-2 0 0 0,1-2 0 0 0,0-1 1 0 0,-68-20-1 0 0,102 25-1460 0 0,0 1 0 0 0,1-1 1 0 0,-1 1-1 0 0,0-1 0 0 0,1 0 0 0 0,-1 0 0 0 0,1 0 1 0 0,-1 1-1 0 0,1-1 0 0 0,-1-1 0 0 0,1 1 0 0 0,-1 0 1 0 0,1 0-1 0 0,0 0 0 0 0,0-1 0 0 0,0 1 0 0 0,0-1 1 0 0,0 1-1 0 0,0-1 0 0 0,0 1 0 0 0,0-1 0 0 0,0 1 1 0 0,1-1-1 0 0,-1 0 0 0 0,1 0 0 0 0,-1 1 0 0 0,1-1 1 0 0,0 0-1 0 0,0 0 0 0 0,0 1 0 0 0,0-1 0 0 0,0 0 1 0 0,0 0-1 0 0,0-2 0 0 0,3-3-88 0 0,0 0-1 0 0,0 1 1 0 0,0-1 0 0 0,1 1 0 0 0,0 0-1 0 0,9-11 1 0 0,2-4 103 0 0,-6 7-2 0 0,0 1 0 0 0,1-1 0 0 0,0 1 0 0 0,1 1 0 0 0,1 0 1 0 0,0 1-1 0 0,1 0 0 0 0,14-9 0 0 0,-18 14-46 0 0,0 1 1 0 0,0 0 0 0 0,1 1-1 0 0,0 0 1 0 0,0 1-1 0 0,0 0 1 0 0,1 0 0 0 0,-1 1-1 0 0,1 0 1 0 0,-1 1-1 0 0,1 0 1 0 0,-1 1 0 0 0,19 1-1 0 0,-25 0 11 0 0,0 0-1 0 0,0 0 1 0 0,0 0-1 0 0,0 0 1 0 0,0 0-1 0 0,-1 1 1 0 0,1 0-1 0 0,0 0 1 0 0,-1 0-1 0 0,1 0 1 0 0,-1 0-1 0 0,1 1 1 0 0,-1 0-1 0 0,0-1 1 0 0,0 1-1 0 0,-1 0 1 0 0,1 1-1 0 0,0-1 1 0 0,-1 0-1 0 0,0 1 1 0 0,0-1-1 0 0,0 1 1 0 0,0 0-1 0 0,-1 0 1 0 0,1 0-1 0 0,-1 0 1 0 0,0 0-1 0 0,1 6 1 0 0,1 4 39 0 0,-1 1-1 0 0,-1-1 1 0 0,0 1 0 0 0,-1-1 0 0 0,-1 1 0 0 0,-3 19-1 0 0,2-22 36 0 0,0-1 0 0 0,-1 1-1 0 0,0-1 1 0 0,0 0 0 0 0,-2 0-1 0 0,1-1 1 0 0,-1 1-1 0 0,-1-1 1 0 0,0 0 0 0 0,0-1-1 0 0,-1 1 1 0 0,0-1 0 0 0,-1 0-1 0 0,0-1 1 0 0,0 0-1 0 0,-1 0 1 0 0,0-1 0 0 0,0 0-1 0 0,-1-1 1 0 0,0 0 0 0 0,0 0-1 0 0,0-1 1 0 0,-14 5-1 0 0,12-6-30 0 0,0-1-1 0 0,-1 0 0 0 0,0 0 0 0 0,1-1 0 0 0,-1-1 0 0 0,0 0 0 0 0,0-1 1 0 0,0-1-1 0 0,0 1 0 0 0,0-2 0 0 0,1 0 0 0 0,-1-1 0 0 0,0 0 1 0 0,1-1-1 0 0,0 0 0 0 0,0-1 0 0 0,0 0 0 0 0,0-1 0 0 0,-19-13 1 0 0,28 16-16 0 0,-1 0 0 0 0,1 0 0 0 0,0 0 0 0 0,0 0 0 0 0,0-1 1 0 0,1 1-1 0 0,-1-1 0 0 0,1 0 0 0 0,0 1 0 0 0,-1-1 0 0 0,2 0 1 0 0,-1-1-1 0 0,0 1 0 0 0,1 0 0 0 0,0 0 0 0 0,0-1 0 0 0,0 1 1 0 0,1-1-1 0 0,0 1 0 0 0,-1 0 0 0 0,1-1 0 0 0,1 1 0 0 0,-1-1 1 0 0,1 1-1 0 0,0-1 0 0 0,0 1 0 0 0,1-5 0 0 0,2-3-24 0 0,0 0-1 0 0,1 0 1 0 0,0 0-1 0 0,0 1 1 0 0,2 0-1 0 0,-1 0 1 0 0,1 1-1 0 0,10-13 1 0 0,-12 19 4 0 0,0-1 0 0 0,0 1 1 0 0,0 0-1 0 0,0 0 1 0 0,1 1-1 0 0,-1 0 0 0 0,1 0 1 0 0,0 0-1 0 0,0 0 1 0 0,0 1-1 0 0,7-2 0 0 0,0 0-8 0 0,-4 0 0 0 0,0 1 0 0 0,-1 0 0 0 0,2 1 0 0 0,-1 0-1 0 0,0 0 1 0 0,0 1 0 0 0,1 0 0 0 0,-1 1 0 0 0,0 0 0 0 0,1 0 0 0 0,-1 1 0 0 0,0 0 0 0 0,1 1 0 0 0,-1 0 0 0 0,9 4 0 0 0,-10-2 28 0 0,0 1 0 0 0,-1-1 0 0 0,0 2 0 0 0,0-1 0 0 0,0 1 0 0 0,0 0 0 0 0,-1 1-1 0 0,0 0 1 0 0,-1 0 0 0 0,1 0 0 0 0,-1 0 0 0 0,-1 1 0 0 0,1 0 0 0 0,-1 0 0 0 0,-1 0 0 0 0,1 1-1 0 0,-1-1 1 0 0,-1 1 0 0 0,0-1 0 0 0,0 1 0 0 0,1 10 0 0 0,-4-13 20 0 0,0-1 1 0 0,0 0-1 0 0,0 0 1 0 0,-1 0-1 0 0,1 0 1 0 0,-1 0-1 0 0,0 0 1 0 0,-1 0-1 0 0,1 0 1 0 0,-1-1-1 0 0,0 1 1 0 0,0-1-1 0 0,-1 0 1 0 0,1 0-1 0 0,-1 0 1 0 0,0 0-1 0 0,-8 6 1 0 0,-8 5 235 0 0,0-1 1 0 0,-34 17 0 0 0,27-17-10 0 0,1-1-1 0 0,-47 14 1 0 0,61-23-199 0 0,-1 0 0 0 0,1-1 0 0 0,-1-1 0 0 0,1 0 0 0 0,-1-1-1 0 0,0-1 1 0 0,0 0 0 0 0,-22-2 0 0 0,30 0-64 0 0,0 1 0 0 0,1-1 0 0 0,-1 0 0 0 0,0-1 0 0 0,1 1 0 0 0,-1-1 0 0 0,1 0 0 0 0,0 0 0 0 0,0 0 0 0 0,0 0 0 0 0,0-1 0 0 0,1 0 0 0 0,-1 1 0 0 0,1-1 0 0 0,0-1 0 0 0,0 1 0 0 0,1 0 0 0 0,-1-1 0 0 0,1 1 0 0 0,0-1 0 0 0,0 0 0 0 0,0 0 0 0 0,1 0 0 0 0,-1-6 0 0 0,4 0 9 0 0,0-1 1 0 0,2 1-1 0 0,-1 0 0 0 0,1 0 0 0 0,1 0 0 0 0,0 1 0 0 0,8-12 0 0 0,-1-1-10 0 0,-6 11-15 0 0,1 2-1 0 0,1-1 0 0 0,0 1 1 0 0,0 0-1 0 0,1 0 0 0 0,0 1 1 0 0,0 1-1 0 0,1-1 1 0 0,1 2-1 0 0,-1-1 0 0 0,1 1 1 0 0,0 1-1 0 0,1 0 0 0 0,-1 1 1 0 0,1 0-1 0 0,19-5 1 0 0,-6 3-78 0 0,0 1 1 0 0,1 1 0 0 0,0 1 0 0 0,0 2 0 0 0,1 0 0 0 0,-1 2 0 0 0,33 4 0 0 0,-49-3 77 0 0,1 0 0 0 0,-1 1-1 0 0,1 1 1 0 0,-1 0 0 0 0,0 0 0 0 0,0 1 0 0 0,0 0 0 0 0,0 1-1 0 0,-1 0 1 0 0,1 1 0 0 0,-1 0 0 0 0,-1 0 0 0 0,10 8-1 0 0,-12-8 20 0 0,-1 1 0 0 0,1-1 0 0 0,-1 1 0 0 0,0 0-1 0 0,-1 0 1 0 0,0 0 0 0 0,0 1 0 0 0,0 0 0 0 0,-1-1-1 0 0,0 1 1 0 0,-1 0 0 0 0,1 1 0 0 0,-2-1 0 0 0,1 0 0 0 0,-1 1-1 0 0,0 14 1 0 0,-1-8 24 0 0,-1 0-1 0 0,-1-1 1 0 0,0 1-1 0 0,-1-1 1 0 0,0 1-1 0 0,-2-1 1 0 0,-8 21-1 0 0,9-26 8 0 0,0-1-1 0 0,0 0 1 0 0,-1 0-1 0 0,-1 0 1 0 0,1 0-1 0 0,-1-1 1 0 0,-1 0 0 0 0,1 0-1 0 0,-1-1 1 0 0,0 1-1 0 0,-1-1 1 0 0,-14 8-1 0 0,7-6 52 0 0,-1-1-1 0 0,0-1 1 0 0,-1-1 0 0 0,1 0-1 0 0,-1-1 1 0 0,0-1-1 0 0,0 0 1 0 0,0-2-1 0 0,0 0 1 0 0,-1 0 0 0 0,1-2-1 0 0,0 0 1 0 0,0-1-1 0 0,-24-6 1 0 0,31 6-46 0 0,-1-1 0 0 0,0 0 0 0 0,0-1 0 0 0,1 0 0 0 0,0-1 0 0 0,0 0 0 0 0,0-1 0 0 0,1 0 0 0 0,-1 0 1 0 0,2-1-1 0 0,-1 0 0 0 0,1-1 0 0 0,0 1 0 0 0,0-2 0 0 0,1 1 0 0 0,0-1 0 0 0,0 0 0 0 0,1-1 0 0 0,1 1 0 0 0,-1-1 0 0 0,2 0 0 0 0,-1-1 0 0 0,-3-13 1 0 0,7 17-32 0 0,0 0 1 0 0,1 0 0 0 0,-1 0 0 0 0,1 0 0 0 0,1 0 0 0 0,0 0 0 0 0,0-1 0 0 0,0 1 0 0 0,0 1 0 0 0,1-1 0 0 0,1 0 0 0 0,-1 0 0 0 0,1 1 0 0 0,0-1 0 0 0,0 1-1 0 0,1 0 1 0 0,0 0 0 0 0,0 0 0 0 0,0 1 0 0 0,9-9 0 0 0,0 0-13 0 0,0 1-1 0 0,1 1 1 0 0,0 0-1 0 0,1 1 1 0 0,1 1-1 0 0,0 0 1 0 0,17-8 0 0 0,-14 10-90 0 0,-1 1 0 0 0,2 0 1 0 0,-1 2-1 0 0,0 0 1 0 0,1 1-1 0 0,0 1 0 0 0,0 1 1 0 0,0 0-1 0 0,0 2 1 0 0,1 0-1 0 0,-1 1 0 0 0,36 8 1 0 0,-52-8 95 0 0,0 1 0 0 0,0 0 0 0 0,0-1 0 0 0,0 2 0 0 0,-1-1 0 0 0,1 0-1 0 0,-1 1 1 0 0,0-1 0 0 0,1 1 0 0 0,-1 0 0 0 0,0 0 0 0 0,-1 1 0 0 0,1-1 0 0 0,0 0 0 0 0,-1 1 0 0 0,0 0 0 0 0,0-1 0 0 0,0 1 0 0 0,0 0 0 0 0,-1 0 0 0 0,1 0-1 0 0,-1 0 1 0 0,0 0 0 0 0,0 1 0 0 0,-1-1 0 0 0,1 5 0 0 0,0 7 31 0 0,0-1 0 0 0,-1 1 0 0 0,-1-1 0 0 0,0 1 1 0 0,-7 25-1 0 0,6-34 1 0 0,-1 1 0 0 0,0-1 0 0 0,0 1 1 0 0,-1-1-1 0 0,0 0 0 0 0,0-1 1 0 0,0 1-1 0 0,-1-1 0 0 0,0 1 1 0 0,-1-2-1 0 0,1 1 0 0 0,-1 0 1 0 0,0-1-1 0 0,-1 0 0 0 0,1-1 0 0 0,-1 1 1 0 0,0-1-1 0 0,-7 3 0 0 0,-16 7 256 0 0,0-1 0 0 0,-60 16-1 0 0,80-26-185 0 0,-9 2 97 0 0,-1-1 0 0 0,1-1 0 0 0,-1 0-1 0 0,1-2 1 0 0,-1 0 0 0 0,0-1 0 0 0,0-1 0 0 0,1-1 0 0 0,-1 0-1 0 0,-26-8 1 0 0,33 7-129 0 0,-1-1 1 0 0,1-1-1 0 0,0 0 0 0 0,0 0 0 0 0,0-1 0 0 0,1-1 0 0 0,0 0 1 0 0,-16-13-1 0 0,24 17-52 0 0,0 0 1 0 0,0 0 0 0 0,1-1-1 0 0,-1 1 1 0 0,1-1 0 0 0,-1 0-1 0 0,1 0 1 0 0,0 0 0 0 0,1-1-1 0 0,-1 1 1 0 0,1 0-1 0 0,-1-1 1 0 0,2 0 0 0 0,-1 0-1 0 0,0 1 1 0 0,1-1 0 0 0,0 0-1 0 0,0 0 1 0 0,0 0 0 0 0,1-1-1 0 0,0 1 1 0 0,0 0 0 0 0,0 0-1 0 0,1-5 1 0 0,3-4-21 0 0,0 0 0 0 0,1 1-1 0 0,0-1 1 0 0,1 1 0 0 0,1 0 0 0 0,0 1-1 0 0,0 0 1 0 0,1 0 0 0 0,1 0 0 0 0,0 1 0 0 0,1 1-1 0 0,0-1 1 0 0,0 2 0 0 0,1-1 0 0 0,1 1 0 0 0,-1 1-1 0 0,1 0 1 0 0,23-11 0 0 0,-16 11-184 0 0,1 0 0 0 0,-1 1-1 0 0,1 1 1 0 0,0 1 0 0 0,1 0 0 0 0,-1 2 0 0 0,1 0-1 0 0,0 1 1 0 0,0 2 0 0 0,-1 0 0 0 0,1 1 0 0 0,27 5-1 0 0,-36-4 30 0 0,-1 0 0 0 0,1 1-1 0 0,-1 1 1 0 0,0 0 0 0 0,0 0-1 0 0,17 10 1 0 0,-23-11 172 0 0,-1 0-1 0 0,0 0 0 0 0,0 0 1 0 0,0 1-1 0 0,0 0 1 0 0,-1-1-1 0 0,1 1 0 0 0,-1 0 1 0 0,0 0-1 0 0,0 1 1 0 0,-1-1-1 0 0,1 1 0 0 0,-1-1 1 0 0,0 1-1 0 0,0 0 1 0 0,1 6-1 0 0,0 0 67 0 0,-1 0 1 0 0,-1 0-1 0 0,1 0 0 0 0,-2 0 1 0 0,1 1-1 0 0,-2-1 0 0 0,0 0 1 0 0,0 0-1 0 0,-1 0 0 0 0,-4 17 1 0 0,3-20 5 0 0,0 0 1 0 0,-1 0 0 0 0,0-1-1 0 0,0 1 1 0 0,0-1 0 0 0,-1 0 0 0 0,0 0-1 0 0,-1-1 1 0 0,1 1 0 0 0,-1-1-1 0 0,-1 0 1 0 0,1-1 0 0 0,-1 0 0 0 0,-7 5-1 0 0,1-2 28 0 0,1-1-1 0 0,-1-1 0 0 0,0 0 1 0 0,0 0-1 0 0,0-2 0 0 0,-1 1 1 0 0,1-2-1 0 0,-1 0 0 0 0,0-1 1 0 0,-1 0-1 0 0,1-1 0 0 0,-15 0 1 0 0,20-2-121 0 0,-1 0 1 0 0,0 0-1 0 0,1-1 1 0 0,-1 0-1 0 0,1-1 0 0 0,0 0 1 0 0,0-1-1 0 0,0 1 1 0 0,0-2-1 0 0,0 1 1 0 0,1-1-1 0 0,0-1 1 0 0,0 1-1 0 0,0-1 0 0 0,1-1 1 0 0,0 1-1 0 0,-13-16 1 0 0,15 14-282 0 0,0 0 0 0 0,1-1 0 0 0,0 1 1 0 0,0-1-1 0 0,0 0 0 0 0,1 0 0 0 0,1 0 0 0 0,0 0 1 0 0,0 0-1 0 0,0-1 0 0 0,1 1 0 0 0,1-1 0 0 0,0 1 1 0 0,0-1-1 0 0,1 1 0 0 0,0-1 0 0 0,0 1 0 0 0,1 0 1 0 0,6-18-1 0 0,-2 16-646 0 0,1 1 0 0 0,-1 0-1 0 0,2 1 1 0 0,15-17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32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65 640 0 0,'8'-2'188'0'0,"10"-3"1069"0"0,-13-8-1568 0 0,-10 21 3508 0 0,-13-8-3239 0 0,10 0 1663 0 0,8-1-568 0 0,0-4-906 0 0,0 8-133 0 0,0-6-1 0 0,1 2 24 0 0,-1 0 1 0 0,0 1 0 0 0,0-1-1 0 0,0 0 1 0 0,0 1-1 0 0,0-1 1 0 0,0 0-1 0 0,0 1 1 0 0,0-1 0 0 0,0 1-1 0 0,-1-1 1 0 0,1 0-1 0 0,0 1 1 0 0,0-1 0 0 0,0 1-1 0 0,-1-1 1 0 0,1 0-1 0 0,0 1 1 0 0,-1-1-1 0 0,1 1 1 0 0,0-1 0 0 0,-1 1-1 0 0,1-1 1 0 0,-1 1-1 0 0,1-1 1 0 0,-1 1-1 0 0,1 0 1 0 0,-1-1 0 0 0,1 1-1 0 0,-1 0 1 0 0,1-1-1 0 0,-1 1 1 0 0,0 0-1 0 0,1 0 1 0 0,-1-1 0 0 0,1 1-1 0 0,-1 0 1 0 0,0 0-1 0 0,1 0 1 0 0,-1 0-1 0 0,0 0 1 0 0,0 0 0 0 0,1 0-33 0 0,-1 0 0 0 0,1 0 0 0 0,0 0 1 0 0,-1 0-1 0 0,1 0 0 0 0,0 0 1 0 0,0 0-1 0 0,-1 0 0 0 0,1 0 1 0 0,0 0-1 0 0,-1 0 0 0 0,1 0 0 0 0,0 0 1 0 0,0 0-1 0 0,-1 0 0 0 0,1-1 1 0 0,0 1-1 0 0,-1 0 0 0 0,1 0 0 0 0,0 0 1 0 0,0 0-1 0 0,0-1 0 0 0,-1 1 1 0 0,1 0-1 0 0,0 0 0 0 0,0 0 1 0 0,0-1-1 0 0,-1 1 0 0 0,1 0 0 0 0,0 0 1 0 0,0-1-1 0 0,0 1 0 0 0,0 0 1 0 0,0 0-1 0 0,-1-1 0 0 0,1 1 1 0 0,0 0-1 0 0,0-1 0 0 0,0 1 0 0 0,0-2 169 0 0,-5 1 53 0 0,-75-16 720 0 0,75 16-707 0 0,8 1-154 0 0,-32 6 95 0 0,-1 3 45 0 0,25-6-146 0 0,5 132 801 0 0,0-135-878 0 0,0 1-1 0 0,0-1 1 0 0,0 1 0 0 0,1 0-1 0 0,-1-1 1 0 0,0 1 0 0 0,0-1 0 0 0,0 1-1 0 0,0-1 1 0 0,1 1 0 0 0,-1 0-1 0 0,0-1 1 0 0,1 1 0 0 0,-1-1 0 0 0,0 1-1 0 0,1-1 1 0 0,-1 0 0 0 0,1 1 0 0 0,-1-1-1 0 0,0 1 1 0 0,1-1 0 0 0,-1 0-1 0 0,1 1 1 0 0,-1-1 0 0 0,1 0 0 0 0,0 1-1 0 0,-1-1 1 0 0,1 0 0 0 0,-1 0-1 0 0,1 0 1 0 0,-1 1 0 0 0,1-1 0 0 0,0 0-1 0 0,0 0 1 0 0,0 0-1 0 0,0 0 0 0 0,-1 0 0 0 0,1 0-1 0 0,0 0 1 0 0,0 0 0 0 0,-1 1 0 0 0,1-1 0 0 0,0 0-1 0 0,-1 1 1 0 0,1-1 0 0 0,0 0 0 0 0,-1 1 0 0 0,1-1-1 0 0,-1 0 1 0 0,1 1 0 0 0,-1-1 0 0 0,1 1-1 0 0,-1 0 1 0 0,1-1 0 0 0,-1 1 0 0 0,1-1 0 0 0,-1 1-1 0 0,1 0 1 0 0,-1-1 0 0 0,0 1 0 0 0,0-1 0 0 0,1 1-1 0 0,-1 0 1 0 0,0 0 0 0 0,0-1 0 0 0,0 1 0 0 0,0 0-1 0 0,0-1 1 0 0,1 1 0 0 0,-2 1 0 0 0,1 0-3 0 0,0 1 1 0 0,1-1 0 0 0,-1 0-1 0 0,0 1 1 0 0,1-1 0 0 0,-1 0-1 0 0,1 1 1 0 0,0-1-1 0 0,0 0 1 0 0,0 0 0 0 0,0 0-1 0 0,0 0 1 0 0,0 0 0 0 0,0 0-1 0 0,4 4 1 0 0,-3-4-3 0 0,-1 0 0 0 0,1 0 0 0 0,-1 0 1 0 0,1 1-1 0 0,-1-1 0 0 0,0 0 0 0 0,0 1 1 0 0,0-1-1 0 0,0 1 0 0 0,0 0 0 0 0,-1-1 0 0 0,1 1 1 0 0,-1 0-1 0 0,1-1 0 0 0,-1 1 0 0 0,0 3 1 0 0,0 211 135 0 0,-1-211-128 0 0,1-1-1 0 0,-1 1 1 0 0,0-1 0 0 0,0 0-1 0 0,-1 1 1 0 0,0-1 0 0 0,1 0-1 0 0,-5 7 1 0 0,3-7-10 0 0,1 1 1 0 0,0-1-1 0 0,0 0 0 0 0,0 1 1 0 0,1 0-1 0 0,0-1 0 0 0,0 1 1 0 0,-1 8-1 0 0,2 87 5 0 0,1-101-1 0 0,-1 1 1 0 0,0-1-1 0 0,0 1 1 0 0,0-1 0 0 0,0 1-1 0 0,0-1 1 0 0,0 0-1 0 0,0 1 1 0 0,-1-1-1 0 0,1 1 1 0 0,0-1-1 0 0,0 1 1 0 0,0-1-1 0 0,0 0 1 0 0,0 1-1 0 0,-1-1 1 0 0,1 1-1 0 0,0-1 1 0 0,0 0-1 0 0,-1 1 1 0 0,1-1-1 0 0,0 0 1 0 0,-1 1-1 0 0,1-1 1 0 0,0 0 0 0 0,-1 0-1 0 0,0 1 1 0 0,0-1-11 0 0,0 1 0 0 0,0-1 0 0 0,0 0 0 0 0,0 1 0 0 0,0-1 0 0 0,0 0 0 0 0,0 0 0 0 0,0 0 0 0 0,0 0 0 0 0,0 0 1 0 0,-1 0-1 0 0,1 0 0 0 0,0 0 0 0 0,0-1 0 0 0,0 1 0 0 0,0 0 0 0 0,0-1 0 0 0,0 1 0 0 0,0 0 0 0 0,0-1 0 0 0,-2-1 0 0 0,3 1-202 0 0,0 1 210 0 0,1 0 1 0 0,-1 0-1 0 0,0 0 0 0 0,0 0 0 0 0,0 0 1 0 0,0-1-1 0 0,0 1 0 0 0,0 0 1 0 0,0 0-1 0 0,0 0 0 0 0,1-1 1 0 0,-1 1-1 0 0,0 0 0 0 0,0 0 0 0 0,0 0 1 0 0,0-1-1 0 0,0 1 0 0 0,0 0 1 0 0,0 0-1 0 0,0 0 0 0 0,0-1 0 0 0,0 1 1 0 0,0 0-1 0 0,0 0 0 0 0,0 0 1 0 0,-1 0-1 0 0,1-1 0 0 0,0 1 0 0 0,0 0 1 0 0,0 0-1 0 0,0 0 0 0 0,0-1 1 0 0,0 1-1 0 0,0 0 0 0 0,0 0 0 0 0,-1 0 1 0 0,1 0-1 0 0,0 0 0 0 0,0 0 1 0 0,0-1-1 0 0,0 1 0 0 0,-1 0 0 0 0,1 0 1 0 0,0 0-1 0 0,0 0 0 0 0,0 0 1 0 0,0 0-1 0 0,-1 0 0 0 0,1 0 1 0 0,0 0-1 0 0,0 0 0 0 0,0 0 0 0 0,-1 0 1 0 0,1 0-1 0 0,0 0 0 0 0,0 0 1 0 0,0 0-1 0 0,-1 0 0 0 0,1 0 0 0 0,0 0 1 0 0,0 0-1 0 0,0 0 0 0 0,-1 0 1 0 0,-19-6 15 0 0,15 1 120 0 0,5 7-123 0 0,0 0-1 0 0,0-1 0 0 0,0 1 0 0 0,0 0 1 0 0,0 0-1 0 0,-1-1 0 0 0,1 1 0 0 0,-1 0 1 0 0,1-1-1 0 0,-1 1 0 0 0,1 0 0 0 0,-1-1 1 0 0,0 1-1 0 0,0-1 0 0 0,0 1 0 0 0,0-1 0 0 0,0 1 1 0 0,0-1-1 0 0,0 0 0 0 0,-1 0 0 0 0,-1 2 1 0 0,2-2-9 0 0,0 0 1 0 0,0 0 0 0 0,0 0-1 0 0,0 0 1 0 0,0 0 0 0 0,0 1-1 0 0,0-1 1 0 0,0 0 0 0 0,0 1-1 0 0,0-1 1 0 0,1 0 0 0 0,-1 1-1 0 0,1-1 1 0 0,-1 1 0 0 0,1-1-1 0 0,-1 1 1 0 0,1-1 0 0 0,0 1-1 0 0,0-1 1 0 0,0 1 0 0 0,0 1-1 0 0,-4 39-40 0 0,-17-19 92 0 0,20-21-49 0 0,-1 0 1 0 0,1 0-1 0 0,0 0 1 0 0,1 0-1 0 0,-1 0 0 0 0,0 0 1 0 0,1 1-1 0 0,-1-1 1 0 0,1 0-1 0 0,0 0 1 0 0,-1 0-1 0 0,1 1 0 0 0,0-1 1 0 0,0 0-1 0 0,1 0 1 0 0,-1 1-1 0 0,0-1 1 0 0,1 0-1 0 0,1 4 0 0 0,-1-4-4 0 0,-1 1 0 0 0,1-1-1 0 0,-1 0 1 0 0,1 1-1 0 0,-1-1 1 0 0,0 0-1 0 0,0 1 1 0 0,0-1 0 0 0,0 1-1 0 0,0-1 1 0 0,0 0-1 0 0,-1 1 1 0 0,1-1-1 0 0,-1 0 1 0 0,0 1 0 0 0,0-1-1 0 0,0 0 1 0 0,0 0-1 0 0,-1 3 1 0 0,1-5-1 0 0,1 0 1 0 0,-1 0-1 0 0,0 1 0 0 0,1-1 1 0 0,-1 0-1 0 0,1 0 1 0 0,-1 1-1 0 0,1-1 0 0 0,-1 0 1 0 0,1 1-1 0 0,-1-1 0 0 0,1 1 1 0 0,0-1-1 0 0,-1 1 1 0 0,1-1-1 0 0,0 0 0 0 0,-1 1 1 0 0,1-1-1 0 0,0 1 1 0 0,-1 0-1 0 0,1-1 0 0 0,0 1 1 0 0,0-1-1 0 0,0 1 1 0 0,0-1-1 0 0,-1 1 0 0 0,1 0 1 0 0,0-1-1 0 0,0 1 0 0 0,0-1 1 0 0,0 1-1 0 0,0-1 1 0 0,0 1-1 0 0,0 0 0 0 0,1-1 1 0 0,-1 1-1 0 0,0-1 1 0 0,0 1-1 0 0,0-1 0 0 0,1 1 1 0 0,-1 0-1 0 0,0-1 0 0 0,0 1 1 0 0,1-1-1 0 0,0 1 1 0 0,0 2-21 0 0,1-1 0 0 0,-1 1 0 0 0,1-1 0 0 0,-1 1 0 0 0,0-1 1 0 0,0 1-1 0 0,0 0 0 0 0,-1-1 0 0 0,1 1 0 0 0,-1 0 0 0 0,1 0 0 0 0,-1-1 1 0 0,0 6-1 0 0,-1 5 56 0 0,0-9-9 0 0,1 0 0 0 0,-1-1 0 0 0,1 1 0 0 0,0 0 0 0 0,0 0 0 0 0,0-1 0 0 0,0 1 1 0 0,1 0-1 0 0,0-1 0 0 0,0 1 0 0 0,0-1 0 0 0,0 1 0 0 0,2 3 0 0 0,17 1 54 0 0,-15-2-27 0 0,0 0-93 0 0,3-6 30 0 0,-1 0 10 0 0,38 19-70 0 0,-20-13 57 0 0,-14-6 23 0 0,39 7 60 0 0,219 25 242 0 0,-182-24-291 0 0,-71-6 0 0 0,59-6 25 0 0,106-29 34 0 0,-96 10 94 0 0,-81 23-167 0 0,-1-1 0 0 0,1 0 1 0 0,-1 0-1 0 0,0 0 1 0 0,0 0-1 0 0,1 0 0 0 0,-1-1 1 0 0,5-3-1 0 0,-9 3-7 0 0,7-1 0 0 0,15-5 0 0 0,-11-5-53 0 0,-3 10 65 0 0,7-6 106 0 0,-10-18-35 0 0,-4 26-81 0 0,0 0 0 0 0,0 0 0 0 0,-1 1 0 0 0,1-1 0 0 0,0 0 0 0 0,0 0-1 0 0,-1 1 1 0 0,1-1 0 0 0,0 0 0 0 0,-1 1 0 0 0,1-1 0 0 0,0 0 0 0 0,-1 1 0 0 0,1-1-1 0 0,-1 0 1 0 0,1 1 0 0 0,-1-1 0 0 0,0 1 0 0 0,1-1 0 0 0,-1 1 0 0 0,1-1 0 0 0,-1 1-1 0 0,0 0 1 0 0,0-1 0 0 0,1 1 0 0 0,-2-1 0 0 0,1 1 5 0 0,0-1-1 0 0,0 1 1 0 0,0-1 0 0 0,0 1 0 0 0,0-1 0 0 0,0 0-1 0 0,0 1 1 0 0,0-1 0 0 0,0 0 0 0 0,1 0-1 0 0,-1 0 1 0 0,0 0 0 0 0,0 1 0 0 0,1-1-1 0 0,-1 0 1 0 0,1 0 0 0 0,-1-1 0 0 0,1 1 0 0 0,-1 0-1 0 0,1 0 1 0 0,-1 0 0 0 0,1 0 0 0 0,0 0-1 0 0,0 0 1 0 0,0 0 0 0 0,0-1 0 0 0,0-1-1 0 0,0 2 2 0 0,-1 0-1 0 0,1 0 1 0 0,0-1-1 0 0,0 1 1 0 0,-1 0-1 0 0,1 0 1 0 0,-1 0 0 0 0,1-1-1 0 0,-1 1 1 0 0,0 0-1 0 0,1 0 1 0 0,-1 0-1 0 0,0 0 1 0 0,0 0-1 0 0,0 0 1 0 0,1 0-1 0 0,-1 0 1 0 0,0 1-1 0 0,0-1 1 0 0,0 0-1 0 0,-1 0 1 0 0,1 1-1 0 0,-1-2 1 0 0,-5-3 52 0 0,-5-7 18 0 0,0 0 0 0 0,1-1 1 0 0,1-1-1 0 0,1 0 0 0 0,0 0 1 0 0,0-1-1 0 0,-10-26 0 0 0,10 12-49 0 0,6 19-20 0 0,0 1 0 0 0,0 0 1 0 0,-1-1-1 0 0,0 2 0 0 0,0-1 1 0 0,-6-8-1 0 0,-10-5 19 0 0,17 19-18 0 0,-1 0 0 0 0,1 0 0 0 0,0-1 0 0 0,0 1 1 0 0,0-1-1 0 0,1 1 0 0 0,-1-1 0 0 0,1 0 0 0 0,0 0 0 0 0,0 0 1 0 0,0 0-1 0 0,-2-8 0 0 0,3 9-8 0 0,0 1 0 0 0,-1-1 0 0 0,1 0 0 0 0,-1 0 0 0 0,0 1 0 0 0,0-1 0 0 0,0 1 0 0 0,0-1 0 0 0,0 1 0 0 0,0 0 0 0 0,-1 0 0 0 0,1 0 0 0 0,-1 0 0 0 0,1 0 0 0 0,-1 1 0 0 0,0-1 0 0 0,0 1 0 0 0,-5-2 0 0 0,-6-5-27 0 0,1-2 38 0 0,0 0 0 0 0,1-1-1 0 0,0 0 1 0 0,-17-22 0 0 0,-13-12-10 0 0,-13-18-16 0 0,50 49 4 0 0,0 1-22 0 0,-3 8 43 0 0,7 5-8 0 0,0-1 1 0 0,0 1 0 0 0,0-1-1 0 0,0 0 1 0 0,0 0 0 0 0,0 1-1 0 0,0-1 1 0 0,0 0 0 0 0,0 0-1 0 0,0 0 1 0 0,1 0 0 0 0,-1 0-1 0 0,0 0 1 0 0,0 0 0 0 0,1 0-1 0 0,-1 0 1 0 0,1 0 0 0 0,-1-1-1 0 0,1 1 1 0 0,0 0 0 0 0,-1 0-1 0 0,1 0 1 0 0,0-1 0 0 0,0 1-1 0 0,0-2 1 0 0,0 2 0 0 0,0-1 1 0 0,0 1-1 0 0,-1-1 0 0 0,1 1 1 0 0,0-1-1 0 0,0 1 1 0 0,-1 0-1 0 0,1-1 0 0 0,-1 1 1 0 0,1 0-1 0 0,-1-1 0 0 0,0 1 1 0 0,1 0-1 0 0,-1 0 0 0 0,0 0 1 0 0,0 0-1 0 0,0 0 1 0 0,0-1-1 0 0,0 2 0 0 0,0-1 1 0 0,0 0-1 0 0,-2-1 0 0 0,2 1-4 0 0,0 0 0 0 0,0 0 0 0 0,0 1 0 0 0,0-1 0 0 0,0 0 0 0 0,0 0 0 0 0,0 0 0 0 0,0 0 0 0 0,1 0 1 0 0,-1-1-1 0 0,0 1 0 0 0,1 0 0 0 0,-1 0 0 0 0,1 0 0 0 0,-1-1 0 0 0,1 1 0 0 0,-1 0 0 0 0,1 0 0 0 0,0-1 0 0 0,0 1 0 0 0,0 0 0 0 0,-1-2 0 0 0,1 1-6 0 0,0 1 1 0 0,0 0-1 0 0,0 0 0 0 0,0-1 1 0 0,-1 1-1 0 0,1 0 0 0 0,0 0 1 0 0,-1 0-1 0 0,1-1 1 0 0,-1 1-1 0 0,0 0 0 0 0,1 0 1 0 0,-1 0-1 0 0,0 0 0 0 0,0 0 1 0 0,1 0-1 0 0,-1 0 1 0 0,0 1-1 0 0,0-1 0 0 0,0 0 1 0 0,0 0-1 0 0,0 1 1 0 0,-3-2-1 0 0,-4-4-18 0 0,0-6 12 0 0,7 11 12 0 0,0-1-1 0 0,0 0 1 0 0,-1 1 0 0 0,1-1 0 0 0,-1 1-1 0 0,1-1 1 0 0,-1 1 0 0 0,1 0 0 0 0,-1-1 0 0 0,0 1-1 0 0,0 0 1 0 0,1 0 0 0 0,-1 0 0 0 0,-4-1-1 0 0,3 0 8 0 0,-1 1 0 0 0,1-1-1 0 0,-1 0 1 0 0,1-1-1 0 0,0 1 1 0 0,0-1 0 0 0,0 1-1 0 0,1-1 1 0 0,-4-3-1 0 0,-20-18 51 0 0,-84-46-925 0 0,108 69 604 0 0,-1 0 0 0 0,1 1 0 0 0,0-1 1 0 0,-1 1-1 0 0,1-1 0 0 0,-1 1 0 0 0,1 0 0 0 0,-1 0 1 0 0,1 0-1 0 0,-1 0 0 0 0,1 0 0 0 0,-1 0 1 0 0,1 1-1 0 0,0 0 0 0 0,-1-1 0 0 0,1 1 0 0 0,0 0 1 0 0,-1 0-1 0 0,1 0 0 0 0,0 0 0 0 0,0 0 1 0 0,-3 3-1 0 0,-13 4-1870 0 0,-63 27-4017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35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1085 60 640 0 0,'1'-1'406'0'0,"-1"-1"0"0"0,0 1 0 0 0,0-1-1 0 0,0 1 1 0 0,1-1 0 0 0,-1 1 0 0 0,-1-1 0 0 0,1 1-1 0 0,0-1 1 0 0,0 1 0 0 0,0-1 0 0 0,-1 1 0 0 0,1-1-1 0 0,-1 1 1 0 0,1 0 0 0 0,-1-1 0 0 0,0 1 0 0 0,-1-3-1 0 0,-10-1-113 0 0,1 0-1 0 0,-2 1 0 0 0,1 0 0 0 0,0 1 0 0 0,-1 0 0 0 0,0 1 1 0 0,1 0-1 0 0,-1 1 0 0 0,0 1 0 0 0,0 0 0 0 0,-23 3 0 0 0,-5 3-126 0 0,0 1 0 0 0,-51 17 0 0 0,78-20-73 0 0,-20 7 69 0 0,33-11-158 0 0,0 0 0 0 0,0 1-1 0 0,0-1 1 0 0,0 0 0 0 0,1 1-1 0 0,-1-1 1 0 0,0 1 0 0 0,0-1-1 0 0,0 1 1 0 0,1 0 0 0 0,-1-1-1 0 0,0 1 1 0 0,1 0 0 0 0,-1 0-1 0 0,0-1 1 0 0,1 1 0 0 0,-1 0-1 0 0,1 0 1 0 0,-1 0 0 0 0,1 0-1 0 0,0 0 1 0 0,-1-1 0 0 0,1 1-1 0 0,0 2 1 0 0,-1-2-5 0 0,1 0-1 0 0,-1 0 1 0 0,1 0-1 0 0,-1 0 1 0 0,0 0-1 0 0,1 0 1 0 0,-1 0-1 0 0,0-1 1 0 0,0 1-1 0 0,1 0 1 0 0,-1 0-1 0 0,0-1 1 0 0,0 1-1 0 0,0 0 1 0 0,0-1 0 0 0,0 1-1 0 0,0-1 1 0 0,0 1-1 0 0,0-1 1 0 0,0 1-1 0 0,0-1 1 0 0,-2 1-1 0 0,-28 7 51 0 0,27-7-39 0 0,-6 5 58 0 0,-11 4-3 0 0,18-9-46 0 0,3-1-18 0 0,0 0 0 0 0,0 0 0 0 0,0 0 0 0 0,0 0 0 0 0,0 0 0 0 0,0 0 0 0 0,0 0 0 0 0,-1 0 0 0 0,1-1 0 0 0,0 1 0 0 0,0 0 0 0 0,0 0 0 0 0,0 0-1 0 0,0 0 1 0 0,0 0 0 0 0,0 0 0 0 0,0 0 0 0 0,0 0 0 0 0,0 0 0 0 0,0 0 0 0 0,0 0 0 0 0,-1 0 0 0 0,1 0 0 0 0,0 0 0 0 0,0 0 0 0 0,0 0 0 0 0,0-1 0 0 0,0 1 0 0 0,0 0 0 0 0,0 0 0 0 0,0 0 0 0 0,0 0 0 0 0,0 0 0 0 0,0 0 0 0 0,0 0 0 0 0,0 0 0 0 0,0 0 0 0 0,0-1 0 0 0,0 1 0 0 0,0 0 0 0 0,0 0 0 0 0,0 0 0 0 0,0 0 0 0 0,0 0 0 0 0,0 0 0 0 0,0 0 0 0 0,0 0 0 0 0,0 0 0 0 0,0 0 0 0 0,0-1 0 0 0,0 1 0 0 0,0 0 0 0 0,1 0 0 0 0,-1 0 0 0 0,-55 11 66 0 0,50-10-133 0 0,10-2-27 0 0,55-12 335 0 0,-40 9-215 0 0,-15 3 41 0 0,-5-45 867 0 0,-5 47-974 0 0,-6 2 46 0 0,-42 8 50 0 0,1-5-52 0 0,48-5-22 0 0,0 0 1 0 0,0 1-1 0 0,0 0 0 0 0,0 0 0 0 0,1 0 0 0 0,-1 0 0 0 0,0 1 0 0 0,1-1 0 0 0,-1 1 0 0 0,1 0 0 0 0,0 0 0 0 0,-4 5 0 0 0,3-4 11 0 0,1 6-35 0 0,3-9 41 0 0,0-1 0 0 0,0 1 0 0 0,0 0 0 0 0,0-1 0 0 0,0 1 0 0 0,0 0 0 0 0,0-1 0 0 0,0 1 1 0 0,0-1-1 0 0,0 1 0 0 0,-1 0 0 0 0,1-1 0 0 0,0 1 0 0 0,0-1 0 0 0,-1 1 0 0 0,1-1 0 0 0,0 1 0 0 0,-1-1 0 0 0,1 1 0 0 0,-1-1 0 0 0,1 1 0 0 0,0-1 0 0 0,-1 1 0 0 0,1-1 1 0 0,-2 1-1 0 0,-53 50 147 0 0,52-50-152 0 0,2 0 3 0 0,-1 0 0 0 0,0 0 0 0 0,0-1-1 0 0,1 1 1 0 0,-1 0 0 0 0,1 1 0 0 0,-1-1 0 0 0,1 0-1 0 0,0 0 1 0 0,-1 1 0 0 0,1-1 0 0 0,0 1-1 0 0,0-1 1 0 0,0 1 0 0 0,0-1 0 0 0,0 1 0 0 0,0 0-1 0 0,0-1 1 0 0,1 1 0 0 0,-1 0 0 0 0,0 0 0 0 0,0 3-1 0 0,3-1 4 0 0,-2-4 0 0 0,-27 10 0 0 0,27-10 0 0 0,0 0 0 0 0,0 0 0 0 0,0 0 1 0 0,0 0-1 0 0,-1 0 0 0 0,1 0 0 0 0,0 0 0 0 0,0 0 0 0 0,0 0 0 0 0,0 0 0 0 0,-1 0 0 0 0,1 0 0 0 0,0 0 0 0 0,0 0 0 0 0,0 0 0 0 0,0 1 0 0 0,0-1 0 0 0,-1 0 0 0 0,1 0 1 0 0,0 0-1 0 0,0 0 0 0 0,0 0 0 0 0,0 0 0 0 0,0 0 0 0 0,0 1 0 0 0,0-1 0 0 0,-1 0 0 0 0,1 0 0 0 0,0 0 0 0 0,0 0 0 0 0,0 0 0 0 0,0 1 0 0 0,0-1 0 0 0,0 0 0 0 0,0 0 1 0 0,0 0-1 0 0,0 0 0 0 0,0 1 0 0 0,0-1 0 0 0,0 0 0 0 0,0 0 0 0 0,0 0 0 0 0,0 0 0 0 0,0 1 0 0 0,0-1 0 0 0,0 0 0 0 0,0 0 0 0 0,0 0 0 0 0,0 0 0 0 0,0 0 0 0 0,1 1 1 0 0,-1-1-1 0 0,0 0 0 0 0,0 0 0 0 0,-1 5 22 0 0,-25 2 46 0 0,21-5-15 0 0,5-1-55 0 0,0 0 1 0 0,0-1-1 0 0,0 1 0 0 0,0 0 0 0 0,0 0 0 0 0,0-1 1 0 0,0 1-1 0 0,0 0 0 0 0,0-1 0 0 0,0 1 1 0 0,-1 0-1 0 0,1 0 0 0 0,0-1 0 0 0,-1 1 1 0 0,1 0-1 0 0,0-1 0 0 0,-1 1 0 0 0,1-1 1 0 0,-1 1-1 0 0,1-1 0 0 0,-1 1 0 0 0,1-1 0 0 0,-1 1 1 0 0,1-1-1 0 0,-1 1 0 0 0,0-1 0 0 0,1 1 1 0 0,-1-1-1 0 0,1 0 0 0 0,-1 1 0 0 0,0-1 1 0 0,0 0-1 0 0,1 0 0 0 0,-1 0 0 0 0,0 1 1 0 0,1-1-1 0 0,-1 0 0 0 0,-1 0 0 0 0,2 0 2 0 0,-1 0 0 0 0,1 0 0 0 0,-1 0 1 0 0,1 0-1 0 0,-1 0 0 0 0,1 0 0 0 0,-1 0 0 0 0,1 0 0 0 0,-1 1 0 0 0,0-1 0 0 0,1 0 0 0 0,0 0 0 0 0,-1 0 0 0 0,1 1 0 0 0,-1-1 0 0 0,1 0 0 0 0,-1 1 0 0 0,1-1 0 0 0,-1 0 0 0 0,1 1 0 0 0,0-1 0 0 0,-1 1 1 0 0,1-1-1 0 0,0 1 0 0 0,0-1 0 0 0,-1 0 0 0 0,1 1 0 0 0,0-1 0 0 0,0 1 0 0 0,-1-1 0 0 0,1 1 0 0 0,0 0 0 0 0,0-1 0 0 0,0 1 0 0 0,0-1 0 0 0,0 1 0 0 0,0 0 0 0 0,0 0 0 0 0,0 0 0 0 0,0 0 0 0 0,0 0 0 0 0,0 0 0 0 0,0 1 0 0 0,0-1 0 0 0,-1 0 0 0 0,1 0 0 0 0,0 0 0 0 0,-1 0 0 0 0,1 0 0 0 0,0 0 0 0 0,-1 0 0 0 0,0 0 0 0 0,1 0 0 0 0,-1 0 0 0 0,1 0 0 0 0,-1 0 0 0 0,0-1 0 0 0,0 1 0 0 0,0 0 0 0 0,1 0-1 0 0,-1-1 1 0 0,0 1 0 0 0,0 0 0 0 0,0-1 0 0 0,-2 2 0 0 0,0 1 3 0 0,17 4 9 0 0,-14-7-11 0 0,0 0-1 0 0,0 0 1 0 0,-1 0 0 0 0,1 0 0 0 0,0 0 0 0 0,0 0 0 0 0,0 0 0 0 0,0 0 0 0 0,0 0-1 0 0,0 0 1 0 0,-1 0 0 0 0,1 0 0 0 0,0 1 0 0 0,0-1 0 0 0,0 0 0 0 0,0 0 0 0 0,0 0-1 0 0,0 0 1 0 0,0 0 0 0 0,0 0 0 0 0,0 1 0 0 0,0-1 0 0 0,0 0 0 0 0,0 0 0 0 0,0 0-1 0 0,-1 0 1 0 0,1 0 0 0 0,0 0 0 0 0,0 1 0 0 0,0-1 0 0 0,0 0 0 0 0,0 0 0 0 0,0 0-1 0 0,0 0 1 0 0,1 0 0 0 0,-1 1 0 0 0,0-1 0 0 0,0 0 0 0 0,0 0 0 0 0,0 0 0 0 0,0 0-1 0 0,0 0 1 0 0,0 0 0 0 0,0 0 0 0 0,0 1 0 0 0,0-1 0 0 0,0 0 0 0 0,0 0 0 0 0,0 0-1 0 0,1 0 1 0 0,-1 0 0 0 0,0 0 0 0 0,0 0 0 0 0,0 0 0 0 0,0 0 0 0 0,0 1 0 0 0,0-1-1 0 0,0 0 1 0 0,1 0 0 0 0,-1 0 0 0 0,-4 1 4 0 0,3 0-5 0 0,-1-1 0 0 0,1 0 1 0 0,0 1-1 0 0,0-1 0 0 0,0 1 0 0 0,0-1 1 0 0,0 1-1 0 0,-1 0 0 0 0,1-1 0 0 0,0 1 0 0 0,1 0 1 0 0,-1 0-1 0 0,0 0 0 0 0,0 0 0 0 0,0 0 1 0 0,0 0-1 0 0,1 0 0 0 0,-1 0 0 0 0,0 0 0 0 0,1 0 1 0 0,-1 0-1 0 0,1 0 0 0 0,-1 0 0 0 0,1 1 1 0 0,0-1-1 0 0,-1 0 0 0 0,1 0 0 0 0,0 1 0 0 0,0-1 1 0 0,0 0-1 0 0,0 0 0 0 0,0 0 0 0 0,0 1 1 0 0,0-1-1 0 0,1 0 0 0 0,-1 0 0 0 0,1 2 0 0 0,-1-1 3 0 0,0-1-1 0 0,0 0 0 0 0,-1 1 0 0 0,1-1 1 0 0,0 1-1 0 0,-1-1 0 0 0,1 0 0 0 0,-1 1 0 0 0,1-1 1 0 0,-1 0-1 0 0,1 1 0 0 0,-1-1 0 0 0,0 0 1 0 0,0 0-1 0 0,0 0 0 0 0,0 0 0 0 0,0 0 1 0 0,0 0-1 0 0,0 0 0 0 0,-1 1 0 0 0,0 0 0 0 0,1-1-1 0 0,0 0 1 0 0,0 0 0 0 0,-1 0-1 0 0,1 1 1 0 0,0-1-1 0 0,0 0 1 0 0,0 1-1 0 0,0-1 1 0 0,1 1 0 0 0,-1-1-1 0 0,0 1 1 0 0,1 0-1 0 0,-1-1 1 0 0,1 1 0 0 0,-1 0-1 0 0,1-1 1 0 0,0 1-1 0 0,0 0 1 0 0,0 2-1 0 0,1 11-27 0 0,-1-12 18 0 0,1 0 1 0 0,-1-1-1 0 0,0 1 1 0 0,0-1-1 0 0,1 1 1 0 0,-2 0-1 0 0,1-1 1 0 0,0 1-1 0 0,-1-1 1 0 0,1 1-1 0 0,-1-1 1 0 0,1 1-1 0 0,-1-1 1 0 0,0 1-1 0 0,-2 3 1 0 0,-4 0-2 0 0,6-4 12 0 0,-1-1 1 0 0,1 1 0 0 0,-1 0 0 0 0,1-1 0 0 0,-1 1-1 0 0,1 0 1 0 0,0 0 0 0 0,0 0 0 0 0,0 0-1 0 0,0 0 1 0 0,0 0 0 0 0,0 0 0 0 0,0 0 0 0 0,1 0-1 0 0,-1 1 1 0 0,1-1 0 0 0,0 0 0 0 0,-1 0 0 0 0,1 5-1 0 0,0-5 2 0 0,0 0-1 0 0,0 0 1 0 0,0 1-1 0 0,-1-1 1 0 0,1 0-1 0 0,-1 0 1 0 0,0 0-1 0 0,0 1 1 0 0,0-1-1 0 0,0 0 1 0 0,0 0-1 0 0,0 0 1 0 0,0-1-1 0 0,0 1 1 0 0,-1 0-1 0 0,-1 2 0 0 0,1-3-4 0 0,1 1-1 0 0,0-1 1 0 0,-1 1-1 0 0,1 0 1 0 0,0-1-1 0 0,0 1 1 0 0,0 0-1 0 0,0 0 1 0 0,0 0-1 0 0,1 0 0 0 0,-1 0 1 0 0,0 0-1 0 0,1 0 1 0 0,0 0-1 0 0,-1 0 1 0 0,1 2-1 0 0,0-2-5 0 0,0 0 0 0 0,0 0 0 0 0,-1 0 1 0 0,1 0-1 0 0,-1 0 0 0 0,1 0 0 0 0,-1 0 0 0 0,0 0 0 0 0,0 0 0 0 0,0 0 0 0 0,0 0 1 0 0,0-1-1 0 0,0 1 0 0 0,0 0 0 0 0,-1-1 0 0 0,-1 2 0 0 0,2-1 4 0 0,-1-1 0 0 0,1 1 0 0 0,0 0 0 0 0,-1-1 0 0 0,1 1 0 0 0,0 0 0 0 0,0 0 0 0 0,0 0 0 0 0,0-1 0 0 0,1 1 0 0 0,-1 0 1 0 0,1 0-1 0 0,-1 0 0 0 0,1 0 0 0 0,-1 0 0 0 0,1 3 0 0 0,0-4 3 0 0,-1 1 1 0 0,1-1 0 0 0,-1 0-1 0 0,1 0 1 0 0,-1 0 0 0 0,1 0-1 0 0,-1 0 1 0 0,0 0 0 0 0,1 0-1 0 0,-1 0 1 0 0,0-1 0 0 0,0 1-1 0 0,0 0 1 0 0,0 0-1 0 0,0 0 1 0 0,0-1 0 0 0,0 1-1 0 0,0-1 1 0 0,0 1 0 0 0,0-1-1 0 0,0 1 1 0 0,-1 0 0 0 0,-4 2 13 0 0,-24 28-2 0 0,20-6-13 0 0,7-23 1 0 0,1 0-1 0 0,0-1 1 0 0,0 1-1 0 0,0 0 1 0 0,1 0-1 0 0,-1 0 1 0 0,0 0-1 0 0,1 1 1 0 0,-1-1 0 0 0,1 0-1 0 0,0 1 1 0 0,0-1-1 0 0,0 1 1 0 0,0-1-1 0 0,0 1 1 0 0,0-1-1 0 0,1 1 1 0 0,-1-1-1 0 0,1 1 1 0 0,0 0-1 0 0,0 0 1 0 0,0-1-1 0 0,0 1 1 0 0,0 0-1 0 0,1 3 1 0 0,-2 12-27 0 0,0-13 26 0 0,1 1 0 0 0,-1-1 0 0 0,1 0 0 0 0,0 0 0 0 0,0 1 0 0 0,0-1-1 0 0,1 0 1 0 0,0 0 0 0 0,0 0 0 0 0,0 1 0 0 0,3 5 0 0 0,-1-7 2 0 0,0-1-1 0 0,0 1 0 0 0,-1 0 1 0 0,1 0-1 0 0,-1 0 1 0 0,0 0-1 0 0,-1 0 1 0 0,1 1-1 0 0,-1-1 1 0 0,0 0-1 0 0,0 1 1 0 0,0-1-1 0 0,0 1 1 0 0,-1-1-1 0 0,0 1 1 0 0,0-1-1 0 0,0 8 1 0 0,-1 3-15 0 0,0-11 12 0 0,1 0-1 0 0,-1 0 1 0 0,1 1 0 0 0,0-1 0 0 0,0 0 0 0 0,1 0 0 0 0,-1 0 0 0 0,1 0-1 0 0,0 0 1 0 0,0 0 0 0 0,3 7 0 0 0,11 6-63 0 0,-11-14 57 0 0,0 1-1 0 0,0-1 1 0 0,-1 1 0 0 0,1 0-1 0 0,-1 0 1 0 0,0 0-1 0 0,-1 1 1 0 0,1-1 0 0 0,-1 1-1 0 0,1-1 1 0 0,-1 1-1 0 0,1 5 1 0 0,-3-8 3 0 0,1 0 1 0 0,-1 0-1 0 0,1 0 1 0 0,0 0-1 0 0,0 0 0 0 0,0 0 1 0 0,0 0-1 0 0,0 0 0 0 0,0 0 1 0 0,0 0-1 0 0,1-1 1 0 0,-1 1-1 0 0,1 0 0 0 0,-1-1 1 0 0,1 1-1 0 0,-1-1 1 0 0,3 2-1 0 0,9 9 2 0 0,-6-7 9 0 0,-1 0 0 0 0,1 0 0 0 0,0-1-1 0 0,0 0 1 0 0,9 3 0 0 0,20 12-181 0 0,97 52-35 0 0,-25-16 551 0 0,-59-27-295 0 0,-10-7-110 0 0,54 39-1 0 0,-87-55 46 0 0,0-1-1 0 0,-1 0 1 0 0,2 0-1 0 0,-1 0 1 0 0,0-1-1 0 0,1 0 1 0 0,-1 0-1 0 0,1-1 1 0 0,0 0 0 0 0,0 0-1 0 0,0-1 1 0 0,11 2-1 0 0,-11-3 0 0 0,0 0 0 0 0,0 0 0 0 0,1-1 0 0 0,-1 0 0 0 0,0 0 0 0 0,0 0 1 0 0,0-1-1 0 0,0-1 0 0 0,11-4 0 0 0,11-4-32 0 0,45-10 98 0 0,123-52-1 0 0,-178 65-9 0 0,1 1 0 0 0,0 1-1 0 0,37-6 1 0 0,39-13 137 0 0,-36 6-188 0 0,-27 6 13 0 0,-6 0 16 0 0,-22 11-2 0 0,-1 0 1 0 0,0 0-1 0 0,1 0 1 0 0,-1 0-1 0 0,0-1 1 0 0,-1 0-1 0 0,1 0 1 0 0,0 0 0 0 0,-1 0-1 0 0,0 0 1 0 0,0-1-1 0 0,3-3 1 0 0,27-24 116 0 0,12 0-50 0 0,-32 21-64 0 0,0 1-1 0 0,0 1 1 0 0,1 0 0 0 0,0 0-1 0 0,25-8 1 0 0,21-14 211 0 0,-53 28-195 0 0,-1-1 1 0 0,0 0 0 0 0,0-1 0 0 0,-1 1 0 0 0,10-8 0 0 0,-9 7 1 0 0,-1 0 0 0 0,1 0 0 0 0,0 0-1 0 0,0 1 1 0 0,11-4 0 0 0,-4 2 18 0 0,0 0 1 0 0,0-1-1 0 0,21-13 0 0 0,19-9 139 0 0,-52 28-172 0 0,0 0-13 0 0,1 0 0 0 0,-1-1 0 0 0,0 1 1 0 0,0 0-1 0 0,0 0 0 0 0,0-1 0 0 0,0 1 0 0 0,1 0 0 0 0,-1-1 0 0 0,0 1 0 0 0,0-1 1 0 0,0 0-1 0 0,0 1 0 0 0,0-1 0 0 0,0 0 0 0 0,-1 1 0 0 0,1-1 0 0 0,0 0 0 0 0,0 0 1 0 0,0 0-1 0 0,-1 0 0 0 0,2-1 0 0 0,-2 0 4 0 0,1 0 1 0 0,0 0-1 0 0,0 0 0 0 0,0 1 1 0 0,0-1-1 0 0,0 0 0 0 0,0 1 1 0 0,0-1-1 0 0,1 0 0 0 0,-1 1 1 0 0,1-1-1 0 0,-1 1 1 0 0,1 0-1 0 0,-1 0 0 0 0,1-1 1 0 0,0 1-1 0 0,0 0 0 0 0,0 0 1 0 0,2 0-1 0 0,-2 0-4 0 0,0 0-1 0 0,0 0 1 0 0,0 0 0 0 0,0 0-1 0 0,0 0 1 0 0,-1 0 0 0 0,1-1-1 0 0,0 1 1 0 0,-1 0 0 0 0,1-1-1 0 0,-1 1 1 0 0,1-1 0 0 0,-1 0-1 0 0,0 1 1 0 0,0-1-1 0 0,0 0 1 0 0,0 0 0 0 0,0 0-1 0 0,1-3 1 0 0,-2 4-6 0 0,0 0 0 0 0,0 0 0 0 0,0 0 0 0 0,0 1 0 0 0,0-1 0 0 0,0 0 0 0 0,1 0 0 0 0,-1 1 0 0 0,0-1 0 0 0,0 0 0 0 0,1 1 0 0 0,-1-1 0 0 0,0 0 0 0 0,1 1 0 0 0,-1-1 0 0 0,1 0 0 0 0,-1 1-1 0 0,1-1 1 0 0,-1 1 0 0 0,1-1 0 0 0,-1 0 0 0 0,1 1 0 0 0,-1 0 0 0 0,1-1 0 0 0,0 1 0 0 0,-1-1 0 0 0,1 1 0 0 0,0 0 0 0 0,-1-1 0 0 0,1 1 0 0 0,0 0 0 0 0,1 0 0 0 0,-1-1 0 0 0,-1 1 1 0 0,1 0-1 0 0,0 0 1 0 0,0-1-1 0 0,0 1 1 0 0,-1 0-1 0 0,1-1 0 0 0,0 1 1 0 0,-1-1-1 0 0,1 1 1 0 0,0 0-1 0 0,-1-1 1 0 0,1 0-1 0 0,-1 1 1 0 0,1-1-1 0 0,-1 1 0 0 0,1-1 1 0 0,-1 0-1 0 0,1 1 1 0 0,-1-1-1 0 0,1 0 1 0 0,-1 0-1 0 0,0 1 0 0 0,0-1 1 0 0,1 0-1 0 0,-1 0 1 0 0,0 1-1 0 0,0-1 1 0 0,0 0-1 0 0,0 0 1 0 0,0 0-1 0 0,0-1 0 0 0,0 1 3 0 0,0-1-1 0 0,1 1 0 0 0,-1-1 0 0 0,0 1 0 0 0,1-1 0 0 0,-1 1 1 0 0,1-1-1 0 0,-1 1 0 0 0,1 0 0 0 0,-1-1 0 0 0,1 1 0 0 0,0 0 1 0 0,0 0-1 0 0,0-1 0 0 0,0 1 0 0 0,0 0 0 0 0,0 0 0 0 0,2-2 1 0 0,-1 2-2 0 0,-1 0 0 0 0,0-1 0 0 0,1 1 1 0 0,-1 0-1 0 0,0-1 0 0 0,0 1 1 0 0,0-1-1 0 0,0 1 0 0 0,0-1 0 0 0,0 0 1 0 0,-1 1-1 0 0,1-1 0 0 0,0 0 0 0 0,-1 0 1 0 0,1 1-1 0 0,-1-1 0 0 0,0 0 1 0 0,0 0-1 0 0,0-2 0 0 0,1-14-3 0 0,0 15 4 0 0,0-1-1 0 0,-1 1 0 0 0,0-1 0 0 0,0 0 0 0 0,0 1 0 0 0,0-1 1 0 0,0 0-1 0 0,-1 1 0 0 0,0-1 0 0 0,0 1 0 0 0,0-1 0 0 0,-3-6 0 0 0,-111-136 533 0 0,-66-91-374 0 0,162 216-165 0 0,0 2 0 0 0,-1 0 0 0 0,0 0 0 0 0,-2 2 0 0 0,0 1 0 0 0,-25-14 0 0 0,4 2 40 0 0,5 5-37 0 0,-1 1 0 0 0,0 3 0 0 0,-2 1 1 0 0,0 2-1 0 0,-1 2 0 0 0,-74-16 0 0 0,92 28-53 0 0,0 0-1 0 0,-1 2 1 0 0,1 1 0 0 0,0 1-1 0 0,0 0 1 0 0,-37 10 0 0 0,-125 45-1813 0 0,121-45 512 0 0,-15 3-5185 0 0,50-4 472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3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1428 59 560 0 0,'6'-2'925'0'0,"13"-4"169"0"0,-14-6 3210 0 0,-10 13-2837 0 0,-85 16-115 0 0,0 5 0 0 0,-142 52 0 0 0,216-68-1283 0 0,0-1 1 0 0,-1-1-1 0 0,0 0 1 0 0,1-1 0 0 0,-1-1-1 0 0,-22 1 1 0 0,-109-9 341 0 0,110 2-359 0 0,-1 2 0 0 0,-76 6-1 0 0,98-1-8 0 0,-8-1-46 0 0,0 2-1 0 0,0 0 0 0 0,1 2 1 0 0,0 0-1 0 0,0 2 0 0 0,0 1 1 0 0,-23 12-1 0 0,41-18 23 0 0,1 0 1 0 0,-1-1-1 0 0,0 0 0 0 0,0 0 1 0 0,0 0-1 0 0,0-1 0 0 0,0 1 1 0 0,-1-1-1 0 0,-11 0 1 0 0,-6 1-14 0 0,-13 8-197 0 0,36-10 183 0 0,-1 1-1 0 0,1-1 1 0 0,0 1 0 0 0,0-1-1 0 0,-1 1 1 0 0,1 0 0 0 0,0-1 0 0 0,0 1-1 0 0,0 0 1 0 0,0 0 0 0 0,0 0-1 0 0,0 0 1 0 0,0 0 0 0 0,0 0-1 0 0,0 0 1 0 0,0 0 0 0 0,0 0 0 0 0,1 0-1 0 0,-1 0 1 0 0,0 0 0 0 0,0 3-1 0 0,1-3 11 0 0,0 0-1 0 0,0 0 0 0 0,-1 0 1 0 0,1 0-1 0 0,0 0 0 0 0,-1 0 1 0 0,1 0-1 0 0,0 0 1 0 0,-1 0-1 0 0,1 0 0 0 0,-1-1 1 0 0,0 1-1 0 0,1 0 0 0 0,-1 0 1 0 0,1 0-1 0 0,-1-1 0 0 0,0 1 1 0 0,0 0-1 0 0,0-1 0 0 0,1 1 1 0 0,-1-1-1 0 0,0 1 0 0 0,0-1 1 0 0,0 1-1 0 0,-2 0 0 0 0,-5 4 31 0 0,-29 46 166 0 0,33-44-185 0 0,-1 0 1 0 0,0 0 0 0 0,0 0-1 0 0,0 0 1 0 0,-1-1 0 0 0,0 0-1 0 0,-12 9 1 0 0,17-14-16 0 0,1 0-1 0 0,-1 0 1 0 0,0 0 0 0 0,0 1 0 0 0,1-1-1 0 0,-1 0 1 0 0,1 0 0 0 0,-1 0 0 0 0,1 0-1 0 0,0 1 1 0 0,-1-1 0 0 0,1 0 0 0 0,0 1-1 0 0,0-1 1 0 0,0 0 0 0 0,0 0 0 0 0,0 1-1 0 0,0-1 1 0 0,0 0 0 0 0,1 3 0 0 0,-5 21-18 0 0,-3-15 14 0 0,5-8 1 0 0,0 0 0 0 0,0 1-1 0 0,0 0 1 0 0,1-1 0 0 0,-1 1 0 0 0,1 0 0 0 0,0 0 0 0 0,0 0 0 0 0,0 0 0 0 0,0 0 0 0 0,0 0-1 0 0,1 0 1 0 0,-1 0 0 0 0,1 0 0 0 0,0 0 0 0 0,0 4 0 0 0,0-6 2 0 0,0 0 0 0 0,0 1 0 0 0,0-1 0 0 0,0 0 0 0 0,-1 0 0 0 0,1 0 0 0 0,0 0 0 0 0,-1 0 0 0 0,1 0 0 0 0,-1 0 0 0 0,1 0 0 0 0,-1 0 0 0 0,1-1 0 0 0,-1 1 0 0 0,1 0 0 0 0,-1 0 0 0 0,0 0 0 0 0,0 0 0 0 0,1-1 0 0 0,-1 1 0 0 0,-2 1 0 0 0,-5 11-11 0 0,11-3 14 0 0,0 0 1 0 0,1-1-1 0 0,0 1 0 0 0,0-1 1 0 0,8 11-1 0 0,3 10-2 0 0,-14-26-1 0 0,0-1 0 0 0,0 1 1 0 0,0 0-1 0 0,-1 0 0 0 0,1-1 0 0 0,-1 1 1 0 0,0 0-1 0 0,0 0 0 0 0,-1 3 0 0 0,1-4 1 0 0,-1 0-1 0 0,1 0 0 0 0,0-1 0 0 0,0 1 0 0 0,0 0 1 0 0,0 0-1 0 0,1 0 0 0 0,-1-1 0 0 0,1 1 0 0 0,0 0 1 0 0,0-1-1 0 0,0 1 0 0 0,1 3 0 0 0,8 6-7 0 0,1 0-1 0 0,0-1 1 0 0,1 0-1 0 0,0-1 1 0 0,1 0-1 0 0,26 15 1 0 0,-19-13 8 0 0,-1 1 1 0 0,-1 1-1 0 0,24 22 0 0 0,-36-30-12 0 0,0 0 0 0 0,1-1 0 0 0,0 0 0 0 0,1 0 0 0 0,-1 0 0 0 0,11 4 0 0 0,-12-6 7 0 0,0-1 0 0 0,0 2 1 0 0,0-1-1 0 0,-1 1 0 0 0,0 0 0 0 0,0 0 0 0 0,0 0 0 0 0,7 8 0 0 0,43 35-313 0 0,-46-31 325 0 0,-8-14 30 0 0,1 1 0 0 0,-1-1 0 0 0,1 0 1 0 0,0 1-1 0 0,-1-1 0 0 0,1 0 0 0 0,0 0 0 0 0,0 0 0 0 0,0 0 0 0 0,1-1 1 0 0,3 4-1 0 0,26 13-46 0 0,2-1 0 0 0,0-2 1 0 0,0-1-1 0 0,43 11 0 0 0,-53-20 4 0 0,-1-1-1 0 0,1-1 1 0 0,0 0-1 0 0,0-2 1 0 0,41-3-1 0 0,-2 0 0 0 0,5 2 13 0 0,421 19 137 0 0,-278 1-276 0 0,-198-18 131 0 0,-1-1 0 0 0,0 0 0 0 0,1-1-1 0 0,13-2 1 0 0,29 0 6 0 0,322-16 157 0 0,-354 16-157 0 0,186-22 166 0 0,-176 18-139 0 0,0-1 0 0 0,0-2-1 0 0,-1-2 1 0 0,31-14-1 0 0,-61 25-26 0 0,-1 0-1 0 0,0-1 1 0 0,0 1 0 0 0,1-1-1 0 0,-1 1 1 0 0,0-1-1 0 0,0 1 1 0 0,0-1-1 0 0,0 0 1 0 0,1 0 0 0 0,-1 1-1 0 0,0-1 1 0 0,0 0-1 0 0,-1 0 1 0 0,1 0 0 0 0,0 0-1 0 0,0 0 1 0 0,0 0-1 0 0,-1 0 1 0 0,1-1-1 0 0,0 1 1 0 0,-1 0 0 0 0,1 0-1 0 0,-1-1 1 0 0,0 1-1 0 0,1 0 1 0 0,-1 0 0 0 0,0-1-1 0 0,0 1 1 0 0,0-2-1 0 0,0 2 3 0 0,0 0 0 0 0,1 0 0 0 0,-1 0 0 0 0,0 0 0 0 0,0 0 0 0 0,0 0 0 0 0,1 0 0 0 0,-1 0 0 0 0,0 0-1 0 0,1 0 1 0 0,-1 0 0 0 0,1 0 0 0 0,-1 0 0 0 0,1 1 0 0 0,-1-1 0 0 0,1 0 0 0 0,0 0 0 0 0,-1 0 0 0 0,1 1 0 0 0,0-1 0 0 0,0 0-1 0 0,0 1 1 0 0,-1-1 0 0 0,1 1 0 0 0,0-1 0 0 0,2 0 0 0 0,-2 1 2 0 0,-1-1-1 0 0,1 1 0 0 0,0-1 1 0 0,0 1-1 0 0,0-1 1 0 0,0 1-1 0 0,0-1 1 0 0,-1 0-1 0 0,1 0 1 0 0,0 1-1 0 0,-1-1 0 0 0,1 0 1 0 0,0 0-1 0 0,-1 0 1 0 0,1 1-1 0 0,-1-1 1 0 0,1 0-1 0 0,-1 0 1 0 0,0 0-1 0 0,1 0 0 0 0,-1 0 1 0 0,0 0-1 0 0,0 0 1 0 0,0 0-1 0 0,1 0 1 0 0,-1-2-1 0 0,-1-12 153 0 0,0 11-136 0 0,0 1 0 0 0,1-1 0 0 0,0 1 0 0 0,-1-1 0 0 0,1 0 0 0 0,1 1 0 0 0,-1-1 0 0 0,0 1-1 0 0,1-1 1 0 0,0 1 0 0 0,0-1 0 0 0,0 1 0 0 0,3-6 0 0 0,-2 7-19 0 0,0 1 0 0 0,0-1-1 0 0,0 0 1 0 0,0 0 0 0 0,0 0 0 0 0,-1-1-1 0 0,1 1 1 0 0,-1 0 0 0 0,1 0 0 0 0,-1-1-1 0 0,0 1 1 0 0,0-1 0 0 0,0 0 0 0 0,0 1-1 0 0,0-1 1 0 0,0 1 0 0 0,-1-1 0 0 0,1 0-1 0 0,-1 0 1 0 0,0 1 0 0 0,0-1-1 0 0,0 0 1 0 0,0 0 0 0 0,-1-3 0 0 0,1-135 142 0 0,-2 134-151 0 0,0 0 0 0 0,-1 0-1 0 0,1 1 1 0 0,-1-1 0 0 0,-1 1 0 0 0,1-1-1 0 0,-1 1 1 0 0,0 0 0 0 0,0 0-1 0 0,-1 1 1 0 0,-5-6 0 0 0,0 0 2 0 0,1-17 3 0 0,-17 4 66 0 0,-2 0 0 0 0,-59-37 0 0 0,47 34-38 0 0,2 2-3 0 0,20 15-15 0 0,0-1 0 0 0,1 0 0 0 0,1-2 0 0 0,0 0-1 0 0,1-1 1 0 0,-18-20 0 0 0,23 22 2 0 0,-1 0 0 0 0,-1 0 0 0 0,-22-16 0 0 0,-20-20 20 0 0,40 34-14 0 0,-1 1 1 0 0,-1 0-1 0 0,-1 1 0 0 0,1 0 1 0 0,-2 2-1 0 0,0 0 0 0 0,-18-7 1 0 0,-6-10-5 0 0,36 23-14 0 0,0-1 0 0 0,0 1 0 0 0,-1 0-1 0 0,0 0 1 0 0,-10-4 0 0 0,-73-39-80 0 0,46 33 40 0 0,-2 2 0 0 0,0 2 0 0 0,0 2 0 0 0,-1 2 0 0 0,-63-1 0 0 0,14 8-80 0 0,-152 21 0 0 0,202-13-37 0 0,42-6-69 0 0,19-1-125 0 0,-11-3-75 0 0,0 0 0 0 0,-1 0 0 0 0,1-1 0 0 0,-1 1 0 0 0,1-1 0 0 0,-1 1 0 0 0,1-1 0 0 0,-1 0 0 0 0,0-1 0 0 0,0 1 0 0 0,0 0 0 0 0,0-1 0 0 0,0 0 0 0 0,4-5 0 0 0,-2-16-2935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0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659 163 720 0 0,'0'0'2628'0'0,"-5"0"-107"0"0,-30 7 1499 0 0,29-5-3640 0 0,-1 0 1 0 0,1 0-1 0 0,-1-1 0 0 0,0 0 1 0 0,0 0-1 0 0,0-1 1 0 0,0 0-1 0 0,0 0 0 0 0,1 0 1 0 0,-13-3-1 0 0,-60-16-209 0 0,46 11 46 0 0,0 0 1 0 0,-1 2-1 0 0,-54-2 1 0 0,86 8-210 0 0,-7-1 77 0 0,0 1 0 0 0,1 0 1 0 0,-1 0-1 0 0,1 1 0 0 0,-1 0 1 0 0,1 0-1 0 0,-1 1 1 0 0,1 0-1 0 0,0 1 0 0 0,-16 7 1 0 0,24-10-89 0 0,-1 1 0 0 0,0 0 1 0 0,1 0-1 0 0,-1 0 0 0 0,1 0 0 0 0,-1 0 1 0 0,1 0-1 0 0,-1 0 0 0 0,1 0 1 0 0,0 0-1 0 0,-1 0 0 0 0,1 1 0 0 0,0-1 1 0 0,0 0-1 0 0,0 0 0 0 0,0 0 1 0 0,0 0-1 0 0,0 0 0 0 0,0 0 0 0 0,1 2 1 0 0,-5 22-61 0 0,-46 93 49 0 0,46-79-4 0 0,4-35 9 0 0,0 1 0 0 0,0 0 0 0 0,-1 0 1 0 0,1 0-1 0 0,-1 0 0 0 0,-3 8 0 0 0,0-6 9 0 0,0 0-1 0 0,0 0 0 0 0,-1-1 0 0 0,0 1 1 0 0,0-2-1 0 0,-7 8 0 0 0,7-10 2 0 0,1 1 1 0 0,0 0-1 0 0,1 0 0 0 0,-1 0 0 0 0,1 0 1 0 0,0 0-1 0 0,0 1 0 0 0,0 0 0 0 0,0-1 0 0 0,1 1 1 0 0,0 0-1 0 0,0 0 0 0 0,0 1 0 0 0,-2 8 1 0 0,4-10-6 0 0,0-1 0 0 0,1 1-1 0 0,-1 0 1 0 0,0 0 0 0 0,1 0 0 0 0,0-1 0 0 0,0 1 0 0 0,0 0 0 0 0,1-1 0 0 0,-1 1 0 0 0,1-1 0 0 0,0 1 0 0 0,0-1 0 0 0,0 0 0 0 0,3 4 0 0 0,0 0-11 0 0,-4-5 10 0 0,0 1 0 0 0,0-1 0 0 0,0 1 0 0 0,0-1 1 0 0,0 1-1 0 0,-1 0 0 0 0,1-1 0 0 0,-1 1 1 0 0,0 0-1 0 0,1-1 0 0 0,-1 1 0 0 0,0 0 0 0 0,-1-1 1 0 0,0 4-1 0 0,1-3 3 0 0,0 0 0 0 0,0 0-1 0 0,0 0 1 0 0,0 1 0 0 0,0-1 0 0 0,0 0 0 0 0,1-1 0 0 0,-1 1-1 0 0,3 6 1 0 0,24 23 2 0 0,-4-7 14 0 0,4 33 19 0 0,-25-50-49 0 0,1 0 0 0 0,1 1 0 0 0,0-1 0 0 0,0 0 0 0 0,0-1-1 0 0,1 1 1 0 0,1-1 0 0 0,-1 0 0 0 0,1 0 0 0 0,0 0 0 0 0,14 11-1 0 0,6-1 47 0 0,-18-12-69 0 0,0 0 0 0 0,1 1 0 0 0,-2 0 0 0 0,1 0 0 0 0,-1 0 0 0 0,0 1 0 0 0,0 0 0 0 0,0 1 0 0 0,8 13 0 0 0,-1 11-292 0 0,-12-25 387 0 0,0-1-1 0 0,1 1 1 0 0,0-1-1 0 0,0 0 0 0 0,1 0 1 0 0,0 0-1 0 0,0 0 0 0 0,0 0 1 0 0,1-1-1 0 0,-1 0 0 0 0,10 8 1 0 0,5 2 14 0 0,-1 2-1 0 0,17 19 1 0 0,-18-17-207 0 0,42 34 0 0 0,-54-49 130 0 0,0 0-1 0 0,0-1 1 0 0,1 1 0 0 0,0-1-1 0 0,0 0 1 0 0,-1-1 0 0 0,2 0-1 0 0,-1 0 1 0 0,0 0 0 0 0,0 0-1 0 0,1-1 1 0 0,11 1 0 0 0,18-10-26 0 0,-6 0 79 0 0,65-20 194 0 0,-23 14-138 0 0,0 4 1 0 0,140-3-1 0 0,-5 19 71 0 0,-74-18-4 0 0,-102 8-120 0 0,0 0 0 0 0,0 2 0 0 0,0 2 0 0 0,48 4 0 0 0,31 18 233 0 0,-68-12-118 0 0,1-1 0 0 0,79 4 0 0 0,-120-13-163 0 0,0 0 1 0 0,1 0 0 0 0,-1 0 0 0 0,0 0 0 0 0,1-1 0 0 0,-1 1 0 0 0,0-1 0 0 0,1 0 0 0 0,-1 1 0 0 0,0-1 0 0 0,0 0-1 0 0,0 0 1 0 0,4-3 0 0 0,-6 4 0 0 0,0-1 0 0 0,0 0 0 0 0,0 1 0 0 0,0-1 0 0 0,0 1 1 0 0,1-1-1 0 0,-1 0 0 0 0,0 1 0 0 0,0-1 0 0 0,1 1 0 0 0,-1-1 0 0 0,0 1 0 0 0,1-1 0 0 0,-1 1 0 0 0,0-1 0 0 0,1 1 0 0 0,-1-1 0 0 0,1 1 0 0 0,-1 0 0 0 0,1-1 0 0 0,-1 1 0 0 0,1 0 0 0 0,-1-1 0 0 0,1 1 0 0 0,-1 0 0 0 0,1 0 0 0 0,-1-1 0 0 0,1 1 0 0 0,0 0 0 0 0,-1 0 1 0 0,1 0-1 0 0,0 0 0 0 0,0 0 0 0 0,0-1 1 0 0,0 1 0 0 0,0 0-1 0 0,-1 0 1 0 0,1 0 0 0 0,0-1 0 0 0,0 1-1 0 0,-1 0 1 0 0,1-1 0 0 0,0 1 0 0 0,-1-1-1 0 0,1 1 1 0 0,0-1 0 0 0,-1 1 0 0 0,1-1-1 0 0,-1 1 1 0 0,1-1 0 0 0,-1 0-1 0 0,1 1 1 0 0,-1-1 0 0 0,1 0 0 0 0,-1 1-1 0 0,0-1 1 0 0,1 0 0 0 0,-1 1 0 0 0,0-1-1 0 0,1 0 1 0 0,-1 0 0 0 0,0 0-1 0 0,0 1 1 0 0,0-1 0 0 0,0 0 0 0 0,0-1-1 0 0,0-2 31 0 0,0 0 0 0 0,-1 1-1 0 0,1-1 1 0 0,-1 0 0 0 0,0 0-1 0 0,0 1 1 0 0,0-1-1 0 0,0 1 1 0 0,-1-1 0 0 0,0 1-1 0 0,-2-5 1 0 0,1 4 0 0 0,1 0 0 0 0,0 1 0 0 0,1-1 0 0 0,-1 0 0 0 0,1 0 0 0 0,-1 0 0 0 0,1 0 0 0 0,1 0 0 0 0,-1 0-1 0 0,0 0 1 0 0,1-7 0 0 0,-1 6 11 0 0,-1 0-1 0 0,1 0 0 0 0,-1 0 0 0 0,-1 0 0 0 0,1 0 0 0 0,0 0 0 0 0,-1 1 1 0 0,0-1-1 0 0,0 1 0 0 0,-1 0 0 0 0,1 0 0 0 0,-6-5 0 0 0,-8-12 183 0 0,-14-24 175 0 0,27 29-267 0 0,4 15-127 0 0,0 0-1 0 0,0 0 1 0 0,0 0-1 0 0,0 0 1 0 0,0 0 0 0 0,0 0-1 0 0,0 0 1 0 0,0 0 0 0 0,-1 0-1 0 0,1 0 1 0 0,-1 0-1 0 0,1 0 1 0 0,0 0 0 0 0,-1 0-1 0 0,0 0 1 0 0,1 1-1 0 0,-2-2 1 0 0,-34-26 71 0 0,-8-7-9 0 0,33 21-56 0 0,10 12-12 0 0,0 0 0 0 0,0 0 0 0 0,-1 0 0 0 0,1 0 0 0 0,-1 1 0 0 0,0-1 0 0 0,1 0 0 0 0,-1 1 0 0 0,0-1 0 0 0,0 1 0 0 0,0 0 0 0 0,-3-2 0 0 0,-2-1 10 0 0,0-1 0 0 0,0 0 0 0 0,1 0-1 0 0,-10-10 1 0 0,11 10-21 0 0,0 0 1 0 0,-1 0-1 0 0,1 0 1 0 0,-1 1-1 0 0,0 0 1 0 0,-9-5-1 0 0,10 8 10 0 0,4 0 0 0 0,-1 1 0 0 0,1 0 0 0 0,0 0 0 0 0,0-1 0 0 0,-1 1 0 0 0,1-1 0 0 0,0 1 0 0 0,0-1 0 0 0,0 1 0 0 0,-1-1 0 0 0,1 0 0 0 0,0 1 0 0 0,0-1 0 0 0,0 0 0 0 0,0 0 0 0 0,1 0 0 0 0,-1 0 0 0 0,0 0 0 0 0,0 0 0 0 0,0 0 0 0 0,1 0 0 0 0,-1 0 0 0 0,0-2 0 0 0,-4-3 18 0 0,-1 0 1 0 0,0 1-1 0 0,0-1 0 0 0,0 1 0 0 0,-1 1 1 0 0,1-1-1 0 0,-1 1 0 0 0,-13-6 1 0 0,-1-2-24 0 0,10 5 4 0 0,-3-3-3 0 0,-1 0 0 0 0,-30-13 0 0 0,29 17-8 0 0,1-2 0 0 0,-1 0 0 0 0,2 0 0 0 0,-16-12 0 0 0,0 0 5 0 0,12 9 7 0 0,4 2 2 0 0,0 0 0 0 0,1 0 0 0 0,-1-1 0 0 0,2-1 0 0 0,-1 0 0 0 0,-10-14-1 0 0,2 3 80 0 0,-37-28 0 0 0,52 44-82 0 0,5 6 5 0 0,1-1 1 0 0,-1 0-1 0 0,1 0 1 0 0,-1 1 0 0 0,1-1-1 0 0,-1 0 1 0 0,1 0-1 0 0,0 0 1 0 0,-1 1 0 0 0,1-1-1 0 0,0 0 1 0 0,0 0 0 0 0,0 0-1 0 0,0 0 1 0 0,0 0-1 0 0,0 1 1 0 0,0-1 0 0 0,0 0-1 0 0,0 0 1 0 0,0 0 0 0 0,0-1-1 0 0,1 1-2 0 0,-1 1-1 0 0,0-1 1 0 0,0 1-1 0 0,0-1 1 0 0,0 0-1 0 0,0 1 1 0 0,0-1-1 0 0,1 0 1 0 0,-2 1-1 0 0,1-1 1 0 0,0 0-1 0 0,0 1 1 0 0,0-1-1 0 0,0 0 1 0 0,0 1-1 0 0,0-1 1 0 0,-1 1-1 0 0,1-1 1 0 0,0 1-1 0 0,-1-1 1 0 0,1 0-1 0 0,0 1 1 0 0,-1-1-1 0 0,1 1 1 0 0,-1-1-1 0 0,1 1 1 0 0,0-1-1 0 0,-1 1 1 0 0,0-1-1 0 0,-6-2 2 0 0,-24-11-34 0 0,30 14 28 0 0,0-1-1 0 0,0 1 1 0 0,0-1 0 0 0,0 0 0 0 0,0 1 0 0 0,0-1 0 0 0,0 0 0 0 0,0 0 0 0 0,0 0 0 0 0,0 0 0 0 0,0 0 0 0 0,0 0 0 0 0,0 0-1 0 0,1 0 1 0 0,-1 0 0 0 0,1 0 0 0 0,-1-1 0 0 0,1 1 0 0 0,-1 0 0 0 0,0-2 0 0 0,0 1-2 0 0,0 0 1 0 0,0 0-1 0 0,0 1 1 0 0,0-1-1 0 0,-1 0 1 0 0,1 1-1 0 0,-1-1 1 0 0,1 1 0 0 0,-1 0-1 0 0,1-1 1 0 0,-1 1-1 0 0,0 0 1 0 0,0 0-1 0 0,1 0 1 0 0,-1 0-1 0 0,0 0 1 0 0,0 1-1 0 0,0-1 1 0 0,-2 0-1 0 0,-18-11-38 0 0,-16-29-118 0 0,-70-58 1 0 0,99 85 214 0 0,-21 6-111 0 0,25 7 48 0 0,-1 1 1 0 0,1-2-1 0 0,0 1 1 0 0,0 0-1 0 0,0-1 1 0 0,1 0-1 0 0,-1 0 1 0 0,-5-4-1 0 0,-2-1 5 0 0,0 0 0 0 0,0 1-1 0 0,-1 1 1 0 0,0 0 0 0 0,0 1 0 0 0,0 0-1 0 0,0 1 1 0 0,-23-3 0 0 0,12 1-104 0 0,-14-2-369 0 0,-1 0 1 0 0,1 3 0 0 0,-60 0 0 0 0,83 4 65 0 0,0 1 0 0 0,0 1 1 0 0,0 1-1 0 0,1 0 1 0 0,-1 1-1 0 0,1 0 0 0 0,-1 1 1 0 0,1 1-1 0 0,1 0 0 0 0,-1 1 1 0 0,1 0-1 0 0,-15 12 0 0 0,25-17-8 0 0,0 0 1 0 0,0 1-1 0 0,0 0 0 0 0,0-1 0 0 0,0 1 0 0 0,1 0 0 0 0,-1 0 0 0 0,1 1 1 0 0,-3 4-1 0 0,0 29-6504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84 2961 0 0,'60'-20'2882'0'0,"-29"9"-721"0"0,-31 3-721 0 0,30 2-159 0 0,-60 6-3362 0 0,30-5-400 0 0,-61-9-400 0 0,1-5 319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4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85 1521 0 0,'0'-1'122'0'0,"0"1"0"0"0,0-1 1 0 0,0 0-1 0 0,0 1 1 0 0,0-1-1 0 0,0 1 0 0 0,-1-1 1 0 0,1 0-1 0 0,0 1 1 0 0,0-1-1 0 0,0 1 0 0 0,-1-1 1 0 0,1 1-1 0 0,0-1 1 0 0,-1 1-1 0 0,1-1 0 0 0,-1 1 1 0 0,1-1-1 0 0,0 1 0 0 0,-1-1 1 0 0,1 1-1 0 0,-1 0 1 0 0,1-1-1 0 0,-1 1 0 0 0,1 0 1 0 0,-1-1-1 0 0,1 1 1 0 0,-1 0-1 0 0,1 0 0 0 0,-1 0 1 0 0,0-1-1 0 0,1 1 1 0 0,-1 0-1 0 0,1 0 0 0 0,-1 0 1 0 0,0 0-1 0 0,1 0 0 0 0,-1 0 1 0 0,1 0-1 0 0,-1 0 1 0 0,0 0-1 0 0,1 0 0 0 0,-1 1 1 0 0,0-1-1 0 0,1 0-87 0 0,-1 0 0 0 0,1 1 0 0 0,0-1 0 0 0,-1 0 0 0 0,1 0 0 0 0,0 0 0 0 0,-1 0 0 0 0,1 0 0 0 0,0 0-1 0 0,-1 0 1 0 0,1 0 0 0 0,0 0 0 0 0,-1 0 0 0 0,1 0 0 0 0,0 0 0 0 0,-1 0 0 0 0,1 0 0 0 0,0 0 0 0 0,-1-1 0 0 0,1 1 0 0 0,0 0 0 0 0,-1 0 0 0 0,1 0 0 0 0,0 0-1 0 0,0-1 1 0 0,-1 1 0 0 0,1 0 0 0 0,0 0 0 0 0,-1 0 0 0 0,1-1 0 0 0,0 1 0 0 0,0 0 0 0 0,0-1 0 0 0,-1 1 0 0 0,1 0 0 0 0,0 0 0 0 0,0-1 0 0 0,0 1 0 0 0,0-1 685 0 0,0 1-690 0 0,0 0 0 0 0,0 0 0 0 0,0 0 0 0 0,0 0-1 0 0,0 0 1 0 0,0 0 0 0 0,1 1 0 0 0,-1-1 0 0 0,0 0 0 0 0,0 0 0 0 0,0 0 0 0 0,0 0 0 0 0,0 1 0 0 0,0-1 0 0 0,0 0 0 0 0,0 0-1 0 0,0 0 1 0 0,0 0 0 0 0,0 1 0 0 0,0-1 0 0 0,0 0 0 0 0,0 0 0 0 0,0 0 0 0 0,0 0 0 0 0,0 1 0 0 0,0-1 0 0 0,0 0 0 0 0,0 0-1 0 0,0 0 1 0 0,-1 0 0 0 0,1 0 0 0 0,0 1 0 0 0,0-1 0 0 0,0 0 0 0 0,0 0 0 0 0,0 0 0 0 0,0 0 0 0 0,0 0 0 0 0,0 0 0 0 0,-1 1-1 0 0,1-1 1 0 0,0 0 0 0 0,0 0 0 0 0,0 0 0 0 0,0 0 0 0 0,-1 0 0 0 0,1 0 0 0 0,0 0 0 0 0,0 0 0 0 0,0 0 0 0 0,0 0 0 0 0,0 0-1 0 0,-1 0 1 0 0,1 0 0 0 0,0 0 0 0 0,0 0 0 0 0,0 0 0 0 0,0 0 0 0 0,-1 0 0 0 0,1 0 0 0 0,0 0 0 0 0,0 0 0 0 0,0 0 0 0 0,0 0 0 0 0,-1 0-1 0 0,1 0 1 0 0,0 0 0 0 0,0 0 0 0 0,0-1 0 0 0,-25 0 584 0 0,24 0-757 0 0,0 0 1 0 0,0-1-1 0 0,1 1 1 0 0,-1-1-1 0 0,0 1 1 0 0,0 0-1 0 0,0 0 1 0 0,0 0-1 0 0,0 0 1 0 0,-1 0-1 0 0,1 0 1 0 0,0 0-1 0 0,0 0 0 0 0,-1 0 1 0 0,-1-1-1 0 0,-4-3-791 0 0,-1-5-1007 0 0,7 8 1641 0 0,0 0 1 0 0,-1 0-1 0 0,1 0 0 0 0,0 1 1 0 0,-1-1-1 0 0,0 1 0 0 0,1-1 1 0 0,-1 1-1 0 0,0 0 0 0 0,0-1 1 0 0,0 1-1 0 0,0 0 0 0 0,-4-1 1 0 0,-24-12-2009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5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26 1361 0 0,'0'5'2641'0'0,"0"3"-640"0"0,0-2 400 0 0,0-12-1681 0 0,-30-7-1120 0 0,30 7-1521 0 0,0-8-960 0 0,-31 9 400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5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1361 0 0,'0'-11'5776'0'0,"0"-3"-4869"0"0,-2 6-937 0 0,4 3-107 0 0,23 4 50 0 0,-19 13 34 0 0,-6-12 37 0 0,0 0 1 0 0,1 0-1 0 0,-1 0 1 0 0,0 1-1 0 0,0-1 1 0 0,0 0-1 0 0,0 0 1 0 0,0 1-1 0 0,0-1 1 0 0,0 0-1 0 0,0 0 1 0 0,0 1-1 0 0,0-1 1 0 0,0 0-1 0 0,0 0 1 0 0,0 1-1 0 0,0-1 0 0 0,0 0 1 0 0,0 0-1 0 0,0 1 1 0 0,0-1-1 0 0,0 0 1 0 0,0 0-1 0 0,0 1 1 0 0,-1-1-1 0 0,1 0 1 0 0,0 0-1 0 0,0 1 1 0 0,0-1-1 0 0,0 0 1 0 0,0 0-1 0 0,-1 0 1 0 0,1 0-1 0 0,0 1 1 0 0,0-1-1 0 0,0 0 1 0 0,-1 0-1 0 0,1 0 0 0 0,0 0 1 0 0,0 0-1 0 0,-1 1 1 0 0,1-1-1 0 0,0 0 1 0 0,0 0-1 0 0,-1 0 1 0 0,1 0-1 0 0,0 0 1 0 0,0 0-1 0 0,-1 0 1 0 0,1 0-1 0 0,0 0 1 0 0,0 0-1 0 0,-1 0 1 0 0,1 0-1 0 0,-56-13-4479 0 0,26 5 2187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32 246 1841 0 0,'-4'0'7216'0'0,"-17"0"-6762"0"0,20-1-396 0 0,0 0-1 0 0,0 0 1 0 0,1-1-1 0 0,-1 1 1 0 0,0 0-1 0 0,1-1 1 0 0,-1 1-1 0 0,1-1 1 0 0,0 1 0 0 0,-1 0-1 0 0,1-1 1 0 0,0 1-1 0 0,0-1 1 0 0,0 1-1 0 0,0-1 1 0 0,0 1-1 0 0,0-1 1 0 0,1 1-1 0 0,-1-3 1 0 0,1-1 85 0 0,0-3-106 0 0,0 1 1 0 0,1 0-1 0 0,1 0 1 0 0,-1 0-1 0 0,1 0 0 0 0,0 1 1 0 0,0-1-1 0 0,1 1 1 0 0,0-1-1 0 0,0 1 1 0 0,0 0-1 0 0,7-5 0 0 0,-6 5-18 0 0,0 0 0 0 0,-1 0 0 0 0,0 0 0 0 0,0 0 0 0 0,0 0 1 0 0,0-1-1 0 0,-1 0 0 0 0,-1 0 0 0 0,1 1 0 0 0,-1-2 0 0 0,0 1 0 0 0,1-9 0 0 0,-3 15-16 0 0,1 0 1 0 0,-1 0-1 0 0,0 0 1 0 0,1 0 0 0 0,-1-1-1 0 0,0 1 1 0 0,1 0-1 0 0,-1 0 1 0 0,1 0 0 0 0,0 0-1 0 0,-1 0 1 0 0,1 0 0 0 0,0 0-1 0 0,0 0 1 0 0,-1 0-1 0 0,1 1 1 0 0,0-1 0 0 0,0 0-1 0 0,0 0 1 0 0,2-1-1 0 0,-2 2-4 0 0,-1 0-1 0 0,0 0 0 0 0,1-1 0 0 0,-1 1 0 0 0,0 0 0 0 0,1 0 1 0 0,-1 0-1 0 0,0 0 0 0 0,1-1 0 0 0,-1 1 0 0 0,0 0 0 0 0,1 0 1 0 0,-1 0-1 0 0,1 0 0 0 0,-1 0 0 0 0,0 0 0 0 0,1 0 0 0 0,-1 0 1 0 0,0 0-1 0 0,1 0 0 0 0,-1 0 0 0 0,1 0 0 0 0,-1 0 0 0 0,0 0 1 0 0,1 0-1 0 0,-1 1 0 0 0,0-1 0 0 0,1 0 0 0 0,-1 0 1 0 0,0 0-1 0 0,1 0 0 0 0,-1 1 0 0 0,0-1 0 0 0,1 0 0 0 0,-1 0 1 0 0,0 1-1 0 0,1-1 0 0 0,-1 0 0 0 0,0 1 0 0 0,0-1 0 0 0,0 0 1 0 0,1 1-1 0 0,-1-1 0 0 0,0 0 0 0 0,0 1 0 0 0,0-1 0 0 0,0 1 1 0 0,0-1-1 0 0,0 0 0 0 0,1 1 0 0 0,-1-1 0 0 0,0 0 0 0 0,0 1 1 0 0,0-1-1 0 0,-1 1 0 0 0,2 13-53 0 0,-1-9 61 0 0,1-1 0 0 0,-1 1 0 0 0,0-1 0 0 0,-1 1 1 0 0,1-1-1 0 0,-1 1 0 0 0,0-1 0 0 0,-3 9 0 0 0,-1-2 2 0 0,2-5-8 0 0,0-1 1 0 0,1 1 0 0 0,-1-1-1 0 0,1 1 1 0 0,0 0-1 0 0,1 0 1 0 0,0 0-1 0 0,0 0 1 0 0,-1 12-1 0 0,2 205 0 0 0,0-219 0 0 0,1-1 0 0 0,-1 1 0 0 0,1-1 0 0 0,-1 0 0 0 0,1 1 0 0 0,0-1 0 0 0,0 0 0 0 0,1 0 0 0 0,-1 1 0 0 0,1-1 0 0 0,-1 0 0 0 0,4 4 0 0 0,4 10 0 0 0,22 45-280 0 0,-31-61 204 0 0,1 0-1 0 0,-1 0 1 0 0,1 0-1 0 0,0 0 1 0 0,0 0-1 0 0,-1 0 1 0 0,1 0-1 0 0,0 0 1 0 0,0 0-1 0 0,0 0 0 0 0,0 0 1 0 0,0-1-1 0 0,0 1 1 0 0,0 0-1 0 0,0-1 1 0 0,1 1-1 0 0,-1-1 1 0 0,0 1-1 0 0,0-1 1 0 0,0 0-1 0 0,1 1 1 0 0,-1-1-1 0 0,0 0 1 0 0,0 0-1 0 0,1 0 1 0 0,0 0-1 0 0,30-14-2872 0 0,-27 6 374 0 0,-5-4 201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179 138 720 0 0,'0'2'287'0'0,"0"0"0"0"0,0 0 0 0 0,0 0 0 0 0,0 0 1 0 0,0 0-1 0 0,-1 0 0 0 0,1 0 0 0 0,-1 0 0 0 0,0 0 0 0 0,0 0 0 0 0,1 0 0 0 0,-1 0 0 0 0,0 0 0 0 0,0 0 0 0 0,-1-1 0 0 0,1 1 0 0 0,0 0 0 0 0,-1-1 0 0 0,1 1 0 0 0,-1-1 0 0 0,1 0 0 0 0,-1 1 0 0 0,0-1 0 0 0,-2 1 0 0 0,-3 2-10 0 0,-1-1-1 0 0,1-1 0 0 0,-1 1 1 0 0,0-1-1 0 0,-10 1 0 0 0,12-3-210 0 0,0 1 0 0 0,0 0-1 0 0,0 0 1 0 0,1 1-1 0 0,-1 0 1 0 0,0 0 0 0 0,1 0-1 0 0,-1 0 1 0 0,1 1-1 0 0,0 0 1 0 0,0 0-1 0 0,0 1 1 0 0,0-1 0 0 0,-8 9-1 0 0,12-11-46 0 0,0 0-1 0 0,1 0 1 0 0,-1 0-1 0 0,0 0 1 0 0,1 1-1 0 0,-1-1 1 0 0,0 0-1 0 0,1 1 1 0 0,0-1-1 0 0,-1 0 1 0 0,1 1-1 0 0,0-1 1 0 0,-1 0-1 0 0,1 1 0 0 0,0-1 1 0 0,0 1-1 0 0,0-1 1 0 0,0 0-1 0 0,1 1 1 0 0,-1-1-1 0 0,0 1 1 0 0,1-1-1 0 0,-1 0 1 0 0,0 1-1 0 0,1-1 1 0 0,0 0-1 0 0,-1 0 1 0 0,1 1-1 0 0,0-1 1 0 0,0 0-1 0 0,-1 0 1 0 0,1 0-1 0 0,0 0 1 0 0,0 0-1 0 0,0 0 1 0 0,0 0-1 0 0,0 0 1 0 0,1 0-1 0 0,-1-1 1 0 0,0 1-1 0 0,0 0 1 0 0,1-1-1 0 0,-1 1 1 0 0,2 0-1 0 0,7 4 10 0 0,0-1 1 0 0,1 0-1 0 0,-1-1 0 0 0,13 2 0 0 0,-22-5-27 0 0,5 2 0 0 0,1-1 0 0 0,0 0-1 0 0,0 0 1 0 0,0-1 0 0 0,0 0 0 0 0,0 0 0 0 0,0-1-1 0 0,0 0 1 0 0,-1 0 0 0 0,1 0 0 0 0,0-1 0 0 0,-1 0-1 0 0,1 0 1 0 0,-1-1 0 0 0,10-5 0 0 0,-12 5 2 0 0,0 0 0 0 0,0 0 0 0 0,0 0 0 0 0,0 0-1 0 0,-1-1 1 0 0,1 0 0 0 0,-1 1 0 0 0,0-1 0 0 0,-1 0 0 0 0,1-1 0 0 0,-1 1 0 0 0,1 0 0 0 0,-1-1 0 0 0,0 0 0 0 0,-1 1 0 0 0,1-1-1 0 0,-1 0 1 0 0,0 0 0 0 0,0 0 0 0 0,-1 0 0 0 0,1 1 0 0 0,-1-7 0 0 0,-1-1 2 0 0,0 0-1 0 0,0 0 1 0 0,-1 0 0 0 0,-1 1-1 0 0,0-1 1 0 0,0 1 0 0 0,-1-1-1 0 0,-1 1 1 0 0,0 0 0 0 0,-6-10-1 0 0,8 16-20 0 0,1 1-1 0 0,-1 0 1 0 0,0 0-1 0 0,0 1 1 0 0,0-1-1 0 0,0 0 1 0 0,-1 1-1 0 0,1 0 1 0 0,-1 0-1 0 0,0 0 1 0 0,0 0-1 0 0,0 1 1 0 0,0 0-1 0 0,-1-1 1 0 0,1 2-1 0 0,-1-1 1 0 0,1 0-1 0 0,-1 1 1 0 0,0 0-1 0 0,1 0 1 0 0,-1 0 0 0 0,0 1-1 0 0,0-1 1 0 0,0 1-1 0 0,1 0 1 0 0,-1 1-1 0 0,0-1 1 0 0,-9 3-1 0 0,13-2-178 0 0,0 0 0 0 0,0 1 0 0 0,1-1 0 0 0,-1 1 0 0 0,0-1 0 0 0,1 0 0 0 0,-1 1-1 0 0,1-1 1 0 0,0 1 0 0 0,-1-1 0 0 0,1 1 0 0 0,0-1 0 0 0,0 1 0 0 0,0-1 0 0 0,0 1 0 0 0,0-1 0 0 0,1 1 0 0 0,-1-1-1 0 0,1 3 1 0 0,-1-3-278 0 0,0 18-2875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7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39 400 0 0,'0'0'9525'0'0,"30"0"-9525"0"0,0-7-401 0 0,0 1-3040 0 0,1-8 1040 0 0,-1 3 160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7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91 640 0 0,'0'-1'70'0'0,"1"1"0"0"0,-1-1 0 0 0,0 1 0 0 0,0 0 0 0 0,0-1 1 0 0,1 1-1 0 0,-1-1 0 0 0,0 1 0 0 0,1-1 0 0 0,-1 1 0 0 0,0 0 0 0 0,1-1 0 0 0,-1 1 0 0 0,0 0 0 0 0,1-1 0 0 0,-1 1 0 0 0,1 0 0 0 0,-1 0 0 0 0,1-1 0 0 0,-1 1 0 0 0,1 0 0 0 0,-1 0 0 0 0,1 0 0 0 0,-1 0 0 0 0,1-1 0 0 0,-1 1 0 0 0,1 0 0 0 0,-1 0 0 0 0,1 0 0 0 0,-1 0 1 0 0,1 0-1 0 0,-1 0 0 0 0,1 0 0 0 0,-1 1 0 0 0,1-1 0 0 0,-1 0 0 0 0,1 0 0 0 0,0 0-8 0 0,-1 1 0 0 0,1-1 0 0 0,-1 0 0 0 0,0 0 0 0 0,1 0 0 0 0,-1 0 0 0 0,1 0 0 0 0,-1 0 0 0 0,1 0 0 0 0,-1 0 0 0 0,1 0 0 0 0,-1 0 1 0 0,1 0-1 0 0,-1 0 0 0 0,0 0 0 0 0,1 0 0 0 0,-1-1 0 0 0,1 1 0 0 0,-1 0 0 0 0,1 0 0 0 0,-1 0 0 0 0,0-1 0 0 0,1 1 0 0 0,-1 0 0 0 0,0 0 0 0 0,1-1 0 0 0,-1 1 0 0 0,0 0 0 0 0,1-1 1 0 0,-1 1-1 0 0,0 0 0 0 0,1-1 0 0 0,-1 1 0 0 0,0-1 0 0 0,0 0 0 0 0,1 1-16 0 0,-1-1 1 0 0,0 1-1 0 0,0-1 1 0 0,0 1 0 0 0,1-1-1 0 0,-1 1 1 0 0,0-1-1 0 0,1 1 1 0 0,-1-1-1 0 0,0 1 1 0 0,1 0-1 0 0,-1-1 1 0 0,0 1-1 0 0,1-1 1 0 0,-1 1 0 0 0,1 0-1 0 0,-1-1 1 0 0,1 1-1 0 0,-1 0 1 0 0,1 0-1 0 0,-1-1 1 0 0,1 1-1 0 0,-1 0 1 0 0,1 0-1 0 0,0 0 1 0 0,-1 0 0 0 0,1 0-1 0 0,-1 0 1 0 0,1 0-1 0 0,-1 0 1 0 0,1 0-1 0 0,0 0 1 0 0,0 0-20 0 0,0 0 1 0 0,-1 0-1 0 0,1 0 1 0 0,-1 0-1 0 0,1 0 0 0 0,-1 0 1 0 0,1 0-1 0 0,0 0 1 0 0,-1 0-1 0 0,1 0 1 0 0,-1-1-1 0 0,1 1 0 0 0,-1 0 1 0 0,1 0-1 0 0,-1-1 1 0 0,1 1-1 0 0,-1 0 1 0 0,1 0-1 0 0,-1-1 0 0 0,1 1 1 0 0,-1-1-1 0 0,0 1 1 0 0,1 0-1 0 0,-1-1 1 0 0,0 1-1 0 0,1-1 0 0 0,-1 1 1 0 0,0-1-1 0 0,1 1 1 0 0,-1-1-1 0 0,0 1 1 0 0,1-2-1 0 0,-1 1 5 0 0,1-1 0 0 0,0 1 0 0 0,0 0 0 0 0,0-1 0 0 0,0 1 0 0 0,0 0 0 0 0,0 0-1 0 0,1 0 1 0 0,-1 0 0 0 0,0 0 0 0 0,1 0 0 0 0,-1 0 0 0 0,0 0 0 0 0,1 0 0 0 0,-1 1 0 0 0,3-2 0 0 0,9-5 159 0 0,37-24 222 0 0,-54 32 224 0 0,-10 8-2 0 0,13-6-605 0 0,0-1 0 0 0,0 1-1 0 0,0-1 1 0 0,0 1-1 0 0,0-1 1 0 0,1 1 0 0 0,-1-1-1 0 0,1 1 1 0 0,0 0-1 0 0,0-1 1 0 0,0 5 0 0 0,0 185 637 0 0,0-189-829 0 0,1 0 1 0 0,-1-1-1 0 0,1 1 1 0 0,0 0-1 0 0,-1 0 1 0 0,1-1-1 0 0,1 1 1 0 0,-1-1-1 0 0,0 1 1 0 0,1-1 0 0 0,-1 1-1 0 0,1-1 1 0 0,0 0-1 0 0,-1 0 1 0 0,1 0-1 0 0,0 0 1 0 0,0 0-1 0 0,1 0 1 0 0,-1 0 0 0 0,0-1-1 0 0,1 1 1 0 0,-1-1-1 0 0,1 1 1 0 0,-1-1-1 0 0,1 0 1 0 0,0 0-1 0 0,-1 0 1 0 0,6 0-1 0 0,-3-3-5373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48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2241 0 0,'30'0'2881'0'0,"-30"-6"-239"0"0,31 6-2082 0 0,-31-7-400 0 0,30 1-2401 0 0,-30-7 80 0 0,0 1 0 0 0,30-7 320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245 128 400 0 0,'240'-14'9418'0'0,"-237"14"-9446"0"0,-2 1 56 0 0,0-1 0 0 0,-1 0 0 0 0,1 0-1 0 0,0 0 1 0 0,0 0 0 0 0,-1 0 0 0 0,1 0 0 0 0,0 0 0 0 0,-1 0 0 0 0,1 0 0 0 0,0 0 0 0 0,0 0 0 0 0,-1 0-1 0 0,1 0 1 0 0,0-1 0 0 0,-1 1 0 0 0,1 0 0 0 0,0-1 0 0 0,-1 1 0 0 0,1 0 0 0 0,-1-1 0 0 0,1 1-1 0 0,0-1 1 0 0,-1 1 0 0 0,1-1 0 0 0,-1 1 0 0 0,1-1 0 0 0,-1 1 0 0 0,1-1 0 0 0,-1 1 0 0 0,0-1-1 0 0,1 0 1 0 0,-1 1 0 0 0,0-1 0 0 0,0 0 0 0 0,1 1 0 0 0,-1-1 0 0 0,0 0 0 0 0,0 0 0 0 0,0 1-1 0 0,0-1 1 0 0,0 0 0 0 0,0 1 0 0 0,0-3 0 0 0,-5 1 132 0 0,-2 0-86 0 0,0 0 1 0 0,0-1-1 0 0,1 0 0 0 0,-1-1 0 0 0,-11-7 1 0 0,8 5 13 0 0,0 0 1 0 0,0 1 0 0 0,-17-7-1 0 0,-17 1 119 0 0,-1 2 0 0 0,-84-7-1 0 0,105 14-119 0 0,21 1-94 0 0,1 1-1 0 0,-1 0 0 0 0,0 0 0 0 0,0 0 0 0 0,1 0 0 0 0,-1 0 1 0 0,0 1-1 0 0,0-1 0 0 0,1 1 0 0 0,-1-1 0 0 0,0 1 0 0 0,1 0 1 0 0,-1 0-1 0 0,-4 3 0 0 0,6-3-5 0 0,-1 1 0 0 0,1 0 0 0 0,0-1 1 0 0,-1 1-1 0 0,1 0 0 0 0,0 0 0 0 0,0-1 1 0 0,0 1-1 0 0,0 0 0 0 0,0 0 0 0 0,1 0 0 0 0,-1 0 1 0 0,1 1-1 0 0,-1-1 0 0 0,1 0 0 0 0,0 0 0 0 0,-1 0 1 0 0,1 0-1 0 0,1 4 0 0 0,-2 9 3 0 0,0-11 23 0 0,0 1 0 0 0,1-1 0 0 0,-1 0 0 0 0,1 1 0 0 0,1-1 1 0 0,-1 0-1 0 0,0 1 0 0 0,1-1 0 0 0,0 0 0 0 0,0 0 0 0 0,0 0 0 0 0,3 6 0 0 0,1-2 51 0 0,-3-4-59 0 0,1 0 1 0 0,-1-1-1 0 0,1 1 1 0 0,0-1-1 0 0,0 1 1 0 0,0-1-1 0 0,0 0 1 0 0,0 0 0 0 0,1 0-1 0 0,0 0 1 0 0,-1-1-1 0 0,1 0 1 0 0,0 1-1 0 0,7 2 1 0 0,9-5-20 0 0,-10 0-39 0 0,15 0 40 0 0,-17-2 15 0 0,1 1 0 0 0,-1 0 0 0 0,0 1 0 0 0,0 0 0 0 0,0 0 0 0 0,0 1 0 0 0,0 0 0 0 0,0 0 0 0 0,0 1 0 0 0,8 2 0 0 0,8 3 42 0 0,-21-6-41 0 0,6 1-1 0 0,0 0 0 0 0,0 0 0 0 0,0 1 0 0 0,16 8 1 0 0,-23-10-3 0 0,0 0 1 0 0,-1 0-1 0 0,1 1 1 0 0,0-1-1 0 0,0 1 1 0 0,-1-1 0 0 0,1 1-1 0 0,-1 0 1 0 0,1 0-1 0 0,-1 0 1 0 0,0 0-1 0 0,0 0 1 0 0,1 0 0 0 0,-2 0-1 0 0,1 0 1 0 0,0 0-1 0 0,0 0 1 0 0,-1 1-1 0 0,1-1 1 0 0,-1 0-1 0 0,1 0 1 0 0,-1 1 0 0 0,0 3-1 0 0,0-5 7 0 0,0 0 0 0 0,-1 1-1 0 0,1-1 1 0 0,0 0 0 0 0,0 0 0 0 0,-1 0 0 0 0,1 1-1 0 0,-1-1 1 0 0,1 0 0 0 0,-1 0 0 0 0,1 0-1 0 0,-1 0 1 0 0,0 0 0 0 0,0 0 0 0 0,1 0 0 0 0,-1 0-1 0 0,0 0 1 0 0,0 0 0 0 0,0 0 0 0 0,0-1-1 0 0,0 1 1 0 0,0 0 0 0 0,-2 0 0 0 0,-5 6 57 0 0,1 0-19 0 0,1-1 1 0 0,-1 1-1 0 0,0-1 0 0 0,0-1 0 0 0,0 1 1 0 0,-1-1-1 0 0,0-1 0 0 0,0 1 1 0 0,0-1-1 0 0,-1-1 0 0 0,1 1 1 0 0,-1-1-1 0 0,0-1 0 0 0,0 0 1 0 0,0 0-1 0 0,0-1 0 0 0,0 0 1 0 0,-19-1-1 0 0,7 0-234 0 0,-1-2-1 0 0,1-1 1 0 0,-1 0 0 0 0,1-2-1 0 0,0 0 1 0 0,1-1 0 0 0,-23-10-1 0 0,41 15 24 0 0,0 0-1 0 0,-1-1 0 0 0,1 1 1 0 0,0 0-1 0 0,0-1 1 0 0,0 1-1 0 0,0-1 0 0 0,0 1 1 0 0,0-1-1 0 0,0 0 1 0 0,1 0-1 0 0,-1 0 0 0 0,1 0 1 0 0,-1 0-1 0 0,1 0 1 0 0,0-1-1 0 0,0 1 0 0 0,0 0 1 0 0,0-1-1 0 0,0 1 1 0 0,0 0-1 0 0,1-1 0 0 0,-1 1 1 0 0,1-1-1 0 0,0 0 1 0 0,-1 1-1 0 0,1-1 0 0 0,0 1 1 0 0,1-1-1 0 0,-1 1 1 0 0,0-1-1 0 0,2-2 0 0 0,-2-13-1885 0 0,0-9-869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19 1121 0 0,'-5'0'2107'0'0,"-15"0"-306"0"0,15 0-494 0 0,0 0-413 0 0,1 1-797 0 0,1 0 0 0 0,-1 0 0 0 0,1 0 0 0 0,-1 0 0 0 0,1 0 1 0 0,0 1-1 0 0,0 0 0 0 0,-1-1 0 0 0,1 1 0 0 0,0 0 0 0 0,1 1 0 0 0,-1-1 0 0 0,0 0 0 0 0,1 1 0 0 0,-1 0 1 0 0,1-1-1 0 0,0 1 0 0 0,0 0 0 0 0,0 0 0 0 0,0 0 0 0 0,0 0 0 0 0,-1 5 0 0 0,-17 21 191 0 0,19-28-269 0 0,-1 1-1 0 0,1-1 1 0 0,0 1 0 0 0,0-1-1 0 0,0 1 1 0 0,0-1-1 0 0,0 1 1 0 0,0 0 0 0 0,0-1-1 0 0,1 1 1 0 0,-1 0-1 0 0,0 0 1 0 0,1 0 0 0 0,0 0-1 0 0,-1 0 1 0 0,1-1-1 0 0,0 1 1 0 0,0 3 0 0 0,1-3 9 0 0,0 0 0 0 0,0 0 0 0 0,0 0 0 0 0,0 0 0 0 0,1 0 0 0 0,-1 0-1 0 0,0-1 1 0 0,1 1 0 0 0,-1-1 0 0 0,1 1 0 0 0,3 1 0 0 0,14 17 177 0 0,-15-16-177 0 0,0 0 0 0 0,0 0 0 0 0,0-1 0 0 0,1 0 0 0 0,-1 1 1 0 0,1-2-1 0 0,0 1 0 0 0,0 0 0 0 0,0-1 0 0 0,0 0 0 0 0,0 0 0 0 0,1-1 0 0 0,-1 1 1 0 0,0-1-1 0 0,8 1 0 0 0,0-1-23 0 0,0 0 0 0 0,0-1 0 0 0,0 0 0 0 0,0-1 0 0 0,24-5 0 0 0,-30 4-8 0 0,-1 0 0 0 0,1 0-1 0 0,-1-1 1 0 0,0 1 0 0 0,0-1-1 0 0,0-1 1 0 0,0 1 0 0 0,0-1-1 0 0,7-7 1 0 0,-11 9 1 0 0,0 0 1 0 0,0 1-1 0 0,0-1 1 0 0,0 0-1 0 0,-1 0 0 0 0,1 0 1 0 0,-1-1-1 0 0,0 1 1 0 0,0 0-1 0 0,1 0 0 0 0,-1-1 1 0 0,-1 1-1 0 0,1-1 0 0 0,0 1 1 0 0,-1-1-1 0 0,1 1 1 0 0,-1-1-1 0 0,1 1 0 0 0,-1-1 1 0 0,0 1-1 0 0,0-1 0 0 0,-1 1 1 0 0,1-1-1 0 0,0 1 1 0 0,-1-1-1 0 0,0 1 0 0 0,1-1 1 0 0,-3-4-1 0 0,-47-55-211 0 0,49 59 85 0 0,0 1 1 0 0,0-1-1 0 0,-1 0 1 0 0,1 1 0 0 0,0 0-1 0 0,-1-1 1 0 0,0 1-1 0 0,1 0 1 0 0,-1 0-1 0 0,0 0 1 0 0,0 0 0 0 0,0 0-1 0 0,-1 0 1 0 0,1 1-1 0 0,0-1 1 0 0,0 1 0 0 0,-1-1-1 0 0,1 1 1 0 0,-1 0-1 0 0,0 0 1 0 0,1 0-1 0 0,-1 0 1 0 0,0 1 0 0 0,1-1-1 0 0,-1 1 1 0 0,0-1-1 0 0,0 1 1 0 0,-4 0 0 0 0,-23-1-2715 0 0,0 1 68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51 1281 0 0,'1'0'90'0'0,"-1"0"1"0"0,0-1 0 0 0,0 1-1 0 0,0 0 1 0 0,0 0 0 0 0,0 0-1 0 0,0 0 1 0 0,0 0 0 0 0,0-1-1 0 0,1 1 1 0 0,-1 0 0 0 0,0 0-1 0 0,0 0 1 0 0,0-1 0 0 0,0 1-1 0 0,0 0 1 0 0,0 0 0 0 0,0 0-1 0 0,0 0 1 0 0,0-1 0 0 0,0 1-1 0 0,0 0 1 0 0,0 0 0 0 0,0 0-1 0 0,-1-1 1 0 0,1 1 0 0 0,0 0-1 0 0,0 0 1 0 0,0 0 0 0 0,0 0-1 0 0,0-1 1 0 0,0 1 0 0 0,0 0-1 0 0,0 0 1 0 0,0 0 0 0 0,-1 0-1 0 0,1 0 1 0 0,0 0 0 0 0,0-1-1 0 0,0 1 1 0 0,0 0 0 0 0,-1 0-1 0 0,1 0 1 0 0,0 0 0 0 0,0 0-1 0 0,0 0 1 0 0,0 0 0 0 0,-1 0-1 0 0,1 0 1 0 0,0 0 0 0 0,0 0-1 0 0,0 0 1 0 0,0 0 0 0 0,-1 0-1 0 0,1 0 1 0 0,0 0 0 0 0,0 0-1 0 0,0 0 1 0 0,-1 0 0 0 0,1 0-1 0 0,0 0 1 0 0,0 0 0 0 0,-1 0-1 0 0,-26-2 2086 0 0,9 0-302 0 0,43 1-1575 0 0,6 1-233 0 0,175 5-812 0 0,-162-5-562 0 0,-44 0 1232 0 0,1 0 0 0 0,-1 0-1 0 0,1 0 1 0 0,-1 0-1 0 0,1 0 1 0 0,-1 0 0 0 0,1 0-1 0 0,-1 0 1 0 0,1-1 0 0 0,-1 1-1 0 0,0 0 1 0 0,1 0-1 0 0,-1 0 1 0 0,1-1 0 0 0,-1 1-1 0 0,0 0 1 0 0,1-1-1 0 0,-1 1 1 0 0,0 0 0 0 0,1-1-1 0 0,-1 1 1 0 0,0 0 0 0 0,0-1-1 0 0,1 1 1 0 0,-1 0-1 0 0,0-1 1 0 0,0 1 0 0 0,1-1-1 0 0,-1 1 1 0 0,0-1 0 0 0,0 1-1 0 0,0 0 1 0 0,0-1-1 0 0,0 1 1 0 0,0-1 0 0 0,0 1-1 0 0,0-1 1 0 0,0 1 0 0 0,0-1-1 0 0,0 1 1 0 0,0-1-1 0 0,0 1 1 0 0,0 0 0 0 0,0-1-1 0 0,-1 1 1 0 0,1-1 0 0 0,0 1-1 0 0,0-1 1 0 0,0 1-1 0 0,-1 0 1 0 0,1-1 0 0 0,0 1-1 0 0,-1 0 1 0 0,1-1-1 0 0,0 1 1 0 0,-1 0 0 0 0,1-1-1 0 0,0 1 1 0 0,-1 0 0 0 0,1-1-1 0 0,-1 1 1 0 0,-24-23-2632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1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1201 0 0,'0'19'2481'0'0,"0"6"400"0"0,0 21-560 0 0,-30 4-960 0 0,30-5-961 0 0,-30-7-240 0 0,60 1-80 0 0,-30-1 0 0 0,0-7-80 0 0,30-4-320 0 0,-30-16-801 0 0,30-11-2080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2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30 128 400 0 0,'-6'4'8631'0'0,"5"-4"-8583"0"0,0 0 1 0 0,0 0-1 0 0,0 0 0 0 0,1 0 0 0 0,-1 0 0 0 0,0 0 1 0 0,0 0-1 0 0,0 0 0 0 0,0 0 0 0 0,0 0 0 0 0,0 0 0 0 0,1-1 1 0 0,-1 1-1 0 0,0 0 0 0 0,0-1 0 0 0,0 1 0 0 0,1 0 0 0 0,-1-1 1 0 0,0 1-1 0 0,0-1 0 0 0,1 1 0 0 0,-1-1 0 0 0,0 0 1 0 0,1 1-1 0 0,-1-1 0 0 0,1 0 0 0 0,-1 1 0 0 0,1-1 0 0 0,-1 0 1 0 0,0 0-1 0 0,1-119 472 0 0,0 351 107 0 0,0-227-635 0 0,0 0 0 0 0,1 1 1 0 0,-1-1-1 0 0,1 0 0 0 0,0-1 0 0 0,0 1 0 0 0,0 0 1 0 0,0 0-1 0 0,1 0 0 0 0,-1 0 0 0 0,1-1 0 0 0,0 1 1 0 0,0-1-1 0 0,1 1 0 0 0,-1-1 0 0 0,1 0 0 0 0,-1 0 1 0 0,1 0-1 0 0,0 0 0 0 0,0-1 0 0 0,0 1 0 0 0,6 3 1 0 0,1 1-27 0 0,-10-6-45 0 0,1-1 1 0 0,0 0 0 0 0,0 0 0 0 0,-1 0 0 0 0,1 0-1 0 0,0 1 1 0 0,0-1 0 0 0,-1 0 0 0 0,1 0 0 0 0,0-1-1 0 0,0 1 1 0 0,-1 0 0 0 0,1 0 0 0 0,0 0 0 0 0,0 0-1 0 0,-1-1 1 0 0,1 1 0 0 0,0 0 0 0 0,-1-1 0 0 0,1 1-1 0 0,0 0 1 0 0,-1-1 0 0 0,1 1 0 0 0,0-1 0 0 0,-1 1-1 0 0,1-1 1 0 0,-1 1 0 0 0,1-1 0 0 0,-1 1 0 0 0,1-1 0 0 0,0-1-1 0 0,0 1-113 0 0,0-1 0 0 0,1 0-1 0 0,-1 1 1 0 0,0-1 0 0 0,0 0-1 0 0,0 0 1 0 0,0 1 0 0 0,0-1 0 0 0,0 0-1 0 0,-1 0 1 0 0,1 0 0 0 0,0-4-1 0 0,4-8-2088 0 0,20 2-53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2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1841 0 0,'-5'1'2294'0'0,"4"-1"-2182"0"0,0 0 0 0 0,0 1 0 0 0,0-1 0 0 0,0 0 0 0 0,0 0 0 0 0,0 1-1 0 0,0-1 1 0 0,0 0 0 0 0,1 1 0 0 0,-1-1 0 0 0,0 1 0 0 0,0-1 0 0 0,0 1 0 0 0,0-1 0 0 0,0 1-1 0 0,1 0 1 0 0,-1 0 0 0 0,0-1 0 0 0,1 1 0 0 0,-1 0 0 0 0,0 0 0 0 0,1 0 0 0 0,-1-1-1 0 0,0 3 1 0 0,-13 17 1453 0 0,-4-2-552 0 0,8-8-584 0 0,1 0-1 0 0,0 1 1 0 0,-10 14 0 0 0,17-23-390 0 0,0 1 0 0 0,1 0 0 0 0,-1-1 0 0 0,1 1 0 0 0,-1 0 0 0 0,1 0 0 0 0,0 0 0 0 0,1 0 0 0 0,-1 0 1 0 0,0 0-1 0 0,1 0 0 0 0,-1 0 0 0 0,1 1 0 0 0,0-1 0 0 0,0 0 0 0 0,1 0 0 0 0,-1 0 0 0 0,0 0 0 0 0,1 0 0 0 0,2 6 1 0 0,0-3-39 0 0,1 0 1 0 0,0 0 0 0 0,0 0 0 0 0,1-1 0 0 0,0 1 0 0 0,0-1 0 0 0,0 0 0 0 0,0-1 0 0 0,1 1-1 0 0,0-1 1 0 0,0 0 0 0 0,12 5 0 0 0,-8-4 0 0 0,1 0 0 0 0,-1 0 0 0 0,1-1 0 0 0,0-1 0 0 0,1 0 0 0 0,-1-1 0 0 0,13 2 0 0 0,-17-3 2 0 0,0-1 1 0 0,1 0 0 0 0,-1 0-1 0 0,0 0 1 0 0,1-1 0 0 0,-1 0-1 0 0,0 0 1 0 0,0-1 0 0 0,0 0-1 0 0,0 0 1 0 0,0 0 0 0 0,0-1-1 0 0,-1 0 1 0 0,1-1 0 0 0,-1 0-1 0 0,0 0 1 0 0,0 0 0 0 0,0 0-1 0 0,10-11 1 0 0,-16 14 4 0 0,1 0 0 0 0,-1-1 1 0 0,0 1-1 0 0,0 0 0 0 0,1 0 0 0 0,-1-1 0 0 0,0 1 1 0 0,0 0-1 0 0,0-1 0 0 0,0 1 0 0 0,-1 0 0 0 0,1-1 1 0 0,0 1-1 0 0,0 0 0 0 0,-1 0 0 0 0,1-1 0 0 0,-1 1 1 0 0,1 0-1 0 0,-1 0 0 0 0,1 0 0 0 0,-1 0 0 0 0,0 0 1 0 0,0-1-1 0 0,0 1 0 0 0,1 1 0 0 0,-1-1 0 0 0,0 0 1 0 0,0 0-1 0 0,0 0 0 0 0,0 0 0 0 0,0 1 0 0 0,-1-1 1 0 0,0 0-1 0 0,-7-8 78 0 0,0-2-73 0 0,0 1 1 0 0,0 0-1 0 0,-1 1 0 0 0,0 0 0 0 0,-1 1 0 0 0,0 0 1 0 0,0 0-1 0 0,0 1 0 0 0,-1 1 0 0 0,0 0 1 0 0,-1 1-1 0 0,1 0 0 0 0,-1 0 0 0 0,-21-3 1 0 0,4 3-856 0 0,-1 1 1 0 0,0 2-1 0 0,0 1 1 0 0,-47 4 0 0 0,13 3-4790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3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3842 0 0,'0'7'3201'0'0,"0"-1"-1120"0"0,0 0 80 0 0,30-12-1681 0 0,-30 0-240 0 0,0-7-400 0 0,0-6-640 0 0,0-6-1121 0 0,0-2-720 0 0,0 9-80 0 0,0-1 320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3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1 160 0 0,'0'27'5603'0'0,"0"-2"-1361"0"0,-31-6-2161 0 0,31-13-1521 0 0,0-1-560 0 0,0-10-721 0 0,-24-1-159 0 0,24-13-1921 0 0,-60-14-1521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6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152 160 720 0 0,'-86'-39'6430'0'0,"81"37"-6167"0"0,-1 1 1 0 0,1-1-1 0 0,-1 1 1 0 0,1 0-1 0 0,-1 1 1 0 0,0-1-1 0 0,-9 1 1 0 0,9 1-91 0 0,1-1 547 0 0,10 0-613 0 0,57-4 131 0 0,100-18 0 0 0,-119 16-180 0 0,-18 2-55 0 0,26-5 80 0 0,-1-1 1 0 0,65-23-1 0 0,-90 26-16 0 0,-20 1-41 0 0,-10 6 41 0 0,-14 4 2 0 0,0-1-1 0 0,0-1 1 0 0,0-1-1 0 0,0-1 1 0 0,-1 0-1 0 0,1-2 1 0 0,-31-5-1 0 0,-2 0 52 0 0,-69 0-1 0 0,66 10-189 0 0,37 7 47 0 0,0 3-31 0 0,15-11 50 0 0,-8 3-7 0 0,1 1-1 0 0,0 0 1 0 0,1 1 0 0 0,-13 10-1 0 0,20-15 11 0 0,-1 1 0 0 0,1 0 0 0 0,0 0 0 0 0,-1 0 0 0 0,2 0 0 0 0,-1 0 0 0 0,0 0 0 0 0,1 1 0 0 0,-1-1 0 0 0,1 0 0 0 0,0 1 0 0 0,0 0 0 0 0,0-1 0 0 0,1 1 0 0 0,-1-1-1 0 0,1 1 1 0 0,0 4 0 0 0,1-6 6 0 0,0-1 0 0 0,0 1-1 0 0,0-1 1 0 0,0 0 0 0 0,0 1-1 0 0,0-1 1 0 0,1 0-1 0 0,-1 0 1 0 0,1 0 0 0 0,-1 0-1 0 0,1 0 1 0 0,-1 0 0 0 0,1 0-1 0 0,-1 0 1 0 0,1-1-1 0 0,0 1 1 0 0,2 0 0 0 0,34 11 58 0 0,-18-10-76 0 0,-1-1-1 0 0,0-1 1 0 0,0 0-1 0 0,38-8 1 0 0,21 0 27 0 0,-10 7 66 0 0,95 10 0 0 0,-158-8-62 0 0,0 0 0 0 0,0 1 0 0 0,0-1 0 0 0,0 1 0 0 0,-1 0 0 0 0,1 0 0 0 0,0 1 0 0 0,6 4-1 0 0,-10-6-8 0 0,0-1 0 0 0,0 1 0 0 0,0 0 0 0 0,0 0 0 0 0,0 0 0 0 0,0 0 0 0 0,0 0 0 0 0,0 0 0 0 0,0 0 0 0 0,0 0 0 0 0,-1 0 0 0 0,1 0 0 0 0,0 0 0 0 0,-1 0 0 0 0,1 0 0 0 0,-1 1 0 0 0,1-1 0 0 0,-1 0 0 0 0,0 0 0 0 0,0 1 0 0 0,1-1 0 0 0,-1 0 0 0 0,0 1 0 0 0,0-1 0 0 0,0 0 0 0 0,0 1 0 0 0,0-1 0 0 0,-1 0 0 0 0,1 0 0 0 0,0 1 0 0 0,-1-1 0 0 0,1 0 0 0 0,0 0-1 0 0,-1 1 1 0 0,0-1 0 0 0,-1 2 0 0 0,-4 5 40 0 0,0-1 0 0 0,-1 0-1 0 0,0 0 1 0 0,0 0 0 0 0,-1-1-1 0 0,0 0 1 0 0,0-1 0 0 0,0 0-1 0 0,-1 0 1 0 0,1-1-1 0 0,-1 0 1 0 0,-18 6 0 0 0,2-3-31 0 0,1-2 1 0 0,-1 0 0 0 0,-44 3-1 0 0,56-8-131 0 0,-1 0 0 0 0,1-1-1 0 0,0 0 1 0 0,0-1-1 0 0,0 0 1 0 0,0-1 0 0 0,-16-6-1 0 0,29 8 41 0 0,-1 1 0 0 0,1-1-1 0 0,-1 1 1 0 0,1-1-1 0 0,-1 1 1 0 0,1-1 0 0 0,-1 1-1 0 0,1-1 1 0 0,0 0 0 0 0,0 1-1 0 0,-1-1 1 0 0,1 1 0 0 0,0-1-1 0 0,0 0 1 0 0,-1 1-1 0 0,1-1 1 0 0,0 0 0 0 0,0 1-1 0 0,0-1 1 0 0,0 0 0 0 0,0 1-1 0 0,0-1 1 0 0,0 0-1 0 0,0 1 1 0 0,1-1 0 0 0,-1 1-1 0 0,0-1 1 0 0,0 0 0 0 0,0 1-1 0 0,1-1 1 0 0,-1 0 0 0 0,0 1-1 0 0,1-1 1 0 0,-1 1-1 0 0,0-1 1 0 0,1 1 0 0 0,-1-1-1 0 0,1 1 1 0 0,0-2 0 0 0,85-38-6851 0 0,-56 22 4710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2:5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1121 0 0,'30'8'5442'0'0,"0"-2"-3281"0"0,-30-1 640 0 0,0-10-5762 0 0,0-15 240 0 0,-30 1-161 0 0,0-11 321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48 1761 0 0,'-6'-2'497'0'0,"5"2"-402"0"0,0 0 0 0 0,0 0-1 0 0,0-1 1 0 0,0 1 0 0 0,0 0 0 0 0,-1 0-1 0 0,1-1 1 0 0,0 1 0 0 0,0-1 0 0 0,0 1 0 0 0,0-1-1 0 0,0 0 1 0 0,0 1 0 0 0,1-1 0 0 0,-1 0-1 0 0,0 0 1 0 0,0 1 0 0 0,0-1 0 0 0,1 0 0 0 0,-1 0-1 0 0,0 0 1 0 0,1 0 0 0 0,-1 0 0 0 0,0 0-1 0 0,0-2 1 0 0,-1 1 53 0 0,-1 0 0 0 0,1 0 0 0 0,-1 0 1 0 0,0 0-1 0 0,1 0 0 0 0,-1 1 0 0 0,0-1 0 0 0,0 1 0 0 0,0 0 0 0 0,-1 0 0 0 0,1 0 0 0 0,0 0 0 0 0,-4 0 0 0 0,-4-2 100 0 0,7 2-143 0 0,0 0-1 0 0,0 0 0 0 0,0 1 1 0 0,0-1-1 0 0,0 1 0 0 0,0 0 1 0 0,-7 1-1 0 0,10-1-97 0 0,0 0 0 0 0,0 0 0 0 0,0 0 0 0 0,0 0 0 0 0,0 1 0 0 0,-1-1 1 0 0,1 0-1 0 0,0 0 0 0 0,0 1 0 0 0,0-1 0 0 0,0 0 0 0 0,0 1 0 0 0,0-1 0 0 0,0 1 0 0 0,0 0 0 0 0,0-1 1 0 0,0 1-1 0 0,1 0 0 0 0,-1-1 0 0 0,0 1 0 0 0,0 0 0 0 0,0 0 0 0 0,1 0 0 0 0,-1 0 0 0 0,1 0 0 0 0,-1 0 1 0 0,1 0-1 0 0,-1 1 0 0 0,0-1-4 0 0,1 0 0 0 0,0 0 0 0 0,0 0 1 0 0,-1 0-1 0 0,1 0 0 0 0,0 0 0 0 0,-1 0 1 0 0,1 0-1 0 0,-1-1 0 0 0,1 1 0 0 0,-1 0 0 0 0,0 0 1 0 0,1 0-1 0 0,-1-1 0 0 0,0 1 0 0 0,0 0 1 0 0,1 0-1 0 0,-1-1 0 0 0,0 1 0 0 0,0-1 0 0 0,0 1 1 0 0,0-1-1 0 0,0 1 0 0 0,-1 0 0 0 0,-7 4 10 0 0,-21 24 54 0 0,29-28-64 0 0,1 1 0 0 0,-1-1 0 0 0,0 0 0 0 0,1 1 0 0 0,-1-1 0 0 0,1 0 0 0 0,-1 1-1 0 0,1-1 1 0 0,-1 1 0 0 0,1-1 0 0 0,0 1 0 0 0,0-1 0 0 0,0 1 0 0 0,0-1 0 0 0,0 1 0 0 0,0-1 0 0 0,0 0 0 0 0,1 1 0 0 0,-1-1 0 0 0,0 1 0 0 0,1-1 0 0 0,-1 1 0 0 0,1-1 0 0 0,0 0 0 0 0,-1 1 0 0 0,2 0 0 0 0,4 4-3 0 0,-5-6 0 0 0,0 0 0 0 0,0 1 0 0 0,0-1 0 0 0,0 1 0 0 0,0-1 0 0 0,0 1 0 0 0,-1-1 0 0 0,1 1 0 0 0,0 0 0 0 0,0 0 0 0 0,-1-1 0 0 0,1 1 0 0 0,0 0 0 0 0,-1 0 0 0 0,1 0 0 0 0,-1 0 0 0 0,1 0 0 0 0,-1-1 0 0 0,1 1 0 0 0,-1 0 0 0 0,0 0 0 0 0,1 0 0 0 0,-1 0 0 0 0,0 0 0 0 0,0 0 0 0 0,0 1 0 0 0,0-1 0 0 0,0 0 0 0 0,0 0 0 0 0,0 0 0 0 0,0 0 0 0 0,0 0 0 0 0,0 0 0 0 0,-1 0 0 0 0,1 0 0 0 0,-1 1 0 0 0,-8 6-2 0 0,7-7 2 0 0,1-1 1 0 0,0 1 0 0 0,0 0-1 0 0,0 0 1 0 0,0 0-1 0 0,0 0 1 0 0,0 0 0 0 0,0 0-1 0 0,1 0 1 0 0,-1 0-1 0 0,0 1 1 0 0,0-1 0 0 0,1 0-1 0 0,-1 0 1 0 0,1 1-1 0 0,-1-1 1 0 0,1 0-1 0 0,0 1 1 0 0,-1-1 0 0 0,1 1-1 0 0,0-1 1 0 0,0 0-1 0 0,0 1 1 0 0,0-1 0 0 0,0 2-1 0 0,0 0 4 0 0,0 0 1 0 0,1 0-1 0 0,-1-1 0 0 0,1 1 0 0 0,-1 0 0 0 0,1 0 1 0 0,0-1-1 0 0,0 1 0 0 0,0 0 0 0 0,1-1 0 0 0,-1 1 1 0 0,1-1-1 0 0,-1 0 0 0 0,1 1 0 0 0,0-1 0 0 0,0 0 1 0 0,3 3-1 0 0,0 0 9 0 0,1-1 1 0 0,0 0-1 0 0,0 0 1 0 0,0-1-1 0 0,0 0 1 0 0,1 0-1 0 0,6 2 0 0 0,12 2 42 0 0,-1-1-1 0 0,1-1 0 0 0,34 3 0 0 0,-47-7-36 0 0,0-1 1 0 0,0 0-1 0 0,-1-1 0 0 0,1-1 0 0 0,0 1 0 0 0,12-5 0 0 0,-21 6-11 0 0,-1-1-1 0 0,1 1 1 0 0,0-1 0 0 0,0 0-1 0 0,-1 0 1 0 0,1 0 0 0 0,-1 0-1 0 0,1 0 1 0 0,-1-1 0 0 0,1 1-1 0 0,-1-1 1 0 0,0 0 0 0 0,0 0-1 0 0,0 0 1 0 0,0 0 0 0 0,0 0-1 0 0,0 0 1 0 0,0 0 0 0 0,-1 0-1 0 0,1-1 1 0 0,-1 1 0 0 0,1-1-1 0 0,-1 1 1 0 0,0-1 0 0 0,0 1-1 0 0,0-1 1 0 0,-1 0 0 0 0,1-3-1 0 0,-1 3 13 0 0,0-1-1 0 0,-1 1 0 0 0,0 0 1 0 0,0-1-1 0 0,0 1 0 0 0,0 0 0 0 0,-1-1 1 0 0,1 1-1 0 0,-1 0 0 0 0,0 0 0 0 0,1 0 1 0 0,-2 0-1 0 0,1 0 0 0 0,0 1 1 0 0,-4-4-1 0 0,-43-35 164 0 0,34 30-123 0 0,-4-3-46 0 0,-1 0 1 0 0,0 2-1 0 0,0 0 0 0 0,-2 1 1 0 0,-23-8-1 0 0,44 20-119 0 0,0 1-1 0 0,1-1 1 0 0,-1 0-1 0 0,0 1 1 0 0,1-1-1 0 0,-1 1 1 0 0,1-1-1 0 0,0 1 1 0 0,-1-1-1 0 0,1 1 1 0 0,0-1-1 0 0,0 1 1 0 0,0-1-1 0 0,0 1 1 0 0,0-1-1 0 0,0 1 1 0 0,1 2-1 0 0,-1-2-137 0 0,0 27-1810 0 0,0-2-1081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2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1040 0 0,'-3'11'4272'0'0,"-11"-9"-2312"0"0,14-2-1939 0 0,0 0 1 0 0,-1 0-1 0 0,1 0 1 0 0,-1 0-1 0 0,1 0 1 0 0,0 0-1 0 0,-1 0 1 0 0,1 0-1 0 0,-1 0 1 0 0,1 0-1 0 0,0 0 1 0 0,-1 0-1 0 0,1 0 0 0 0,-1 0 1 0 0,1 0-1 0 0,0 0 1 0 0,-1 0-1 0 0,1 0 1 0 0,0 0-1 0 0,-1 1 1 0 0,1-1-1 0 0,0 0 1 0 0,-1 0-1 0 0,1 0 1 0 0,0 1-1 0 0,-1-1 1 0 0,1 0-1 0 0,0 0 1 0 0,-1 1-1 0 0,1-1 1 0 0,0 0-1 0 0,0 1 1 0 0,-1-1-1 0 0,1 0 1 0 0,0 1-1 0 0,0-1 1 0 0,0 0-1 0 0,0 1 1 0 0,-1-1-1 0 0,1 1 1 0 0,0-1-1 0 0,0 0 1 0 0,0 1-1 0 0,0 1-13 0 0,0 0 1 0 0,-1-1-1 0 0,1 1 0 0 0,-1-1 0 0 0,1 1 1 0 0,-1-1-1 0 0,1 1 0 0 0,-1-1 0 0 0,0 0 1 0 0,0 1-1 0 0,0-1 0 0 0,0 0 0 0 0,0 1 0 0 0,0-1 1 0 0,0 0-1 0 0,0 0 0 0 0,0 0 0 0 0,-2 1 1 0 0,-11 12 61 0 0,-1 5 180 0 0,1 1 0 0 0,1 1 0 0 0,-16 31 0 0 0,26-45-182 0 0,0 1 1 0 0,0-1-1 0 0,0 0 1 0 0,1 1-1 0 0,0-1 0 0 0,1 1 1 0 0,-1 0-1 0 0,1 0 1 0 0,1-1-1 0 0,0 1 0 0 0,0 0 1 0 0,0 0-1 0 0,1 0 0 0 0,0-1 1 0 0,2 9-1 0 0,-1-13-56 0 0,0 1 1 0 0,0-1-1 0 0,0 1 0 0 0,0-1 1 0 0,0 0-1 0 0,1 0 0 0 0,-1 0 0 0 0,1 0 1 0 0,0 0-1 0 0,0-1 0 0 0,0 1 1 0 0,0-1-1 0 0,0 0 0 0 0,1 0 0 0 0,-1 0 1 0 0,0 0-1 0 0,1-1 0 0 0,5 2 1 0 0,8 3 20 0 0,0-2 1 0 0,31 5-1 0 0,-42-8-20 0 0,11 2-3 0 0,0-2-1 0 0,-1 0 1 0 0,1-1-1 0 0,0-1 1 0 0,-1 0-1 0 0,1-2 1 0 0,-1 0-1 0 0,22-6 1 0 0,-31 7-7 0 0,0 0 0 0 0,0-1 1 0 0,0 0-1 0 0,0 0 1 0 0,-1 0-1 0 0,1-1 0 0 0,-1 0 1 0 0,0 0-1 0 0,0-1 1 0 0,-1 1-1 0 0,1-1 0 0 0,-1-1 1 0 0,0 1-1 0 0,0-1 0 0 0,-1 0 1 0 0,1 0-1 0 0,-1 0 1 0 0,-1 0-1 0 0,1-1 0 0 0,-1 0 1 0 0,2-7-1 0 0,-4 6-31 0 0,0 0 1 0 0,0 0-1 0 0,-1-1 1 0 0,-1 1-1 0 0,1 0 1 0 0,-1 0-1 0 0,0-1 0 0 0,-1 1 1 0 0,0 0-1 0 0,-6-14 1 0 0,0-6-244 0 0,4 11-25 0 0,4 13 182 0 0,-1 0 0 0 0,0 0 0 0 0,0 1-1 0 0,0-1 1 0 0,0 0 0 0 0,-1 0 0 0 0,1 1 0 0 0,-5-7 0 0 0,5 9 4 0 0,0 0 1 0 0,0 0-1 0 0,-1 0 1 0 0,1 0-1 0 0,0 0 1 0 0,-1 1 0 0 0,1-1-1 0 0,-1 1 1 0 0,1-1-1 0 0,-1 1 1 0 0,1-1-1 0 0,-1 1 1 0 0,1 0-1 0 0,-1 0 1 0 0,0 0-1 0 0,1 0 1 0 0,-1 0-1 0 0,1 0 1 0 0,-1 0-1 0 0,1 0 1 0 0,-1 1 0 0 0,1-1-1 0 0,-1 0 1 0 0,1 1-1 0 0,-1 0 1 0 0,1-1-1 0 0,-2 2 1 0 0,-32 12-2506 0 0,-20 9-293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33 480 0 0,'-30'-13'2802'0'0,"0"7"-561"0"0,30 0 720 0 0,-30 6-2161 0 0,60-7 241 0 0,0 7-801 0 0,0 0-80 0 0,31 0-160 0 0,-1 7 80 0 0,0-7-80 0 0,1 6-80 0 0,-31 0-160 0 0,0 2-641 0 0,0 3-1840 0 0,0 3-720 0 0,-60-1 479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3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1121 0 0,'55'-37'4815'0'0,"-55"36"-4760"0"0,1 1 0 0 0,-1 0 0 0 0,1-1 0 0 0,-1 1 0 0 0,1 0 1 0 0,-1-1-1 0 0,0 1 0 0 0,1-1 0 0 0,-1 1 0 0 0,0-1 0 0 0,1 1 0 0 0,-1-1 0 0 0,0 1 0 0 0,0-1 0 0 0,0 1 0 0 0,1-1 1 0 0,-1 1-1 0 0,0-1 0 0 0,0 1 0 0 0,0-1 0 0 0,0 1 0 0 0,0-1 0 0 0,0 1 0 0 0,0-1 0 0 0,0 0 0 0 0,0 1 0 0 0,0-1 1 0 0,0 1-1 0 0,0-1 0 0 0,0 1 0 0 0,-1-2 0 0 0,1 2-39 0 0,-1-1 0 0 0,1 1 0 0 0,0-1 0 0 0,0 0 0 0 0,0 1 1 0 0,0-1-1 0 0,0 1 0 0 0,0-1 0 0 0,0 1 0 0 0,0-1 0 0 0,0 1 0 0 0,0-1 0 0 0,0 0 0 0 0,0 1 0 0 0,0-1 1 0 0,0 1-1 0 0,0-1 0 0 0,1 1 0 0 0,-1-1 0 0 0,0 1 0 0 0,0-1 0 0 0,1 1 0 0 0,-1-1 0 0 0,0 1 1 0 0,1-1-1 0 0,-1 1 0 0 0,0 0 0 0 0,1-1 0 0 0,-1 1 0 0 0,1-1 0 0 0,-1 1 0 0 0,1-1 0 0 0,1 0 0 0 0,0 0 0 0 0,-1 0 0 0 0,1 0 0 0 0,0 0 0 0 0,-1-1 0 0 0,1 1 0 0 0,-1 0 0 0 0,1-1 0 0 0,-1 0 0 0 0,0 1 0 0 0,2-4 0 0 0,2-33 206 0 0,-5 36-217 0 0,0 1 1 0 0,1 0-1 0 0,-1 0 0 0 0,0-1 1 0 0,0 1-1 0 0,1 0 0 0 0,-1 0 1 0 0,1-1-1 0 0,-1 1 1 0 0,1 0-1 0 0,0 0 0 0 0,-1 0 1 0 0,1 0-1 0 0,0 0 0 0 0,0 0 1 0 0,0 0-1 0 0,0 0 0 0 0,0 0 1 0 0,0 0-1 0 0,0 0 1 0 0,0 1-1 0 0,0-1 0 0 0,0 0 1 0 0,0 1-1 0 0,2-1 0 0 0,2-2 16 0 0,-5 3-19 0 0,1-1 0 0 0,-1 1 1 0 0,0 0-1 0 0,0 0 0 0 0,0 0 0 0 0,0 0 0 0 0,0 0 0 0 0,0-1 1 0 0,0 1-1 0 0,0 0 0 0 0,0 0 0 0 0,0 0 0 0 0,0 0 0 0 0,0-1 0 0 0,0 1 1 0 0,0 0-1 0 0,0 0 0 0 0,0 0 0 0 0,0 0 0 0 0,0-1 0 0 0,0 1 1 0 0,0 0-1 0 0,0 0 0 0 0,0 0 0 0 0,0 0 0 0 0,0-1 0 0 0,0 1 1 0 0,0 0-1 0 0,0 0 0 0 0,0 0 0 0 0,-1 0 0 0 0,1 0 0 0 0,0-1 1 0 0,0 1-1 0 0,0 0 0 0 0,0 0 0 0 0,0 0 0 0 0,0 0 0 0 0,-1 0 1 0 0,1 0-1 0 0,0 0 0 0 0,0 0 0 0 0,0 0 0 0 0,0 0 0 0 0,0-1 1 0 0,-1 1-1 0 0,1 0 0 0 0,0 0 0 0 0,0 0 0 0 0,0 0 0 0 0,0 0 1 0 0,-1 0-1 0 0,1 0 0 0 0,0 0 0 0 0,0 0 0 0 0,0 0 0 0 0,0 0 0 0 0,-1 0 1 0 0,1 1-1 0 0,0-1 0 0 0,0 0 0 0 0,0 0 0 0 0,0 0 0 0 0,-1 0 1 0 0,1 0-1 0 0,0 0 0 0 0,0 0 0 0 0,-14-1 69 0 0,13 1-49 0 0,1 0-13 0 0,0 0 0 0 0,-1 0-1 0 0,1 0 1 0 0,0 0 0 0 0,-1 0 0 0 0,1 0 0 0 0,0 0-1 0 0,0 0 1 0 0,-1 0 0 0 0,1 0 0 0 0,0 0-1 0 0,0 0 1 0 0,-1 0 0 0 0,1 0 0 0 0,0 1-1 0 0,0-1 1 0 0,-1 0 0 0 0,1 0 0 0 0,0 0-1 0 0,0 0 1 0 0,0 1 0 0 0,-1-1 0 0 0,1 0 0 0 0,0 0-1 0 0,0 1 1 0 0,0-1 0 0 0,0 0 0 0 0,-1 0-1 0 0,1 1 1 0 0,0-1 0 0 0,0 0 0 0 0,0 0-1 0 0,0 1 1 0 0,0-1 0 0 0,0 0 0 0 0,0 1 0 0 0,-3 6 80 0 0,-3 9-18 0 0,1 0 1 0 0,0 0 0 0 0,2 0-1 0 0,-1 1 1 0 0,2 0 0 0 0,0-1-1 0 0,1 1 1 0 0,1 0 0 0 0,3 21-1 0 0,-3 4-27 0 0,0-39-52 0 0,0 1 0 0 0,0-1-1 0 0,1 1 1 0 0,-1-1 0 0 0,1 1 0 0 0,0-1-1 0 0,0 0 1 0 0,0 1 0 0 0,0-1 0 0 0,0 0-1 0 0,1 0 1 0 0,0 0 0 0 0,0 0 0 0 0,-1 0-1 0 0,2 0 1 0 0,2 4 0 0 0,-2-4-12 0 0,1 7-95 0 0,-4-10 96 0 0,0 0 0 0 0,0 1-1 0 0,0-1 1 0 0,0 0 0 0 0,0 0 0 0 0,0 1 0 0 0,0-1-1 0 0,0 0 1 0 0,0 0 0 0 0,0 1 0 0 0,0-1 0 0 0,0 0 0 0 0,0 0-1 0 0,0 1 1 0 0,0-1 0 0 0,0 0 0 0 0,1 0 0 0 0,-1 1 0 0 0,0-1-1 0 0,0 0 1 0 0,0 0 0 0 0,0 0 0 0 0,1 1 0 0 0,-1-1-1 0 0,0 0 1 0 0,0 0 0 0 0,0 0 0 0 0,1 0 0 0 0,-1 1 0 0 0,0-1-1 0 0,0 0 1 0 0,0 0 0 0 0,1 0 0 0 0,-1 0 0 0 0,0 0 0 0 0,0 0-1 0 0,1 0 1 0 0,-1 0 0 0 0,0 0 0 0 0,0 0 0 0 0,1 0 0 0 0,49-39-3583 0 0,-49 38 3495 0 0,0 1 0 0 0,-1 0 0 0 0,0-1 0 0 0,1 1 1 0 0,-1-1-1 0 0,1 1 0 0 0,-1-1 0 0 0,0 1 0 0 0,1-1 0 0 0,-1 0 0 0 0,0 1 1 0 0,1-1-1 0 0,-1 1 0 0 0,0-1 0 0 0,0 0 0 0 0,0 1 0 0 0,0-1 0 0 0,0 1 1 0 0,1-1-1 0 0,-1 0 0 0 0,0 1 0 0 0,0-1 0 0 0,-1 0 0 0 0,1 1 0 0 0,0-1 1 0 0,0-1-1 0 0,0-1-516 0 0,0-10-1165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3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152 108 1681 0 0,'19'-7'1970'0'0,"-26"1"1566"0"0,-40 0-172 0 0,17 8-2957 0 0,-51 10 0 0 0,81-11-400 0 0,0-1 0 0 0,-1 0 0 0 0,1 0 1 0 0,-1 1-1 0 0,1-1 0 0 0,0 0 0 0 0,-1 1 0 0 0,1-1 0 0 0,0 0 0 0 0,-1 1 0 0 0,1-1 0 0 0,0 0 0 0 0,0 1 0 0 0,-1-1 0 0 0,1 1 0 0 0,0-1 0 0 0,0 0 1 0 0,0 1-1 0 0,0-1 0 0 0,-1 1 0 0 0,1-1 0 0 0,0 1 0 0 0,0-1 0 0 0,0 1 0 0 0,0-1 0 0 0,0 1 0 0 0,0-1 0 0 0,0 0 0 0 0,0 1 0 0 0,0-1 1 0 0,1 1-1 0 0,-1-1 0 0 0,0 2 0 0 0,0 4 59 0 0,4-2-65 0 0,-1-1 0 0 0,1 1 0 0 0,0-1 0 0 0,0 0 0 0 0,0 0 0 0 0,0 0 0 0 0,0-1 0 0 0,0 1 0 0 0,1-1 0 0 0,0 0 0 0 0,-1-1 0 0 0,8 3 0 0 0,16 4-14 0 0,0-1 0 0 0,1-1-1 0 0,0-2 1 0 0,0-1 0 0 0,1-1-1 0 0,57-4 1 0 0,-85 2 12 0 0,0 0 0 0 0,-1 0 0 0 0,1 0 0 0 0,0-1 0 0 0,-1 1 0 0 0,1-1 0 0 0,-1 1 0 0 0,1-1 0 0 0,0 1 0 0 0,-1-1 0 0 0,0 0-1 0 0,1 0 1 0 0,-1 1 0 0 0,1-1 0 0 0,-1 0 0 0 0,0 0 0 0 0,1-1 0 0 0,-1 1 0 0 0,0 0 0 0 0,0 0 0 0 0,0-1 0 0 0,0 1 0 0 0,0 0 0 0 0,0-1 0 0 0,-1 1 0 0 0,1-1 0 0 0,0 1 0 0 0,-1-1 0 0 0,1 1 0 0 0,-1-1 0 0 0,1 0 0 0 0,-1 1 0 0 0,0-1 0 0 0,0 0-1 0 0,0 1 1 0 0,0-1 0 0 0,0 0 0 0 0,0 1 0 0 0,0-1 0 0 0,-1 0 0 0 0,1-1 0 0 0,-2-3 5 0 0,1 0 0 0 0,-1 1 0 0 0,0-1 0 0 0,-1 1 0 0 0,1-1 0 0 0,-1 1 0 0 0,0 0 0 0 0,-1 0 0 0 0,1 0 0 0 0,-5-4 0 0 0,-12-20-79 0 0,18 26 21 0 0,1 0-1 0 0,-1 0 1 0 0,1 0-1 0 0,-1 0 1 0 0,0 1-1 0 0,0-1 1 0 0,-1 1-1 0 0,1-1 1 0 0,0 1-1 0 0,-1 0 0 0 0,1 0 1 0 0,-1 0-1 0 0,0 0 1 0 0,0 0-1 0 0,-4-1 1 0 0,-18-3-1120 0 0,20 5-1000 0 0,5 7-2949 0 0,0 1 3029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152 108 1921 0 0,'0'0'151'0'0,"0"-1"0"0"0,0 1 0 0 0,0 0 0 0 0,1-1 0 0 0,-1 1 0 0 0,0 0 0 0 0,0-1 0 0 0,0 1 0 0 0,0-1 0 0 0,0 1-1 0 0,0 0 1 0 0,0-1 0 0 0,0 1 0 0 0,0-1 0 0 0,0 1 0 0 0,0 0 0 0 0,0-1 0 0 0,0 1 0 0 0,0 0 0 0 0,0-1 0 0 0,-1 1 0 0 0,1-1 0 0 0,0 1 0 0 0,0 0 0 0 0,0-1 0 0 0,0 1 0 0 0,-1 0 0 0 0,1 0 0 0 0,0-1 0 0 0,0 1 0 0 0,-1 0 0 0 0,1-1 0 0 0,0 1 0 0 0,-1 0 0 0 0,1 0 0 0 0,0-1 0 0 0,-1 1-1 0 0,1 0 1 0 0,0 0 0 0 0,-1 0 0 0 0,-8 0 59 0 0,1 1-1 0 0,0 0 0 0 0,0 0 0 0 0,0 1 1 0 0,0 0-1 0 0,0 1 0 0 0,0 0 0 0 0,1 0 1 0 0,-15 8-1 0 0,18-9-176 0 0,1 0 1 0 0,-1 1-1 0 0,1-1 1 0 0,-1 1-1 0 0,1 0 0 0 0,0 0 1 0 0,0 0-1 0 0,0 0 1 0 0,1 0-1 0 0,-1 1 1 0 0,1-1-1 0 0,0 1 0 0 0,0 0 1 0 0,0-1-1 0 0,0 1 1 0 0,0 0-1 0 0,1 0 1 0 0,0 0-1 0 0,0 1 0 0 0,0-1 1 0 0,0 8-1 0 0,1-8-22 0 0,1 0 0 0 0,0-1 0 0 0,0 1-1 0 0,0 0 1 0 0,1 0 0 0 0,-1-1-1 0 0,1 1 1 0 0,0-1 0 0 0,0 1 0 0 0,0-1-1 0 0,0 0 1 0 0,1 0 0 0 0,0 0-1 0 0,-1 0 1 0 0,1 0 0 0 0,0-1 0 0 0,0 1-1 0 0,0-1 1 0 0,1 0 0 0 0,-1 0 0 0 0,0 0-1 0 0,1 0 1 0 0,0 0 0 0 0,-1-1-1 0 0,8 2 1 0 0,5 3 19 0 0,-1-2-1 0 0,1 0 1 0 0,0 0 0 0 0,33 1-1 0 0,-30-4 6 0 0,1-2 0 0 0,36-4 0 0 0,-51 4-27 0 0,1 1 1 0 0,0-2 0 0 0,-1 1 0 0 0,1-1-1 0 0,-1 0 1 0 0,1 0 0 0 0,-1 0 0 0 0,0-1-1 0 0,0 1 1 0 0,0-1 0 0 0,0-1-1 0 0,-1 1 1 0 0,9-8 0 0 0,-12 9-9 0 0,0-1 0 0 0,1 1 0 0 0,-1-1 1 0 0,-1 1-1 0 0,1-1 0 0 0,0 1 0 0 0,-1-1 0 0 0,1 0 1 0 0,-1 1-1 0 0,0-1 0 0 0,0 0 0 0 0,0 1 0 0 0,0-1 0 0 0,0 0 1 0 0,0 1-1 0 0,-1-1 0 0 0,1 0 0 0 0,-1 1 0 0 0,-1-4 0 0 0,-22-49-73 0 0,19 44 36 0 0,2 4 30 0 0,-3-5-191 0 0,0-1-1 0 0,0 1 1 0 0,-2 0 0 0 0,-10-14 0 0 0,14 21-123 0 0,0 1-1 0 0,-1 0 1 0 0,1 1 0 0 0,-1-1 0 0 0,0 1-1 0 0,1 0 1 0 0,-2 0 0 0 0,1 0 0 0 0,0 1-1 0 0,0-1 1 0 0,-1 1 0 0 0,0 1 0 0 0,-9-3-1 0 0,-71-9-5347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5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0 960 0 0,'60'8'7764'0'0,"-90"4"-4723"0"0,30-5-2961 0 0,0-1-800 0 0,0-12 160 0 0,30 6-3522 0 0,-60-7 1441 0 0,30 1 160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6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4322 0 0,'0'-1'132'0'0,"-1"0"1"0"0,1 0-1 0 0,0 0 0 0 0,0 0 1 0 0,1 1-1 0 0,-1-1 0 0 0,0 0 1 0 0,0 0-1 0 0,0 0 0 0 0,0 0 1 0 0,1 0-1 0 0,-1 1 1 0 0,0-1-1 0 0,1 0 0 0 0,-1 0 1 0 0,1 1-1 0 0,-1-1 0 0 0,1 0 1 0 0,-1 0-1 0 0,1 1 0 0 0,-1-1 1 0 0,1 1-1 0 0,0-1 0 0 0,-1 0 1 0 0,1 1-1 0 0,0 0 0 0 0,0-1 1 0 0,-1 1-1 0 0,1-1 0 0 0,0 1 1 0 0,0 0-1 0 0,1-1 0 0 0,-1 1-109 0 0,0 0-1 0 0,0-1 0 0 0,-1 1 0 0 0,1 0 0 0 0,0-1 0 0 0,-1 1 0 0 0,1 0 0 0 0,0-1 0 0 0,0 1 0 0 0,-1-1 0 0 0,1 1 0 0 0,-1-1 0 0 0,1 1 0 0 0,-1-1 0 0 0,1 1 1 0 0,-1-1-1 0 0,1 0 0 0 0,-1 1 0 0 0,1-1 0 0 0,-1 0 0 0 0,0 0 0 0 0,1 1 0 0 0,-1-1 0 0 0,0 0 0 0 0,1 0 0 0 0,-1 1 0 0 0,0-1 0 0 0,0 0 0 0 0,0 0 0 0 0,0 1 1 0 0,0-1-1 0 0,0-2 0 0 0,-1-20 471 0 0,0 18-445 0 0,1 0 0 0 0,0 0 0 0 0,0 0 0 0 0,0 0 0 0 0,1 0 0 0 0,-1 0 0 0 0,1 0 0 0 0,0 0 0 0 0,3-7 0 0 0,4-9 38 0 0,0 0 6 0 0,0 1 1 0 0,1 0-1 0 0,1 0 1 0 0,1 1-1 0 0,15-22 1 0 0,-24 43-79 0 0,0 0-1 0 0,-1 0 1 0 0,1 0 0 0 0,-1 0 0 0 0,0 0 0 0 0,0 1-1 0 0,0-1 1 0 0,0 0 0 0 0,0 1 0 0 0,0-1 0 0 0,-1 0 0 0 0,1 1-1 0 0,-1-1 1 0 0,1 3 0 0 0,14 61 19 0 0,-12-44-31 0 0,-1 1 0 0 0,0-1 0 0 0,-2 1 1 0 0,-1-1-1 0 0,-5 40 0 0 0,-5-21-2 0 0,8-30 0 0 0,0 0 0 0 0,0 0 0 0 0,1 0 0 0 0,0 0 0 0 0,1 0 0 0 0,0 0 0 0 0,1 0 0 0 0,0 0 0 0 0,0 0 0 0 0,2 0 0 0 0,1 12 0 0 0,0-15 9 0 0,-1 0 1 0 0,1 0-1 0 0,0 0 0 0 0,0 0 1 0 0,1 0-1 0 0,0-1 0 0 0,10 14 1 0 0,-11-19-159 0 0,0 1 1 0 0,0 0 0 0 0,0-1-1 0 0,0 0 1 0 0,1 0 0 0 0,-1 0-1 0 0,0 0 1 0 0,1 0 0 0 0,0-1 0 0 0,-1 1-1 0 0,1-1 1 0 0,0 0 0 0 0,0 0-1 0 0,0 0 1 0 0,0-1 0 0 0,0 0 0 0 0,-1 1-1 0 0,1-1 1 0 0,0-1 0 0 0,0 1-1 0 0,6-1 1 0 0,41-10-2813 0 0,-16-7-1695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6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56 800 0 0,'1'-14'2386'0'0,"-4"-20"2586"0"0,3 33-4948 0 0,-1 1 0 0 0,1-1 1 0 0,0 1-1 0 0,-1-1 0 0 0,1 1 0 0 0,0-1 0 0 0,-1 1 1 0 0,1 0-1 0 0,-1-1 0 0 0,1 1 0 0 0,-1 0 0 0 0,1-1 1 0 0,-1 1-1 0 0,1 0 0 0 0,-1 0 0 0 0,1-1 0 0 0,-1 1 0 0 0,1 0 1 0 0,-1 0-1 0 0,0 0 0 0 0,1 0 0 0 0,-1 0 0 0 0,1 0 1 0 0,-1 0-1 0 0,1 0 0 0 0,-1 0 0 0 0,0 0 0 0 0,1 0 1 0 0,-1 0-1 0 0,1 0 0 0 0,-1 0 0 0 0,1 1 0 0 0,-1-1 1 0 0,1 0-1 0 0,-1 0 0 0 0,1 1 0 0 0,-1-1 0 0 0,1 0 1 0 0,-1 1-1 0 0,1-1 0 0 0,-1 0 0 0 0,1 1 0 0 0,-1-1 1 0 0,1 1-1 0 0,-1 0 0 0 0,-29 37 243 0 0,24-32-217 0 0,0 0 1 0 0,1 0-1 0 0,0 1 0 0 0,0-1 1 0 0,1 1-1 0 0,-6 11 1 0 0,9-15-40 0 0,0-1 1 0 0,0 1 0 0 0,1-1 0 0 0,-1 1 0 0 0,1 0 0 0 0,0-1 0 0 0,0 1 0 0 0,0 0 0 0 0,0-1 0 0 0,1 1 0 0 0,-1 0 0 0 0,1-1-1 0 0,-1 1 1 0 0,1-1 0 0 0,0 1 0 0 0,0-1 0 0 0,0 1 0 0 0,0-1 0 0 0,1 0 0 0 0,-1 1 0 0 0,0-1 0 0 0,4 3 0 0 0,7 18 74 0 0,-10-18-69 0 0,0-1 0 0 0,0-1 0 0 0,0 1 0 0 0,0 0 0 0 0,1 0 0 0 0,-1-1 1 0 0,1 1-1 0 0,6 5 0 0 0,-1-5 12 0 0,0 1 0 0 0,1-1-1 0 0,-1-1 1 0 0,1 0 0 0 0,0 0 0 0 0,0-1 0 0 0,0 0 0 0 0,13 1 0 0 0,-16-1-12 0 0,1-2 0 0 0,0 1 0 0 0,0-1 0 0 0,0 0 0 0 0,0-1-1 0 0,0 0 1 0 0,0 0 0 0 0,0 0 0 0 0,0-1 0 0 0,-1 0 0 0 0,1 0 0 0 0,11-6 0 0 0,-12-4 7 0 0,-2-3 19 0 0,-1 13-44 0 0,-1 0 0 0 0,0-1 1 0 0,1 0-1 0 0,-1 1 1 0 0,0-1-1 0 0,-1 0 0 0 0,1 0 1 0 0,0 0-1 0 0,-1 0 0 0 0,0 0 1 0 0,0 0-1 0 0,0 0 0 0 0,0-1 1 0 0,0 1-1 0 0,-1 0 1 0 0,1-1-1 0 0,-1 1 0 0 0,0 0 1 0 0,0-1-1 0 0,0-4 0 0 0,0 6-28 0 0,0-1-1 0 0,0 1 0 0 0,0-1 0 0 0,1 1 1 0 0,-1-1-1 0 0,1 1 0 0 0,0-1 0 0 0,0 1 1 0 0,0 0-1 0 0,0-1 0 0 0,0 1 0 0 0,0 0 1 0 0,1 0-1 0 0,2-3 0 0 0,-2 2-215 0 0,-1 1 0 0 0,1 0 0 0 0,0-1 0 0 0,-1 1 0 0 0,0-1 0 0 0,0 0 0 0 0,1 1 0 0 0,-1-1 0 0 0,-1 0 0 0 0,1 0 0 0 0,0 0 0 0 0,-1 0 0 0 0,0 0-1 0 0,1-5 1 0 0,-1-9-2222 0 0,0 3 39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6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9 1441 0 0,'0'0'94'0'0,"0"-1"0"0"0,-1 1 0 0 0,1-1 1 0 0,0 1-1 0 0,0-1 0 0 0,-1 1 0 0 0,1-1 1 0 0,-1 1-1 0 0,1-1 0 0 0,0 1 1 0 0,-1 0-1 0 0,1-1 0 0 0,-1 1 0 0 0,1 0 1 0 0,-1-1-1 0 0,1 1 0 0 0,-1 0 0 0 0,1 0 1 0 0,-1-1-1 0 0,0 1 0 0 0,1 0 0 0 0,-1 0 1 0 0,1 0-1 0 0,-1 0 0 0 0,1 0 0 0 0,-1 0 1 0 0,0 0-1 0 0,1 0 0 0 0,-1 0 0 0 0,1 0 1 0 0,-1 0-1 0 0,1 0 0 0 0,-1 0 1 0 0,0 1-1 0 0,-34 4 1138 0 0,22-3-494 0 0,-7 1-206 0 0,0 1 0 0 0,1 1 0 0 0,0 0 1 0 0,-20 9-1 0 0,33-11-452 0 0,0-1 1 0 0,1 1-1 0 0,-1 0 1 0 0,1 0-1 0 0,-1 1 0 0 0,1 0 1 0 0,0 0-1 0 0,0 0 1 0 0,1 0-1 0 0,-1 1 1 0 0,1 0-1 0 0,0 0 1 0 0,1 0-1 0 0,-1 0 0 0 0,1 0 1 0 0,-5 12-1 0 0,7-15-71 0 0,0 1-1 0 0,0 0 0 0 0,1 0 0 0 0,-1-1 1 0 0,1 1-1 0 0,0 0 0 0 0,0 0 1 0 0,0-1-1 0 0,0 1 0 0 0,1 0 1 0 0,-1 0-1 0 0,1-1 0 0 0,-1 1 1 0 0,1 0-1 0 0,0-1 0 0 0,0 1 0 0 0,0-1 1 0 0,1 1-1 0 0,-1-1 0 0 0,0 1 1 0 0,1-1-1 0 0,0 0 0 0 0,0 0 1 0 0,1 2-1 0 0,5 4 7 0 0,1-1 0 0 0,0 0 1 0 0,0 0-1 0 0,14 8 0 0 0,-11-8 8 0 0,3 3 2 0 0,0 0-1 0 0,0-1 1 0 0,1 0 0 0 0,0-2-1 0 0,1 0 1 0 0,-1 0-1 0 0,1-2 1 0 0,1 0 0 0 0,-1-1-1 0 0,1-1 1 0 0,-1 0 0 0 0,33 0-1 0 0,-40-4-25 0 0,58-4-25 0 0,-63 4 23 0 0,0 1 0 0 0,-1-1 0 0 0,1-1 0 0 0,0 1 0 0 0,-1-1 0 0 0,1 1 0 0 0,-1-1 0 0 0,1-1 0 0 0,-1 1 0 0 0,0-1 0 0 0,0 1 0 0 0,4-5 0 0 0,-6 3-20 0 0,-1 0 0 0 0,1-1 1 0 0,-1 1-1 0 0,-1-1 1 0 0,1 1-1 0 0,-1-1 1 0 0,1 1-1 0 0,-1-1 1 0 0,-1 1-1 0 0,1-1 1 0 0,-1 1-1 0 0,1-1 1 0 0,-1 1-1 0 0,-1 0 1 0 0,-1-5-1 0 0,-27-26-1284 0 0,-25-12-2241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08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58 1281 0 0,'0'-57'6736'0'0,"-5"56"-5922"0"0,-19 2-477 0 0,0 0-1 0 0,0 1 1 0 0,-30 7 0 0 0,-177 60 570 0 0,178-52-887 0 0,39-13 8 0 0,-1 0-1 0 0,1 1 0 0 0,0 0 1 0 0,1 1-1 0 0,-1 0 0 0 0,1 2 1 0 0,0-1-1 0 0,1 2 0 0 0,-14 10 1 0 0,17-10-8 0 0,-11 12-86 0 0,20-21 64 0 0,-1 1 0 0 0,1 0 1 0 0,-1 0-1 0 0,1-1 0 0 0,0 1 1 0 0,-1 0-1 0 0,1 0 0 0 0,0-1 0 0 0,0 1 1 0 0,-1 0-1 0 0,1 0 0 0 0,0 0 1 0 0,0-1-1 0 0,0 1 0 0 0,0 0 1 0 0,0 0-1 0 0,0 0 0 0 0,0-1 0 0 0,0 1 1 0 0,1 0-1 0 0,-1 0 0 0 0,0 0 1 0 0,0-1-1 0 0,1 1 0 0 0,-1 0 1 0 0,0 0-1 0 0,1 0 0 0 0,6 10 2 0 0,-4-5 0 0 0,0-1 0 0 0,0 1 0 0 0,1-1 0 0 0,0 0 0 0 0,7 8 0 0 0,2-5-17 0 0,0 1 0 0 0,0-2 0 0 0,1 0 0 0 0,0-1 0 0 0,0 0 0 0 0,27 7 0 0 0,99 20 24 0 0,-121-29 25 0 0,13 3-7 0 0,122 20 96 0 0,-137-25-130 0 0,-1-1-1 0 0,1-1 1 0 0,0 0-1 0 0,-1-1 1 0 0,1-1 0 0 0,29-8-1 0 0,-44 10 7 0 0,0-1-1 0 0,0 1 1 0 0,0-1-1 0 0,0 0 1 0 0,0 0-1 0 0,0 0 1 0 0,0 0-1 0 0,0 0 1 0 0,0-1-1 0 0,-1 1 1 0 0,1 0-1 0 0,0-1 1 0 0,-1 0-1 0 0,1 1 1 0 0,-1-1-1 0 0,0 0 1 0 0,0 1-1 0 0,1-1 1 0 0,-1 0-1 0 0,1-4 1 0 0,-1 3 1 0 0,-1 0-1 0 0,0 0 1 0 0,0 0 0 0 0,0 0 0 0 0,0 0-1 0 0,-1 0 1 0 0,1 0 0 0 0,-1 0 0 0 0,0 1 0 0 0,1-1-1 0 0,-1 0 1 0 0,0 0 0 0 0,-1 0 0 0 0,1 1-1 0 0,-1-1 1 0 0,1 1 0 0 0,-1-1 0 0 0,0 1 0 0 0,1 0-1 0 0,-5-4 1 0 0,-29-30-328 0 0,-3 2 0 0 0,0 2 0 0 0,-67-43 0 0 0,92 67-15 0 0,-1 0 0 0 0,0 0 1 0 0,-1 2-1 0 0,1 0 0 0 0,-17-4 1 0 0,-2 2-1384 0 0,-49-3 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63 5603 0 0,'-60'-5'6242'0'0,"30"5"-4561"0"0,-1 0-2001 0 0,62 0-1521 0 0,-31-6-160 0 0,30-13-720 0 0,0 5-160 0 0,0-5 240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2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2801 0 0,'0'6'2882'0'0,"0"7"-641"0"0,30-7-721 0 0,-30 0-559 0 0,0 1-401 0 0,0-1-160 0 0,0-19-4081 0 0,0 1 959 0 0,-30-1 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6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80 0 0,'31'-19'6003'0'0,"-62"32"-4162"0"0,1-7-3282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0 800 0 0,'0'6'2562'0'0,"30"2"-161"0"0,-30-2-400 0 0,0-1-401 0 0,0 1-559 0 0,0 2-881 0 0,30-2-1761 0 0,-30-1-1520 0 0,-30 3-161 0 0,30 4 801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2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70 320 0 0,'-61'58'7203'0'0,"37"-52"-4561"0"0,24-31-3123 0 0,24 0-399 0 0,-24-2-160 0 0,31 2-1522 0 0,-1-6-2560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14 1841 0 0,'0'11'3041'0'0,"-24"3"-720"0"0,24-9-800 0 0,-30 3-561 0 0,30-2-719 0 0,0-12-562 0 0,0-2-879 0 0,0-3-961 0 0,0-2-320 0 0,0-7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8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87 720 0 0,'80'-44'6670'0'0,"-67"37"-5955"0"0,-9 6-14 0 0,44 3-143 0 0,8-3-558 0 0,-49-7 30 0 0,-4 4 20 0 0,22-2 110 0 0,-25-9 147 0 0,-5 13-293 0 0,-15 6-14 0 0,15 3 0 0 0,5-2 13 0 0,0-4 134 0 0,-14 1-38 0 0,1 0 0 0 0,0 1 1 0 0,0 1-1 0 0,0 0 1 0 0,-14 8-1 0 0,-10 2-32 0 0,-30 9 15 0 0,-148 60 56 0 0,211-81-137 0 0,1 0 0 0 0,-1 0-1 0 0,1 1 1 0 0,-1 0-1 0 0,1-1 1 0 0,0 1-1 0 0,0 0 1 0 0,0 0-1 0 0,-3 5 1 0 0,4-5 4 0 0,-1 0 0 0 0,0 0 0 0 0,1 0 1 0 0,-1 0-1 0 0,0 0 0 0 0,0-1 0 0 0,-7 5 0 0 0,8-6-20 0 0,-1 0 0 0 0,1 0 0 0 0,0 0-1 0 0,0 1 1 0 0,1-1 0 0 0,-1 1 0 0 0,0-1-1 0 0,0 1 1 0 0,1 0 0 0 0,-1-1 0 0 0,1 1 0 0 0,0 0-1 0 0,-1 0 1 0 0,1 0 0 0 0,0 1 0 0 0,0-1 0 0 0,0 0-1 0 0,0 0 1 0 0,1 0 0 0 0,-1 1 0 0 0,1-1-1 0 0,-1 0 1 0 0,1 1 0 0 0,0-1 0 0 0,0 0 0 0 0,0 1-1 0 0,0-1 1 0 0,0 1 0 0 0,0-1 0 0 0,1 4 0 0 0,0-2-7 0 0,-1-3 11 0 0,0 0 0 0 0,0 0 0 0 0,0 0 1 0 0,0 0-1 0 0,0 0 0 0 0,0 0 0 0 0,1 0 1 0 0,-1 0-1 0 0,0 0 0 0 0,1-1 0 0 0,-1 1 1 0 0,1 0-1 0 0,-1 0 0 0 0,1 0 0 0 0,-1 0 1 0 0,1-1-1 0 0,0 1 0 0 0,-1 0 0 0 0,1-1 1 0 0,0 1-1 0 0,0 0 0 0 0,-1-1 0 0 0,1 1 1 0 0,0-1-1 0 0,0 1 0 0 0,1-1 0 0 0,-1 1 8 0 0,0-1-1 0 0,0 1 0 0 0,0-1 0 0 0,0 1 0 0 0,0 0 1 0 0,0-1-1 0 0,-1 1 0 0 0,1 0 0 0 0,0-1 0 0 0,0 1 0 0 0,-1 0 1 0 0,1 0-1 0 0,0 0 0 0 0,-1 0 0 0 0,1 0 0 0 0,-1 0 1 0 0,1 0-1 0 0,-1 0 0 0 0,0 0 0 0 0,1 0 0 0 0,-1 0 1 0 0,0 0-1 0 0,0 0 0 0 0,1 0 0 0 0,-1 0 0 0 0,0 2 0 0 0,-1 0 24 0 0,1 0-1 0 0,-1 0 1 0 0,1 0-1 0 0,0 0 1 0 0,0 0-1 0 0,0 0 1 0 0,1 0-1 0 0,-1 0 1 0 0,1 0-1 0 0,0 0 1 0 0,-1 0-1 0 0,1-1 0 0 0,0 1 1 0 0,1 0-1 0 0,-1 0 1 0 0,1-1-1 0 0,-1 1 1 0 0,1-1-1 0 0,0 1 1 0 0,0-1-1 0 0,0 0 1 0 0,0 1-1 0 0,4 2 0 0 0,-5-2-33 0 0,1 1-1 0 0,-1-1 0 0 0,0 1 1 0 0,0-1-1 0 0,-1 1 0 0 0,1-1 1 0 0,-1 1-1 0 0,0-1 0 0 0,0 1 1 0 0,0-1-1 0 0,0 1 0 0 0,0 0 1 0 0,-1 3-1 0 0,0 3 44 0 0,0-9-38 0 0,1 1 1 0 0,0 0 0 0 0,-1 0-1 0 0,1 0 1 0 0,0-1 0 0 0,0 1-1 0 0,0 0 1 0 0,0 0 0 0 0,1 0-1 0 0,-1 0 1 0 0,0-1 0 0 0,1 1-1 0 0,-1 0 1 0 0,1 0 0 0 0,0-1-1 0 0,-1 1 1 0 0,1 0 0 0 0,0-1-1 0 0,0 1 1 0 0,0-1 0 0 0,0 1-1 0 0,0-1 1 0 0,1 1 0 0 0,-1-1-1 0 0,0 0 1 0 0,1 0 0 0 0,-1 0-1 0 0,1 0 1 0 0,-1 0 0 0 0,1 0-1 0 0,1 1 1 0 0,-1-1-2 0 0,3 7-65 0 0,0-4-17 0 0,9-3 43 0 0,0 0 0 0 0,-1-2 0 0 0,1 1 0 0 0,0-2 0 0 0,0 0 0 0 0,-1 0 0 0 0,1-1 0 0 0,-1-1 0 0 0,0 0 0 0 0,0-1 0 0 0,0-1 0 0 0,-1 0 0 0 0,15-9 0 0 0,-17-1 105 0 0,11 5-52 0 0,-21 11-11 0 0,0 0 1 0 0,1 0-1 0 0,-1 0 1 0 0,1-1 0 0 0,-1 1-1 0 0,0 0 1 0 0,1-1 0 0 0,-1 1-1 0 0,0 0 1 0 0,1-1 0 0 0,-1 1-1 0 0,0 0 1 0 0,0-1 0 0 0,1 1-1 0 0,-1 0 1 0 0,0-1 0 0 0,0 1-1 0 0,0-1 1 0 0,1 1-1 0 0,-1-1 1 0 0,0 1 0 0 0,0-1-1 0 0,0 1 1 0 0,0 0 0 0 0,0-1-1 0 0,0 1 1 0 0,0-1 0 0 0,0 1-1 0 0,0-1 1 0 0,0 1 0 0 0,0-1-1 0 0,0 1 1 0 0,0-1-1 0 0,-1 1 1 0 0,1 0 0 0 0,0-1-1 0 0,0 0 1 0 0,-1 1-3 0 0,1 0 0 0 0,0 0 0 0 0,0 0 1 0 0,0 0-1 0 0,0 0 0 0 0,0-1 0 0 0,0 1 0 0 0,0 0 0 0 0,0 0 0 0 0,0 0 1 0 0,0 0-1 0 0,0 0 0 0 0,0-1 0 0 0,0 1 0 0 0,0 0 0 0 0,0 0 0 0 0,0 0 0 0 0,0 0 1 0 0,0 0-1 0 0,0-1 0 0 0,0 1 0 0 0,0 0 0 0 0,0 0 0 0 0,0 0 0 0 0,0 0 1 0 0,0 0-1 0 0,0-1 0 0 0,0 1 0 0 0,0 0 0 0 0,0 0 0 0 0,0 0 0 0 0,0 0 1 0 0,0 0-1 0 0,0 0 0 0 0,0-1 0 0 0,0 1 0 0 0,1 0 0 0 0,-1 0 0 0 0,0 0 0 0 0,0 0 1 0 0,0 0-1 0 0,0 0 0 0 0,0 0 0 0 0,0 0 0 0 0,1 0 0 0 0,-1 0 0 0 0,0 0 1 0 0,0 0-1 0 0,0-1 0 0 0,0 1 0 0 0,0 0 0 0 0,1 0 0 0 0,-1 0 0 0 0,0 0 0 0 0,0 0 1 0 0,0 0-1 0 0,0 0 0 0 0,0 0 0 0 0,1 0 0 0 0,-1 1 0 0 0,0-1 0 0 0,0 0 1 0 0,0 0-1 0 0,0 0 0 0 0,1 0 0 0 0,14-2 52 0 0,-30-3 1 0 0,14 4-46 0 0,0 1 1 0 0,1-1-1 0 0,-1 0 1 0 0,1 0 0 0 0,-1 1-1 0 0,1-1 1 0 0,-1 0-1 0 0,1 0 1 0 0,0 0-1 0 0,0 0 1 0 0,-1 0 0 0 0,1 0-1 0 0,0 1 1 0 0,0-1-1 0 0,0 0 1 0 0,0 0 0 0 0,0 0-1 0 0,0 0 1 0 0,0 0-1 0 0,0 0 1 0 0,0 0-1 0 0,0 0 1 0 0,1-1 0 0 0,-1 1-5 0 0,1-1 1 0 0,-1 1 0 0 0,0 0 0 0 0,0-1 0 0 0,0 1 0 0 0,0-1 0 0 0,0 1-1 0 0,0 0 1 0 0,0-1 0 0 0,-1 1 0 0 0,1 0 0 0 0,0-1 0 0 0,-1 1 0 0 0,1 0 0 0 0,-1-1-1 0 0,1 1 1 0 0,-2-2 0 0 0,-2 2 10 0 0,3 1-8 0 0,0-1 0 0 0,-1 1 0 0 0,1 0 0 0 0,0-1 0 0 0,0 1 0 0 0,0 0 0 0 0,-1-1 0 0 0,1 1-1 0 0,0-1 1 0 0,0 0 0 0 0,0 1 0 0 0,0-1 0 0 0,0 0 0 0 0,0 0 0 0 0,0 0 0 0 0,0 0 0 0 0,0 0 0 0 0,-1-1 0 0 0,2 1-6 0 0,0 1 0 0 0,0-1-1 0 0,0 0 1 0 0,0 1 0 0 0,0-1 0 0 0,0 1 0 0 0,-1-1 0 0 0,1 1-1 0 0,0-1 1 0 0,0 1 0 0 0,-1-1 0 0 0,1 1 0 0 0,0-1 0 0 0,-1 1-1 0 0,1-1 1 0 0,0 1 0 0 0,-1 0 0 0 0,1-1 0 0 0,-1 1 0 0 0,1-1-1 0 0,-1 1 1 0 0,1 0 0 0 0,-1 0 0 0 0,1-1 0 0 0,-1 1 0 0 0,1 0-1 0 0,-1 0 1 0 0,1 0 0 0 0,-1-1 0 0 0,1 1 0 0 0,-1 0 0 0 0,0 0-1 0 0,0 0 1 0 0,0 0 0 0 0,0 0-1 0 0,1 0 0 0 0,-1 0 1 0 0,0 0-1 0 0,0-1 0 0 0,1 1 1 0 0,-1 0-1 0 0,0 0 0 0 0,1-1 1 0 0,-1 1-1 0 0,0 0 0 0 0,1-1 1 0 0,-1 1-1 0 0,1-1 0 0 0,-1 1 1 0 0,0-1-1 0 0,1 1 0 0 0,-1-1 1 0 0,1 1-1 0 0,-1-1 0 0 0,1 0 1 0 0,0 1-1 0 0,-1-1 0 0 0,1 0 1 0 0,0 1-1 0 0,-1-1 0 0 0,1 0 1 0 0,0 1-1 0 0,0-1 0 0 0,-1 0 1 0 0,1 0-1 0 0,0 1 0 0 0,0-1 1 0 0,0-1-1 0 0,3-2 15 0 0,-41 0 183 0 0,35 4-197 0 0,1-1 0 0 0,-1 1-1 0 0,0 0 1 0 0,0 0 0 0 0,0 0 0 0 0,1 0-1 0 0,-1 0 1 0 0,0 1 0 0 0,0-1 0 0 0,1 1-1 0 0,-1-1 1 0 0,0 1 0 0 0,-3 2-1 0 0,-12 0 84 0 0,-3-3-4 0 0,16 0 0 0 0,0 0-14 0 0,-1 2-56 0 0,0 0-7 0 0,-37 0-2 0 0,18-2-15 0 0,20 0-52 0 0,7 0-1612 0 0,-1 1 1535 0 0,1 0-1 0 0,0-1 1 0 0,0 1-1 0 0,0-1 1 0 0,0 0-1 0 0,0 0 0 0 0,0 1 1 0 0,0-1-1 0 0,0 0 1 0 0,-1-1-1 0 0,1 1 1 0 0,0 0-1 0 0,0-1 1 0 0,0 1-1 0 0,0-1 1 0 0,2 0-1 0 0,40-13-3096 0 0,-34 10 2274 0 0,21-3-1515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19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14 960 0 0,'1'-1'126'0'0,"-1"0"0"0"0,1 0-1 0 0,-1 0 1 0 0,1 1 0 0 0,0-1-1 0 0,-1 0 1 0 0,1 1 0 0 0,0-1-1 0 0,0 0 1 0 0,0 1 0 0 0,0-1-1 0 0,-1 1 1 0 0,1-1-1 0 0,0 1 1 0 0,0-1 0 0 0,0 1-1 0 0,0 0 1 0 0,0-1 0 0 0,0 1-1 0 0,0 0 1 0 0,2 0 0 0 0,7-2 3726 0 0,-15 9-2812 0 0,-9-4-802 0 0,-9 2-104 0 0,1 1 0 0 0,-1 1-1 0 0,1 1 1 0 0,1 1 0 0 0,0 1-1 0 0,0 1 1 0 0,-23 16 0 0 0,26-15-69 0 0,11-9-54 0 0,0 2-1 0 0,1-1 1 0 0,-1 1-1 0 0,1 0 1 0 0,0 0-1 0 0,0 1 1 0 0,1 0-1 0 0,-8 9 1 0 0,11-10-1 0 0,-1 0 0 0 0,0 0 0 0 0,0 0 0 0 0,-1 0 0 0 0,0-1 1 0 0,1 0-1 0 0,-1 0 0 0 0,-1 0 0 0 0,1 0 0 0 0,-1 0 1 0 0,1-1-1 0 0,-1 0 0 0 0,-6 3 0 0 0,6-3-6 0 0,2-1-9 0 0,1 0 0 0 0,0-1 0 0 0,0 1 0 0 0,-1 0 0 0 0,1 0 0 0 0,0 0 0 0 0,1 1 0 0 0,-1-1-1 0 0,0 0 1 0 0,1 1 0 0 0,-1-1 0 0 0,1 1 0 0 0,-1 0 0 0 0,1-1 0 0 0,0 1 0 0 0,0 0 0 0 0,1 0 0 0 0,-1-1-1 0 0,1 1 1 0 0,-1 0 0 0 0,1 0 0 0 0,0 0 0 0 0,0 0 0 0 0,0 0 0 0 0,0 0 0 0 0,1 0 0 0 0,0 2 0 0 0,-1 6 1 0 0,0-9 3 0 0,1 0 1 0 0,-1 0 0 0 0,1 0 0 0 0,-1-1 0 0 0,1 1-1 0 0,0 0 1 0 0,0-1 0 0 0,0 1 0 0 0,0 0-1 0 0,0-1 1 0 0,0 1 0 0 0,1-1 0 0 0,-1 0 0 0 0,0 1-1 0 0,1-1 1 0 0,-1 0 0 0 0,1 0 0 0 0,-1 0-1 0 0,1 0 1 0 0,0 0 0 0 0,-1 0 0 0 0,1 0 0 0 0,3 1-1 0 0,19 14 33 0 0,-14-2 67 0 0,-9-12-90 0 0,0-1 0 0 0,0 1 0 0 0,0 0 0 0 0,0-1-1 0 0,0 1 1 0 0,1-1 0 0 0,-1 0 0 0 0,1 1 0 0 0,-1-1 0 0 0,1 0-1 0 0,-1 0 1 0 0,1 0 0 0 0,0 0 0 0 0,-1 0 0 0 0,1 0 0 0 0,0-1-1 0 0,0 1 1 0 0,2 0 0 0 0,11 4-12 0 0,0-1 0 0 0,0-1 1 0 0,0 0-1 0 0,30 1 0 0 0,-39-4 1 0 0,-1 0-1 0 0,1 0 1 0 0,-1 0 0 0 0,1-1-1 0 0,-1 0 1 0 0,1 0 0 0 0,-1 0 0 0 0,1-1-1 0 0,-1 1 1 0 0,0-1 0 0 0,0 0-1 0 0,0-1 1 0 0,0 0 0 0 0,0 1-1 0 0,-1-1 1 0 0,9-7 0 0 0,-12 8 2 0 0,0 0-1 0 0,0 0 1 0 0,0-1 0 0 0,-1 1 0 0 0,1 0 0 0 0,-1 0-1 0 0,1-1 1 0 0,-1 1 0 0 0,1 0 0 0 0,-1-1 0 0 0,0 1-1 0 0,0 0 1 0 0,-1-1 0 0 0,1 1 0 0 0,-1-3 0 0 0,1-8-11 0 0,-1 7 8 0 0,1 0 0 0 0,-1 0-1 0 0,0 0 1 0 0,0-1 0 0 0,0 1-1 0 0,-1 0 1 0 0,0 0 0 0 0,-1 1-1 0 0,1-1 1 0 0,-1 0 0 0 0,0 1-1 0 0,0 0 1 0 0,-1-1 0 0 0,-5-5-1 0 0,2 3 11 0 0,0 1 0 0 0,-1 0 1 0 0,0 0-1 0 0,0 1 0 0 0,0 0 0 0 0,-1 1 0 0 0,0 0 0 0 0,-12-6 0 0 0,-9 4-47 0 0,28 7 7 0 0,1 0 1 0 0,0 0 0 0 0,-1 0 0 0 0,1 0 0 0 0,0 0-1 0 0,-1 0 1 0 0,1 0 0 0 0,0 0 0 0 0,-1 1-1 0 0,1-1 1 0 0,0 0 0 0 0,0 1 0 0 0,-1-1-1 0 0,1 1 1 0 0,0-1 0 0 0,0 1 0 0 0,0 0-1 0 0,0-1 1 0 0,-1 1 0 0 0,1 0 0 0 0,0 0-1 0 0,0 0 1 0 0,0 1 0 0 0,1-1-66 0 0,0 0 1 0 0,1-1-1 0 0,-1 1 1 0 0,1 0-1 0 0,0 0 0 0 0,-1-1 1 0 0,1 1-1 0 0,-1-1 1 0 0,1 1-1 0 0,0 0 1 0 0,0-1-1 0 0,-1 0 0 0 0,1 1 1 0 0,0-1-1 0 0,0 1 1 0 0,-1-1-1 0 0,1 0 0 0 0,0 1 1 0 0,0-1-1 0 0,0 0 1 0 0,0 0-1 0 0,0 0 0 0 0,0 0 1 0 0,1 0-1 0 0,28 3-1858 0 0,-24-2 936 0 0,-1 3-1474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0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 1281 0 0,'-30'0'3481'0'0,"30"4"-2675"0"0,0-4-749 0 0,0 0 1 0 0,-1 1 0 0 0,1-1-1 0 0,0 0 1 0 0,0 1 0 0 0,0-1-1 0 0,0 1 1 0 0,0-1 0 0 0,0 1-1 0 0,0-1 1 0 0,0 0 0 0 0,0 1-1 0 0,0-1 1 0 0,0 1 0 0 0,0-1-1 0 0,0 0 1 0 0,0 1 0 0 0,0-1-1 0 0,0 1 1 0 0,0-1 0 0 0,0 0-1 0 0,1 1 1 0 0,-1-1 0 0 0,0 1-1 0 0,0-1 1 0 0,1 0 0 0 0,-1 1-1 0 0,0-1 1 0 0,0 0 0 0 0,1 1 0 0 0,-1-1-1 0 0,0 0 1 0 0,1 0 0 0 0,-1 1-1 0 0,0-1 1 0 0,1 0 0 0 0,-1 0-1 0 0,1 1 1 0 0,13-5 356 0 0,-28 8-94 0 0,34 3 333 0 0,197-2-279 0 0,-208-4-744 0 0,0-1-1 0 0,0-1 1 0 0,0 1 0 0 0,0-2 0 0 0,0 1 0 0 0,-1-1 0 0 0,15-5-1 0 0,-23 7 323 0 0,1-1 0 0 0,-1 1 0 0 0,0 0 0 0 0,0 0 0 0 0,1 0 0 0 0,-1-1 0 0 0,0 1 0 0 0,0 0 0 0 0,0 0 0 0 0,1 0 0 0 0,-1-1 0 0 0,0 1 0 0 0,0 0 0 0 0,0 0 0 0 0,0-1 0 0 0,0 1 0 0 0,0 0 0 0 0,1-1 0 0 0,-1 1 0 0 0,0 0 0 0 0,0 0 0 0 0,0-1 0 0 0,0 1 0 0 0,0 0 0 0 0,0-1 0 0 0,0 1 0 0 0,0 0 0 0 0,0 0 0 0 0,0-1 0 0 0,0 1 0 0 0,0 0 0 0 0,-1-1 0 0 0,1 1 0 0 0,0 0 0 0 0,0 0 0 0 0,0-1 0 0 0,0 1 0 0 0,0 0 0 0 0,0 0-1 0 0,-1-1 1 0 0,1 1 0 0 0,0 0 0 0 0,0 0 0 0 0,0-1 0 0 0,-1 1 0 0 0,1 0 0 0 0,0 0 0 0 0,0 0 0 0 0,-1 0 0 0 0,-24-14-2566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3121 0 0,'30'88'3522'0'0,"-30"-17"-2642"0"0,0-13-1040 0 0,0-8 240 0 0,0 8 401 0 0,-30-14-161 0 0,30-19-400 0 0,0-6-240 0 0,0-31-1441 0 0,0-14-1761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70 135 1040 0 0,'-25'5'4043'0'0,"-13"2"132"0"0,31-5-3140 0 0,16-4-1323 0 0,39-9 379 0 0,-5 3-218 0 0,-1-1-1 0 0,0-3 0 0 0,-1-1 0 0 0,45-22 1 0 0,0-3-4555 0 0,-81 29 2280 0 0,-5-3 188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1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3762 0 0,'0'69'4402'0'0,"-30"8"-3122"0"0,0-6-1280 0 0,30-21-80 0 0,0-6 400 0 0,0-19-159 0 0,0-17-882 0 0,0-28-1360 0 0,0-18-2801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48 2081 0 0,'56'-12'4429'0'0,"-56"11"-4385"0"0,-1 1 1 0 0,1 0-1 0 0,0 0 1 0 0,0 0-1 0 0,0 0 0 0 0,0 0 1 0 0,0 0-1 0 0,-1 0 1 0 0,1 0-1 0 0,0 0 1 0 0,0 0-1 0 0,0-1 1 0 0,0 1-1 0 0,0 0 1 0 0,0 0-1 0 0,0 0 1 0 0,-1 0-1 0 0,1 0 0 0 0,0-1 1 0 0,0 1-1 0 0,0 0 1 0 0,0 0-1 0 0,0 0 1 0 0,0 0-1 0 0,0-1 1 0 0,0 1-1 0 0,0 0 1 0 0,0 0-1 0 0,0 0 1 0 0,0 0-1 0 0,0-1 1 0 0,0 1-1 0 0,0 0 0 0 0,0 0 1 0 0,0 0-1 0 0,0 0 1 0 0,0-1-1 0 0,0 1 1 0 0,0 0-1 0 0,0 0 1 0 0,1 0-1 0 0,-1 0 1 0 0,0 0-1 0 0,0-1 1 0 0,0 1-1 0 0,0 0 0 0 0,0 0 1 0 0,0 0-1 0 0,0 0 1 0 0,1 0-1 0 0,-1 0 1 0 0,0 0-1 0 0,0-1 1 0 0,0 1-1 0 0,0 0 1 0 0,1 0-1 0 0,-41-8 441 0 0,13 2-299 0 0,1 1 0 0 0,-2 1 0 0 0,1 1 0 0 0,0 2 0 0 0,-35 2 0 0 0,37 0-79 0 0,1 2 0 0 0,-1 1 1 0 0,0 2-1 0 0,1 0 0 0 0,-39 15 0 0 0,58-19-98 0 0,0 0 0 0 0,0 1-1 0 0,1-1 1 0 0,-1 1 0 0 0,1 0 0 0 0,-1 0-1 0 0,1 0 1 0 0,0 1 0 0 0,0 0-1 0 0,0-1 1 0 0,1 1 0 0 0,-1 1-1 0 0,1-1 1 0 0,0 0 0 0 0,0 1-1 0 0,1 0 1 0 0,-1-1 0 0 0,1 1-1 0 0,0 0 1 0 0,0 0 0 0 0,1 0-1 0 0,0 1 1 0 0,-1-1 0 0 0,2 0-1 0 0,-1 0 1 0 0,1 1 0 0 0,-1-1-1 0 0,1 1 1 0 0,1-1 0 0 0,-1 0-1 0 0,1 1 1 0 0,0-1 0 0 0,0 0-1 0 0,3 6 1 0 0,-2-5-4 0 0,0 0-1 0 0,1 0 1 0 0,0 0 0 0 0,1 0-1 0 0,-1 0 1 0 0,1-1 0 0 0,0 0-1 0 0,0 0 1 0 0,1 0 0 0 0,-1 0-1 0 0,1 0 1 0 0,10 6 0 0 0,1 0-7 0 0,-1-1 0 0 0,1-1 0 0 0,25 10 0 0 0,-27-13-33 0 0,0-1 1 0 0,1 0-1 0 0,0-1 0 0 0,0-1 0 0 0,0 0 0 0 0,0-1 0 0 0,1-1 0 0 0,-1 0 0 0 0,0-1 0 0 0,1 0 1 0 0,-1-2-1 0 0,16-2 0 0 0,-13 1-31 0 0,1 0 0 0 0,-1-1 0 0 0,0-1 0 0 0,22-9 0 0 0,-34 11 41 0 0,0 1 0 0 0,0-1-1 0 0,-1 0 1 0 0,1-1-1 0 0,-1 1 1 0 0,1-1-1 0 0,-1 0 1 0 0,0 0 0 0 0,-1-1-1 0 0,1 1 1 0 0,-1-1-1 0 0,0 0 1 0 0,0-1-1 0 0,0 1 1 0 0,-1-1 0 0 0,0 1-1 0 0,3-8 1 0 0,-4 4 25 0 0,-1-1 1 0 0,0 1-1 0 0,0-1 1 0 0,-1 1-1 0 0,0-1 0 0 0,-1 0 1 0 0,0 1-1 0 0,0 0 1 0 0,-1-1-1 0 0,-1 1 1 0 0,1 0-1 0 0,-7-15 0 0 0,3 7-5 0 0,3 7 4 0 0,2 7 6 0 0,0-1 0 0 0,1 1 1 0 0,-1 0-1 0 0,-1-1 1 0 0,1 1-1 0 0,0 0 0 0 0,-1 0 1 0 0,0 0-1 0 0,0 0 1 0 0,1 0-1 0 0,-2 1 1 0 0,1-1-1 0 0,0 0 0 0 0,-4-2 1 0 0,4 6 39 0 0,-1 0 1 0 0,1 1-1 0 0,0-1 0 0 0,0 1 1 0 0,1-1-1 0 0,-1 1 0 0 0,0 0 1 0 0,0 0-1 0 0,1 0 0 0 0,-1 0 1 0 0,1 0-1 0 0,0 0 0 0 0,-1 0 1 0 0,1 1-1 0 0,0-1 0 0 0,0 0 1 0 0,1 1-1 0 0,-1-1 1 0 0,0 6-1 0 0,-2 8 105 0 0,2 1-1 0 0,0-1 1 0 0,1 1 0 0 0,1 0-1 0 0,0-1 1 0 0,1 1 0 0 0,5 16-1 0 0,35 127 1110 0 0,-35-138-1061 0 0,2 5 109 0 0,2 0-1 0 0,1-1 1 0 0,1-1-1 0 0,1 0 1 0 0,31 42-1 0 0,-21-32 289 0 0,29 54-1 0 0,-30-53-457 0 0,-2-1-170 0 0,-20-35 13 0 0,-1 0 0 0 0,0 0 0 0 0,0 1 1 0 0,0-1-1 0 0,1 0 0 0 0,-1 1 0 0 0,0-1 1 0 0,0 0-1 0 0,0 0 0 0 0,0 1 0 0 0,0-1 0 0 0,1 0 1 0 0,-1 1-1 0 0,0-1 0 0 0,0 0 0 0 0,0 1 1 0 0,0-1-1 0 0,0 0 0 0 0,0 1 0 0 0,0-1 1 0 0,0 0-1 0 0,0 1 0 0 0,0-1 0 0 0,0 0 1 0 0,0 0-1 0 0,0 1 0 0 0,-1-1 0 0 0,1 0 1 0 0,0 1-1 0 0,0-1 0 0 0,0 0 0 0 0,0 1 1 0 0,-1-1-1 0 0,1 0 0 0 0,0 0 0 0 0,0 1 0 0 0,0-1 1 0 0,-1 0-1 0 0,1 0 0 0 0,0 0 0 0 0,0 1 1 0 0,-1-1-1 0 0,1 0 0 0 0,0 0 0 0 0,-1 0 1 0 0,1 0-1 0 0,0 1 0 0 0,0-1 0 0 0,-1 0 1 0 0,1 0-1 0 0,0 0 0 0 0,-1 0 0 0 0,1 0 1 0 0,0 0-1 0 0,-1 0 0 0 0,1 0 0 0 0,0 0 1 0 0,-1 0-1 0 0,1 0 0 0 0,0 0 0 0 0,-1 0 0 0 0,1 0 1 0 0,0-1-1 0 0,-1 1 0 0 0,1 0 0 0 0,0 0 1 0 0,-1 0-1 0 0,1-1-118 0 0,-1 1-1 0 0,1 0 1 0 0,0-1-1 0 0,-1 1 1 0 0,1-1 0 0 0,-1 1-1 0 0,1 0 1 0 0,0-1 0 0 0,-1 1-1 0 0,1-1 1 0 0,0 1 0 0 0,0-1-1 0 0,0 1 1 0 0,-1-1 0 0 0,1 1-1 0 0,0-1 1 0 0,0 1-1 0 0,0-1 1 0 0,0 0 0 0 0,0 1-1 0 0,0-1 1 0 0,0 1 0 0 0,0-1-1 0 0,0 1 1 0 0,0-1 0 0 0,0 1-1 0 0,0-1 1 0 0,0 1 0 0 0,0-1-1 0 0,1 0 1 0 0,-1 1-1 0 0,0-1 1 0 0,0 1 0 0 0,1-1-1 0 0,-1 1 1 0 0,0 0 0 0 0,0-1-1 0 0,1 1 1 0 0,-1-1 0 0 0,1 1-1 0 0,-1 0 1 0 0,1-1 0 0 0,24-27-4945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47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25 80 0 0,'1'-2'2812'0'0,"-8"-1"-2036"0"0,-5 1 390 0 0,-1 0 0 0 0,0 0 0 0 0,0 2 0 0 0,-16 0 0 0 0,-1 5 1728 0 0,25-5-1466 0 0,10 0-935 0 0,81-6-1643 0 0,-1-6-6050 0 0,-80 12 4278 0 0,-5 4 361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61 236 1361 0 0,'25'0'3228'0'0,"-20"0"-654"0"0,-5-3 417 0 0,-1 3-2961 0 0,1-1 1 0 0,0 0-1 0 0,0 1 0 0 0,0-1 0 0 0,0 0 1 0 0,0 1-1 0 0,0-1 0 0 0,0 0 1 0 0,0 1-1 0 0,1-1 0 0 0,-1 0 1 0 0,0 1-1 0 0,0-1 0 0 0,0 0 1 0 0,1 1-1 0 0,-1-1 0 0 0,0 0 0 0 0,1 1 1 0 0,-1-1-1 0 0,1 1 0 0 0,-1-1 1 0 0,1 1-1 0 0,-1-1 0 0 0,1 0 1 0 0,7-5 158 0 0,-7 6-174 0 0,1-1 1 0 0,-1 0 0 0 0,0 0 0 0 0,0 1 0 0 0,0-1 0 0 0,0 0-1 0 0,0 0 1 0 0,0 0 0 0 0,0 0 0 0 0,0 0 0 0 0,-1 0-1 0 0,1 0 1 0 0,0-1 0 0 0,-1 1 0 0 0,1 0 0 0 0,0 0 0 0 0,-1 0-1 0 0,0-1 1 0 0,1 1 0 0 0,-1 0 0 0 0,0-1 0 0 0,0 1-1 0 0,1 0 1 0 0,-1-1 0 0 0,0-1 0 0 0,0 1-8 0 0,0-1 0 0 0,1 1 0 0 0,-1-1 0 0 0,1 1 1 0 0,-1-1-1 0 0,1 1 0 0 0,0 0 0 0 0,0-1 0 0 0,0 1 0 0 0,1 0 0 0 0,-1 0 1 0 0,0 0-1 0 0,1 0 0 0 0,-1 0 0 0 0,1 0 0 0 0,0 0 0 0 0,2-1 0 0 0,42-30 79 0 0,-40 30-37 0 0,1-1 1 0 0,-1 0 0 0 0,0 0-1 0 0,-1-1 1 0 0,1 0-1 0 0,6-7 1 0 0,-3-1 131 0 0,-8 10-147 0 0,0 1 0 0 0,0 0 0 0 0,0 1 0 0 0,1-1 0 0 0,-1 0 0 0 0,1 0 0 0 0,0 1 0 0 0,0-1 0 0 0,-1 0 0 0 0,1 1 0 0 0,0 0 0 0 0,0-1 0 0 0,0 1 0 0 0,3-1 0 0 0,-1 0 70 0 0,-2 1-73 0 0,-1 1-1 0 0,1-1 1 0 0,-1 1-1 0 0,1-1 0 0 0,-1 0 1 0 0,1 0-1 0 0,-1 1 1 0 0,1-1-1 0 0,-1 0 0 0 0,0 0 1 0 0,0-1-1 0 0,0 1 1 0 0,1 0-1 0 0,-1 0 0 0 0,0 0 1 0 0,-1-1-1 0 0,1 1 1 0 0,0-1-1 0 0,1-1 1 0 0,-1 2-3 0 0,-1 1 1 0 0,1-1 0 0 0,0 0-1 0 0,0 1 1 0 0,0-1 0 0 0,0 1-1 0 0,0-1 1 0 0,0 1 0 0 0,1 0 0 0 0,-1-1-1 0 0,0 1 1 0 0,0 0 0 0 0,0 0-1 0 0,0-1 1 0 0,0 1 0 0 0,0 0-1 0 0,1 0 1 0 0,-1 0 0 0 0,0 1 0 0 0,0-1-1 0 0,1 0 1 0 0,-1 0 10 0 0,-1 0-34 0 0,0 0 1 0 0,0 0-1 0 0,0 0 0 0 0,1 0 0 0 0,-1 0 0 0 0,0 0 0 0 0,0 0 1 0 0,0 0-1 0 0,0 0 0 0 0,1 0 0 0 0,-1 0 0 0 0,0 0 0 0 0,0 0 1 0 0,0 0-1 0 0,0 0 0 0 0,1 0 0 0 0,-1 0 0 0 0,0 0 0 0 0,0 0 1 0 0,0 0-1 0 0,0 0 0 0 0,1 0 0 0 0,-1 0 0 0 0,0 0 0 0 0,0 0 1 0 0,0 0-1 0 0,0 1 0 0 0,0-1 0 0 0,0 0 0 0 0,1 0 0 0 0,-1 0 1 0 0,0 0-1 0 0,0 0 0 0 0,0 0 0 0 0,0 1 0 0 0,0-1 0 0 0,0 0 1 0 0,0 0-1 0 0,0 0 0 0 0,0 0 0 0 0,1 0 0 0 0,-1 1 0 0 0,0-1 1 0 0,0 0-1 0 0,0 0 0 0 0,0 0 0 0 0,0 0 0 0 0,0 1 1 0 0,0-1-1 0 0,0 0 0 0 0,0 0 0 0 0,0 0 0 0 0,0 0 0 0 0,0 1 1 0 0,0-1-1 0 0,-1 0 0 0 0,1 0 0 0 0,0 4 130 0 0,-2 20-78 0 0,-2-1 0 0 0,0 1 0 0 0,-1-1 1 0 0,-2 0-1 0 0,0-1 0 0 0,-1 0 0 0 0,-2 0 0 0 0,-16 29 1 0 0,8-13 44 0 0,-3 3 213 0 0,-32 47 1 0 0,31-55 287 0 0,-28 59 0 0 0,10 6 316 0 0,21-63-637 0 0,14-27-225 0 0,1 0 0 0 0,-1 1 0 0 0,1-1 0 0 0,1 1 0 0 0,-1 0 0 0 0,2-1 0 0 0,-1 1 0 0 0,1 1 0 0 0,0-1-1 0 0,0 15 1 0 0,2 45 49 0 0,0-69-120 0 0,0 0-1 0 0,0 0 1 0 0,0 0 0 0 0,0 0-1 0 0,0 0 1 0 0,0 1 0 0 0,0-1-1 0 0,0 0 1 0 0,0 0 0 0 0,0 0-1 0 0,0 0 1 0 0,0 0 0 0 0,0 0-1 0 0,0 1 1 0 0,0-1 0 0 0,0 0-1 0 0,0 0 1 0 0,0 0 0 0 0,0 0-1 0 0,0 0 1 0 0,0 0 0 0 0,0 1-1 0 0,0-1 1 0 0,0 0 0 0 0,0 0-1 0 0,0 0 1 0 0,0 0 0 0 0,0 0-1 0 0,1 0 1 0 0,-1 0 0 0 0,0 0-1 0 0,0 1 1 0 0,0-1 0 0 0,0 0-1 0 0,0 0 1 0 0,0 0 0 0 0,0 0-1 0 0,1 0 1 0 0,-1 0 0 0 0,0 0-1 0 0,0 0 1 0 0,0 0 0 0 0,0 0-1 0 0,0 0 1 0 0,0 0-1 0 0,1 0 1 0 0,-1 0 0 0 0,0 0-1 0 0,0 0 1 0 0,0 0 0 0 0,0 0-1 0 0,0 0 1 0 0,0 0 0 0 0,1 0-1 0 0,-1 0 1 0 0,0 0 0 0 0,0 0-1 0 0,0 0 1 0 0,0 0 0 0 0,0-1-1 0 0,0 1 1 0 0,0 0 0 0 0,1 0-1 0 0,-1 0 1 0 0,0 0 0 0 0,10-2-556 0 0,1-1 0 0 0,-1 0 0 0 0,0 0 0 0 0,0-1 1 0 0,-1 0-1 0 0,1-1 0 0 0,-1 0 0 0 0,0 0 0 0 0,0-1 0 0 0,0 0 1 0 0,-1-1-1 0 0,0 0 0 0 0,11-12 0 0 0,-13 10-687 0 0,0-1 0 0 0,0 0 1 0 0,8-21-1 0 0,-11 25 703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176 259 1841 0 0,'-3'-5'6881'0'0,"-3"0"-4251"0"0,4 4-2638 0 0,1 0 0 0 0,-1-1 0 0 0,1 1 0 0 0,-1 0 0 0 0,1 0 0 0 0,0-1 0 0 0,-1 1 0 0 0,1 0 0 0 0,0-1 0 0 0,0 1 0 0 0,0-1 0 0 0,0 0 0 0 0,0 1 0 0 0,1-1 0 0 0,-1 0 0 0 0,0 0 0 0 0,1 1 0 0 0,-1-1 0 0 0,1-3 0 0 0,-1 0 33 0 0,1 1 0 0 0,-1 0-1 0 0,0 0 1 0 0,0 0 0 0 0,0 0 0 0 0,0 0 0 0 0,-1 0 0 0 0,0 0 0 0 0,0 0 0 0 0,-4-5 0 0 0,5 7-4 0 0,-1 0 1 0 0,1 0-1 0 0,-1-1 1 0 0,1 1 0 0 0,0 0-1 0 0,0-1 1 0 0,0 1-1 0 0,0 0 1 0 0,0-1 0 0 0,1 1-1 0 0,-1-1 1 0 0,1 0-1 0 0,-1 1 1 0 0,1-1 0 0 0,0 1-1 0 0,0-1 1 0 0,0 0-1 0 0,1 1 1 0 0,-1-1 0 0 0,1 1-1 0 0,-1-1 1 0 0,1 1-1 0 0,0-1 1 0 0,2-3-1 0 0,6-11 143 0 0,-7 14-118 0 0,0 0-1 0 0,0 0 1 0 0,0 0-1 0 0,-1-1 1 0 0,0 1-1 0 0,1 0 1 0 0,-1-1-1 0 0,0 1 1 0 0,-1-1-1 0 0,1 0 0 0 0,-1 1 1 0 0,1-1-1 0 0,-1-6 1 0 0,0-14 326 0 0,0 18-54 0 0,0 17-128 0 0,-1-10-185 0 0,1 1-1 0 0,-1-1 0 0 0,0 0 0 0 0,1 1 1 0 0,-1-1-1 0 0,0 0 0 0 0,0 0 1 0 0,0 0-1 0 0,0 0 0 0 0,0 0 1 0 0,0 0-1 0 0,0 0 0 0 0,0 0 0 0 0,-1 0 1 0 0,1 0-1 0 0,0 0 0 0 0,-2 0 1 0 0,-3 4-3 0 0,-30 55 113 0 0,16-24-3 0 0,17-16-99 0 0,3-19-12 0 0,1 0 0 0 0,-1 0-1 0 0,0 0 1 0 0,0 0 0 0 0,0 1-1 0 0,0-1 1 0 0,0 0-1 0 0,-1 0 1 0 0,1 0 0 0 0,0 0-1 0 0,0 0 1 0 0,-1 0 0 0 0,1 0-1 0 0,-1 0 1 0 0,1 0 0 0 0,-1 0-1 0 0,1 0 1 0 0,-1 0-1 0 0,1 0 1 0 0,-2 1 0 0 0,-7 3 14 0 0,8-5-8 0 0,0 1-1 0 0,0 0 1 0 0,0-1 0 0 0,0 1 0 0 0,0 0 0 0 0,0-1 0 0 0,0 1-1 0 0,0 0 1 0 0,0 0 0 0 0,0 0 0 0 0,0 0 0 0 0,1 0-1 0 0,-1 0 1 0 0,0 0 0 0 0,1 0 0 0 0,-1 0 0 0 0,1 0 0 0 0,-1 0-1 0 0,1 0 1 0 0,0 1 0 0 0,-1-1 0 0 0,1 0 0 0 0,0 0-1 0 0,0 0 1 0 0,0 1 0 0 0,0-1 0 0 0,0 0 0 0 0,0 0 0 0 0,0 1-1 0 0,0-1 1 0 0,0 0 0 0 0,1 2 0 0 0,-1-3-4 0 0,0 0-1 0 0,0 1 1 0 0,0-1 0 0 0,-1 0 0 0 0,1 1-1 0 0,0-1 1 0 0,0 0 0 0 0,0 1 0 0 0,-1-1 0 0 0,1 0-1 0 0,0 0 1 0 0,0 1 0 0 0,-1-1 0 0 0,1 0-1 0 0,0 0 1 0 0,0 1 0 0 0,-1-1 0 0 0,1 0-1 0 0,0 0 1 0 0,-1 0 0 0 0,1 1 0 0 0,0-1 0 0 0,-1 0-1 0 0,1 0 1 0 0,-1 0 0 0 0,1 0 0 0 0,0 0-1 0 0,-1 0 1 0 0,1 0 0 0 0,0 0 0 0 0,-1 0-1 0 0,1 0 1 0 0,0 0 0 0 0,-1 0 0 0 0,1 0 0 0 0,-1 0-1 0 0,1 0 1 0 0,0 0 0 0 0,-1-1 0 0 0,0 1-2 0 0,1 0 0 0 0,-1 0 0 0 0,1 0 0 0 0,-1 0 0 0 0,1 0 0 0 0,-1 0 0 0 0,0-1 1 0 0,1 1-1 0 0,-1 1 0 0 0,1-1 0 0 0,-1 0 0 0 0,0 0 0 0 0,1 0 0 0 0,-1 0 0 0 0,1 0 1 0 0,-1 0-1 0 0,1 1 0 0 0,-1-1 0 0 0,1 0 0 0 0,-1 1 0 0 0,1-1 0 0 0,-1 0 0 0 0,1 1 1 0 0,-1-1-1 0 0,1 0 0 0 0,-1 1 0 0 0,1-1 0 0 0,0 1 0 0 0,-1-1 0 0 0,1 1 0 0 0,0-1 0 0 0,-1 1 1 0 0,1-1-1 0 0,0 1 0 0 0,0-1 0 0 0,-1 1 0 0 0,1-1 0 0 0,0 1 0 0 0,0-1 0 0 0,0 1 1 0 0,0 0-1 0 0,0-1 0 0 0,0 2 0 0 0,3 37 826 0 0,-2-38-819 0 0,-1 0-1 0 0,1 1 0 0 0,0-1 1 0 0,0 0-1 0 0,0 0 1 0 0,0 0-1 0 0,0 1 0 0 0,0-1 1 0 0,0 0-1 0 0,1 0 1 0 0,-1-1-1 0 0,0 1 0 0 0,0 0 1 0 0,1 0-1 0 0,-1-1 1 0 0,1 1-1 0 0,1 0 0 0 0,28 14 20 0 0,0-2 0 0 0,1-1-1 0 0,0-2 1 0 0,1-1 0 0 0,0-1-1 0 0,0-2 1 0 0,1-1 0 0 0,38 0-1 0 0,-66-5-33 0 0,9 0-53 0 0,1 0-1 0 0,0-1 1 0 0,-1-1 0 0 0,17-3 0 0 0,-29 4 61 0 0,-1 1 1 0 0,1-1 0 0 0,-1 0 0 0 0,1 1-1 0 0,-1-1 1 0 0,1-1 0 0 0,-1 1 0 0 0,0 0 0 0 0,0 0-1 0 0,0-1 1 0 0,1 1 0 0 0,-1-1 0 0 0,-1 0 0 0 0,1 0-1 0 0,0 0 1 0 0,0 1 0 0 0,-1-2 0 0 0,1 1 0 0 0,-1 0-1 0 0,0 0 1 0 0,1 0 0 0 0,-1-1 0 0 0,0 1-1 0 0,0 0 1 0 0,-1-1 0 0 0,1 1 0 0 0,0-1 0 0 0,-1 0-1 0 0,1 1 1 0 0,-1-5 0 0 0,-1-16 55 0 0,0 15-46 0 0,0 0 1 0 0,1 0-1 0 0,0 0 1 0 0,0 0-1 0 0,1 0 1 0 0,0 0-1 0 0,0 0 1 0 0,4-11-1 0 0,3 4-19 0 0,-5 11 15 0 0,-1 0-1 0 0,0 0 0 0 0,0-1 0 0 0,0 1 0 0 0,-1 0 1 0 0,0 0-1 0 0,0-1 0 0 0,0 1 0 0 0,0-1 0 0 0,0 1 1 0 0,-1-9-1 0 0,0 12-11 0 0,1 1 1 0 0,-1 0 0 0 0,0-1-1 0 0,0 1 1 0 0,1-1-1 0 0,-1 1 1 0 0,0 0-1 0 0,1-1 1 0 0,-1 1 0 0 0,0 0-1 0 0,1-1 1 0 0,-1 1-1 0 0,0 0 1 0 0,1-1-1 0 0,-1 1 1 0 0,1 0 0 0 0,-1 0-1 0 0,1 0 1 0 0,-1 0-1 0 0,1-1 1 0 0,-1 1 0 0 0,1 0-1 0 0,-1 0 1 0 0,1 0-1 0 0,-1 0 1 0 0,0 0-1 0 0,1 0 1 0 0,-1 0 0 0 0,1 0-1 0 0,-1 0 1 0 0,1 0-1 0 0,-1 0 1 0 0,1 1 0 0 0,-1-1-1 0 0,1 0 1 0 0,-1 0-1 0 0,1 0 1 0 0,-1 1-1 0 0,0-1 1 0 0,1 0 0 0 0,-1 0-1 0 0,1 1 1 0 0,-1-1-1 0 0,0 0 1 0 0,1 1-1 0 0,0 0 14 0 0,0 0-1 0 0,0 0 0 0 0,0 0 1 0 0,0 0-1 0 0,-1 0 0 0 0,1 0 0 0 0,0 0 1 0 0,0 1-1 0 0,-1-1 0 0 0,1 0 1 0 0,-1 0-1 0 0,1 1 0 0 0,-1-1 0 0 0,0 0 1 0 0,1 1-1 0 0,-1-1 0 0 0,0 0 1 0 0,0 1-1 0 0,0-1 0 0 0,0 0 0 0 0,0 1 1 0 0,0-1-1 0 0,-1 0 0 0 0,1 1 0 0 0,0-1 1 0 0,-1 0-1 0 0,1 1 0 0 0,0-1 1 0 0,-1 0-1 0 0,-1 2 0 0 0,-15 35 253 0 0,9-21-95 0 0,0 0 1 0 0,-9 31 0 0 0,9-9 93 0 0,4-21 42 0 0,0 0-1 0 0,0-1 1 0 0,-11 25 0 0 0,-20 29 522 0 0,19-42-609 0 0,-19 54 0 0 0,32-73-203 0 0,2-7-15 0 0,1 1 1 0 0,-1-1-1 0 0,0 0 0 0 0,0 0 1 0 0,-1 1-1 0 0,1-1 1 0 0,-1 0-1 0 0,1 0 1 0 0,-1 0-1 0 0,0 0 0 0 0,0-1 1 0 0,-1 1-1 0 0,1-1 1 0 0,-4 4-1 0 0,6-5-110 0 0,-1-1-1 0 0,1 1 0 0 0,-1-1 1 0 0,1 1-1 0 0,-1-1 1 0 0,1 1-1 0 0,-1-1 1 0 0,1 1-1 0 0,-1-1 1 0 0,1 0-1 0 0,-1 1 1 0 0,1-1-1 0 0,-1 0 1 0 0,0 0-1 0 0,1 1 0 0 0,-1-1 1 0 0,1 0-1 0 0,-1 0 1 0 0,0 0-1 0 0,1 0 1 0 0,-1 0-1 0 0,0 0 1 0 0,1 0-1 0 0,-1 0 1 0 0,0 0-1 0 0,1 0 1 0 0,-1 0-1 0 0,0 0 0 0 0,1 0 1 0 0,-1 0-1 0 0,0-1 1 0 0,1 1-1 0 0,-1 0 1 0 0,1-1-1 0 0,-1 1 1 0 0,0 0-1 0 0,1-1 1 0 0,-1 1-1 0 0,1-1 0 0 0,-1 1 1 0 0,1 0-1 0 0,-1-2 1 0 0,51-35-5783 0 0,-20 12 2161 0 0,1-2 587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363 218 1201 0 0,'0'-77'7493'0'0,"0"24"-6102"0"0,0 51-1373 0 0,0 0 1 0 0,0-1 0 0 0,0 1-1 0 0,0 0 1 0 0,0-1 0 0 0,0 1-1 0 0,1 0 1 0 0,-1-1 0 0 0,1 1-1 0 0,0 0 1 0 0,-1 0 0 0 0,1 0-1 0 0,0 0 1 0 0,0-1 0 0 0,1 1-1 0 0,-1 0 1 0 0,2-1 0 0 0,-1 1-1 0 0,1 0 1 0 0,0 1-1 0 0,0-1 0 0 0,0 1 1 0 0,0 0-1 0 0,0 0 1 0 0,0 0-1 0 0,0 0 1 0 0,7 0-1 0 0,2-2 9 0 0,44-15 159 0 0,-40 10-14 0 0,3 3-37 0 0,-19 7 342 0 0,-8 2-264 0 0,-19 5-183 0 0,-9 0 35 0 0,1 2-1 0 0,1 2 1 0 0,0 1-1 0 0,1 2 1 0 0,-62 38-1 0 0,71-41-51 0 0,21-11-8 0 0,-1-1 0 0 0,1 1 0 0 0,-1 0 0 0 0,1 0 0 0 0,0 1 0 0 0,-1-1 1 0 0,-3 5-1 0 0,-17 15 250 0 0,18-18-244 0 0,-25 29 29 0 0,28-12 305 0 0,3-20-311 0 0,0 1 0 0 0,0 0 1 0 0,0-1-1 0 0,0 1 0 0 0,0 0 1 0 0,0-1-1 0 0,0 1 0 0 0,-1-1 1 0 0,1 1-1 0 0,-1-1 0 0 0,1 1 1 0 0,-1-1-1 0 0,0 1 0 0 0,0-1 1 0 0,-1 2-1 0 0,-6 3 64 0 0,7-5-95 0 0,0-1 1 0 0,0 1-1 0 0,0-1 0 0 0,0 1 0 0 0,0-1 1 0 0,0 1-1 0 0,0-1 0 0 0,0 1 1 0 0,1 0-1 0 0,-1 0 0 0 0,0-1 1 0 0,1 1-1 0 0,-1 0 0 0 0,0 0 0 0 0,1 0 1 0 0,-1 0-1 0 0,1 0 0 0 0,-1 0 1 0 0,1 0-1 0 0,0 0 0 0 0,-1 0 0 0 0,1 0 1 0 0,0 0-1 0 0,0 0 0 0 0,-1 0 1 0 0,1 1-1 0 0,0 0-4 0 0,0 0-1 0 0,0-1 1 0 0,0 1 0 0 0,-1-1 0 0 0,1 1 0 0 0,-1 0-1 0 0,1-1 1 0 0,-1 1 0 0 0,1-1 0 0 0,-1 1-1 0 0,0-1 1 0 0,0 1 0 0 0,0-1 0 0 0,0 0-1 0 0,0 1 1 0 0,0-1 0 0 0,0 0 0 0 0,-3 2-1 0 0,3-2 5 0 0,0 0 0 0 0,0 0-1 0 0,-1 1 1 0 0,1-1 0 0 0,0 0-1 0 0,0 1 1 0 0,0-1 0 0 0,0 1-1 0 0,0-1 1 0 0,1 1-1 0 0,-1-1 1 0 0,0 1 0 0 0,1 0-1 0 0,-1-1 1 0 0,1 1 0 0 0,0 0-1 0 0,-1 0 1 0 0,1 2 0 0 0,0-1 1 0 0,0-1 1 0 0,0 0-1 0 0,-1 0 1 0 0,1 1-1 0 0,-1-1 0 0 0,1 0 1 0 0,-1 0-1 0 0,0 0 1 0 0,1 1-1 0 0,-1-1 1 0 0,0 0-1 0 0,-1 0 1 0 0,1-1-1 0 0,0 1 1 0 0,-1 0-1 0 0,-1 2 1 0 0,2-3-11 0 0,-1 1 0 0 0,1 0 0 0 0,-1 0 0 0 0,1 0 0 0 0,0 0-1 0 0,0 0 1 0 0,0 0 0 0 0,0 1 0 0 0,0-1 0 0 0,0 0 0 0 0,0 0 0 0 0,1 1 0 0 0,0-1 0 0 0,-1 0 0 0 0,1 1 0 0 0,0 2 0 0 0,1-2-15 0 0,0-1 0 0 0,1 0-1 0 0,-1 1 1 0 0,1-1 0 0 0,-1 0 0 0 0,1 0 0 0 0,0 0-1 0 0,0 0 1 0 0,0 0 0 0 0,0 0 0 0 0,0 0 0 0 0,0-1-1 0 0,1 1 1 0 0,-1-1 0 0 0,1 0 0 0 0,-1 1 0 0 0,1-1-1 0 0,-1 0 1 0 0,1 0 0 0 0,-1-1 0 0 0,4 1 0 0 0,67 20 113 0 0,-52-16-146 0 0,2-1-1 0 0,-1 0 1 0 0,0-2 0 0 0,1-1-1 0 0,-1 0 1 0 0,1-2-1 0 0,-1-1 1 0 0,0 0-1 0 0,1-2 1 0 0,-1 0-1 0 0,34-12 1 0 0,-49 13-12 0 0,-1 0 0 0 0,-1-1 0 0 0,1 1 1 0 0,0-1-1 0 0,-1 0 0 0 0,9-9 0 0 0,-13 12 61 0 0,1 0 0 0 0,-1 0 0 0 0,0 0-1 0 0,0-1 1 0 0,0 1 0 0 0,0-1-1 0 0,0 1 1 0 0,0-1 0 0 0,0 1 0 0 0,0-1-1 0 0,-1 1 1 0 0,1-1 0 0 0,0 0-1 0 0,-1 1 1 0 0,1-1 0 0 0,-1 0-1 0 0,0 0 1 0 0,0 1 0 0 0,0-1 0 0 0,0 0-1 0 0,0 0 1 0 0,0 0 0 0 0,0 1-1 0 0,0-1 1 0 0,-1 0 0 0 0,1 0 0 0 0,-1 1-1 0 0,1-1 1 0 0,-1 0 0 0 0,0 1-1 0 0,1-1 1 0 0,-1 1 0 0 0,-2-4-1 0 0,-2 1 38 0 0,1-1-1 0 0,-1 1 0 0 0,0-1 0 0 0,0 1 0 0 0,-1 1 0 0 0,1-1 0 0 0,-1 1 0 0 0,0 0 0 0 0,0 0 0 0 0,0 0 0 0 0,-7-1 0 0 0,-80-18 304 0 0,52 14-189 0 0,29 6-163 0 0,0 1 0 0 0,1 0 1 0 0,-1 1-1 0 0,-23 3 0 0 0,1-1-232 0 0,29-2-138 0 0,4 1-617 0 0,7 1 554 0 0,22-4-2418 0 0,0-1 0 0 0,37-10 0 0 0,-10 1 867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0:47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8 720 0 0,'86'7'7270'0'0,"-81"-7"-4962"0"0,-10-1-1814 0 0,-25-4-152 0 0,0 0 0 0 0,0 3 1 0 0,0 0-1 0 0,0 2 1 0 0,0 1-1 0 0,0 2 0 0 0,0 0 1 0 0,1 2-1 0 0,-1 2 0 0 0,1 0 1 0 0,-51 22-1 0 0,68-23-313 0 0,0 0 0 0 0,0 1 0 0 0,1 1 1 0 0,0 0-1 0 0,0 1 0 0 0,1 0 0 0 0,0 0 0 0 0,0 1 0 0 0,1 0 0 0 0,-8 13 0 0 0,16-22-30 0 0,1 0 1 0 0,-1 0-1 0 0,1 0 0 0 0,0 0 0 0 0,-1 0 0 0 0,1 0 0 0 0,0 0 1 0 0,0 0-1 0 0,0 0 0 0 0,0 0 0 0 0,0 0 0 0 0,0 0 0 0 0,0 0 1 0 0,0 0-1 0 0,0 0 0 0 0,0 0 0 0 0,1 0 0 0 0,-1 0 0 0 0,0 0 1 0 0,1 0-1 0 0,-1-1 0 0 0,0 1 0 0 0,1 0 0 0 0,-1 0 0 0 0,1 0 1 0 0,0 0-1 0 0,-1-1 0 0 0,1 1 0 0 0,0 0 0 0 0,-1-1 0 0 0,1 1 1 0 0,0 0-1 0 0,0-1 0 0 0,0 1 0 0 0,-1-1 0 0 0,1 1 0 0 0,0-1 1 0 0,0 1-1 0 0,1-1 0 0 0,39 18-151 0 0,-40-18 151 0 0,16 4-152 0 0,0 0 1 0 0,0-1-1 0 0,1-1 1 0 0,-1 0-1 0 0,1-1 1 0 0,-1-1-1 0 0,1-1 1 0 0,-1-1-1 0 0,1 0 1 0 0,-1-1 0 0 0,0-1-1 0 0,0-1 1 0 0,30-11-1 0 0,-44 14 116 0 0,0 1 0 0 0,1 0 0 0 0,-1-1 0 0 0,0 0 0 0 0,0 0-1 0 0,0 0 1 0 0,0 0 0 0 0,0-1 0 0 0,0 1 0 0 0,-1-1 0 0 0,1 1 0 0 0,-1-1-1 0 0,1 0 1 0 0,-1 0 0 0 0,0 0 0 0 0,0 0 0 0 0,-1 0 0 0 0,3-5 0 0 0,-2-1 112 0 0,0-1 0 0 0,0 0 1 0 0,-1 0-1 0 0,0 0 0 0 0,-1-18 1 0 0,-2 61 369 0 0,-2 0 0 0 0,-1 0 0 0 0,-2 0 0 0 0,-1-1 1 0 0,-24 62-1 0 0,-1 4 832 0 0,20-53-738 0 0,2-13-244 0 0,1 1 0 0 0,2 0 0 0 0,1 0 0 0 0,-4 66 1 0 0,11-88-305 0 0,-1 0 0 0 0,0 0 0 0 0,-1-1 0 0 0,0 1 0 0 0,0-1 0 0 0,-1 1 0 0 0,-1-1 0 0 0,-6 14 0 0 0,6-8 2 0 0,2-9-732 0 0,-2-10-3597 0 0,-16-25 374 0 0,18 21 2995 0 0,1 0 0 0 0,0 0 0 0 0,0 0 0 0 0,0 0 0 0 0,2-9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4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1681 0 0,'60'-6'11045'0'0,"-90"6"-11285"0"0,60 6-401 0 0,0 0 481 0 0,0-12-400 0 0,-30 0-1041 0 0,31-7-1200 0 0,-31 1-240 0 0,-31-1 480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2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6 400 0 0,'0'0'240'0'0,"0"-6"-560"0"0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50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3442 0 0,'30'8'3041'0'0,"-30"-2"641"0"0,0-1-2882 0 0,0-10-80 0 0,30 5-960 0 0,-30-6-880 0 0,30-2-1121 0 0,-30-3-561 0 0,0-3 1 0 0,0 8 480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5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50 320 0 0,'0'8'3202'0'0,"-30"-8"-401"0"0,30 6-720 0 0,-30-6 640 0 0,30-6-2561 0 0,0-2-640 0 0,0-3-1281 0 0,0-3-800 0 0,0 1-160 0 0,0 1 160 0 0</inkml:trace>
  <inkml:trace contextRef="#ctx0" brushRef="#br0" timeOffset="1">151 77 560 0 0,'-30'12'4082'0'0,"-30"7"240"0"0,30-13-1921 0 0,-1-6-1680 0 0,31-6-1682 0 0,0-8-1680 0 0,31-3-961 0 0,-31-2 401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3:51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33 1921 0 0,'-121'25'8004'0'0,"1"-13"-4803"0"0,89-18-3441 0 0,31 0-480 0 0,-30-2 239 0 0,30 3 1 0 0,30-7-320 0 0,-30 4-561 0 0,31-3-880 0 0,-1 3-320 0 0,-30 2 80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4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418 128 960 0 0,'4'-2'389'0'0,"-1"0"0"0"0,1 0 0 0 0,-1 0-1 0 0,0-1 1 0 0,0 1 0 0 0,0-1 0 0 0,0 0-1 0 0,0 0 1 0 0,0 0 0 0 0,-1 0 0 0 0,1 0-1 0 0,-1 0 1 0 0,0-1 0 0 0,2-4 0 0 0,16-22 1636 0 0,31-14-677 0 0,-50 43-1333 0 0,0 0 1 0 0,-1 1 0 0 0,1-1 0 0 0,0 0-1 0 0,0 1 1 0 0,0-1 0 0 0,1 1 0 0 0,-1-1 0 0 0,0 1-1 0 0,0-1 1 0 0,0 1 0 0 0,0 0 0 0 0,0 0-1 0 0,0-1 1 0 0,1 1 0 0 0,-1 0 0 0 0,0 0-1 0 0,0 0 1 0 0,0 0 0 0 0,0 1 0 0 0,1-1 0 0 0,1 1-1 0 0,-2-1 19 0 0,0 1 0 0 0,-1 0 0 0 0,1 0 0 0 0,0 0 0 0 0,-1 0 0 0 0,1 0 0 0 0,0 0-1 0 0,-1 1 1 0 0,1-1 0 0 0,-1 0 0 0 0,0 0 0 0 0,1 0 0 0 0,-1 0 0 0 0,0 1 0 0 0,0-1 0 0 0,0 0-1 0 0,0 0 1 0 0,0 1 0 0 0,0 1 0 0 0,4-1 10 0 0,0 0-1 0 0,1 0 1 0 0,-1 0 0 0 0,1-1-1 0 0,-1 0 1 0 0,1 0 0 0 0,-1 0-1 0 0,1 0 1 0 0,-1-1 0 0 0,7 0-1 0 0,2 1 126 0 0,-12-1-146 0 0,0 0 0 0 0,-1 1 0 0 0,1-1 0 0 0,-1 0 0 0 0,1 0 0 0 0,0 0 0 0 0,-1 1 0 0 0,1-1 0 0 0,-1 0 0 0 0,1 0 0 0 0,0 0 0 0 0,-1 0-1 0 0,1 0 1 0 0,0 0 0 0 0,-1 0 0 0 0,1 0 0 0 0,-1-1 0 0 0,1 1 0 0 0,0 0 0 0 0,-1 0 0 0 0,1 0 0 0 0,-1-1 0 0 0,1 1 0 0 0,-1 0 0 0 0,1 0 0 0 0,0-1 0 0 0,-1 1 0 0 0,1-1 0 0 0,-1 1 0 0 0,0 0 0 0 0,1-1 0 0 0,-1 1 0 0 0,1-1 0 0 0,-1 1 0 0 0,0-1 0 0 0,1 0 0 0 0,-1 1 0 0 0,0-1 0 0 0,1 1 0 0 0,-1-1 0 0 0,0 1 0 0 0,0-1-1 0 0,0 0 1 0 0,0 1 0 0 0,0-1 0 0 0,1 0 0 0 0,-1 1 0 0 0,0-2 0 0 0,-2 1 35 0 0,1 0 1 0 0,-1 0-1 0 0,1 0 0 0 0,-1 0 0 0 0,0 0 1 0 0,1 1-1 0 0,-1-1 0 0 0,0 0 0 0 0,0 1 0 0 0,1-1 1 0 0,-1 1-1 0 0,0 0 0 0 0,0 0 0 0 0,-3-1 0 0 0,-2 0 323 0 0,-16-2-200 0 0,0 2 0 0 0,0 0 1 0 0,0 1-1 0 0,0 1 0 0 0,-29 5 0 0 0,-116 28 164 0 0,156-32-323 0 0,8-1-15 0 0,-98 27 79 0 0,94-25-109 0 0,0 1 1 0 0,1-1-1 0 0,-1 1 0 0 0,1 0 1 0 0,0 1-1 0 0,0 0 1 0 0,0 0-1 0 0,1 0 0 0 0,-8 9 1 0 0,-18 18-93 0 0,27-28 102 0 0,0-1 0 0 0,1 1 0 0 0,0 0 0 0 0,-1 0 0 0 0,1 0 0 0 0,1 1 0 0 0,-1 0 1 0 0,1-1-1 0 0,0 1 0 0 0,0 0 0 0 0,0 1 0 0 0,1-1 0 0 0,-1 0 0 0 0,1 1 1 0 0,1-1-1 0 0,-1 1 0 0 0,-1 9 0 0 0,3-9 2 0 0,0-1 1 0 0,0 1-1 0 0,0-1 1 0 0,1 1-1 0 0,-1-1 0 0 0,1 1 1 0 0,1-1-1 0 0,-1 1 1 0 0,4 8-1 0 0,-2-10-8 0 0,0-1-1 0 0,0 1 0 0 0,1-1 1 0 0,-1 0-1 0 0,1 0 1 0 0,-1 0-1 0 0,1 0 1 0 0,0-1-1 0 0,0 0 1 0 0,0 1-1 0 0,1-1 0 0 0,7 2 1 0 0,33 15-529 0 0,80 22 1 0 0,-103-36 383 0 0,0 0 0 0 0,1-2 1 0 0,-1-1-1 0 0,1-1 0 0 0,-1 0 0 0 0,25-4 1 0 0,-7-3 29 0 0,-1-2 1 0 0,0-2 0 0 0,49-20-1 0 0,-83 28 136 0 0,0 0-1 0 0,0-1 0 0 0,0 1 1 0 0,0-1-1 0 0,-1-1 1 0 0,1 1-1 0 0,-1-1 1 0 0,0 1-1 0 0,7-9 0 0 0,-3 4-1 0 0,-7 7 1 0 0,0 0 1 0 0,0-1 0 0 0,-1 1-1 0 0,1 0 1 0 0,0-1 0 0 0,0 1-1 0 0,-1 0 1 0 0,1-1 0 0 0,-1 1 0 0 0,1-1-1 0 0,-1 1 1 0 0,0-1 0 0 0,1 1-1 0 0,-1-1 1 0 0,0 1 0 0 0,0-1 0 0 0,0 1-1 0 0,0-1 1 0 0,0 1 0 0 0,0-1-1 0 0,-1 1 1 0 0,1-1 0 0 0,-1 1 0 0 0,1-1-1 0 0,-1-1 1 0 0,-19-32 84 0 0,14 26-56 0 0,4 7-27 0 0,-5-13 65 0 0,-1 1 0 0 0,-1 0 0 0 0,0 0 0 0 0,-1 1 0 0 0,-1 0 0 0 0,0 1 0 0 0,-13-11 0 0 0,23 22-90 0 0,1 1 0 0 0,-1-1 0 0 0,0 1 0 0 0,1-1 0 0 0,-1 0 0 0 0,1 0 0 0 0,-1 1 0 0 0,1-1 1 0 0,0 0-1 0 0,-1 0 0 0 0,1 1 0 0 0,0-1 0 0 0,-1 0 0 0 0,1 0 0 0 0,0 0 0 0 0,0 0 0 0 0,0 0 1 0 0,0 0-1 0 0,0 1 0 0 0,0-1 0 0 0,0 0 0 0 0,0 0 0 0 0,0 0 0 0 0,0 0 0 0 0,0 0 0 0 0,0 0 0 0 0,1 1 1 0 0,-1-1-1 0 0,0 0 0 0 0,1 0 0 0 0,-1 0 0 0 0,1 1 0 0 0,-1-1 0 0 0,1 0 0 0 0,-1 0 0 0 0,1 1 1 0 0,-1-1-1 0 0,2 0 0 0 0,-1 1 21 0 0,0 0 0 0 0,0 0 1 0 0,0 0-1 0 0,0 1 0 0 0,1-1 1 0 0,-1 0-1 0 0,0 1 0 0 0,0-1 1 0 0,0 1-1 0 0,0-1 0 0 0,0 1 0 0 0,0-1 1 0 0,-1 1-1 0 0,1 0 0 0 0,0-1 1 0 0,0 1-1 0 0,0 0 0 0 0,-1 0 1 0 0,1 0-1 0 0,0 0 0 0 0,-1 0 1 0 0,1-1-1 0 0,0 3 0 0 0,2 30 4 0 0,-3-32-3 0 0,0 1 2 0 0,0-1-1 0 0,0 1 1 0 0,1-1-1 0 0,-1 1 0 0 0,0-1 1 0 0,1 0-1 0 0,-1 1 1 0 0,1-1-1 0 0,-1 1 0 0 0,1-1 1 0 0,0 0-1 0 0,-1 0 0 0 0,1 1 1 0 0,0-1-1 0 0,0 0 1 0 0,0 0-1 0 0,0 0 0 0 0,0 0 1 0 0,0 0-1 0 0,2 1 1 0 0,7 9 75 0 0,-8-5-45 0 0,0-1-1 0 0,-1 1 1 0 0,0 0 0 0 0,0-1-1 0 0,0 1 1 0 0,-1 0-1 0 0,0 0 1 0 0,0-1 0 0 0,-2 12-1 0 0,1 4 53 0 0,2 9 57 0 0,0-13 14 0 0,-2 1 0 0 0,1-1 0 0 0,-6 26 0 0 0,-2-4 214 0 0,1 1 0 0 0,-3 76 0 0 0,8-69 156 0 0,-11 60-1 0 0,6-58-168 0 0,-1 63 0 0 0,8-93-303 0 0,0 0 0 0 0,-5 25 1 0 0,3-35-57 0 0,0-2-32 0 0,0 0 0 0 0,1 0-1 0 0,-1 1 1 0 0,2-1 0 0 0,-1 0 0 0 0,1 1 0 0 0,0-1 0 0 0,0 0 0 0 0,1 1 0 0 0,0-1 0 0 0,0 0 0 0 0,1 1 0 0 0,3 8 0 0 0,-2-7-310 0 0,-3-8 266 0 0,0 0-1 0 0,0 0 1 0 0,1 0-1 0 0,-1-1 1 0 0,0 1 0 0 0,0 0-1 0 0,1 0 1 0 0,-1 0 0 0 0,0-1-1 0 0,1 1 1 0 0,-1 0 0 0 0,1 0-1 0 0,-1-1 1 0 0,1 1 0 0 0,-1 0-1 0 0,1-1 1 0 0,-1 1-1 0 0,1 0 1 0 0,0-1 0 0 0,-1 1-1 0 0,1-1 1 0 0,1 1 0 0 0,24-17-2433 0 0,30-29-1810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0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2081 0 0,'0'25'5446'0'0,"0"38"-3302"0"0,-5-62-2037 0 0,-15 4 40 0 0,10-10 93 0 0,-6 5-159 0 0,13 0-61 0 0,0 0 0 0 0,0 1 0 0 0,0-1 0 0 0,0-1-1 0 0,0 1 1 0 0,0 0 0 0 0,0-1 0 0 0,0 1 0 0 0,1-1 0 0 0,-1 0 0 0 0,-5-2 0 0 0,8 2 60 0 0,-5 0 0 0 0,-15-3 0 0 0,10 4-13 0 0,-76 20 26 0 0,75-18-65 0 0,-1 0 1 0 0,0 1-1 0 0,1 1 0 0 0,-1 0 0 0 0,-16 9 1 0 0,-31 9 121 0 0,55-19-117 0 0,4-3-32 0 0,0 1 0 0 0,0-1 0 0 0,1 0 0 0 0,-1 0 0 0 0,0 1 0 0 0,0-1 0 0 0,0 0 0 0 0,0 0 0 0 0,0 1 0 0 0,0-1 0 0 0,0 0 0 0 0,0 0 0 0 0,0 1 0 0 0,0-1 0 0 0,0 0 0 0 0,0 1-1 0 0,-1-1 1 0 0,1 0 0 0 0,0 0 0 0 0,0 1 0 0 0,0-1 0 0 0,0 0 0 0 0,0 0 0 0 0,0 0 0 0 0,-1 1 0 0 0,1-1 0 0 0,0 0 0 0 0,0 0 0 0 0,0 0 0 0 0,-1 1 0 0 0,1-1 0 0 0,0 0 0 0 0,0 0 0 0 0,0 0 0 0 0,-1 0 0 0 0,1 0 0 0 0,0 1 0 0 0,0-1 0 0 0,-1 0 0 0 0,1 0 0 0 0,0 0-1 0 0,0 0 1 0 0,-1 0 0 0 0,1 0 0 0 0,0 0 0 0 0,0 0 0 0 0,-1 0 0 0 0,1 0 0 0 0,-10 4 16 0 0,9-4-19 0 0,0 0-1 0 0,1 0 1 0 0,-1 0 0 0 0,0 0 0 0 0,1 1 0 0 0,-1-1 0 0 0,0 0-1 0 0,1 1 1 0 0,-1-1 0 0 0,1 0 0 0 0,-1 1 0 0 0,1-1 0 0 0,-1 1-1 0 0,1-1 1 0 0,-1 0 0 0 0,1 1 0 0 0,-1 0 0 0 0,1-1 0 0 0,-1 1-1 0 0,1-1 1 0 0,0 1 0 0 0,-1-1 0 0 0,1 2 0 0 0,-3 41-30 0 0,3 14 19 0 0,-1-55 13 0 0,7 1 0 0 0,15 5 0 0 0,-17 1-119 0 0,2 1-82 0 0,14-10 121 0 0,-10 6 0 0 0,1-2 70 0 0,-8-3 7 0 0,-1-1-1 0 0,1 0 1 0 0,-1 1 0 0 0,0 0-1 0 0,1-1 1 0 0,-1 1 0 0 0,0 0-1 0 0,0 0 1 0 0,0 1 0 0 0,0-1-1 0 0,0 0 1 0 0,0 1 0 0 0,0-1-1 0 0,0 1 1 0 0,0-1 0 0 0,-1 1-1 0 0,1 0 1 0 0,0 0 0 0 0,-1 0-1 0 0,2 3 1 0 0,-5-3 3 0 0,29 8 0 0 0,-18-7-10 0 0,-7-2 5 0 0,0-1-1 0 0,0 1 1 0 0,0 0 0 0 0,0-1-1 0 0,0 1 1 0 0,0 0-1 0 0,0 1 1 0 0,0-1-1 0 0,-1 0 1 0 0,1 0 0 0 0,0 1-1 0 0,1 2 1 0 0,-3-4 3 0 0,0 1 1 0 0,0 0 0 0 0,0-1-1 0 0,0 1 1 0 0,0 0-1 0 0,-1-1 1 0 0,1 1 0 0 0,0 0-1 0 0,0-1 1 0 0,0 1-1 0 0,1 0 1 0 0,-1-1 0 0 0,0 1-1 0 0,0 0 1 0 0,0-1 0 0 0,0 1-1 0 0,1 0 1 0 0,-1-1-1 0 0,0 1 1 0 0,1-1 0 0 0,-1 1-1 0 0,0 0 1 0 0,1-1-1 0 0,-1 1 1 0 0,1-1 0 0 0,-1 1-1 0 0,1-1 1 0 0,-1 0-1 0 0,1 1 1 0 0,-1-1 0 0 0,1 1-1 0 0,-1-1 1 0 0,1 0-1 0 0,0 1 1 0 0,-1-1 0 0 0,1 0-1 0 0,0 0 1 0 0,-1 0-1 0 0,1 1 1 0 0,-1-1 0 0 0,1 0-1 0 0,0 0 1 0 0,-1 0-1 0 0,1 0 1 0 0,0 0 0 0 0,0 0-1 0 0,-1 0 1 0 0,1 0-1 0 0,1-1 1 0 0,4 1-9 0 0,-1 5 23 0 0,-7-1 58 0 0,29 5-89 0 0,-19-2-35 0 0,-13-4 37 0 0,3-2 17 0 0,6 0 3 0 0,43 4-4 0 0,-34-4-2 0 0,31 1-4 0 0,38 15 78 0 0,-57-16-125 0 0,5-1 40 0 0,1 1 26 0 0,-3 3 9 0 0,-26-1-1 0 0,0 1-4 0 0,26 4-10 0 0,27 6-7 0 0,-50-10-14 0 0,0-4-39 0 0,19-4 40 0 0,2 0 47 0 0,9-6 12 0 0,15-4-46 0 0,-44 4 44 0 0,-2 1-8 0 0,3 7-27 0 0,-6 2-7 0 0,0-1 0 0 0,0 1 0 0 0,0 0 0 0 0,0 0 0 0 0,-1-1 0 0 0,1 1 0 0 0,0 0 1 0 0,0-1-1 0 0,-1 1 0 0 0,1 0 0 0 0,0-1 0 0 0,0 1 0 0 0,-1-1 0 0 0,1 0 0 0 0,0 1 0 0 0,-1-1 0 0 0,1 1 0 0 0,-1-1 1 0 0,1 0-1 0 0,-1 0 0 0 0,1 1 0 0 0,-1-1 0 0 0,1 0 0 0 0,-1 0 0 0 0,0 0 0 0 0,1 1 0 0 0,-1-1 0 0 0,0 0 0 0 0,0 0 1 0 0,0 0-1 0 0,0 0 0 0 0,0 1 0 0 0,0-3 0 0 0,0 3-2 0 0,1-1 0 0 0,-1 1 0 0 0,0-1 0 0 0,0 1 0 0 0,0-1 0 0 0,0 1 0 0 0,0-1 0 0 0,1 1 0 0 0,-1-1 0 0 0,0 1 0 0 0,1-1 0 0 0,-1 1 0 0 0,0 0 0 0 0,1-1 0 0 0,-1 1 0 0 0,0-1 0 0 0,1 1 0 0 0,-1 0 0 0 0,0-1 0 0 0,1 1 0 0 0,-1 0 0 0 0,1 0 0 0 0,-1-1 0 0 0,1 1 0 0 0,-1 0 0 0 0,1 0 0 0 0,-1 0 0 0 0,1 0 0 0 0,-1-1 0 0 0,1 1 0 0 0,-1 0 0 0 0,1 0 0 0 0,-1 0 0 0 0,1 0 0 0 0,0 0 0 0 0,0 0 0 0 0,-1 0 0 0 0,1 0 0 0 0,0 0 0 0 0,-1 0 0 0 0,1 0 0 0 0,0 0 0 0 0,-1 0 0 0 0,1 0 0 0 0,-1 0 0 0 0,1-1 0 0 0,0 1 0 0 0,-1 0 0 0 0,1-1 0 0 0,-1 1 0 0 0,1 0 0 0 0,0-1 0 0 0,-1 1 0 0 0,1-1 0 0 0,-1 1 0 0 0,1 0 0 0 0,-1-1 0 0 0,0 1 0 0 0,1-1 0 0 0,-1 0 0 0 0,0 1 0 0 0,1-1 0 0 0,-1 1 0 0 0,0-1 0 0 0,1 0 0 0 0,-1 1 0 0 0,0-1 0 0 0,0 1 0 0 0,0-1 0 0 0,0 0 0 0 0,1 1 0 0 0,-1-2 0 0 0,2-2 0 0 0,1 0 0 0 0,-1 0 0 0 0,1 0 0 0 0,0 0 0 0 0,1 1 0 0 0,-1 0 0 0 0,1-1 0 0 0,-1 1 0 0 0,1 0 0 0 0,0 1 0 0 0,0-1 0 0 0,7-3 0 0 0,-6 4 0 0 0,7-5 8 0 0,-11 6-6 0 0,0 1 1 0 0,1-1-1 0 0,-1 0 1 0 0,0 1-1 0 0,0-1 1 0 0,1 0-1 0 0,-1 0 1 0 0,0 0-1 0 0,0 1 1 0 0,0-1-1 0 0,0 0 1 0 0,0-1-1 0 0,0 1 1 0 0,0 0-1 0 0,0 0 1 0 0,0 0-1 0 0,-1-1 1 0 0,1 1-1 0 0,-1 0 1 0 0,1-1-1 0 0,0 1 1 0 0,-1 0-1 0 0,0-1 1 0 0,1 1-1 0 0,-1-1 0 0 0,0 1 1 0 0,0 0-1 0 0,0-3 1 0 0,3 0 4 0 0,0-1-1 0 0,0 1 1 0 0,1 0-1 0 0,-1 0 1 0 0,1 0-1 0 0,0 0 1 0 0,0 1-1 0 0,1 0 1 0 0,-1-1 0 0 0,1 2-1 0 0,6-4 1 0 0,-9 4-6 0 0,-1 2-1 0 0,-1-1 0 0 0,1 1 0 0 0,-1 0 0 0 0,1-1 0 0 0,-1 1 0 0 0,0 0 0 0 0,1-1 0 0 0,-1 1 0 0 0,0-1 0 0 0,1 1 0 0 0,-1 0 0 0 0,0-1 0 0 0,1 1 0 0 0,-1-1 0 0 0,0 1 0 0 0,0-1 0 0 0,0 1 0 0 0,0-1 0 0 0,1 1 0 0 0,-1-1 0 0 0,0 1 0 0 0,0-1 0 0 0,0 1 0 0 0,0-1 0 0 0,0 1 0 0 0,0-1 0 0 0,0 1 0 0 0,0-1 0 0 0,-1 0 0 0 0,1 0 0 0 0,0 1 0 0 0,0 0 0 0 0,0 0 0 0 0,0-1 0 0 0,0 1 0 0 0,0 0 0 0 0,0-1 0 0 0,0 1 0 0 0,0 0 0 0 0,0-1 0 0 0,0 1 0 0 0,0 0 0 0 0,0-1 0 0 0,0 1 0 0 0,0 0 0 0 0,0-1 0 0 0,0 1 0 0 0,0 0 0 0 0,1-1 0 0 0,-1 1 0 0 0,0 0 0 0 0,0 0 0 0 0,0-1 0 0 0,0 1 0 0 0,1 0 0 0 0,-1 0 0 0 0,0-1 0 0 0,0 1 0 0 0,1 0 0 0 0,-1 0 0 0 0,0-1 0 0 0,1 1 0 0 0,-1 0 0 0 0,1 0 0 0 0,1-1 0 0 0,0 2 0 0 0,-1-1 0 0 0,0 0 0 0 0,0 0 0 0 0,0 0 0 0 0,0-1 0 0 0,0 1 0 0 0,0 0 0 0 0,1 0 0 0 0,-1-1 0 0 0,0 1 0 0 0,0 0 0 0 0,0-1 0 0 0,0 1 0 0 0,0-1 0 0 0,0 1 0 0 0,0-1 0 0 0,0 0 0 0 0,0 0 0 0 0,1-1 0 0 0,3-5 0 0 0,21-9 10 0 0,-26 6 13 0 0,0 10-22 0 0,-1 0-1 0 0,1 0 1 0 0,0-1 0 0 0,0 1 0 0 0,0 0 0 0 0,0-1-1 0 0,0 1 1 0 0,0 0 0 0 0,-1-1 0 0 0,1 1-1 0 0,0 0 1 0 0,0 0 0 0 0,0-1 0 0 0,0 1 0 0 0,0 0-1 0 0,0-1 1 0 0,0 1 0 0 0,1 0 0 0 0,-1-1 0 0 0,0 1-1 0 0,0 0 1 0 0,0-1 0 0 0,0 1 0 0 0,0 0 0 0 0,0-1-1 0 0,0 1 1 0 0,1 0 0 0 0,-1 0 0 0 0,0-1-1 0 0,0 1 1 0 0,0 0 0 0 0,1 0 0 0 0,-1-1 0 0 0,0 1-1 0 0,0 0 1 0 0,1 0 0 0 0,-1 0 0 0 0,0 0 0 0 0,1-1-1 0 0,-1 1 1 0 0,0 0 0 0 0,1 0 0 0 0,8-4 9 0 0,-8 4-8 0 0,-1 0 1 0 0,1-1-1 0 0,0 1 0 0 0,0 0 0 0 0,0-1 0 0 0,-1 1 0 0 0,1 0 0 0 0,0-1 0 0 0,0 1 0 0 0,-1-1 0 0 0,1 1 1 0 0,0-1-1 0 0,-1 1 0 0 0,1-1 0 0 0,-1 0 0 0 0,1 1 0 0 0,-1-1 0 0 0,1 0 0 0 0,-1 1 0 0 0,1-1 0 0 0,-1 0 1 0 0,1 0-1 0 0,-1 1 0 0 0,0-1 0 0 0,0 0 0 0 0,1 0 0 0 0,-1 0 0 0 0,0 1 0 0 0,0-1 0 0 0,0 0 1 0 0,0 0-1 0 0,0-1 0 0 0,0 1-2 0 0,0 1 0 0 0,0-1 1 0 0,0 1-1 0 0,0-1 0 0 0,0 0 0 0 0,1 1 1 0 0,-1-1-1 0 0,0 1 0 0 0,0-1 0 0 0,0 1 1 0 0,1-1-1 0 0,-1 1 0 0 0,0-1 0 0 0,1 1 1 0 0,-1-1-1 0 0,0 1 0 0 0,1-1 0 0 0,-1 1 1 0 0,0-1-1 0 0,1 1 0 0 0,-1 0 1 0 0,1-1-1 0 0,-1 1 0 0 0,1 0 0 0 0,-1-1 1 0 0,1 1-1 0 0,-1 0 0 0 0,1 0 0 0 0,0 0 1 0 0,-1-1-1 0 0,1 1 0 0 0,-1 0 0 0 0,1 0 1 0 0,-1 0-1 0 0,2 0 0 0 0,-1 0 2 0 0,-1 0 0 0 0,1 0 0 0 0,0 0 0 0 0,0-1 0 0 0,-1 1 0 0 0,1 0 0 0 0,0 0 0 0 0,-1-1-1 0 0,1 1 1 0 0,0 0 0 0 0,-1-1 0 0 0,1 1 0 0 0,0-1 0 0 0,-1 1 0 0 0,1 0 0 0 0,-1-1 0 0 0,1 1 0 0 0,-1-1-1 0 0,1 0 1 0 0,-1 1 0 0 0,1-1 0 0 0,-1 1 0 0 0,0-1 0 0 0,1 0 0 0 0,-1 1 0 0 0,0-1 0 0 0,1 0 0 0 0,-1 0 0 0 0,0 1-1 0 0,0-1 1 0 0,0 0 0 0 0,0 0 0 0 0,0 1 0 0 0,0-1 0 0 0,0 0 0 0 0,0 0 0 0 0,0 0-2 0 0,0 1 1 0 0,0-1-1 0 0,0 0 0 0 0,0 1 1 0 0,0-1-1 0 0,0 1 0 0 0,0-1 1 0 0,0 1-1 0 0,1-1 1 0 0,-1 1-1 0 0,0-1 0 0 0,0 1 1 0 0,0-1-1 0 0,0 1 1 0 0,1-1-1 0 0,-1 1 0 0 0,0-1 1 0 0,1 1-1 0 0,-1-1 0 0 0,0 1 1 0 0,1 0-1 0 0,-1-1 1 0 0,1 1-1 0 0,-1 0 0 0 0,0-1 1 0 0,1 1-1 0 0,-1 0 1 0 0,1-1-1 0 0,-1 1 0 0 0,1 0 1 0 0,-1 0-1 0 0,1 0 0 0 0,-1-1 1 0 0,1 1-1 0 0,-1 0 1 0 0,1 0-1 0 0,0 0 0 0 0,0 0 0 0 0,0 0 0 0 0,0-1 0 0 0,0 1 0 0 0,0 0 0 0 0,0-1 0 0 0,0 1 0 0 0,0-1 0 0 0,0 1 0 0 0,0-1 0 0 0,-1 1 0 0 0,1-1 0 0 0,0 1 0 0 0,0-1 0 0 0,-1 0 0 0 0,1 0 0 0 0,0 1 0 0 0,-1-1 0 0 0,1 0 0 0 0,-1 0 0 0 0,1 0 0 0 0,-1 0 0 0 0,1 0 0 0 0,-1 1 0 0 0,0-1 0 0 0,1 0 0 0 0,-1 0-1 0 0,0 0 1 0 0,0 0 0 0 0,1 0 0 0 0,-1 0 0 0 0,0 0 0 0 0,0 0 0 0 0,0 0 0 0 0,-1 0 0 0 0,1 0 0 0 0,0 0 0 0 0,-1-2 0 0 0,-4-2 13 0 0,-15 3 41 0 0,15-2-28 0 0,0 2 28 0 0,-20-4-40 0 0,24 4-11 0 0,-3-1 7 0 0,-36-5 66 0 0,-1 3 1 0 0,0 0 0 0 0,-43 3-1 0 0,-7-4 178 0 0,81 5-224 0 0,-40 3 6 0 0,-5 2-12 0 0,31 0 29 0 0,13-1-50 0 0,-3-1 18 0 0,-1-1 0 0 0,1 0 0 0 0,-1-1 0 0 0,1-1 0 0 0,-22-3 0 0 0,-32-1 94 0 0,-22-1 111 0 0,70 5-211 0 0,-21 2-123 0 0,39-1-82 0 0,0 1-1 0 0,1 0 1 0 0,-1-1 0 0 0,0 1-1 0 0,0 0 1 0 0,0 0-1 0 0,1 0 1 0 0,-1 0 0 0 0,1 0-1 0 0,-1 0 1 0 0,1 1 0 0 0,-3 1-1 0 0,-7 10-4190 0 0,-14 10-1062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0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2161 0 0,'0'8'1921'0'0,"-30"-8"1200"0"0,30 5-2961 0 0,0 1-80 0 0,-30 13-320 0 0,30 1-720 0 0,-30-1-3202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0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59 480 0 0,'0'-1'63'0'0,"0"1"1"0"0,0-1-1 0 0,0 1 0 0 0,0 0 0 0 0,1-1 1 0 0,-1 1-1 0 0,0 0 0 0 0,1-1 0 0 0,-1 1 1 0 0,0 0-1 0 0,0-1 0 0 0,1 1 0 0 0,-1 0 1 0 0,0 0-1 0 0,1-1 0 0 0,-1 1 0 0 0,1 0 1 0 0,-1 0-1 0 0,0 0 0 0 0,1-1 0 0 0,-1 1 1 0 0,1 0-1 0 0,-1 0 0 0 0,0 0 0 0 0,1 0 1 0 0,-1 0-1 0 0,1 0 0 0 0,-1 0 0 0 0,1 0 1 0 0,-1 0-1 0 0,0 0 0 0 0,1 0 0 0 0,-1 0 0 0 0,1 0 1 0 0,-1 0-1 0 0,1 1 0 0 0,0-1 10 0 0,-1 0-1 0 0,1 0 1 0 0,-1 1-1 0 0,1-1 1 0 0,-1 0 0 0 0,1 0-1 0 0,-1 0 1 0 0,1 0-1 0 0,-1 0 1 0 0,1 0-1 0 0,-1 0 1 0 0,1 0-1 0 0,-1 0 1 0 0,1 0 0 0 0,-1-1-1 0 0,1 1 1 0 0,-1 0-1 0 0,1 0 1 0 0,-1 0-1 0 0,1-1 1 0 0,-1 1 0 0 0,1 0-1 0 0,-1 0 1 0 0,0-1-1 0 0,1 1 1 0 0,-1 0-1 0 0,1-1 1 0 0,-1 1-1 0 0,0-1 1 0 0,1 1 0 0 0,-1 0-1 0 0,0-1 1 0 0,0 1-1 0 0,1-1 1 0 0,-1 1-1 0 0,0-1 1 0 0,0 1 0 0 0,0-1-1 0 0,1 0 1 0 0,0 0-9 0 0,0 1 0 0 0,0-1 1 0 0,0 0-1 0 0,1 1 0 0 0,-1-1 1 0 0,0 1-1 0 0,0 0 0 0 0,1-1 1 0 0,-1 1-1 0 0,0 0 0 0 0,1 0 1 0 0,-1 0-1 0 0,0 0 0 0 0,1 0 1 0 0,-1 0-1 0 0,1 0 0 0 0,1 0 1 0 0,-3 0 4 0 0,5-2 460 0 0,0-3-71 0 0,15 0-311 0 0,-15 4 13 0 0,-5 1-142 0 0,0-1 0 0 0,1 1 1 0 0,-1 0-1 0 0,0 0 0 0 0,0-1 1 0 0,0 1-1 0 0,0 0 1 0 0,0 0-1 0 0,0-1 0 0 0,0 1 1 0 0,0 0-1 0 0,0-1 0 0 0,0 1 1 0 0,0 0-1 0 0,0 0 0 0 0,0-1 1 0 0,0 1-1 0 0,0 0 0 0 0,0-1 1 0 0,0 1-1 0 0,0 0 0 0 0,0 0 1 0 0,0-1-1 0 0,0 1 0 0 0,0 0 1 0 0,-1 0-1 0 0,1-1 0 0 0,0 1 1 0 0,0 0-1 0 0,0 0 0 0 0,0-1 1 0 0,-1 1-1 0 0,1 0 0 0 0,0 0 1 0 0,0 0-1 0 0,-1-1 0 0 0,1 1 1 0 0,0 0-1 0 0,0 0 0 0 0,-1 0 1 0 0,1 0-1 0 0,0 0 0 0 0,0 0 1 0 0,-1 0-1 0 0,1-1 1 0 0,0 1-1 0 0,-1 0 0 0 0,-110-5 622 0 0,91 4-518 0 0,18 2-109 0 0,0 0 0 0 0,-1 0 1 0 0,1 0-1 0 0,0 0 0 0 0,-1-1 0 0 0,1 1 1 0 0,-1-1-1 0 0,1 0 0 0 0,-1 1 0 0 0,1-1 1 0 0,-1 0-1 0 0,1 0 0 0 0,-1-1 0 0 0,-3 0 1 0 0,1 1 66 0 0,0 0-14 0 0,-45 0-39 0 0,45 1 40 0 0,0 3-1 0 0,-16-3-39 0 0,12 1-21 0 0,0-1-1 0 0,0 2 1 0 0,-1-1-1 0 0,1 1 0 0 0,1 0 1 0 0,-1 1-1 0 0,0 0 1 0 0,1 1-1 0 0,0 0 1 0 0,-13 10-1 0 0,6-5 15 0 0,9-9 2 0 0,5-1-20 0 0,1 0 0 0 0,-1 0 0 0 0,0 1-1 0 0,0-1 1 0 0,0 0 0 0 0,0 0 0 0 0,0 1 0 0 0,0-1 0 0 0,0 0 0 0 0,0 1 0 0 0,0-1-1 0 0,1 1 1 0 0,-1-1 0 0 0,0 1 0 0 0,0 0 0 0 0,0-1 0 0 0,1 1 0 0 0,-1 0-1 0 0,0-1 1 0 0,1 1 0 0 0,-1 0 0 0 0,1 0 0 0 0,-1 1 0 0 0,-4 3-2 0 0,-16-4 13 0 0,21-1-12 0 0,0 0 0 0 0,1 0 1 0 0,-1 1-1 0 0,0-1 0 0 0,0 0 0 0 0,0 0 0 0 0,0 0 0 0 0,0 0 0 0 0,0 0 0 0 0,0 0 1 0 0,0 1-1 0 0,0-1 0 0 0,0 0 0 0 0,-1 0 0 0 0,1 0 0 0 0,0 0 0 0 0,0 0 0 0 0,0 0 1 0 0,0 1-1 0 0,0-1 0 0 0,0 0 0 0 0,0 0 0 0 0,0 0 0 0 0,0 0 0 0 0,0 0 0 0 0,0 0 1 0 0,0 0-1 0 0,-1 0 0 0 0,1 1 0 0 0,0-1 0 0 0,0 0 0 0 0,0 0 0 0 0,0 0 0 0 0,0 0 1 0 0,0 0-1 0 0,0 0 0 0 0,-1 0 0 0 0,1 0 0 0 0,0 0 0 0 0,0 0 0 0 0,0 0 0 0 0,0 0 1 0 0,0 0-1 0 0,0 0 0 0 0,-1 0 0 0 0,1 0 0 0 0,0 0 0 0 0,0 0 0 0 0,0 0 0 0 0,0 0 1 0 0,0 0-1 0 0,-1 0 0 0 0,1 0 0 0 0,0 0 0 0 0,0 0 0 0 0,0 0 0 0 0,0 0 0 0 0,0 0 1 0 0,0-1-1 0 0,0 1 0 0 0,-1 0 0 0 0,2 0-1 0 0,-1 1 0 0 0,0-1 0 0 0,0 0 0 0 0,0 0 0 0 0,0 0 0 0 0,0 1 0 0 0,1-1-1 0 0,-1 0 1 0 0,0 0 0 0 0,0 1 0 0 0,0-1 0 0 0,0 0 0 0 0,0 0 0 0 0,0 1 0 0 0,0-1 0 0 0,0 0 0 0 0,0 0 0 0 0,0 1 0 0 0,0-1 0 0 0,0 0 0 0 0,0 0 0 0 0,0 1 0 0 0,0-1 0 0 0,0 0 0 0 0,0 0-1 0 0,0 1 1 0 0,-1-1 0 0 0,1 0 0 0 0,0 0 0 0 0,0 1 0 0 0,0-1 0 0 0,0 0 0 0 0,0 0 0 0 0,-1 0 0 0 0,1 1 0 0 0,0-1 0 0 0,0 0 0 0 0,0 0 0 0 0,-1 0 0 0 0,1 0 0 0 0,0 0 0 0 0,0 1 0 0 0,-1-1-1 0 0,1 0 1 0 0,0 0 0 0 0,0 0 0 0 0,-1 0 0 0 0,1 0 0 0 0,0 0 0 0 0,0 0 0 0 0,-1 0 0 0 0,1 0 0 0 0,0 0 0 0 0,-1 0 0 0 0,0 1-6 0 0,-1-1 0 0 0,1 1 1 0 0,0-1-1 0 0,-1 1 0 0 0,1 0 0 0 0,0 0 1 0 0,-1 0-1 0 0,1-1 0 0 0,0 1 0 0 0,0 1 1 0 0,0-1-1 0 0,0 0 0 0 0,0 0 0 0 0,0 0 1 0 0,0 0-1 0 0,-2 3 0 0 0,0 35 10 0 0,3-39-4 0 0,0 1-1 0 0,0 0 0 0 0,0 0 0 0 0,0 0 0 0 0,0 0 0 0 0,0 0 0 0 0,-1 0 0 0 0,1-1 0 0 0,0 1 0 0 0,-1 0 0 0 0,1 0 0 0 0,-1 0 0 0 0,1-1 0 0 0,0 1 0 0 0,-1 0 0 0 0,0 0 0 0 0,1-1 0 0 0,-1 1 0 0 0,1 0 0 0 0,-1-1 0 0 0,0 1 1 0 0,1-1-1 0 0,-1 1 0 0 0,0-1 0 0 0,0 1 0 0 0,0-1 0 0 0,1 0 0 0 0,-2 1 0 0 0,1-1 0 0 0,0 1-1 0 0,0-1 1 0 0,0 1-1 0 0,0-1 1 0 0,0 1 0 0 0,0-1-1 0 0,1 1 1 0 0,-1 0 0 0 0,0-1-1 0 0,0 1 1 0 0,1 0 0 0 0,-1-1-1 0 0,0 1 1 0 0,1 0 0 0 0,-1 0-1 0 0,1 0 1 0 0,-1 0 0 0 0,1 0-1 0 0,0-1 1 0 0,-1 1 0 0 0,1 0-1 0 0,0 0 1 0 0,-1 0 0 0 0,1 0-1 0 0,0 0 1 0 0,0 0-1 0 0,0 0 1 0 0,0 2 0 0 0,0 105 148 0 0,-2-105-136 0 0,29 7-9 0 0,-17 3-69 0 0,-7-12 57 0 0,-2-2 9 0 0,0 1 1 0 0,0 0 0 0 0,0 0 0 0 0,0 0 0 0 0,0 1 0 0 0,-1-1 0 0 0,1 0 0 0 0,0 0 0 0 0,0 0 0 0 0,0 1 0 0 0,0-1-1 0 0,0 0 1 0 0,-1 1 0 0 0,1-1 0 0 0,0 1 0 0 0,0-1 0 0 0,-1 1 0 0 0,1-1 0 0 0,0 1 0 0 0,-1 0 0 0 0,1-1 0 0 0,0 1 0 0 0,-1 0-1 0 0,1-1 1 0 0,-1 1 0 0 0,1 0 0 0 0,-1 0 0 0 0,0 0 0 0 0,1-1 0 0 0,-1 2 0 0 0,0-1 0 0 0,0 0 0 0 0,1 1-1 0 0,-1-1 1 0 0,0 0 0 0 0,0 0 0 0 0,0 0 0 0 0,1 0 0 0 0,-1 0 0 0 0,0 0 0 0 0,1 0-1 0 0,-1 0 1 0 0,1-1 0 0 0,-1 1 0 0 0,1 0 0 0 0,0 0 0 0 0,-1 0 0 0 0,1 0 0 0 0,0-1-1 0 0,0 1 1 0 0,-1 0 0 0 0,1-1 0 0 0,0 1 0 0 0,0 0 0 0 0,0-1 0 0 0,1 1 0 0 0,-1 0 0 0 0,0-1 1 0 0,0 1-1 0 0,0-1 1 0 0,0 1 0 0 0,0 0-1 0 0,0-1 1 0 0,0 1 0 0 0,-1 0-1 0 0,1 0 1 0 0,0 0 0 0 0,0-1-1 0 0,-1 1 1 0 0,1 0-1 0 0,-1 0 1 0 0,1 0 0 0 0,-1 0-1 0 0,1 0 1 0 0,-1 0 0 0 0,1 0-1 0 0,-1 0 1 0 0,0 0 0 0 0,0 1-1 0 0,0-1 1 0 0,1 0 0 0 0,-1 1-1 0 0,-1-1 2 0 0,1 0 1 0 0,0 0-1 0 0,1 0 0 0 0,-1 0 1 0 0,0 0-1 0 0,0 0 0 0 0,0 0 0 0 0,1 0 1 0 0,-1 0-1 0 0,0 0 0 0 0,1 0 0 0 0,-1 0 1 0 0,1 0-1 0 0,-1 0 0 0 0,1 0 1 0 0,-1 0-1 0 0,1-1 0 0 0,0 1 0 0 0,-1 0 1 0 0,1-1-1 0 0,0 1 0 0 0,0 0 0 0 0,-1-1 1 0 0,1 1-1 0 0,0-1 0 0 0,0 1 1 0 0,0-1-1 0 0,1 1 0 0 0,-1 0 0 0 0,0-1 1 0 0,0 0-1 0 0,0 1 0 0 0,-1-1 1 0 0,1 1-1 0 0,0-1 0 0 0,0 1 1 0 0,-1-1-1 0 0,1 1 0 0 0,0 0 1 0 0,-1-1-1 0 0,1 1 0 0 0,0 0 1 0 0,-1 0-1 0 0,1-1 0 0 0,-1 1 1 0 0,0 0-1 0 0,1 0 0 0 0,-1 0 1 0 0,1-1-1 0 0,-1 1 0 0 0,0 0 1 0 0,0 0-1 0 0,0 0 0 0 0,1 0 1 0 0,-1 0-1 0 0,0 0 0 0 0,0 1 1 0 0,1 1-2 0 0,1 1-1 0 0,0-1 1 0 0,1 0 0 0 0,-1 1 0 0 0,0-1 0 0 0,1 0 0 0 0,0-1 0 0 0,-1 1 0 0 0,1 0 0 0 0,0-1 0 0 0,1 0 0 0 0,-1 1 0 0 0,0-1 0 0 0,1-1 0 0 0,3 3 0 0 0,10 7-3 0 0,59 24 2 0 0,-60-27-18 0 0,0-1 0 0 0,0 0 1 0 0,1-1-1 0 0,1 0 0 0 0,-1-2 0 0 0,0 0 0 0 0,1-1 1 0 0,33 2-1 0 0,-6 3 34 0 0,-30-5 1 0 0,0 0 0 0 0,31 1 0 0 0,225 2-4 0 0,-255-6 16 0 0,0-2 0 0 0,-1 1 0 0 0,1-2-1 0 0,0 0 1 0 0,16-6 0 0 0,-5 4 59 0 0,40-3 38 0 0,-6-5-33 0 0,-30 5-35 0 0,-1-1 0 0 0,55-25 0 0 0,-85 34-56 0 0,0 0 0 0 0,1 0 0 0 0,-1 0 0 0 0,0 0 0 0 0,1 0 0 0 0,-1-1 1 0 0,0 1-1 0 0,0 0 0 0 0,1 0 0 0 0,-1 0 0 0 0,0-1 0 0 0,0 1 1 0 0,0 0-1 0 0,1 0 0 0 0,-1-1 0 0 0,0 1 0 0 0,0 0 0 0 0,0 0 1 0 0,0-1-1 0 0,1 1 0 0 0,-1 0 0 0 0,0-1 0 0 0,0 1 0 0 0,0 0 1 0 0,0-1-1 0 0,0 1 0 0 0,0 0 0 0 0,0-1 0 0 0,0 1 0 0 0,0 0 1 0 0,0-1-1 0 0,0 1 0 0 0,0 0 0 0 0,0-1 0 0 0,0 1 1 0 0,-1-1-1 0 0,1 1 0 0 0,0 0 1 0 0,0-1-1 0 0,0 1 1 0 0,0 0-1 0 0,0-1 0 0 0,0 1 1 0 0,0 0-1 0 0,0-1 1 0 0,0 1-1 0 0,0 0 1 0 0,1-1-1 0 0,-1 1 0 0 0,0 0 1 0 0,0-1-1 0 0,0 1 1 0 0,0 0-1 0 0,0 0 0 0 0,1-1 1 0 0,-1 1-1 0 0,0 0 1 0 0,0-1-1 0 0,0 1 0 0 0,1 0 1 0 0,-1 0-1 0 0,0 0 1 0 0,0-1-1 0 0,1 1 1 0 0,-1 0-1 0 0,0 0 0 0 0,1 0 1 0 0,-1 0-1 0 0,1-1 1 0 0,4 0 19 0 0,-4 1-16 0 0,0 0 0 0 0,0 0 0 0 0,0 0 0 0 0,0-1 0 0 0,-1 1 0 0 0,1 0 0 0 0,0 0 0 0 0,0 0 0 0 0,-1-1 0 0 0,1 1 0 0 0,0 0 0 0 0,0-1 0 0 0,-1 1 0 0 0,1-1 0 0 0,0 1 0 0 0,-1-1 0 0 0,1 1 0 0 0,0-1 0 0 0,-1 1 0 0 0,1-1 0 0 0,-1 0 0 0 0,1 1 0 0 0,-1-1 0 0 0,1 0 0 0 0,-1 1 0 0 0,0-1 0 0 0,1 0 0 0 0,-1 0 0 0 0,0 1 0 0 0,0-1 0 0 0,1 0 0 0 0,-1 0 0 0 0,0-1 0 0 0,0 2-2 0 0,0-1 0 0 0,0 1-1 0 0,0-1 1 0 0,1 0-1 0 0,-1 1 1 0 0,0-1 0 0 0,0 1-1 0 0,1-1 1 0 0,-1 1-1 0 0,0-1 1 0 0,1 1 0 0 0,-1-1-1 0 0,0 1 1 0 0,1-1 0 0 0,-1 1-1 0 0,1-1 1 0 0,-1 1-1 0 0,1 0 1 0 0,-1-1 0 0 0,1 1-1 0 0,-1 0 1 0 0,1-1-1 0 0,-1 1 1 0 0,1 0 0 0 0,0 0-1 0 0,-1 0 1 0 0,1-1-1 0 0,-1 1 1 0 0,1 0 0 0 0,0 0-1 0 0,-1 0 1 0 0,1 0 0 0 0,0 0-1 0 0,0 0 1 0 0,-1 0 0 0 0,1 0-1 0 0,0 0 1 0 0,-1 0 0 0 0,1 0-1 0 0,0-1 1 0 0,-1 1 0 0 0,1 0-1 0 0,0 0 1 0 0,-1-1 0 0 0,1 1-1 0 0,-1 0 1 0 0,1-1-1 0 0,-1 1 1 0 0,1-1 0 0 0,-1 1-1 0 0,1-1 1 0 0,-1 1 0 0 0,1-1-1 0 0,-1 1 1 0 0,1-1 0 0 0,-1 1-1 0 0,0-1 1 0 0,1 1 0 0 0,-1-1-1 0 0,0 0 1 0 0,0 1 0 0 0,1-1-1 0 0,-1 1 1 0 0,0-1 0 0 0,0-1-1 0 0,0 1 6 0 0,0-1 0 0 0,0 1 0 0 0,0 0 0 0 0,-1 0 0 0 0,1-1-1 0 0,0 1 1 0 0,-1 0 0 0 0,1 0 0 0 0,-1 0 0 0 0,0-1-1 0 0,1 1 1 0 0,-1 0 0 0 0,0 0 0 0 0,1 0 0 0 0,-1 0-1 0 0,0 0 1 0 0,0 0 0 0 0,0 1 0 0 0,0-1 0 0 0,0 0-1 0 0,0 0 1 0 0,0 1 0 0 0,0-1 0 0 0,-1 0 0 0 0,-1 0-1 0 0,-2-2 4 0 0,5 3-8 0 0,-1 0 0 0 0,1-1 0 0 0,-1 1 1 0 0,1 0-1 0 0,0 0 0 0 0,-1-1 1 0 0,1 1-1 0 0,0 0 0 0 0,-1 0 1 0 0,1-1-1 0 0,0 1 0 0 0,0 0 0 0 0,-1-1 1 0 0,1 1-1 0 0,0-1 0 0 0,0 1 1 0 0,0 0-1 0 0,-1-1 0 0 0,1 1 0 0 0,0 0 1 0 0,0-1-1 0 0,0 1 0 0 0,0-1 1 0 0,0 1-1 0 0,0-1 0 0 0,0 1 1 0 0,0 0-1 0 0,0-1 0 0 0,0 1 0 0 0,0-1 1 0 0,0 1-1 0 0,0-1 0 0 0,0 1 1 0 0,0 0-1 0 0,0-1 0 0 0,1 0 0 0 0,-1 1 1 0 0,0-1 0 0 0,1 1 0 0 0,-1 0-1 0 0,0-1 1 0 0,0 1 0 0 0,0-1 0 0 0,0 1-1 0 0,0 0 1 0 0,0-1 0 0 0,0 1-1 0 0,0-1 1 0 0,0 1 0 0 0,0-1 0 0 0,0 1-1 0 0,0 0 1 0 0,0-1 0 0 0,0 1-1 0 0,0-1 1 0 0,-1 1 0 0 0,1-1 0 0 0,0 1-1 0 0,0 0 1 0 0,0-1 0 0 0,-1 1-1 0 0,1 0 1 0 0,0-1 0 0 0,0 1 0 0 0,-1 0-1 0 0,1-1 1 0 0,0 1 0 0 0,-1 0-1 0 0,1 0 1 0 0,0-1 0 0 0,-1 1 0 0 0,1 0-1 0 0,-1-1 1 0 0,-49-29 315 0 0,49 30-313 0 0,1 0-1 0 0,-1-1 1 0 0,1 1 0 0 0,-1 0-1 0 0,1-1 1 0 0,-1 1 0 0 0,1-1-1 0 0,0 1 1 0 0,-1-1 0 0 0,1 1-1 0 0,0-1 1 0 0,-1 1-1 0 0,1-1 1 0 0,0 1 0 0 0,0-1-1 0 0,0 1 1 0 0,-1-1 0 0 0,1 1-1 0 0,0-1 1 0 0,0 0-1 0 0,0 1 1 0 0,0-1 0 0 0,0 1-1 0 0,0-1 1 0 0,0 0 0 0 0,0 1-1 0 0,0-1 1 0 0,0 1 0 0 0,1-1-1 0 0,-1 0 1 0 0,0 0-6 0 0,0 1 0 0 0,1-1 0 0 0,-1 1 0 0 0,0-1 0 0 0,0 1 0 0 0,0-1 1 0 0,0 1-1 0 0,0-1 0 0 0,0 1 0 0 0,0-1 0 0 0,0 1 0 0 0,0-1 0 0 0,0 1 0 0 0,0-1 1 0 0,0 1-1 0 0,-1-1 0 0 0,1 1 0 0 0,0-1 0 0 0,0 1 0 0 0,0-1 0 0 0,-1 1 0 0 0,1-1 0 0 0,0 1 1 0 0,-1-1-1 0 0,1 1 0 0 0,0 0 0 0 0,-1-1 0 0 0,1 1 0 0 0,0 0 0 0 0,-1-1 0 0 0,-6-2 15 0 0,6 3-16 0 0,0 0-1 0 0,0 0 1 0 0,0 0-1 0 0,1 0 1 0 0,-1-1-1 0 0,0 1 1 0 0,0 0-1 0 0,0-1 1 0 0,1 1-1 0 0,-1 0 1 0 0,0-1-1 0 0,0 1 1 0 0,1-1-1 0 0,-1 1 1 0 0,1-1-1 0 0,-1 0 1 0 0,0 1-1 0 0,1-1 1 0 0,-1 0-1 0 0,1 1 0 0 0,-1-1 1 0 0,1 0-1 0 0,-1 1 1 0 0,1-1-1 0 0,0 0 1 0 0,-1 0-1 0 0,1 0 1 0 0,0 1-1 0 0,0-1 1 0 0,-1-1-1 0 0,1 1 2 0 0,0 0 0 0 0,0 0 0 0 0,0-1-1 0 0,0 1 1 0 0,-1 0 0 0 0,1 0 0 0 0,0 0 0 0 0,-1 0-1 0 0,1 0 1 0 0,-1 1 0 0 0,1-1 0 0 0,-1 0 0 0 0,1 0-1 0 0,-1 0 1 0 0,0 0 0 0 0,1 0 0 0 0,-1 1 0 0 0,0-1-1 0 0,0 0 1 0 0,1 1 0 0 0,-1-1 0 0 0,0 0 0 0 0,-1 0-1 0 0,1 1 2 0 0,0-1 0 0 0,-1 0 0 0 0,1 0 0 0 0,0 0 0 0 0,0 0 0 0 0,0 0 0 0 0,0 0 0 0 0,0 0 0 0 0,0 0 0 0 0,1 0 0 0 0,-1 0 0 0 0,0 0 0 0 0,1-1 0 0 0,-1 1 0 0 0,0 0 0 0 0,1-1 0 0 0,-1 1 0 0 0,1 0 0 0 0,0-1 0 0 0,0 1 0 0 0,-1 0 0 0 0,1-1 0 0 0,0-2 0 0 0,0 4-1 0 0,0-1-1 0 0,0 0 1 0 0,0 0 0 0 0,0 1-1 0 0,0-1 1 0 0,0 0-1 0 0,-1 1 1 0 0,1-1 0 0 0,0 0-1 0 0,0 0 1 0 0,-1 1 0 0 0,1-1-1 0 0,-1 0 1 0 0,1 1 0 0 0,0-1-1 0 0,-1 1 1 0 0,1-1-1 0 0,-1 1 1 0 0,1-1 0 0 0,-1 1-1 0 0,0-1 1 0 0,1 1 0 0 0,-1-1-1 0 0,0 1 1 0 0,1 0 0 0 0,-1-1-1 0 0,0 1 1 0 0,1 0-1 0 0,-1-1 1 0 0,0 1 0 0 0,1 0-1 0 0,-1 0 1 0 0,-1 0 0 0 0,2 0 0 0 0,-1 0 1 0 0,0-1 0 0 0,1 1 0 0 0,-1 0-1 0 0,0 0 1 0 0,1 0 0 0 0,-1 0 0 0 0,1-1 0 0 0,-1 1-1 0 0,0 0 1 0 0,1-1 0 0 0,-1 1 0 0 0,1 0-1 0 0,-1-1 1 0 0,1 1 0 0 0,-1-1 0 0 0,1 1-1 0 0,0-1 1 0 0,-1 1 0 0 0,1-1 0 0 0,-1 1 0 0 0,1-1-1 0 0,0 1 1 0 0,-1-1 0 0 0,1 0 0 0 0,0 1-1 0 0,0-1 1 0 0,0 1 0 0 0,-1-1 0 0 0,1 0 0 0 0,0 1-1 0 0,0-2 1 0 0,-2 0 10 0 0,1-1-1 0 0,-1 1 1 0 0,0-1 0 0 0,0 1-1 0 0,0 0 1 0 0,0 0-1 0 0,0 0 1 0 0,-1 0 0 0 0,1 0-1 0 0,0 1 1 0 0,-1-1-1 0 0,0 1 1 0 0,1-1 0 0 0,-1 1-1 0 0,0 0 1 0 0,-3-1 0 0 0,-17-10 30 0 0,3 2-4 0 0,0 2 0 0 0,-26-8 0 0 0,17 6 8 0 0,4-3 71 0 0,-5 0 6 0 0,-50-11 104 0 0,61 17-140 0 0,-1 1-1 0 0,0 0 1 0 0,-23-2 0 0 0,4 4 116 0 0,21 3-132 0 0,1-1 1 0 0,-1-1-1 0 0,1 0 1 0 0,-30-10-1 0 0,37 10-26 0 0,-1 0-1 0 0,-1 1 1 0 0,-21-2 0 0 0,-16-3 70 0 0,-21-3 30 0 0,-16-4 16 0 0,61 13-1454 0 0,25 12-2029 0 0,0 13-1120 0 0,0 12-1601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45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123 190 4242 0 0,'-12'-3'500'0'0,"0"-1"0"0"0,1 0 1 0 0,0-1-1 0 0,0 0 0 0 0,-18-11 0 0 0,18 7-490 0 0,9 8 6 0 0,0-1 0 0 0,0 1 0 0 0,1 0 0 0 0,-1-1 0 0 0,0 1-1 0 0,1-1 1 0 0,-1 0 0 0 0,1 1 0 0 0,0-1 0 0 0,-1 0 0 0 0,1 0-1 0 0,0 0 1 0 0,0 0 0 0 0,0 0 0 0 0,1 0 0 0 0,-1 0 0 0 0,0 0-1 0 0,1 0 1 0 0,-1 0 0 0 0,1-1 0 0 0,0 1 0 0 0,0 0 0 0 0,0 0-1 0 0,0-1 1 0 0,0 1 0 0 0,0 0 0 0 0,1-3 0 0 0,2-30 539 0 0,-2 34-537 0 0,0-1 0 0 0,0 1 1 0 0,0 0-1 0 0,0 0 0 0 0,0 0 1 0 0,0 0-1 0 0,0 0 1 0 0,0 0-1 0 0,1 0 0 0 0,-1 1 1 0 0,0-1-1 0 0,1 0 0 0 0,-1 1 1 0 0,0-1-1 0 0,1 1 1 0 0,1-1-1 0 0,-3 1-7 0 0,1 0 0 0 0,-1 0 0 0 0,0 0 0 0 0,1 0 0 0 0,-1 0 0 0 0,0 1 0 0 0,1-1 0 0 0,-1 0 0 0 0,0 0 1 0 0,1 0-1 0 0,-1 1 0 0 0,0-1 0 0 0,0 0 0 0 0,1 0 0 0 0,-1 1 0 0 0,0-1 0 0 0,0 0 0 0 0,0 1 0 0 0,1-1 0 0 0,-1 0 0 0 0,0 1 0 0 0,0-1 0 0 0,0 0 0 0 0,0 1 1 0 0,0-1-1 0 0,0 0 0 0 0,1 1 0 0 0,-1-1 0 0 0,0 0 0 0 0,0 1 0 0 0,0-1 0 0 0,0 0 0 0 0,0 1 0 0 0,0-1 0 0 0,-1 0 0 0 0,1 1 0 0 0,0-1 0 0 0,0 1 0 0 0,0-1 0 0 0,0 0 1 0 0,0 1-1 0 0,0-1 0 0 0,-1 1 0 0 0,6 29 76 0 0,10 19 63 0 0,-12-38-131 0 0,0-1 1 0 0,0 1-1 0 0,1-1 1 0 0,0 1 0 0 0,0-1-1 0 0,2-1 1 0 0,7 14-1 0 0,-6-15-20 0 0,-5-6 4 0 0,0 0 1 0 0,0 0-1 0 0,0 0 1 0 0,0 1 0 0 0,0-1-1 0 0,-1 1 1 0 0,1-1-1 0 0,-1 1 1 0 0,1 0 0 0 0,-1-1-1 0 0,0 1 1 0 0,0 0-1 0 0,0 0 1 0 0,-1 0 0 0 0,1 0-1 0 0,-1 0 1 0 0,0 0-1 0 0,1 3 1 0 0,-1 0 4 0 0,2-1 0 0 0,-1 0 0 0 0,0 1 0 0 0,1-1 0 0 0,0 0 1 0 0,0 0-1 0 0,1 0 0 0 0,-1 0 0 0 0,1 0 0 0 0,0-1 0 0 0,1 1 0 0 0,-1-1 0 0 0,1 0 0 0 0,0 0 0 0 0,7 6 0 0 0,-5-4-11 0 0,-1 0-1 0 0,1 0 0 0 0,-1 0 0 0 0,-1 1 1 0 0,8 12-1 0 0,1 7-8 0 0,-10-19 20 0 0,0-1 0 0 0,0 1 0 0 0,0-1-1 0 0,-1 1 1 0 0,0 0 0 0 0,0 0 0 0 0,0 0 0 0 0,-1 0 0 0 0,0 9-1 0 0,-1-13 6 0 0,1 0 0 0 0,-1 1-1 0 0,1-1 1 0 0,-1 0 0 0 0,1 1 0 0 0,0-1-1 0 0,0 0 1 0 0,1 0 0 0 0,-1 0-1 0 0,1 0 1 0 0,-1 0 0 0 0,3 3-1 0 0,-2-3-1 0 0,0 0 0 0 0,0 0 0 0 0,-1 0 0 0 0,1 0 0 0 0,-1 0 0 0 0,0 0 0 0 0,0 0 0 0 0,0 0 0 0 0,0 0 0 0 0,0 1-1 0 0,-1-1 1 0 0,1 5 0 0 0,-2-4-13 0 0,0 1 0 0 0,1 0 0 0 0,0 0 0 0 0,0 0 0 0 0,1 0 0 0 0,0 0-1 0 0,-1 0 1 0 0,1 0 0 0 0,1 0 0 0 0,-1-1 0 0 0,1 1 0 0 0,0 0 0 0 0,0-1 0 0 0,0 0 0 0 0,1 1 0 0 0,-1-1-1 0 0,1 0 1 0 0,7 7 0 0 0,-3-2 13 0 0,-1-1-1 0 0,0 1 1 0 0,0 0-1 0 0,-1 1 1 0 0,6 11-1 0 0,-8-12-3 0 0,1-1 0 0 0,1 0 1 0 0,0 0-1 0 0,0 0 0 0 0,0-1 0 0 0,1 0 0 0 0,10 11 0 0 0,11 13-28 0 0,7 4 189 0 0,-13-20-143 0 0,-13-10-23 0 0,0-1 0 0 0,-1 1 0 0 0,0 1 0 0 0,0 0-1 0 0,-1 0 1 0 0,1 0 0 0 0,7 11 0 0 0,-6 2 30 0 0,-7-17-34 0 0,0 0 0 0 0,0 1 1 0 0,0-1-1 0 0,0 0 0 0 0,0 0 1 0 0,0 1-1 0 0,1-1 0 0 0,-1 0 1 0 0,1 0-1 0 0,-1 0 0 0 0,1-1 1 0 0,0 1-1 0 0,0 0 0 0 0,0-1 1 0 0,0 1-1 0 0,0-1 0 0 0,0 0 1 0 0,3 2-1 0 0,140 86-11 0 0,-130-73 13 0 0,-14-14 0 0 0,0 0 0 0 0,1 0 0 0 0,-1 0 0 0 0,1 0 0 0 0,0 0 0 0 0,-1-1 0 0 0,1 1 0 0 0,0 0 0 0 0,0-1 0 0 0,3 2 0 0 0,11 3 2 0 0,-14-6 1 0 0,0 1 0 0 0,0-1 0 0 0,1 1 0 0 0,-1 0 0 0 0,0 0 0 0 0,0 0 0 0 0,0 0 0 0 0,0 0 0 0 0,0 0 0 0 0,0 0 1 0 0,-1 1-1 0 0,1-1 0 0 0,0 1 0 0 0,-1-1 0 0 0,1 1 0 0 0,-1 0 0 0 0,1 0 0 0 0,-1 0 0 0 0,0-1 0 0 0,2 5 0 0 0,17 24 11 0 0,-18-25-15 0 0,0 0 0 0 0,0 1 0 0 0,0-1 1 0 0,1 0-1 0 0,0 0 0 0 0,0-1 0 0 0,0 1 0 0 0,1-1 1 0 0,-1 1-1 0 0,1-1 0 0 0,0 0 0 0 0,0-1 1 0 0,1 1-1 0 0,-1-1 0 0 0,1 1 0 0 0,7 3 0 0 0,15 6-22 0 0,-23-11 21 0 0,1-1 0 0 0,0 2-1 0 0,0-1 1 0 0,-1 0 0 0 0,1 1-1 0 0,-1 0 1 0 0,0 0 0 0 0,0 0-1 0 0,0 1 1 0 0,0-1 0 0 0,-1 1-1 0 0,5 6 1 0 0,-4-4 8 0 0,0-1 1 0 0,0 1-1 0 0,1-1 0 0 0,-1 1 1 0 0,1-1-1 0 0,1-1 0 0 0,-1 1 1 0 0,0-1-1 0 0,1 0 0 0 0,8 5 0 0 0,68 30-68 0 0,-75-36 55 0 0,16 15 8 0 0,-1-1 91 0 0,17-8-171 0 0,-29-7 88 0 0,0 0-1 0 0,0 0 1 0 0,0 1 0 0 0,0 0 0 0 0,17 9 0 0 0,-2-6 57 0 0,30-5 31 0 0,0-2 0 0 0,-1-2 0 0 0,68-14-1 0 0,34-2 251 0 0,236 3 787 0 0,-316 12-811 0 0,-1-3 0 0 0,141-32 0 0 0,50-6 215 0 0,-176 37-297 0 0,-29 5-58 0 0,0-4 1 0 0,0-2-1 0 0,83-24 0 0 0,-118 26-59 0 0,0 2-1 0 0,31-3 0 0 0,-35 5-42 0 0,0 0 0 0 0,0-1-1 0 0,0-1 1 0 0,22-9 0 0 0,8-7 30 0 0,-19 9 46 0 0,-1-1-1 0 0,-1-2 1 0 0,-1-1-1 0 0,34-23 1 0 0,50-48 309 0 0,-87 62-424 0 0,-25 22-35 0 0,1 0-1 0 0,0 0 1 0 0,-1 1-1 0 0,1-1 1 0 0,0 1-1 0 0,0 0 1 0 0,0-1-1 0 0,1 1 1 0 0,4-2-1 0 0,29-16 102 0 0,-31 16-101 0 0,0 0-1 0 0,1 1 0 0 0,0-1 1 0 0,0 2-1 0 0,13-5 1 0 0,41-12 73 0 0,-52 18-71 0 0,-1-1 0 0 0,1 0 0 0 0,0 0 0 0 0,-1-1 0 0 0,0 0 0 0 0,1-1 1 0 0,-1 0-1 0 0,-1 0 0 0 0,1 0 0 0 0,8-7 0 0 0,4-6 61 0 0,37-36 0 0 0,-56 52-60 0 0,0-1 0 0 0,0 0 0 0 0,-1 0 0 0 0,1 1 0 0 0,-1-1-1 0 0,1 0 1 0 0,-1 0 0 0 0,1 0 0 0 0,-1 0 0 0 0,0 0 0 0 0,0 0 0 0 0,0 0 0 0 0,0 0 0 0 0,0 0 0 0 0,0 0 0 0 0,-1 0-1 0 0,0-2 1 0 0,1 2-3 0 0,-1 0 1 0 0,1 0-1 0 0,-1 0 0 0 0,1 1 0 0 0,0-1 0 0 0,0 0 0 0 0,0 0 0 0 0,0 0 0 0 0,0 0 0 0 0,1 0 0 0 0,-1 0 0 0 0,0 0 1 0 0,1 0-1 0 0,-1 0 0 0 0,1 1 0 0 0,0-1 0 0 0,0 0 0 0 0,0 0 0 0 0,1-1 0 0 0,16-9 33 0 0,-18 12-39 0 0,1 0 0 0 0,-1 0-1 0 0,1-1 1 0 0,-1 1 0 0 0,1 0 0 0 0,-1 0-1 0 0,0-1 1 0 0,1 1 0 0 0,-1 0-1 0 0,0 0 1 0 0,1-1 0 0 0,-1 1 0 0 0,0 0-1 0 0,1-1 1 0 0,-1 1 0 0 0,0-1 0 0 0,1 1-1 0 0,-1 0 1 0 0,0-1 0 0 0,0 1-1 0 0,0-1 1 0 0,1 1 0 0 0,-1-1 0 0 0,0 1-1 0 0,0 0 1 0 0,0-1 0 0 0,0 1 0 0 0,0-1-1 0 0,0 1 1 0 0,0-1 0 0 0,0 1-1 0 0,0-1 1 0 0,0 1 0 0 0,0-1 0 0 0,0 1-1 0 0,0-1 1 0 0,0 1 0 0 0,-1-1 0 0 0,1 1-1 0 0,0 0 1 0 0,0-1 0 0 0,0 1-1 0 0,-1-1 1 0 0,1 1 0 0 0,0-1 0 0 0,0 1-1 0 0,-1 0 1 0 0,1-1 0 0 0,-1 1 0 0 0,1 0-1 0 0,0 0 1 0 0,-1-1 0 0 0,1 1-1 0 0,-1-1 1 0 0,-19-4 13 0 0,19 5-11 0 0,1 0 0 0 0,0 0 1 0 0,-1-1-1 0 0,1 1 1 0 0,-1 0-1 0 0,1-1 1 0 0,0 1-1 0 0,-1 0 1 0 0,1-1-1 0 0,0 1 1 0 0,-1 0-1 0 0,1-1 1 0 0,0 1-1 0 0,0-1 1 0 0,-1 1-1 0 0,1 0 1 0 0,0-1-1 0 0,0 1 1 0 0,0-1-1 0 0,0 1 1 0 0,0-1-1 0 0,-1 1 1 0 0,1-1-1 0 0,0 1 0 0 0,0-1 1 0 0,0 1-1 0 0,0-1 1 0 0,0 1-1 0 0,0-1 1 0 0,1 1-1 0 0,-1-1 1 0 0,0 1-1 0 0,0-1 1 0 0,0 0-1 0 0,1 1 1 0 0,-1-1 0 0 0,0 0 0 0 0,0 0 0 0 0,0 1-1 0 0,0-1 1 0 0,0 0 0 0 0,0 0 0 0 0,0 0 0 0 0,0 1-1 0 0,0-1 1 0 0,0 0 0 0 0,0 0 0 0 0,-1 1 0 0 0,1-1 0 0 0,0 0-1 0 0,-1 0 1 0 0,1 1 0 0 0,0-1 0 0 0,-1 0 0 0 0,1 1-1 0 0,-1-1 1 0 0,1 1 0 0 0,-1-2 0 0 0,-5 0 6 0 0,5 1-10 0 0,0 1 1 0 0,0 0-1 0 0,0-1 1 0 0,0 1 0 0 0,0-1-1 0 0,0 1 1 0 0,0-1 0 0 0,0 0-1 0 0,0 1 1 0 0,0-1 0 0 0,1 0-1 0 0,-1 0 1 0 0,0 1-1 0 0,0-1 1 0 0,1 0 0 0 0,-1 0-1 0 0,0 0 1 0 0,1 0 0 0 0,-1 0-1 0 0,1 0 1 0 0,-1 0-1 0 0,1 0 1 0 0,0 0 0 0 0,-1 0-1 0 0,1 0 1 0 0,0-2 0 0 0,0 2 1 0 0,-1 0 0 0 0,1 0 0 0 0,0 0 0 0 0,0 0 1 0 0,-1 0-1 0 0,1 0 0 0 0,0 0 0 0 0,-1 0 0 0 0,1 0 1 0 0,-1 0-1 0 0,1 1 0 0 0,-1-1 0 0 0,1 0 0 0 0,-1 0 0 0 0,0 0 1 0 0,0 1-1 0 0,1-1 0 0 0,-1 0 0 0 0,0 1 0 0 0,0-1 1 0 0,0 1-1 0 0,0-1 0 0 0,1 1 0 0 0,-1-1 0 0 0,-2 0 1 0 0,-5-4 6 0 0,-2-6-9 0 0,9 9 0 0 0,-1 0 0 0 0,0 0 0 0 0,0 0 0 0 0,0 0 0 0 0,0 0 0 0 0,-1 0 0 0 0,1 1 0 0 0,0-1 0 0 0,-6-1 0 0 0,1-2-4 0 0,1 0 0 0 0,-1 0 0 0 0,1 0-1 0 0,0-1 1 0 0,-9-10 0 0 0,9 8-4 0 0,-1 2-1 0 0,0-1 1 0 0,0 1 0 0 0,-9-7 0 0 0,-45-43-6 0 0,-149-99 1 0 0,160 123-120 0 0,47 29 132 0 0,0 0 1 0 0,-1 0 0 0 0,1 0-1 0 0,0 1 1 0 0,-1 0 0 0 0,0-1-1 0 0,1 1 1 0 0,-1 0 0 0 0,0 1-1 0 0,0-1 1 0 0,0 1 0 0 0,-8-2 0 0 0,-29-10 57 0 0,38 11-55 0 0,0 1-1 0 0,0-1 1 0 0,0 0 0 0 0,0 0-1 0 0,0 0 1 0 0,1-1 0 0 0,-1 1-1 0 0,-3-5 1 0 0,4 5-3 0 0,0 0-1 0 0,0 0 1 0 0,0 0 0 0 0,-1 0-1 0 0,1 0 1 0 0,0 0-1 0 0,-1 0 1 0 0,0 1 0 0 0,1-1-1 0 0,-6-1 1 0 0,-53-24-66 0 0,45 21 78 0 0,0-1 0 0 0,1-1 0 0 0,0 0 0 0 0,-19-14 1 0 0,-15-8 12 0 0,24 16-21 0 0,20 11-5 0 0,0 0-1 0 0,1 1 1 0 0,-1 0 0 0 0,0 0-1 0 0,0 0 1 0 0,-7-2 0 0 0,-109-28 82 0 0,93 20-63 0 0,25 10-18 0 0,1 0 1 0 0,-1 1 0 0 0,0 0-1 0 0,1-1 1 0 0,-1 1 0 0 0,0 0-1 0 0,0 1 1 0 0,0-1 0 0 0,-4 0-1 0 0,-61-7 33 0 0,-1 4 0 0 0,1 3 0 0 0,-1 2 0 0 0,-134 22 0 0 0,22 3 128 0 0,164-22-137 0 0,0-1 0 0 0,-1-1 0 0 0,-27 1 0 0 0,38-3-15 0 0,1 0 0 0 0,-1 1 0 0 0,0 0 0 0 0,1 0-1 0 0,-1 0 1 0 0,-7 3 0 0 0,-20 7-1 0 0,11-2 10 0 0,0-2-1 0 0,-1 0 1 0 0,0-2 0 0 0,0 0-1 0 0,-29 0 1 0 0,-56 7 120 0 0,42-3-114 0 0,19-4 0 0 0,-57 13 1 0 0,-19 3-4 0 0,70-12-51 0 0,-8 0-32 0 0,-40 0 33 0 0,54-4 87 0 0,-163 20-4 0 0,151-18 27 0 0,-91 10-133 0 0,120-17 40 0 0,1 2 26 0 0,-89 17-106 0 0,81-14-20 0 0,30-1 92 0 0,-7 5-19 0 0,0-2 29 0 0,0 1-1 0 0,0 1 0 0 0,-15 12 1 0 0,-41 24-9 0 0,50-33 33 0 0,-18 8 40 0 0,-47 22-13 0 0,81-41 14 0 0,0-1-1 0 0,-15 0-213 0 0,15 0-587 0 0,5-9-7684 0 0,0-20 4510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51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266 193 960 0 0,'6'0'516'0'0,"-5"0"-366"0"0,1 0 0 0 0,-1 0 0 0 0,0 0 0 0 0,0 0 0 0 0,0 0 0 0 0,0 0-1 0 0,0 0 1 0 0,0 0 0 0 0,0-1 0 0 0,1 1 0 0 0,-1 0 0 0 0,0 0 0 0 0,0-1 0 0 0,0 1 0 0 0,0-1 0 0 0,1 0 0 0 0,2-15 5469 0 0,1 15-5125 0 0,15-3-174 0 0,-15 6-93 0 0,0 1-27 0 0,19-1-77 0 0,-17-1-76 0 0,0 0 0 0 0,0 0 0 0 0,0-1 0 0 0,0 0 0 0 0,0-1 0 0 0,0 1 0 0 0,0-1 0 0 0,0-1 0 0 0,0 1 0 0 0,10-5 0 0 0,73-33 207 0 0,-59 21-174 0 0,-21 5 0 0 0,40 0 0 0 0,-65 14 350 0 0,35-1 154 0 0,-20-5-307 0 0,0 5-250 0 0,0-1 1 0 0,1 1-1 0 0,-1 0 1 0 0,0-1-1 0 0,0 1 1 0 0,0-1-1 0 0,0 1 1 0 0,0-1-1 0 0,0 1 1 0 0,0 0-1 0 0,0-1 1 0 0,0 1-1 0 0,0-1 0 0 0,0 1 1 0 0,0-1-1 0 0,0 1 1 0 0,0-1-1 0 0,0 1 1 0 0,0 0-1 0 0,-1-1 1 0 0,1 1-1 0 0,0-1 1 0 0,0 1-1 0 0,0 0 1 0 0,-1-1-1 0 0,1 1 1 0 0,0-1-1 0 0,0 1 1 0 0,-1 0-1 0 0,1-1 1 0 0,0 1-1 0 0,-1 0 1 0 0,1 0-1 0 0,-1-1 1 0 0,1 1-1 0 0,-1 0 1 0 0,-115-21 1252 0 0,74 18-1001 0 0,0 3 0 0 0,1 1-1 0 0,-56 8 1 0 0,48-4-113 0 0,31-2-128 0 0,1 1-1 0 0,0 1 1 0 0,1 0 0 0 0,-1 2 0 0 0,-18 9 0 0 0,1 9-46 0 0,18-11 42 0 0,13-13-26 0 0,1 0 0 0 0,0 1 0 0 0,-1-1 1 0 0,1 1-1 0 0,0-1 0 0 0,0 1 0 0 0,0 0 0 0 0,0 0 0 0 0,1 0 0 0 0,-1 0 0 0 0,0 0 0 0 0,1 0 0 0 0,-1 0 1 0 0,1 0-1 0 0,0 1 0 0 0,0-1 0 0 0,0 0 0 0 0,0 1 0 0 0,0-1 0 0 0,1 1 0 0 0,-1-1 0 0 0,1 1 0 0 0,-1 0 1 0 0,1-1-1 0 0,0 1 0 0 0,0-1 0 0 0,0 5 0 0 0,0-7-12 0 0,0 1 1 0 0,0 0-1 0 0,0 0 1 0 0,0-1-1 0 0,0 1 1 0 0,0 0-1 0 0,0 0 0 0 0,0-1 1 0 0,-1 1-1 0 0,1 0 1 0 0,0-1-1 0 0,-1 1 1 0 0,1 0-1 0 0,0-1 0 0 0,-1 1 1 0 0,1 0-1 0 0,-1-1 1 0 0,1 1-1 0 0,-1-1 1 0 0,1 1-1 0 0,-1-1 0 0 0,1 1 1 0 0,-1-1-1 0 0,0 1 1 0 0,1-1-1 0 0,-1 1 1 0 0,0-1-1 0 0,1 0 0 0 0,-1 0 1 0 0,0 1-1 0 0,0-1 1 0 0,0 0-1 0 0,0 0 0 0 0,0 1 0 0 0,0-1 0 0 0,0 0 0 0 0,1 0 0 0 0,-1 1-1 0 0,0-1 1 0 0,1 0 0 0 0,-1 1 0 0 0,0-1 0 0 0,0 1 0 0 0,1-1 0 0 0,-1 1 0 0 0,1-1 0 0 0,-1 1-1 0 0,0 0 1 0 0,1-1 0 0 0,-1 1 0 0 0,1 0 0 0 0,0-1 0 0 0,-1 1 0 0 0,1 0 0 0 0,0-1 0 0 0,-1 1-1 0 0,1 0 1 0 0,0 0 0 0 0,-1 0 0 0 0,1-1 0 0 0,0 1 0 0 0,0 0 0 0 0,0 0 0 0 0,0 0 0 0 0,0 1 0 0 0,0 130-477 0 0,0-131 478 0 0,0-1-1 0 0,0 1 1 0 0,1 0-1 0 0,-1 0 0 0 0,0-1 1 0 0,0 1-1 0 0,0 0 1 0 0,1-1-1 0 0,-1 1 0 0 0,0 0 1 0 0,1-1-1 0 0,-1 1 1 0 0,1-1-1 0 0,-1 1 0 0 0,1 0 1 0 0,-1-1-1 0 0,1 1 1 0 0,-1-1-1 0 0,1 0 0 0 0,-1 1 1 0 0,1-1-1 0 0,0 1 1 0 0,-1-1-1 0 0,1 0 0 0 0,0 1 1 0 0,-1-1-1 0 0,1 0 1 0 0,0 0-1 0 0,0 1-5 0 0,0-1 0 0 0,0 0 0 0 0,0 1 0 0 0,0-1 0 0 0,0 1 0 0 0,0-1 0 0 0,0 1 0 0 0,-1-1 0 0 0,1 1 0 0 0,0-1 0 0 0,0 1 0 0 0,-1 0 0 0 0,1 0 0 0 0,0-1 0 0 0,-1 1 0 0 0,1 0 0 0 0,-1 0 0 0 0,1 0 1 0 0,-1 0-1 0 0,1-1 0 0 0,-1 1 0 0 0,0 0 0 0 0,1 0 0 0 0,-1 0 0 0 0,0 0 0 0 0,0 0 0 0 0,0 0 0 0 0,0 0 0 0 0,0 1 0 0 0,3 1 15 0 0,0-1-1 0 0,0 0 1 0 0,0 0 0 0 0,1 0-1 0 0,-1 0 1 0 0,0 0 0 0 0,1-1 0 0 0,-1 0-1 0 0,1 1 1 0 0,-1-1 0 0 0,1 0 0 0 0,0-1-1 0 0,5 1 1 0 0,3 2 47 0 0,43 18 41 0 0,-30-15-28 0 0,156 19 268 0 0,-127-16-254 0 0,0-3 1 0 0,85-1-1 0 0,-28-1 12 0 0,44-3 122 0 0,-130-2-188 0 0,14-2 6 0 0,-1 0 0 0 0,1-3 0 0 0,-1-1 0 0 0,49-16 0 0 0,-67 17 14 0 0,1 2-1 0 0,31-4 0 0 0,6-1 33 0 0,-36 6-56 0 0,0 1 1 0 0,0 0 0 0 0,0 1-1 0 0,36 5 1 0 0,68 0 131 0 0,-97-4-101 0 0,9 1-39 0 0,-35-1-15 0 0,42-5 15 0 0,-35 5 3 0 0,40-9 46 0 0,66-9 17 0 0,-106 17-27 0 0,15 1-40 0 0,5-1-13 0 0,15-2-17 0 0,-27 1-24 0 0,10-4 19 0 0,62-13-138 0 0,-57 10 163 0 0,-31 5-19 0 0,0 3 12 0 0,-1 1 0 0 0,1-1 0 0 0,0 1-1 0 0,-1-1 1 0 0,0 0 0 0 0,1 0 0 0 0,-1 0 0 0 0,1 0 0 0 0,-1 0 0 0 0,0 0 0 0 0,0 0-1 0 0,0 0 1 0 0,1 0 0 0 0,0-3 0 0 0,1-31 13 0 0,-4 32 0 0 0,-1-1-1 0 0,1 1 1 0 0,-1-1 0 0 0,-1 1 0 0 0,1-1 0 0 0,0 1 0 0 0,-1 0 0 0 0,1 0 0 0 0,-1 1 0 0 0,0-1 0 0 0,0 0-1 0 0,0 1 1 0 0,-1 0 0 0 0,-5-4 0 0 0,-3-3 18 0 0,-3-6 32 0 0,11 11-57 0 0,1 1 1 0 0,-1-1-1 0 0,0 1 0 0 0,0-1 0 0 0,-1 1 0 0 0,1 0 0 0 0,-1 1 0 0 0,1-1 0 0 0,-9-2 0 0 0,-12-9 49 0 0,21 11-30 0 0,0 0 0 0 0,-1 0 1 0 0,0 0-1 0 0,1 1 0 0 0,-1 0 1 0 0,0 0-1 0 0,0 0 0 0 0,0 0 1 0 0,-1 1-1 0 0,1 0 0 0 0,-8-1 1 0 0,-72-18 151 0 0,75 9-106 0 0,-101-10 26 0 0,101 10-40 0 0,4 7-68 0 0,1 3-11 0 0,-39-7 161 0 0,-39-13 36 0 0,62 15-73 0 0,-1 0-1 0 0,0 2 0 0 0,-31-4 0 0 0,43 7-17 0 0,-14-7 19 0 0,26 6-81 0 0,-17 0 15 0 0,-33-3 57 0 0,-48-14 150 0 0,46 18-80 0 0,45 1-80 0 0,0 0 0 0 0,-37-4 44 0 0,23 2-21 0 0,13 1-92 0 0,-43 3 85 0 0,33 0-65 0 0,-59 1 231 0 0,53-2-201 0 0,0 0 0 0 0,0 2 0 0 0,0 0 0 0 0,-27 9 0 0 0,31-8-19 0 0,-87 10 265 0 0,-39 18-291 0 0,71-13-272 0 0,69-18 220 0 0,-1 1 0 0 0,0 0 0 0 0,0 1-1 0 0,1-1 1 0 0,-1 1 0 0 0,1 0 0 0 0,0 0 0 0 0,-7 6 0 0 0,6-5 6 0 0,1 0 0 0 0,-1 0 0 0 0,0-1 1 0 0,0 0-1 0 0,0 0 0 0 0,-9 4 0 0 0,-3 0 323 0 0,7-3 164 0 0,7-8-233 0 0,-2 3-451 0 0,4 1 274 0 0,-17-7-1316 0 0,18 6 1016 0 0,-1 0-1 0 0,0 0 0 0 0,0 0 0 0 0,1 0 1 0 0,-1 0-1 0 0,1 0 0 0 0,-1-1 0 0 0,1 1 1 0 0,-1 0-1 0 0,1 0 0 0 0,0 0 0 0 0,0-1 1 0 0,-1 1-1 0 0,1 0 0 0 0,0-1 0 0 0,0 1 1 0 0,1-2-1 0 0,-1 2-6 0 0,-1 0 0 0 0,1 0 0 0 0,0 0 0 0 0,0 0 1 0 0,0 0-1 0 0,-1 0 0 0 0,1 0 0 0 0,0 0 0 0 0,-1 0 0 0 0,1 0 0 0 0,-1 0 0 0 0,1 0 0 0 0,-1 0 1 0 0,0 0-1 0 0,1 0 0 0 0,-1 1 0 0 0,0-1 0 0 0,1 0 0 0 0,-1 0 0 0 0,0 1 0 0 0,0-1 0 0 0,0 1 1 0 0,0-1-1 0 0,0 0 0 0 0,0 1 0 0 0,0 0 0 0 0,-1-1 0 0 0,-34-6-4366 0 0,29 6 3723 0 0,-23-1-1925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330 128 2321 0 0,'0'-1'104'0'0,"0"1"-1"0"0,0-1 1 0 0,0 0 0 0 0,0 0-1 0 0,0 1 1 0 0,1-1 0 0 0,-1 0-1 0 0,0 0 1 0 0,0 1 0 0 0,1-1-1 0 0,-1 0 1 0 0,1 1 0 0 0,-1-1-1 0 0,0 0 1 0 0,1 1 0 0 0,-1-1-1 0 0,1 1 1 0 0,-1-1 0 0 0,1 1-1 0 0,0-1 1 0 0,-1 1 0 0 0,1-1-1 0 0,-1 1 1 0 0,1-1 0 0 0,0 1-1 0 0,0 0 1 0 0,-1 0 0 0 0,1-1-1 0 0,0 1 1 0 0,-1 0 0 0 0,1 0-1 0 0,1 0 1 0 0,12-8 4932 0 0,-39 2-4462 0 0,20 4-387 0 0,-16 0 870 0 0,0 1 0 0 0,0 1 0 0 0,-37 5 0 0 0,39 0-1039 0 0,1 1 0 0 0,0 1 0 0 0,0 0-1 0 0,1 2 1 0 0,0 0 0 0 0,0 1 0 0 0,1 0 0 0 0,-19 17-1 0 0,32-23-29 0 0,-1 0-1 0 0,1 0 0 0 0,0 0 0 0 0,0 0 0 0 0,1 1 1 0 0,-1-1-1 0 0,1 1 0 0 0,0 0 0 0 0,1 0 0 0 0,-1 0 1 0 0,1 0-1 0 0,0 0 0 0 0,0 0 0 0 0,-1 7 1 0 0,1 13 18 0 0,3 46 0 0 0,0-23 27 0 0,-2-45-38 0 0,0 0 1 0 0,1-1-1 0 0,-1 1 1 0 0,1-1 0 0 0,0 1-1 0 0,0 0 1 0 0,0-1-1 0 0,0 0 1 0 0,0 1 0 0 0,1-1-1 0 0,-1 0 1 0 0,1 0-1 0 0,-1 1 1 0 0,1-1-1 0 0,0 0 1 0 0,0-1 0 0 0,2 3-1 0 0,8 10-9 0 0,-7-11 4 0 0,-1 0-1 0 0,1 0 0 0 0,0 0 0 0 0,0-1 1 0 0,0 0-1 0 0,0 1 0 0 0,1-2 1 0 0,-1 1-1 0 0,1-1 0 0 0,-1 0 1 0 0,1 0-1 0 0,-1 0 0 0 0,1-1 1 0 0,7 0-1 0 0,62 6-248 0 0,150-9 1 0 0,-183-1 144 0 0,0-1 0 0 0,-1-2 0 0 0,0-3 0 0 0,-1 0 0 0 0,46-20 1 0 0,-77 25 81 0 0,0 0 0 0 0,-1-1 0 0 0,0 0 0 0 0,0 0 1 0 0,-1-1-1 0 0,0 0 0 0 0,0 0 0 0 0,0 0 0 0 0,-1-1 0 0 0,0 0 1 0 0,-1-1-1 0 0,1 1 0 0 0,-2-1 0 0 0,1 0 0 0 0,-1 0 1 0 0,-1 0-1 0 0,0-1 0 0 0,0 0 0 0 0,-1 1 0 0 0,0-1 1 0 0,0 0-1 0 0,-1 0 0 0 0,0 0 0 0 0,-1 0 0 0 0,-2-16 1 0 0,0 16 65 0 0,-1 0 0 0 0,-1 0 1 0 0,0 1-1 0 0,0 0 1 0 0,0 0-1 0 0,-1 0 0 0 0,-1 0 1 0 0,1 1-1 0 0,-2 0 1 0 0,1 0-1 0 0,-1 0 1 0 0,0 1-1 0 0,0 0 0 0 0,-1 0 1 0 0,0 1-1 0 0,0 0 1 0 0,-1 0-1 0 0,-9-4 0 0 0,4 3-51 0 0,-1 1-1 0 0,1 0 0 0 0,-1 1 0 0 0,-1 0 0 0 0,1 1 1 0 0,0 1-1 0 0,-1 1 0 0 0,0 0 0 0 0,0 1 0 0 0,1 0 1 0 0,-23 3-1 0 0,-6 9-808 0 0,43-11 770 0 0,0 0 1 0 0,0 0-1 0 0,1 1 0 0 0,-1-1 0 0 0,0 0 1 0 0,0 0-1 0 0,0 1 0 0 0,1-1 1 0 0,-1 0-1 0 0,0 1 0 0 0,1-1 1 0 0,-1 1-1 0 0,0-1 0 0 0,1 1 1 0 0,-1-1-1 0 0,0 1 0 0 0,1 0 1 0 0,-1-1-1 0 0,1 1 0 0 0,-1 0 0 0 0,1-1 1 0 0,-1 1-1 0 0,1 0 0 0 0,0-1 1 0 0,-1 1-1 0 0,1 0 0 0 0,0 0 1 0 0,0 0-1 0 0,-1-1 0 0 0,1 1 1 0 0,0 0-1 0 0,0 0 0 0 0,0 0 0 0 0,0 0 1 0 0,0-1-1 0 0,0 1 0 0 0,0 0 1 0 0,1 0-1 0 0,-1 0 0 0 0,0-1 1 0 0,0 1-1 0 0,0 0 0 0 0,1 0 1 0 0,-1-1-1 0 0,1 1 0 0 0,-1 0 0 0 0,0 0 1 0 0,1-1-1 0 0,-1 1 0 0 0,1 0 1 0 0,1 0-1 0 0,3 4-636 0 0,0-1 0 0 0,1 0 0 0 0,0-1 0 0 0,0 0 0 0 0,0 0 0 0 0,0 0 0 0 0,9 3 0 0 0,15 1-2629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2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0 800 0 0,'-35'7'4373'0'0,"-81"12"-142"0"0,113-18-4182 0 0,2-2-26 0 0,0 1 0 0 0,0 0 0 0 0,-1 0 0 0 0,1 0 0 0 0,0 0 0 0 0,0 0 0 0 0,0 1 0 0 0,-1-1 0 0 0,1 0 0 0 0,0 0 0 0 0,0 1 0 0 0,0-1 0 0 0,0 1 0 0 0,0-1 0 0 0,0 1 0 0 0,0-1 0 0 0,0 1 0 0 0,0 0 0 0 0,0-1 0 0 0,0 1 0 0 0,0 0 0 0 0,0 0 0 0 0,-1 2 0 0 0,-3-1 283 0 0,-106 8 1268 0 0,106-10 2135 0 0,10-1-3456 0 0,18-1 23 0 0,0 0-1 0 0,27 1 1 0 0,10 1 18 0 0,398 14 595 0 0,-259 3-3243 0 0,-183-16 1978 0 0,45 0-8068 0 0,-56-1 3682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3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 74 2881 0 0,'-25'0'2135'0'0,"20"0"-521"0"0,0 0-547 0 0,-46-5 347 0 0,33 2-1086 0 0,-7-3-112 0 0,-1 2 1 0 0,-1 0-1 0 0,1 2 1 0 0,0 1 0 0 0,-46 4-1 0 0,20 2-39 0 0,0 3 0 0 0,1 2-1 0 0,-81 28 1 0 0,6 6 357 0 0,124-43-525 0 0,1-1-4 0 0,-1 1-1 0 0,1-1 1 0 0,0 1 0 0 0,-1-1-1 0 0,1 1 1 0 0,0-1 0 0 0,-1 1-1 0 0,1 0 1 0 0,0-1 0 0 0,0 1 0 0 0,-1 0-1 0 0,1 0 1 0 0,0 0 0 0 0,0 0-1 0 0,0 0 1 0 0,0 0 0 0 0,0 0-1 0 0,1 0 1 0 0,-1 1 0 0 0,0-1 0 0 0,0 0-1 0 0,1 0 1 0 0,-1 1 0 0 0,1-1-1 0 0,-1 0 1 0 0,1 1 0 0 0,-1-1-1 0 0,1 1 1 0 0,0-1 0 0 0,0 1-1 0 0,0-1 1 0 0,0 0 0 0 0,0 1 0 0 0,0 2-1 0 0,0-2 5 0 0,0 0 0 0 0,0 0 0 0 0,-1 0 0 0 0,1 1 0 0 0,-1-1-1 0 0,0 0 1 0 0,0 0 0 0 0,1 0 0 0 0,-1 0 0 0 0,0 0 0 0 0,-1 0 0 0 0,1 0 0 0 0,-2 1 0 0 0,-5 16 26 0 0,8-17-29 0 0,1 1-1 0 0,-1-1 1 0 0,1 0-1 0 0,0 0 1 0 0,-1 0-1 0 0,1 0 1 0 0,0 0-1 0 0,0 1 1 0 0,0-1-1 0 0,1-1 1 0 0,-1 1 0 0 0,0 0-1 0 0,1 0 1 0 0,-1 0-1 0 0,1-1 1 0 0,0 1-1 0 0,0-1 1 0 0,-1 1-1 0 0,1-1 1 0 0,2 1-1 0 0,41 21 46 0 0,-41-21-71 0 0,87 27-129 0 0,-26-9 71 0 0,-53-16 70 0 0,0-1 0 0 0,1 0 1 0 0,0 0-1 0 0,-1-1 0 0 0,1-1 0 0 0,0 0 0 0 0,0-1 0 0 0,0 0 0 0 0,0-1 0 0 0,0-1 0 0 0,0 0 0 0 0,-1 0 1 0 0,1-1-1 0 0,-1-1 0 0 0,0 0 0 0 0,0-1 0 0 0,0 0 0 0 0,0-1 0 0 0,-1 0 0 0 0,0-1 0 0 0,0 0 0 0 0,-1-1 0 0 0,0 0 1 0 0,0-1-1 0 0,-1 0 0 0 0,12-14 0 0 0,-7 5 39 0 0,0-2 1 0 0,-1 1-1 0 0,-1-1 1 0 0,13-33-1 0 0,-23 49-28 0 0,0 0 2 0 0,-1 0 1 0 0,0 0-1 0 0,0 0 0 0 0,0-1 1 0 0,0 1-1 0 0,-1 0 0 0 0,1-1 1 0 0,-1 1-1 0 0,0 0 0 0 0,-1-1 1 0 0,1 1-1 0 0,-1 0 0 0 0,0-1 1 0 0,0 1-1 0 0,0 0 0 0 0,0 0 1 0 0,-1 0-1 0 0,0 0 0 0 0,0 0 1 0 0,0 0-1 0 0,0 0 0 0 0,0 1 1 0 0,-1-1-1 0 0,-4-4 0 0 0,-4-5 9 0 0,11 12-15 0 0,-1 0 1 0 0,0 1-1 0 0,1-1 0 0 0,-1 0 1 0 0,0 0-1 0 0,1 1 0 0 0,-1-1 1 0 0,0 0-1 0 0,0 1 1 0 0,0-1-1 0 0,1 0 0 0 0,-1 1 1 0 0,0 0-1 0 0,0-1 0 0 0,0 1 1 0 0,0-1-1 0 0,0 1 0 0 0,0 0 1 0 0,0 0-1 0 0,-2-1 0 0 0,2 1-1 0 0,1 0 0 0 0,0 1-1 0 0,-1-1 1 0 0,1 0-1 0 0,0 0 1 0 0,-1 0 0 0 0,1 0-1 0 0,0 0 1 0 0,0 1-1 0 0,-1-1 1 0 0,1 0 0 0 0,0 0-1 0 0,-1 1 1 0 0,1-1-1 0 0,0 0 1 0 0,0 0 0 0 0,0 1-1 0 0,-1-1 1 0 0,1 0 0 0 0,0 1-1 0 0,0-1 1 0 0,0 0-1 0 0,0 1 1 0 0,0-1 0 0 0,-1 0-1 0 0,1 1 1 0 0,0-1-1 0 0,0 0 1 0 0,0 1 0 0 0,0-1-1 0 0,0 0 1 0 0,0 1 0 0 0,0-1-1 0 0,0 1 1 0 0,0-1-1 0 0,0 0 1 0 0,0 1 0 0 0,1-1-1 0 0,-1 0 1 0 0,0 1-1 0 0,0-1 1 0 0,0 0 0 0 0,1 1-1 0 0,-1 4 2 0 0,1 12 60 0 0,1 0 1 0 0,0-1-1 0 0,8 24 1 0 0,0 7 88 0 0,-4-10 0 0 0,-4-18 6 0 0,1 0 1 0 0,2 0 0 0 0,0 0-1 0 0,9 23 1 0 0,-9-32-82 0 0,-1-1 0 0 0,0 0-1 0 0,-1 1 1 0 0,0 0 0 0 0,0 0 0 0 0,-1 0 0 0 0,-1 0 0 0 0,1 0 0 0 0,-2 0-1 0 0,1 1 1 0 0,-1-1 0 0 0,-3 16 0 0 0,-8 12 134 0 0,8-29-152 0 0,0 0-1 0 0,1 0 0 0 0,0 0 1 0 0,0 1-1 0 0,0 14 1 0 0,2-13 3 0 0,-3 26-594 0 0,3-37 464 0 0,0 1 0 0 0,0 0 0 0 0,-1 0 0 0 0,1 0 0 0 0,-1 0 0 0 0,1-1 0 0 0,-1 1 0 0 0,1 0 0 0 0,-1 0 0 0 0,1-1 0 0 0,-1 1 1 0 0,0 0-1 0 0,1-1 0 0 0,-1 1 0 0 0,0-1 0 0 0,1 1 0 0 0,-1-1 0 0 0,0 1 0 0 0,0-1 0 0 0,0 0 0 0 0,0 1 0 0 0,1-1 0 0 0,-1 0 0 0 0,0 1 0 0 0,0-1 0 0 0,0 0 0 0 0,0 0 0 0 0,0 0 1 0 0,0 0-1 0 0,-1 0 0 0 0,2 0 3 0 0,0 0 1 0 0,-1 0 0 0 0,1 0-1 0 0,0 0 1 0 0,0 0 0 0 0,0 0-1 0 0,-1 0 1 0 0,1 0 0 0 0,0 0-1 0 0,0 0 1 0 0,0 0 0 0 0,0 0-1 0 0,-1 0 1 0 0,1 0 0 0 0,0 0-1 0 0,0-1 1 0 0,0 1 0 0 0,0 0-1 0 0,-1 0 1 0 0,1 0 0 0 0,0 0-1 0 0,0 0 1 0 0,0 0 0 0 0,0 0-1 0 0,0-1 1 0 0,-1 1 0 0 0,1 0-1 0 0,0 0 1 0 0,0 0 0 0 0,0 0-1 0 0,0-1 1 0 0,0 1 0 0 0,0 0-1 0 0,0 0 1 0 0,0 0 0 0 0,0-1-1 0 0,0 1 1 0 0,0 0 0 0 0,0 0-1 0 0,0 0 1 0 0,0 0 0 0 0,0-1-1 0 0,0 1 1 0 0,0 0 0 0 0,0 0-1 0 0,0 0 1 0 0,0-1 0 0 0,0 1-1 0 0,0-17-5506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4082 0 0,'0'-1'125'0'0,"0"1"-1"0"0,0-1 1 0 0,1 1 0 0 0,-1-1-1 0 0,0 1 1 0 0,0 0 0 0 0,1-1-1 0 0,-1 1 1 0 0,0-1-1 0 0,1 1 1 0 0,-1-1 0 0 0,0 1-1 0 0,1 0 1 0 0,-1-1 0 0 0,1 1-1 0 0,-1 0 1 0 0,0-1 0 0 0,1 1-1 0 0,-1 0 1 0 0,1 0 0 0 0,-1 0-1 0 0,1-1 1 0 0,-1 1 0 0 0,1 0-1 0 0,-1 0 1 0 0,1 0 0 0 0,-1 0-1 0 0,1 0 1 0 0,-1 0 0 0 0,1 0-1 0 0,-1 0 1 0 0,1 0 0 0 0,0 0-1 0 0,0 0-91 0 0,-1 0 0 0 0,1 0 0 0 0,0 0 0 0 0,-1 0 0 0 0,1 0 0 0 0,-1 0 0 0 0,1 0-1 0 0,-1 0 1 0 0,1 0 0 0 0,0 0 0 0 0,-1 0 0 0 0,1 0 0 0 0,-1-1 0 0 0,1 1 0 0 0,-1 0-1 0 0,1 0 1 0 0,-1-1 0 0 0,1 1 0 0 0,-1 0 0 0 0,1-1 0 0 0,-1 1 0 0 0,0 0-1 0 0,1-1 1 0 0,-1 1 0 0 0,1-1 0 0 0,-1 1 0 0 0,0-1 0 0 0,1 1 0 0 0,-1-1 0 0 0,0 1-1 0 0,0-1 1 0 0,1 1 0 0 0,-1-1 0 0 0,0 0 0 0 0,1 0-14 0 0,-1 0 1 0 0,1 0-1 0 0,0 0 1 0 0,0 0-1 0 0,0 1 1 0 0,0-1-1 0 0,0 0 1 0 0,0 0-1 0 0,0 1 0 0 0,0-1 1 0 0,0 1-1 0 0,0-1 1 0 0,0 1-1 0 0,0-1 1 0 0,0 1-1 0 0,0 0 1 0 0,0-1-1 0 0,1 1 1 0 0,1 0-1 0 0,0-1 32 0 0,32-24 269 0 0,-26 20-171 0 0,-1 1 0 0 0,1-1 0 0 0,-1-1 0 0 0,13-11-1 0 0,-12 9 42 0 0,1 1 0 0 0,0-1 0 0 0,1 2 0 0 0,20-11 0 0 0,176-59 1558 0 0,-122 43-521 0 0,-115 68 1815 0 0,15-17-2670 0 0,1 1 1 0 0,0 1 0 0 0,-11 22-1 0 0,19-32-244 0 0,1 1 0 0 0,0 1 0 0 0,0-1 0 0 0,1 1-1 0 0,1-1 1 0 0,0 1 0 0 0,0 0 0 0 0,-1 18 0 0 0,5-16-37 0 0,1 0 0 0 0,0 0 0 0 0,1 0 0 0 0,1 0 0 0 0,9 23 0 0 0,-8-24-598 0 0,0 1 1 0 0,-1-1-1 0 0,0 1 0 0 0,-1 1 0 0 0,2 25 0 0 0,-11-51-3441 0 0,-19-27-1708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0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1378 81 640 0 0,'-1'-2'249'0'0,"0"-1"-1"0"0,0 1 0 0 0,0 0 1 0 0,0 0-1 0 0,0 0 1 0 0,-1 0-1 0 0,1 1 0 0 0,0-1 1 0 0,-1 0-1 0 0,0 1 0 0 0,1-1 1 0 0,-1 0-1 0 0,0 1 1 0 0,0 0-1 0 0,0-1 0 0 0,0 1 1 0 0,0 0-1 0 0,0 0 0 0 0,0 0 1 0 0,0 0-1 0 0,0 1 1 0 0,0-1-1 0 0,0 1 0 0 0,-1-1 1 0 0,1 1-1 0 0,-3 0 0 0 0,-5-3 60 0 0,0 1-1 0 0,-1 1 1 0 0,1 0 0 0 0,-21 0-1 0 0,-17 3 59 0 0,-1-2-1 0 0,1-2 1 0 0,0-2-1 0 0,-80-18 1 0 0,102 18-250 0 0,0 0 1 0 0,0 2 0 0 0,0 2 0 0 0,-1 0 0 0 0,1 1 0 0 0,0 2 0 0 0,0 0 0 0 0,0 2 0 0 0,1 1 0 0 0,-1 1 0 0 0,2 1 0 0 0,-1 2-1 0 0,1 0 1 0 0,0 1 0 0 0,1 2 0 0 0,-29 20 0 0 0,37-24-27 0 0,-1 0 0 0 0,0-1 1 0 0,-1 0-1 0 0,-22 6 0 0 0,31-11-74 0 0,4-1-10 0 0,0-1-1 0 0,1 1 1 0 0,-1 0 0 0 0,0 0-1 0 0,1 0 1 0 0,-1 1-1 0 0,1-1 1 0 0,-4 5 0 0 0,-21 12 50 0 0,-15-1-52 0 0,26-12 43 0 0,0 1 0 0 0,1 1 0 0 0,0 0 1 0 0,-26 19-1 0 0,32-19-45 0 0,-66 55 63 0 0,76-62-73 0 0,-1 1 0 0 0,0-1 0 0 0,0 1 0 0 0,1-1 0 0 0,-1 1 0 0 0,1-1 0 0 0,0 1 0 0 0,-1 0 0 0 0,1-1 0 0 0,0 1 1 0 0,0 0-1 0 0,0-1 0 0 0,0 1 0 0 0,0 0 0 0 0,0-1 0 0 0,0 1 0 0 0,1 1 0 0 0,0-1 9 0 0,-1-1-1 0 0,0 1 0 0 0,1-1 1 0 0,-1 0-1 0 0,0 1 1 0 0,0-1-1 0 0,0 1 1 0 0,0-1-1 0 0,0 1 0 0 0,-1-1 1 0 0,1 1-1 0 0,0-1 1 0 0,-1 1-1 0 0,1-1 1 0 0,-1 0-1 0 0,1 1 0 0 0,-1-1 1 0 0,0 0-1 0 0,1 1 1 0 0,-3 1-1 0 0,-3 2-29 0 0,5-4 33 0 0,-1 0-1 0 0,1 0 1 0 0,-1 0-1 0 0,1 1 1 0 0,0-1-1 0 0,-1 0 1 0 0,1 1-1 0 0,0-1 1 0 0,0 1 0 0 0,0-1-1 0 0,0 1 1 0 0,0 0-1 0 0,1-1 1 0 0,-1 1-1 0 0,0 0 1 0 0,1 0-1 0 0,-1 0 1 0 0,1-1-1 0 0,0 1 1 0 0,-1 0 0 0 0,1 0-1 0 0,0 0 1 0 0,0 0-1 0 0,0 0 1 0 0,1 0-1 0 0,-1 1 1 0 0,0-1-1 0 0,0 0 0 0 0,0-1 0 0 0,0 1 0 0 0,-1-1 0 0 0,1 1 0 0 0,0 0 0 0 0,-1-1 1 0 0,1 1-1 0 0,-1-1 0 0 0,0 1 0 0 0,1-1 0 0 0,-1 1 0 0 0,0-1 0 0 0,0 0 0 0 0,0 1 0 0 0,0-1 0 0 0,0 0 0 0 0,0 0 0 0 0,-3 2 1 0 0,3-2 0 0 0,0 0 1 0 0,-1 1 0 0 0,1-1 0 0 0,0 0 0 0 0,0 1 0 0 0,0-1 0 0 0,0 0 0 0 0,0 1 0 0 0,0-1 0 0 0,1 1 0 0 0,-1 0 0 0 0,0-1-1 0 0,1 1 1 0 0,-1 0 0 0 0,1-1 0 0 0,0 1 0 0 0,-1 0 0 0 0,1-1 0 0 0,0 4 0 0 0,0 141 62 0 0,0-143-66 0 0,0 0 1 0 0,0 0 0 0 0,1-1 0 0 0,-1 1 0 0 0,1 0 0 0 0,-1 0 0 0 0,1-1-1 0 0,0 1 1 0 0,0-1 0 0 0,0 1 0 0 0,1-1 0 0 0,-1 1 0 0 0,1-1 0 0 0,2 4-1 0 0,-2-4 0 0 0,0 1 0 0 0,-1-1 0 0 0,1 0 0 0 0,-1 0 0 0 0,0 1-1 0 0,0-1 1 0 0,0 1 0 0 0,0-1 0 0 0,0 1 0 0 0,0 0-1 0 0,-1-1 1 0 0,1 1 0 0 0,-1 0 0 0 0,0 4 0 0 0,0 3 18 0 0,-1-7-11 0 0,1-1 0 0 0,-1 1 0 0 0,1 0 0 0 0,0-1 0 0 0,0 1 1 0 0,1 0-1 0 0,-1-1 0 0 0,0 1 0 0 0,1-1 0 0 0,0 1 1 0 0,-1 0-1 0 0,1-1 0 0 0,2 4 0 0 0,3 4-17 0 0,1-1 0 0 0,0 0 0 0 0,1 0 0 0 0,-1-1 1 0 0,14 11-1 0 0,-17-15 22 0 0,0-1 1 0 0,0 2 0 0 0,0-1-1 0 0,0 0 1 0 0,-1 1 0 0 0,1 0-1 0 0,-1 0 1 0 0,2 5 0 0 0,20 28-17 0 0,17 13-88 0 0,-22-26 97 0 0,1 0 0 0 0,24 22 0 0 0,-36-39-11 0 0,0-1 0 0 0,0 0 0 0 0,0-1 1 0 0,1 0-1 0 0,0-1 0 0 0,0 0 1 0 0,1 0-1 0 0,-1-1 0 0 0,20 5 1 0 0,24 5-58 0 0,-12-3 206 0 0,64 9 0 0 0,206 27-51 0 0,64 6 28 0 0,-307-52-1 0 0,0-3 0 0 0,72-12 0 0 0,98-3 187 0 0,3 33 406 0 0,23 1 68 0 0,-211-17-650 0 0,716-27 1752 0 0,-731 23-1589 0 0,73-18-1 0 0,-66-2 414 0 0,52-8 170 0 0,94-25 394 0 0,-132 41-948 0 0,57-23 0 0 0,-22 6-76 0 0,-47 20-113 0 0,-38 12-75 0 0,0-2 0 0 0,0 1 0 0 0,0-1 0 0 0,0-1 0 0 0,-1 0 0 0 0,10-5 0 0 0,14-3 58 0 0,-28 11-100 0 0,0-1 0 0 0,0 1 0 0 0,0-1 1 0 0,0 0-1 0 0,0 0 0 0 0,-1-1 0 0 0,9-5 0 0 0,-1-5 42 0 0,11-7-38 0 0,37-30-21 0 0,-58 49-1 0 0,0 1 0 0 0,-1 0 0 0 0,0-1 1 0 0,1 1-1 0 0,-1-1 0 0 0,0 1 1 0 0,1-1-1 0 0,-1 0 1 0 0,0 0-1 0 0,0 1 0 0 0,0-1 1 0 0,1 0-1 0 0,-1 0 0 0 0,0 0 1 0 0,0 0-1 0 0,0 0 0 0 0,-1 0 1 0 0,1-1-1 0 0,1-1 1 0 0,-2 3-2 0 0,1-1 1 0 0,-1 1 0 0 0,0 0 0 0 0,0-1 0 0 0,1 1-1 0 0,-1-1 1 0 0,0 1 0 0 0,0 0 0 0 0,1-1 0 0 0,-1 1-1 0 0,0 0 1 0 0,1 0 0 0 0,-1-1 0 0 0,1 1 0 0 0,-1 0-1 0 0,0 0 1 0 0,1-1 0 0 0,-1 1 0 0 0,1 0 0 0 0,-1 0-1 0 0,1 0 1 0 0,-1 0 0 0 0,1 0 0 0 0,-1 0 0 0 0,0 0-1 0 0,1-1 1 0 0,-1 1 0 0 0,1 1 0 0 0,-1-1 0 0 0,1 0-1 0 0,-1 0 1 0 0,1 0 0 0 0,-1 0 0 0 0,1 0 0 0 0,0 1 0 0 0,-1-1 0 0 0,1 0 1 0 0,-1 0-1 0 0,1 0 0 0 0,-1 0 1 0 0,1 0-1 0 0,-1 0 0 0 0,1 0 1 0 0,-1 0-1 0 0,1 0 0 0 0,-1 0 1 0 0,1 0-1 0 0,-1 0 0 0 0,1 0 1 0 0,-1 0-1 0 0,1 0 0 0 0,-1 0 1 0 0,1-1-1 0 0,-1 1 0 0 0,1 0 1 0 0,-1 0-1 0 0,1-1 0 0 0,-1 1 1 0 0,1 0-1 0 0,-1-1 0 0 0,0 1 1 0 0,1 0-1 0 0,-1-1 0 0 0,0 1 1 0 0,1-1-1 0 0,-1 1 0 0 0,0 0 1 0 0,0-1-1 0 0,1 1 0 0 0,-1-1 1 0 0,0 0-1 0 0,0 1 1 0 0,1-1 0 0 0,-1 1 0 0 0,0-1 0 0 0,0 1 0 0 0,0-1 0 0 0,1 1 0 0 0,-1-1 0 0 0,0 1 0 0 0,0-1 0 0 0,1 1 0 0 0,-1-1 0 0 0,0 1 0 0 0,1 0 0 0 0,-1-1 0 0 0,1 1 0 0 0,-1 0 0 0 0,0-1 0 0 0,1 1 0 0 0,-1 0 0 0 0,1 0 0 0 0,-1-1 0 0 0,1 1 0 0 0,-1 0 0 0 0,1 0 0 0 0,-1 0 0 0 0,1-1 0 0 0,-1 1 0 0 0,1 0 0 0 0,-1 0 0 0 0,1 0 0 0 0,-1 0 0 0 0,2 0 0 0 0,-2 0 0 0 0,1 0 0 0 0,0 0 0 0 0,-1 0 0 0 0,1 0 0 0 0,0 0 0 0 0,-1 0 0 0 0,1 0 0 0 0,0 0 0 0 0,-1-1 0 0 0,1 1 0 0 0,0 0 0 0 0,-1 0 0 0 0,1-1 0 0 0,-1 1 0 0 0,1 0 0 0 0,0-1 0 0 0,-1 1 0 0 0,1-1 0 0 0,-1 1 0 0 0,0-1 0 0 0,1 1 0 0 0,-1-1 0 0 0,1 1 0 0 0,-1-1 0 0 0,0 1 0 0 0,1-1 0 0 0,-1 1 0 0 0,0-1 0 0 0,1 0 0 0 0,-1 1 0 0 0,0-1 0 0 0,0 0 0 0 0,0 1 0 0 0,1-2 0 0 0,-5-52-80 0 0,3 51 74 0 0,0 1-1 0 0,0-1 1 0 0,0 1 0 0 0,0 0 0 0 0,-1-1 0 0 0,1 1 0 0 0,-1 0 0 0 0,0 0-1 0 0,1 0 1 0 0,-1 0 0 0 0,0 1 0 0 0,-3-3 0 0 0,5 4 7 0 0,-1-1 0 0 0,1 0 1 0 0,-1 1-1 0 0,1-1 0 0 0,-1 0 0 0 0,1 0 1 0 0,-1 1-1 0 0,1-1 0 0 0,0 0 1 0 0,-1 0-1 0 0,1 0 0 0 0,0 1 0 0 0,0-1 1 0 0,0 0-1 0 0,-1 0 0 0 0,1 0 1 0 0,0 0-1 0 0,0 0 0 0 0,0-1 0 0 0,-4-12 40 0 0,-6 6-29 0 0,9 7-12 0 0,0 1 0 0 0,0-1 0 0 0,0 0 0 0 0,0 0 0 0 0,0 1 0 0 0,0-1 0 0 0,0 0 0 0 0,1 0 1 0 0,-1 0-1 0 0,0 0 0 0 0,0 0 0 0 0,1 0 0 0 0,-1 0 0 0 0,0 0 0 0 0,1-1 0 0 0,0 1 0 0 0,-1 0 0 0 0,1 0 0 0 0,-1 0 0 0 0,1-1 0 0 0,0 1 0 0 0,0 0 0 0 0,0 0 1 0 0,0-1-1 0 0,0 1 0 0 0,0-2 0 0 0,-1 0 0 0 0,0 1 0 0 0,0-1 0 0 0,0 1 0 0 0,-1 0 0 0 0,1 0 0 0 0,-1-1 0 0 0,1 1 0 0 0,-1 0 0 0 0,0 0 0 0 0,0 1 0 0 0,0-1 0 0 0,0 0 0 0 0,0 1 0 0 0,0-1 0 0 0,-1 1 0 0 0,1-1 0 0 0,0 1 0 0 0,-1 0 0 0 0,1 0 0 0 0,-1 0 0 0 0,1 1 0 0 0,-4-2 0 0 0,2 1 0 0 0,1 0 0 0 0,-1-1 0 0 0,0 0 0 0 0,1 0 0 0 0,-1 0 0 0 0,1 0 0 0 0,-5-5 0 0 0,1-3 0 0 0,5 9 0 0 0,1-1 0 0 0,0 0 0 0 0,0 1 0 0 0,-1-1 0 0 0,1 0 0 0 0,-1 1 0 0 0,0 0 0 0 0,1-1 0 0 0,-1 1 0 0 0,0 0 0 0 0,0 0 0 0 0,0 0 0 0 0,0 0 0 0 0,-3-1 0 0 0,1-1 0 0 0,-1 1 0 0 0,0-1-1 0 0,1-1 1 0 0,-1 1 0 0 0,1-1 0 0 0,0 1 0 0 0,0-1 0 0 0,0-1 0 0 0,1 1 0 0 0,-1 0 0 0 0,-2-6-1 0 0,2 4 4 0 0,0 0-1 0 0,-1 1 0 0 0,0-1 0 0 0,0 1 0 0 0,0 0 0 0 0,-10-7 0 0 0,-28-22 93 0 0,34 26-102 0 0,0 0 0 0 0,0 1 0 0 0,0 0 0 0 0,-1 1 0 0 0,-17-9 0 0 0,22 13 2 0 0,0 1 0 0 0,0-2-1 0 0,1 1 1 0 0,-1 0 0 0 0,1-1-1 0 0,-1 0 1 0 0,1 0 0 0 0,0 0-1 0 0,0-1 1 0 0,0 0 0 0 0,1 1-1 0 0,-1-1 1 0 0,1 0 0 0 0,-3-5-1 0 0,-3 1-10 0 0,0 0-1 0 0,-1 0 1 0 0,1 1-1 0 0,-1 1 1 0 0,-1-1-1 0 0,1 2 0 0 0,-15-6 1 0 0,-28-18 2 0 0,16 10-4 0 0,-1 1 1 0 0,-1 1-1 0 0,0 3 0 0 0,-58-15 1 0 0,55 17 25 0 0,-78-32-8 0 0,37 24-38 0 0,-91-10 1 0 0,94 18 98 0 0,-101-5 94 0 0,1 1-3 0 0,-89-15-216 0 0,225 28-54 0 0,1 3 0 0 0,-1 1 0 0 0,0 2 0 0 0,-45 9 0 0 0,12-3 196 0 0,62-9-86 0 0,0 2 0 0 0,-29 5 0 0 0,27-3 3 0 0,1-2 1 0 0,0 0-1 0 0,-1-1 0 0 0,1 0 1 0 0,-21-3-1 0 0,-55 0 86 0 0,-119 14-67 0 0,175-16-31 0 0,22 1 7 0 0,0 1 0 0 0,1 0 0 0 0,-1 1 0 0 0,-16 1 0 0 0,-25-4-62 0 0,37-4-122 0 0,6 1-140 0 0,-18-5-2975 0 0,25 12-1001 0 0,2 6 2198 0 0,1 0 24 0 0,-24 32-6396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6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239 129 560 0 0,'0'-1'95'0'0,"0"1"0"0"0,0-1 0 0 0,0 1 0 0 0,1-1 0 0 0,-1 0 0 0 0,0 1 0 0 0,0-1 0 0 0,1 0 0 0 0,-1 1-1 0 0,0-1 1 0 0,1 1 0 0 0,-1-1 0 0 0,0 1 0 0 0,1-1 0 0 0,-1 1 0 0 0,1-1 0 0 0,-1 1 0 0 0,1 0 0 0 0,-1-1 0 0 0,1 1 0 0 0,-1-1 0 0 0,1 1-1 0 0,-1 0 1 0 0,1 0 0 0 0,0-1 0 0 0,-1 1 0 0 0,1 0 0 0 0,0 0 0 0 0,-1 0 0 0 0,1 0 0 0 0,-1 0 0 0 0,2 0 0 0 0,-1 0-20 0 0,-1 0 0 0 0,1-1 0 0 0,0 1 1 0 0,-1 0-1 0 0,1 0 0 0 0,0 0 0 0 0,-1 0 1 0 0,1 0-1 0 0,-1-1 0 0 0,1 1 1 0 0,-1 0-1 0 0,1 0 0 0 0,0-1 0 0 0,-1 1 1 0 0,1-1-1 0 0,-1 1 0 0 0,1 0 0 0 0,-1-1 1 0 0,0 1-1 0 0,1-1 0 0 0,-1 1 0 0 0,1-1 1 0 0,-1 1-1 0 0,0-1 0 0 0,1 1 0 0 0,-1-1 1 0 0,0 0-1 0 0,0 1 0 0 0,1-1 0 0 0,-1 1 1 0 0,0-1-1 0 0,0-1 0 0 0,0 2-27 0 0,0 0 0 0 0,0-1 1 0 0,0 1-1 0 0,0-1 0 0 0,1 1 0 0 0,-1-1 0 0 0,0 1 0 0 0,0 0 0 0 0,0-1 0 0 0,1 1 1 0 0,-1-1-1 0 0,0 1 0 0 0,0 0 0 0 0,1-1 0 0 0,-1 1 0 0 0,0 0 0 0 0,1 0 0 0 0,-1-1 1 0 0,0 1-1 0 0,1 0 0 0 0,-1-1 0 0 0,0 1 0 0 0,1 0 0 0 0,-1 0 0 0 0,1 0 0 0 0,-1 0 1 0 0,1-1-1 0 0,-1 1 0 0 0,0 0 0 0 0,1 0 0 0 0,-1 0 0 0 0,1 0 0 0 0,-1 0 0 0 0,1 0 1 0 0,-1 0-1 0 0,1 0 0 0 0,0 0 0 0 0,-1 0-11 0 0,1 0 0 0 0,0 0 0 0 0,-1 0 0 0 0,1 0 0 0 0,0 0 0 0 0,-1 0 0 0 0,1 0 0 0 0,0 0 0 0 0,-1 0 0 0 0,1 0 0 0 0,0-1 0 0 0,-1 1 0 0 0,1 0 0 0 0,-1-1 0 0 0,1 1 0 0 0,0 0 0 0 0,-1-1 0 0 0,1 1 0 0 0,-1-1 0 0 0,1 1 0 0 0,-1-1 0 0 0,1 1 0 0 0,-1-1 0 0 0,1 1 0 0 0,-1-1 0 0 0,0 1 0 0 0,1-1 0 0 0,-1 0 0 0 0,0 1 0 0 0,0-1-1 0 0,1 1 1 0 0,-1-1 0 0 0,0 0 0 0 0,0 1 0 0 0,0-1 0 0 0,0 0 0 0 0,0 0 0 0 0,0 1 0 0 0,0-2 0 0 0,0 1-27 0 0,0 1 0 0 0,0-1 0 0 0,0 1 0 0 0,0-1 0 0 0,0 0 0 0 0,1 1 0 0 0,-1-1-1 0 0,0 1 1 0 0,0-1 0 0 0,0 1 0 0 0,0-1 0 0 0,1 1 0 0 0,-1-1 0 0 0,0 1 0 0 0,1-1-1 0 0,-1 1 1 0 0,0-1 0 0 0,1 1 0 0 0,-1-1 0 0 0,1 1 0 0 0,-1 0 0 0 0,0-1 0 0 0,1 1-1 0 0,-1 0 1 0 0,1-1 0 0 0,-1 1 0 0 0,1 0 0 0 0,0-1 0 0 0,-1 1 0 0 0,1 0 0 0 0,-1 0 0 0 0,1 0-1 0 0,-1 0 1 0 0,1 0 0 0 0,-1 0 0 0 0,1 0 0 0 0,0-1 0 0 0,0 2 0 0 0,0-1-1 0 0,-1 0 0 0 0,1 0 1 0 0,-1 0-1 0 0,1 0 0 0 0,0-1 0 0 0,-1 1 1 0 0,1 0-1 0 0,-1 0 0 0 0,1 0 0 0 0,0 0 1 0 0,-1-1-1 0 0,1 1 0 0 0,-1 0 1 0 0,1 0-1 0 0,-1-1 0 0 0,1 1 0 0 0,-1-1 1 0 0,1 1-1 0 0,-1 0 0 0 0,1-1 0 0 0,-1 1 1 0 0,1-1-1 0 0,-1 1 0 0 0,0-1 1 0 0,1 1-1 0 0,-1-1 0 0 0,0 1 0 0 0,0-1 1 0 0,1 1-1 0 0,-1-1 0 0 0,0 0 0 0 0,0 1 1 0 0,0-1-1 0 0,0 1 0 0 0,0-1 1 0 0,0 0-1 0 0,1 1 0 0 0,-2-2 0 0 0,2 2-6 0 0,-1-1 0 0 0,0 0-1 0 0,0 1 1 0 0,0-1-1 0 0,1 1 1 0 0,-1-1 0 0 0,0 1-1 0 0,0-1 1 0 0,1 1-1 0 0,-1 0 1 0 0,0-1 0 0 0,1 1-1 0 0,-1-1 1 0 0,1 1-1 0 0,-1 0 1 0 0,0-1 0 0 0,1 1-1 0 0,-1 0 1 0 0,1-1-1 0 0,-1 1 1 0 0,1 0 0 0 0,-1 0-1 0 0,1-1 1 0 0,-1 1-1 0 0,1 0 1 0 0,-1 0-1 0 0,1 0 1 0 0,0 0 0 0 0,-1 0-1 0 0,1 0 1 0 0,-1 0-1 0 0,1 0 1 0 0,-1 0 0 0 0,2 0-1 0 0,-2 0 3 0 0,1 0-1 0 0,0 0 0 0 0,-1 0 0 0 0,1 0 1 0 0,-1 0-1 0 0,1 0 0 0 0,-1 0 0 0 0,1 0 1 0 0,-1 0-1 0 0,1 0 0 0 0,-1 0 0 0 0,1 0 1 0 0,-1-1-1 0 0,1 1 0 0 0,-1 0 0 0 0,1 0 1 0 0,-1 0-1 0 0,1-1 0 0 0,-1 1 1 0 0,0 0-1 0 0,1-1 0 0 0,-1 1 0 0 0,1 0 1 0 0,-1-1-1 0 0,0 1 0 0 0,1-1 0 0 0,-1 1 1 0 0,0-1-1 0 0,0 1 0 0 0,1-1 0 0 0,-1 1 1 0 0,0-1-1 0 0,0 1 0 0 0,1-1 0 0 0,-2 0 1 0 0,1 1 0 0 0,0-1-1 0 0,0 1 1 0 0,0 0-1 0 0,-1-1 1 0 0,1 1-1 0 0,0-1 1 0 0,-1 1-1 0 0,1-1 1 0 0,0 1-1 0 0,-1 0 1 0 0,1-1-1 0 0,0 1 1 0 0,-1 0-1 0 0,1-1 1 0 0,-1 1-1 0 0,1 0 1 0 0,-1 0-1 0 0,1-1 1 0 0,-1 1 0 0 0,1 0-1 0 0,-1 0 1 0 0,1 0-1 0 0,-1 0 1 0 0,1 0-1 0 0,-1 0 1 0 0,1 0-1 0 0,-1 0 1 0 0,1 0-1 0 0,-1 0 1 0 0,1 0-1 0 0,-1 0 1 0 0,1 0-1 0 0,-1 0 1 0 0,1 0-1 0 0,-1 1 1 0 0,0-1 2 0 0,1 0 1 0 0,-1 0-1 0 0,1 0 1 0 0,-1 0-1 0 0,1 0 0 0 0,0 0 1 0 0,-1 0-1 0 0,1 0 1 0 0,-1 0-1 0 0,1 0 0 0 0,-1 0 1 0 0,1 0-1 0 0,-1 0 1 0 0,1 0-1 0 0,-1 0 1 0 0,1 0-1 0 0,0 0 0 0 0,-1 0 1 0 0,1-1-1 0 0,-1 1 1 0 0,1 0-1 0 0,-1 0 0 0 0,1-1 1 0 0,0 1-1 0 0,-1 0 1 0 0,1-1-1 0 0,0 1 0 0 0,-1 0 1 0 0,1-1-1 0 0,0 1 1 0 0,-1 0-1 0 0,1-1 0 0 0,0 1 1 0 0,-1-1-1 0 0,1 0 12 0 0,0 0-1 0 0,-1 0 0 0 0,0 0 1 0 0,1 1-1 0 0,-1-1 0 0 0,1 0 0 0 0,-1 1 1 0 0,0-1-1 0 0,0 0 0 0 0,1 1 1 0 0,-1-1-1 0 0,0 1 0 0 0,0-1 1 0 0,0 1-1 0 0,1-1 0 0 0,-1 1 0 0 0,0 0 1 0 0,0-1-1 0 0,0 1 0 0 0,0 0 1 0 0,0 0-1 0 0,0 0 0 0 0,0 0 1 0 0,0 0-1 0 0,0 0 0 0 0,-1 0 0 0 0,-33-2 402 0 0,32 2-387 0 0,-19 0 100 0 0,1 1 0 0 0,-1 1 0 0 0,0 1 0 0 0,-26 8-1 0 0,41-10-125 0 0,1 1 0 0 0,0 0 0 0 0,0 0 0 0 0,-1 1 0 0 0,1 0-1 0 0,1 0 1 0 0,-1 0 0 0 0,0 1 0 0 0,1 0 0 0 0,0 0 0 0 0,-1 0-1 0 0,2 1 1 0 0,-1-1 0 0 0,0 1 0 0 0,1 1 0 0 0,0-1 0 0 0,-4 8-1 0 0,1 2 5 0 0,-12 15-75 0 0,18-27 48 0 0,0 1 1 0 0,0 0-1 0 0,0-1 0 0 0,0 1 1 0 0,0 0-1 0 0,1 0 0 0 0,-1 0 0 0 0,1 0 1 0 0,0 0-1 0 0,1 0 0 0 0,-1 0 1 0 0,1 4-1 0 0,0 7-20 0 0,-1 5 41 0 0,0-7-12 0 0,0-1 0 0 0,0 0 0 0 0,1 0 1 0 0,5 19-1 0 0,-5-26 4 0 0,1 0 0 0 0,0 0 1 0 0,0-1-1 0 0,1 1 0 0 0,-1-1 1 0 0,1 1-1 0 0,0-1 0 0 0,0 0 1 0 0,1 0-1 0 0,-1-1 0 0 0,1 1 1 0 0,0-1-1 0 0,8 6 0 0 0,-1-1-4 0 0,1-1 0 0 0,0-1 0 0 0,1 0 0 0 0,-1-1 0 0 0,1 0 0 0 0,0-1 0 0 0,18 4 0 0 0,88 8-110 0 0,-87-13 71 0 0,0-1-1 0 0,0-2 1 0 0,-1-2 0 0 0,1 0 0 0 0,59-13-1 0 0,-74 10 7 0 0,-1 0 0 0 0,1-1 0 0 0,-1-1-1 0 0,0-1 1 0 0,-1 0 0 0 0,0-1 0 0 0,0 0 0 0 0,0-1-1 0 0,-2-1 1 0 0,1 0 0 0 0,-1-1 0 0 0,12-15 0 0 0,-14 14 48 0 0,0-1 0 0 0,-1 0 1 0 0,0 0-1 0 0,-1-1 0 0 0,-1 0 1 0 0,0-1-1 0 0,6-17 0 0 0,-13 30 1 0 0,-1-1 0 0 0,1 1 0 0 0,0 0-1 0 0,-1-1 1 0 0,0 1 0 0 0,0-1 0 0 0,0 1 0 0 0,0-1-1 0 0,-1 1 1 0 0,1-1 0 0 0,-1 1 0 0 0,0-1 0 0 0,0 1-1 0 0,0 0 1 0 0,0 0 0 0 0,-1-1 0 0 0,1 1 0 0 0,-1 0-1 0 0,0 0 1 0 0,0 0 0 0 0,0 1 0 0 0,0-1-1 0 0,0 0 1 0 0,-1 1 0 0 0,1-1 0 0 0,-1 1 0 0 0,1 0-1 0 0,-1 0 1 0 0,0 0 0 0 0,0 0 0 0 0,0 0 0 0 0,0 1-1 0 0,-4-2 1 0 0,-8-3 40 0 0,1 1 0 0 0,-1 0-1 0 0,0 1 1 0 0,0 0 0 0 0,0 2 0 0 0,-16-2-1 0 0,12 2-52 0 0,6 0 34 0 0,0 1 0 0 0,0 0-1 0 0,0 1 1 0 0,0 1-1 0 0,-19 2 1 0 0,27-2-310 0 0,25-1-1885 0 0,0-2 1 0 0,0 0-1 0 0,28-7 1 0 0,-41 7 1764 0 0,29-10-2201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17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51 1361 0 0,'-25'-5'2307'0'0,"25"5"-2213"0"0,-1 0-1 0 0,1 0 0 0 0,0 0 0 0 0,0 0 0 0 0,-1-1 0 0 0,1 1 0 0 0,0 0 1 0 0,-1 0-1 0 0,1 0 0 0 0,0 0 0 0 0,0-1 0 0 0,-1 1 0 0 0,1 0 1 0 0,0 0-1 0 0,0 0 0 0 0,0-1 0 0 0,-1 1 0 0 0,1 0 0 0 0,0-1 1 0 0,0 1-1 0 0,0 0 0 0 0,0 0 0 0 0,0-1 0 0 0,-1 1 0 0 0,1 0 1 0 0,0-1-1 0 0,0 1 0 0 0,0 0 0 0 0,0-1 0 0 0,0 1 0 0 0,0 0 0 0 0,0-1 1 0 0,0 1-1 0 0,0 0 0 0 0,0-1 0 0 0,0 1 0 0 0,0 0 0 0 0,1 0 1 0 0,-1-1-1 0 0,0 1 0 0 0,0 0 0 0 0,0-1 0 0 0,0 1 0 0 0,0 0 1 0 0,1 0-1 0 0,-1-1 0 0 0,0 1 0 0 0,0 0 0 0 0,0 0 0 0 0,1-1 1 0 0,-1 1-1 0 0,0 0 0 0 0,0 0 0 0 0,1 0 0 0 0,-1-1 0 0 0,0 1 1 0 0,1 0-1 0 0,-1 0 0 0 0,0 0 0 0 0,0 0 0 0 0,1 0 0 0 0,232 20 980 0 0,-74-3-612 0 0,-92-12-375 0 0,2-2-1 0 0,-1-3 0 0 0,0-4 1 0 0,67-11-1 0 0,-92 3-1276 0 0,-42 12 1023 0 0,0 0 0 0 0,0-1 1 0 0,1 1-1 0 0,-1 0 0 0 0,0-1 1 0 0,0 0-1 0 0,0 1 0 0 0,0-1 1 0 0,0 0-1 0 0,0 1 0 0 0,0-1 1 0 0,0 0-1 0 0,0 0 0 0 0,0 0 1 0 0,0 0-1 0 0,0 0 0 0 0,-1 0 1 0 0,1 0-1 0 0,0 0 0 0 0,-1 0 1 0 0,1 0-1 0 0,-1 0 0 0 0,1-2 1 0 0,5-10-2461 0 0,19 1 106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97 80 0 0,'0'-95'8230'0'0,"0"94"-7736"0"0,0 27-94 0 0,0-24-395 0 0,-1-1-1 0 0,1 1 1 0 0,0 0-1 0 0,0 0 1 0 0,-1-1-1 0 0,1 1 1 0 0,-1-1-1 0 0,0 1 1 0 0,1 0-1 0 0,-1-1 0 0 0,0 1 1 0 0,0-1-1 0 0,0 0 1 0 0,0 1-1 0 0,0-1 1 0 0,0 0-1 0 0,0 1 1 0 0,-2 0-1 0 0,2-1 0 0 0,-1 1 0 0 0,1-1 0 0 0,0 0 0 0 0,0 1 0 0 0,-1-1 0 0 0,1 1 0 0 0,0 0 0 0 0,0-1 0 0 0,1 1 0 0 0,-1 0 0 0 0,0-1 0 0 0,1 1 0 0 0,-1 0 0 0 0,1 0-1 0 0,-1 0 1 0 0,1 0 0 0 0,0-1 0 0 0,-1 4 0 0 0,2 10 45 0 0,0-12-40 0 0,-1 1 1 0 0,1 0-1 0 0,-1 0 0 0 0,0-1 0 0 0,0 1 1 0 0,-1 0-1 0 0,1-1 0 0 0,-1 1 1 0 0,0 0-1 0 0,0-1 0 0 0,-3 7 0 0 0,-2 1 18 0 0,4-8-18 0 0,-1 0 0 0 0,1 0 1 0 0,1 0-1 0 0,-1 0 0 0 0,0 0 0 0 0,1 1 1 0 0,0-1-1 0 0,0 0 0 0 0,0 1 0 0 0,0-1 1 0 0,0 1-1 0 0,0 7 0 0 0,1-9-5 0 0,0 1-1 0 0,0-1 1 0 0,0 1-1 0 0,-1-1 1 0 0,1 1-1 0 0,-1-1 1 0 0,0 0 0 0 0,0 1-1 0 0,0-1 1 0 0,0 0-1 0 0,0 1 1 0 0,0-1-1 0 0,-1 0 1 0 0,1 0-1 0 0,-3 3 1 0 0,2-3-2 0 0,1-1 1 0 0,-1 1-1 0 0,1 0 0 0 0,0 0 0 0 0,0 0 1 0 0,-1 1-1 0 0,1-1 0 0 0,1 0 1 0 0,-1 0-1 0 0,0 0 0 0 0,1 1 0 0 0,-1-1 1 0 0,1 0-1 0 0,-1 1 0 0 0,1 3 0 0 0,0-2-1 0 0,0 0-1 0 0,-1 0 0 0 0,0 0 1 0 0,1 0-1 0 0,-1 0 0 0 0,-1 0 1 0 0,1 0-1 0 0,-1 0 0 0 0,1 0 1 0 0,-5 6-1 0 0,4-7 7 0 0,0 1 0 0 0,0 0 0 0 0,0-1 0 0 0,1 1 0 0 0,-1 0 0 0 0,1 0 0 0 0,0 0 0 0 0,0 0 0 0 0,1 0 0 0 0,-1 7 0 0 0,1 358 299 0 0,0-365-287 0 0,0-1 0 0 0,-1 0 0 0 0,1 1 0 0 0,-1-1 0 0 0,0 0 0 0 0,0 0 0 0 0,0 1 0 0 0,0-1 0 0 0,0 0 0 0 0,-1 0 0 0 0,1 0 0 0 0,-3 3-1 0 0,2-2-11 0 0,-1-1 0 0 0,2 0 0 0 0,-1 1-1 0 0,0 0 1 0 0,1-1 0 0 0,0 1-1 0 0,0 0 1 0 0,0 0 0 0 0,0 0 0 0 0,0 0-1 0 0,1 0 1 0 0,0 5 0 0 0,0-7 0 0 0,-1 1 0 0 0,1-1 1 0 0,0 0-1 0 0,-1 1 0 0 0,1-1 1 0 0,-1 0-1 0 0,0 0 0 0 0,0 0 1 0 0,0 0-1 0 0,0 0 0 0 0,0 0 1 0 0,0 0-1 0 0,0 0 0 0 0,-1 0 1 0 0,-1 1-1 0 0,1-1-4 0 0,1 0 1 0 0,-1 0-1 0 0,1 0 1 0 0,0 1-1 0 0,-1-1 1 0 0,1 0 0 0 0,0 0-1 0 0,0 1 1 0 0,0-1-1 0 0,1 0 1 0 0,-1 1-1 0 0,1-1 1 0 0,-1 1-1 0 0,1-1 1 0 0,0 4-1 0 0,-1-4 4 0 0,1 1 0 0 0,0 0 0 0 0,0-1 0 0 0,-1 1 0 0 0,1-1 0 0 0,-1 1 0 0 0,0-1 0 0 0,0 1 0 0 0,0-1 0 0 0,0 1 0 0 0,0-1 0 0 0,-1 0 0 0 0,1 0 0 0 0,-3 3 0 0 0,2-2 1 0 0,0-1 0 0 0,1 0 1 0 0,-1 1-1 0 0,1-1 0 0 0,0 1 0 0 0,-1 0 0 0 0,1-1 0 0 0,0 1 0 0 0,1 0 0 0 0,-1 0 0 0 0,0 0 1 0 0,1-1-1 0 0,0 1 0 0 0,-1 5 0 0 0,1-7-4 0 0,0 0 0 0 0,0 0 1 0 0,1 0-1 0 0,-1 0 0 0 0,0 0 1 0 0,0-1-1 0 0,1 1 0 0 0,-1 0 0 0 0,0 0 1 0 0,1 0-1 0 0,-1 0 0 0 0,1 0 0 0 0,-1 0 1 0 0,1-1-1 0 0,-1 1 0 0 0,1 0 0 0 0,0 0 1 0 0,-1-1-1 0 0,1 1 0 0 0,0-1 0 0 0,0 1 1 0 0,-1 0-1 0 0,1-1 0 0 0,0 1 0 0 0,0-1 1 0 0,0 0-1 0 0,0 1 0 0 0,0-1 0 0 0,0 0 1 0 0,-1 1-1 0 0,1-1 0 0 0,0 0 0 0 0,0 0 1 0 0,0 0-1 0 0,2 0 0 0 0,-2 0 3 0 0,5 2 60 0 0,-6-1-69 0 0,0 0 1 0 0,0-1-1 0 0,0 1 1 0 0,1-1-1 0 0,-1 1 1 0 0,0-1-1 0 0,1 1 0 0 0,-1-1 1 0 0,0 1-1 0 0,1-1 1 0 0,-1 1-1 0 0,1-1 1 0 0,-1 1-1 0 0,1-1 1 0 0,-1 0-1 0 0,1 1 1 0 0,-1-1-1 0 0,1 0 1 0 0,-1 1-1 0 0,1-1 1 0 0,-1 0-1 0 0,1 0 0 0 0,0 1 1 0 0,-1-1-1 0 0,1 0 1 0 0,-1 0-1 0 0,1 0 1 0 0,0 0-1 0 0,-1 0 1 0 0,1 0-1 0 0,-1 0 1 0 0,1 0-1 0 0,0 0 1 0 0,-1 0-1 0 0,1 0 0 0 0,0 0 1 0 0,-1-1-1 0 0,1 1 1 0 0,-1 0-1 0 0,1 0 1 0 0,-1-1-1 0 0,1 1 1 0 0,-1 0-1 0 0,1-1 1 0 0,-1 1-1 0 0,2-1 1 0 0,-1 0-7 0 0,4-1-46 0 0,0-3 54 0 0,15 1 67 0 0,-15 3 960 0 0,-6 0-945 0 0,0-2-87 0 0,28 1 262 0 0,-22 2-204 0 0,-4 2-192 0 0,-7 1 131 0 0,0-3 0 0 0,6 0 9 0 0,-1-1 0 0 0,1 1 0 0 0,-1 0 0 0 0,0 0 0 0 0,1 0 0 0 0,-1 0-1 0 0,0 0 1 0 0,1 0 0 0 0,-1 0 0 0 0,1 0 0 0 0,-1 0 0 0 0,0 0 0 0 0,1 0 0 0 0,-1 1 0 0 0,0-1-1 0 0,1 0 1 0 0,-1 0 0 0 0,1 0 0 0 0,-1 1 0 0 0,1-1 0 0 0,-1 0 0 0 0,1 1 0 0 0,-1-1 0 0 0,1 1 0 0 0,-1-1-1 0 0,1 0 1 0 0,-1 1 0 0 0,1-1 0 0 0,-1 1 0 0 0,1-1 0 0 0,0 1 0 0 0,-1 0 0 0 0,1-1 0 0 0,0 1-1 0 0,0-1 1 0 0,-1 1 0 0 0,1-1 0 0 0,0 2 0 0 0,5-1 52 0 0,15 0-39 0 0,-20 0-15 0 0,0-1 0 0 0,0 0 0 0 0,0 0 1 0 0,0 0-1 0 0,-1 0 0 0 0,1 0 0 0 0,0 0 1 0 0,0 0-1 0 0,0 0 0 0 0,0 0 0 0 0,0 0 1 0 0,0 0-1 0 0,0 1 0 0 0,0-1 0 0 0,0 0 1 0 0,0 0-1 0 0,0 0 0 0 0,-1 0 0 0 0,1 0 1 0 0,0 0-1 0 0,0 0 0 0 0,0 1 0 0 0,0-1 1 0 0,0 0-1 0 0,0 0 0 0 0,0 0 0 0 0,0 0 1 0 0,0 0-1 0 0,0 0 0 0 0,0 0 0 0 0,0 1 1 0 0,0-1-1 0 0,0 0 0 0 0,0 0 0 0 0,0 0 1 0 0,1 0-1 0 0,-1 0 0 0 0,0 0 0 0 0,0 0 0 0 0,0 1 1 0 0,0-1-1 0 0,0 0 0 0 0,0 0 0 0 0,0 0 1 0 0,0 0-1 0 0,0 0 0 0 0,0 0 0 0 0,0 0 1 0 0,1 0-1 0 0,-1 0 0 0 0,0 0 0 0 0,0 1 1 0 0,-20-7-614 0 0,21 6 494 0 0,1 1 68 0 0,-1-1 0 0 0,0 0 0 0 0,0 0 0 0 0,0 0 0 0 0,1 0 0 0 0,-1 0 0 0 0,0-1 0 0 0,0 1 0 0 0,0 0 0 0 0,0 0 0 0 0,1-1 0 0 0,-1 1 0 0 0,0-1 0 0 0,0 1 0 0 0,0-1 0 0 0,0 1 0 0 0,0-1 0 0 0,0 0 0 0 0,1-1 0 0 0,-1 1-69 0 0,-1 0 0 0 0,1 0 0 0 0,-1 0 1 0 0,1 0-1 0 0,0 0 0 0 0,0 0 1 0 0,-1 0-1 0 0,1 0 0 0 0,0 0 1 0 0,0 1-1 0 0,0-1 0 0 0,0 0 1 0 0,0 0-1 0 0,0 1 0 0 0,0-1 1 0 0,0 1-1 0 0,3-2 0 0 0,3-3-748 0 0,-6 4 671 0 0,0-1 0 0 0,0 0 0 0 0,-1 1-1 0 0,1-1 1 0 0,-1 0 0 0 0,1 0 0 0 0,-1 0 0 0 0,0 1-1 0 0,1-1 1 0 0,-1 0 0 0 0,0 0 0 0 0,0 0 0 0 0,-1-2 0 0 0,1-42-3137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4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50 480 0 0,'0'-30'5544'0'0,"0"11"-3724"0"0,0 18-1180 0 0,1 1-637 0 0,-1 0 1 0 0,0 0-1 0 0,0 1 1 0 0,0-1-1 0 0,0 0 0 0 0,0 0 1 0 0,0 0-1 0 0,0 0 1 0 0,0 0-1 0 0,0 1 1 0 0,1-1-1 0 0,-1 0 0 0 0,0 0 1 0 0,0 0-1 0 0,0 0 1 0 0,0 1-1 0 0,0-1 1 0 0,0 0-1 0 0,0 0 0 0 0,0 0 1 0 0,0 0-1 0 0,0 1 1 0 0,0-1-1 0 0,0 0 1 0 0,0 0-1 0 0,-1 0 1 0 0,1 0-1 0 0,0 1 0 0 0,0-1 1 0 0,0 0-1 0 0,0 0 1 0 0,0 0-1 0 0,0 0 1 0 0,0 0-1 0 0,0 0 0 0 0,0 1 1 0 0,-1-1-1 0 0,1 0 1 0 0,0 0-1 0 0,0 0 1 0 0,0 0-1 0 0,0 0 0 0 0,0 0 1 0 0,0 0-1 0 0,-1 0 1 0 0,1 1-1 0 0,0-1 1 0 0,0 0-1 0 0,0 0 0 0 0,0 0 1 0 0,-1 0-1 0 0,1 0 1 0 0,0 0-1 0 0,0 0 1 0 0,0 0-1 0 0,0 0 0 0 0,-1 0 1 0 0,1 0-1 0 0,0 0 1 0 0,0 0-1 0 0,0 0 1 0 0,0 0-1 0 0,-1-1 0 0 0,1 1 1 0 0,0 0-1 0 0,0 0 1 0 0,0 0-1 0 0,0 0 1 0 0,-1 0-1 0 0,-5 0 40 0 0,-1 1 0 0 0,1 0 0 0 0,-1 1 1 0 0,1-1-1 0 0,-1 1 0 0 0,1 1 0 0 0,0-1 0 0 0,0 1 0 0 0,-9 5 0 0 0,-56 40 272 0 0,38-25-194 0 0,-10 3-2 0 0,37-23-108 0 0,1 0 1 0 0,-1 0 0 0 0,0 0 0 0 0,1 1 0 0 0,0-1 0 0 0,0 1 0 0 0,0 0-1 0 0,0 1 1 0 0,1-1 0 0 0,0 1 0 0 0,-1 0 0 0 0,2 0 0 0 0,-1 1 0 0 0,1-1-1 0 0,-1 1 1 0 0,-2 8 0 0 0,-3 6 1 0 0,7-17-16 0 0,0 0 0 0 0,1 1 0 0 0,0-1 0 0 0,-1 0 0 0 0,1 0 1 0 0,0 1-1 0 0,1-1 0 0 0,-2 7 0 0 0,3-9-26 0 0,-1-1 1 0 0,0 1 0 0 0,0 0-1 0 0,0 0 1 0 0,1-1-1 0 0,-1 1 1 0 0,0 0 0 0 0,1 0-1 0 0,-1-1 1 0 0,1 1-1 0 0,-1 0 1 0 0,1-1-1 0 0,-1 1 1 0 0,1 0 0 0 0,-1-1-1 0 0,1 1 1 0 0,-1-1-1 0 0,1 1 1 0 0,0-1 0 0 0,-1 1-1 0 0,1-1 1 0 0,0 0-1 0 0,0 1 1 0 0,-1-1 0 0 0,1 0-1 0 0,0 1 1 0 0,0-1-1 0 0,0 0 1 0 0,-1 0-1 0 0,1 0 1 0 0,0 0 0 0 0,0 0-1 0 0,0 0 1 0 0,-1 0-1 0 0,1 0 1 0 0,0 0 0 0 0,0 0-1 0 0,0 0 1 0 0,-1-1-1 0 0,1 1 1 0 0,1 0-1 0 0,1-1-474 0 0,0 1-1 0 0,0-1 1 0 0,0 0-1 0 0,0 0 0 0 0,0 0 1 0 0,-1 0-1 0 0,1 0 1 0 0,0-1-1 0 0,4-2 0 0 0,18-14-2524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1 320 0 0,'0'0'131'0'0,"0"1"0"0"0,0 0 0 0 0,0 0 0 0 0,0-1 0 0 0,-1 1 0 0 0,1 0 0 0 0,0 0 0 0 0,0-1 0 0 0,0 1 0 0 0,-1 0 0 0 0,1 0 0 0 0,0-1 0 0 0,-1 1 0 0 0,1 0 0 0 0,-1-1 0 0 0,1 1 1 0 0,-1-1-1 0 0,1 1 0 0 0,-1-1 0 0 0,1 1 0 0 0,-1-1 0 0 0,1 1 0 0 0,-1-1 0 0 0,0 1 0 0 0,1-1 0 0 0,-1 1 0 0 0,0-1 0 0 0,1 0 0 0 0,-1 0 0 0 0,0 1 0 0 0,0-1 0 0 0,1 0 0 0 0,-1 0 0 0 0,-1 0 0 0 0,1 0-89 0 0,1 0 0 0 0,-1 0 0 0 0,1 0 0 0 0,-1 1 0 0 0,0-1 0 0 0,1 0 0 0 0,-1 0 0 0 0,1 0 0 0 0,-1 0 1 0 0,1 1-1 0 0,-1-1 0 0 0,1 0 0 0 0,-1 1 0 0 0,1-1 0 0 0,-1 0 0 0 0,1 1 0 0 0,0-1 0 0 0,-1 0 0 0 0,1 1 0 0 0,-1-1 0 0 0,1 1 0 0 0,0-1 0 0 0,-1 1 1 0 0,1-1-1 0 0,0 1 0 0 0,0-1 0 0 0,-1 1 0 0 0,1-1 0 0 0,0 1 0 0 0,0-1 0 0 0,0 1 0 0 0,0-1 0 0 0,0 2 0 0 0,-1-1-10 0 0,1 0 0 0 0,-1 0 1 0 0,0 0-1 0 0,1 0 0 0 0,-1 0 0 0 0,0 0 0 0 0,0 0 0 0 0,1-1 0 0 0,-1 1 0 0 0,0 0 0 0 0,0 0 0 0 0,0-1 0 0 0,0 1 1 0 0,0 0-1 0 0,0-1 0 0 0,0 1 0 0 0,0-1 0 0 0,0 1 0 0 0,-1-1 0 0 0,1 0 0 0 0,0 1 0 0 0,0-1 0 0 0,-2 0 0 0 0,1 1 52 0 0,2 0-51 0 0,-1 0 0 0 0,0 1 0 0 0,0-1 0 0 0,1 0 1 0 0,-1 1-1 0 0,0-1 0 0 0,1 1 0 0 0,0-1 0 0 0,-1 1 0 0 0,1-1 0 0 0,0 1 0 0 0,0-1 0 0 0,-1 1 1 0 0,1-1-1 0 0,1 1 0 0 0,-1-1 0 0 0,0 1 0 0 0,0-1 0 0 0,1 3 0 0 0,-1 0 39 0 0,0 217 1382 0 0,5-220-1401 0 0,16 0-26 0 0,-16 4 39 0 0,0 1 1 0 0,15 0-40 0 0,-15-6 39 0 0,-5-4 1 0 0,0 9-54 0 0,0 20 388 0 0,-5-25-321 0 0,-110-3 172 0 0,65 0-177 0 0,0 2 0 0 0,-1 2 0 0 0,1 3 0 0 0,-52 10 0 0 0,77-12 18 0 0,20-2 281 0 0,10 0-401 0 0,109 4 38 0 0,-1-2 16 0 0,-100-3-25 0 0,0-1 0 0 0,0 0 0 0 0,0-1 1 0 0,0 0-1 0 0,0-1 0 0 0,14-7 0 0 0,-26 11 0 0 0,-1 0 0 0 0,0 0-1 0 0,1 0 1 0 0,-1 0 0 0 0,1 0 0 0 0,-1 0-1 0 0,1 0 1 0 0,-1-1 0 0 0,1 1 0 0 0,-1 0 0 0 0,0 0-1 0 0,1 0 1 0 0,-1-1 0 0 0,1 1 0 0 0,-1 0-1 0 0,0-1 1 0 0,1 1 0 0 0,-1 0 0 0 0,0-1-1 0 0,1 1 1 0 0,-1 0 0 0 0,0-1 0 0 0,0 1-1 0 0,1-1 1 0 0,-1 1 0 0 0,0 0 0 0 0,0-1-1 0 0,0 1 1 0 0,0-1 0 0 0,1 1 0 0 0,-1-1-1 0 0,0 1 1 0 0,0-1 0 0 0,0 1 0 0 0,0-1-1 0 0,0 1 1 0 0,0-1 0 0 0,0 1 0 0 0,0-1-1 0 0,0 1 1 0 0,-1-1 0 0 0,1 1 0 0 0,0 0-1 0 0,0-1 1 0 0,0 1 0 0 0,0-1 0 0 0,-1 1-1 0 0,1-1 1 0 0,0 1 0 0 0,-1 0 0 0 0,1-1-1 0 0,0 1 1 0 0,0 0 0 0 0,-1-1 0 0 0,1 1-1 0 0,-1-1 1 0 0,-40-24 138 0 0,-25-18 7 0 0,43 33-135 0 0,17 8-3 0 0,0-1 0 0 0,0 1 0 0 0,1-1 0 0 0,-1 0 0 0 0,0 0 0 0 0,1-1 0 0 0,0 0 0 0 0,-7-6 0 0 0,-7-8 104 0 0,18 16-108 0 0,-1 1 0 0 0,1 0-1 0 0,0 0 1 0 0,0 0 0 0 0,-1-1 0 0 0,1 1-1 0 0,0-1 1 0 0,0 1 0 0 0,0-1 0 0 0,1 1-1 0 0,-1-1 1 0 0,0 0 0 0 0,0 1 0 0 0,1-1-1 0 0,-1 0 1 0 0,1 1 0 0 0,0-1 0 0 0,-1 0-1 0 0,1 0 1 0 0,0 0 0 0 0,0 1 0 0 0,0-1-1 0 0,1-3 1 0 0,-1 4-4 0 0,1 1 0 0 0,0-1-1 0 0,-1 0 1 0 0,1 1-1 0 0,0-1 1 0 0,-1 1 0 0 0,1-1-1 0 0,0 1 1 0 0,0 0 0 0 0,-1-1-1 0 0,1 1 1 0 0,0 0 0 0 0,0-1-1 0 0,0 1 1 0 0,0 0 0 0 0,-1 0-1 0 0,1 0 1 0 0,0 0 0 0 0,0 0-1 0 0,0 0 1 0 0,0 0 0 0 0,1 0-1 0 0,31 0-7 0 0,-25 1-1 0 0,14 0-23 0 0,-1 0-1 0 0,1 2 0 0 0,29 7 1 0 0,-11-1 10 0 0,-25-9 21 0 0,-35-5 14 0 0,-66-21 52 0 0,86 25-66 0 0,0 1 0 0 0,-1 0 0 0 0,1 0-1 0 0,0-1 1 0 0,-1 1 0 0 0,1 0 0 0 0,-1-1-1 0 0,1 1 1 0 0,0 0 0 0 0,0-1-1 0 0,-1 1 1 0 0,1 0 0 0 0,0-1 0 0 0,0 1-1 0 0,-1-1 1 0 0,1 1 0 0 0,0-1 0 0 0,0 1-1 0 0,0 0 1 0 0,0-1 0 0 0,0 1 0 0 0,0-1-1 0 0,0 1 1 0 0,0-1 0 0 0,0 1-1 0 0,0-1 1 0 0,0 1 0 0 0,0-1 0 0 0,0 1-1 0 0,0-1 1 0 0,0 1 0 0 0,0-1 0 0 0,0 1-1 0 0,1 0 1 0 0,-1-1 0 0 0,0 1-1 0 0,0-1 1 0 0,0 1 0 0 0,1 0 0 0 0,-1-1-1 0 0,0 1 1 0 0,1 0 0 0 0,-1-1 0 0 0,0 1-1 0 0,1 0 1 0 0,-1-1 0 0 0,0 1-1 0 0,1-1 1 0 0,18-9-37 0 0,0 1 0 0 0,0 0 0 0 0,0 2 0 0 0,1 0 0 0 0,23-5 0 0 0,4 2-119 0 0,64-6 1 0 0,-67 15 126 0 0,-41 4 41 0 0,-9 1 17 0 0,-7 1 28 0 0,-1-1 0 0 0,0 0 0 0 0,-16 2 0 0 0,-18 2 128 0 0,-171 21 577 0 0,215-29-710 0 0,3 0-40 0 0,-1 1 1 0 0,1-1 0 0 0,-1 0 0 0 0,1 0-1 0 0,-1 1 1 0 0,1-1 0 0 0,-1 0-1 0 0,0 0 1 0 0,1-1 0 0 0,-1 1 0 0 0,1 0-1 0 0,-1 0 1 0 0,1-1 0 0 0,-1 1-1 0 0,1-1 1 0 0,0 1 0 0 0,-1-1 0 0 0,-2-1-1 0 0,4 1-78 0 0,5 1-215 0 0,116-14-3040 0 0,-5-4-1988 0 0,-56 11 2548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48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4082 0 0,'-61'55'7203'0'0,"37"-41"-6563"0"0,24-20-3681 0 0,24-19-3842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18 2401 0 0,'-4'-11'4634'0'0,"-10"10"-3778"0"0,14 1-853 0 0,-1 0-1 0 0,1 0 1 0 0,0 0-1 0 0,-1 1 0 0 0,1-1 1 0 0,0 0-1 0 0,-1 0 0 0 0,1 0 1 0 0,0 0-1 0 0,-1 0 0 0 0,1 0 1 0 0,0 0-1 0 0,-1 0 0 0 0,1 0 1 0 0,0 0-1 0 0,-1 0 0 0 0,1 0 1 0 0,0 0-1 0 0,-1 0 1 0 0,1 0-1 0 0,0 0 0 0 0,-1-1 1 0 0,1 1-1 0 0,0 0 0 0 0,0 0 1 0 0,-1 0-1 0 0,1 0 0 0 0,0-1 1 0 0,-1 1-1 0 0,1 0 0 0 0,0 0 1 0 0,0 0-1 0 0,0-1 1 0 0,-1 1-1 0 0,1 0 0 0 0,0-1 1 0 0,0 1-1 0 0,0 0 0 0 0,-1 0 1 0 0,1-1-1 0 0,0 0 0 0 0,0 0 412 0 0,-25 1-14 0 0,20 3-157 0 0,0 1-72 0 0,4-4-161 0 0,0 0 0 0 0,0 1 0 0 0,-1-1 0 0 0,1 0 0 0 0,0 0 0 0 0,0 1 0 0 0,0-1 0 0 0,0 0 0 0 0,0 1 1 0 0,0-1-1 0 0,0 1 0 0 0,0 0 0 0 0,1-1 0 0 0,-1 1 0 0 0,0 0 0 0 0,0-1 0 0 0,0 1 0 0 0,1 0 0 0 0,-1 0 0 0 0,0 0 1 0 0,1 0-1 0 0,-2 2 0 0 0,-1 32 385 0 0,3-32-383 0 0,-1-1 1 0 0,1 1 0 0 0,0-1 0 0 0,-1 0-1 0 0,1 0 1 0 0,-1 1 0 0 0,0-1 0 0 0,0 0 0 0 0,0 0-1 0 0,0 0 1 0 0,0 0 0 0 0,0 0 0 0 0,-1 0-1 0 0,-1 3 1 0 0,-8 12 36 0 0,-20 44 97 0 0,29-56-138 0 0,1 0 0 0 0,-1 0-1 0 0,1 0 1 0 0,0 1-1 0 0,0-1 1 0 0,0 0 0 0 0,1 1-1 0 0,0-1 1 0 0,0 1 0 0 0,1-1-1 0 0,1 9 1 0 0,-1 13 60 0 0,-1 78 12 0 0,0-103-77 0 0,0-1 0 0 0,0 0 0 0 0,0 1 0 0 0,0-1 0 0 0,0 1 0 0 0,-1-1 0 0 0,1 0 0 0 0,-1 1 0 0 0,1-1 0 0 0,-1 0 0 0 0,1 1 0 0 0,-1-1 0 0 0,0 0 0 0 0,0 0 0 0 0,0 0 0 0 0,1 0 0 0 0,-1 1 0 0 0,0-1 0 0 0,0 0 0 0 0,-2 1 0 0 0,1-1-2 0 0,1 0 0 0 0,-1 1-1 0 0,1-1 1 0 0,0 0 0 0 0,0 1 0 0 0,0-1 0 0 0,0 1-1 0 0,0-1 1 0 0,0 1 0 0 0,0-1 0 0 0,0 1-1 0 0,1 0 1 0 0,-1-1 0 0 0,1 1 0 0 0,-1 0 0 0 0,1 0-1 0 0,-1-1 1 0 0,1 1 0 0 0,0 0 0 0 0,0 0 0 0 0,0 2-1 0 0,0-2-1 0 0,0 0 0 0 0,-1-1 0 0 0,1 1-1 0 0,0 0 1 0 0,-1 0 0 0 0,0 0-1 0 0,1 0 1 0 0,-1 0 0 0 0,0-1-1 0 0,0 1 1 0 0,0 0 0 0 0,0-1-1 0 0,0 1 1 0 0,0-1 0 0 0,-1 1-1 0 0,1-1 1 0 0,-3 2 0 0 0,-4 7 11 0 0,8-9-10 0 0,-1 0 0 0 0,1 0-1 0 0,-1-1 1 0 0,1 1 0 0 0,0 0-1 0 0,0 0 1 0 0,-1 0 0 0 0,1 0-1 0 0,0 0 1 0 0,0 0 0 0 0,0 0 0 0 0,0 0-1 0 0,0 0 1 0 0,0 0 0 0 0,0 0-1 0 0,1 0 1 0 0,-1 0 0 0 0,0 0 0 0 0,0 0-1 0 0,1-1 1 0 0,-1 1 0 0 0,0 0-1 0 0,1 0 1 0 0,-1 0 0 0 0,1 0-1 0 0,0-1 1 0 0,-1 1 0 0 0,1 0 0 0 0,-1 0-1 0 0,1-1 1 0 0,0 1 0 0 0,0 0-1 0 0,-1-1 1 0 0,2 1 0 0 0,5 8 37 0 0,-10-2-7 0 0,-1-1 0 0 0,0 1 0 0 0,0-1 0 0 0,-1 0 0 0 0,0 0 0 0 0,0-1 0 0 0,-10 10 0 0 0,14-15-29 0 0,0 1 0 0 0,1 0 1 0 0,-1 0-1 0 0,1-1 0 0 0,-1 1 0 0 0,1 0 1 0 0,-1 0-1 0 0,1 0 0 0 0,0 0 0 0 0,-1 0 1 0 0,1 0-1 0 0,0 0 0 0 0,-1 0 0 0 0,1 0 1 0 0,0 0-1 0 0,0 0 0 0 0,0 0 0 0 0,0 0 1 0 0,0 0-1 0 0,0-1 0 0 0,0 1 0 0 0,1 0 1 0 0,-1 0-1 0 0,0 0 0 0 0,1 2 0 0 0,0-2-1 0 0,-1 0-1 0 0,0 0 0 0 0,0 0 1 0 0,1 0-1 0 0,-1 0 0 0 0,0 0 0 0 0,0 0 1 0 0,0 0-1 0 0,0 0 0 0 0,0 0 1 0 0,0 0-1 0 0,0 0 0 0 0,0 0 1 0 0,0 0-1 0 0,-1 0 0 0 0,1 0 0 0 0,0 0 1 0 0,-1 0-1 0 0,1 0 0 0 0,-1 0 1 0 0,1 0-1 0 0,-1 0 0 0 0,1 0 0 0 0,-1 0 1 0 0,0 0-1 0 0,0 0 0 0 0,-2 1 14 0 0,1 1 0 0 0,0-1 0 0 0,-1 1-1 0 0,1-1 1 0 0,0 1 0 0 0,1 0 0 0 0,-1 0-1 0 0,0 0 1 0 0,1 0 0 0 0,0 0 0 0 0,-1 0-1 0 0,1 0 1 0 0,0 0 0 0 0,1 1 0 0 0,-1-1-1 0 0,1 0 1 0 0,-1 1 0 0 0,1-1 0 0 0,0 0-1 0 0,0 1 1 0 0,0-1 0 0 0,2 5 0 0 0,-3-7-1 0 0,1 1 0 0 0,0-1 1 0 0,-1 1-1 0 0,1-1 0 0 0,-1 1 1 0 0,1-1-1 0 0,-1 0 0 0 0,0 1 1 0 0,0-1-1 0 0,0 0 0 0 0,1 1 1 0 0,-1-1-1 0 0,0 0 0 0 0,-1 0 1 0 0,1 0-1 0 0,0 0 0 0 0,-2 2 1 0 0,-7 7 178 0 0,8-2-43 0 0,0-1-1 0 0,1 1 1 0 0,0 0-1 0 0,0 0 1 0 0,1 0 0 0 0,-1 0-1 0 0,2-1 1 0 0,0 10-1 0 0,0 10 46 0 0,-1-26-186 0 0,0 0 1 0 0,0 0-1 0 0,0 1 1 0 0,0-1-1 0 0,0 0 1 0 0,0 0-1 0 0,0 0 1 0 0,-1 0-1 0 0,1 0 1 0 0,-1 0-1 0 0,1 0 1 0 0,0 0-1 0 0,-1 0 1 0 0,0 0-1 0 0,1 0 1 0 0,-1 0-1 0 0,0-1 1 0 0,1 1-1 0 0,-1 0 1 0 0,0 0-1 0 0,0-1 1 0 0,0 1-1 0 0,1 0 1 0 0,-1-1-1 0 0,0 1 1 0 0,-2 0-1 0 0,2 0 2 0 0,0-1 1 0 0,0 1-1 0 0,0-1 0 0 0,1 1 1 0 0,-1 0-1 0 0,0-1 0 0 0,0 1 1 0 0,0 0-1 0 0,0 0 0 0 0,1-1 1 0 0,-1 1-1 0 0,0 0 0 0 0,1 0 0 0 0,-1 0 1 0 0,1 0-1 0 0,-1 0 0 0 0,1 0 1 0 0,0 0-1 0 0,-1 0 0 0 0,1 0 1 0 0,0 0-1 0 0,-1 0 0 0 0,1 0 1 0 0,0 0-1 0 0,0 0 0 0 0,0 2 1 0 0,-1 18 134 0 0,0-16-122 0 0,0 0 1 0 0,1-1-1 0 0,0 1 1 0 0,0 0-1 0 0,0 0 0 0 0,0-1 1 0 0,1 1-1 0 0,0 0 1 0 0,0 0-1 0 0,0-1 1 0 0,3 8-1 0 0,47 93 205 0 0,-51-103-268 0 0,0-1 0 0 0,0 1 0 0 0,1 0 0 0 0,-1 0 0 0 0,0-1 1 0 0,0 1-1 0 0,-1 0 0 0 0,1-1 0 0 0,0 1 0 0 0,0 0 0 0 0,-1-1 0 0 0,1 1 0 0 0,-1 0 1 0 0,0-1-1 0 0,1 1 0 0 0,-1-1 0 0 0,0 1 0 0 0,0-1 0 0 0,0 1 0 0 0,0-1 1 0 0,0 0-1 0 0,0 1 0 0 0,0-1 0 0 0,-3 2 0 0 0,2 0-881 0 0,12-8 21 0 0,2-2 478 0 0,-6 4 85 0 0,-4 2 230 0 0,-1 1 0 0 0,1-1 0 0 0,-1 0-1 0 0,0 0 1 0 0,1 0 0 0 0,-1 0 0 0 0,0 0-1 0 0,1 0 1 0 0,-1 0 0 0 0,0 0 0 0 0,0 0-1 0 0,0 0 1 0 0,0-1 0 0 0,0 1-1 0 0,0 0 1 0 0,-1-1 0 0 0,1 1 0 0 0,0-1-1 0 0,-1 1 1 0 0,1-1 0 0 0,-1 1 0 0 0,1-1-1 0 0,-1 1 1 0 0,0-1 0 0 0,1 1 0 0 0,-1-1-1 0 0,0 0 1 0 0,0 1 0 0 0,0-1-1 0 0,0 1 1 0 0,-1-4 0 0 0,1-60-5281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3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739 8 1601 0 0,'-28'0'2939'0'0,"13"1"-2364"0"0,0-1 0 0 0,1-1 1 0 0,-1 0-1 0 0,-18-4 1 0 0,28 4-555 0 0,0 1 0 0 0,0-1 0 0 0,-1 1-1 0 0,1 1 1 0 0,0-1 0 0 0,-8 2 0 0 0,-34 3 246 0 0,21-7-119 0 0,7 1 825 0 0,34 5-626 0 0,-14-3-325 0 0,0-1 1 0 0,-1 1 0 0 0,1 0 0 0 0,0 0 0 0 0,-1 0-1 0 0,1 0 1 0 0,-1 0 0 0 0,1-1 0 0 0,-1 1 0 0 0,0 0 0 0 0,1 0-1 0 0,-1 0 1 0 0,0 0 0 0 0,0 0 0 0 0,0 0 0 0 0,0 0-1 0 0,0 0 1 0 0,0 0 0 0 0,0 1 0 0 0,0-1 0 0 0,0 0-1 0 0,0 0 1 0 0,-1 1 0 0 0,-5 23 137 0 0,6-25-160 0 0,-7 6 15 0 0,-1 0 1 0 0,1 1-1 0 0,1 0 1 0 0,-1 0-1 0 0,-8 13 1 0 0,5 2 32 0 0,8-18-35 0 0,0 0-1 0 0,1 0 1 0 0,-1 0-1 0 0,-1 0 0 0 0,1-1 1 0 0,-1 1-1 0 0,1-1 1 0 0,-6 6-1 0 0,-53 70 322 0 0,-4 3-14 0 0,-21-10 224 0 0,63-55-296 0 0,1 1-1 0 0,0 1 0 0 0,-31 37 1 0 0,49-51-300 0 0,0 0 1 0 0,0 0-1 0 0,-1-1 1 0 0,0 1-1 0 0,0-1 1 0 0,0 0 0 0 0,0 0-1 0 0,0-1 1 0 0,-1 0-1 0 0,1 0 1 0 0,-1 0-1 0 0,0 0 1 0 0,-10 2-1 0 0,24-7-839 0 0,0 0 0 0 0,-1 0 0 0 0,0-1 0 0 0,14-7 0 0 0,9-13-4138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4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532 105 720 0 0,'-4'-20'4260'0'0,"-11"7"-2877"0"0,9 9-1316 0 0,6 4-57 0 0,0-1 0 0 0,0 1 1 0 0,0 0-1 0 0,0-1 1 0 0,0 1-1 0 0,1-1 1 0 0,-1 1-1 0 0,0 0 1 0 0,0-1-1 0 0,0 1 0 0 0,0 0 1 0 0,1-1-1 0 0,-1 1 1 0 0,0-1-1 0 0,0 1 1 0 0,1 0-1 0 0,-1 0 0 0 0,0-1 1 0 0,0 1-1 0 0,1 0 1 0 0,-1-1-1 0 0,0 1 1 0 0,1 0-1 0 0,-1 0 1 0 0,0 0-1 0 0,1-1 0 0 0,-1 1 1 0 0,1 0-1 0 0,-1 0 1 0 0,0 0-1 0 0,1 0 1 0 0,-1 0-1 0 0,1 0 0 0 0,-1 0 1 0 0,0 0-1 0 0,1 0 1 0 0,0 0-1 0 0,13-11 34 0 0,-14-21-1458 0 0,-5 27 1307 0 0,-45-2 2281 0 0,45 7-1306 0 0,4-1-837 0 0,1 1 1 0 0,-1-1 0 0 0,0 1 0 0 0,0 0 0 0 0,0-1 0 0 0,1 1 0 0 0,-1 0 0 0 0,0 0 0 0 0,0-1-1 0 0,0 1 1 0 0,0 0 0 0 0,1 0 0 0 0,-1 0 0 0 0,0 0 0 0 0,0 0 0 0 0,0 0 0 0 0,0 1 0 0 0,1-1 0 0 0,-1 0-1 0 0,0 0 1 0 0,0 1 0 0 0,0-1 0 0 0,1 0 0 0 0,-1 1 0 0 0,0-1 0 0 0,0 0 0 0 0,1 1 0 0 0,-1-1 0 0 0,0 1-1 0 0,1 0 1 0 0,-1-1 0 0 0,1 1 0 0 0,-1-1 0 0 0,0 1 0 0 0,1 0 0 0 0,0 0 0 0 0,-1-1 0 0 0,1 1 0 0 0,-1 0-1 0 0,1 0 1 0 0,0-1 0 0 0,-1 1 0 0 0,1 0 0 0 0,0 0 0 0 0,0 1 0 0 0,0 1-19 0 0,-1 1-1 0 0,1-1 1 0 0,-1 1 0 0 0,0-1-1 0 0,0 1 1 0 0,0-1 0 0 0,0 0-1 0 0,-1 0 1 0 0,-2 5 0 0 0,2-4-3 0 0,1-1 0 0 0,-1 1 0 0 0,0 0 0 0 0,1-1 0 0 0,0 1 0 0 0,0 0 0 0 0,0 0 0 0 0,1 0 0 0 0,-1 7 0 0 0,2 14 30 0 0,1 0 0 0 0,1 0 0 0 0,11 39 0 0 0,-11-22 39 0 0,-3-35-55 0 0,0 0 1 0 0,0 0-1 0 0,1-1 1 0 0,0 1 0 0 0,3 11-1 0 0,6 6 39 0 0,0 0-1 0 0,20 30 0 0 0,-29-53-56 0 0,-1 0 1 0 0,1 0-1 0 0,0 0 0 0 0,-1 0 0 0 0,1 0 0 0 0,-1 0 0 0 0,0 0 0 0 0,1 0 1 0 0,-1 0-1 0 0,0 0 0 0 0,0 0 0 0 0,0 0 0 0 0,1 0 0 0 0,-1 1 0 0 0,0-1 1 0 0,-1 0-1 0 0,1 0 0 0 0,0 0 0 0 0,0 0 0 0 0,0 0 0 0 0,-1 0 0 0 0,1 0 1 0 0,0 0-1 0 0,-1 0 0 0 0,1 0 0 0 0,-1 0 0 0 0,1 0 0 0 0,-1 0 0 0 0,0 0 1 0 0,1 0-1 0 0,-1 0 0 0 0,0 0 0 0 0,0-1 0 0 0,1 1 0 0 0,-1 0 1 0 0,0 0-1 0 0,0-1 0 0 0,-1 1 0 0 0,-5 8 49 0 0,22 2-30 0 0,-14-11-21 0 0,0 1-1 0 0,-1 0 0 0 0,1 0 1 0 0,-1 0-1 0 0,1 0 0 0 0,-1 0 1 0 0,1 0-1 0 0,-1 0 0 0 0,1 0 1 0 0,-1 0-1 0 0,0 0 0 0 0,0 0 1 0 0,0 0-1 0 0,1 0 0 0 0,-1 0 1 0 0,0 0-1 0 0,0 0 0 0 0,0 0 1 0 0,0 0-1 0 0,-1 0 0 0 0,1 0 1 0 0,0 0-1 0 0,-1 2 0 0 0,1-2 1 0 0,0-1-1 0 0,0 1 0 0 0,0 0 0 0 0,0-1 1 0 0,0 1-1 0 0,0 0 0 0 0,0 0 0 0 0,0-1 1 0 0,0 1-1 0 0,0 0 0 0 0,1-1 0 0 0,-1 1 1 0 0,0 0-1 0 0,0-1 0 0 0,1 1 0 0 0,-1-1 1 0 0,0 1-1 0 0,1 0 0 0 0,-1-1 0 0 0,1 1 1 0 0,-1-1-1 0 0,0 1 0 0 0,1-1 0 0 0,0 1 1 0 0,-1-1-1 0 0,1 0 0 0 0,-1 1 0 0 0,1-1 1 0 0,-1 1-1 0 0,1-1 0 0 0,0 0 0 0 0,-1 0 1 0 0,1 1-1 0 0,0-1 0 0 0,-1 0 0 0 0,1 0 0 0 0,0 0 1 0 0,-1 0-1 0 0,1 0 0 0 0,0 0 0 0 0,-1 0 1 0 0,3 0-1 0 0,3 1 4 0 0,-5-1-7 0 0,-1 0 0 0 0,0 0 0 0 0,0 0 0 0 0,1 0 0 0 0,-1 0 0 0 0,0 0 0 0 0,0 0 0 0 0,1 1 0 0 0,-1-1 0 0 0,0 0 0 0 0,0 0 0 0 0,0 0 0 0 0,1 0 0 0 0,-1 0 0 0 0,0 1 0 0 0,0-1 0 0 0,0 0 0 0 0,1 0 0 0 0,-1 0 0 0 0,0 1 0 0 0,0-1 0 0 0,0 0 0 0 0,0 0 0 0 0,0 1 0 0 0,0-1 0 0 0,1 0 0 0 0,-1 0 0 0 0,0 1 0 0 0,0-1 0 0 0,0 0 0 0 0,0 0 0 0 0,0 1 0 0 0,0-1 0 0 0,0 0 0 0 0,0 1 0 0 0,0-1 0 0 0,0 0 0 0 0,0 0 0 0 0,0 1 0 0 0,-1-1 0 0 0,1 0 0 0 0,0 0 0 0 0,0 1 0 0 0,0-1 0 0 0,0 0 0 0 0,0 0 0 0 0,0 1 0 0 0,-1-1 0 0 0,1 0 0 0 0,0 0 0 0 0,0 0 0 0 0,0 1 0 0 0,0-1 0 0 0,-1 0 0 0 0,1 0 0 0 0,0 0 0 0 0,0 0 0 0 0,-1 0 0 0 0,1 1 0 0 0,0-1 0 0 0,0 0 0 0 0,-1 0 0 0 0,1 0 0 0 0,0 0 0 0 0,-1 0 0 0 0,-1 0-1 0 0,1 0 2 0 0,0 0 0 0 0,0 1-1 0 0,-1-1 1 0 0,1 0 0 0 0,0 0-1 0 0,0 1 1 0 0,0-1 0 0 0,0 0-1 0 0,0 1 1 0 0,-1-1 0 0 0,1 1-1 0 0,0 0 1 0 0,0-1 0 0 0,0 1-1 0 0,0 0 1 0 0,0-1 0 0 0,1 1-1 0 0,-1 0 1 0 0,0 0 0 0 0,-1 1-1 0 0,0 0 4 0 0,0 0 0 0 0,0-1 0 0 0,-1 1 0 0 0,1-1 0 0 0,0 1 0 0 0,-1-1-1 0 0,1 0 1 0 0,-1 0 0 0 0,0 0 0 0 0,1 0 0 0 0,-1 0 0 0 0,0-1 0 0 0,0 1-1 0 0,1-1 1 0 0,-1 0 0 0 0,-4 0 0 0 0,-5 2 11 0 0,2 1 24 0 0,1-1 0 0 0,-1 0 0 0 0,0 0 0 0 0,1-1 0 0 0,-1-1 0 0 0,0 1 0 0 0,0-2 0 0 0,0 1 0 0 0,0-2 0 0 0,1 1 0 0 0,-1-1 0 0 0,0 0 0 0 0,-14-7 0 0 0,-154-25 734 0 0,84 19-505 0 0,79 15-241 0 0,40-8-1 0 0,-9 3-52 0 0,0 0 1 0 0,32-4-1 0 0,-12 3-30 0 0,54-10-255 0 0,0 5-1 0 0,167-1 1 0 0,-412 11 444 0 0,-273-11 188 0 0,428 12-325 0 0,0 0 1 0 0,0-1-1 0 0,1 1 0 0 0,-1 0 1 0 0,0 0-1 0 0,0 0 1 0 0,0 0-1 0 0,0 0 1 0 0,0 0-1 0 0,0-1 1 0 0,0 1-1 0 0,1 0 0 0 0,-1 0 1 0 0,0 0-1 0 0,0 0 1 0 0,0 0-1 0 0,0-1 1 0 0,0 1-1 0 0,0 0 0 0 0,0 0 1 0 0,0 0-1 0 0,0-1 1 0 0,0 1-1 0 0,0 0 1 0 0,0 0-1 0 0,0 0 1 0 0,0 0-1 0 0,0-1 0 0 0,0 1 1 0 0,0 0-1 0 0,0 0 1 0 0,0 0-1 0 0,0 0 1 0 0,-1 0-1 0 0,1-1 1 0 0,0 1-1 0 0,0 0 0 0 0,0 0 1 0 0,0 0-1 0 0,0 0 1 0 0,0 0-1 0 0,0-1 1 0 0,-1 1-1 0 0,1 0 1 0 0,121-43-318 0 0,84 0 356 0 0,-59 16 104 0 0,-142 27-120 0 0,-2 0-10 0 0,-1 0-1 0 0,0 0 1 0 0,0-1 0 0 0,1 1 0 0 0,-1 0 0 0 0,0 0 0 0 0,0-1-1 0 0,1 1 1 0 0,-1 0 0 0 0,0-1 0 0 0,0 1 0 0 0,0-1 0 0 0,0 1 0 0 0,0-1-1 0 0,0 0 1 0 0,0 0 0 0 0,0 1 0 0 0,0-1 0 0 0,0 0 0 0 0,0 0-1 0 0,1-2 1 0 0,-3 2 1 0 0,0 0-1 0 0,1 0 1 0 0,-1 0-1 0 0,0 0 1 0 0,0 0-1 0 0,0 1 1 0 0,-1-1-1 0 0,1 0 1 0 0,0 0-1 0 0,0 1 1 0 0,0-1-1 0 0,-1 1 1 0 0,1-1-1 0 0,0 1 1 0 0,0-1-1 0 0,-1 1 1 0 0,1 0-1 0 0,0 0 1 0 0,-1 0-1 0 0,1 0 1 0 0,0 0-1 0 0,-3 0 1 0 0,-1-1 25 0 0,-38-4 103 0 0,-47-7 124 0 0,84 11-241 0 0,0 0 0 0 0,-1-1-1 0 0,1 0 1 0 0,0-1-1 0 0,0 1 1 0 0,0-1-1 0 0,1 0 1 0 0,-1 0 0 0 0,1-1-1 0 0,-9-7 1 0 0,13 11-21 0 0,0-1 1 0 0,0 0-1 0 0,0 0 1 0 0,0 0-1 0 0,1 1 1 0 0,-1-1-1 0 0,0 0 1 0 0,1 0-1 0 0,-1 0 1 0 0,0 0-1 0 0,1 0 1 0 0,-1-1-1 0 0,1 1 1 0 0,0 0 0 0 0,-1 0-1 0 0,1 0 1 0 0,0 0-1 0 0,0 0 1 0 0,0-1-1 0 0,0 1 1 0 0,0 0-1 0 0,0 0 1 0 0,0 0-1 0 0,0 0 1 0 0,0-1-1 0 0,0 1 1 0 0,1 0-1 0 0,-1-1 1 0 0,28-31-8 0 0,-11 16-1 0 0,-6 7-32 0 0,0 0 0 0 0,1 1 0 0 0,0 1 1 0 0,1 0-1 0 0,0 0 0 0 0,0 2 0 0 0,21-9 0 0 0,99-27-521 0 0,-125 39 507 0 0,78-12-426 0 0,-84 14 467 0 0,-1 0 0 0 0,1 1 1 0 0,-1-1-1 0 0,1 1 0 0 0,-1-1 0 0 0,1 1 1 0 0,0 0-1 0 0,-1 0 0 0 0,1 0 0 0 0,0 0 1 0 0,-1 0-1 0 0,1 0 0 0 0,0 0 1 0 0,-1 0-1 0 0,1 0 0 0 0,0 1 0 0 0,2 0 1 0 0,-1 1-13 0 0,-1 2-39 0 0,-10 0 47 0 0,-15 3 32 0 0,22-7-15 0 0,-39 14 34 0 0,-75 35 0 0 0,13-3-36 0 0,79-38 3 0 0,37-12-15 0 0,-13 4 12 0 0,-1 0 0 0 0,0 0 0 0 0,0 0 0 0 0,1 0 0 0 0,-1 0 0 0 0,0 0 0 0 0,0 0 0 0 0,0 0-1 0 0,1-1 1 0 0,-1 1 0 0 0,0 0 0 0 0,0 0 0 0 0,0 0 0 0 0,1 0 0 0 0,-1 0 0 0 0,0 0 0 0 0,0 0 0 0 0,0-1 0 0 0,1 1 0 0 0,-1 0 0 0 0,0 0 0 0 0,0 0 0 0 0,0 0 0 0 0,0-1 0 0 0,0 1 0 0 0,0 0 0 0 0,1 0 0 0 0,-1 0 0 0 0,0-1-1 0 0,0 1 1 0 0,0 0 0 0 0,0 0 0 0 0,0 0 0 0 0,0-1 0 0 0,0 1 0 0 0,0 0 0 0 0,0 0 0 0 0,0 0 0 0 0,0-1 0 0 0,0 1 0 0 0,0 0 0 0 0,0-1 0 0 0,4-5-43 0 0,0 5 37 0 0,-4 1 8 0 0,1 0 0 0 0,0 0 0 0 0,0 0 0 0 0,0 0-1 0 0,0 0 1 0 0,0 0 0 0 0,0 0 0 0 0,0-1-1 0 0,0 1 1 0 0,0 0 0 0 0,0-1 0 0 0,-1 1 0 0 0,1-1-1 0 0,0 1 1 0 0,0-1 0 0 0,0 1 0 0 0,-1-1-1 0 0,1 1 1 0 0,0-1 0 0 0,0 0 0 0 0,-1 1 0 0 0,1-1-1 0 0,-1 0 1 0 0,1 0 0 0 0,-1 0 0 0 0,1 1-1 0 0,0-2 1 0 0,-1 0 0 0 0,0 1 0 0 0,1 0 0 0 0,-1-1 0 0 0,0 1 0 0 0,1 0 0 0 0,0 0 0 0 0,-1-1 0 0 0,1 1 0 0 0,0 0 0 0 0,0 0 0 0 0,-1 0 0 0 0,1 0 0 0 0,0 0 0 0 0,0 0 0 0 0,0 0 0 0 0,0 0 0 0 0,0 0 0 0 0,1 0 0 0 0,-1 1 0 0 0,0-1 0 0 0,0 0 0 0 0,0 1 0 0 0,3-1 0 0 0,37-13 0 0 0,-25 9 0 0 0,44-19-200 0 0,-59 24 100 0 0,-1 0-1 0 0,0 0 1 0 0,1 0-1 0 0,-1 0 1 0 0,0 0-1 0 0,0 1 1 0 0,1-1 0 0 0,-1 0-1 0 0,0 0 1 0 0,0 0-1 0 0,0 0 1 0 0,1 0-1 0 0,-1 0 1 0 0,0 1 0 0 0,0-1-1 0 0,0 0 1 0 0,1 0-1 0 0,-1 0 1 0 0,0 1-1 0 0,0-1 1 0 0,0 0-1 0 0,0 0 1 0 0,0 0 0 0 0,1 1-1 0 0,-1-1 1 0 0,0 0-1 0 0,0 0 1 0 0,0 1-1 0 0,0-1 1 0 0,0 0-1 0 0,0 0 1 0 0,0 1 0 0 0,0-1-1 0 0,0 0 1 0 0,0 0-1 0 0,0 1 1 0 0,0-1-1 0 0,0 0 1 0 0,0 0 0 0 0,0 1-1 0 0,0-1 1 0 0,0 0-1 0 0,0 0 1 0 0,0 1-1 0 0,-1-1 1 0 0,1 0-1 0 0,0 0 1 0 0,0 1 0 0 0,0-1-1 0 0,0 0 1 0 0,0 0-1 0 0,-1 0 1 0 0,1 1-1 0 0,0-1 1 0 0,0 0 0 0 0,0 0-1 0 0,-1 0 1 0 0,1 0-1 0 0,0 0 1 0 0,0 1-1 0 0,-1-1 1 0 0,1 0-1 0 0,0 0 1 0 0,0 0 0 0 0,-1 0-1 0 0,1 0 1 0 0,-1 0-1 0 0,-24 12-2633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4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25 240 0 0,'1'1'104'0'0,"-1"0"1"0"0,0-1-1 0 0,0 1 0 0 0,0 0 1 0 0,1-1-1 0 0,-1 1 0 0 0,0 0 0 0 0,1-1 1 0 0,-1 1-1 0 0,0-1 0 0 0,1 1 1 0 0,-1 0-1 0 0,1-1 0 0 0,-1 1 0 0 0,1-1 1 0 0,-1 1-1 0 0,1-1 0 0 0,0 0 1 0 0,-1 1-1 0 0,1-1 0 0 0,-1 0 1 0 0,1 1-1 0 0,0-1 0 0 0,-1 0 0 0 0,1 0 1 0 0,0 1-1 0 0,0-1 0 0 0,-1 0 1 0 0,1 0-1 0 0,0 0 0 0 0,-1 0 0 0 0,1 0 1 0 0,1 0-1 0 0,-8 2 14 0 0,-2 0 153 0 0,3 0 2450 0 0,0-2-2520 0 0,-20 0 305 0 0,50 0-105 0 0,-20 0-308 0 0,0 0 40 0 0,86 11 441 0 0,-71-12-494 0 0,-20 1-79 0 0,0 0 0 0 0,-1 0 0 0 0,1 0 0 0 0,0 0 0 0 0,0 0 0 0 0,0 0 0 0 0,-1 0 0 0 0,1 0-1 0 0,0 0 1 0 0,0-1 0 0 0,-1 1 0 0 0,1 0 0 0 0,0 0 0 0 0,0 0 0 0 0,0 0 0 0 0,0 0 0 0 0,-1-1 0 0 0,1 1 0 0 0,0 0 0 0 0,0 0 0 0 0,0 0 0 0 0,0 0 0 0 0,0-1-1 0 0,-1 1 1 0 0,1 0 0 0 0,0 0 0 0 0,0-1 0 0 0,0 1 0 0 0,0 0 0 0 0,0 0 0 0 0,0 0 0 0 0,0-1 0 0 0,0 1 0 0 0,0 0 0 0 0,0 0 0 0 0,0-1 0 0 0,0 1 0 0 0,0 0 0 0 0,0 0-1 0 0,0-1 1 0 0,0 1 0 0 0,0 0 0 0 0,0 0 0 0 0,0 0 0 0 0,1-1 0 0 0,-1 1 0 0 0,0 0 0 0 0,0 0 0 0 0,0 0 0 0 0,0-1 0 0 0,0 1 0 0 0,1 0 0 0 0,-1 0 0 0 0,0 0-1 0 0,0 0 1 0 0,0-1 0 0 0,0 1 0 0 0,1 0 0 0 0,-1 0 0 0 0,0 0 0 0 0,0 0 0 0 0,0 0 0 0 0,1 0 0 0 0,-1 0 0 0 0,0 0 0 0 0,0 0 0 0 0,1 0 0 0 0,-1-1 0 0 0,0 1-1 0 0,0 0 2 0 0,-2 0-29 0 0,1 0 12 0 0,0 0 0 0 0,0-1-1 0 0,-1 1 1 0 0,1 0 0 0 0,0 0-1 0 0,-1-1 1 0 0,1 1 0 0 0,0-1-1 0 0,0 1 1 0 0,0-1 0 0 0,0 0-1 0 0,0 1 1 0 0,0-1-1 0 0,0 0 1 0 0,0 0 0 0 0,0 0-1 0 0,0 1 1 0 0,0-1 0 0 0,-1-2-1 0 0,2 2-10 0 0,-1 0 0 0 0,1 0-1 0 0,-1 1 1 0 0,0-1 0 0 0,1 0 0 0 0,-1 0-1 0 0,0 0 1 0 0,1 1 0 0 0,-1-1 0 0 0,0 0-1 0 0,0 1 1 0 0,1-1 0 0 0,-1 1 0 0 0,0-1-1 0 0,0 1 1 0 0,0-1 0 0 0,0 1 0 0 0,0 0-1 0 0,0-1 1 0 0,0 1 0 0 0,0 0-1 0 0,0 0 1 0 0,0 0 0 0 0,0 0 0 0 0,0 0-1 0 0,0 0 1 0 0,0 0 0 0 0,0 0 0 0 0,0 0-1 0 0,0 0 1 0 0,-2 1 0 0 0,-33 5-2108 0 0,34-6 1749 0 0,0 0 271 0 0,1 0 1 0 0,0 0-1 0 0,0 1 1 0 0,0-1-1 0 0,0 0 1 0 0,0 0-1 0 0,0 1 1 0 0,0-1 0 0 0,0 0-1 0 0,0 1 1 0 0,0-1-1 0 0,0 1 1 0 0,0-1-1 0 0,0 1 1 0 0,0 0-1 0 0,0-1 1 0 0,0 1-1 0 0,1 0 1 0 0,-1 0-1 0 0,0-1 1 0 0,0 1-1 0 0,1 0 1 0 0,-2 1-1 0 0,2 0-51 0 0,0-1-1 0 0,-1 1 0 0 0,1-1 0 0 0,-1 0 1 0 0,0 1-1 0 0,1-1 0 0 0,-1 0 0 0 0,0 1 0 0 0,0-1 1 0 0,0 0-1 0 0,0 0 0 0 0,0 0 0 0 0,0 0 0 0 0,0 0 1 0 0,0 0 0 0 0,-2 1-1 0 0,-7 3 1197 0 0,5-13 6051 0 0,0 6-6908 0 0,-15-2-1 0 0,19 3 236 0 0,-6-14 122 0 0,15 9-280 0 0,17 8 399 0 0,187 37-583 0 0,-188-36-44 0 0,-43-7 20 0 0,-52-28 51 0 0,33 22-14 0 0,-65-10 0 0 0,89 17-52 0 0,-32 0 37 0 0,71 13 2 0 0,151-3-14 0 0,-171-7-146 0 0,-2-2-2740 0 0,-16-2 1651 0 0,-37-2-1886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48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91 960 0 0,'-60'-13'2882'0'0,"30"1"-881"0"0,0-15-1601 0 0,-31-11-3842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2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33 640 0 0,'-30'-8'1841'0'0,"30"2"-560"0"0,-30 1-321 0 0,30-3-960 0 0,-31 2-1921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2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28 277 960 0 0,'0'-57'6617'0'0,"0"56"-6596"0"0,0 1 0 0 0,1-1 0 0 0,-1 1 0 0 0,0 0 0 0 0,0-1 0 0 0,1 1 0 0 0,-1 0 0 0 0,0-1 0 0 0,1 1 0 0 0,-1-1 0 0 0,0 1 0 0 0,1 0 0 0 0,-1 0 0 0 0,0-1 0 0 0,1 1 0 0 0,-1 0 0 0 0,1 0 0 0 0,-1-1 0 0 0,1 1 0 0 0,-1 0 0 0 0,0 0 0 0 0,1 0 0 0 0,-1 0 0 0 0,1 0 0 0 0,-1 0 0 0 0,1 0 0 0 0,-1 0 0 0 0,1 0 0 0 0,-1 0 0 0 0,1 0 0 0 0,-1 0 0 0 0,1 0 0 0 0,-1 0 0 0 0,1 0 0 0 0,0 1 0 0 0,-1-1 3 0 0,1 0 0 0 0,-1 0 1 0 0,1 0-1 0 0,-1 0 0 0 0,1 0 0 0 0,-1 0 0 0 0,1 1 1 0 0,-1-1-1 0 0,1 0 0 0 0,-1 0 0 0 0,1-1 0 0 0,-1 1 1 0 0,1 0-1 0 0,-1 0 0 0 0,0 0 0 0 0,1 0 0 0 0,-1 0 1 0 0,1 0-1 0 0,-1-1 0 0 0,1 1 0 0 0,-1 0 0 0 0,1 0 1 0 0,-1-1-1 0 0,0 1 0 0 0,1 0 0 0 0,-1-1 0 0 0,1 1 1 0 0,-1 0-1 0 0,0-1 0 0 0,1 1 0 0 0,-1-1 0 0 0,0 1 1 0 0,0-1-1 0 0,1 1 0 0 0,-1-1 0 0 0,1 0-4 0 0,-1 0 1 0 0,1 0-1 0 0,-1 0 0 0 0,1 0 0 0 0,0 0 1 0 0,-1 0-1 0 0,1 0 0 0 0,0 0 0 0 0,0 1 1 0 0,0-1-1 0 0,0 0 0 0 0,0 1 0 0 0,-1-1 1 0 0,1 0-1 0 0,0 1 0 0 0,1-1 0 0 0,-1 1 1 0 0,1-1-1 0 0,16-11 222 0 0,88-90 385 0 0,-71 65-440 0 0,-31 23-131 0 0,-4 13-55 0 0,0 0 1 0 0,0 0 0 0 0,0 1 0 0 0,0-1-1 0 0,0 0 1 0 0,0 1 0 0 0,0-1-1 0 0,1 0 1 0 0,-1 0 0 0 0,0 1-1 0 0,0-1 1 0 0,0 0 0 0 0,1 1 0 0 0,-1-1-1 0 0,0 0 1 0 0,1 1 0 0 0,-1-1-1 0 0,1 1 1 0 0,-1-1 0 0 0,1 0 0 0 0,0 0-1 0 0,19-10 79 0 0,-22 12-74 0 0,-1 0 0 0 0,0 0-1 0 0,1 0 1 0 0,-1 0 0 0 0,0 1 0 0 0,1-1-1 0 0,0 1 1 0 0,-1 0 0 0 0,1-1-1 0 0,0 1 1 0 0,0 0 0 0 0,0 0 0 0 0,0 1-1 0 0,0-1 1 0 0,0 0 0 0 0,1 1-1 0 0,-1-1 1 0 0,-1 5 0 0 0,-14 16 19 0 0,6-10-17 0 0,0 1 0 0 0,1 0 1 0 0,0 1-1 0 0,1 0 0 0 0,1 1 1 0 0,1-1-1 0 0,-7 21 0 0 0,7-6-15 0 0,2-10-4 0 0,0 0 0 0 0,-14 34 0 0 0,11-35 22 0 0,-18 40 97 0 0,-25 88 0 0 0,50-144-120 0 0,1-1 0 0 0,-1 0 0 0 0,1 1 0 0 0,0-1 0 0 0,-1 1 0 0 0,1-1 0 0 0,1 1 0 0 0,-1-1 0 0 0,0 0 0 0 0,1 1 0 0 0,-1-1 0 0 0,1 1 0 0 0,-1-1 0 0 0,1 0 0 0 0,0 1 0 0 0,0-1 0 0 0,0 0 0 0 0,1 0 0 0 0,-1 0 0 0 0,2 3 0 0 0,0-2-47 0 0,1 0 0 0 0,-1 0 0 0 0,1 0 0 0 0,-1 0 0 0 0,1 0 0 0 0,0-1 0 0 0,0 1 0 0 0,1-1 1 0 0,-1 0-1 0 0,5 1 0 0 0,2 1-169 0 0,1-1 1 0 0,-1 0-1 0 0,1-1 0 0 0,-1-1 1 0 0,1 0-1 0 0,0 0 0 0 0,21-2 1 0 0,2-9-1934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24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244 201 1361 0 0,'6'0'180'0'0,"-5"1"-41"0"0,-1-1 1 0 0,1 0-1 0 0,0 0 0 0 0,0 0 0 0 0,0 0 0 0 0,0 1 0 0 0,-1-1 0 0 0,1 0 1 0 0,0 0-1 0 0,0-1 0 0 0,0 1 0 0 0,0 0 0 0 0,-1 0 0 0 0,1 0 1 0 0,0 0-1 0 0,0-1 0 0 0,0 1 0 0 0,-1 0 0 0 0,1-1 0 0 0,0 1 1 0 0,-1-1-1 0 0,1 1 0 0 0,0-1 0 0 0,-1 1 0 0 0,1-1 0 0 0,0 1 0 0 0,-1-1 1 0 0,1 0-1 0 0,-1 1 0 0 0,1-1 0 0 0,-1 0 0 0 0,1 1 0 0 0,-1-1 1 0 0,0 0-1 0 0,1 0 0 0 0,-1 1 0 0 0,0-1 0 0 0,1 0 0 0 0,-1 0 0 0 0,0 0 1 0 0,0 0-1 0 0,0 1 0 0 0,0-1 0 0 0,0 0 0 0 0,0 0 0 0 0,0 0 1 0 0,0 0-1 0 0,0 1 0 0 0,0-1 0 0 0,-1 0 0 0 0,1-1 0 0 0,-1 1-114 0 0,0 0-1 0 0,0 1 1 0 0,1-1-1 0 0,-1 0 1 0 0,0 1 0 0 0,0-1-1 0 0,0 0 1 0 0,0 1-1 0 0,0-1 1 0 0,0 1-1 0 0,0 0 1 0 0,0-1-1 0 0,0 1 1 0 0,0 0-1 0 0,0-1 1 0 0,0 1-1 0 0,0 0 1 0 0,0 0-1 0 0,0 0 1 0 0,0 0 0 0 0,0 0-1 0 0,0 0 1 0 0,-2 1-1 0 0,-28 1 201 0 0,20 1-137 0 0,0 0 0 0 0,0 1 0 0 0,0 0 0 0 0,1 1 0 0 0,0 0 0 0 0,-1 1 0 0 0,2 0 0 0 0,-13 10 0 0 0,5-1 14 0 0,1 2 0 0 0,0 0 0 0 0,-15 21 1 0 0,27-32-97 0 0,0 0 0 0 0,0 1 1 0 0,1-1-1 0 0,0 1 1 0 0,0 0-1 0 0,0 0 0 0 0,1 0 1 0 0,0 0-1 0 0,1 1 1 0 0,-1-1-1 0 0,2 1 0 0 0,-1 11 1 0 0,1-16 0 0 0,0 0 0 0 0,0 0 0 0 0,0 0 0 0 0,0 0 0 0 0,1 0-1 0 0,0 0 1 0 0,-1 0 0 0 0,1 0 0 0 0,0 0 0 0 0,0-1 0 0 0,1 1 0 0 0,-1 0 0 0 0,1-1 0 0 0,-1 1 0 0 0,1-1 0 0 0,0 1 0 0 0,0-1 0 0 0,0 0 0 0 0,0 0 0 0 0,0 0 0 0 0,0 0 0 0 0,1 0 0 0 0,-1 0 0 0 0,1-1 0 0 0,-1 1 0 0 0,1-1 0 0 0,0 1-1 0 0,0-1 1 0 0,-1 0 0 0 0,1 0 0 0 0,0-1 0 0 0,0 1 0 0 0,0 0 0 0 0,0-1 0 0 0,3 0 0 0 0,25 1 14 0 0,0-2 1 0 0,0-1-1 0 0,-1-1 0 0 0,54-14 1 0 0,-71 15 49 0 0,0-1-1 0 0,0-1 1 0 0,-1 0 0 0 0,1 0-1 0 0,-1-1 1 0 0,1-1 0 0 0,-2 0-1 0 0,1-1 1 0 0,11-9 0 0 0,35-23 494 0 0,-2-3-1 0 0,72-69 1 0 0,-123 106-497 0 0,-1 0 0 0 0,1 0 1 0 0,-1-1-1 0 0,0 0 0 0 0,-1 0 0 0 0,1 0 1 0 0,-1 0-1 0 0,-1 0 0 0 0,1-1 0 0 0,-1 0 1 0 0,0 1-1 0 0,0-1 0 0 0,-1 0 0 0 0,0 0 1 0 0,0 0-1 0 0,-1 0 0 0 0,1 0 0 0 0,-3-13 1 0 0,2 7 101 0 0,0 10-164 0 0,0 0 0 0 0,0 1 0 0 0,0-1 0 0 0,-1 0 0 0 0,1 0 0 0 0,-1 1 0 0 0,0-1 0 0 0,0 0 0 0 0,0 1 0 0 0,0-1 0 0 0,0 1 0 0 0,-1-1-1 0 0,1 1 1 0 0,-1-1 0 0 0,1 1 0 0 0,-1 0 0 0 0,0 0 0 0 0,0 0 0 0 0,0 0 0 0 0,0 0 0 0 0,0 0 0 0 0,-1 1 0 0 0,1-1 0 0 0,-1 1 0 0 0,1 0 0 0 0,-1-1 0 0 0,1 1 0 0 0,-1 0-1 0 0,1 0 1 0 0,-1 1 0 0 0,0-1 0 0 0,0 0 0 0 0,1 1 0 0 0,-1 0 0 0 0,0 0 0 0 0,0 0 0 0 0,-3 0 0 0 0,-3 0-287 0 0,0 0-1 0 0,-1 1 1 0 0,1 0 0 0 0,0 1-1 0 0,0-1 1 0 0,0 2-1 0 0,0-1 1 0 0,0 2 0 0 0,-14 6-1 0 0,17-6-100 0 0,0 0 0 0 0,0 1 0 0 0,1-1 0 0 0,0 2-1 0 0,-6 5 1 0 0,10-10 301 0 0,-54 58-3414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7:2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215 227 1841 0 0,'6'-2'584'0'0,"-5"2"-439"0"0,1 0-1 0 0,-1 0 1 0 0,0-1 0 0 0,1 1 0 0 0,-1-1 0 0 0,0 1 0 0 0,0-1 0 0 0,1 1 0 0 0,-1-1 0 0 0,0 0 0 0 0,0 0 0 0 0,0 0 0 0 0,0 1 0 0 0,0-1 0 0 0,0 0 0 0 0,0 0 0 0 0,0 0 0 0 0,0-1 0 0 0,0 1 0 0 0,0-2 0 0 0,0 2-64 0 0,-1 0 0 0 0,1 0 0 0 0,0 0 0 0 0,-1 1 0 0 0,1-1 0 0 0,0 0 0 0 0,-1 1 0 0 0,1-1 0 0 0,0 0 0 0 0,0 1 0 0 0,0-1 0 0 0,0 1 0 0 0,0-1 0 0 0,-1 1 0 0 0,1-1 0 0 0,0 1 0 0 0,0 0 0 0 0,0-1 0 0 0,0 1 1 0 0,0 0-1 0 0,0 0 0 0 0,0 0 0 0 0,0 0 0 0 0,0 0 0 0 0,2 0 0 0 0,-1 0 133 0 0,-2 0-191 0 0,0-1 1 0 0,1 1-1 0 0,-1 0 0 0 0,0 0 0 0 0,1 0 1 0 0,-1 0-1 0 0,0-1 0 0 0,0 1 0 0 0,1 0 1 0 0,-1 0-1 0 0,0 0 0 0 0,0-1 0 0 0,1 1 0 0 0,-1 0 1 0 0,0-1-1 0 0,0 1 0 0 0,0 0 0 0 0,1 0 1 0 0,-1-1-1 0 0,0 1 0 0 0,0 0 0 0 0,0-1 0 0 0,0 1 1 0 0,0 0-1 0 0,0-1 0 0 0,0 1 0 0 0,0 0 1 0 0,0-1-1 0 0,0 1 0 0 0,0 0 0 0 0,0-1 1 0 0,0 1-1 0 0,0-1 0 0 0,0 1 0 0 0,0 0 0 0 0,0-1 1 0 0,0 1-1 0 0,0 0 0 0 0,0-1 0 0 0,-1 1 1 0 0,1 0-1 0 0,0 0 0 0 0,0-1 0 0 0,0 1 1 0 0,-1 0-1 0 0,1 0 0 0 0,0-1 0 0 0,0 1 0 0 0,-1 0 1 0 0,1 0-1 0 0,0-1 0 0 0,0 1 0 0 0,-1 0 1 0 0,1 0-1 0 0,0 0 0 0 0,-1 0 0 0 0,1-1 1 0 0,-51 2 362 0 0,46-1-226 0 0,0 2-106 0 0,-15 3-81 0 0,15-4 80 0 0,5-2-43 0 0,0 0-1 0 0,0 1 1 0 0,0-1-1 0 0,0 0 1 0 0,0 0-1 0 0,0 0 1 0 0,0 1-1 0 0,0-1 1 0 0,1 0-1 0 0,-1 0 1 0 0,0 1-1 0 0,1-1 1 0 0,-1 0-1 0 0,0 1 0 0 0,1-1 1 0 0,-1 0-1 0 0,1 1 1 0 0,-1-1-1 0 0,1 0 1 0 0,-1 1-1 0 0,1-1 1 0 0,-1 1-1 0 0,1-1 1 0 0,0 1-1 0 0,-1-1 1 0 0,1 1-1 0 0,0-1 0 0 0,-1 1 1 0 0,1 0-1 0 0,0 0 1 0 0,0-1-1 0 0,-1 1 1 0 0,1 0-1 0 0,1 0 1 0 0,-2-1-6 0 0,1 1 0 0 0,0 0 1 0 0,-1 0-1 0 0,1 0 1 0 0,0-1-1 0 0,0 1 0 0 0,-1 0 1 0 0,1 0-1 0 0,-1-1 1 0 0,1 1-1 0 0,0-1 0 0 0,-1 1 1 0 0,1-1-1 0 0,-1 1 0 0 0,1-1 1 0 0,-1 1-1 0 0,1-1 1 0 0,-1 1-1 0 0,1-1 0 0 0,-1 1 1 0 0,0-1-1 0 0,1 0 0 0 0,-1 1 1 0 0,0-1-1 0 0,0 0 1 0 0,1 1-1 0 0,-1-1 0 0 0,0 0 1 0 0,0 0-1 0 0,0 1 1 0 0,0-1-1 0 0,0 0 0 0 0,0-1 1 0 0,1 1 4 0 0,-1-1 1 0 0,0 1 0 0 0,1-1 0 0 0,-1 1 0 0 0,1-1-1 0 0,0 1 1 0 0,-1-1 0 0 0,1 1 0 0 0,0-1-1 0 0,0 1 1 0 0,0 0 0 0 0,0 0 0 0 0,0-1 0 0 0,0 1-1 0 0,0 0 1 0 0,0 0 0 0 0,1 0 0 0 0,0-1-1 0 0,34-20 113 0 0,-3-1 38 0 0,-30 19-148 0 0,0 0 0 0 0,0 0 1 0 0,1 0-1 0 0,-1 0 1 0 0,1 0-1 0 0,0 1 1 0 0,0 0-1 0 0,0-1 1 0 0,1 1-1 0 0,-1 1 1 0 0,1-1-1 0 0,-1 1 0 0 0,1 0 1 0 0,5-2-1 0 0,2-1-8 0 0,-1 0-1 0 0,1 1 1 0 0,0 0 0 0 0,0 1-1 0 0,0 1 1 0 0,1 0-1 0 0,-1 0 1 0 0,1 1-1 0 0,-1 1 1 0 0,1 0-1 0 0,-1 1 1 0 0,1 0 0 0 0,-1 1-1 0 0,22 5 1 0 0,-30-4 0 0 0,0 0 1 0 0,0 0 0 0 0,-1 1 0 0 0,1-1-1 0 0,-1 1 1 0 0,0 0 0 0 0,0-1 0 0 0,0 1-1 0 0,-1 0 1 0 0,1 1 0 0 0,-1-1 0 0 0,0 0 0 0 0,0 1-1 0 0,-1 0 1 0 0,2 5 0 0 0,12 23 79 0 0,-10-23-62 0 0,-2-7-13 0 0,0 1 0 0 0,-1-1-1 0 0,0 1 1 0 0,0 0 0 0 0,0 0-1 0 0,0 0 1 0 0,-1 0-1 0 0,0 0 1 0 0,1 1 0 0 0,-1-1-1 0 0,-1 0 1 0 0,1 1 0 0 0,-1-1-1 0 0,0 0 1 0 0,0 1 0 0 0,0-1-1 0 0,0 0 1 0 0,-2 8 0 0 0,-7 8 61 0 0,6-16-39 0 0,1 0 1 0 0,0 1-1 0 0,0-1 0 0 0,1 1 0 0 0,-1-1 0 0 0,1 1 0 0 0,0 0 1 0 0,0 0-1 0 0,0-1 0 0 0,1 6 0 0 0,-1 1 72 0 0,0 0-1 0 0,-1-1 1 0 0,0 1 0 0 0,0-1-1 0 0,-1 1 1 0 0,-7 14-1 0 0,-4 17 234 0 0,10-33-247 0 0,0 0-1 0 0,-1-1 1 0 0,1 1 0 0 0,-2-1-1 0 0,1 1 1 0 0,-1-2 0 0 0,0 1 0 0 0,-1-1-1 0 0,-8 8 1 0 0,4-3 76 0 0,0 0 0 0 0,0 0 0 0 0,-10 19 0 0 0,19-28-145 0 0,-4 9 100 0 0,-1 0-1 0 0,0 0 0 0 0,0-1 1 0 0,-2 0-1 0 0,1 0 1 0 0,-1-1-1 0 0,-1 0 1 0 0,0 0-1 0 0,0-1 1 0 0,-20 13-1 0 0,13-12-97 0 0,-1-1 1 0 0,0 0-1 0 0,-1-1 0 0 0,1-1 0 0 0,-38 8 1 0 0,47-13-25 0 0,1-1 0 0 0,-1-1 1 0 0,0 1-1 0 0,0-2 0 0 0,0 1 1 0 0,0-1-1 0 0,0 0 0 0 0,1-1 1 0 0,-1 0-1 0 0,0-1 0 0 0,1 0 1 0 0,0 0-1 0 0,-1 0 0 0 0,1-1 1 0 0,-13-9-1 0 0,16 10 13 0 0,0-1 1 0 0,-1 0 0 0 0,1 0-1 0 0,1 0 1 0 0,-1-1-1 0 0,0 0 1 0 0,-3-5 0 0 0,-9-8 2 0 0,15 14-11 0 0,1 1 1 0 0,0-1 0 0 0,0 1 0 0 0,0-1 0 0 0,0 1-1 0 0,1-1 1 0 0,-1 0 0 0 0,1 1 0 0 0,0-1-1 0 0,0 0 1 0 0,0 1 0 0 0,0-1 0 0 0,2-6 0 0 0,-1-3-57 0 0,-1 12 52 0 0,0 0 0 0 0,0 0 1 0 0,1 0-1 0 0,-1 0 1 0 0,0 0-1 0 0,0 0 1 0 0,1 0-1 0 0,-1 0 0 0 0,1 1 1 0 0,-1-1-1 0 0,1 0 1 0 0,-1 0-1 0 0,1 0 1 0 0,-1 1-1 0 0,1-1 0 0 0,0 0 1 0 0,-1 0-1 0 0,1 1 1 0 0,0-1-1 0 0,0 1 1 0 0,0-1-1 0 0,-1 1 0 0 0,1-1 1 0 0,0 1-1 0 0,0-1 1 0 0,1 1-1 0 0,7-6-10 0 0,-6 2-16 0 0,0 1 1 0 0,1 0-1 0 0,-1 0 0 0 0,1 0 1 0 0,0 0-1 0 0,0 0 0 0 0,0 1 0 0 0,0 0 1 0 0,0 0-1 0 0,0 0 0 0 0,1 0 1 0 0,-1 0-1 0 0,6 0 0 0 0,-8 2 8 0 0,1 0-1 0 0,-1 1 1 0 0,-1-1-1 0 0,1 1 1 0 0,0-1-1 0 0,0 1 0 0 0,0 0 1 0 0,0 0-1 0 0,0 0 1 0 0,-1 0-1 0 0,1 0 1 0 0,0 0-1 0 0,-1 1 1 0 0,4 2-1 0 0,5 28 167 0 0,-5-18-84 0 0,2-1 1 0 0,-1-1 0 0 0,2 1-1 0 0,0-1 1 0 0,0 0-1 0 0,1-1 1 0 0,1 1 0 0 0,0-2-1 0 0,0 0 1 0 0,1 0 0 0 0,0-1-1 0 0,14 10 1 0 0,-1-4-40 0 0,0 0 1 0 0,1-1-1 0 0,1-2 1 0 0,0 0-1 0 0,43 12 0 0 0,-55-21-346 0 0,0-1 0 0 0,0 0 0 0 0,1-1 0 0 0,-1-1-1 0 0,1 0 1 0 0,-1-1 0 0 0,0 0 0 0 0,1-2 0 0 0,-1 1-1 0 0,0-2 1 0 0,0 1 0 0 0,20-10 0 0 0,-27 11-58 0 0,-1-1 1 0 0,0 0 0 0 0,1 0-1 0 0,-1 0 1 0 0,0-1-1 0 0,-1 0 1 0 0,1 0-1 0 0,5-6 1 0 0,-5 3-644 0 0,0 0 0 0 0,-1-1 0 0 0,0 0 0 0 0,0 0 1 0 0,3-11-1 0 0,-7 18 957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16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0 1121 0 0,'91'0'8150'0'0,"-91"1"-8120"0"0,0-1 0 0 0,0 0 0 0 0,0 0 0 0 0,1 1 0 0 0,-1-1 0 0 0,0 0 1 0 0,0 1-1 0 0,0-1 0 0 0,0 1 0 0 0,0-1 0 0 0,0 0 0 0 0,0 1 0 0 0,0-1 0 0 0,0 0 0 0 0,0 1 0 0 0,0-1 0 0 0,0 0 1 0 0,0 1-1 0 0,0-1 0 0 0,0 0 0 0 0,0 1 0 0 0,-1-1 0 0 0,1 0 0 0 0,0 1 0 0 0,0-1 0 0 0,0 0 0 0 0,0 0 0 0 0,-1 1 1 0 0,1-1-1 0 0,0 0 0 0 0,0 0 0 0 0,-1 1 0 0 0,1-1 0 0 0,0 0 0 0 0,-1 0 0 0 0,1 1 0 0 0,0-1 0 0 0,0 0 0 0 0,-1 0 1 0 0,1 0-1 0 0,0 0 0 0 0,-1 0 0 0 0,-19 2 63 0 0,15-2 41 0 0,0 0-41 0 0,-51 0 67 0 0,26-2-80 0 0,0-3 0 0 0,16 3-32 0 0,0 1 0 0 0,0 0 0 0 0,0 1 0 0 0,-20 1 0 0 0,9 1 32 0 0,3 0 180 0 0,0 1 0 0 0,-1 2 0 0 0,2 0 0 0 0,-40 15-1 0 0,29-10-117 0 0,-1 3 81 0 0,31-7-166 0 0,-3-3-12 0 0,1 0 0 0 0,-1 0 0 0 0,0 0 0 0 0,0 0 0 0 0,0-1 0 0 0,0 0 0 0 0,-1 0 0 0 0,-9 2 0 0 0,8-2-17 0 0,0 0 0 0 0,0 0 0 0 0,1 1-1 0 0,-1 0 1 0 0,1 0 0 0 0,-1 0-1 0 0,-7 6 1 0 0,-5 6 102 0 0,8-6-122 0 0,-1-1 1 0 0,0 0 0 0 0,0 0 0 0 0,-17 7-1 0 0,12-9-4 0 0,13-5 9 0 0,1 0 0 0 0,0 0 0 0 0,-1 0 1 0 0,1 1-1 0 0,0-1 0 0 0,0 1 0 0 0,0 0 0 0 0,0 0 0 0 0,1 0 0 0 0,-1 0 0 0 0,0 0 0 0 0,1 1 0 0 0,-3 2 0 0 0,2-2-3 0 0,-1 0 0 0 0,0-1 0 0 0,0 0 0 0 0,0 0 0 0 0,0 0 0 0 0,0 0 1 0 0,-1 0-1 0 0,-6 1 0 0 0,-26 12 6 0 0,28-9 30 0 0,0 0 1 0 0,0-1-1 0 0,-1 0 1 0 0,-11 4-1 0 0,-12 7 15 0 0,24 3 33 0 0,-4-11-20 0 0,10-7-65 0 0,1 0-1 0 0,-1 0 1 0 0,1 1-1 0 0,0-1 1 0 0,-1 0-1 0 0,1 1 0 0 0,0 0 1 0 0,0-1-1 0 0,0 1 1 0 0,0 0-1 0 0,0 0 1 0 0,0 0-1 0 0,1 0 1 0 0,-1 1-1 0 0,1-1 1 0 0,0 0-1 0 0,-2 4 1 0 0,3-5-13 0 0,0 0 0 0 0,0 0 0 0 0,0 0 0 0 0,-1 0 0 0 0,1-1 0 0 0,0 1 0 0 0,0 0 0 0 0,0 0 0 0 0,-1 0 0 0 0,1-1 0 0 0,0 1 0 0 0,-1 0 0 0 0,1 0 0 0 0,-1-1 0 0 0,1 1 0 0 0,-1 0 0 0 0,1-1 0 0 0,-1 1 0 0 0,0 0 0 0 0,1-1 0 0 0,-1 1 0 0 0,0-1 1 0 0,1 1-1 0 0,-1-1 0 0 0,0 1 0 0 0,0-1 0 0 0,1 0 0 0 0,-2 1 0 0 0,1-1 3 0 0,0 1 1 0 0,0-1-1 0 0,0 1 0 0 0,0-1 1 0 0,0 1-1 0 0,0 0 0 0 0,0-1 1 0 0,1 1-1 0 0,-1 0 0 0 0,0-1 1 0 0,0 1-1 0 0,1 0 0 0 0,-1 0 1 0 0,0 0-1 0 0,1 0 0 0 0,-1 0 1 0 0,1 0-1 0 0,-1 0 1 0 0,1 0-1 0 0,0 0 0 0 0,-1 0 1 0 0,1 0-1 0 0,0 0 0 0 0,0 0 1 0 0,0 0-1 0 0,-1 0 0 0 0,1 0 1 0 0,1 2-1 0 0,-2-2 4 0 0,1 0 1 0 0,0 0-1 0 0,0 0 0 0 0,-1 0 1 0 0,1 1-1 0 0,0-1 0 0 0,-1 0 1 0 0,1 0-1 0 0,-1 0 0 0 0,1 0 1 0 0,-1-1-1 0 0,0 1 0 0 0,1 0 1 0 0,-1 0-1 0 0,0 0 0 0 0,0 0 1 0 0,0-1-1 0 0,0 1 0 0 0,1 0 1 0 0,-3 0-1 0 0,2 0-4 0 0,0 0 1 0 0,-1 0-1 0 0,1-1 0 0 0,0 1 0 0 0,0 0 1 0 0,0 0-1 0 0,0 0 0 0 0,0 1 0 0 0,0-1 1 0 0,1 0-1 0 0,-1 0 0 0 0,0 0 0 0 0,1 1 1 0 0,-1-1-1 0 0,0 0 0 0 0,1 1 0 0 0,0-1 0 0 0,-1 0 1 0 0,1 1-1 0 0,0-1 0 0 0,-1 3 0 0 0,1 0-1 0 0,0-1-1 0 0,-1 1 1 0 0,1 0-1 0 0,-1 0 1 0 0,0-1-1 0 0,0 1 1 0 0,-1 0-1 0 0,1-1 1 0 0,-1 1-1 0 0,0-1 1 0 0,1 0-1 0 0,-2 1 1 0 0,1-1-1 0 0,0 0 1 0 0,-1 0-1 0 0,-4 4 1 0 0,4-4 0 0 0,0 0 1 0 0,0 0 0 0 0,1 0-1 0 0,-1 0 1 0 0,1 1-1 0 0,0-1 1 0 0,0 1-1 0 0,0-1 1 0 0,0 1 0 0 0,1 0-1 0 0,0 0 1 0 0,-1 0-1 0 0,1 0 1 0 0,1 0 0 0 0,-1 0-1 0 0,0 7 1 0 0,1-9 4 0 0,0 0 0 0 0,-1-1 0 0 0,1 1 0 0 0,0-1 0 0 0,-1 1 0 0 0,1-1 0 0 0,-1 1 0 0 0,1-1 1 0 0,-1 0-1 0 0,0 1 0 0 0,1-1 0 0 0,-1 0 0 0 0,0 1 0 0 0,0-1 0 0 0,0 0 0 0 0,0 0 0 0 0,0 0 0 0 0,-1 0 0 0 0,-1 2 1 0 0,2-3 0 0 0,0 1 1 0 0,0 0 0 0 0,0 0 0 0 0,0 0 0 0 0,0 0 0 0 0,0 0 0 0 0,0 1 0 0 0,0-1 0 0 0,1 0 0 0 0,-1 0 0 0 0,0 1 0 0 0,1-1-1 0 0,-1 0 1 0 0,0 1 0 0 0,1-1 0 0 0,0 1 0 0 0,-1-1 0 0 0,1 0 0 0 0,0 3 0 0 0,0-3 2 0 0,0 1 0 0 0,0 0 0 0 0,-1 0 0 0 0,1 0 0 0 0,0 0 0 0 0,-1 0 0 0 0,1-1-1 0 0,-1 1 1 0 0,0 0 0 0 0,1 0 0 0 0,-1-1 0 0 0,0 1 0 0 0,0 0 0 0 0,0-1 0 0 0,0 1 0 0 0,-2 1 0 0 0,2-2-4 0 0,0-1-1 0 0,1 1 1 0 0,-1 0 0 0 0,0 0-1 0 0,1 0 1 0 0,-1 1-1 0 0,0-1 1 0 0,1 0 0 0 0,-1 0-1 0 0,1 0 1 0 0,0 0-1 0 0,-1 0 1 0 0,1 1 0 0 0,0-1-1 0 0,0 2 1 0 0,8 16 43 0 0,-7-18-45 0 0,0 0 0 0 0,0 1 0 0 0,0-1 1 0 0,0 0-1 0 0,0 0 0 0 0,-1 1 0 0 0,1-1 1 0 0,-1 0-1 0 0,1 1 0 0 0,-1-1 1 0 0,1 0-1 0 0,-1 1 0 0 0,1-1 0 0 0,-1 1 1 0 0,0-1-1 0 0,0 1 0 0 0,0-1 0 0 0,0 1 1 0 0,0-1-1 0 0,0 1 0 0 0,-1-1 1 0 0,1 0-1 0 0,0 1 0 0 0,-1-1 0 0 0,1 1 1 0 0,-1 1-1 0 0,-9 7-1 0 0,9-9 1 0 0,-1 0-1 0 0,1 0 1 0 0,0 0 0 0 0,0 0-1 0 0,0 0 1 0 0,0 1 0 0 0,0-1-1 0 0,0 0 1 0 0,0 0-1 0 0,1 1 1 0 0,-1-1 0 0 0,0 1-1 0 0,1-1 1 0 0,-1 0 0 0 0,1 1-1 0 0,-1-1 1 0 0,1 1-1 0 0,0-1 1 0 0,0 1 0 0 0,0 2-1 0 0,0 147 227 0 0,0-150-225 0 0,0 1 0 0 0,0-1 0 0 0,0 1 0 0 0,0-1 0 0 0,0 0 0 0 0,1 1-1 0 0,-1-1 1 0 0,0 0 0 0 0,1 1 0 0 0,-1-1 0 0 0,1 0 0 0 0,0 0 0 0 0,-1 1 0 0 0,1-1 0 0 0,0 0 0 0 0,0 0 0 0 0,0 0-1 0 0,0 0 1 0 0,0 0 0 0 0,0 0 0 0 0,0 0 0 0 0,2 1 0 0 0,-2-1-1 0 0,0 0 0 0 0,0-1 0 0 0,0 1 0 0 0,0 0 0 0 0,0 0 0 0 0,0 0 0 0 0,0 0 0 0 0,0 0 0 0 0,0 1 0 0 0,-1-1 0 0 0,1 0 0 0 0,0 0 0 0 0,-1 0 0 0 0,1 1 0 0 0,-1-1 0 0 0,1 0 0 0 0,-1 1 0 0 0,0-1 0 0 0,1 0 0 0 0,-1 1 0 0 0,0-1 0 0 0,0 3 0 0 0,0-2-2 0 0,0 0 1 0 0,1 0 0 0 0,-1 0 0 0 0,1 0-1 0 0,0 0 1 0 0,0 0 0 0 0,0 0-1 0 0,0 0 1 0 0,0 0 0 0 0,0 0 0 0 0,0-1-1 0 0,0 1 1 0 0,1 0 0 0 0,-1-1-1 0 0,1 1 1 0 0,-1-1 0 0 0,1 0 0 0 0,0 1-1 0 0,-1-1 1 0 0,1 0 0 0 0,0 0-1 0 0,0 0 1 0 0,0 0 0 0 0,0 0 0 0 0,0 0-1 0 0,2 0 1 0 0,14 9 34 0 0,22 28 33 0 0,-31-32-62 0 0,0-1 0 0 0,0 0 0 0 0,0 0 0 0 0,1-1 0 0 0,-1 0-1 0 0,1-1 1 0 0,0 0 0 0 0,0-1 0 0 0,0 0 0 0 0,0 0 0 0 0,15-1 0 0 0,24 1 51 0 0,53-4 0 0 0,-92 1-53 0 0,51-5 77 0 0,-2-3 0 0 0,88-25 0 0 0,-48 5 10 0 0,78-18 60 0 0,-157 38-98 0 0,-4 1-8 0 0,33 5 87 0 0,54-5 44 0 0,5-4-97 0 0,-89 10-44 0 0,53-1 79 0 0,-12 8 33 0 0,-38-4-126 0 0,-1-1 0 0 0,1 0 0 0 0,0-2 0 0 0,36-7 0 0 0,86-30-29 0 0,-21 6 25 0 0,-82 24 8 0 0,49-7 19 0 0,-38 9-27 0 0,-5-1 16 0 0,60-2 0 0 0,-96 10-24 0 0,1-1 0 0 0,-1 0 0 0 0,1-1 0 0 0,-1-1 0 0 0,0 0 0 0 0,0 0-1 0 0,0-1 1 0 0,19-10 0 0 0,1 1 1 0 0,-22 7-17 0 0,0 0 1 0 0,0-1-1 0 0,-1 0 1 0 0,0 0-1 0 0,0-1 1 0 0,-1 0-1 0 0,12-16 1 0 0,-11 14-13 0 0,-6 6 8 0 0,-1 0 0 0 0,1 0 0 0 0,-1 0-1 0 0,0 0 1 0 0,-1 0 0 0 0,1 0 0 0 0,-1 0 0 0 0,1 0 0 0 0,-1-1 0 0 0,-1 1 0 0 0,1 0 0 0 0,-1-6 0 0 0,-1-8-71 0 0,2 11 70 0 0,-1 0 0 0 0,0 0 0 0 0,0 0 0 0 0,-1 1 1 0 0,1-1-1 0 0,-2 0 0 0 0,1 1 0 0 0,-1 0 0 0 0,0-1 0 0 0,0 1 1 0 0,-1 0-1 0 0,0 1 0 0 0,0-1 0 0 0,0 0 0 0 0,0 1 0 0 0,-1 0 0 0 0,-7-5 1 0 0,-21-29-104 0 0,-5-8-193 0 0,-46-46-1 0 0,66 77 278 0 0,0 0-1 0 0,0 1 1 0 0,-1 0-1 0 0,-1 2 1 0 0,-37-19-1 0 0,-3 7 62 0 0,-83-23-1 0 0,76 27-85 0 0,26 11 179 0 0,-1 1-1 0 0,0 1 0 0 0,0 3 0 0 0,-59-1 1 0 0,-170 20 258 0 0,125 10-420 0 0,100-19-763 0 0,14-1-2152 0 0,11-3-3011 0 0,1-4-1064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18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870 181 1040 0 0,'0'-1'90'0'0,"0"0"-1"0"0,0 0 0 0 0,0 0 0 0 0,1 0 0 0 0,-1 1 0 0 0,0-1 0 0 0,0 0 0 0 0,1 0 0 0 0,-1 0 0 0 0,0 0 1 0 0,1 1-1 0 0,-1-1 0 0 0,1 0 0 0 0,-1 1 0 0 0,1-1 0 0 0,-1 0 0 0 0,1 1 0 0 0,-1-1 0 0 0,1 0 0 0 0,0 1 1 0 0,-1-1-1 0 0,1 1 0 0 0,0-1 0 0 0,0 1 0 0 0,-1-1 0 0 0,1 1 0 0 0,1-1 0 0 0,-1 1 26 0 0,0 0 1 0 0,0-1-1 0 0,0 1 0 0 0,0-1 1 0 0,0 0-1 0 0,0 1 0 0 0,0-1 0 0 0,-1 0 1 0 0,1 1-1 0 0,0-1 0 0 0,0 0 1 0 0,-1 0-1 0 0,1 1 0 0 0,-1-1 0 0 0,1 0 1 0 0,0 0-1 0 0,-1 0 0 0 0,0 0 1 0 0,1 0-1 0 0,-1 0 0 0 0,1 0 0 0 0,-1 0 1 0 0,0 0-1 0 0,0 0 0 0 0,0 0 1 0 0,0 0-1 0 0,0-2 0 0 0,0 2-101 0 0,1 1 0 0 0,-1 0 0 0 0,0-1 0 0 0,0 1 0 0 0,0 0 0 0 0,0-1 0 0 0,0 1 0 0 0,1 0 0 0 0,-1-1 0 0 0,0 1 0 0 0,0 0 0 0 0,0 0 0 0 0,1-1 0 0 0,-1 1 0 0 0,0 0 0 0 0,0 0 0 0 0,1-1 0 0 0,-1 1 0 0 0,0 0 0 0 0,1 0 0 0 0,-1 0 0 0 0,0 0 1 0 0,1-1-1 0 0,-1 1 0 0 0,0 0 0 0 0,1 0 0 0 0,-1 0 0 0 0,0 0 0 0 0,1 0 0 0 0,-1 0 0 0 0,0 0 0 0 0,1 0 0 0 0,-1 0 0 0 0,0 0 0 0 0,1 0 0 0 0,-1 0 0 0 0,0 0 0 0 0,1 0 0 0 0,-1 0 0 0 0,0 1 0 0 0,1-1 0 0 0,0 0-10 0 0,-1 0 0 0 0,1 0 0 0 0,-1 1 0 0 0,1-1 0 0 0,0 0 0 0 0,-1 0 0 0 0,1 0 0 0 0,-1 0 0 0 0,1 0 0 0 0,0 0 0 0 0,-1 0 0 0 0,1 0 0 0 0,-1-1 0 0 0,1 1 0 0 0,-1 0 0 0 0,1 0 0 0 0,0 0 0 0 0,-1-1 0 0 0,1 1 0 0 0,-1 0 0 0 0,1 0 0 0 0,-1-1 0 0 0,1 1 0 0 0,-1 0 0 0 0,0-1 0 0 0,1 1 0 0 0,-1-1 0 0 0,1 1 0 0 0,-1-1 0 0 0,0 1 0 0 0,1-1 0 0 0,-1 1 1 0 0,0-1-1 0 0,1 1 0 0 0,-1-1 0 0 0,0 1 0 0 0,0-1 0 0 0,0 1 0 0 0,0-1 0 0 0,1 0 0 0 0,-1 1 0 0 0,0-1 0 0 0,0 1 0 0 0,0-1 0 0 0,0-1 0 0 0,0 2-4 0 0,0 0 1 0 0,0 0-1 0 0,0-1 1 0 0,0 1-1 0 0,0 0 1 0 0,0-1 0 0 0,0 1-1 0 0,1 0 1 0 0,-1 0-1 0 0,0-1 1 0 0,0 1-1 0 0,0 0 1 0 0,1 0-1 0 0,-1 0 1 0 0,0-1-1 0 0,0 1 1 0 0,0 0-1 0 0,1 0 1 0 0,-1 0 0 0 0,0 0-1 0 0,1 0 1 0 0,-1-1-1 0 0,0 1 1 0 0,0 0-1 0 0,1 0 1 0 0,-1 0-1 0 0,0 0 1 0 0,1 0-1 0 0,-1 0 1 0 0,0 0-1 0 0,0 0 1 0 0,1 0-1 0 0,-1 0 1 0 0,0 0 0 0 0,1 0-1 0 0,-1 0 1 0 0,1 1-1 0 0,-1-1 5 0 0,1 0-1 0 0,-1 0 1 0 0,1 0-1 0 0,-1 0 1 0 0,1 0-1 0 0,-1 0 1 0 0,1 0-1 0 0,-1 0 1 0 0,1 0-1 0 0,-1 0 1 0 0,1-1-1 0 0,-1 1 1 0 0,1 0-1 0 0,-1 0 1 0 0,1 0-1 0 0,-1 0 0 0 0,1-1 1 0 0,-1 1-1 0 0,1 0 1 0 0,-1-1-1 0 0,1 1 1 0 0,-1 0-1 0 0,0-1 1 0 0,1 1-1 0 0,-1 0 1 0 0,0-1-1 0 0,1 1 1 0 0,-1-1-1 0 0,0 1 1 0 0,0-1-1 0 0,1 1 1 0 0,-1-1-1 0 0,0 1 1 0 0,0-1-1 0 0,0 1 1 0 0,1-1-1 0 0,-1 1 1 0 0,0-1-1 0 0,0 1 1 0 0,0-1-1 0 0,0 1 1 0 0,0-2-1 0 0,0 2 5 0 0,0-1 0 0 0,0 1-1 0 0,0-1 1 0 0,0 0 0 0 0,1 1-1 0 0,-1-1 1 0 0,0 0 0 0 0,0 1-1 0 0,1-1 1 0 0,-1 1 0 0 0,0-1-1 0 0,1 1 1 0 0,-1-1 0 0 0,1 1-1 0 0,-1-1 1 0 0,0 1 0 0 0,1-1-1 0 0,-1 1 1 0 0,1-1 0 0 0,-1 1-1 0 0,1 0 1 0 0,0-1 0 0 0,-1 1-1 0 0,1 0 1 0 0,-1 0 0 0 0,1-1-1 0 0,0 1 1 0 0,-1 0 0 0 0,1 0-1 0 0,0 0 1 0 0,-1 0 0 0 0,1 0-1 0 0,-1 0 1 0 0,1 0 0 0 0,0 0-1 0 0,-1 0 1 0 0,1 0 0 0 0,0 0-1 0 0,-1 0 1 0 0,1 0 0 0 0,0 1-1 0 0,0-1 1 0 0,3 1 32 0 0,-3-2-10 0 0,-1 0 0 0 0,1 0 0 0 0,-1 0 0 0 0,1 0 0 0 0,-1 0 0 0 0,1 0 0 0 0,-1 0 0 0 0,1 0 0 0 0,-1 0 0 0 0,0 0 0 0 0,0 0 0 0 0,0 0-1 0 0,1 0 1 0 0,-1 0 0 0 0,0 0 0 0 0,0 0 0 0 0,0 0 0 0 0,0 0 0 0 0,-1 0 0 0 0,1 0 0 0 0,0 0 0 0 0,0 0 0 0 0,-1-1 0 0 0,1 1 0 0 0,-1 1 0 0 0,1-1 0 0 0,-1 0 0 0 0,1 0 0 0 0,-1 0 0 0 0,0-1 0 0 0,-24-1 191 0 0,-1 0-1 0 0,1 2 1 0 0,0 1 0 0 0,-1 1-1 0 0,1 2 1 0 0,0 0 0 0 0,0 1-1 0 0,0 2 1 0 0,0 0 0 0 0,1 2-1 0 0,0 1 1 0 0,-27 14-1 0 0,29-13 53 0 0,17-8-221 0 0,1 0-1 0 0,-1 1 1 0 0,1-1-1 0 0,0 1 1 0 0,-1 0 0 0 0,1 0-1 0 0,1 0 1 0 0,-7 6 0 0 0,-9 6 76 0 0,17-14-118 0 0,-1 0-1 0 0,1 0 1 0 0,0 1 0 0 0,0-1-1 0 0,0 1 1 0 0,0-1-1 0 0,0 1 1 0 0,0 0 0 0 0,0 0-1 0 0,0 0 1 0 0,1 0-1 0 0,-1 0 1 0 0,1 0 0 0 0,-1 0-1 0 0,1 1 1 0 0,0-1-1 0 0,0 0 1 0 0,0 1 0 0 0,0-1-1 0 0,1 1 1 0 0,-1-1-1 0 0,0 4 1 0 0,1 1-1 0 0,-1 0 1 0 0,0-1-1 0 0,0 1 1 0 0,-1-1-1 0 0,1 0 1 0 0,-2 1-1 0 0,1-1 1 0 0,0 0-1 0 0,-1 0 1 0 0,-6 8-1 0 0,-44 57 197 0 0,10-17-115 0 0,-2 16-31 0 0,25-36 12 0 0,-2-1 0 0 0,-46 53 0 0 0,22-33-27 0 0,27-30 1 0 0,0-1 0 0 0,-38 31-1 0 0,41-40-5 0 0,6-7-51 0 0,1 1 0 0 0,1 1 1 0 0,0-1-1 0 0,-9 11 0 0 0,14-14 4 0 0,0 0 0 0 0,1 0 0 0 0,0 0 0 0 0,0 0 0 0 0,0 1 0 0 0,0-1 0 0 0,1 1 0 0 0,-1-1-1 0 0,1 1 1 0 0,0-1 0 0 0,1 1 0 0 0,-1 0 0 0 0,1 7 0 0 0,0-11 3 0 0,0 0 1 0 0,1-1-1 0 0,-1 1 0 0 0,1 0 1 0 0,-1-1-1 0 0,1 1 0 0 0,-1 0 1 0 0,1-1-1 0 0,-1 1 0 0 0,1 0 1 0 0,0-1-1 0 0,-1 1 0 0 0,1-1 1 0 0,0 0-1 0 0,-1 1 0 0 0,1-1 1 0 0,0 1-1 0 0,0-1 0 0 0,-1 0 1 0 0,1 0-1 0 0,0 1 1 0 0,0-1-1 0 0,0 0 0 0 0,0 0 1 0 0,-1 0-1 0 0,1 0 0 0 0,0 0 1 0 0,1 0-1 0 0,44 1-146 0 0,-31-2 92 0 0,0-1 0 0 0,1 0 0 0 0,18-6 0 0 0,-21 4 61 0 0,1 1 0 0 0,0 1 0 0 0,0 0 0 0 0,1 0-1 0 0,-1 2 1 0 0,25 1 0 0 0,-17-1 23 0 0,9 1-24 0 0,0 2 0 0 0,0 1 0 0 0,0 1 0 0 0,43 14-1 0 0,110 46-3 0 0,-169-59 1 0 0,7 3-12 0 0,39 14 131 0 0,97 53 1 0 0,-152-72-114 0 0,1 0-1 0 0,-1 0 1 0 0,1-1-1 0 0,1 0 1 0 0,-1 0 0 0 0,0-1-1 0 0,1 0 1 0 0,-1 0 0 0 0,1-1-1 0 0,-1 0 1 0 0,1 0-1 0 0,0 0 1 0 0,0-1 0 0 0,-1-1-1 0 0,1 1 1 0 0,0-1-1 0 0,-1 0 1 0 0,11-4 0 0 0,249-71 74 0 0,-122 13-12 0 0,-53 21-70 0 0,-56 26 54 0 0,-1-1-1 0 0,0-1 0 0 0,-1-2 0 0 0,-1-1 0 0 0,34-30 0 0 0,-44 32-73 0 0,-2-1 0 0 0,21-24 0 0 0,-41 41 24 0 0,1-1 0 0 0,-1 0 1 0 0,0 0-1 0 0,0 0 1 0 0,0 0-1 0 0,-1 0 1 0 0,1 0-1 0 0,-1 0 0 0 0,0 0 1 0 0,0 0-1 0 0,-1 0 1 0 0,0-7-1 0 0,0-6 33 0 0,1 3-20 0 0,0 9-20 0 0,1-1 1 0 0,-1 0-1 0 0,0 1 1 0 0,0-1-1 0 0,-1 0 1 0 0,1 1-1 0 0,-1-1 1 0 0,-1 0-1 0 0,1 1 1 0 0,-1-1-1 0 0,0 1 1 0 0,0 0-1 0 0,-1 0 1 0 0,1 0-1 0 0,-1 0 1 0 0,0 0-1 0 0,-7-7 1 0 0,-23-35-19 0 0,25 35 28 0 0,0 0-1 0 0,0 0 1 0 0,-1 1-1 0 0,-20-19 1 0 0,-23-10-5 0 0,-1 1 0 0 0,-103-54 0 0 0,68 36 32 0 0,64 40 0 0 0,0 0 0 0 0,-2 2 0 0 0,-28-13 0 0 0,-11 1 97 0 0,-126-34 1 0 0,158 53-131 0 0,0 2 1 0 0,-1 2-1 0 0,0 1 0 0 0,0 1 0 0 0,0 2 0 0 0,-45 6 0 0 0,46-2-700 0 0,0 1-1 0 0,1 2 1 0 0,0 1 0 0 0,1 2 0 0 0,0 1-1 0 0,-49 25 1 0 0,-6 2-2647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508 635 1361 0 0,'-91'0'12617'0'0,"36"0"-7466"0"0,50 0-296 0 0,10-1-4735 0 0,129-23-7 0 0,0 1-383 0 0,137-43 1 0 0,-221 54-38 0 0,-46 10 160 0 0,-5 1 141 0 0,-1 1 0 0 0,1 0 1 0 0,0-1-1 0 0,-1 1 0 0 0,1 0 0 0 0,0 0 0 0 0,-1 0 1 0 0,1 0-1 0 0,-1 0 0 0 0,1 0 0 0 0,0 0 1 0 0,-1 0-1 0 0,1 0 0 0 0,0 1 0 0 0,-3 0 0 0 0,3-1 6 0 0,-78 11 10 0 0,-142 40 1 0 0,170-37-19 0 0,-231 77-219 0 0,271-86 297 0 0,0 1-1 0 0,0-1 1 0 0,1 2 0 0 0,0 0-1 0 0,0 0 1 0 0,-10 11 0 0 0,-43 28 549 0 0,40-34-556 0 0,13-8-96 0 0,0 1-1 0 0,0 0 0 0 0,0 1 1 0 0,1 0-1 0 0,0 1 0 0 0,0 0 1 0 0,1 0-1 0 0,-9 10 0 0 0,4-1-70 0 0,-6 13-223 0 0,18-28 315 0 0,1 0-1 0 0,-1 0 1 0 0,1 1-1 0 0,-1-1 0 0 0,1 0 1 0 0,0 0-1 0 0,0 1 1 0 0,0-1-1 0 0,0 0 0 0 0,0 0 1 0 0,0 1-1 0 0,0-1 1 0 0,0 0-1 0 0,0 1 1 0 0,0-1-1 0 0,1 0 0 0 0,-1 0 1 0 0,1 0-1 0 0,-1 1 1 0 0,1-1-1 0 0,-1 0 0 0 0,2 2 1 0 0,5 4-35 0 0,0-1 1 0 0,1 1-1 0 0,-1-1 0 0 0,1-1 0 0 0,0 0 1 0 0,1 0-1 0 0,0 0 0 0 0,-1-1 1 0 0,1 0-1 0 0,0-1 0 0 0,1 0 1 0 0,-1-1-1 0 0,1 1 0 0 0,-1-2 1 0 0,14 2-1 0 0,-5-3-40 0 0,1-1 0 0 0,-1-1 1 0 0,1 0-1 0 0,-1-1 0 0 0,0-1 1 0 0,0-1-1 0 0,-1 0 0 0 0,1-2 1 0 0,-1 0-1 0 0,-1-1 0 0 0,1 0 0 0 0,-1-1 1 0 0,22-17-1 0 0,12-16-161 0 0,46-47 0 0 0,-77 68 239 0 0,0-1 1 0 0,-1 0-1 0 0,-1-2 1 0 0,-1 0 0 0 0,15-30-1 0 0,-25 39 26 0 0,0 0 1 0 0,-1 0-1 0 0,-1 0 0 0 0,-1 0 1 0 0,0-1-1 0 0,-1 0 0 0 0,0 1 1 0 0,-2-1-1 0 0,-1-19 0 0 0,2 28 4 0 0,0-1 0 0 0,0 1 0 0 0,0-1 0 0 0,1 1 0 0 0,4-10 0 0 0,3-23 14 0 0,-24-7-35 0 0,13 37 5 0 0,0 0 1 0 0,1 1 0 0 0,1-1-1 0 0,0 0 1 0 0,0 0 0 0 0,1 0-1 0 0,0 0 1 0 0,1 0 0 0 0,0 0 0 0 0,1 0-1 0 0,0 1 1 0 0,0 0 0 0 0,5-11-1 0 0,-6 17-4 0 0,0-6-11 0 0,0 0 0 0 0,-1 0 1 0 0,0 0-1 0 0,0 0 0 0 0,-1 0 1 0 0,-2-15-1 0 0,2 0-2 0 0,0 22 11 0 0,0 0 1 0 0,0 0-1 0 0,0 0 1 0 0,0 1-1 0 0,0-1 1 0 0,1 0-1 0 0,-1 0 1 0 0,1 0 0 0 0,0 0-1 0 0,-1 1 1 0 0,1-1-1 0 0,0 0 1 0 0,0 1-1 0 0,0-1 1 0 0,0 0-1 0 0,0 1 1 0 0,1 0-1 0 0,-1-1 1 0 0,0 1 0 0 0,1 0-1 0 0,-1-1 1 0 0,4-1-1 0 0,-1 0-15 0 0,-4 4-4 0 0,1-1 1 0 0,0 1-1 0 0,-1 0 1 0 0,1 0-1 0 0,-1 0 0 0 0,1-1 1 0 0,-1 1-1 0 0,0 0 1 0 0,1 0-1 0 0,-1 0 1 0 0,0 0-1 0 0,0 0 0 0 0,1 0 1 0 0,-1 0-1 0 0,0 0 1 0 0,0 0-1 0 0,0 0 1 0 0,0 0-1 0 0,0 0 0 0 0,-1 0 1 0 0,1 0-1 0 0,0 0 1 0 0,-1 1-1 0 0,-3 44 103 0 0,-11 38-81 0 0,5-24-23 0 0,-21 71 0 0 0,17-91 152 0 0,2 2 0 0 0,2 0 1 0 0,1 0-1 0 0,2 1 0 0 0,-1 50 0 0 0,7-63 372 0 0,-11 57 0 0 0,7-60-1 0 0,-2 52 0 0 0,7-69-465 0 0,0-1 1 0 0,1 0 0 0 0,0 0 0 0 0,1 0 0 0 0,0 0 0 0 0,0-1-1 0 0,1 1 1 0 0,0 0 0 0 0,8 13 0 0 0,-10-19-88 0 0,0-1 1 0 0,0 0-1 0 0,0 0 1 0 0,0 0-1 0 0,0 0 0 0 0,1 0 1 0 0,-1-1-1 0 0,1 1 1 0 0,-1 0-1 0 0,1 0 0 0 0,0-1 1 0 0,0 1-1 0 0,0-1 1 0 0,-1 0-1 0 0,1 0 1 0 0,0 1-1 0 0,1-1 0 0 0,-1 0 1 0 0,0-1-1 0 0,0 1 1 0 0,0 0-1 0 0,1-1 1 0 0,-1 1-1 0 0,0-1 0 0 0,0 0 1 0 0,1 1-1 0 0,-1-1 1 0 0,0 0-1 0 0,1-1 0 0 0,-1 1 1 0 0,0 0-1 0 0,1-1 1 0 0,-1 1-1 0 0,0-1 1 0 0,0 0-1 0 0,0 1 0 0 0,1-1 1 0 0,-1 0-1 0 0,3-2 1 0 0,9-6-975 0 0,-1-1-1 0 0,0 0 1 0 0,-1-1 0 0 0,21-23 0 0 0,-12 13-970 0 0,65-59-5396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31 160 0 0,'-109'29'8054'0'0,"37"-8"-5623"0"0,57-17-2193 0 0,-12 6 280 0 0,27-9-501 0 0,0 0 0 0 0,-1-1 0 0 0,1 1-1 0 0,0 0 1 0 0,0 0 0 0 0,0 0 0 0 0,0 0 0 0 0,0 0 0 0 0,0 0 0 0 0,0 0 0 0 0,0 0 0 0 0,1 0 0 0 0,-1-1 0 0 0,0 1 0 0 0,0 0 0 0 0,1 0 0 0 0,-1 0 0 0 0,1 0 0 0 0,-1-1 0 0 0,0 1 0 0 0,1 0 0 0 0,0 0 0 0 0,-1-1 0 0 0,1 1 0 0 0,-1 0 0 0 0,2 0 0 0 0,0 1 16 0 0,-1 0 0 0 0,1 0 1 0 0,0-1-1 0 0,0 1 0 0 0,0-1 1 0 0,0 1-1 0 0,1-1 0 0 0,-1 0 1 0 0,0 0-1 0 0,0 1 0 0 0,1-2 0 0 0,-1 1 1 0 0,1 0-1 0 0,-1 0 0 0 0,1-1 1 0 0,-1 1-1 0 0,1-1 0 0 0,-1 0 1 0 0,4 0-1 0 0,54-5-147 0 0,-47 3 109 0 0,-2 1-52 0 0,0 0 0 0 0,0-1 0 0 0,-1-1 0 0 0,1 0 0 0 0,0-1 0 0 0,-1 0 0 0 0,0 0 0 0 0,0-1 0 0 0,0 0 1 0 0,0-1-1 0 0,-1 0 0 0 0,0-1 0 0 0,0 0 0 0 0,10-10 0 0 0,-14 11 31 0 0,-3 5 11 0 0,-1 0 1 0 0,1-1-1 0 0,-1 1 0 0 0,1-1 1 0 0,-1 1-1 0 0,0-1 0 0 0,1 0 1 0 0,-1 1-1 0 0,0-1 0 0 0,0 0 0 0 0,1-3 1 0 0,-3 4 12 0 0,1 0 0 0 0,-1 0 1 0 0,1 0-1 0 0,-1 0 0 0 0,1 0 1 0 0,-1 0-1 0 0,1 0 1 0 0,-1 1-1 0 0,0-1 0 0 0,1 0 1 0 0,-1 0-1 0 0,0 0 0 0 0,0 1 1 0 0,0-1-1 0 0,0 0 0 0 0,0 1 1 0 0,1-1-1 0 0,-1 1 0 0 0,0-1 1 0 0,0 1-1 0 0,0 0 0 0 0,-1-1 1 0 0,1 1-1 0 0,0 0 0 0 0,0 0 1 0 0,0 0-1 0 0,0-1 0 0 0,0 1 1 0 0,0 0-1 0 0,-1 1 1 0 0,-25-6 22 0 0,0 2 1 0 0,-1 1 0 0 0,1 1 0 0 0,-48 4 0 0 0,25 3 137 0 0,-74 17-1 0 0,101-18 40 0 0,0 2-1 0 0,1 0 1 0 0,0 2-1 0 0,-38 19 0 0 0,56-26-120 0 0,2 0 0 0 0,-1 1 0 0 0,0-1 0 0 0,0 1 0 0 0,1 0 0 0 0,-1-1 0 0 0,1 1 0 0 0,0 0 0 0 0,0 0 0 0 0,0 1 0 0 0,0-1 0 0 0,1 0 0 0 0,-1 1 0 0 0,1-1 0 0 0,0 1 0 0 0,0-1 0 0 0,0 1 0 0 0,0-1-1 0 0,1 1 1 0 0,0 0 0 0 0,-1-1 0 0 0,1 1 0 0 0,1 4 0 0 0,-1-2 16 0 0,1-1 0 0 0,0 0 0 0 0,0 1 0 0 0,0-1 0 0 0,1 0 0 0 0,0 0 0 0 0,0 1 0 0 0,0-1 0 0 0,0-1 0 0 0,1 1 0 0 0,0 0 0 0 0,0-1 0 0 0,0 1 0 0 0,1-1 0 0 0,4 5 0 0 0,6 2-34 0 0,1 0 0 0 0,0-1-1 0 0,0 0 1 0 0,1-1 0 0 0,1-1-1 0 0,0-1 1 0 0,0 0 0 0 0,0-1-1 0 0,20 4 1 0 0,0-2-136 0 0,-1-1 1 0 0,1-3-1 0 0,60 1 0 0 0,-79-5-524 0 0,0-1-1 0 0,-1-1 0 0 0,1 0 0 0 0,-1-2 1 0 0,1 0-1 0 0,-1 0 0 0 0,0-2 0 0 0,19-9 1 0 0,29-27-5269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7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29 560 0 0,'51'-10'2730'0'0,"0"2"1"0"0,54-1-1 0 0,-65 8-2070 0 0,-16 0-440 0 0,0 2 0 0 0,44 6 0 0 0,-46-2-160 0 0,-26-2 14 0 0,-43 1 75 0 0,20-3-85 0 0,-73 12 187 0 0,-55 8 140 0 0,135-16-327 0 0,-1 0 0 0 0,1 1 0 0 0,0 1 1 0 0,1 0-1 0 0,-22 13 0 0 0,37-18-17 0 0,0 0 0 0 0,1 1 1 0 0,-1-1-1 0 0,1 1 0 0 0,-1 0 0 0 0,1 0 0 0 0,0 0 0 0 0,0 0 0 0 0,0 0 0 0 0,0 1 0 0 0,1-1 1 0 0,0 1-1 0 0,-1 0 0 0 0,-2 7 0 0 0,5-9-8 0 0,-1 0 1 0 0,1 0 0 0 0,0 0-1 0 0,-1 0 1 0 0,1 0-1 0 0,0 0 1 0 0,0 0 0 0 0,1 0-1 0 0,-1 0 1 0 0,0 0-1 0 0,1 0 1 0 0,-1 0-1 0 0,1 0 1 0 0,-1 0 0 0 0,1 0-1 0 0,0 0 1 0 0,0 0-1 0 0,0 0 1 0 0,0 0 0 0 0,0-1-1 0 0,0 1 1 0 0,1 0-1 0 0,-1-1 1 0 0,1 1 0 0 0,-1-1-1 0 0,1 1 1 0 0,-1-1-1 0 0,1 0 1 0 0,2 1-1 0 0,18 13 92 0 0,1 0-1 0 0,0-2 1 0 0,1-1 0 0 0,1-1-1 0 0,0-1 1 0 0,0-1-1 0 0,1-1 1 0 0,0-1-1 0 0,28 3 1 0 0,-17-7-632 0 0,0 0 0 0 0,-1-3 0 0 0,1-1 0 0 0,0-2 0 0 0,0-1 0 0 0,37-10 0 0 0,76-24-5781 0 0,-94 19 1986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1761 0 0,'0'0'3842'0'0,"-30"0"-961"0"0,0 19-1841 0 0,-30 14 161 0 0,-1 17-481 0 0,61 0-640 0 0,30 2 320 0 0,1-8 1 0 0,-31-5-161 0 0,30-15-240 0 0,-30-4-400 0 0,30-1-81 0 0,30-6-399 0 0,-30-7-801 0 0,1-6-1840 0 0,29-13-881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62 266 1601 0 0,'-13'7'3034'0'0,"-19"6"1611"0"0,32-13-4631 0 0,-1 0 1 0 0,0 0 0 0 0,1 0-1 0 0,-1 0 1 0 0,0 0 0 0 0,1 0-1 0 0,-1 0 1 0 0,0-1 0 0 0,1 1-1 0 0,-1 0 1 0 0,1 0 0 0 0,-1-1-1 0 0,0 1 1 0 0,1 0 0 0 0,-1-1-1 0 0,1 1 1 0 0,-1 0 0 0 0,1-1-1 0 0,-1 1 1 0 0,1-1 0 0 0,-1 1-1 0 0,1-1 1 0 0,0 1-1 0 0,-1-1 1 0 0,1 1 0 0 0,0-1-1 0 0,-1 0 1 0 0,1 1 0 0 0,0-1-1 0 0,0 1 1 0 0,-1-1 0 0 0,1 0-1 0 0,0 1 1 0 0,0-1 0 0 0,0 0-1 0 0,0 1 1 0 0,0-1 0 0 0,0 0-1 0 0,0 1 1 0 0,0-1 0 0 0,0 0-1 0 0,0 1 1 0 0,1-2 0 0 0,-1 1-11 0 0,0 0 1 0 0,0 0 0 0 0,0 0 0 0 0,0 1-1 0 0,0-1 1 0 0,1 0 0 0 0,-1 0 0 0 0,0 0-1 0 0,1 0 1 0 0,-1 1 0 0 0,0-1 0 0 0,1 0-1 0 0,-1 0 1 0 0,1 1 0 0 0,-1-1 0 0 0,1 0-1 0 0,0 1 1 0 0,-1-1 0 0 0,1 1 0 0 0,0-1-1 0 0,-1 0 1 0 0,1 1 0 0 0,0 0 0 0 0,0-1 0 0 0,-1 1-1 0 0,2-1 1 0 0,-1 1-1 0 0,0-1 0 0 0,0 1 0 0 0,0-1 0 0 0,0 0 0 0 0,0 1 0 0 0,0-1 0 0 0,0 0 0 0 0,0 1 0 0 0,0-1 0 0 0,-1 0 0 0 0,1 0 0 0 0,0 0 0 0 0,0 0 0 0 0,-1 0 0 0 0,1 0 0 0 0,-1 0 0 0 0,1 0 0 0 0,-1 0 0 0 0,1 0 0 0 0,-1 0 0 0 0,0 0 0 0 0,0 0 0 0 0,1 0 0 0 0,-1 0 0 0 0,0 0 0 0 0,0 0 0 0 0,0-2 0 0 0,0 0 5 0 0,1 0 1 0 0,-1-1 0 0 0,1 1 0 0 0,0 0 0 0 0,0-1 0 0 0,0 1-1 0 0,0 0 1 0 0,1 0 0 0 0,-1 0 0 0 0,1 0 0 0 0,0 0 0 0 0,0 1-1 0 0,0-1 1 0 0,0 0 0 0 0,0 1 0 0 0,1 0 0 0 0,3-4 0 0 0,19-25 106 0 0,-24 28-113 0 0,2-4 6 0 0,1-1-1 0 0,-1 1 1 0 0,1 0 0 0 0,0 0-1 0 0,1 0 1 0 0,0 0 0 0 0,0 1-1 0 0,0 0 1 0 0,1 0 0 0 0,0 0-1 0 0,9-6 1 0 0,-11 8-15 0 0,1 0 1 0 0,0 1-1 0 0,0 0 1 0 0,1 0-1 0 0,-1 0 0 0 0,0 1 1 0 0,1 0-1 0 0,0 0 1 0 0,0 0-1 0 0,-1 0 1 0 0,8 0-1 0 0,-11 2 4 0 0,0 0 0 0 0,1 0 0 0 0,-1 1 0 0 0,0-1-1 0 0,1 0 1 0 0,-1 1 0 0 0,0 0 0 0 0,0-1 0 0 0,0 1 0 0 0,1 0-1 0 0,-1 0 1 0 0,0 0 0 0 0,0 1 0 0 0,0-1 0 0 0,0 0 0 0 0,-1 1 0 0 0,1-1-1 0 0,0 1 1 0 0,-1 0 0 0 0,1 0 0 0 0,-1-1 0 0 0,1 1 0 0 0,-1 0 0 0 0,0 0-1 0 0,0 0 1 0 0,0 0 0 0 0,0 1 0 0 0,0-1 0 0 0,0 0 0 0 0,0 4-1 0 0,5 10 12 0 0,-3-10 5 0 0,0 1 1 0 0,-1 0 0 0 0,0 0 0 0 0,0 1-1 0 0,0-1 1 0 0,-1 0 0 0 0,0 0 0 0 0,-1 1-1 0 0,1-1 1 0 0,-1 1 0 0 0,-1-1 0 0 0,0 8 0 0 0,-1-8 8 0 0,0-1 0 0 0,-1 0 0 0 0,1 1 0 0 0,-1-1 0 0 0,-6 9 0 0 0,8-14-16 0 0,1 0 0 0 0,-1 0 0 0 0,0 0 0 0 0,0 0 0 0 0,1 0 0 0 0,-1 0 0 0 0,0 0 0 0 0,0-1 0 0 0,0 1 0 0 0,0 0 0 0 0,0-1 0 0 0,0 1-1 0 0,0-1 1 0 0,0 1 0 0 0,0-1 0 0 0,0 1 0 0 0,-1-1 0 0 0,1 0 0 0 0,0 1 0 0 0,0-1 0 0 0,0 0 0 0 0,0 0 0 0 0,-1 0 0 0 0,1 0 0 0 0,0 0 0 0 0,0 0 0 0 0,-2-1 0 0 0,-3-7 90 0 0,2-2-34 0 0,2 9-56 0 0,0-1 0 0 0,0 1 0 0 0,0-1 0 0 0,0 0-1 0 0,0 0 1 0 0,1 0 0 0 0,-1 0 0 0 0,1 0 0 0 0,-1 0 0 0 0,1 0 0 0 0,0 0 0 0 0,-1-1-1 0 0,1 1 1 0 0,0-1 0 0 0,1 1 0 0 0,-1 0 0 0 0,0-1 0 0 0,1 0 0 0 0,-1 1 0 0 0,1-1-1 0 0,0 1 1 0 0,0-1 0 0 0,0 1 0 0 0,0-1 0 0 0,1 0 0 0 0,-1 1 0 0 0,0-1 0 0 0,1 1-1 0 0,0-1 1 0 0,0 1 0 0 0,0 0 0 0 0,1-4 0 0 0,7-11-3 0 0,-3 4-2 0 0,1 1 0 0 0,0-1 0 0 0,0 2 0 0 0,15-17 0 0 0,-18 23-8 0 0,1 1 0 0 0,-1 0-1 0 0,1 0 1 0 0,0 1 0 0 0,0 0-1 0 0,0 0 1 0 0,1 0 0 0 0,-1 0 0 0 0,1 1-1 0 0,-1 0 1 0 0,1 0 0 0 0,0 0-1 0 0,0 1 1 0 0,9-1 0 0 0,15 3-48 0 0,-25 0 54 0 0,-1 0-1 0 0,0 0 0 0 0,0 0 1 0 0,0 1-1 0 0,0 0 0 0 0,0 0 0 0 0,0 0 1 0 0,0 1-1 0 0,0-1 0 0 0,-1 1 0 0 0,1 0 1 0 0,-1 0-1 0 0,0 0 0 0 0,0 0 1 0 0,0 0-1 0 0,0 1 0 0 0,0 0 0 0 0,-1-1 1 0 0,4 8-1 0 0,-3-2 26 0 0,0-1 1 0 0,0 1-1 0 0,-1 0 0 0 0,0 0 1 0 0,0 0-1 0 0,-1 1 0 0 0,0-1 1 0 0,-1 10-1 0 0,0-18-21 0 0,0 0 1 0 0,0 0 0 0 0,0 0-1 0 0,-1 0 1 0 0,1 0-1 0 0,0 0 1 0 0,0 0-1 0 0,-1 0 1 0 0,1 0 0 0 0,-1 0-1 0 0,1 0 1 0 0,-1 0-1 0 0,1 0 1 0 0,-1 0-1 0 0,1-1 1 0 0,-1 1-1 0 0,0 0 1 0 0,1 0 0 0 0,-1-1-1 0 0,0 1 1 0 0,0 0-1 0 0,0-1 1 0 0,0 1-1 0 0,1 0 1 0 0,-1-1-1 0 0,0 1 1 0 0,0-1 0 0 0,0 0-1 0 0,0 1 1 0 0,0-1-1 0 0,0 0 1 0 0,-2 1-1 0 0,0 0 19 0 0,2-2-23 0 0,0 0 0 0 0,1 0 0 0 0,-1 0 0 0 0,1 0 0 0 0,-1 0 0 0 0,1 0 0 0 0,0 0 0 0 0,-1 0 0 0 0,1-1 0 0 0,0 1 0 0 0,0 0 0 0 0,0 0 0 0 0,0 0 0 0 0,0 0 0 0 0,0 0 0 0 0,0-1 0 0 0,0 1 0 0 0,0 0 0 0 0,1 0 0 0 0,-1 0 0 0 0,0 0 0 0 0,1 0 0 0 0,-1 0 0 0 0,1 0 0 0 0,-1 0 0 0 0,2-1 0 0 0,35-34-46 0 0,-24 22 22 0 0,1 1 0 0 0,1 0 0 0 0,0 0 0 0 0,0 2 0 0 0,28-16 0 0 0,-38 24 26 0 0,-1 1 0 0 0,1 0-1 0 0,0 1 1 0 0,-1-1 0 0 0,1 1 0 0 0,0 0 0 0 0,0 0 0 0 0,0 1 0 0 0,0 0 0 0 0,0-1 0 0 0,0 1 0 0 0,0 1 0 0 0,0-1 0 0 0,0 1 0 0 0,0 0 0 0 0,0 0 0 0 0,0 1 0 0 0,0-1 0 0 0,-1 1 0 0 0,1 0 0 0 0,-1 0 0 0 0,1 1 0 0 0,-1-1 0 0 0,0 1 0 0 0,0 0 0 0 0,0 0 0 0 0,0 0 0 0 0,3 5 0 0 0,-1-3 18 0 0,-1 1 0 0 0,0-1-1 0 0,0 1 1 0 0,-1 1 0 0 0,0-1 0 0 0,0 1 0 0 0,0-1-1 0 0,-1 1 1 0 0,0 0 0 0 0,0 1 0 0 0,-1-1 0 0 0,3 12-1 0 0,-1 9 33 0 0,-2-1 0 0 0,0 44 0 0 0,-2-71-68 0 0,0 1 0 0 0,0 0 0 0 0,0 0 0 0 0,0 0 0 0 0,0-1 0 0 0,0 1 0 0 0,0 0 0 0 0,0 0 0 0 0,1 0 0 0 0,-1-1 0 0 0,0 1 0 0 0,1 0 0 0 0,-1 0 0 0 0,0-1-1 0 0,1 1 1 0 0,-1 0 0 0 0,1-1 0 0 0,-1 1 0 0 0,1-1 0 0 0,-1 1 0 0 0,1 0 0 0 0,0-1 0 0 0,-1 1 0 0 0,1-1 0 0 0,0 0 0 0 0,-1 1 0 0 0,1-1 0 0 0,1 1 0 0 0,26-1-2069 0 0,17-17-3355 0 0,-40 5 2986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9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50 960 0 0,'0'0'2228'0'0,"0"0"-2166"0"0,0 1 0 0 0,0-1 0 0 0,0 0 0 0 0,0 0 0 0 0,-1 0 0 0 0,1 0-1 0 0,0 0 1 0 0,0 1 0 0 0,0-1 0 0 0,0 0 0 0 0,0 0 0 0 0,0 0 0 0 0,0 1 0 0 0,0-1 0 0 0,0 0 0 0 0,0 0-1 0 0,0 0 1 0 0,0 1 0 0 0,0-1 0 0 0,0 0 0 0 0,0 0 0 0 0,0 0 0 0 0,0 1 0 0 0,0-1 0 0 0,0 0 0 0 0,0 0 0 0 0,0 0-1 0 0,0 0 1 0 0,0 1 0 0 0,0-1 0 0 0,0 0 0 0 0,1 0 0 0 0,-1 0 0 0 0,0 0 0 0 0,0 1 0 0 0,0-1 0 0 0,0 0-1 0 0,0 0 1 0 0,0 0 0 0 0,1 0 0 0 0,-1 0 0 0 0,0 0 0 0 0,0 1 0 0 0,0-1 0 0 0,0 0 0 0 0,1 0 0 0 0,-1 0-1 0 0,0 0 1 0 0,0 0 0 0 0,0 0 0 0 0,1 0 0 0 0,-1 0 0 0 0,0 0 0 0 0,0 0 0 0 0,0 0 0 0 0,1 0 0 0 0,-1 0 0 0 0,0 0-1 0 0,0 0 1 0 0,0 0 0 0 0,1 0 0 0 0,-1 0 0 0 0,0 0 0 0 0,2 0 72 0 0,-1 1 1 0 0,1-1 0 0 0,-1 1-1 0 0,0 0 1 0 0,1 0-1 0 0,-1 0 1 0 0,0-1-1 0 0,0 1 1 0 0,0 1-1 0 0,1-1 1 0 0,-1 0-1 0 0,0 0 1 0 0,0 0-1 0 0,-1 0 1 0 0,1 1-1 0 0,0-1 1 0 0,0 0-1 0 0,0 3 1 0 0,2 34 1404 0 0,-3-29-1726 0 0,1-10 190 0 0,-1 1-1 0 0,0-1 0 0 0,0 0 0 0 0,0 1 1 0 0,0-1-1 0 0,0 0 0 0 0,0 0 1 0 0,0 1-1 0 0,0-1 0 0 0,0 0 0 0 0,0 0 1 0 0,-1 1-1 0 0,1-1 0 0 0,0 0 0 0 0,0 1 1 0 0,-1-1-1 0 0,1 0 0 0 0,0 1 1 0 0,-1-1-1 0 0,1 1 0 0 0,0-1 0 0 0,-1 0 1 0 0,1 1-1 0 0,-1-1 0 0 0,1 1 0 0 0,-1-1 1 0 0,0 1-1 0 0,1-1 0 0 0,-1 1 0 0 0,1 0 1 0 0,-1-1-1 0 0,0 1 0 0 0,1 0 1 0 0,-1-1-1 0 0,0 1 0 0 0,1 0 0 0 0,-1 0 1 0 0,0 0-1 0 0,0 0 0 0 0,1-1 0 0 0,-1 1 1 0 0,0 0-1 0 0,-1 1 0 0 0,2-1 3 0 0,-1 0 0 0 0,1 0 0 0 0,0 0 0 0 0,-1 0-1 0 0,1 0 1 0 0,-1 0 0 0 0,1 0 0 0 0,0 0 0 0 0,-1 0-1 0 0,1 0 1 0 0,-1 0 0 0 0,1 0 0 0 0,0-1 0 0 0,-1 1-1 0 0,1 0 1 0 0,-1 0 0 0 0,1 0 0 0 0,0 0 0 0 0,-1-1 0 0 0,1 1-1 0 0,0 0 1 0 0,-1 0 0 0 0,1-1 0 0 0,0 1 0 0 0,-1 0-1 0 0,1-1 1 0 0,0 1 0 0 0,0 0 0 0 0,-1-1 0 0 0,1 1-1 0 0,0 0 1 0 0,0-1 0 0 0,0 1 0 0 0,0 0 0 0 0,0-1 0 0 0,-1 1-1 0 0,1-1 1 0 0,0 1 0 0 0,0-1 0 0 0,0 1 0 0 0,0 0-1 0 0,0-1 1 0 0,-2-2 35 0 0,0 1 0 0 0,0 0 0 0 0,-1-1 0 0 0,1 1 0 0 0,-1 0 0 0 0,1 0 0 0 0,-1 0 0 0 0,0 1 0 0 0,1-1 0 0 0,-1 1 0 0 0,-5-2 0 0 0,1 0 72 0 0,0 1 0 0 0,0 0 0 0 0,0 1 0 0 0,0-1 0 0 0,-1 1-1 0 0,1 1 1 0 0,0-1 0 0 0,-1 1 0 0 0,-9 2 0 0 0,-70 13 1008 0 0,55-8-651 0 0,27-6-362 0 0,5 0 26 0 0,0 3 14 0 0,0-9-200 0 0,3-33-173 0 0,13 23 218 0 0,-10 12 15 0 0,-6 2-5 0 0,1 1 0 0 0,-1-1 0 0 0,1 1 0 0 0,-1-1 0 0 0,1 1 0 0 0,-1-1 0 0 0,0 1 0 0 0,1-1 1 0 0,-1 1-1 0 0,0-1 0 0 0,1 1 0 0 0,-1-1 0 0 0,0 0 0 0 0,0 1 0 0 0,1-1 0 0 0,-1 0 0 0 0,0 1 0 0 0,0-1 0 0 0,0 1 0 0 0,0-1 0 0 0,0 0 0 0 0,0 1 0 0 0,0-1 0 0 0,0 0 0 0 0,0 1 0 0 0,0-1 1 0 0,0 0-1 0 0,-1 0 0 0 0,1-1-9 0 0,5-4-59 0 0,4 6 38 0 0,-1-1 0 0 0,1 1-1 0 0,0 1 1 0 0,-1-1 0 0 0,1 2 0 0 0,-1-1 0 0 0,1 1 0 0 0,-1 0 0 0 0,0 1 0 0 0,13 5 0 0 0,-1 1 33 0 0,0 1 0 0 0,35 24 0 0 0,71 58 435 0 0,-85-71-361 0 0,-31-15-140 0 0,-26-12-23 0 0,16 6 81 0 0,-1-1 1 0 0,1 1 0 0 0,0 0 0 0 0,-1 0-1 0 0,1 0 1 0 0,-1-1 0 0 0,1 1-1 0 0,0 0 1 0 0,0-1 0 0 0,-1 1-1 0 0,1 0 1 0 0,0 0 0 0 0,-1-1 0 0 0,1 1-1 0 0,0-1 1 0 0,0 1 0 0 0,0 0-1 0 0,-1-1 1 0 0,1 1 0 0 0,0-1-1 0 0,0 1 1 0 0,0 0 0 0 0,0-1 0 0 0,0 1-1 0 0,0-1 1 0 0,0 1 0 0 0,0-1-1 0 0,-4-8-12 0 0,-3 5 7 0 0,6 3 6 0 0,0 1 0 0 0,0 0-1 0 0,0-1 1 0 0,0 1 0 0 0,0-1 0 0 0,0 1 0 0 0,0-1-1 0 0,0 0 1 0 0,1 1 0 0 0,-1-1 0 0 0,0 0 0 0 0,0 1 0 0 0,1-1-1 0 0,-1 0 1 0 0,0 0 0 0 0,1 0 0 0 0,-1 0 0 0 0,1 1-1 0 0,-1-1 1 0 0,1 0 0 0 0,-1 0 0 0 0,1 0 0 0 0,0 0 0 0 0,-1 0-1 0 0,1 0 1 0 0,0-2 0 0 0,-1 2 3 0 0,1 0 0 0 0,-1-1 0 0 0,1 1 0 0 0,-1 0 0 0 0,0-1 0 0 0,1 1 0 0 0,-1 0 1 0 0,0 0-1 0 0,0 0 0 0 0,0 0 0 0 0,0 0 0 0 0,0 0 0 0 0,0 0 0 0 0,0 0 0 0 0,-1 0 0 0 0,1 0 0 0 0,0 0 0 0 0,0 1 0 0 0,-1-1 0 0 0,1 1 0 0 0,-2-2 0 0 0,-34-7 43 0 0,24 10-21 0 0,0 1-1 0 0,1 1 1 0 0,0 0 0 0 0,0 1 0 0 0,0 0 0 0 0,0 1 0 0 0,0 0 0 0 0,1 1 0 0 0,0 0-1 0 0,0 1 1 0 0,1 0 0 0 0,0 0 0 0 0,-16 16 0 0 0,25-22-17 0 0,-1 0 0 0 0,1 0 0 0 0,-1 0 0 0 0,1 0 0 0 0,-1 0 1 0 0,1 1-1 0 0,-1-1 0 0 0,1 1 0 0 0,0-1 0 0 0,0 1 0 0 0,0-1 0 0 0,0 1 0 0 0,0 0 0 0 0,0-1 1 0 0,1 1-1 0 0,-1 0 0 0 0,0 0 0 0 0,1 0 0 0 0,-1-1 0 0 0,1 1 0 0 0,0 0 0 0 0,0 0 0 0 0,-1 0 0 0 0,1 0 1 0 0,1 0-1 0 0,-1 0 0 0 0,0 0 0 0 0,0 0 0 0 0,1-1 0 0 0,-1 1 0 0 0,1 0 0 0 0,-1 0 0 0 0,1 0 1 0 0,0-1-1 0 0,0 1 0 0 0,0 0 0 0 0,0-1 0 0 0,1 3 0 0 0,1 2 9 0 0,7 16 239 0 0,-9-18-222 0 0,0 0 0 0 0,0 0 0 0 0,1 0-1 0 0,0 0 1 0 0,0 0 0 0 0,0-1-1 0 0,0 1 1 0 0,0-1 0 0 0,1 1 0 0 0,0-1-1 0 0,-1 0 1 0 0,1 0 0 0 0,0 0 0 0 0,1-1-1 0 0,-1 1 1 0 0,0-1 0 0 0,1 0 0 0 0,0 1-1 0 0,-1-2 1 0 0,8 4 0 0 0,-2-2-107 0 0,-1-1-1 0 0,1 1 1 0 0,0-2 0 0 0,0 1 0 0 0,0-1 0 0 0,1-1-1 0 0,-1 0 1 0 0,0 0 0 0 0,0-1 0 0 0,0 0 0 0 0,0 0-1 0 0,0-1 1 0 0,16-5 0 0 0,-14 2-445 0 0,1 0-1 0 0,-1 0 1 0 0,0-1 0 0 0,0-1-1 0 0,-1 0 1 0 0,0 0 0 0 0,0-1-1 0 0,-1 0 1 0 0,0-1 0 0 0,11-14-1 0 0,35-36-4681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29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27 1441 0 0,'0'-27'8964'0'0,"0"35"-8164"0"0,0-3-640 0 0,-30 28-80 0 0,30 61 480 0 0,0 22 561 0 0,0-3 720 0 0,0 16-240 0 0,30-16-801 0 0,-30-36-560 0 0,31-8-160 0 0,-1-11-80 0 0,0 0-160 0 0,-30-14-880 0 0,0-31-1602 0 0,0-18-1520 0 0,-30-15-2561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1618 129 1841 0 0,'0'-1'412'0'0,"1"0"0"0"0,-1-1 0 0 0,0 1 1 0 0,0-1-1 0 0,-1 1 0 0 0,1 0 0 0 0,0-1 0 0 0,0 1 1 0 0,-1 0-1 0 0,1-1 0 0 0,-1 1 0 0 0,1 0 0 0 0,-1 0 1 0 0,1-1-1 0 0,-1 1 0 0 0,-1-2 0 0 0,-19-4 1154 0 0,18 6-1682 0 0,-66-13 929 0 0,33 7-572 0 0,1-1-1 0 0,-66-25 0 0 0,90 29-175 0 0,0 0 0 0 0,0 0-1 0 0,0 1 1 0 0,0 0 0 0 0,-1 1-1 0 0,-15-1 1 0 0,-5-1 136 0 0,-36-1 203 0 0,-1 3 1 0 0,0 3-1 0 0,-72 10 1 0 0,21-1-116 0 0,91-7-140 0 0,0 2 0 0 0,-48 14-1 0 0,61-14-127 0 0,11-4-11 0 0,1 1-1 0 0,-1 0 0 0 0,0 0 1 0 0,1 0-1 0 0,0 1 1 0 0,-1 0-1 0 0,-5 4 1 0 0,-18 12 88 0 0,-258 140-85 0 0,160-69 214 0 0,121-87-220 0 0,1 0 0 0 0,-1 1 0 0 0,1 0 1 0 0,0 0-1 0 0,0 0 0 0 0,0 0 1 0 0,1 1-1 0 0,-1-1 0 0 0,1 1 0 0 0,0 0 1 0 0,0 0-1 0 0,1 0 0 0 0,-1 0 1 0 0,1 0-1 0 0,1 1 0 0 0,-1-1 0 0 0,1 1 1 0 0,0-1-1 0 0,0 1 0 0 0,0 0 0 0 0,1 10 1 0 0,0-14-7 0 0,-1 1 0 0 0,1-1-1 0 0,0 1 1 0 0,-1-1 0 0 0,1 0 0 0 0,-1 1 0 0 0,0-1 0 0 0,0 0 0 0 0,0 1 0 0 0,0-1 0 0 0,0 0 0 0 0,0 0 0 0 0,0 0-1 0 0,-1 0 1 0 0,-2 3 0 0 0,3-4 9 0 0,-1 1 0 0 0,1 0 0 0 0,-1 0 0 0 0,1 0 0 0 0,0 0 0 0 0,0 0 0 0 0,0 0 0 0 0,0 1 0 0 0,0-1 0 0 0,1 0 0 0 0,-1 0-1 0 0,0 1 1 0 0,1-1 0 0 0,0 0 0 0 0,-1 4 0 0 0,1-4 7 0 0,0 0 0 0 0,0 0 0 0 0,0 0-1 0 0,0 0 1 0 0,-1 0 0 0 0,1 0 0 0 0,-1-1 0 0 0,0 1 0 0 0,1 0-1 0 0,-1 0 1 0 0,0 0 0 0 0,0 0 0 0 0,0-1 0 0 0,0 1-1 0 0,0-1 1 0 0,-1 1 0 0 0,-2 2 0 0 0,3-3-3 0 0,-1 1 1 0 0,1-1-1 0 0,0 1 0 0 0,0-1 0 0 0,0 1 1 0 0,0 0-1 0 0,0-1 0 0 0,0 1 1 0 0,0 0-1 0 0,0 0 0 0 0,1 0 1 0 0,-1 0-1 0 0,0-1 0 0 0,1 1 1 0 0,0 0-1 0 0,-1 0 0 0 0,1 4 0 0 0,0 392 160 0 0,1-386-52 0 0,1 0 1 0 0,0 0-1 0 0,0 0 0 0 0,1-1 1 0 0,7 18-1 0 0,-5-14-42 0 0,2 5-4 0 0,-6-15-78 0 0,1 1-1 0 0,-1-1 1 0 0,2 0 0 0 0,-1 1-1 0 0,0-1 1 0 0,1 0 0 0 0,0 0 0 0 0,0-1-1 0 0,6 7 1 0 0,21 33-66 0 0,-26-37 87 0 0,0 0-1 0 0,0 0 0 0 0,1 0 0 0 0,0-1 1 0 0,0 0-1 0 0,1 0 0 0 0,-1 0 0 0 0,1-1 1 0 0,1 1-1 0 0,7 4 0 0 0,72 46-58 0 0,-76-50 64 0 0,1 0 0 0 0,0-1-1 0 0,0 0 1 0 0,0 0 0 0 0,0-1 0 0 0,1-1-1 0 0,20 4 1 0 0,4 1 13 0 0,218 49-32 0 0,300 27-1 0 0,-498-77-13 0 0,-41-5-2 0 0,6 1 24 0 0,-1 0 0 0 0,1-2 0 0 0,0 0 0 0 0,0-2 0 0 0,0 0 0 0 0,35-7 0 0 0,-8 1 40 0 0,-2-2 1 0 0,92-32-1 0 0,-80 23-134 0 0,3-2 149 0 0,-47 15-64 0 0,-1 1-1 0 0,0 0 1 0 0,1 1 0 0 0,0 0 0 0 0,0 1-1 0 0,0 1 1 0 0,14 0 0 0 0,55-8 153 0 0,-77 8-135 0 0,147-39 257 0 0,-133 32-278 0 0,0 1 0 0 0,0-2 0 0 0,-1-1 0 0 0,0-1-1 0 0,26-18 1 0 0,-22 11 45 0 0,-1-1 0 0 0,0-1 0 0 0,31-38 1 0 0,-46 50-25 0 0,-1-1 0 0 0,1 0 0 0 0,-2 0 0 0 0,1 0 0 0 0,-1-1 0 0 0,-1 0 0 0 0,1 0 0 0 0,-2 0 0 0 0,0 0 1 0 0,0-1-1 0 0,-1 0 0 0 0,0 1 0 0 0,1-14 0 0 0,-3-114-142 0 0,-2 132 125 0 0,0-1 0 0 0,0 1 0 0 0,0 0 0 0 0,-1 0 0 0 0,1 1 0 0 0,-2-1 0 0 0,1 0 0 0 0,-1 1 0 0 0,1 0 0 0 0,-1 0 0 0 0,-1 0 0 0 0,1 0 0 0 0,-1 1 0 0 0,-9-8 0 0 0,-13-17 40 0 0,18 18 21 0 0,0 0-1 0 0,-1 1 1 0 0,-13-11 0 0 0,-16-20-102 0 0,26 23 38 0 0,0 0 1 0 0,-1 1 0 0 0,0 1-1 0 0,-28-25 1 0 0,-35-28 95 0 0,-54-43-2 0 0,108 96-60 0 0,0 1 0 0 0,-1 0 0 0 0,0 2 0 0 0,-35-13 0 0 0,-7 4 37 0 0,-130-26 0 0 0,167 40-128 0 0,25 7 33 0 0,-1 0 1 0 0,1-1 0 0 0,-1 2-1 0 0,1-1 1 0 0,-1 0-1 0 0,1 1 1 0 0,-6 0-1 0 0,-72 10-1891 0 0,18 0-2563 0 0,3 2-3501 0 0,31-6 3548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96 954 80 0 0,'7'-16'1776'0'0,"-4"10"-1289"0"0,1-1 0 0 0,-2 1-1 0 0,1-1 1 0 0,-1 0 0 0 0,0 0 0 0 0,0 0-1 0 0,-1 0 1 0 0,0 0 0 0 0,0-1 0 0 0,-1 1-1 0 0,0 0 1 0 0,0 0 0 0 0,-2-14 0 0 0,-18-29 460 0 0,4-17-907 0 0,-24-15 93 0 0,36 65-72 0 0,0-1 0 0 0,2 1 0 0 0,0-1 0 0 0,1 0 0 0 0,0 0-1 0 0,4-25 1 0 0,-2-4 47 0 0,-1-291 392 0 0,0 244 2668 0 0,0 101-3118 0 0,-1-1 1 0 0,0 1-1 0 0,0-1 0 0 0,0 0 0 0 0,-1 0 1 0 0,0 0-1 0 0,-4 9 0 0 0,-5 16 28 0 0,7-5-62 0 0,1 1 1 0 0,1 0-1 0 0,1 0 0 0 0,4 38 0 0 0,-1 4-97 0 0,-2 356-746 0 0,0-419 826 0 0,1-1 0 0 0,0 1-1 0 0,0-1 1 0 0,1 1 0 0 0,-1-1 0 0 0,1 0-1 0 0,0 0 1 0 0,1 0 0 0 0,-1 0-1 0 0,1 0 1 0 0,0 0 0 0 0,0-1-1 0 0,0 1 1 0 0,1-1 0 0 0,0 0 0 0 0,0 0-1 0 0,0 0 1 0 0,0 0 0 0 0,0-1-1 0 0,1 0 1 0 0,-1 0 0 0 0,1 0 0 0 0,0 0-1 0 0,0-1 1 0 0,0 0 0 0 0,1 0-1 0 0,-1 0 1 0 0,0-1 0 0 0,1 0 0 0 0,8 2-1 0 0,-8-12-121 0 0,-2 2 166 0 0,17-3 28 0 0,-19 9-66 0 0,0 1 0 0 0,-1 0 0 0 0,1-1 0 0 0,0 1 1 0 0,-1-1-1 0 0,1 0 0 0 0,-1 0 0 0 0,1 1 0 0 0,-1-1 0 0 0,1 0 0 0 0,-1 0 1 0 0,0 0-1 0 0,1 0 0 0 0,-1-1 0 0 0,0 1 0 0 0,0 0 0 0 0,0-1 0 0 0,0 1 0 0 0,0 0 1 0 0,0-1-1 0 0,0 1 0 0 0,0-1 0 0 0,-1 1 0 0 0,1-1 0 0 0,-1 0 0 0 0,1 1 1 0 0,-1-1-1 0 0,1 0 0 0 0,-1 1 0 0 0,0-1 0 0 0,0 0 0 0 0,0-2 0 0 0,0 2 1 0 0,0 1 0 0 0,0-1 0 0 0,1 1 0 0 0,-1-1 0 0 0,0 1 0 0 0,1-1 0 0 0,-1 1-1 0 0,1 0 1 0 0,-1-1 0 0 0,1 1 0 0 0,0 0 0 0 0,-1 0 0 0 0,1-1 0 0 0,0 1 0 0 0,0 0 0 0 0,0 0 0 0 0,0 0-1 0 0,0 0 1 0 0,0 0 0 0 0,2-1 0 0 0,7-9 30 0 0,1-13 28 0 0,12-16 32 0 0,-2 13-36 0 0,-20 23-59 0 0,1 0-1 0 0,1 1 0 0 0,-1-1 0 0 0,0 1 1 0 0,1 0-1 0 0,0-1 0 0 0,0 1 0 0 0,0 1 0 0 0,0-1 1 0 0,0 0-1 0 0,1 1 0 0 0,-1-1 0 0 0,1 1 1 0 0,-1 0-1 0 0,1 0 0 0 0,0 1 0 0 0,0-1 1 0 0,0 1-1 0 0,0-1 0 0 0,0 1 0 0 0,0 1 1 0 0,0-1-1 0 0,0 1 0 0 0,1-1 0 0 0,-1 1 1 0 0,0 0-1 0 0,5 1 0 0 0,7 3-32 0 0,0 0 1 0 0,0 1-1 0 0,-1 0 0 0 0,1 1 0 0 0,-1 1 0 0 0,-1 1 0 0 0,1 0 1 0 0,-2 1-1 0 0,1 0 0 0 0,-1 1 0 0 0,0 0 0 0 0,17 20 1 0 0,-25-26 17 0 0,-1-1 1 0 0,-1 1-1 0 0,1 0 0 0 0,0 1 1 0 0,-1-1-1 0 0,0 1 1 0 0,0-1-1 0 0,0 1 1 0 0,-1 0-1 0 0,0 0 1 0 0,0 0-1 0 0,0 0 0 0 0,0 0 1 0 0,0 7-1 0 0,-2-8 52 0 0,-1 1 1 0 0,1 0-1 0 0,-1-1 0 0 0,0 1 0 0 0,-1-1 0 0 0,1 0 1 0 0,-1 1-1 0 0,0-1 0 0 0,0 0 0 0 0,0 0 0 0 0,-1 0 0 0 0,1 0 1 0 0,-1 0-1 0 0,0-1 0 0 0,0 1 0 0 0,0-1 0 0 0,-1 0 1 0 0,1 0-1 0 0,-8 5 0 0 0,0 2 26 0 0,0 0 0 0 0,-1-1 0 0 0,-1 0 0 0 0,0 0 0 0 0,0-2 0 0 0,0 1 0 0 0,-1-2 0 0 0,0 0 0 0 0,-17 5 0 0 0,19-10-135 0 0,0 0-1 0 0,1-1 1 0 0,-1 0 0 0 0,1 0-1 0 0,-1-1 1 0 0,1-1-1 0 0,-1 0 1 0 0,1-1 0 0 0,0 0-1 0 0,0-1 1 0 0,0 0-1 0 0,1 0 1 0 0,-1-1 0 0 0,1-1-1 0 0,0 0 1 0 0,-14-10-1 0 0,22 14-1 0 0,0 1-1 0 0,0-1 1 0 0,0 1-1 0 0,0-1 0 0 0,0 0 1 0 0,0 1-1 0 0,0-1 1 0 0,1 0-1 0 0,-1-1 1 0 0,1 1-1 0 0,-1 0 0 0 0,1 0 1 0 0,0-1-1 0 0,0 1 1 0 0,0 0-1 0 0,0-1 1 0 0,0 1-1 0 0,0-1 1 0 0,1 1-1 0 0,-1-1 0 0 0,1-4 1 0 0,1 3-77 0 0,-1 0 1 0 0,2 1-1 0 0,-1-1 1 0 0,0 0-1 0 0,1 1 1 0 0,-1-1 0 0 0,1 0-1 0 0,0 1 1 0 0,0 0-1 0 0,1 0 1 0 0,-1-1-1 0 0,5-3 1 0 0,-2 1-473 0 0,-1 1 0 0 0,1-1 0 0 0,-2 0 0 0 0,1 0 0 0 0,0 0 0 0 0,-1 0 0 0 0,3-11 0 0 0,15-15-3607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4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6 960 0 0,'-30'0'2001'0'0,"30"-6"-80"0"0,0 12-320 0 0,-24-6-240 0 0,24 6-321 0 0,-30 7-320 0 0,0 18 81 0 0,30 27-1 0 0,0 5-240 0 0,30-5 161 0 0,-30-1-241 0 0,0 7-640 0 0,0 5 640 0 0,0-11-80 0 0,30-20-560 0 0,-30-19-1040 0 0,24-24-1041 0 0,6-28-1841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7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31 287 5843 0 0,'0'-13'4642'0'0,"-31"-7"-2481"0"0,31-5-1521 0 0,31-32-800 0 0,-1-7-80 0 0,0 26-961 0 0,0 1-2881 0 0,30 5-3361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6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4962 0 0,'50'-19'3522'0'0,"-50"18"-3487"0"0,1 1 0 0 0,-1 0 0 0 0,0 0 0 0 0,1 0 0 0 0,-1-1 0 0 0,1 1 0 0 0,-1 0 0 0 0,0 0 0 0 0,1 0 0 0 0,-1 0 0 0 0,1 0 0 0 0,-1 0 0 0 0,1 0 0 0 0,-1 0 0 0 0,1 0 1 0 0,-1 0-1 0 0,0 0 0 0 0,1 0 0 0 0,-1 0 0 0 0,1 0 0 0 0,-1 0 0 0 0,1 0 0 0 0,-1 1 0 0 0,0-1 0 0 0,1 0 0 0 0,-1 0 0 0 0,0 0 0 0 0,1 1 0 0 0,-1-1 0 0 0,1 1 0 0 0,1 0 13 0 0,25 14-32 0 0,12 5-20 0 0,-37-19 12 0 0,-1-1-1 0 0,0 1 1 0 0,1 0 0 0 0,-1 0-1 0 0,0 1 1 0 0,0-1 0 0 0,0 0-1 0 0,0 0 1 0 0,0 0 0 0 0,0 1-1 0 0,0-1 1 0 0,0 0 0 0 0,0 1-1 0 0,-1-1 1 0 0,1 1 0 0 0,0-1-1 0 0,-1 1 1 0 0,1 0 0 0 0,-1-1-1 0 0,0 3 1 0 0,0 174 1113 0 0,1-169-1096 0 0,-1 0 1 0 0,2 0 0 0 0,-1 0 0 0 0,1 0-1 0 0,0 0 1 0 0,7 15 0 0 0,-7-17-21 0 0,1 0-1 0 0,-1 0 1 0 0,0 1 0 0 0,0-1 0 0 0,-1 1-1 0 0,1 12 1 0 0,-2 51 62 0 0,-1-70-67 0 0,1-1 0 0 0,0 1 0 0 0,0-1 0 0 0,-1 1 0 0 0,1-1 0 0 0,0 1 0 0 0,-1-1 0 0 0,1 1 0 0 0,-1-1 0 0 0,1 0 0 0 0,-1 1 0 0 0,1-1 0 0 0,-1 0 0 0 0,1 1 0 0 0,-1-1 0 0 0,1 0 0 0 0,-1 1 0 0 0,1-1 0 0 0,-1 0 0 0 0,1 0 0 0 0,-1 0 0 0 0,0 0 0 0 0,1 1 0 0 0,-1-1 0 0 0,1 0 0 0 0,-1 0 0 0 0,0 0 0 0 0,1 0 0 0 0,-1 0 0 0 0,1-1 0 0 0,-1 1 0 0 0,0 0 0 0 0,1 0 0 0 0,-1 0 0 0 0,1 0 0 0 0,-1-1 0 0 0,1 1 0 0 0,-1 0 0 0 0,1 0 0 0 0,-1-1 0 0 0,1 1 0 0 0,-1-1 0 0 0,1 1 0 0 0,-1 0 0 0 0,1-1 0 0 0,-1 1 0 0 0,1-1 0 0 0,0 1 0 0 0,-1-1 0 0 0,1 0 0 0 0,19-11-56 0 0,-31-1 42 0 0,5 7 17 0 0,6 5-3 0 0,0 0 0 0 0,0 0 0 0 0,1 0 0 0 0,-1 1 0 0 0,0-1 0 0 0,1 0 0 0 0,-1 0 0 0 0,1 0 0 0 0,0 0 0 0 0,-1 0 0 0 0,1 0 0 0 0,0 0 0 0 0,-1 0 0 0 0,1 0 0 0 0,0 0 0 0 0,0-1 0 0 0,0 1 0 0 0,0 0 0 0 0,0 0 0 0 0,0 0 0 0 0,0 0 0 0 0,0 0 0 0 0,1 0 0 0 0,-1 0 0 0 0,0 0 0 0 0,1 0 0 0 0,0-2 0 0 0,16-28 3 0 0,-9 19 7 0 0,9-44 50 0 0,-16 47-54 0 0,1 1 0 0 0,1 0 0 0 0,-1 0 0 0 0,1 0 1 0 0,1 0-1 0 0,-1 0 0 0 0,2 0 0 0 0,-1 1 0 0 0,1 0 0 0 0,0 0 1 0 0,11-12-1 0 0,29-17-6 0 0,-42 33-2 0 0,0 1 0 0 0,0 0 0 0 0,1 1 0 0 0,-1-1 0 0 0,0 0 1 0 0,1 1-1 0 0,-1 0 0 0 0,0 0 0 0 0,1 0 0 0 0,0 0 0 0 0,-1 1 0 0 0,1-1 0 0 0,-1 1 0 0 0,1 0 1 0 0,0 0-1 0 0,-1 0 0 0 0,1 0 0 0 0,0 1 0 0 0,-1 0 0 0 0,1-1 0 0 0,-1 1 0 0 0,5 2 0 0 0,2 1-1 0 0,0 0 0 0 0,-1 1-1 0 0,1 1 1 0 0,-1-1 0 0 0,0 1-1 0 0,15 14 1 0 0,-3-1 19 0 0,-1 1-1 0 0,-1 1 1 0 0,0 1-1 0 0,-2 0 1 0 0,18 31 0 0 0,-20-13 90 0 0,4 4 97 0 0,-19-42-200 0 0,1-1 0 0 0,0 0 0 0 0,0 1-1 0 0,0-1 1 0 0,0 0 0 0 0,0 0 0 0 0,0 0-1 0 0,1 0 1 0 0,-1 0 0 0 0,0 0 0 0 0,1 0 0 0 0,-1 0-1 0 0,0 0 1 0 0,1-1 0 0 0,-1 1 0 0 0,1 0-1 0 0,-1-1 1 0 0,1 1 0 0 0,-1-1 0 0 0,1 0-1 0 0,-1 0 1 0 0,4 1 0 0 0,-5-2-9 0 0,1-1 1 0 0,0 1-1 0 0,-1 0 0 0 0,1-1 1 0 0,0 1-1 0 0,-1-1 1 0 0,0 1-1 0 0,1-1 0 0 0,-1 1 1 0 0,0 0-1 0 0,0-1 0 0 0,0 1 1 0 0,1-1-1 0 0,-2 1 0 0 0,1-1 1 0 0,0 1-1 0 0,0-1 0 0 0,0 1 1 0 0,-1-1-1 0 0,1 1 0 0 0,-1-1 1 0 0,1 1-1 0 0,-1 0 1 0 0,0-1-1 0 0,0-1 0 0 0,-2 0 7 0 0,0-1 0 0 0,0 1-1 0 0,1-1 1 0 0,0 0 0 0 0,0 0 0 0 0,0 0-1 0 0,0 0 1 0 0,0 0 0 0 0,1 0 0 0 0,0 0-1 0 0,0 0 1 0 0,0-1 0 0 0,0 1 0 0 0,1-1-1 0 0,0 1 1 0 0,0 0 0 0 0,0-7 0 0 0,-8-61 65 0 0,-2 0 41 0 0,10 67-97 0 0,0 0 0 0 0,0 0 0 0 0,0 0 0 0 0,1 0 0 0 0,0 0 0 0 0,0 1 0 0 0,0-1 0 0 0,0 0 0 0 0,1 0 0 0 0,0 1 0 0 0,2-5 0 0 0,-3 3-3 0 0,3-1-1 0 0,27 9-6 0 0,-26-1 13 0 0,0 0 0 0 0,0 1-1 0 0,0-1 1 0 0,-1 1 0 0 0,1 0-1 0 0,0 0 1 0 0,-1 1 0 0 0,1-1-1 0 0,-1 1 1 0 0,0 0 0 0 0,0 0 0 0 0,0 1-1 0 0,0-1 1 0 0,6 8 0 0 0,22 19 197 0 0,-5-7-45 0 0,65 63 543 0 0,-82-76-566 0 0,-1 1 1 0 0,0 0 0 0 0,0 1-1 0 0,-1 0 1 0 0,-1 1 0 0 0,0-1-1 0 0,6 19 1 0 0,-12-27-129 0 0,0 0 0 0 0,0 0 1 0 0,0-1-1 0 0,1 1 0 0 0,-1 0 0 0 0,1-1 0 0 0,0 1 1 0 0,0-1-1 0 0,0 0 0 0 0,0 0 0 0 0,0 0 1 0 0,1 0-1 0 0,0 0 0 0 0,3 3 0 0 0,-8-7-246 0 0,0 0 0 0 0,1 0-1 0 0,-1 0 1 0 0,1 0 0 0 0,-1 0-1 0 0,1-1 1 0 0,-1 1 0 0 0,1 0-1 0 0,0-1 1 0 0,-1 1 0 0 0,1-1-1 0 0,0 1 1 0 0,0-1 0 0 0,0 0-1 0 0,1 1 1 0 0,-1-1 0 0 0,0 0-1 0 0,0 0 1 0 0,1 1 0 0 0,-1-1-1 0 0,1 0 1 0 0,0 0 0 0 0,-1-2-1 0 0,-4-31-2501 0 0,-20-24-1508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6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69 2241 0 0,'-4'-45'4505'0'0,"4"44"-4405"0"0,0 0 0 0 0,0 0 0 0 0,0 0 0 0 0,0 0 1 0 0,0 0-1 0 0,0 0 0 0 0,-1 0 0 0 0,1 0 0 0 0,0 0 0 0 0,-1 1 0 0 0,1-1 1 0 0,0 0-1 0 0,-1 0 0 0 0,1 0 0 0 0,-1 0 0 0 0,0 1 0 0 0,1-1 1 0 0,-1 0-1 0 0,0 1 0 0 0,1-1 0 0 0,-1 0 0 0 0,0 1 0 0 0,1-1 1 0 0,-1 1-1 0 0,0-1 0 0 0,0 1 0 0 0,0-1 0 0 0,0 1 0 0 0,0 0 0 0 0,1-1 1 0 0,-1 1-1 0 0,0 0 0 0 0,0 0 0 0 0,0 0 0 0 0,-1 0 0 0 0,6-1-38 0 0,0 1 1 0 0,0 1-1 0 0,0-1 0 0 0,0 1 0 0 0,0-1 0 0 0,0 1 0 0 0,0 0 0 0 0,0 1 0 0 0,0-1 0 0 0,0 1 0 0 0,0 0 0 0 0,-1 0 0 0 0,1 0 0 0 0,-1 0 0 0 0,1 0 0 0 0,-1 1 0 0 0,0 0 0 0 0,0-1 0 0 0,0 1 0 0 0,0 1 1 0 0,3 4-1 0 0,10 11-19 0 0,-1 2 1 0 0,16 29 0 0 0,-31-49-33 0 0,6 12 150 0 0,0 1 0 0 0,-1 0 0 0 0,-1 0 0 0 0,-1 0 0 0 0,0 0 0 0 0,0 1 0 0 0,-2 0 0 0 0,0-1 0 0 0,0 1 0 0 0,-3 24 0 0 0,2-9 402 0 0,0 113 1398 0 0,0-142-1963 0 0,0 0-1 0 0,1 0 1 0 0,-1 0-1 0 0,1-1 1 0 0,-1 1 0 0 0,1 0-1 0 0,0-1 1 0 0,-1 1 0 0 0,1-1-1 0 0,0 1 1 0 0,-1 0-1 0 0,1-1 1 0 0,0 0 0 0 0,-1 1-1 0 0,1-1 1 0 0,0 1-1 0 0,0-1 1 0 0,0 0 0 0 0,0 1-1 0 0,-1-1 1 0 0,1 0-1 0 0,0 0 1 0 0,0 0 0 0 0,0 0-1 0 0,0 0 1 0 0,0 0-1 0 0,0 0 1 0 0,-1 0 0 0 0,1 0-1 0 0,0 0 1 0 0,0 0-1 0 0,0-1 1 0 0,0 1 0 0 0,0 0-1 0 0,-1 0 1 0 0,1-1-1 0 0,0 1 1 0 0,1-2 0 0 0,-2 2-7 0 0,0 0 1 0 0,-1-1 0 0 0,1 1 0 0 0,0-1-1 0 0,0 1 1 0 0,0-1 0 0 0,0 1 0 0 0,-1 0-1 0 0,1-1 1 0 0,0 1 0 0 0,-1-1 0 0 0,1 1-1 0 0,0 0 1 0 0,-1-1 0 0 0,1 1-1 0 0,0 0 1 0 0,-1 0 0 0 0,1-1 0 0 0,0 1-1 0 0,-1 0 1 0 0,1 0 0 0 0,-1-1 0 0 0,1 1-1 0 0,-1 0 1 0 0,1 0 0 0 0,-1 0 0 0 0,1 0-1 0 0,0 0 1 0 0,-1 0 0 0 0,1 0-1 0 0,-1 0 1 0 0,1 0 0 0 0,-1 0 0 0 0,1 0-1 0 0,-2 0 1 0 0,2 0 4 0 0,-1 0 0 0 0,1 0 0 0 0,-1 0 0 0 0,0 0 0 0 0,1 0 0 0 0,-1 0 0 0 0,1 0 0 0 0,-1 0 0 0 0,0 0 0 0 0,1 0 0 0 0,-1 0 0 0 0,1 0 0 0 0,-1-1 0 0 0,1 1 0 0 0,-1 0 0 0 0,1 0 0 0 0,-1-1 0 0 0,1 1 0 0 0,-1 0 0 0 0,1-1 0 0 0,-1 1 0 0 0,1-1 0 0 0,-1 1 0 0 0,1 0 0 0 0,0-1 0 0 0,-1 1 0 0 0,1-1 0 0 0,0 1 0 0 0,-1-1 0 0 0,1 1 0 0 0,0-1 0 0 0,-1 0 0 0 0,1 1 0 0 0,0-1 0 0 0,0 1 0 0 0,0-1 0 0 0,0 1 0 0 0,0-2 0 0 0,-2-3 6 0 0,1 1-1 0 0,0-1 0 0 0,-1 0 1 0 0,0 0-1 0 0,0 1 1 0 0,-1-1-1 0 0,1 1 0 0 0,-1 0 1 0 0,0 0-1 0 0,0 0 1 0 0,0 0-1 0 0,-6-4 0 0 0,-16-25 61 0 0,21 25-48 0 0,-1-1-1 0 0,-1 2 0 0 0,0-1 1 0 0,0 1-1 0 0,0 0 0 0 0,-1 0 1 0 0,0 0-1 0 0,0 1 0 0 0,-1 0 1 0 0,1 1-1 0 0,-1 0 0 0 0,0 0 1 0 0,-1 0-1 0 0,1 1 0 0 0,-1 0 1 0 0,0 1-1 0 0,-17-4 0 0 0,24 6-3 0 0,-1 0 1 0 0,1 1-1 0 0,-1-1 0 0 0,0 1 0 0 0,1 0 0 0 0,-1 0 0 0 0,0 0 0 0 0,1 0 0 0 0,-1 0 1 0 0,0 0-1 0 0,1 1 0 0 0,-1-1 0 0 0,1 1 0 0 0,-1 0 0 0 0,1-1 0 0 0,-1 1 1 0 0,1 1-1 0 0,-1-1 0 0 0,1 0 0 0 0,0 0 0 0 0,-1 1 0 0 0,1 0 0 0 0,0-1 0 0 0,0 1 1 0 0,0 0-1 0 0,1 0 0 0 0,-1 0 0 0 0,0 0 0 0 0,1 0 0 0 0,-1 0 0 0 0,-1 5 0 0 0,0 0 43 0 0,0 0 0 0 0,1 1 0 0 0,0 0 0 0 0,1-1 0 0 0,-1 1 0 0 0,1 0 0 0 0,1 0 0 0 0,0 9 0 0 0,-1-13-38 0 0,1 1 1 0 0,0-1 0 0 0,0 1 0 0 0,1-1-1 0 0,-1 1 1 0 0,1-1 0 0 0,0 0 0 0 0,0 1 0 0 0,1-1-1 0 0,-1 0 1 0 0,1 1 0 0 0,0-1 0 0 0,0 0-1 0 0,0 0 1 0 0,0 0 0 0 0,1-1 0 0 0,0 1-1 0 0,0-1 1 0 0,0 1 0 0 0,0-1 0 0 0,0 0-1 0 0,1 0 1 0 0,-1 0 0 0 0,1-1 0 0 0,0 1 0 0 0,0-1-1 0 0,0 0 1 0 0,0 0 0 0 0,0 0 0 0 0,0-1-1 0 0,0 1 1 0 0,8 1 0 0 0,-1 0-123 0 0,1 1 1 0 0,-1-2-1 0 0,1 1 0 0 0,-1-2 1 0 0,1 1-1 0 0,0-1 0 0 0,0-1 1 0 0,0 0-1 0 0,11-3 0 0 0,-15 2-291 0 0,0-1 1 0 0,0 0-1 0 0,0-1 0 0 0,-1 1 1 0 0,1-2-1 0 0,-1 1 0 0 0,0-1 1 0 0,0 0-1 0 0,0 0 0 0 0,-1-1 0 0 0,1 0 1 0 0,-1 0-1 0 0,0-1 0 0 0,-1 1 1 0 0,8-10-1 0 0,42-59-6058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1361 0 0,'0'38'3201'0'0,"30"-19"-3121"0"0,-30 0-3441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365 358 1121 0 0,'-38'-6'1858'0'0,"23"4"-1313"0"0,-1-1 0 0 0,0 0-1 0 0,1-1 1 0 0,-1-1 0 0 0,1 0-1 0 0,0-1 1 0 0,-15-9 0 0 0,21 10-396 0 0,-1 0 1 0 0,1 1 0 0 0,0 0-1 0 0,-1 0 1 0 0,0 1-1 0 0,0 0 1 0 0,0 1 0 0 0,0 0-1 0 0,0 1 1 0 0,0 0 0 0 0,-1 0-1 0 0,-18 3 1 0 0,25-2-81 0 0,-27 5 505 0 0,31-6-551 0 0,-1 0 1 0 0,0 0-1 0 0,0 0 1 0 0,1 0-1 0 0,-1 0 1 0 0,1-1-1 0 0,-1 1 1 0 0,1 0-1 0 0,0 0 1 0 0,-1-1-1 0 0,1 1 1 0 0,0 0 0 0 0,0-1-1 0 0,0 1 1 0 0,0 0-1 0 0,0-1 1 0 0,0 1-1 0 0,0 0 1 0 0,0-1-1 0 0,1-1 1 0 0,-1-1 55 0 0,0 1-49 0 0,0 0 0 0 0,0 0 1 0 0,0 0-1 0 0,1 0 0 0 0,-1 0 0 0 0,1 0 0 0 0,0 0 1 0 0,0 0-1 0 0,0 0 0 0 0,0 0 0 0 0,0 1 0 0 0,0-1 0 0 0,1 0 1 0 0,-1 1-1 0 0,3-4 0 0 0,1 2 13 0 0,0-1 1 0 0,1 1-1 0 0,-1 0 1 0 0,1 0-1 0 0,0 0 1 0 0,7-2-1 0 0,9-7 84 0 0,-15 8-103 0 0,0 1 1 0 0,1-1-1 0 0,0 1 1 0 0,-1 1-1 0 0,1-1 1 0 0,1 1-1 0 0,-1 1 1 0 0,0-1-1 0 0,1 1 0 0 0,-1 1 1 0 0,1 0-1 0 0,-1 0 1 0 0,1 1-1 0 0,12 0 1 0 0,-17 1-21 0 0,4 0 3 0 0,0 0 0 0 0,0 1 0 0 0,0 1-1 0 0,0-1 1 0 0,0 1 0 0 0,0 0 0 0 0,-1 1 0 0 0,0 0 0 0 0,1 0 0 0 0,5 5 0 0 0,5 1 10 0 0,-1 0 1 0 0,-1 2-1 0 0,0 0 1 0 0,-1 0-1 0 0,0 2 0 0 0,-1 0 1 0 0,0 0-1 0 0,-1 1 1 0 0,-1 1-1 0 0,0 0 1 0 0,-2 1-1 0 0,15 27 1 0 0,29 53-18 0 0,-53-92 8 0 0,1 0 0 0 0,0 0 0 0 0,0 0 0 0 0,0-1 0 0 0,1 1 0 0 0,0-1 0 0 0,0 1 0 0 0,0-1 0 0 0,6 7 0 0 0,-4 1 58 0 0,-5-13-56 0 0,0 0-1 0 0,-1 1 0 0 0,1-1 1 0 0,0 0-1 0 0,0 1 0 0 0,-1-1 1 0 0,1 1-1 0 0,0-1 1 0 0,-1 1-1 0 0,1-1 0 0 0,-1 1 1 0 0,1-1-1 0 0,-1 1 0 0 0,1-1 1 0 0,-1 1-1 0 0,1-1 0 0 0,-1 1 1 0 0,1 0-1 0 0,-1-1 1 0 0,0 1-1 0 0,1 0 0 0 0,-2-1 1 0 0,1 1-5 0 0,0 0 0 0 0,0-1 0 0 0,0 0 0 0 0,0 1 0 0 0,-1-1 0 0 0,1 0 0 0 0,0 1 0 0 0,1-1 0 0 0,-1 0 0 0 0,0 0 0 0 0,0 0 0 0 0,0 0 0 0 0,0 0 0 0 0,1 0 0 0 0,-1 0 1 0 0,0 0-1 0 0,1 0 0 0 0,-1 0 0 0 0,1 0 0 0 0,-1 0 0 0 0,1-1 0 0 0,0 1 0 0 0,-1 0 0 0 0,1 0 0 0 0,0-3 0 0 0,-1-28 153 0 0,1 15-118 0 0,0 0 1 0 0,0 0-1 0 0,2 0 1 0 0,0 1-1 0 0,5-20 0 0 0,2 4 16 0 0,2 1 0 0 0,1 0 0 0 0,1 1 0 0 0,27-44 0 0 0,17 7-101 0 0,-28 36 37 0 0,-27 28-3 0 0,1 0-1 0 0,-1 0 1 0 0,1 0-1 0 0,0 1 1 0 0,-1-1-1 0 0,1 1 1 0 0,0 0-1 0 0,1-1 1 0 0,-1 2-1 0 0,0-1 1 0 0,1 0-1 0 0,-1 1 1 0 0,1-1 0 0 0,-1 1-1 0 0,1 0 1 0 0,-1 0-1 0 0,1 1 1 0 0,0-1-1 0 0,0 1 1 0 0,-1-1-1 0 0,1 1 1 0 0,0 1-1 0 0,0-1 1 0 0,-1 0-1 0 0,1 1 1 0 0,0 0-1 0 0,0 0 1 0 0,-1 0 0 0 0,6 2-1 0 0,7 6 16 0 0,0 0 0 0 0,-1 0 0 0 0,-1 2 0 0 0,0 0 0 0 0,18 17 0 0 0,-24-20 76 0 0,15 10-11 0 0,-1 2-1 0 0,-1 1 1 0 0,-1 1-1 0 0,-1 0 1 0 0,-1 2 0 0 0,25 42-1 0 0,23 82 306 0 0,-61-138-324 0 0,0 1 1 0 0,-1-1 0 0 0,-1 1-1 0 0,1 0 1 0 0,-1 0 0 0 0,-1 0-1 0 0,0 0 1 0 0,-1 0 0 0 0,0 22 0 0 0,-1-33-53 0 0,0 0 1 0 0,0 1 0 0 0,0-1-1 0 0,0 0 1 0 0,0 0 0 0 0,0 1 0 0 0,0-1-1 0 0,0 0 1 0 0,0 0 0 0 0,-1 0-1 0 0,1 1 1 0 0,0-1 0 0 0,0 0 0 0 0,0 0-1 0 0,0 0 1 0 0,0 1 0 0 0,-1-1-1 0 0,1 0 1 0 0,0 0 0 0 0,0 0 0 0 0,0 0-1 0 0,0 1 1 0 0,-1-1 0 0 0,1 0 0 0 0,0 0-1 0 0,0 0 1 0 0,-1 0 0 0 0,1 0-1 0 0,0 0 1 0 0,0 0 0 0 0,0 0 0 0 0,-1 0-1 0 0,1 0 1 0 0,0 0 0 0 0,0 0-1 0 0,-1 0 1 0 0,1 0 0 0 0,0 0 0 0 0,0 0-1 0 0,-1 0 1 0 0,1 0 0 0 0,0 0-1 0 0,0 0 1 0 0,-1 0 0 0 0,1 0 0 0 0,0 0-1 0 0,0 0 1 0 0,0 0 0 0 0,-1-1-1 0 0,1 1 1 0 0,0 0 0 0 0,0 0 0 0 0,0 0-1 0 0,-1 0 1 0 0,1 0 0 0 0,0-1-1 0 0,0 1 1 0 0,0 0 0 0 0,0-1 0 0 0,-15-12-563 0 0,14 10 442 0 0,-1 1-1 0 0,1-1 0 0 0,0 1 1 0 0,0-1-1 0 0,1 1 1 0 0,-1-1-1 0 0,0 1 1 0 0,1-1-1 0 0,0 0 0 0 0,-1 1 1 0 0,1-1-1 0 0,0 0 1 0 0,0 1-1 0 0,1-1 0 0 0,-1 0 1 0 0,1 1-1 0 0,-1-1 1 0 0,3-5-1 0 0,-2 3-325 0 0,1 0 1 0 0,1 0-1 0 0,-1 1 1 0 0,1-1-1 0 0,-1 0 1 0 0,1 1-1 0 0,5-6 1 0 0,-7 9 230 0 0,-1 1 0 0 0,1-1-1 0 0,-1 0 1 0 0,1 0 0 0 0,-1 0 0 0 0,1 0 0 0 0,-1 0 0 0 0,1 0-1 0 0,-1 0 1 0 0,0 0 0 0 0,0-1 0 0 0,1 1 0 0 0,-1 0 0 0 0,0 0-1 0 0,0 0 1 0 0,0 0 0 0 0,0 0 0 0 0,-1-2 0 0 0,1-1-886 0 0,0-4-1205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3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122 554 3842 0 0,'1'-12'4823'0'0,"0"-5"-4348"0"0,-1-1 0 0 0,-1 0 0 0 0,-5-36 0 0 0,-44-93 58 0 0,45 125-447 0 0,5 20-74 0 0,0-1 0 0 0,-1 0-1 0 0,1 0 1 0 0,-1 0 0 0 0,0 0 0 0 0,0 1 0 0 0,0-1 0 0 0,0 0 0 0 0,0 1 0 0 0,0-1 0 0 0,-1 1 0 0 0,1 0 0 0 0,-1-1 0 0 0,0 1 0 0 0,0 0 0 0 0,0 0 0 0 0,0 0 0 0 0,0 0 0 0 0,0 0 0 0 0,-1 0 0 0 0,1 1 0 0 0,-3-2 0 0 0,-1-1 13 0 0,5 4 10 0 0,-1-1-1 0 0,1 1 1 0 0,0-1-1 0 0,0 0 1 0 0,0 0-1 0 0,0 0 1 0 0,0 1 0 0 0,0-1-1 0 0,0 0 1 0 0,0 0-1 0 0,0 0 1 0 0,0 0-1 0 0,0-1 1 0 0,1 1-1 0 0,-1 0 1 0 0,0 0-1 0 0,1 0 1 0 0,-1-1-1 0 0,1 1 1 0 0,-1 0-1 0 0,1-1 1 0 0,0 1 0 0 0,-1 0-1 0 0,1-1 1 0 0,0 1-1 0 0,0 0 1 0 0,0-1-1 0 0,0-1 1 0 0,0 2 605 0 0,-1 3-384 0 0,7 1-179 0 0,37 2 237 0 0,1-2-1 0 0,52-3 0 0 0,-42-1-225 0 0,4 1-122 0 0,1-2 1 0 0,-1-3 0 0 0,64-14-1 0 0,-106 15-276 0 0,1-1-1 0 0,-1-1 1 0 0,0 0-1 0 0,-1-1 0 0 0,1-1 1 0 0,24-17-1 0 0,-3-1-4038 0 0,35-36 1 0 0,-47 52 1666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40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 0 0,'61'83'7123'0'0,"-31"0"-3601"0"0,-30 7-3202 0 0,0-2-480 0 0,0-5 400 0 0,0-14 80 0 0,0-23-320 0 0,0-28-80 0 0,30-18-560 0 0,-60-12-1361 0 0,30-13-3681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40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35 1441 0 0,'6'-4'715'0'0,"0"0"0"0"0,0 0 0 0 0,0 1 1 0 0,1 0-1 0 0,8-3 0 0 0,-12 5-351 0 0,2-5 1430 0 0,0 2-453 0 0,-1 5-1237 0 0,0-1 0 0 0,0 1 1 0 0,0-1-1 0 0,0 1 0 0 0,0 1 0 0 0,0-1 1 0 0,0 0-1 0 0,0 1 0 0 0,-1 0 0 0 0,1 0 1 0 0,0 0-1 0 0,5 5 0 0 0,40 39-23 0 0,-33-29-36 0 0,-11-12-44 0 0,6 5 15 0 0,0 1 0 0 0,0 0-1 0 0,-1 0 1 0 0,-1 1-1 0 0,0 0 1 0 0,-1 1 0 0 0,0 0-1 0 0,-1 0 1 0 0,0 1-1 0 0,8 24 1 0 0,15 79 398 0 0,-28-109-336 0 0,0-1 0 0 0,-1 1 1 0 0,1 0-1 0 0,-1 0 1 0 0,-1-1-1 0 0,0 1 1 0 0,-1 9-1 0 0,1-17-67 0 0,1 0-1 0 0,-1 1 0 0 0,0-1 1 0 0,0 1-1 0 0,0-1 0 0 0,0 0 1 0 0,-1 1-1 0 0,1-1 0 0 0,0 0 1 0 0,0 1-1 0 0,0-1 1 0 0,0 1-1 0 0,0-1 0 0 0,0 0 1 0 0,-1 1-1 0 0,1-1 0 0 0,0 0 1 0 0,0 1-1 0 0,0-1 0 0 0,-1 0 1 0 0,1 1-1 0 0,0-1 1 0 0,-1 0-1 0 0,1 0 0 0 0,0 1 1 0 0,0-1-1 0 0,-1 0 0 0 0,1 0 1 0 0,0 0-1 0 0,-1 1 0 0 0,1-1 1 0 0,-1 0-1 0 0,1 0 1 0 0,0 0-1 0 0,-1 0 0 0 0,1 0 1 0 0,-1 0-1 0 0,1 0 0 0 0,-2-1 7 0 0,0 0 1 0 0,0 0-1 0 0,1-1 0 0 0,-1 1 0 0 0,1-1 0 0 0,0 0 0 0 0,-1 1 0 0 0,1-1 0 0 0,0 0 0 0 0,0 0 0 0 0,0 1 0 0 0,-1-4 0 0 0,1 2 0 0 0,0 0 0 0 0,0 1 0 0 0,0-1-1 0 0,0 0 1 0 0,1 0 0 0 0,-1 1 0 0 0,1-1-1 0 0,0 0 1 0 0,0-5 0 0 0,-4-26 56 0 0,-1 22-57 0 0,0 0 1 0 0,-1 0-1 0 0,0 1 1 0 0,-1 0-1 0 0,0 0 1 0 0,0 1-1 0 0,-1 0 1 0 0,-1 0-1 0 0,-9-8 1 0 0,12 12-11 0 0,-1 0 0 0 0,0 0 1 0 0,-1 1-1 0 0,1-1 0 0 0,-1 2 1 0 0,0-1-1 0 0,0 1 0 0 0,0 1 0 0 0,-1-1 1 0 0,1 1-1 0 0,-1 1 0 0 0,0-1 1 0 0,-13 0-1 0 0,14 3-20 0 0,0 0 0 0 0,-1 1 0 0 0,1 1 0 0 0,-1-1 0 0 0,1 1-1 0 0,0 1 1 0 0,0-1 0 0 0,0 1 0 0 0,0 1 0 0 0,1-1 0 0 0,-1 2 0 0 0,1-1 0 0 0,0 1 0 0 0,0 0 0 0 0,0 0 0 0 0,1 0 0 0 0,-7 9 0 0 0,10-11 40 0 0,1-1 0 0 0,-1 1-1 0 0,1 1 1 0 0,0-1 0 0 0,0 0 0 0 0,1 0 0 0 0,-1 1 0 0 0,1-1 0 0 0,-1 1 0 0 0,1-1 0 0 0,0 1 0 0 0,1 0 0 0 0,-1-1 0 0 0,1 1 0 0 0,-1 0 0 0 0,1-1 0 0 0,1 8 0 0 0,0-5 33 0 0,0 0 0 0 0,0 0 0 0 0,1 0-1 0 0,0-1 1 0 0,1 1 0 0 0,-1 0 0 0 0,1-1 0 0 0,0 0-1 0 0,0 0 1 0 0,7 8 0 0 0,-3-4-33 0 0,2 0 0 0 0,-1-1 0 0 0,1 0 0 0 0,0 0 0 0 0,1-1 0 0 0,0 0 0 0 0,0-1 1 0 0,0 0-1 0 0,1 0 0 0 0,0-1 0 0 0,21 7 0 0 0,-3-8-441 0 0,-1 0 0 0 0,1-2 0 0 0,-1-1 0 0 0,1-2 0 0 0,-1 0 0 0 0,1-2 0 0 0,-1-1 0 0 0,36-11 0 0 0,-51 12-288 0 0,-1-1 1 0 0,0 0-1 0 0,0-1 1 0 0,0-1-1 0 0,13-8 1 0 0,-20 10 58 0 0,0 0 0 0 0,0 0 1 0 0,-1 0-1 0 0,1-1 0 0 0,-1 0 1 0 0,0 0-1 0 0,4-7 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4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932 136 5923 0 0,'-74'-9'4979'0'0,"62"9"-5062"0"0,0-1 0 0 0,1 0 0 0 0,-1-1 0 0 0,-14-4 0 0 0,22 5 129 0 0,1-1 1 0 0,-1 1-1 0 0,0-1 1 0 0,1 0-1 0 0,-1 0 1 0 0,1 0-1 0 0,0-1 1 0 0,0 1-1 0 0,-5-6 1 0 0,-5-2 62 0 0,0 0 0 0 0,-1 1-1 0 0,0 1 1 0 0,-1 0 0 0 0,-26-10 0 0 0,22 11-46 0 0,0 1 0 0 0,0 2-1 0 0,-1 0 1 0 0,1 1 0 0 0,-1 1-1 0 0,0 0 1 0 0,0 2-1 0 0,0 0 1 0 0,1 1 0 0 0,-1 2-1 0 0,0 0 1 0 0,1 0 0 0 0,-1 2-1 0 0,1 1 1 0 0,0 0 0 0 0,1 1-1 0 0,0 1 1 0 0,0 1-1 0 0,0 1 1 0 0,1 0 0 0 0,1 1-1 0 0,-20 16 1 0 0,-84 76 257 0 0,118-102-317 0 0,-1 1 1 0 0,1-1-1 0 0,0 0 0 0 0,1 1 1 0 0,-1 0-1 0 0,0-1 0 0 0,0 1 1 0 0,1 0-1 0 0,-1 0 0 0 0,1 0 1 0 0,-1 0-1 0 0,1 0 0 0 0,0 0 1 0 0,0 0-1 0 0,0 0 0 0 0,0 0 1 0 0,0 1-1 0 0,0-1 0 0 0,1 0 1 0 0,-1 1-1 0 0,1-1 0 0 0,0 0 1 0 0,-1 3-1 0 0,1-2-4 0 0,0 0 1 0 0,-1 0-1 0 0,0 0 0 0 0,0 0 0 0 0,0 0 1 0 0,0 0-1 0 0,0-1 0 0 0,-1 1 0 0 0,1 0 0 0 0,-1-1 1 0 0,-3 5-1 0 0,4-6 0 0 0,-1 1 1 0 0,1-1-1 0 0,-1 1 1 0 0,1-1-1 0 0,0 1 0 0 0,0 0 1 0 0,0 0-1 0 0,0-1 1 0 0,0 1-1 0 0,0 0 0 0 0,1 0 1 0 0,-1 0-1 0 0,1 0 1 0 0,-1 0-1 0 0,1 0 1 0 0,0 0-1 0 0,-1 0 0 0 0,1 0 1 0 0,0 0-1 0 0,1 0 1 0 0,-1 0-1 0 0,0 1 1 0 0,0-1-1 0 0,1 0 0 0 0,-1 0 1 0 0,1-1-1 0 0,0 1 1 0 0,0 0-1 0 0,1 3 0 0 0,0-2-4 0 0,1 0 6 0 0,-1 1 0 0 0,1-1 0 0 0,-1 1 1 0 0,0 0-1 0 0,0 0 0 0 0,0 0 0 0 0,-1 0 0 0 0,1 0 0 0 0,-1 1 1 0 0,0-1-1 0 0,0 0 0 0 0,0 1 0 0 0,-1-1 0 0 0,1 1 1 0 0,-2 4-1 0 0,1-6-5 0 0,1-1 0 0 0,-1 0 0 0 0,0 0 1 0 0,0 0-1 0 0,1 0 0 0 0,-1 0 0 0 0,1 0 1 0 0,-1 0-1 0 0,1-1 0 0 0,0 1 0 0 0,0 0 1 0 0,0 0-1 0 0,0 0 0 0 0,0-1 0 0 0,0 1 0 0 0,1 0 1 0 0,1 1-1 0 0,-1-1 4 0 0,-1-1 0 0 0,1 1 0 0 0,-1 0 0 0 0,0-1 0 0 0,0 1 0 0 0,1 0 0 0 0,-2 0 0 0 0,1 0 0 0 0,0 0 1 0 0,0 0-1 0 0,0 0 0 0 0,-1 0 0 0 0,1 0 0 0 0,-1 0 0 0 0,0 0 0 0 0,1 0 0 0 0,-1 4 0 0 0,0-2 7 0 0,0 1-1 0 0,1 0 1 0 0,0-1 0 0 0,0 1-1 0 0,0 0 1 0 0,0-1-1 0 0,1 1 1 0 0,0-1-1 0 0,4 7 1 0 0,-4-7 0 0 0,0 1 0 0 0,0-1-1 0 0,0 1 1 0 0,0-1 0 0 0,-1 1 0 0 0,0 0-1 0 0,0-1 1 0 0,0 1 0 0 0,0 8 0 0 0,-1 134 19 0 0,0-145-26 0 0,0 1 1 0 0,0-1-1 0 0,1 1 0 0 0,-1 0 0 0 0,1-1 0 0 0,0 1 0 0 0,0-1 0 0 0,0 0 1 0 0,0 1-1 0 0,0-1 0 0 0,0 1 0 0 0,1-1 0 0 0,-1 0 0 0 0,3 3 1 0 0,-2-3-3 0 0,-1 0 0 0 0,1 0 0 0 0,-1 0 0 0 0,1 0 0 0 0,-1 0 0 0 0,0 0 0 0 0,0 1 0 0 0,0-1 0 0 0,-1 0 0 0 0,1 1 0 0 0,0-1 0 0 0,-1 1 0 0 0,1-1 0 0 0,-1 4 1 0 0,0-4-20 0 0,0 0 1 0 0,1 0-1 0 0,-1 0 1 0 0,0-1 0 0 0,1 1-1 0 0,-1 0 1 0 0,1 0 0 0 0,0 0-1 0 0,-1-1 1 0 0,1 1 0 0 0,0 0-1 0 0,0-1 1 0 0,0 1 0 0 0,0-1-1 0 0,1 1 1 0 0,-1-1 0 0 0,2 2-1 0 0,7 11-133 0 0,-1 5 136 0 0,-8-16 49 0 0,0 0 0 0 0,0-1 0 0 0,1 1-1 0 0,-1 0 1 0 0,1-1 0 0 0,-1 1 0 0 0,1-1 0 0 0,0 1 0 0 0,0-1-1 0 0,0 0 1 0 0,0 0 0 0 0,1 0 0 0 0,1 2 0 0 0,57 50 124 0 0,-48-40-178 0 0,1-1 0 0 0,1 0 0 0 0,0-1 0 0 0,23 14 0 0 0,-11-13 33 0 0,32 20-74 0 0,-37-18 62 0 0,-18-13 18 0 0,1 1-1 0 0,-1 0 1 0 0,0 0 0 0 0,0 0-1 0 0,-1 0 1 0 0,6 6-1 0 0,-7-5-18 0 0,1-1 0 0 0,-1 0 0 0 0,0 0 0 0 0,1 0 0 0 0,0 0 0 0 0,0 0 0 0 0,0 0 0 0 0,0-1-1 0 0,0 1 1 0 0,0-1 0 0 0,1 0 0 0 0,-1 0 0 0 0,1 0 0 0 0,6 2 0 0 0,35 19-58 0 0,-43-22 64 0 0,0 0 0 0 0,0 0 0 0 0,0 0 0 0 0,0 1-1 0 0,-1-1 1 0 0,1 1 0 0 0,0-1 0 0 0,-1 1-1 0 0,1 0 1 0 0,-1-1 0 0 0,1 1 0 0 0,-1 0 0 0 0,0 0-1 0 0,0 0 1 0 0,0 0 0 0 0,0 0 0 0 0,0 0-1 0 0,0 1 1 0 0,-1-1 0 0 0,1 0 0 0 0,-1 0 0 0 0,1 1-1 0 0,-1 3 1 0 0,1-3-2 0 0,1 0-1 0 0,-1 1 1 0 0,1-1 0 0 0,0 0-1 0 0,0 0 1 0 0,0 0 0 0 0,0 0-1 0 0,0-1 1 0 0,1 1 0 0 0,-1 0-1 0 0,1-1 1 0 0,0 0-1 0 0,0 1 1 0 0,0-1 0 0 0,0 0-1 0 0,0-1 1 0 0,4 3 0 0 0,62 31 0 0 0,-29-4 53 0 0,71 14-201 0 0,-83-36 178 0 0,0-1-1 0 0,1-1 1 0 0,0-2 0 0 0,54 4-1 0 0,-69-7-9 0 0,87 8 5 0 0,0-4 1 0 0,174-12 0 0 0,-217 1-42 0 0,-19 1 16 0 0,50-11-1 0 0,-56 9 10 0 0,-12 2 17 0 0,-1 0 1 0 0,1-1-1 0 0,-2-1 0 0 0,1-1 0 0 0,22-11 1 0 0,-29 11 33 0 0,-7 5-12 0 0,0-1-1 0 0,0 0 0 0 0,0-1 0 0 0,0 1 0 0 0,0-1 1 0 0,-1 0-1 0 0,0-1 0 0 0,0 1 0 0 0,0-1 1 0 0,0 0-1 0 0,7-11 0 0 0,-3-5 155 0 0,-7 16-161 0 0,0 0-1 0 0,0 1 0 0 0,0-1 0 0 0,1 1 1 0 0,-1-1-1 0 0,1 1 0 0 0,7-7 1 0 0,-7 8-29 0 0,-1 1 0 0 0,1 0 1 0 0,-1-1-1 0 0,0 0 0 0 0,1 0 1 0 0,-1 0-1 0 0,-1 0 0 0 0,1 0 1 0 0,0 0-1 0 0,-1 0 0 0 0,1 0 1 0 0,-1-1-1 0 0,0 1 0 0 0,0 0 1 0 0,0-1-1 0 0,-1 1 0 0 0,1-1 1 0 0,-1-5-1 0 0,0 6-4 0 0,1-1 1 0 0,-1 1-1 0 0,1 0 0 0 0,-1-1 1 0 0,1 1-1 0 0,0 0 0 0 0,0-1 1 0 0,1 1-1 0 0,-1 0 0 0 0,1 0 1 0 0,0 0-1 0 0,2-3 0 0 0,-3 4-6 0 0,1-1 0 0 0,0 0 0 0 0,-1 0 0 0 0,1 0 0 0 0,-1 0 0 0 0,0 0 0 0 0,0 0 0 0 0,0 0 0 0 0,0 0 0 0 0,-1 0 0 0 0,1-1 0 0 0,-1-2 0 0 0,0 1 3 0 0,0 0 0 0 0,0 0 1 0 0,0 0-1 0 0,1 0 0 0 0,0 0 0 0 0,-1 0 0 0 0,2 0 0 0 0,-1 0 1 0 0,1 1-1 0 0,-1-1 0 0 0,1 0 0 0 0,1 1 0 0 0,-1-1 1 0 0,5-5-1 0 0,-4 4-6 0 0,-1 2 5 0 0,-1 1-1 0 0,1-1 0 0 0,-1 1 1 0 0,0-1-1 0 0,-1 0 0 0 0,1 0 1 0 0,-1 0-1 0 0,1 1 1 0 0,-1-1-1 0 0,0 0 0 0 0,-1 0 1 0 0,0-6-1 0 0,0-13-61 0 0,1 21 57 0 0,-1 1-1 0 0,1-1 0 0 0,0 0 0 0 0,0 1 0 0 0,-1-1 0 0 0,1 0 1 0 0,-1 1-1 0 0,1-1 0 0 0,-1 1 0 0 0,0-1 0 0 0,1 1 0 0 0,-1-1 1 0 0,0 1-1 0 0,0-1 0 0 0,0 1 0 0 0,0 0 0 0 0,0 0 0 0 0,-1-1 1 0 0,-1 0-1 0 0,2 1 5 0 0,0 0 0 0 0,0 0 0 0 0,-1-1 0 0 0,1 1 1 0 0,0 0-1 0 0,0-1 0 0 0,0 1 0 0 0,0-1 0 0 0,1 1 0 0 0,-1-1 1 0 0,0 1-1 0 0,1-1 0 0 0,-1 1 0 0 0,1-1 0 0 0,-1 0 0 0 0,1 1 1 0 0,0-1-1 0 0,-1 0 0 0 0,1-1 0 0 0,0 1 1 0 0,0 0-1 0 0,0 0 1 0 0,0 0 0 0 0,-1 0 0 0 0,1 1-1 0 0,-1-1 1 0 0,1 0 0 0 0,-1 0-1 0 0,0 1 1 0 0,0-1 0 0 0,0 0-1 0 0,0 1 1 0 0,0-1 0 0 0,0 1-1 0 0,0-1 1 0 0,-3-2 0 0 0,-7-11 8 0 0,1-12 36 0 0,8 22-38 0 0,0 0-1 0 0,0 0 1 0 0,0-1 0 0 0,-1 1-1 0 0,0 1 1 0 0,0-1-1 0 0,-5-6 1 0 0,-17-26 5 0 0,23 31-16 0 0,-1 1 0 0 0,0 0-1 0 0,0 1 1 0 0,-1-1 0 0 0,0 0-1 0 0,1 1 1 0 0,-2 0 0 0 0,-3-4-1 0 0,1 2 12 0 0,2 0-1 0 0,-1 0 0 0 0,0 0 1 0 0,1-1-1 0 0,1 1 0 0 0,-1-1 1 0 0,1-1-1 0 0,-6-12 0 0 0,5 10 4 0 0,0 0-1 0 0,0 0 1 0 0,-1 1-1 0 0,-12-14 0 0 0,1 5-10 0 0,0 1 0 0 0,-1 1-1 0 0,-1 1 1 0 0,-31-20 0 0 0,24 16 56 0 0,23 16-53 0 0,1 1 0 0 0,-1-1 0 0 0,0 1 0 0 0,0 0 0 0 0,0 0 0 0 0,0 1 1 0 0,0-1-1 0 0,-1 0 0 0 0,-3 0 0 0 0,-53-22 7 0 0,32 15 7 0 0,2-1 0 0 0,-1-1 0 0 0,-43-25 0 0 0,2-5 27 0 0,42 24-31 0 0,0 2-1 0 0,-29-13 0 0 0,20 16 24 0 0,0 1-1 0 0,-65-10 0 0 0,-32-10 21 0 0,-49-13-72 0 0,100 27 49 0 0,59 14-22 0 0,1-1 1 0 0,-32-10 0 0 0,22 5 40 0 0,-1 1 1 0 0,0 2-1 0 0,-1 1 1 0 0,0 2-1 0 0,-41 0 1 0 0,69 3 64 0 0,6 2-1360 0 0,0-1 1053 0 0,0-1 0 0 0,0 1 1 0 0,0-1-1 0 0,0 1 1 0 0,-1-1-1 0 0,1 1 0 0 0,0-1 1 0 0,0 1-1 0 0,0-1 0 0 0,0 0 1 0 0,0 0-1 0 0,0 1 1 0 0,0-1-1 0 0,0 0 0 0 0,0 0 1 0 0,0 0-1 0 0,1 0 0 0 0,-1 0 1 0 0,1 0-1 0 0,6 0-843 0 0,27 16-2918 0 0,21 18-1441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8:4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72 480 0 0,'31'-6'2401'0'0,"-1"-2"-1680"0"0,-30-3-1202 0 0,0-9-719 0 0,0-7-241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0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61 223 6483 0 0,'0'-7'3842'0'0,"-30"14"-3362"0"0,-1 5-800 0 0,62-12 160 0 0,-1 0 240 0 0,30-6 160 0 0,31-13 160 0 0,211-31 320 0 0,-37 4-239 0 0,-84 21-722 0 0,-30 5-719 0 0,-30-10-1201 0 0,0-9-3281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0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0 480 0 0,'0'17'3602'0'0,"0"30"560"0"0,-30 16-1601 0 0,0 0-2241 0 0,30-5-480 0 0,30 11 160 0 0,0 0 240 0 0,0 3-80 0 0,0 4 0 0 0,1-20-320 0 0,29-4-400 0 0,0-13-561 0 0,31-9-799 0 0,-31-10-3203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16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241 296 1201 0 0,'16'-6'1671'0'0,"-15"2"-46"0"0,-28-1 1647 0 0,-48 5-249 0 0,69 1-2543 0 0,1-2-67 0 0,-15-3-12 0 0,21 4-392 0 0,-1 0 0 0 0,0 0 1 0 0,0 0-1 0 0,0 0 1 0 0,1 0-1 0 0,-1 0 0 0 0,0 0 1 0 0,0 0-1 0 0,0 0 1 0 0,0 0-1 0 0,1 0 1 0 0,-1 0-1 0 0,0-1 0 0 0,0 1 1 0 0,0 0-1 0 0,0 0 1 0 0,1 0-1 0 0,-1 0 0 0 0,0 0 1 0 0,0-1-1 0 0,0 1 1 0 0,0 0-1 0 0,0 0 1 0 0,0 0-1 0 0,0 0 0 0 0,0-1 1 0 0,1 1-1 0 0,-1 0 1 0 0,0 0-1 0 0,0 0 0 0 0,0-1 1 0 0,0 1-1 0 0,0 0 1 0 0,0 0-1 0 0,0 0 1 0 0,0-1-1 0 0,0 1 0 0 0,0 0 1 0 0,0 0-1 0 0,0 0 1 0 0,-1-1-1 0 0,1 1 0 0 0,0 0 1 0 0,0 0-1 0 0,0 0 1 0 0,0-1-1 0 0,0 1 0 0 0,0 0 1 0 0,0 0-1 0 0,0 0 1 0 0,-1 0-1 0 0,1-1 1 0 0,0 1-1 0 0,0 0 0 0 0,0 0 1 0 0,0 0-1 0 0,0 0 1 0 0,-1 0-1 0 0,1 0 0 0 0,0 0 1 0 0,0-1-1 0 0,0 1 1 0 0,-1 0-1 0 0,1 0 1 0 0,0 0-1 0 0,0 0 0 0 0,-1 0 1 0 0,5-1 63 0 0,-3 1-58 0 0,0-1-1 0 0,0 1 1 0 0,0 0-1 0 0,0 0 1 0 0,0-1 0 0 0,0 1-1 0 0,0-1 1 0 0,0 1-1 0 0,0-1 1 0 0,0 1 0 0 0,0-1-1 0 0,0 0 1 0 0,0 1-1 0 0,0-1 1 0 0,-1 0-1 0 0,1 0 1 0 0,0 1 0 0 0,-1-1-1 0 0,1 0 1 0 0,0 0-1 0 0,-1 0 1 0 0,1 0-1 0 0,-1 0 1 0 0,0 0 0 0 0,1 0-1 0 0,-1-1 1 0 0,4-3 27 0 0,-1 0 1 0 0,0-1-1 0 0,1 2 1 0 0,0-1-1 0 0,0 0 1 0 0,1 1-1 0 0,-1 0 1 0 0,1 0-1 0 0,0 0 1 0 0,0 1-1 0 0,8-5 1 0 0,19-17 260 0 0,-13 9-169 0 0,0 1-1 0 0,2 0 1 0 0,-1 2-1 0 0,2 0 1 0 0,-1 1-1 0 0,2 1 0 0 0,26-8 1 0 0,-16 7 135 0 0,1 2 1 0 0,1 1-1 0 0,-1 2 0 0 0,54-4 1 0 0,-78 10-205 0 0,-4 1-11 0 0,0-1 1 0 0,0 1-1 0 0,0 0 0 0 0,0 1 1 0 0,1-1-1 0 0,-1 1 1 0 0,0 0-1 0 0,0 1 1 0 0,0 0-1 0 0,-1 0 1 0 0,1 0-1 0 0,0 0 0 0 0,5 4 1 0 0,11 6 138 0 0,-1 0-1 0 0,-1 1 1 0 0,0 1 0 0 0,21 20 0 0 0,-35-29-152 0 0,1 1 0 0 0,-1 0 1 0 0,1 0-1 0 0,-2 0 1 0 0,1 1-1 0 0,-1 0 0 0 0,0 0 1 0 0,0 1-1 0 0,-1-1 1 0 0,0 1-1 0 0,-1 0 0 0 0,1 0 1 0 0,-1 0-1 0 0,-1 1 1 0 0,0-1-1 0 0,1 10 0 0 0,-2 2-35 0 0,-1-12 3 0 0,1 0 0 0 0,-1 0-1 0 0,-1-1 1 0 0,0 1 0 0 0,0 0-1 0 0,-3 9 1 0 0,-16 32 22 0 0,14-37 18 0 0,1 1 1 0 0,0 0-1 0 0,0 0 1 0 0,1 0-1 0 0,1 0 1 0 0,0 0-1 0 0,-1 20 1 0 0,3-22-18 0 0,0-1 0 0 0,-1 1 1 0 0,0 0-1 0 0,0-1 0 0 0,-2 0 0 0 0,1 0 1 0 0,-1 0-1 0 0,0 0 0 0 0,-1 0 0 0 0,-1-1 0 0 0,1 0 1 0 0,-1 0-1 0 0,-1 0 0 0 0,-12 13 0 0 0,-11 8 24 0 0,-1-1 0 0 0,-47 34-1 0 0,78-63-51 0 0,-30 20 83 0 0,0-1 1 0 0,-2-2-1 0 0,0-1 1 0 0,0-2 0 0 0,-2-1-1 0 0,0-2 1 0 0,0-1 0 0 0,0-1-1 0 0,-1-2 1 0 0,-1-2 0 0 0,1-1-1 0 0,-1-2 1 0 0,-38-2 0 0 0,63 0-98 0 0,0-2 0 0 0,0 1 0 0 0,0-1 1 0 0,1-1-1 0 0,-1 0 0 0 0,1-1 0 0 0,0 0 0 0 0,0 0 1 0 0,0-1-1 0 0,-16-11 0 0 0,22 14-2 0 0,0-1 0 0 0,1 0 0 0 0,-1 0 0 0 0,1 0 1 0 0,-1-1-1 0 0,1 1 0 0 0,0-1 0 0 0,1 0 0 0 0,-1 0 0 0 0,1 0 0 0 0,-1 0 0 0 0,1 0 1 0 0,0 0-1 0 0,1-1 0 0 0,-1 1 0 0 0,1-1 0 0 0,0 1 0 0 0,0-1 0 0 0,0 1 1 0 0,1-1-1 0 0,0 0 0 0 0,-1 0 0 0 0,2 1 0 0 0,-1-1 0 0 0,0 0 0 0 0,1 1 0 0 0,2-7 1 0 0,-1 2-18 0 0,1 0 1 0 0,1 0-1 0 0,0 0 1 0 0,0 0-1 0 0,1 1 1 0 0,0 0-1 0 0,0 0 1 0 0,1 0-1 0 0,0 0 1 0 0,1 1-1 0 0,-1 0 1 0 0,1 0-1 0 0,1 1 1 0 0,-1 0-1 0 0,1 0 1 0 0,0 1-1 0 0,0 0 1 0 0,1 0 0 0 0,0 1-1 0 0,11-4 1 0 0,4 0-17 0 0,1 1 1 0 0,-1 1 0 0 0,1 1 0 0 0,0 2 0 0 0,0 0 0 0 0,38 1-1 0 0,-49 3 26 0 0,1 0 0 0 0,-1 1 0 0 0,0 0 0 0 0,0 1 0 0 0,0 1 0 0 0,0 0 0 0 0,0 1 0 0 0,20 10 0 0 0,-1 3 77 0 0,54 39 0 0 0,-57-36-16 0 0,180 132 425 0 0,-200-145-490 0 0,1-1-1 0 0,1 0 1 0 0,-1-1-1 0 0,1 0 1 0 0,0-1 0 0 0,0 0-1 0 0,0-1 1 0 0,1 0 0 0 0,0-1-1 0 0,0 0 1 0 0,0-1-1 0 0,0-1 1 0 0,0 0 0 0 0,13-1-1 0 0,-6-1-786 0 0,0 0 0 0 0,0-2 0 0 0,25-7 0 0 0,-19 3-2884 0 0,49-22 1 0 0,41-25-5325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0 304 880 0 0,'1'-43'9046'0'0,"0"36"-8995"0"0,0 0 0 0 0,0 0-1 0 0,0 0 1 0 0,1 0 0 0 0,0 0 0 0 0,1 0 0 0 0,-1 1-1 0 0,1-1 1 0 0,0 1 0 0 0,7-10 0 0 0,-6 10-12 0 0,0 0 0 0 0,-1 1 0 0 0,0-1-1 0 0,0-1 1 0 0,0 1 0 0 0,-1 0 0 0 0,0-1 0 0 0,0 1 0 0 0,0-1 0 0 0,-1 1 0 0 0,1-11 0 0 0,-2 15-20 0 0,0 0 0 0 0,0 0 1 0 0,0 0-1 0 0,0 0 1 0 0,1 0-1 0 0,-1-1 0 0 0,1 1 1 0 0,0 0-1 0 0,-1 0 1 0 0,1 0-1 0 0,0 0 0 0 0,0 1 1 0 0,0-1-1 0 0,1 0 1 0 0,-1 0-1 0 0,0 1 0 0 0,3-3 1 0 0,-3 2 10 0 0,1 1 0 0 0,-1-1 1 0 0,0 1-1 0 0,1-1 0 0 0,-1 0 0 0 0,0 1 1 0 0,0-1-1 0 0,0 0 0 0 0,-1 0 0 0 0,1 0 1 0 0,0 0-1 0 0,-1 0 0 0 0,1 0 0 0 0,-1 0 1 0 0,0 0-1 0 0,1 0 0 0 0,-1-3 0 0 0,0 5-17 0 0,-1-1-1 0 0,1 1 1 0 0,0-1-1 0 0,0 0 1 0 0,0 1-1 0 0,0-1 1 0 0,0 1-1 0 0,0-1 1 0 0,0 0-1 0 0,0 1 1 0 0,0-1-1 0 0,0 1 1 0 0,0-1-1 0 0,0 0 1 0 0,1 1 0 0 0,-1-1-1 0 0,0 1 1 0 0,0-1-1 0 0,1 1 1 0 0,-1-1-1 0 0,0 1 1 0 0,1-1-1 0 0,-1 1 1 0 0,0-1-1 0 0,1 1 1 0 0,-1-1-1 0 0,1 1 1 0 0,-1-1-1 0 0,1 1 1 0 0,-1 0-1 0 0,1-1 1 0 0,-1 1-1 0 0,1 0 1 0 0,-1 0-1 0 0,1-1 1 0 0,-1 1-1 0 0,1 0 1 0 0,0 0-1 0 0,-1 0 1 0 0,1 0-1 0 0,-1 0 1 0 0,1 0-1 0 0,0-1 1 0 0,-1 1-1 0 0,1 1 1 0 0,-1-1-1 0 0,1 0 1 0 0,0 0-1 0 0,-1 0 1 0 0,1 0-1 0 0,-1 0 1 0 0,1 0-1 0 0,-1 1 1 0 0,1-1-1 0 0,0 0 1 0 0,-1 1-1 0 0,1-1 1 0 0,-1 0-1 0 0,1 1 1 0 0,-1-1-1 0 0,0 0 1 0 0,1 2-1 0 0,1-2 14 0 0,-2 0-16 0 0,1 0 1 0 0,-1 1-1 0 0,0-1 0 0 0,1 0 0 0 0,-1 0 0 0 0,0 0 1 0 0,0 1-1 0 0,1-1 0 0 0,-1 0 0 0 0,0 0 0 0 0,0 1 1 0 0,1-1-1 0 0,-1 0 0 0 0,0 1 0 0 0,0-1 0 0 0,0 0 1 0 0,1 0-1 0 0,-1 1 0 0 0,0-1 0 0 0,0 0 0 0 0,0 1 1 0 0,0-1-1 0 0,0 1 0 0 0,0-1 0 0 0,0 0 0 0 0,0 1 1 0 0,0-1-1 0 0,0 0 0 0 0,0 1 0 0 0,0-1 0 0 0,0 0 1 0 0,0 1-1 0 0,0 0 0 0 0,2 21 275 0 0,1 1 0 0 0,1-1-1 0 0,1 0 1 0 0,1 0 0 0 0,1-1 0 0 0,11 25-1 0 0,-6-15 167 0 0,16 66 0 0 0,-15-23-42 0 0,-5 0 0 0 0,1 100 0 0 0,-9-171-456 0 0,0-2 9 0 0,0 0 0 0 0,0 1 0 0 0,0-1 0 0 0,1 1 1 0 0,-1-1-1 0 0,-1 1 0 0 0,1-1 0 0 0,0 0 0 0 0,0 1 0 0 0,0-1 0 0 0,-1 1 0 0 0,1-1 0 0 0,-1 0 0 0 0,1 1 0 0 0,-2 1 0 0 0,1-3-34 0 0,1 0 0 0 0,-1 0 0 0 0,1 0 0 0 0,-1 0 0 0 0,1 0 0 0 0,-1 0-1 0 0,1 0 1 0 0,-1 0 0 0 0,1 0 0 0 0,0 0 0 0 0,-1-1 0 0 0,1 1 0 0 0,-1 0 0 0 0,1 0 0 0 0,0-1 0 0 0,-1 1-1 0 0,1 0 1 0 0,0 0 0 0 0,-1-1 0 0 0,1 1 0 0 0,0-1 0 0 0,-1 1 0 0 0,1 0 0 0 0,0-1 0 0 0,0 1-1 0 0,-1 0 1 0 0,1-1 0 0 0,0 1 0 0 0,0-1 0 0 0,0 1 0 0 0,0-1 0 0 0,-1 1 0 0 0,1-1 0 0 0,0 1-1 0 0,0-1 1 0 0,0 1 0 0 0,0 0 0 0 0,0-1 0 0 0,0 1 0 0 0,0-1 0 0 0,1 0 0 0 0,0-1-275 0 0,1-1 0 0 0,-1 1 0 0 0,1-1 1 0 0,0 1-1 0 0,0 0 0 0 0,0-1 0 0 0,0 1 0 0 0,0 1 1 0 0,1-1-1 0 0,4-3 0 0 0,72-42-5922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2 873 3362 0 0,'0'-6'1452'0'0,"-1"5"-1237"0"0,1-1-1 0 0,0 1 0 0 0,0-1 0 0 0,0 1 0 0 0,0-1 0 0 0,0 1 1 0 0,0-1-1 0 0,0 1 0 0 0,0-1 0 0 0,0 1 0 0 0,0-1 0 0 0,1 1 0 0 0,-1 0 1 0 0,1-1-1 0 0,-1 1 0 0 0,1-1 0 0 0,0 1 0 0 0,0 0 0 0 0,0-2 0 0 0,19 1 27 0 0,-15 2-268 0 0,0-1 80 0 0,40-4 136 0 0,0 2-1 0 0,74 4 0 0 0,-32 1-46 0 0,-37-2-98 0 0,323-7 246 0 0,-29-18-31 0 0,200-6-278 0 0,-411 31 2 0 0,0-6 1 0 0,-1-5-1 0 0,134-30 0 0 0,629-120 271 0 0,-228 22 1373 0 0,-127 20-376 0 0,-511 113-1275 0 0,117-21-162 0 0,210-11-1 0 0,-327 37 206 0 0,605 2 655 0 0,-403 12-60 0 0,-115-5-390 0 0,44 2-8 0 0,73-16 651 0 0,420-64 0 0 0,-232 8-266 0 0,-371 51-219 0 0,-34 7-324 0 0,-15 4-60 0 0,1 0 0 0 0,0-1 0 0 0,0 1 0 0 0,-1 0 0 0 0,1-1 1 0 0,0 1-1 0 0,-1-1 0 0 0,1 0 0 0 0,-1 1 0 0 0,1-1 0 0 0,-1 0 0 0 0,1 0 0 0 0,-1 0 1 0 0,1 0-1 0 0,-1 0 0 0 0,0 0 0 0 0,1-1 0 0 0,0-1 0 0 0,-1 0-381 0 0,0 0 0 0 0,0-1 1 0 0,0 1-1 0 0,-1 0 0 0 0,1-1 0 0 0,-1 1 0 0 0,0-1 0 0 0,0-6 0 0 0,0 9 255 0 0,0 1 1 0 0,0-1-1 0 0,0 0 0 0 0,0 0 0 0 0,-1 0 0 0 0,1 1 0 0 0,0-1 1 0 0,0 0-1 0 0,-1 0 0 0 0,1 1 0 0 0,0-1 0 0 0,-1 0 0 0 0,1 0 1 0 0,-1 1-1 0 0,1-1 0 0 0,-1 0 0 0 0,1 1 0 0 0,-1-1 0 0 0,1 1 1 0 0,-1-1-1 0 0,0 1 0 0 0,1-1 0 0 0,-2 0 0 0 0,-49-24-5074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2721 0 0,'30'58'5043'0'0,"-60"-28"-2482"0"0,30-10-2561 0 0,30-20-801 0 0,-30-12-2720 0 0,0 4 880 0 0,-30-11-81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84 160 0 0,'1'-2'149'0'0,"-1"0"-1"0"0,1 1 1 0 0,-1-1-1 0 0,1 1 1 0 0,0-1-1 0 0,0 1 1 0 0,0 0-1 0 0,0-1 1 0 0,0 1-1 0 0,0 0 1 0 0,0-1-1 0 0,0 1 1 0 0,1 0-1 0 0,-1 0 1 0 0,0 0 0 0 0,1 0-1 0 0,-1 0 1 0 0,1 1-1 0 0,-1-1 1 0 0,1 0-1 0 0,-1 1 1 0 0,1-1-1 0 0,0 1 1 0 0,-1-1-1 0 0,1 1 1 0 0,0 0-1 0 0,-1 0 1 0 0,3 0-1 0 0,13-6 761 0 0,-11 2-684 0 0,1 1 1 0 0,-1-1-1 0 0,1 2 1 0 0,-1-1-1 0 0,1 1 0 0 0,13-3 1 0 0,-14 4-163 0 0,30-10-77 0 0,-28 8 26 0 0,1 0 0 0 0,0 1 0 0 0,0 0 0 0 0,0 0 0 0 0,0 1 0 0 0,0 0 0 0 0,0 0 0 0 0,0 1 0 0 0,16 2 0 0 0,-24 0 20 0 0,0 0-1 0 0,0 0 0 0 0,-1 0 0 0 0,1 0 1 0 0,0 0-1 0 0,-1 0 0 0 0,1 0 1 0 0,-1 0-1 0 0,0 0 0 0 0,1 0 1 0 0,-1 0-1 0 0,0 1 0 0 0,0-1 0 0 0,-1 0 1 0 0,1 0-1 0 0,-1 3 0 0 0,1 1 78 0 0,0 4-25 0 0,1-1 0 0 0,0 0 0 0 0,1 1 1 0 0,0-1-1 0 0,7 18 0 0 0,-6-19-21 0 0,0 1-1 0 0,-1 0 1 0 0,1 0-1 0 0,-2 0 1 0 0,2 17-1 0 0,-3-22-36 0 0,0-1 0 0 0,0 1 1 0 0,-1-1-1 0 0,1 0 0 0 0,-1 1 0 0 0,0-1 0 0 0,0 0 1 0 0,0 1-1 0 0,0-1 0 0 0,-1 0 0 0 0,1 0 0 0 0,-1 0 1 0 0,-3 5-1 0 0,-4 7 114 0 0,-1 13 233 0 0,-10-5 41 0 0,10-4-88 0 0,9-15-270 0 0,-1-1-1 0 0,1 0 0 0 0,-1 0 0 0 0,0 1 0 0 0,0-2 1 0 0,0 1-1 0 0,0 0 0 0 0,-1 0 0 0 0,1-1 0 0 0,-5 4 1 0 0,1 0 18 0 0,-1-1 1 0 0,-1 1-1 0 0,1-2 0 0 0,-1 1 1 0 0,0-1-1 0 0,0 0 1 0 0,0-1-1 0 0,0 0 1 0 0,0 0-1 0 0,-12 2 1 0 0,4-3 4 0 0,0-1 0 0 0,1-1 0 0 0,-1 0 0 0 0,-30-5 0 0 0,-14-8 387 0 0,56 12-470 0 0,1 0 0 0 0,0 0 0 0 0,0-1 0 0 0,0 1 0 0 0,0-1 0 0 0,1 1 0 0 0,-1-1 0 0 0,0 0 0 0 0,0 0 0 0 0,1 0-1 0 0,0 0 1 0 0,-1-1 0 0 0,1 1 0 0 0,0-1 0 0 0,0 1 0 0 0,0-1 0 0 0,0 0 0 0 0,1 1 0 0 0,-1-1 0 0 0,1 0 0 0 0,0 0 0 0 0,-1-1-1 0 0,1 1 1 0 0,1 0 0 0 0,-2-6 0 0 0,-1-9-52 0 0,2 0 0 0 0,-1 0-1 0 0,3-31 1 0 0,0 15 1 0 0,4 32-39 0 0,2 3 111 0 0,0 0-1 0 0,0 0 0 0 0,0 0 1 0 0,0 1-1 0 0,0 0 1 0 0,0 0-1 0 0,-1 1 1 0 0,1 0-1 0 0,-1 0 0 0 0,0 0 1 0 0,0 1-1 0 0,10 7 1 0 0,92 64 897 0 0,-49-33-124 0 0,90 49 0 0 0,-144-89-852 0 0,1 0 0 0 0,0 0 0 0 0,-1 0 1 0 0,1-1-1 0 0,0 1 0 0 0,0-2 0 0 0,0 1 0 0 0,0-1 0 0 0,0 0 0 0 0,10-1 0 0 0,58-13-1532 0 0,-71 13 1508 0 0,2 0-171 0 0,0 0 0 0 0,0 0-1 0 0,0-1 1 0 0,0 1 0 0 0,0-1-1 0 0,0-1 1 0 0,-1 1 0 0 0,1 0 0 0 0,-1-1-1 0 0,0 0 1 0 0,1 0 0 0 0,-1-1 0 0 0,0 1-1 0 0,-1-1 1 0 0,1 0 0 0 0,-1 0 0 0 0,0 0-1 0 0,0 0 1 0 0,0 0 0 0 0,3-7 0 0 0,25-56-5479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2401 0 0,'30'-8'5763'0'0,"-30"2"-5043"0"0,30 6-560 0 0,-30-5-800 0 0,-30-3-1121 0 0,30-4-640 0 0,0-7-80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1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123 177 2001 0 0,'2'-2'226'0'0,"0"1"-62"0"0,0-1 1 0 0,0 1 0 0 0,0-1 0 0 0,0 1 0 0 0,0-1-1 0 0,-1 0 1 0 0,1 1 0 0 0,-1-1 0 0 0,1 0-1 0 0,-1 0 1 0 0,0 0 0 0 0,1-1 0 0 0,-1 1-1 0 0,0 0 1 0 0,-1 0 0 0 0,1 0 0 0 0,0-1-1 0 0,0 1 1 0 0,-1 0 0 0 0,0-1 0 0 0,1 1-1 0 0,-1-4 1 0 0,1 0-43 0 0,-1 1 0 0 0,2 0 0 0 0,-1 0 0 0 0,1 0 0 0 0,-1 0 0 0 0,2 0 0 0 0,-1 0 0 0 0,0 1 0 0 0,1-1 0 0 0,0 1 0 0 0,0-1 0 0 0,0 1 0 0 0,0 0 0 0 0,1 0 0 0 0,0 1 0 0 0,0-1 1 0 0,0 1-1 0 0,0 0 0 0 0,0-1 0 0 0,1 2 0 0 0,-1-1 0 0 0,1 1 0 0 0,5-3 0 0 0,-1 1-79 0 0,0 0 1 0 0,0 0-1 0 0,0 1 1 0 0,1 0 0 0 0,-1 1-1 0 0,1 0 1 0 0,0 0-1 0 0,0 1 1 0 0,-1 0-1 0 0,1 1 1 0 0,0 0-1 0 0,10 2 1 0 0,-16-1-44 0 0,1 0 0 0 0,-1 1 0 0 0,0-1 0 0 0,0 1 0 0 0,0 0 0 0 0,0 1 0 0 0,0-1 0 0 0,3 3 0 0 0,15 10-44 0 0,-2 1 0 0 0,0 1 1 0 0,-1 0-1 0 0,-1 1 0 0 0,-1 1 0 0 0,23 32 0 0 0,-36-44 20 0 0,-2 0-1 0 0,1 0 1 0 0,-1 0-1 0 0,0 0 1 0 0,0 0-1 0 0,0 10 1 0 0,1 2-32 0 0,4 6-8 0 0,2 21-32 0 0,-19 2 37 0 0,4-26 52 0 0,6-19 7 0 0,-2 8 36 0 0,0 0 0 0 0,0 0 0 0 0,-1-1 0 0 0,0 1-1 0 0,-1-1 1 0 0,0 0 0 0 0,-1 0 0 0 0,0 0 0 0 0,-1-1 0 0 0,1 0 0 0 0,-2 0 0 0 0,-10 12 0 0 0,0-6 140 0 0,-1-1 0 0 0,0-1 1 0 0,0 0-1 0 0,-2-2 0 0 0,0 0 1 0 0,0-1-1 0 0,-1-1 1 0 0,-33 10-1 0 0,37-13 205 0 0,-1-1 0 0 0,1-1 0 0 0,-1 0 0 0 0,1-1 0 0 0,-35 0 0 0 0,19-4-165 0 0,1-2 0 0 0,-41-10 1 0 0,72 13-233 0 0,0 0 0 0 0,-1 0 0 0 0,1 0 1 0 0,0 0-1 0 0,0 0 0 0 0,-1 0 1 0 0,1 0-1 0 0,0-1 0 0 0,0 1 1 0 0,0-1-1 0 0,-1 1 0 0 0,1-1 0 0 0,0 1 1 0 0,0-1-1 0 0,0 1 0 0 0,0-1 1 0 0,0 0-1 0 0,0 0 0 0 0,0 0 0 0 0,0 0 1 0 0,0 1-1 0 0,1-1 0 0 0,-1 0 1 0 0,0 0-1 0 0,0-1 0 0 0,1 1 0 0 0,-1 0 1 0 0,1 0-1 0 0,-1 0 0 0 0,1 0 1 0 0,-1 0-1 0 0,1-1 0 0 0,0 1 0 0 0,0 0 1 0 0,-1 0-1 0 0,1-1 0 0 0,0 1 1 0 0,0 0-1 0 0,0 0 0 0 0,0-1 0 0 0,1 1 1 0 0,-1 0-1 0 0,0 0 0 0 0,1-2 1 0 0,0 1-1 0 0,-1 0 1 0 0,1 0-1 0 0,0 0 1 0 0,0 0 0 0 0,0 0-1 0 0,0 0 1 0 0,1 1-1 0 0,-1-1 1 0 0,0 0 0 0 0,1 1-1 0 0,-1-1 1 0 0,1 1-1 0 0,0-1 1 0 0,-1 1 0 0 0,4-2-1 0 0,32-19-138 0 0,17-5-101 0 0,-43 20 196 0 0,0 1 0 0 0,0 0 0 0 0,1 1 0 0 0,0 0 0 0 0,0 1 0 0 0,13-3 0 0 0,-19 7 55 0 0,0-1-1 0 0,0 1 1 0 0,0 0 0 0 0,0 0-1 0 0,0 1 1 0 0,-1 0 0 0 0,1 0-1 0 0,0 0 1 0 0,0 1-1 0 0,0 0 1 0 0,-1 0 0 0 0,1 0-1 0 0,-1 1 1 0 0,0 0 0 0 0,0 0-1 0 0,0 0 1 0 0,8 7-1 0 0,12 8 328 0 0,-1 2-1 0 0,-1 0 1 0 0,0 2-1 0 0,-2 1 0 0 0,24 32 1 0 0,-26-26 290 0 0,22 39 815 0 0,-39-64-1395 0 0,0-1 0 0 0,1 1 0 0 0,-1-1 0 0 0,1 0 0 0 0,0 0 0 0 0,-1 0 0 0 0,1 0 0 0 0,1 0 0 0 0,-1-1 0 0 0,0 1 0 0 0,1-1 0 0 0,-1 0 1 0 0,1 0-1 0 0,-1 0 0 0 0,1-1 0 0 0,0 1 0 0 0,0-1 0 0 0,0 0 0 0 0,0 0 0 0 0,0 0 0 0 0,7 0 0 0 0,10 1-168 0 0,-1-1 0 0 0,1-1 0 0 0,23-2-1 0 0,-9-3-1190 0 0,-1-2 0 0 0,0-1 0 0 0,0-1-1 0 0,-1-2 1 0 0,61-29 0 0 0,-86 37 1000 0 0,108-47-5517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18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38 1281 0 0,'0'-1'125'0'0,"0"0"1"0"0,0-1 0 0 0,0 1-1 0 0,0 0 1 0 0,0 0-1 0 0,-1 0 1 0 0,1-1 0 0 0,0 1-1 0 0,-1 0 1 0 0,1 0 0 0 0,-1 0-1 0 0,1 0 1 0 0,-1 0 0 0 0,1 0-1 0 0,-1 0 1 0 0,0 0 0 0 0,0 0-1 0 0,1 0 1 0 0,-1 0-1 0 0,0 0 1 0 0,0 0 0 0 0,0 1-1 0 0,0-1 1 0 0,0 0 0 0 0,0 1-1 0 0,0-1 1 0 0,0 1 0 0 0,-2-1-1 0 0,-41-7 1530 0 0,38 8-1404 0 0,-23-2 169 0 0,0 2 1 0 0,0 1 0 0 0,0 1 0 0 0,1 2-1 0 0,-1 0 1 0 0,1 2 0 0 0,0 2-1 0 0,0 0 1 0 0,1 2 0 0 0,0 0 0 0 0,1 2-1 0 0,-40 25 1 0 0,63-35-338 0 0,0 0 1 0 0,0 0-1 0 0,1 1 1 0 0,-1-1-1 0 0,1 1 1 0 0,0 0-1 0 0,-1 0 1 0 0,1 0-1 0 0,0 0 1 0 0,1 0-1 0 0,-1 0 1 0 0,1 0-1 0 0,-1 1 1 0 0,1-1-1 0 0,0 0 1 0 0,0 1-1 0 0,0-1 1 0 0,0 7-1 0 0,1-8-54 0 0,0 1-1 0 0,0-1 0 0 0,0 1 0 0 0,1 0 1 0 0,-1-1-1 0 0,1 1 0 0 0,-1-1 0 0 0,1 1 1 0 0,0-1-1 0 0,0 0 0 0 0,0 1 0 0 0,1-1 1 0 0,-1 0-1 0 0,0 1 0 0 0,1-1 0 0 0,-1 0 1 0 0,1 0-1 0 0,0 0 0 0 0,0-1 1 0 0,0 1-1 0 0,0 0 0 0 0,0-1 0 0 0,0 1 1 0 0,0-1-1 0 0,5 3 0 0 0,17 5-18 0 0,1 0-1 0 0,0-2 1 0 0,0-1 0 0 0,0-1-1 0 0,38 3 1 0 0,-9-1 25 0 0,232 53-341 0 0,-273-55 291 0 0,-1 0 1 0 0,0 0-1 0 0,-1 2 1 0 0,1-1-1 0 0,-1 1 1 0 0,0 1-1 0 0,-1 0 1 0 0,0 0 0 0 0,0 1-1 0 0,-1 1 1 0 0,16 20-1 0 0,-23-27 16 0 0,-1 0 0 0 0,0 1 0 0 0,0-1 0 0 0,0 1-1 0 0,0-1 1 0 0,0 1 0 0 0,-1-1 0 0 0,1 1 0 0 0,-1 0 0 0 0,0-1 0 0 0,0 1-1 0 0,-1-1 1 0 0,1 1 0 0 0,-1-1 0 0 0,1 1 0 0 0,-1-1 0 0 0,0 1 0 0 0,-1-1-1 0 0,1 1 1 0 0,-1-1 0 0 0,-1 3 0 0 0,-2 4 21 0 0,0-1 0 0 0,0-1 0 0 0,-1 1 0 0 0,-1-1 0 0 0,1 0 1 0 0,-12 11-1 0 0,2-4 182 0 0,-1-1 1 0 0,0-1-1 0 0,-1 0 1 0 0,-1-1-1 0 0,0-1 1 0 0,0-1-1 0 0,-1 0 1 0 0,-36 11-1 0 0,53-21-202 0 0,0 0-1 0 0,1 0 1 0 0,-1 0-1 0 0,0 0 1 0 0,1 0-1 0 0,-1 0 1 0 0,0-1-1 0 0,1 1 1 0 0,-1-1-1 0 0,1 1 1 0 0,-1-1-1 0 0,1 0 1 0 0,-1 0-1 0 0,1-1 1 0 0,0 1-1 0 0,-1 0 1 0 0,-2-3-1 0 0,4 3-14 0 0,0 0-1 0 0,0 0 1 0 0,-1 0 0 0 0,1 0-1 0 0,0 0 1 0 0,0 0 0 0 0,0 0-1 0 0,1-1 1 0 0,-1 1 0 0 0,0 0-1 0 0,0-1 1 0 0,1 1 0 0 0,-1 0-1 0 0,1-1 1 0 0,-1 1 0 0 0,1-1-1 0 0,0 1 1 0 0,-1-1 0 0 0,1 1-1 0 0,0-1 1 0 0,0 1 0 0 0,0-1-1 0 0,0 1 1 0 0,0-1 0 0 0,0 1-1 0 0,1-1 1 0 0,-1 1 0 0 0,0-1-1 0 0,1 1 1 0 0,0-2 0 0 0,6-9 12 0 0,1 0 1 0 0,0 1 0 0 0,1 1-1 0 0,0-1 1 0 0,0 1 0 0 0,12-9-1 0 0,-1 0 17 0 0,246-218 117 0 0,-259 231-121 0 0,-1 0 0 0 0,0 0 0 0 0,0 0 0 0 0,0-1 0 0 0,-1 1 0 0 0,0-1 0 0 0,-1-1 0 0 0,1 1 0 0 0,4-12 0 0 0,-8 16-8 0 0,0 1 0 0 0,-1-1-1 0 0,1 0 1 0 0,0 0 0 0 0,-1 0-1 0 0,0 0 1 0 0,1 0-1 0 0,-1 0 1 0 0,0 0 0 0 0,-1 0-1 0 0,1 0 1 0 0,0 0 0 0 0,-1 0-1 0 0,0 0 1 0 0,0 0 0 0 0,0 1-1 0 0,0-1 1 0 0,0 0 0 0 0,0 0-1 0 0,-1 1 1 0 0,1-1-1 0 0,-1 1 1 0 0,0 0 0 0 0,0-1-1 0 0,0 1 1 0 0,0 0 0 0 0,0 0-1 0 0,0 0 1 0 0,-1 0 0 0 0,1 0-1 0 0,0 1 1 0 0,-4-3-1 0 0,-17-9 42 0 0,0 2-1 0 0,-1 0 0 0 0,0 1 0 0 0,-1 1 0 0 0,-31-6 0 0 0,40 11-158 0 0,-1 1-1 0 0,0 1 1 0 0,-31 0 0 0 0,41 2-83 0 0,1 0 0 0 0,-1 1 0 0 0,0 0-1 0 0,0 0 1 0 0,0 1 0 0 0,1 0 0 0 0,-1 0 0 0 0,1 0 0 0 0,-1 1 0 0 0,-6 4-1 0 0,13-7 104 0 0,0 0 1 0 0,-1 0-1 0 0,1 0 0 0 0,-1 0 0 0 0,1 0 0 0 0,0 1 0 0 0,-1-1 0 0 0,1 0 0 0 0,0 0 0 0 0,-1 1 1 0 0,1-1-1 0 0,0 0 0 0 0,-1 0 0 0 0,1 1 0 0 0,0-1 0 0 0,0 0 0 0 0,-1 1 0 0 0,1-1 0 0 0,0 0 1 0 0,0 1-1 0 0,-1-1 0 0 0,1 0 0 0 0,0 1 0 0 0,0-1 0 0 0,0 1 0 0 0,0-1 0 0 0,0 0 0 0 0,0 1 1 0 0,0-1-1 0 0,0 1 0 0 0,0-1 0 0 0,0 1 0 0 0,0-1 0 0 0,0 0 0 0 0,0 1 0 0 0,0-1 0 0 0,0 1 1 0 0,0-1-1 0 0,0 0 0 0 0,0 1 0 0 0,0-1 0 0 0,1 0 0 0 0,-1 1 0 0 0,0-1 0 0 0,0 1 1 0 0,1-1-1 0 0,-1 0 0 0 0,0 1 0 0 0,0-1 0 0 0,1 0 0 0 0,-1 0 0 0 0,0 1 0 0 0,1-1 0 0 0,-1 0 1 0 0,0 0-1 0 0,1 1 0 0 0,-1-1 0 0 0,0 0 0 0 0,1 0 0 0 0,-1 0 0 0 0,1 0 0 0 0,-1 0 0 0 0,0 0 1 0 0,1 1-1 0 0,0-1 0 0 0,23 6-2367 0 0,11-5-220 0 0,20-1 293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1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242 197 160 0 0,'-13'-5'1127'0'0,"-1"1"1"0"0,1 0-1 0 0,-1 0 0 0 0,-28-2 0 0 0,-13-3 1481 0 0,29 5-1736 0 0,-17-3-62 0 0,41 7-774 0 0,1 0 0 0 0,0 0 0 0 0,0-1 0 0 0,0 1-1 0 0,0-1 1 0 0,0 1 0 0 0,0-1 0 0 0,0 1 0 0 0,1-1 0 0 0,-1 1-1 0 0,0-1 1 0 0,0 0 0 0 0,0 1 0 0 0,0-1 0 0 0,1 0-1 0 0,-1 0 1 0 0,0 0 0 0 0,1 0 0 0 0,-1 0 0 0 0,1 1 0 0 0,-1-1-1 0 0,1 0 1 0 0,-1 0 0 0 0,1 0 0 0 0,0 0 0 0 0,-1 0-1 0 0,1-1 1 0 0,0 0 0 0 0,0-1 11 0 0,0 0 0 0 0,1 0 0 0 0,-1 0 0 0 0,1 1 0 0 0,0-1 0 0 0,0 0 0 0 0,0 0 0 0 0,0 1 0 0 0,0-1 0 0 0,1 1 0 0 0,-1-1 0 0 0,1 1 0 0 0,-1 0 0 0 0,1-1 0 0 0,0 1-1 0 0,0 0 1 0 0,3-2 0 0 0,2-2 9 0 0,1 0 1 0 0,0 1-1 0 0,0 0 0 0 0,0 0 0 0 0,11-4 0 0 0,9-2 4 0 0,1 1-1 0 0,43-10 1 0 0,-9 14 217 0 0,-61 5-240 0 0,1 1 1 0 0,-1 0-1 0 0,1 0 0 0 0,-1 1 1 0 0,0-1-1 0 0,1 0 0 0 0,-1 1 1 0 0,0-1-1 0 0,1 1 1 0 0,-1 0-1 0 0,0 0 0 0 0,0 0 1 0 0,0 0-1 0 0,1 0 0 0 0,-1 0 1 0 0,0 1-1 0 0,-1-1 0 0 0,1 1 1 0 0,0-1-1 0 0,0 1 0 0 0,-1 0 1 0 0,1 0-1 0 0,2 3 1 0 0,-1 7 191 0 0,-1 1-1 0 0,0-1 1 0 0,0 1 0 0 0,-1 0 0 0 0,-1-1 0 0 0,0 1 0 0 0,-3 18 0 0 0,1 12 167 0 0,2-33-326 0 0,-2 29 132 0 0,3-1 0 0 0,1 1 0 0 0,1-1-1 0 0,3 0 1 0 0,14 54 0 0 0,-2-38-70 0 0,-5-18-11 0 0,11 50-1 0 0,-19-60-53 0 0,-5-18-42 0 0,1 0 0 0 0,0 0 0 0 0,1-1 1 0 0,0 1-1 0 0,0 0 0 0 0,0-1 0 0 0,1 0 0 0 0,0 1 0 0 0,1-1 0 0 0,0 0 0 0 0,0-1 0 0 0,0 1 1 0 0,1-1-1 0 0,0 1 0 0 0,0-1 0 0 0,9 7 0 0 0,11 6-239 0 0,-25-19 143 0 0,0 1-1 0 0,0-1 1 0 0,0 0-1 0 0,0 0 1 0 0,0 0-1 0 0,1 0 1 0 0,-1 0-1 0 0,0 0 1 0 0,0 0-1 0 0,0 0 1 0 0,0 0-1 0 0,0 0 1 0 0,0 0-1 0 0,1 1 1 0 0,-1-1-1 0 0,0 0 1 0 0,0 0-1 0 0,0 0 1 0 0,0 0-1 0 0,0 0 1 0 0,1 0-1 0 0,-1 0 0 0 0,0 0 1 0 0,0 0-1 0 0,0 0 1 0 0,0 0-1 0 0,0-1 1 0 0,1 1-1 0 0,-1 0 1 0 0,0 0-1 0 0,0 0 1 0 0,0 0-1 0 0,0 0 1 0 0,0 0-1 0 0,1 0 1 0 0,-1 0-1 0 0,0 0 1 0 0,0 0-1 0 0,0 0 1 0 0,0-1-1 0 0,0 1 1 0 0,0 0-1 0 0,0 0 0 0 0,0 0 1 0 0,0 0-1 0 0,1 0 1 0 0,-1 0-1 0 0,0-1 1 0 0,0 1-1 0 0,0 0 1 0 0,0 0-1 0 0,0 0 1 0 0,0 0-1 0 0,0 0 1 0 0,0-1-1 0 0,0 1 1 0 0,0 0-1 0 0,0 0 1 0 0,0 0-1 0 0,0 0 1 0 0,0 0-1 0 0,0-1 1 0 0,0 1-1 0 0,0 0 1 0 0,-1-17-3822 0 0,1 6 1896 0 0,0-13-2405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19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145 295 160 0 0,'-60'-8'4882'0'0,"0"8"-1120"0"0,35 0-1041 0 0,50-6-2401 0 0,5-7 81 0 0,91-6-1 0 0,211-56 160 0 0,-37 11-1520 0 0,-113 12-1522 0 0,-31-5-3040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50 160 0 0,'-30'20'7363'0'0,"30"-7"-4321"0"0,-30 1-2802 0 0,30-9-480 0 0,-30-5 160 0 0,60-5-80 0 0,-30-9-240 0 0,30 8-81 0 0,0-7-319 0 0,-30-1-961 0 0,0-5-800 0 0,0-12-160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93 307 720 0 0,'0'1'88'0'0,"0"-1"1"0"0,0 1-1 0 0,1 0 0 0 0,-1-1 0 0 0,0 1 0 0 0,0-1 0 0 0,1 1 1 0 0,-1-1-1 0 0,0 1 0 0 0,1-1 0 0 0,-1 1 0 0 0,1-1 0 0 0,-1 1 0 0 0,1-1 1 0 0,-1 0-1 0 0,0 1 0 0 0,1-1 0 0 0,-1 0 0 0 0,1 1 0 0 0,0-1 1 0 0,-1 0-1 0 0,1 0 0 0 0,-1 1 0 0 0,1-1 0 0 0,-1 0 0 0 0,1 0 0 0 0,0 0 1 0 0,-1 0-1 0 0,1 0 0 0 0,-1 0 0 0 0,1 0 0 0 0,0 0 0 0 0,-1 0 1 0 0,2 0-1 0 0,-2 0-17 0 0,1 0 1 0 0,-1 0-1 0 0,1 0 1 0 0,-1 0 0 0 0,1 0-1 0 0,-1 0 1 0 0,1 0-1 0 0,-1 0 1 0 0,1 0-1 0 0,-1 0 1 0 0,0 0 0 0 0,1 0-1 0 0,-1 0 1 0 0,1 1-1 0 0,-1-1 1 0 0,1 0-1 0 0,-1 0 1 0 0,1 1 0 0 0,-1-1-1 0 0,0 0 1 0 0,1 1-1 0 0,-1-1 1 0 0,1 0 0 0 0,-1 1-1 0 0,0-1 1 0 0,1 0-1 0 0,-1 1 1 0 0,0-1-1 0 0,0 1 1 0 0,1-1 0 0 0,-1 2-1 0 0,-5-1 996 0 0,-15 3-280 0 0,14-2-31 0 0,8 2-970 0 0,-28 11 72 0 0,25-15 153 0 0,1 0 0 0 0,0 1-1 0 0,-1-1 1 0 0,1 0-1 0 0,0 0 1 0 0,-1 1-1 0 0,1-1 1 0 0,0 0 0 0 0,-1 1-1 0 0,1-1 1 0 0,0 1-1 0 0,0-1 1 0 0,-1 0-1 0 0,1 1 1 0 0,0-1 0 0 0,0 1-1 0 0,0-1 1 0 0,-1 1-1 0 0,1-1 1 0 0,0 1-1 0 0,0-1 1 0 0,0 1-1 0 0,0-1 1 0 0,0 1 0 0 0,0-1-1 0 0,0 0 1 0 0,0 1-1 0 0,0-1 1 0 0,0 1-1 0 0,1-1 1 0 0,-1 1 0 0 0,0 0 7 0 0,0-1 0 0 0,0 0 0 0 0,0 1 0 0 0,1-1 0 0 0,-1 0 0 0 0,0 1 0 0 0,0-1 1 0 0,0 1-1 0 0,0-1 0 0 0,0 0 0 0 0,0 1 0 0 0,0-1 0 0 0,0 0 0 0 0,0 1 1 0 0,-1-1-1 0 0,1 0 0 0 0,0 1 0 0 0,0-1 0 0 0,0 0 0 0 0,0 1 0 0 0,0-1 0 0 0,-1 0 1 0 0,1 1-1 0 0,0-1 0 0 0,0 0 0 0 0,0 1 0 0 0,-1-1 0 0 0,1 0 0 0 0,0 0 1 0 0,0 1-1 0 0,-1-1 0 0 0,1 0 0 0 0,0 0 0 0 0,-1 0 0 0 0,1 1 0 0 0,0-1 1 0 0,-1 0-1 0 0,-50 6 915 0 0,46-5-532 0 0,5-5-275 0 0,-1 0 1 0 0,1 1 0 0 0,0-1-1 0 0,0 0 1 0 0,0 0 0 0 0,0 0 0 0 0,0 0-1 0 0,1 0 1 0 0,0 0 0 0 0,0 1 0 0 0,2-8-1 0 0,10-4-19 0 0,0 0 0 0 0,25-22 0 0 0,14-15 133 0 0,-33 31-187 0 0,-1 1 18 0 0,0-1 0 0 0,23-37 0 0 0,-15 32-2 0 0,-24 24-65 0 0,0 1-1 0 0,0 0 0 0 0,0-1 0 0 0,0 1 1 0 0,0-1-1 0 0,-1 0 0 0 0,1 1 0 0 0,0-1 1 0 0,-1 0-1 0 0,0 0 0 0 0,1 0 0 0 0,-1 0 0 0 0,0-1 1 0 0,0 1-1 0 0,0 0 0 0 0,0 0 0 0 0,0-1 1 0 0,-1 1-1 0 0,1 0 0 0 0,-1-1 0 0 0,1 1 1 0 0,-1-1-1 0 0,0-2 0 0 0,0 4-3 0 0,0 1 0 0 0,0-1 0 0 0,0 1-1 0 0,0-1 1 0 0,1 0 0 0 0,-1 1 0 0 0,0-1 0 0 0,0 0 0 0 0,1 1 0 0 0,-1-1-1 0 0,0 1 1 0 0,0-1 0 0 0,1 1 0 0 0,-1-1 0 0 0,1 0 0 0 0,-1 1 0 0 0,1 0-1 0 0,-1-1 1 0 0,0 1 0 0 0,1-1 0 0 0,0 1 0 0 0,-1-1 0 0 0,1 1 0 0 0,-1 0-1 0 0,1 0 1 0 0,-1-1 0 0 0,1 1 0 0 0,0 0 0 0 0,-1 0 0 0 0,1-1 0 0 0,-1 1-1 0 0,1 0 1 0 0,0 0 0 0 0,-1 0 0 0 0,1 0 0 0 0,0 0 0 0 0,-1 0 0 0 0,1 0-1 0 0,0 0 1 0 0,-1 0 0 0 0,1 1 0 0 0,0-1 0 0 0,0 0 0 0 0,3 1-7 0 0,-3-1 6 0 0,-1 0 0 0 0,0 0 1 0 0,1 0-1 0 0,-1 1 0 0 0,1-1 1 0 0,-1 0-1 0 0,0 0 0 0 0,1 1 1 0 0,-1-1-1 0 0,0 0 0 0 0,0 1 1 0 0,1-1-1 0 0,-1 0 0 0 0,0 1 1 0 0,0-1-1 0 0,1 1 0 0 0,-1-1 1 0 0,0 0-1 0 0,0 1 0 0 0,0-1 1 0 0,0 1-1 0 0,0-1 0 0 0,1 0 1 0 0,-1 1-1 0 0,0-1 0 0 0,0 1 1 0 0,0-1-1 0 0,0 1 0 0 0,0-1 1 0 0,0 0-1 0 0,-1 1 0 0 0,1-1 1 0 0,0 1-1 0 0,0-1 0 0 0,0 1 1 0 0,0 0-1 0 0,-1 1 26 0 0,1-2-25 0 0,0 3 46 0 0,1 1 1 0 0,-1-1 0 0 0,0 1-1 0 0,1-1 1 0 0,0 0 0 0 0,0 1 0 0 0,0-1-1 0 0,0 0 1 0 0,3 6 0 0 0,12 22 330 0 0,49 116 953 0 0,-51-107-1268 0 0,2 0 1 0 0,38 70-1 0 0,-27-54-1016 0 0,-23-46 16 0 0,1 0 0 0 0,-1 0 1 0 0,2-1-1 0 0,9 15 0 0 0,15 14-4731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3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26 1361 0 0,'0'-12'3121'0'0,"0"5"-720"0"0,-30 1 400 0 0,30 12-1680 0 0,0-12-6243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7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25 4242 0 0,'-11'-1'4175'0'0,"-34"8"-4015"0"0,40-5 54 0 0,0-2-28 0 0,-15 0 55 0 0,20 0-229 0 0,1 0 1 0 0,-1-1-1 0 0,0 1 1 0 0,0 0 0 0 0,0 0-1 0 0,0 0 1 0 0,1 0 0 0 0,-1 0-1 0 0,0 0 1 0 0,0 0-1 0 0,0-1 1 0 0,0 1 0 0 0,0 0-1 0 0,1 0 1 0 0,-1 0 0 0 0,0 0-1 0 0,0-1 1 0 0,0 1-1 0 0,0 0 1 0 0,0 0 0 0 0,0 0-1 0 0,0-1 1 0 0,0 1 0 0 0,0 0-1 0 0,0 0 1 0 0,0 0-1 0 0,0-1 1 0 0,0 1 0 0 0,0 0-1 0 0,0 0 1 0 0,0 0 0 0 0,0-1-1 0 0,0 1 1 0 0,0 0-1 0 0,0 0 1 0 0,0 0 0 0 0,0 0-1 0 0,0-1 1 0 0,0 1 0 0 0,0 0-1 0 0,0 0 1 0 0,-1 0-1 0 0,1 0 1 0 0,0-1 0 0 0,0 1-1 0 0,0 0 1 0 0,0 0 0 0 0,0 0-1 0 0,0 0 1 0 0,-1 0-1 0 0,1-1 1 0 0,0 1 0 0 0,0 0-1 0 0,0 0 1 0 0,-1 0 0 0 0,177-23 53 0 0,-160 23-96 0 0,-1 0 0 0 0,1 1 0 0 0,23 4 0 0 0,-39-4 79 0 0,1-1 0 0 0,-1 1 0 0 0,1-1 0 0 0,-1 1 0 0 0,1-1 0 0 0,-1 1 0 0 0,1 0 0 0 0,-1-1 0 0 0,0 1 1 0 0,0 0-1 0 0,1-1 0 0 0,-1 1 0 0 0,0 0 0 0 0,0-1 0 0 0,0 1 0 0 0,0 0 0 0 0,1 0 0 0 0,-1-1 0 0 0,0 1 0 0 0,0 0 0 0 0,-1 0 0 0 0,1-1 0 0 0,0 1 0 0 0,0 0 0 0 0,0 0 0 0 0,0-1 0 0 0,-1 1 0 0 0,1 0 0 0 0,0-1 0 0 0,-1 1 0 0 0,1 0 0 0 0,0-1 0 0 0,-1 1 0 0 0,1-1 0 0 0,-1 1 0 0 0,0 0 0 0 0,-6 5 174 0 0,0 0 0 0 0,-1 0 0 0 0,1-1-1 0 0,-1 0 1 0 0,0-1 0 0 0,0 0 0 0 0,-1 0-1 0 0,1-1 1 0 0,-13 4 0 0 0,1-6-90 0 0,60-6-272 0 0,-27 3 64 0 0,1 0 0 0 0,-1 0 0 0 0,28 2-1 0 0,-11 3 124 0 0,1 2 0 0 0,-1 1 0 0 0,0 1 0 0 0,55 21 0 0 0,-62-19 28 0 0,22 10 136 0 0,-43-19-193 0 0,-1 1 0 0 0,1 0 1 0 0,-1 0-1 0 0,0 0 1 0 0,1 0-1 0 0,-1 0 0 0 0,0 0 1 0 0,0 0-1 0 0,0 0 1 0 0,1 0-1 0 0,-1 1 0 0 0,-1-1 1 0 0,1 0-1 0 0,0 1 1 0 0,0-1-1 0 0,0 1 1 0 0,-1-1-1 0 0,1 1 0 0 0,-1-1 1 0 0,1 1-1 0 0,-1-1 1 0 0,1 3-1 0 0,-1 2 122 0 0,0 1-1 0 0,0 0 1 0 0,-1-1-1 0 0,0 1 1 0 0,0 0-1 0 0,0-1 1 0 0,-1 0 0 0 0,0 1-1 0 0,0-1 1 0 0,-7 12-1 0 0,6-14-105 0 0,0 0-1 0 0,-1 0 0 0 0,0 0 0 0 0,1 0 1 0 0,-2 0-1 0 0,1-1 0 0 0,0 0 0 0 0,-1 0 1 0 0,1 0-1 0 0,-1-1 0 0 0,0 1 0 0 0,0-1 1 0 0,0 0-1 0 0,0-1 0 0 0,-8 3 0 0 0,-2 0-537 0 0,-1-1-1 0 0,0-1 1 0 0,0 0-1 0 0,0-1 0 0 0,0 0 1 0 0,0-2-1 0 0,-24-2 1 0 0,-45-18-3899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9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1921 0 0,'0'-13'3201'0'0,"0"7"-960"0"0,0 0-800 0 0,0-1-400 0 0,0-5-481 0 0,30-7-720 0 0,1-19-2802 0 0,29-51-3761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1761 0 0,'30'6'3041'0'0,"-30"7"-640"0"0,30-13-80 0 0,0-13-3121 0 0,0-6-1601 0 0,1-31-1361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38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110 344 2161 0 0,'16'17'2950'0'0,"-16"-17"-2886"0"0,0 0 0 0 0,0 1 0 0 0,1-1-1 0 0,-1 0 1 0 0,0 1 0 0 0,0-1 0 0 0,0 0 0 0 0,0 1 0 0 0,0-1 0 0 0,0 0-1 0 0,0 1 1 0 0,0-1 0 0 0,0 0 0 0 0,0 1 0 0 0,0-1 0 0 0,0 0 0 0 0,0 1-1 0 0,0-1 1 0 0,0 0 0 0 0,0 1 0 0 0,0-1 0 0 0,0 0 0 0 0,-1 1 0 0 0,1-1-1 0 0,0 0 1 0 0,0 1 0 0 0,0-1 0 0 0,-1 0 0 0 0,1 0 0 0 0,0 1 0 0 0,0-1-1 0 0,0 0 1 0 0,-1 1 0 0 0,-4 1 298 0 0,-1 0 0 0 0,1 0 0 0 0,-1-1 0 0 0,1 0 0 0 0,-1 0 0 0 0,1 0 0 0 0,-11 0 0 0 0,-25 4 452 0 0,12-2 1121 0 0,43-6-1603 0 0,-13 2-300 0 0,-1 1-1 0 0,1 0 1 0 0,-1-1-1 0 0,1 1 1 0 0,-1-1-1 0 0,1 1 1 0 0,-1-1-1 0 0,0 1 1 0 0,1-1-1 0 0,-1 0 0 0 0,0 1 1 0 0,0-1-1 0 0,1 1 1 0 0,-1-1-1 0 0,0 0 1 0 0,0 1-1 0 0,0-1 1 0 0,0 1-1 0 0,0-1 1 0 0,0 0-1 0 0,0 1 1 0 0,0-1-1 0 0,0 0 0 0 0,0 0 1 0 0,4-16 249 0 0,82-46 372 0 0,-71 52-560 0 0,0 0 1 0 0,1 1-1 0 0,23-12 0 0 0,-24 15-58 0 0,-1-1 0 0 0,0 0-1 0 0,-1-1 1 0 0,21-18 0 0 0,-15 11 50 0 0,0 1 0 0 0,41-23-1 0 0,-17 11 36 0 0,-3-10-27 0 0,26-2-26 0 0,-41 32-121 0 0,-24 7 53 0 0,1-1 0 0 0,0 1 0 0 0,0 0 0 0 0,-1 0 0 0 0,1 0 0 0 0,0 0 0 0 0,0 1 0 0 0,0-1 0 0 0,-1 0 0 0 0,1 1 0 0 0,0-1 0 0 0,-1 1 0 0 0,1 0 0 0 0,0-1 0 0 0,-1 1 0 0 0,1 0 0 0 0,-1 0 0 0 0,3 2 0 0 0,25 34 303 0 0,-27-34-278 0 0,80 131 775 0 0,-70-112-735 0 0,-2 0 0 0 0,0 0 1 0 0,-2 1-1 0 0,11 45 1 0 0,-13-30-46 0 0,-3-19-10 0 0,0-1 1 0 0,1 0-1 0 0,0-1 1 0 0,11 26-1 0 0,6 13-934 0 0,-20-49 517 0 0,1 1 0 0 0,1-1 0 0 0,-1 0-1 0 0,1 0 1 0 0,0 0 0 0 0,0 0 0 0 0,1 0-1 0 0,0-1 1 0 0,1 1 0 0 0,-1-1 0 0 0,1 0 0 0 0,0-1-1 0 0,0 1 1 0 0,1-1 0 0 0,8 6 0 0 0,11-2-5635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3201 0 0,'0'0'2962'0'0,"-31"0"-801"0"0,31 8 240 0 0,0-3-1921 0 0,31 1-400 0 0,-1 8-640 0 0,30 5-2321 0 0,31 25-3842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83 2961 0 0,'0'6'2481'0'0,"0"0"-880"0"0,-25-6-960 0 0,25-12-2883 0 0,-30-70-3040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26 2801 0 0,'-30'-12'5443'0'0,"0"-1"-3602"0"0,-1 13-1921 0 0,31 6-561 0 0,0 1-79 0 0,0 13-2321 0 0,0 10-2002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1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302 122 1521 0 0,'10'-7'973'0'0,"-1"0"-1"0"0,0-1 1 0 0,-1 0 0 0 0,13-16 0 0 0,-13 15-447 0 0,0 0 1 0 0,0 1-1 0 0,1 0 1 0 0,17-12-1 0 0,-24 18-454 0 0,1-6 238 0 0,-3 5-105 0 0,-5 4-125 0 0,-31 6 547 0 0,-65 24-1 0 0,85-25-449 0 0,0 1 1 0 0,0 0-1 0 0,1 1 0 0 0,0 1 1 0 0,1 0-1 0 0,-24 20 1 0 0,29-17 111 0 0,-1-1 0 0 0,2 1 0 0 0,-15 25 0 0 0,18-27-205 0 0,0 15 83 0 0,0 2-53 0 0,-2-20-67 0 0,6-6-41 0 0,0 0-1 0 0,0-1 1 0 0,0 1-1 0 0,0 0 1 0 0,0 0 0 0 0,0 0-1 0 0,0 0 1 0 0,0 0-1 0 0,0 0 1 0 0,0 0 0 0 0,1 0-1 0 0,-1 0 1 0 0,0 0-1 0 0,1 0 1 0 0,-1 0 0 0 0,1 1-1 0 0,0-1 1 0 0,-1 0-1 0 0,1 0 1 0 0,0 1 0 0 0,-1-1-1 0 0,1 0 1 0 0,0 1 0 0 0,0-1-1 0 0,0 0 1 0 0,0 0-1 0 0,1 1 1 0 0,-1-1 0 0 0,0 0-1 0 0,0 1 1 0 0,2 1-1 0 0,16 32 66 0 0,-15-28-68 0 0,1 1 1 0 0,0-1-1 0 0,0 0 0 0 0,0 0 0 0 0,1 0 1 0 0,8 9-1 0 0,-1-4 20 0 0,1-1-1 0 0,0 0 1 0 0,1-1 0 0 0,0-1 0 0 0,0 0 0 0 0,27 12 0 0 0,13 6 27 0 0,-34-16-40 0 0,0-2 0 0 0,37 13 0 0 0,-27-14 25 0 0,-1 2-40 0 0,0-2 0 0 0,0-2 0 0 0,1 0 0 0 0,-1-2 0 0 0,1-1 0 0 0,60-3 0 0 0,-84 0 4 0 0,5-1-33 0 0,-1 0-1 0 0,1-1 1 0 0,-1 0-1 0 0,19-7 1 0 0,-25 7 34 0 0,0 0 0 0 0,0 0 0 0 0,0-1 0 0 0,-1 0 0 0 0,1 1 0 0 0,-1-1 0 0 0,0-1-1 0 0,0 1 1 0 0,0 0 0 0 0,0-1 0 0 0,-1 0 0 0 0,1 1 0 0 0,2-8 0 0 0,-3 9 5 0 0,-1 1 0 0 0,0-1 1 0 0,0 0-1 0 0,0 1 0 0 0,0-1 0 0 0,0 0 0 0 0,0 0 0 0 0,-1 0 0 0 0,1 0 0 0 0,0 1 0 0 0,-1-1 0 0 0,0 0 0 0 0,1 0 0 0 0,-1 0 0 0 0,0 0 0 0 0,0 0 0 0 0,0 0 0 0 0,0 0 0 0 0,-1 0 0 0 0,1 0 0 0 0,0 0 0 0 0,-1 0 0 0 0,1 0 0 0 0,-1 0 0 0 0,0 0 0 0 0,0 0 0 0 0,1 1 0 0 0,-1-1 0 0 0,0 0 0 0 0,-2-2 0 0 0,1 2 0 0 0,-2-6 12 0 0,-1 0 1 0 0,0 1 0 0 0,0-1 0 0 0,-1 1 0 0 0,0 1 0 0 0,0-1 0 0 0,0 1 0 0 0,-1 0 0 0 0,0 1 0 0 0,-1-1-1 0 0,1 1 1 0 0,-1 1 0 0 0,0-1 0 0 0,0 1 0 0 0,0 1 0 0 0,0 0 0 0 0,-1 0 0 0 0,-15-3 0 0 0,-14-1-50 0 0,0 1-1 0 0,0 2 1 0 0,-44 2 0 0 0,61 1-33 0 0,-96 2-824 0 0,52 1-1795 0 0,-84-9 1 0 0,28-15-3053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32 313 3442 0 0,'-3'-3'557'0'0,"-1"0"0"0"0,1 0 0 0 0,1-1 0 0 0,-1 1 0 0 0,0-1 0 0 0,1 0 0 0 0,0 1 1 0 0,0-1-1 0 0,0 0 0 0 0,-1-5 0 0 0,2 6-524 0 0,1 1 0 0 0,-1-1 0 0 0,1 0 0 0 0,0 1 0 0 0,0-1 0 0 0,0 0 0 0 0,0 1 0 0 0,1-1 0 0 0,-1 1-1 0 0,1-1 1 0 0,0 0 0 0 0,-1 1 0 0 0,3-3 0 0 0,3-6-41 0 0,0 0 0 0 0,1 1-1 0 0,0 0 1 0 0,1 1 0 0 0,0-1-1 0 0,0 1 1 0 0,1 1 0 0 0,0 0 0 0 0,1 0-1 0 0,0 1 1 0 0,16-9 0 0 0,0 1 43 0 0,0 1-1 0 0,1 2 1 0 0,51-18 0 0 0,-37 19-80 0 0,1 1 0 0 0,-1 3 1 0 0,1 1-1 0 0,0 2 0 0 0,1 1 0 0 0,-1 3 0 0 0,70 8 0 0 0,-85-5 37 0 0,0 2-1 0 0,0 1 1 0 0,0 1 0 0 0,-1 2 0 0 0,0 0-1 0 0,-1 2 1 0 0,0 0 0 0 0,-1 2-1 0 0,0 1 1 0 0,-1 1 0 0 0,0 0 0 0 0,37 36-1 0 0,-53-43 12 0 0,-1 0 0 0 0,0 0 1 0 0,-1 1-1 0 0,0-1 0 0 0,0 1 0 0 0,-1 0 0 0 0,0 1 0 0 0,5 17 0 0 0,1 1 36 0 0,-10-26-36 0 0,1 1-1 0 0,0-1 1 0 0,-1 1 0 0 0,0 0-1 0 0,0-1 1 0 0,1 1-1 0 0,-2 0 1 0 0,1-1 0 0 0,0 1-1 0 0,0 0 1 0 0,-1-1-1 0 0,1 1 1 0 0,-1-1 0 0 0,0 1-1 0 0,0-1 1 0 0,0 1 0 0 0,0-1-1 0 0,0 1 1 0 0,-1-1-1 0 0,1 0 1 0 0,-3 3 0 0 0,-5 11 32 0 0,1 7 26 0 0,7-20-50 0 0,0 1 0 0 0,0-1 0 0 0,0 0 1 0 0,0 0-1 0 0,-1 0 0 0 0,1 0 0 0 0,-1-1 1 0 0,0 1-1 0 0,0 0 0 0 0,0-1 0 0 0,0 1 1 0 0,0-1-1 0 0,-1 0 0 0 0,1 0 0 0 0,-5 3 1 0 0,-7 4 37 0 0,-1-1 0 0 0,0 0 1 0 0,0-1-1 0 0,-1-1 0 0 0,0 0 1 0 0,-18 3-1 0 0,-107 17 362 0 0,110-21-287 0 0,-16 0 134 0 0,-1-2 0 0 0,-63-5 0 0 0,106 2-248 0 0,-1 0 0 0 0,1-1 0 0 0,0 0 0 0 0,0 0 0 0 0,-1 0 0 0 0,1 0 0 0 0,-6-3 1 0 0,10 3-23 0 0,-1 0 0 0 0,1 0 0 0 0,0 0 0 0 0,0 0 1 0 0,0 0-1 0 0,0 0 0 0 0,0 0 0 0 0,0 0 1 0 0,0 0-1 0 0,0 0 0 0 0,0-1 0 0 0,1 1 0 0 0,-1 0 1 0 0,0-1-1 0 0,1 1 0 0 0,-1 0 0 0 0,1-1 1 0 0,-1 1-1 0 0,1-1 0 0 0,0 1 0 0 0,0-1 1 0 0,-1 1-1 0 0,1-1 0 0 0,1-2 0 0 0,0 2-6 0 0,1-1 0 0 0,0 1 0 0 0,0 0 0 0 0,0 0 0 0 0,0 0 0 0 0,1 0 0 0 0,-1 1-1 0 0,0-1 1 0 0,1 1 0 0 0,-1-1 0 0 0,1 1 0 0 0,-1 0 0 0 0,5-1 0 0 0,10-2-68 0 0,0 1 0 0 0,0 1 1 0 0,1 1-1 0 0,-1 1 0 0 0,1 0 0 0 0,19 3 1 0 0,-17 0 173 0 0,0 0 1 0 0,0 1 0 0 0,0 1-1 0 0,-1 1 1 0 0,1 1 0 0 0,19 9-1 0 0,-1 0 199 0 0,-2-2-31 0 0,-3-2 192 0 0,0 2 0 0 0,61 36 0 0 0,-90-48-473 0 0,0 1-1 0 0,0-1 1 0 0,0 0-1 0 0,0 0 0 0 0,0-1 1 0 0,1 1-1 0 0,-1-1 1 0 0,0 0-1 0 0,1 0 0 0 0,-1 0 1 0 0,1-1-1 0 0,-1 1 1 0 0,1-1-1 0 0,4-1 1 0 0,-6 1-107 0 0,-1-1 0 0 0,1 1 0 0 0,-1-1 0 0 0,0 0 0 0 0,1 0 0 0 0,-1 0 1 0 0,0 0-1 0 0,0 0 0 0 0,0 0 0 0 0,1-1 0 0 0,-1 1 0 0 0,0-1 0 0 0,-1 1 1 0 0,1-1-1 0 0,0 0 0 0 0,0 0 0 0 0,-1 0 0 0 0,1 0 0 0 0,-1 0 0 0 0,0 0 1 0 0,0 0-1 0 0,1 0 0 0 0,0-4 0 0 0,2-34-3336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328 101 1281 0 0,'-107'-6'5235'0'0,"-53"1"-3294"0"0,112 12-1300 0 0,36-4-548 0 0,282-44 477 0 0,-98 16-500 0 0,25 3-45 0 0,-118 16 30 0 0,-29 2 52 0 0,-1 2 0 0 0,58 6-1 0 0,-105-4-94 0 0,0 0-1 0 0,-1 0 0 0 0,1 0 1 0 0,-1 0-1 0 0,1 1 0 0 0,-1-1 1 0 0,1 0-1 0 0,-1 0 0 0 0,1 1 1 0 0,-1-1-1 0 0,1 1 0 0 0,-1 0 1 0 0,0-1-1 0 0,1 1 0 0 0,-1 0 1 0 0,2 1-1 0 0,1 32 442 0 0,-4-32-432 0 0,-1 5 22 0 0,1 0 1 0 0,-1 0-1 0 0,-1-1 0 0 0,1 1 0 0 0,-1 0 0 0 0,0-1 0 0 0,-1 0 0 0 0,1 1 1 0 0,-1-1-1 0 0,-1 0 0 0 0,1 0 0 0 0,-1-1 0 0 0,0 1 0 0 0,0-1 0 0 0,-1 0 1 0 0,1 0-1 0 0,-1 0 0 0 0,0 0 0 0 0,-1-1 0 0 0,1 0 0 0 0,-10 5 0 0 0,-7 4 101 0 0,-1-1 0 0 0,-1-1-1 0 0,0-1 1 0 0,-49 13 0 0 0,19-13 35 0 0,50-9-161 0 0,0-1 0 0 0,0 0 0 0 0,0 0 0 0 0,0 0 0 0 0,0 0 0 0 0,0-1 0 0 0,0 0 0 0 0,0 0 0 0 0,0 0 0 0 0,0 0 0 0 0,0 0 0 0 0,-5-3 0 0 0,9 3-14 0 0,-1 1 0 0 0,1 0 0 0 0,-1-1 0 0 0,1 1-1 0 0,-1-1 1 0 0,1 1 0 0 0,-1-1 0 0 0,1 1 0 0 0,0-1-1 0 0,-1 1 1 0 0,1-1 0 0 0,0 1 0 0 0,-1-1 0 0 0,1 1 0 0 0,0-1-1 0 0,0 0 1 0 0,0 1 0 0 0,-1-1 0 0 0,1 1 0 0 0,0-1 0 0 0,0 0-1 0 0,0 1 1 0 0,0-1 0 0 0,0 0 0 0 0,0 1 0 0 0,0-1-1 0 0,0 0 1 0 0,0 1 0 0 0,0-1 0 0 0,1 1 0 0 0,-1-1 0 0 0,0 0-1 0 0,0 1 1 0 0,1-1 0 0 0,-1 1 0 0 0,0-1 0 0 0,1 1-1 0 0,-1-1 1 0 0,0 1 0 0 0,1-1 0 0 0,-1 1 0 0 0,1-1 0 0 0,-1 1-1 0 0,1-1 1 0 0,-1 1 0 0 0,1 0 0 0 0,0-1 0 0 0,19-13 119 0 0,-4 2-145 0 0,1 0-1 0 0,1 1 1 0 0,0 1 0 0 0,0 0-1 0 0,1 1 1 0 0,33-10-1 0 0,-19 10-41 0 0,2 0 0 0 0,-1 3 0 0 0,48-4 0 0 0,-44 8 48 0 0,0 2 0 0 0,0 2 0 0 0,0 2 1 0 0,-1 1-1 0 0,1 1 0 0 0,-1 3 0 0 0,-1 1 0 0 0,1 1 1 0 0,-2 2-1 0 0,50 26 0 0 0,-81-37 16 0 0,0 0 0 0 0,1 0-1 0 0,-1 1 1 0 0,0 0 0 0 0,0 0-1 0 0,0 0 1 0 0,0 0 0 0 0,-1 0-1 0 0,1 1 1 0 0,-1-1 0 0 0,0 1-1 0 0,0 0 1 0 0,0 0 0 0 0,-1 1 0 0 0,1-1-1 0 0,-1 0 1 0 0,0 1 0 0 0,0-1-1 0 0,-1 1 1 0 0,1 0 0 0 0,-1 0-1 0 0,0-1 1 0 0,1 11 0 0 0,-3-8 7 0 0,-1-1 0 0 0,1 1 0 0 0,-1 0 0 0 0,-1-1 0 0 0,1 1 1 0 0,-1-1-1 0 0,0 0 0 0 0,0 0 0 0 0,-1 0 0 0 0,0 0 0 0 0,0 0 0 0 0,0-1 0 0 0,-1 0 1 0 0,1 0-1 0 0,-11 9 0 0 0,2-4 18 0 0,1-1 0 0 0,-1 0 1 0 0,-1 0-1 0 0,1-1 0 0 0,-2-1 0 0 0,1 0 1 0 0,-27 8-1 0 0,-5-3 114 0 0,-65 11 0 0 0,87-20-47 0 0,0 0-1 0 0,1-2 0 0 0,-1-1 1 0 0,0-1-1 0 0,0 0 1 0 0,-44-10-1 0 0,43 3 190 0 0,20-3-201 0 0,9 10-150 0 0,0-1 0 0 0,-1 0 1 0 0,1 1-1 0 0,0 0 0 0 0,0 0 1 0 0,0 0-1 0 0,0 0 0 0 0,0 0 1 0 0,0 1-1 0 0,0 0 0 0 0,6 0 1 0 0,-2 0-136 0 0,15-1-1073 0 0,1 1-1 0 0,-1 1 1 0 0,1 1 0 0 0,-1 1-1 0 0,35 10 1 0 0,-28-2-2217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6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119 207 5282 0 0,'0'-3'240'0'0,"0"0"0"0"0,-1 1 0 0 0,1-1 0 0 0,-1 0 0 0 0,1 1 0 0 0,-1-1 0 0 0,0 0 0 0 0,0 1 0 0 0,0-1 0 0 0,0 1 0 0 0,-1-1 0 0 0,1 1 0 0 0,0 0 0 0 0,-1 0 0 0 0,0 0 0 0 0,-2-3 0 0 0,-38-26 315 0 0,37 28-515 0 0,-1 0-1 0 0,1-1 1 0 0,0 0-1 0 0,0 0 0 0 0,0 0 1 0 0,0 0-1 0 0,1-1 1 0 0,0 0-1 0 0,-7-9 0 0 0,11 13-28 0 0,-1 0 0 0 0,1-1-1 0 0,-1 1 1 0 0,1-1-1 0 0,0 1 1 0 0,0-1 0 0 0,0 1-1 0 0,0-1 1 0 0,0 1-1 0 0,0 0 1 0 0,0-1-1 0 0,0 1 1 0 0,0-1 0 0 0,1 1-1 0 0,-1-1 1 0 0,1 1-1 0 0,-1 0 1 0 0,1-1 0 0 0,-1 1-1 0 0,1 0 1 0 0,0-1-1 0 0,0 1 1 0 0,0 0-1 0 0,0 0 1 0 0,0 0 0 0 0,0 0-1 0 0,0 0 1 0 0,0 0-1 0 0,0 0 1 0 0,0 0 0 0 0,0 0-1 0 0,1 0 1 0 0,-1 1-1 0 0,0-1 1 0 0,1 0 0 0 0,-1 1-1 0 0,0-1 1 0 0,3 1-1 0 0,6-5 10 0 0,0 1 1 0 0,0 1-1 0 0,21-4 0 0 0,30-1 3 0 0,2 2 1 0 0,-1 3-1 0 0,79 7 0 0 0,361 34 31 0 0,-473-34-65 0 0,0 1 0 0 0,35 12 0 0 0,-56-15 115 0 0,0 1-1 0 0,-1 0 1 0 0,0 0 0 0 0,0 1 0 0 0,0 0 0 0 0,0 0 0 0 0,-1 1 0 0 0,1 0 0 0 0,-1 0 0 0 0,0 0 0 0 0,6 8 0 0 0,-11-12-81 0 0,-1 0 0 0 0,0 0 1 0 0,1-1-1 0 0,-1 1 0 0 0,1 0 1 0 0,-1 0-1 0 0,0 0 0 0 0,0 0 1 0 0,1-1-1 0 0,-1 1 1 0 0,0 0-1 0 0,0 0 0 0 0,0 0 1 0 0,0 0-1 0 0,0 0 0 0 0,0 0 1 0 0,0 0-1 0 0,0 0 0 0 0,-1-1 1 0 0,1 1-1 0 0,0 0 1 0 0,-1 0-1 0 0,1 0 0 0 0,0 0 1 0 0,-1-1-1 0 0,1 1 0 0 0,-1 0 1 0 0,1 0-1 0 0,-1 0 0 0 0,-22 23 364 0 0,18-20-274 0 0,-16 14 111 0 0,-2-1 0 0 0,1-1 0 0 0,-2-1 0 0 0,0-1 0 0 0,-1-1 0 0 0,0-2 0 0 0,-45 15 0 0 0,22-12 95 0 0,-1-2 0 0 0,0-2 0 0 0,-74 4 0 0 0,97-11-135 0 0,15-2-57 0 0,0 0 0 0 0,0-1 0 0 0,0 0 0 0 0,0-1 0 0 0,0 0 1 0 0,0-1-1 0 0,-12-3 0 0 0,-22-8 193 0 0,44 13-320 0 0,1 0 1 0 0,0 0-1 0 0,-1 0 0 0 0,1 0 1 0 0,0 0-1 0 0,-1 0 0 0 0,1 0 1 0 0,0 0-1 0 0,0 0 1 0 0,-1 0-1 0 0,1-1 0 0 0,0 1 1 0 0,-1 0-1 0 0,1 0 0 0 0,0 0 1 0 0,0 0-1 0 0,-1-1 0 0 0,1 1 1 0 0,0 0-1 0 0,0 0 1 0 0,0-1-1 0 0,-1 1 0 0 0,1 0 1 0 0,0-1-1 0 0,0 1 0 0 0,0 0 1 0 0,0 0-1 0 0,0-1 0 0 0,0 1 1 0 0,0 0-1 0 0,-1-1 1 0 0,1 1-1 0 0,0 0 0 0 0,0-1 1 0 0,0 1-1 0 0,0 0 0 0 0,0-1 1 0 0,0 1-1 0 0,0 0 0 0 0,1-1 1 0 0,-1 1-1 0 0,0 0 1 0 0,0 0-1 0 0,0-1 0 0 0,0 1 1 0 0,0 0-1 0 0,0-1 0 0 0,0 1 1 0 0,1 0-1 0 0,-1 0 1 0 0,0-1-1 0 0,0 1 0 0 0,0 0 1 0 0,1-1-1 0 0,17-10-82 0 0,-11 7 51 0 0,17-19-57 0 0,22-17-78 0 0,-3 13-9 0 0,1 3 1 0 0,1 1-1 0 0,1 3 1 0 0,1 1-1 0 0,0 3 0 0 0,1 1 1 0 0,70-10-1 0 0,-53 14-139 0 0,0 3 0 0 0,1 4 0 0 0,-1 2 0 0 0,1 2 0 0 0,84 13 0 0 0,-132-11 299 0 0,1 0 0 0 0,-1 2 1 0 0,0 0-1 0 0,0 1 1 0 0,-1 0-1 0 0,0 2 1 0 0,1 0-1 0 0,-2 1 1 0 0,1 0-1 0 0,28 22 0 0 0,-39-27 82 0 0,0 1 0 0 0,-1 0 0 0 0,0 1 0 0 0,0-1-1 0 0,0 1 1 0 0,-1 0 0 0 0,8 10 0 0 0,-10-12-18 0 0,0 1 0 0 0,-1-1 0 0 0,0 1 0 0 0,0 0 0 0 0,0-1 0 0 0,0 1 0 0 0,-1 0 1 0 0,1 0-1 0 0,-1-1 0 0 0,0 1 0 0 0,0 0 0 0 0,0 0 0 0 0,-1 0 0 0 0,1-1 0 0 0,-1 1 0 0 0,0 0 1 0 0,0-1-1 0 0,-2 6 0 0 0,-2-1 89 0 0,1 1 1 0 0,-1-1-1 0 0,0 0 1 0 0,-1 0-1 0 0,0 0 1 0 0,0-1 0 0 0,-1 0-1 0 0,0 0 1 0 0,0 0-1 0 0,-1-1 1 0 0,1 0-1 0 0,-16 8 1 0 0,-38 22 761 0 0,-1-3-1 0 0,-2-2 1 0 0,-90 30 0 0 0,-203 47 836 0 0,299-93-1742 0 0,1-2-1 0 0,-2-2 0 0 0,-79 3 1 0 0,87-16-1808 0 0,51 2 1738 0 0,-1 0 0 0 0,1-1 0 0 0,0 1 0 0 0,-1 0 0 0 0,1 0 0 0 0,-1-1 1 0 0,1 1-1 0 0,-1 0 0 0 0,1 0 0 0 0,-1-1 0 0 0,1 1 0 0 0,0-1 0 0 0,-1 1 0 0 0,1 0 1 0 0,0-1-1 0 0,-1 1 0 0 0,1-1 0 0 0,0 1 0 0 0,0 0 0 0 0,0-1 0 0 0,-1 1 0 0 0,1-1 1 0 0,0 1-1 0 0,0-1 0 0 0,0 1 0 0 0,0-1 0 0 0,0 1 0 0 0,0-1 0 0 0,0 1 1 0 0,0-1-1 0 0,0 1 0 0 0,0-1 0 0 0,0 1 0 0 0,0-1 0 0 0,0 1 0 0 0,0-1 0 0 0,0 1 1 0 0,0-1-1 0 0,1 1 0 0 0,-1-1 0 0 0,0 1 0 0 0,0-1 0 0 0,1 1 0 0 0,-1-1 0 0 0,0 1 1 0 0,1 0-1 0 0,-1-1 0 0 0,5-7-917 0 0,-1 1 1 0 0,1 0 0 0 0,0 1-1 0 0,12-13 1 0 0,63-57-5411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49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53 240 0 0,'60'25'6083'0'0,"1"0"-3522"0"0,-31-18-2481 0 0,30-14-560 0 0,-60 1 240 0 0,0-8-320 0 0,0 3-801 0 0,0-8-960 0 0,-30-33-881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2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0 110 880 0 0,'30'0'4242'0'0,"-30"-8"-2641"0"0,24 8 880 0 0,-24-6-1600 0 0,-24 6 479 0 0,24-5-1200 0 0,24-3-320 0 0,-24-4-880 0 0,0-7-1201 0 0,31 0-561 0 0,-31-14-239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27 480 0 0,'90'-20'9076'0'0,"-34"15"-7654"0"0,-21 5-1575 0 0,-11-1 22 0 0,0 1 0 0 0,-1 1 0 0 0,1 1 0 0 0,-1 1 1 0 0,0 1-1 0 0,0 1 0 0 0,24 8 0 0 0,-34-8 86 0 0,2-1 5 0 0,1 2-1 0 0,-2-1 1 0 0,1 2 0 0 0,20 12-1 0 0,-34-18 47 0 0,1 0 0 0 0,0 0 1 0 0,-1 0-1 0 0,1 1 0 0 0,-1-1 0 0 0,1 1 0 0 0,-1-1 0 0 0,0 1 0 0 0,1 0 0 0 0,-1-1 0 0 0,0 1 0 0 0,0 0 0 0 0,0 0 0 0 0,0 0 0 0 0,-1 0 1 0 0,1 0-1 0 0,0 3 0 0 0,-1-3 13 0 0,0 0 0 0 0,-1 0 0 0 0,1 0 1 0 0,-1 1-1 0 0,1-1 0 0 0,-1 0 0 0 0,0 0 1 0 0,0 0-1 0 0,0 0 0 0 0,0-1 0 0 0,0 1 1 0 0,0 0-1 0 0,0 0 0 0 0,-1 0 0 0 0,1-1 0 0 0,-1 1 1 0 0,1-1-1 0 0,-1 1 0 0 0,0-1 0 0 0,-3 2 1 0 0,-15 9 200 0 0,0-1 0 0 0,-1-1 0 0 0,0 0 0 0 0,-1-2 0 0 0,-39 10 0 0 0,31-9 47 0 0,-43 14 502 0 0,26-8-163 0 0,1-1 0 0 0,-60 8 1 0 0,64-16-138 0 0,35-6-263 0 0,26-5-228 0 0,29-5-301 0 0,0 2 0 0 0,0 2-1 0 0,74 0 1 0 0,346 13-2625 0 0,-396-2 1829 0 0,99 20 1 0 0,-137-18 715 0 0,0 2-1 0 0,-1 1 0 0 0,0 2 0 0 0,41 20 0 0 0,-71-31 432 0 0,0 0-1 0 0,-1 0 0 0 0,0 0 1 0 0,1 1-1 0 0,-1-1 1 0 0,0 1-1 0 0,1-1 1 0 0,-1 1-1 0 0,0 0 0 0 0,0 0 1 0 0,0 0-1 0 0,-1 0 1 0 0,1 0-1 0 0,0 0 0 0 0,-1 0 1 0 0,0 1-1 0 0,1-1 1 0 0,-1 0-1 0 0,0 1 0 0 0,0-1 1 0 0,0 1-1 0 0,0 0 1 0 0,-1-1-1 0 0,1 1 0 0 0,-1 0 1 0 0,0-1-1 0 0,1 1 1 0 0,-1 0-1 0 0,0-1 0 0 0,-1 1 1 0 0,1 0-1 0 0,0 0 1 0 0,-1-1-1 0 0,0 1 0 0 0,-1 4 1 0 0,-1 0 195 0 0,-1-1 0 0 0,0 1 0 0 0,0-1 1 0 0,0 1-1 0 0,-1-1 0 0 0,0-1 0 0 0,0 1 0 0 0,-1-1 0 0 0,1 0 1 0 0,-9 6-1 0 0,-5 2 466 0 0,-1-1 1 0 0,-1-1-1 0 0,0-1 1 0 0,-1 0-1 0 0,-32 9 1 0 0,-111 21 1741 0 0,111-28-2209 0 0,41-10-311 0 0,0 0 0 0 0,0-1-1 0 0,0 0 1 0 0,0-1 0 0 0,0 0 0 0 0,0-1 0 0 0,-18-3 0 0 0,25 3-233 0 0,0 0 0 0 0,0-1-1 0 0,1 0 1 0 0,-1 0 0 0 0,0 0-1 0 0,0 0 1 0 0,1-1 0 0 0,-1 0-1 0 0,1 0 1 0 0,0-1 0 0 0,0 1 0 0 0,0-1-1 0 0,1 0 1 0 0,-1-1 0 0 0,-3-4-1 0 0,6 5-205 0 0,0 0 0 0 0,1 1 0 0 0,-1-1 0 0 0,1 0 0 0 0,0 0 0 0 0,1 0 0 0 0,-1 0 0 0 0,0 0 0 0 0,1 0 0 0 0,0 0 0 0 0,1-6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4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244 277 4562 0 0,'1'-12'1553'0'0,"-1"8"-1357"0"0,1 1 1 0 0,-1 0 0 0 0,0 0 0 0 0,0-1 0 0 0,0 1 0 0 0,0 0 0 0 0,0-1 0 0 0,-1 1-1 0 0,1 0 1 0 0,-1 0 0 0 0,0-1 0 0 0,0 1 0 0 0,-2-3 0 0 0,-18-10 456 0 0,-44-23 1 0 0,45 22-390 0 0,0-4 152 0 0,-7-1-53 0 0,11 10-70 0 0,0 0 0 0 0,1-2 0 0 0,-16-18-1 0 0,30 30-250 0 0,0 0 1 0 0,0 0-1 0 0,0 0 0 0 0,0 0 0 0 0,1 0 0 0 0,-1 0 0 0 0,1 0 0 0 0,-1 0 0 0 0,1 0 0 0 0,0 0 1 0 0,0-3-1 0 0,1 2-80 0 0,0 19-243 0 0,-1-15 279 0 0,0 1-1 0 0,0-1 1 0 0,1 0-1 0 0,-1 1 1 0 0,1-1 0 0 0,0 0-1 0 0,-1 1 1 0 0,1-1-1 0 0,0 0 1 0 0,-1 0 0 0 0,1 0-1 0 0,0 0 1 0 0,0 1-1 0 0,0-1 1 0 0,0 0-1 0 0,0-1 1 0 0,3 3 0 0 0,16 19 205 0 0,0 3-25 0 0,10 14 31 0 0,-29-38-203 0 0,2 7 44 0 0,1 1-1 0 0,0-1 1 0 0,0-1-1 0 0,10 15 0 0 0,-13-21-37 0 0,0 1-1 0 0,0 0 1 0 0,0 0-1 0 0,-1-1 1 0 0,1 1-1 0 0,-1 0 1 0 0,1 0-1 0 0,-1 0 1 0 0,0 0-1 0 0,0 0 1 0 0,0-1-1 0 0,0 1 1 0 0,0 0-1 0 0,0 0 1 0 0,0 0-1 0 0,-1 0 1 0 0,1 2-1 0 0,-1-3-1 0 0,1 1 0 0 0,-1 0-1 0 0,1 0 1 0 0,0 0 0 0 0,0-1-1 0 0,0 1 1 0 0,0 0 0 0 0,0 0-1 0 0,0 0 1 0 0,0 0 0 0 0,0-1-1 0 0,1 1 1 0 0,-1 0 0 0 0,1 0-1 0 0,0-1 1 0 0,-1 1 0 0 0,1 0-1 0 0,0-1 1 0 0,1 3 0 0 0,5 2 16 0 0,0-1 0 0 0,0 0 0 0 0,0 0 1 0 0,1-1-1 0 0,0 0 0 0 0,-1 0 1 0 0,1 0-1 0 0,1-1 0 0 0,-1-1 0 0 0,0 1 1 0 0,15 1-1 0 0,9 1-30 0 0,55 2-1 0 0,-61-5-32 0 0,1-2 0 0 0,0-1-1 0 0,-1-1 1 0 0,35-7-1 0 0,-49 5 28 0 0,1 0-1 0 0,-1 0 0 0 0,0-1 0 0 0,0 0 0 0 0,-1-1 0 0 0,1-1 0 0 0,-1 0 0 0 0,-1 0 0 0 0,1-1 1 0 0,13-13-1 0 0,-21 17 31 0 0,0 1 0 0 0,0-1 0 0 0,0 0 0 0 0,-1 0 0 0 0,1 0 0 0 0,-1 0 0 0 0,0 0 0 0 0,0 0 0 0 0,0-1 0 0 0,-1 1 0 0 0,0-1 0 0 0,1 1 0 0 0,-1-1 0 0 0,-1 0 0 0 0,1 1 0 0 0,-1-1 0 0 0,0 0 0 0 0,0 1 0 0 0,-1-8 0 0 0,1 10-5 0 0,0 0 1 0 0,0 1-1 0 0,0-1 1 0 0,-1 0 0 0 0,1 0-1 0 0,0 1 1 0 0,-1-1-1 0 0,1 1 1 0 0,-1-1-1 0 0,0 0 1 0 0,1 1-1 0 0,-1-1 1 0 0,0 1-1 0 0,0-1 1 0 0,0 1-1 0 0,0 0 1 0 0,0-1 0 0 0,0 1-1 0 0,-1 0 1 0 0,-1-2-1 0 0,2 2 3 0 0,0 0 0 0 0,0 0 1 0 0,0 0-1 0 0,-1 0 0 0 0,1 0 0 0 0,1 0 0 0 0,-1-1 0 0 0,0 1 0 0 0,0 0 0 0 0,0-1 1 0 0,1 1-1 0 0,-1-1 0 0 0,1 1 0 0 0,-1 0 0 0 0,1-1 0 0 0,-1 1 0 0 0,1-1 0 0 0,0 1 1 0 0,0-1-1 0 0,0-2 0 0 0,10 22 75 0 0,107 144 364 0 0,-63-84-153 0 0,-30-39-218 0 0,-2 0 1 0 0,-2 2 0 0 0,17 45 0 0 0,6 13-8 0 0,-39-92-122 0 0,0 1 0 0 0,1 0 0 0 0,-1-1 0 0 0,2 0 0 0 0,-1 0 0 0 0,1 0 0 0 0,0-1 0 0 0,1 0 0 0 0,-1 0-1 0 0,1 0 1 0 0,1-1 0 0 0,8 5 0 0 0,-13-6-347 0 0,0-2-201 0 0,6-4-2777 0 0,42-15-500 0 0,9-7-1281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4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54 1361 0 0,'10'-10'5713'0'0,"11"2"-3839"0"0,26-4-2322 0 0,-39 11 912 0 0,-3-1-371 0 0,-19 2 130 0 0,-12-6 101 0 0,-65-6 170 0 0,67 10-328 0 0,0 1 0 0 0,-1 2 0 0 0,1 0 1 0 0,0 1-1 0 0,0 1 0 0 0,0 2 0 0 0,0 0 0 0 0,1 1 0 0 0,0 2 0 0 0,-44 20 0 0 0,65-27-100 0 0,-1 0-1 0 0,1 1 1 0 0,-1 0-1 0 0,1-1 0 0 0,-1 1 1 0 0,1 0-1 0 0,0 0 0 0 0,0 0 1 0 0,0 0-1 0 0,0 1 0 0 0,0-1 1 0 0,1 0-1 0 0,-1 1 1 0 0,1 0-1 0 0,0-1 0 0 0,-1 1 1 0 0,0 5-1 0 0,-7 12 546 0 0,3-9-368 0 0,-1 9 180 0 0,8-18-410 0 0,0 0 1 0 0,0 0-1 0 0,0 0 0 0 0,0-1 1 0 0,0 1-1 0 0,1 0 1 0 0,-1 0-1 0 0,0-1 1 0 0,1 1-1 0 0,0-1 1 0 0,2 3-1 0 0,4 4-25 0 0,0 0 0 0 0,1 0 0 0 0,0-1-1 0 0,0 0 1 0 0,1-1 0 0 0,0 0 0 0 0,0 0 0 0 0,0-1 0 0 0,1-1 0 0 0,20 7 0 0 0,29 2-115 0 0,61 5 0 0 0,-71-12-295 0 0,0 2-1 0 0,76 23 1 0 0,-124-31 415 0 0,0 1 0 0 0,-1-1 0 0 0,1 1 1 0 0,0-1-1 0 0,-1 1 0 0 0,1 0 0 0 0,-1 0 0 0 0,1-1 1 0 0,-1 1-1 0 0,1 0 0 0 0,-1 0 0 0 0,1 0 0 0 0,-1 1 1 0 0,0-1-1 0 0,0 0 0 0 0,0 0 0 0 0,0 1 0 0 0,0-1 1 0 0,0 1-1 0 0,0-1 0 0 0,0 1 0 0 0,0-1 0 0 0,0 1 1 0 0,-1 0-1 0 0,1-1 0 0 0,-1 1 0 0 0,1 0 0 0 0,-1-1 1 0 0,0 1-1 0 0,0 0 0 0 0,0 2 0 0 0,0-1 79 0 0,-1 0-1 0 0,0 1 1 0 0,-1-1 0 0 0,1-1-1 0 0,0 1 1 0 0,-1 0 0 0 0,1 0-1 0 0,-1 0 1 0 0,0-1 0 0 0,0 1-1 0 0,0-1 1 0 0,0 1 0 0 0,-1-1-1 0 0,1 0 1 0 0,-1 0 0 0 0,-4 3-1 0 0,-33 21 294 0 0,-1-1 0 0 0,-1-2-1 0 0,-1-2 1 0 0,-1-2-1 0 0,-1-2 1 0 0,0-2 0 0 0,-2-2-1 0 0,-73 11 1 0 0,111-22-481 0 0,0-2 1 0 0,0 1-1 0 0,0-1 1 0 0,-1-1-1 0 0,1 1 1 0 0,0-2-1 0 0,-13-2 1 0 0,18 3-104 0 0,0-1 1 0 0,0 1 0 0 0,1-1-1 0 0,-1 0 1 0 0,0 1-1 0 0,1-2 1 0 0,-1 1 0 0 0,1 0-1 0 0,0-1 1 0 0,0 1-1 0 0,0-1 1 0 0,0 0-1 0 0,0 0 1 0 0,1 0 0 0 0,-1-1-1 0 0,1 1 1 0 0,-2-5-1 0 0,1 1-449 0 0,1-1-1 0 0,0 1 0 0 0,1-1 1 0 0,-1 1-1 0 0,2-1 0 0 0,-1 0 1 0 0,1-14-1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4642 0 0,'0'25'5683'0'0,"0"-19"-5283"0"0,31-17-1841 0 0,-31 3 561 0 0,30-11-1121 0 0,-30-70-4002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28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91 880 0 0,'0'6'2962'0'0,"-24"5"-721"0"0,24-3 1120 0 0,24-16-3361 0 0,-24-9-720 0 0,30-73-5363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6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3922 0 0,'0'-20'5522'0'0,"0"28"-4721"0"0,0 4-1682 0 0,30 1 241 0 0,-5-1 320 0 0,-25-5-561 0 0,30 12-1520 0 0,0-7-640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1921 0 0,'2'-1'224'0'0,"0"0"0"0"0,0-1 0 0 0,0 1 0 0 0,0-1 0 0 0,0 1 0 0 0,0-1 0 0 0,0 0 0 0 0,-1 0 0 0 0,1 0 0 0 0,-1 0-1 0 0,1 0 1 0 0,-1 0 0 0 0,0 0 0 0 0,1-3 0 0 0,2-37 2856 0 0,-4 32-3023 0 0,0-220 1371 0 0,-2 295-951 0 0,0-28-283 0 0,1 0 0 0 0,2 0 0 0 0,8 48 0 0 0,-1-47-92 0 0,-3-23-61 0 0,-2 1-1 0 0,0 0 1 0 0,0 0-1 0 0,-1 0 1 0 0,-1 0 0 0 0,-1 0-1 0 0,-1 0 1 0 0,-3 25-1 0 0,-6-7 100 0 0,-1 12 90 0 0,11-43-238 0 0,0-1 1 0 0,0 0 0 0 0,1 0 0 0 0,-1 0 0 0 0,1 1 0 0 0,-1-1 0 0 0,1 0 0 0 0,0 0-1 0 0,0 0 1 0 0,0 0 0 0 0,0 0 0 0 0,0 0 0 0 0,1-1 0 0 0,-1 1 0 0 0,0 0 0 0 0,1-1-1 0 0,0 1 1 0 0,-1-1 0 0 0,3 3 0 0 0,-4-4-13 0 0,0 0 0 0 0,0 0-1 0 0,1 0 1 0 0,-1 0 0 0 0,0 0 0 0 0,0 1 0 0 0,0-1-1 0 0,0 0 1 0 0,0 0 0 0 0,0 0 0 0 0,1 0 0 0 0,-1 0-1 0 0,0 0 1 0 0,0 0 0 0 0,0 0 0 0 0,0 0 0 0 0,1 0-1 0 0,-1 0 1 0 0,0 0 0 0 0,0 0 0 0 0,0 0 0 0 0,0 0-1 0 0,1 0 1 0 0,-1 0 0 0 0,0 0 0 0 0,0 0-1 0 0,0 0 1 0 0,1 0 0 0 0,-1 0 0 0 0,0 0 0 0 0,0 0-1 0 0,0 0 1 0 0,0 0 0 0 0,0 0 0 0 0,1 0 0 0 0,-1 0-1 0 0,0 0 1 0 0,0 0 0 0 0,0-1 0 0 0,0 1 0 0 0,0 0-1 0 0,1 0 1 0 0,-1 0 0 0 0,0 0 0 0 0,0 0 0 0 0,0 0-1 0 0,0-1 1 0 0,0 1 0 0 0,0 0 0 0 0,0 0-1 0 0,0 0 1 0 0,0 0 0 0 0,0-1 0 0 0,0 1 0 0 0,0 0-1 0 0,1 0 1 0 0,-1 0 0 0 0,2-5-382 0 0,9-5-352 0 0,-7 6 344 0 0,0 1 0 0 0,0-1 0 0 0,-1 0 1 0 0,1 0-1 0 0,-1-1 0 0 0,0 1 0 0 0,0-1 1 0 0,3-6-1 0 0,-1-26-3045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25 5042 0 0,'0'-24'4482'0'0,"0"23"-4215"0"0,5 2-360 0 0,53 6-82 0 0,-38-6 104 0 0,0 1 1 0 0,38 10-1 0 0,-14 4 88 0 0,0 2-1 0 0,-1 2 1 0 0,52 32 0 0 0,-88-48 2 0 0,-1 0 1 0 0,1 0 0 0 0,-1 1-1 0 0,-1-1 1 0 0,1 1-1 0 0,-1 1 1 0 0,1-1 0 0 0,-2 1-1 0 0,1 0 1 0 0,0 0 0 0 0,-1 0-1 0 0,-1 0 1 0 0,1 1 0 0 0,-1 0-1 0 0,0 0 1 0 0,0 0-1 0 0,-1 0 1 0 0,0 0 0 0 0,0 0-1 0 0,-1 1 1 0 0,1-1 0 0 0,-2 1-1 0 0,1-1 1 0 0,-1 1 0 0 0,0-1-1 0 0,-1 1 1 0 0,0-1 0 0 0,0 0-1 0 0,-1 1 1 0 0,1-1-1 0 0,-2 0 1 0 0,1 0 0 0 0,-1 0-1 0 0,0 0 1 0 0,-6 10 0 0 0,2-5 33 0 0,0 0 0 0 0,0 0 0 0 0,-1-1 1 0 0,-1 0-1 0 0,0-1 0 0 0,0 0 0 0 0,-1 0 0 0 0,-1-1 1 0 0,1 0-1 0 0,-1-1 0 0 0,-1 0 0 0 0,0-1 1 0 0,-20 9-1 0 0,10-8-18 0 0,1-1 0 0 0,-1-1 1 0 0,-1-1-1 0 0,1-2 0 0 0,-1 0 0 0 0,1-1 1 0 0,-31-1-1 0 0,24 0-10 0 0,0-2-1 0 0,0-1 1 0 0,1-1 0 0 0,-1-2 0 0 0,1 0-1 0 0,-32-11 1 0 0,52 12-4 0 0,0 0-1 0 0,0 0 1 0 0,0-1 0 0 0,1 1-1 0 0,-9-8 1 0 0,14 10-19 0 0,-1 0 1 0 0,1 0-1 0 0,0 0 1 0 0,0 0-1 0 0,-1 0 0 0 0,1 0 1 0 0,0-1-1 0 0,1 1 1 0 0,-1-1-1 0 0,0 0 1 0 0,1 1-1 0 0,0-1 0 0 0,-1 0 1 0 0,0-5-1 0 0,2 6-5 0 0,0-1-1 0 0,1 0 1 0 0,0 1-1 0 0,-1-1 1 0 0,1 1-1 0 0,0-1 0 0 0,0 1 1 0 0,1 0-1 0 0,-1-1 1 0 0,0 1-1 0 0,1 0 1 0 0,-1 0-1 0 0,1 0 1 0 0,0 0-1 0 0,0 0 1 0 0,0 0-1 0 0,0 1 0 0 0,0-1 1 0 0,0 1-1 0 0,0-1 1 0 0,0 1-1 0 0,1 0 1 0 0,-1 0-1 0 0,0-1 1 0 0,1 2-1 0 0,-1-1 1 0 0,4-1-1 0 0,3 0-14 0 0,0-1 1 0 0,0 1-1 0 0,0 1 1 0 0,0 0-1 0 0,1 0 0 0 0,-1 1 1 0 0,15 1-1 0 0,-3 1 13 0 0,1 2 0 0 0,0 0 1 0 0,-1 2-1 0 0,0 0 0 0 0,21 10 0 0 0,29 9 47 0 0,221 76 452 0 0,-141-63 53 0 0,-140-35-632 0 0,1 0 0 0 0,0-1 0 0 0,0 0 0 0 0,0-1 0 0 0,0 0 1 0 0,1-1-1 0 0,22-2 0 0 0,-30 2-6 0 0,-1-1 0 0 0,1 0 0 0 0,-1 0 0 0 0,0 0 1 0 0,0 0-1 0 0,1-1 0 0 0,-1 1 0 0 0,0-1 0 0 0,0 0 0 0 0,0 0 0 0 0,-1-1 1 0 0,1 1-1 0 0,0-1 0 0 0,-1 0 0 0 0,0 0 0 0 0,1 0 0 0 0,-1 0 0 0 0,0 0 1 0 0,-1-1-1 0 0,1 1 0 0 0,-1-1 0 0 0,1 0 0 0 0,-1 0 0 0 0,0 0 0 0 0,1-4 1 0 0,22-56-3766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2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81 323 560 0 0,'0'0'5163'0'0,"-5"1"-4096"0"0,2 0-762 0 0,-27 4 403 0 0,28-5-645 0 0,1 0 0 0 0,0 1 0 0 0,0-1 1 0 0,0 0-1 0 0,0 0 0 0 0,0 1 0 0 0,0-1 0 0 0,0 1 0 0 0,0-1 0 0 0,0 1 0 0 0,0-1 0 0 0,0 1 0 0 0,0-1 0 0 0,0 1 0 0 0,0 0 0 0 0,0 0 1 0 0,0-1-1 0 0,1 1 0 0 0,-1 0 0 0 0,0 0 0 0 0,0 2 0 0 0,1-3-45 0 0,-1 1 1 0 0,1-1 0 0 0,0 1-1 0 0,0 0 1 0 0,0-1-1 0 0,-1 1 1 0 0,1-1-1 0 0,0 1 1 0 0,-1-1-1 0 0,1 1 1 0 0,-1-1 0 0 0,1 1-1 0 0,0-1 1 0 0,-1 1-1 0 0,1-1 1 0 0,-1 1-1 0 0,1-1 1 0 0,-1 0 0 0 0,0 1-1 0 0,1-1 1 0 0,-1 0-1 0 0,1 1 1 0 0,-1-1-1 0 0,0 0 1 0 0,1 0-1 0 0,-1 0 1 0 0,0 1 0 0 0,-6 4 168 0 0,22 1 426 0 0,-9 0 1993 0 0,-7-10-1810 0 0,1 3-382 0 0,0 0-396 0 0,-1 1 1 0 0,1 0 0 0 0,0 0 0 0 0,0 0-1 0 0,0 0 1 0 0,0 0 0 0 0,0-1 0 0 0,0 1-1 0 0,0 0 1 0 0,0 0 0 0 0,0 0 0 0 0,0 0-1 0 0,0-1 1 0 0,-1 1 0 0 0,1 0 0 0 0,0 0-1 0 0,0 0 1 0 0,0-1 0 0 0,0 1 0 0 0,0 0-1 0 0,0 0 1 0 0,1 0 0 0 0,-1-1 0 0 0,0 1 0 0 0,0 0-1 0 0,0 0 1 0 0,0 0 0 0 0,0 0 0 0 0,0-1-1 0 0,0 1 1 0 0,0 0 0 0 0,0 0 0 0 0,0 0-1 0 0,1 0 1 0 0,-1 0 0 0 0,0-1 0 0 0,0 1-1 0 0,0 0 1 0 0,0 0 0 0 0,0 0 0 0 0,1 0-1 0 0,-1 0 1 0 0,0 0 0 0 0,0 0 0 0 0,0 0-1 0 0,0 0 1 0 0,1-1 0 0 0,-1 1 0 0 0,0 0-1 0 0,0 0 1 0 0,0 0 0 0 0,0 0 0 0 0,1 0 0 0 0,-1 0-1 0 0,0 0 1 0 0,0 0 0 0 0,0 0 0 0 0,1 0-1 0 0,-1 0 1 0 0,0 0 0 0 0,0 1 0 0 0,0-1-1 0 0,1 0 1 0 0,13-3 45 0 0,-1-1 0 0 0,1 0 0 0 0,-1 0 0 0 0,13-7 0 0 0,76-61 77 0 0,-69 51-213 0 0,-1-1 0 0 0,-1-1 0 0 0,42-41 1 0 0,43-49 137 0 0,-113 111-64 0 0,-1-7-7 0 0,-2 1-5 0 0,5 8-57 0 0,-3 1 64 0 0,0 0 0 0 0,-1 1-1 0 0,1-1 1 0 0,0 0 0 0 0,-1 1-1 0 0,1 0 1 0 0,0-1 0 0 0,-1 1-1 0 0,0 0 1 0 0,1 0 0 0 0,-1 0-1 0 0,0 0 1 0 0,0 0 0 0 0,0 0-1 0 0,0 0 1 0 0,-1 0 0 0 0,1 0-1 0 0,0 0 1 0 0,-1 1 0 0 0,0-1-1 0 0,1 0 1 0 0,-1 0 0 0 0,0 1-1 0 0,0 1 1 0 0,4 21-7 0 0,19 50-58 0 0,-16-58 118 0 0,-1 0 0 0 0,-1 1-1 0 0,-1 0 1 0 0,0 1 0 0 0,-1-1-1 0 0,0 19 1 0 0,-2-14 169 0 0,2 1-1 0 0,8 39 1 0 0,-1-6-21 0 0,0 46 108 0 0,11-10-65 0 0,-21-85-220 0 0,1-1 0 0 0,0 0 0 0 0,1 0 0 0 0,0 1 1 0 0,0-1-1 0 0,0 0 0 0 0,1-1 0 0 0,0 1 0 0 0,0 0 0 0 0,1-1 1 0 0,0 1-1 0 0,0-1 0 0 0,0 0 0 0 0,1-1 0 0 0,0 1 1 0 0,10 8-1 0 0,-9-9-140 0 0,0 1 1 0 0,0-1-1 0 0,0-1 1 0 0,1 1-1 0 0,-1-1 1 0 0,1 0-1 0 0,1-1 0 0 0,-1 0 1 0 0,0 0-1 0 0,1 0 1 0 0,8 1-1 0 0,-7-2-544 0 0,1-1 0 0 0,-1-1-1 0 0,1 0 1 0 0,-1 0 0 0 0,14-2-1 0 0,57-18-5485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21 160 0 0,'-90'12'6136'0'0,"47"-6"-4662"0"0,-50 15 0 0 0,93-21-1471 0 0,-1 0 1 0 0,1 0-1 0 0,0 0 0 0 0,-1 0 0 0 0,1 0 0 0 0,-1 0 0 0 0,1 1 0 0 0,0-1 1 0 0,-1 0-1 0 0,1 0 0 0 0,-1 0 0 0 0,1 0 0 0 0,0 1 0 0 0,-1-1 1 0 0,1 0-1 0 0,0 0 0 0 0,-1 1 0 0 0,1-1 0 0 0,0 0 0 0 0,0 1 0 0 0,-1-1 1 0 0,1 0-1 0 0,0 1 0 0 0,0-1 0 0 0,0 0 0 0 0,-1 1 0 0 0,1-1 1 0 0,0 0-1 0 0,0 1 0 0 0,0-1 0 0 0,0 1 0 0 0,0-1 0 0 0,0 0 1 0 0,-1 1-1 0 0,1 0 0 0 0,-5 8 3 0 0,3-8 5 0 0,1 0 0 0 0,-1 0 0 0 0,0 1 0 0 0,1-1 0 0 0,-1 0 0 0 0,1 0 0 0 0,-1 1-1 0 0,1-1 1 0 0,0 1 0 0 0,0-1 0 0 0,0 1 0 0 0,-1 0 0 0 0,1 0 0 0 0,0 1 0 0 0,-3 38 292 0 0,4 91 17 0 0,0-128-318 0 0,0 0-1 0 0,1 1 0 0 0,0-1 0 0 0,0 0 1 0 0,0 0-1 0 0,0 0 0 0 0,0 0 1 0 0,1 0-1 0 0,-1 0 0 0 0,5 5 0 0 0,-4-5 7 0 0,0 0-1 0 0,0 0 0 0 0,0 0 0 0 0,-1 0 0 0 0,1 0 1 0 0,-1 0-1 0 0,0 0 0 0 0,0 0 0 0 0,-1 0 0 0 0,1 8 1 0 0,-1-9 3 0 0,0 0 0 0 0,1 0-1 0 0,-1 0 1 0 0,1-1 0 0 0,-1 1 0 0 0,1 0 0 0 0,0 0 0 0 0,0 0 0 0 0,0-1 0 0 0,0 1 0 0 0,1-1 0 0 0,-1 1 0 0 0,1-1 0 0 0,3 5 0 0 0,3 5 38 0 0,-6-8-16 0 0,0 0 1 0 0,1 0-1 0 0,-1 0 1 0 0,1 0-1 0 0,0 0 0 0 0,0-1 1 0 0,0 0-1 0 0,0 1 0 0 0,1-1 1 0 0,-1 0-1 0 0,1-1 0 0 0,0 1 1 0 0,-1-1-1 0 0,1 1 0 0 0,0-1 1 0 0,1 0-1 0 0,6 2 0 0 0,4 1 28 0 0,0-1-1 0 0,1 0 1 0 0,0-1 0 0 0,0-1-1 0 0,0 0 1 0 0,0-1-1 0 0,0-1 1 0 0,0 0-1 0 0,0-1 1 0 0,0-1-1 0 0,0 0 1 0 0,29-10-1 0 0,-28 5-36 0 0,0-1 0 0 0,0-1 0 0 0,-1 0 0 0 0,0-1 0 0 0,14-13 0 0 0,-22 17-21 0 0,7-7 0 0 0,-1 0 1 0 0,0-1-1 0 0,-1-1 0 0 0,-1 0 1 0 0,0-1-1 0 0,-1 0 1 0 0,14-27-1 0 0,-23 39 9 0 0,1 0-1 0 0,-1-1 1 0 0,0 1 0 0 0,0-1-1 0 0,0 0 1 0 0,-1 1 0 0 0,1-1 0 0 0,-1 0-1 0 0,0 0 1 0 0,-1 0 0 0 0,1 0 0 0 0,-1 0-1 0 0,0 0 1 0 0,0 0 0 0 0,-1 0-1 0 0,1 0 1 0 0,-1 0 0 0 0,0 0 0 0 0,-3-7-1 0 0,-1 3 89 0 0,-1 0 0 0 0,1 0 0 0 0,-2 0 0 0 0,1 1 0 0 0,-1 0 0 0 0,0 0 0 0 0,-1 1 0 0 0,-14-12 0 0 0,8 8-92 0 0,-1 0 1 0 0,0 1 0 0 0,-1 0 0 0 0,0 1 0 0 0,-1 1-1 0 0,-28-10 1 0 0,37 15 6 0 0,1 1-1 0 0,-1 0 0 0 0,0 0 1 0 0,1 1-1 0 0,-1-1 0 0 0,0 2 1 0 0,0-1-1 0 0,0 1 0 0 0,0 0 1 0 0,0 1-1 0 0,0 0 1 0 0,1 0-1 0 0,-1 1 0 0 0,0 0 1 0 0,1 0-1 0 0,-1 1 0 0 0,-14 7 1 0 0,22-9-115 0 0,-1 0 1 0 0,0 0-1 0 0,1 0 1 0 0,-1 1-1 0 0,0-1 0 0 0,1 0 1 0 0,0 0-1 0 0,-1 1 1 0 0,1-1-1 0 0,0 0 1 0 0,-1 1-1 0 0,1-1 0 0 0,0 0 1 0 0,0 1-1 0 0,0-1 1 0 0,0 0-1 0 0,0 1 1 0 0,1-1-1 0 0,-1 0 0 0 0,0 1 1 0 0,1-1-1 0 0,-1 0 1 0 0,1 1-1 0 0,-1-1 1 0 0,1 0-1 0 0,-1 0 0 0 0,2 2 1 0 0,4 0-474 0 0,0 0 0 0 0,-1-1 0 0 0,1 0 0 0 0,0 0 0 0 0,0 0 0 0 0,0-1 0 0 0,0 0 0 0 0,0 0 0 0 0,12 0 0 0 0,-3 0-367 0 0,45 6-2435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4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62 640 0 0,'-5'0'2308'0'0,"-92"-4"2588"0"0,-57-9-3052 0 0,138 11-1607 0 0,-14 2 387 0 0,0 2 1 0 0,0 0 0 0 0,0 2 0 0 0,-31 8 0 0 0,36-7-401 0 0,20 1 87 0 0,0 2-9 0 0,5-8-296 0 0,-10 6 184 0 0,0 0 0 0 0,1 1-1 0 0,-1 0 1 0 0,2 0 0 0 0,-1 1 0 0 0,-10 13-1 0 0,3-4-112 0 0,14-16-65 0 0,1 0 0 0 0,0 1 0 0 0,-1-1 0 0 0,1 0 0 0 0,0 0 0 0 0,0 1 0 0 0,-1-1 0 0 0,1 1 0 0 0,0-1 0 0 0,0 1 0 0 0,1-1 0 0 0,-1 1 0 0 0,0 0 1 0 0,0-1-1 0 0,1 1 0 0 0,-1 0 0 0 0,0 3 0 0 0,1-4-5 0 0,0 1 1 0 0,0 0-1 0 0,0 0 0 0 0,0 0 1 0 0,0-1-1 0 0,-1 1 1 0 0,1 0-1 0 0,-1 0 0 0 0,1-1 1 0 0,-1 1-1 0 0,0 0 1 0 0,0-1-1 0 0,0 1 0 0 0,0-1 1 0 0,0 1-1 0 0,0-1 1 0 0,-2 3-1 0 0,-2 5 27 0 0,17 5-14 0 0,28 27 220 0 0,-22-29-179 0 0,1-1 1 0 0,0-1-1 0 0,0 0 1 0 0,1-1 0 0 0,1-2-1 0 0,-1 0 1 0 0,25 5 0 0 0,-20-5 5 0 0,11 2-109 0 0,0-1 0 0 0,0-2 0 0 0,0-1 0 0 0,1-2 0 0 0,0-2 0 0 0,0-1 0 0 0,0-2 0 0 0,-1-1 1 0 0,1-2-1 0 0,-1-2 0 0 0,0-1 0 0 0,-1-2 0 0 0,46-18 0 0 0,-73 24 5 0 0,0-1 1 0 0,0 0-1 0 0,0 0 0 0 0,-1 0 1 0 0,0-1-1 0 0,8-8 0 0 0,-12 11 44 0 0,0 1 0 0 0,-1-1 0 0 0,1 0 0 0 0,-1 0 0 0 0,0 0 0 0 0,0 0 0 0 0,0-1-1 0 0,0 1 1 0 0,0 0 0 0 0,-1-1 0 0 0,0 0 0 0 0,0 1 0 0 0,2-8 0 0 0,-4 3 11 0 0,0 0 0 0 0,-1 0 0 0 0,0 0 0 0 0,0 1 0 0 0,-1-1 0 0 0,0 1 1 0 0,-1-1-1 0 0,1 1 0 0 0,-1 0 0 0 0,0 0 0 0 0,-1 0 0 0 0,0 1 0 0 0,-10-12 0 0 0,-20-7-201 0 0,-1 1-1 0 0,-1 2 1 0 0,-57-26 0 0 0,88 46 188 0 0,0 0 0 0 0,0 0 1 0 0,0 0-1 0 0,0 1 1 0 0,-1 0-1 0 0,1 0 0 0 0,-1 0 1 0 0,1 1-1 0 0,0 0 1 0 0,-13 2-1 0 0,-20 0 42 0 0,-17 4-127 0 0,56-6 55 0 0,0 0 0 0 0,1 0 0 0 0,-1 0 0 0 0,0 0 0 0 0,0 0 0 0 0,0 0 0 0 0,0 0 0 0 0,1 0-1 0 0,-1 1 1 0 0,0-1 0 0 0,0 0 0 0 0,0 0 0 0 0,0 0 0 0 0,0 0 0 0 0,0 0 0 0 0,0 0 0 0 0,1 1 0 0 0,-1-1 0 0 0,0 0-1 0 0,0 0 1 0 0,0 0 0 0 0,0 0 0 0 0,0 1 0 0 0,0-1 0 0 0,0 0 0 0 0,0 0 0 0 0,0 0 0 0 0,0 0 0 0 0,0 0-1 0 0,0 1 1 0 0,0-1 0 0 0,0 0 0 0 0,0 0 0 0 0,0 0 0 0 0,0 0 0 0 0,0 1 0 0 0,0-1 0 0 0,0 0 0 0 0,0 0 0 0 0,0 0-1 0 0,0 0 1 0 0,-1 1 0 0 0,1-1 0 0 0,0 0 0 0 0,0 0 0 0 0,0 0 0 0 0,0 0 0 0 0,0 0 0 0 0,0 0 0 0 0,0 1-1 0 0,-1-1 1 0 0,1 0 0 0 0,0 0 0 0 0,0 0 0 0 0,0 0 0 0 0,0 0 0 0 0,0 0 0 0 0,-1 0 0 0 0,15 4-1005 0 0,0-2 1 0 0,0 0-1 0 0,0 0 0 0 0,0-1 1 0 0,0-1-1 0 0,1 0 1 0 0,15-3-1 0 0,17 1-1512 0 0,14 2-339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47 1201 0 0,'5'0'609'0'0,"-4"0"-478"0"0,0 0 0 0 0,0 1 0 0 0,0-1 0 0 0,0 0 0 0 0,0 0-1 0 0,0 0 1 0 0,0 0 0 0 0,0 0 0 0 0,0 0 0 0 0,0 0 0 0 0,0 0 0 0 0,0-1 0 0 0,0 1 0 0 0,0 0-1 0 0,0 0 1 0 0,0-1 0 0 0,0 1 0 0 0,0-1 0 0 0,0 1 0 0 0,0-1 0 0 0,0 1 0 0 0,-1-1 0 0 0,1 0-1 0 0,1-1 1 0 0,-7 1 1457 0 0,-80 8 1637 0 0,-86 19 1 0 0,136-20-2687 0 0,8-2-298 0 0,1 2 1 0 0,0 1 0 0 0,0 2 0 0 0,1 0-1 0 0,0 1 1 0 0,0 2 0 0 0,-42 27 0 0 0,64-37-188 0 0,1 0 1 0 0,-1 0 0 0 0,0 1-1 0 0,1-1 1 0 0,0 1 0 0 0,0 0-1 0 0,0 0 1 0 0,0 0 0 0 0,0 0-1 0 0,0 0 1 0 0,1 0 0 0 0,-1 0-1 0 0,1 1 1 0 0,0-1 0 0 0,0 1-1 0 0,0-1 1 0 0,1 0-1 0 0,-1 1 1 0 0,1-1 0 0 0,0 1-1 0 0,0 0 1 0 0,0-1 0 0 0,0 1-1 0 0,0-1 1 0 0,1 1 0 0 0,0-1-1 0 0,0 1 1 0 0,0-1 0 0 0,0 0-1 0 0,2 4 1 0 0,2 2-17 0 0,0-1-1 0 0,1 0 1 0 0,0 0-1 0 0,1-1 1 0 0,-1 0 0 0 0,2 0-1 0 0,-1 0 1 0 0,1-1 0 0 0,11 7-1 0 0,13 8-12 0 0,40 19 1 0 0,-26-18-4 0 0,0-2 0 0 0,1-1-1 0 0,1-3 1 0 0,98 19 0 0 0,-115-30-131 0 0,0-1-1 0 0,1-2 0 0 0,-1-1 1 0 0,1-1-1 0 0,-1-2 0 0 0,1-1 1 0 0,-1-2-1 0 0,0-1 0 0 0,32-10 1 0 0,-53 12 32 0 0,0 0 0 0 0,0 0 0 0 0,-1-1 0 0 0,1-1 1 0 0,-1 1-1 0 0,8-8 0 0 0,-13 10 63 0 0,-1 1 0 0 0,0-1 1 0 0,0 0-1 0 0,0 0 0 0 0,0 0 0 0 0,-1 0 0 0 0,1-1 0 0 0,-1 1 0 0 0,0-1 0 0 0,0 1 1 0 0,0-1-1 0 0,0 0 0 0 0,0 0 0 0 0,-1 0 0 0 0,0 0 0 0 0,0 0 0 0 0,1-8 1 0 0,-3 3 13 0 0,0-1 1 0 0,-1 1 0 0 0,0 0 0 0 0,-1-1-1 0 0,0 1 1 0 0,0 0 0 0 0,-1 1 0 0 0,0-1-1 0 0,-9-14 1 0 0,2 6 51 0 0,-1 0-1 0 0,0 1 1 0 0,-28-28-1 0 0,17 23-34 0 0,-1 1-1 0 0,-1 1 1 0 0,-1 1-1 0 0,0 1 1 0 0,-1 1 0 0 0,-1 1-1 0 0,-1 2 1 0 0,0 1-1 0 0,-53-15 1 0 0,56 21-162 0 0,0 1 0 0 0,0 1 0 0 0,-1 2-1 0 0,1 0 1 0 0,-1 2 0 0 0,1 1 0 0 0,-1 1 0 0 0,1 1 0 0 0,-1 1 0 0 0,1 1 0 0 0,1 2-1 0 0,-29 10 1 0 0,49-15-355 0 0,0 0 0 0 0,0 0 0 0 0,0 0-1 0 0,1 0 1 0 0,-1 1 0 0 0,1-1 0 0 0,-8 8-1 0 0,12-10 304 0 0,0 1 0 0 0,0 0 0 0 0,0 0-1 0 0,0 0 1 0 0,0-1 0 0 0,0 1 0 0 0,0 0-1 0 0,0 0 1 0 0,1 0 0 0 0,-1-1 0 0 0,0 1-1 0 0,0 0 1 0 0,1 0 0 0 0,-1-1 0 0 0,1 1-1 0 0,-1 0 1 0 0,0-1 0 0 0,1 1-1 0 0,0-1 1 0 0,-1 1 0 0 0,1 0 0 0 0,-1-1-1 0 0,1 1 1 0 0,0-1 0 0 0,-1 1 0 0 0,1-1-1 0 0,0 0 1 0 0,-1 1 0 0 0,1-1 0 0 0,0 0-1 0 0,0 1 1 0 0,1-1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3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 1281 0 0,'0'-8'4882'0'0,"-30"8"-3201"0"0,30 8-1 0 0,0-3-1920 0 0,30 9-2481 0 0,0-3-881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8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 7844 0 0,'-30'14'3121'0'0,"30"-8"-2801"0"0,30-6-720 0 0,30 0-560 0 0,1-6-1201 0 0,-7-8-561 0 0,-24-5-159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0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37 1761 0 0,'-61'-25'4722'0'0,"31"14"-2401"0"0,0 11-880 0 0,30 6-1441 0 0,30-1-160 0 0,0 3-881 0 0,0-2-1280 0 0,1-6-480 0 0,-1 5 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1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1 640 0 0,'-61'13'5443'0'0,"31"-13"-3842"0"0,30 6-2562 0 0,30-6-3681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3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14 80 0 0,'-30'-14'6803'0'0,"-55"22"-3841"0"0,25-2-2802 0 0,30-1-401 0 0,30 1 161 0 0,0 2-320 0 0,30 11-1681 0 0,61 37-4242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20 3041 0 0,'-43'15'5384'0'0,"1"-11"-4365"0"0,-79 2 1222 0 0,116-6-573 0 0,10 0-1415 0 0,274 4 875 0 0,271-9-1776 0 0,-439-7-1771 0 0,-36-5-2178 0 0,-15 3-1833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2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2881 0 0,'-30'0'2481'0'0,"0"25"161"0"0,30 14-481 0 0,0 17-1041 0 0,30 9-480 0 0,0-2 161 0 0,0 12-161 0 0,0 2-240 0 0,-5 0-160 0 0,5-8-80 0 0,0-17-480 0 0,0-13-960 0 0,-30-20-1121 0 0,60-19-1201 0 0,-29 0-2881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425 188 1441 0 0,'-16'-8'1295'0'0,"0"0"1"0"0,-1 1 0 0 0,0 0-1 0 0,-24-5 1 0 0,25 8-943 0 0,-1 1-1 0 0,1 1 0 0 0,-1 0 1 0 0,0 1-1 0 0,0 1 0 0 0,0 0 1 0 0,-26 5-1 0 0,30-1-134 0 0,0 1 0 0 0,1 1 0 0 0,-1 0 0 0 0,1 0 0 0 0,0 2 0 0 0,1-1-1 0 0,0 1 1 0 0,0 1 0 0 0,1 0 0 0 0,0 0 0 0 0,-13 16 0 0 0,22-24-207 0 0,1 0 0 0 0,-1 0 0 0 0,0 0 0 0 0,1 0 0 0 0,-1 0 0 0 0,1 0 1 0 0,-1 0-1 0 0,1 0 0 0 0,-1 0 0 0 0,1 0 0 0 0,0 1 0 0 0,0-1 0 0 0,0 0 0 0 0,-1 0 1 0 0,1 0-1 0 0,0 0 0 0 0,0 1 0 0 0,0-1 0 0 0,1 0 0 0 0,-1 0 0 0 0,0 0 0 0 0,0 0 1 0 0,1 1-1 0 0,-1-1 0 0 0,1 1 0 0 0,16 26 228 0 0,-10-17-127 0 0,1 7 36 0 0,-8-15-138 0 0,1-1 1 0 0,0 0-1 0 0,0 1 1 0 0,0-1-1 0 0,0 0 1 0 0,0 0-1 0 0,1 0 1 0 0,-1 0-1 0 0,1 0 1 0 0,-1 0-1 0 0,1 0 1 0 0,0 0-1 0 0,0 0 1 0 0,0-1-1 0 0,0 1 0 0 0,0-1 1 0 0,0 0-1 0 0,5 3 1 0 0,52 24 262 0 0,1-2 1 0 0,2-2-1 0 0,79 18 1 0 0,-105-32-174 0 0,2-2 1 0 0,0-2 0 0 0,67 4 0 0 0,-88-10-142 0 0,1-1 1 0 0,-1-1 0 0 0,1 0 0 0 0,-1-1-1 0 0,0-1 1 0 0,0 0 0 0 0,0-1-1 0 0,0-1 1 0 0,27-14 0 0 0,-18 5-126 0 0,0 0 1 0 0,-2-2 0 0 0,0 0-1 0 0,22-21 1 0 0,-41 31 155 0 0,0 1 0 0 0,-1-1 1 0 0,0 1-1 0 0,0-1 0 0 0,0-1 1 0 0,-1 1-1 0 0,0 0 0 0 0,-1-1 1 0 0,0 0-1 0 0,0 1 0 0 0,0-1 1 0 0,-1 0-1 0 0,0 0 0 0 0,-1 0 1 0 0,0 0-1 0 0,0 0 0 0 0,0 0 1 0 0,-1 0-1 0 0,0 0 0 0 0,-1 1 1 0 0,0-1-1 0 0,0 0 1 0 0,-1 1-1 0 0,0-1 0 0 0,0 1 1 0 0,0 0-1 0 0,-1 0 0 0 0,-9-12 1 0 0,-3-2 23 0 0,-1 1 1 0 0,-25-22 0 0 0,35 35 35 0 0,-1 0 0 0 0,0 1 1 0 0,-1 1-1 0 0,1-1 0 0 0,-1 2 0 0 0,0-1 1 0 0,-1 1-1 0 0,1 0 0 0 0,-20-4 0 0 0,15 6 41 0 0,1 0 0 0 0,-1 1 0 0 0,1 1 0 0 0,-1 1 0 0 0,0-1 0 0 0,1 2 0 0 0,0 0 0 0 0,-1 1 0 0 0,1 0 0 0 0,-23 9 0 0 0,30-3-368 0 0,2 1-887 0 0,3-9 1036 0 0,0-1-1 0 0,1 0 0 0 0,-1 0 0 0 0,0 1 1 0 0,1-1-1 0 0,-1 0 0 0 0,0 1 0 0 0,1-1 1 0 0,-1 0-1 0 0,1 1 0 0 0,-1-1 0 0 0,1 1 1 0 0,-1-1-1 0 0,1 1 0 0 0,-1 0 1 0 0,1-1-1 0 0,-1 1 0 0 0,1-1 0 0 0,0 1 1 0 0,-1 0-1 0 0,1-1 0 0 0,0 1 0 0 0,0 0 1 0 0,-1-1-1 0 0,1 1 0 0 0,0 0 0 0 0,0-1 1 0 0,0 1-1 0 0,0 0 0 0 0,0 0 1 0 0,0-1-1 0 0,0 1 0 0 0,0 0 0 0 0,0 0 1 0 0,0-1-1 0 0,0 1 0 0 0,1 0 0 0 0,-1-1 1 0 0,0 1-1 0 0,0 0 0 0 0,1-1 0 0 0,-1 1 1 0 0,0 0-1 0 0,1-1 0 0 0,-1 1 1 0 0,1-1-1 0 0,-1 1 0 0 0,1-1 0 0 0,-1 1 1 0 0,1-1-1 0 0,-1 1 0 0 0,1-1 0 0 0,1 1 1 0 0,2 5-778 0 0,1 9-3749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3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1 291 160 0 0,'16'-6'9365'0'0,"58"-26"-8112"0"0,42-13-1066 0 0,-102 38-205 0 0,0 0-1 0 0,-1-1 1 0 0,0 0 0 0 0,0-1-1 0 0,-1 0 1 0 0,0-1-1 0 0,-1-1 1 0 0,0 0 0 0 0,10-13-1 0 0,31-28-37 0 0,-42 44 55 0 0,-9 7 1 0 0,1 0 1 0 0,-1 0 0 0 0,0 0-1 0 0,1 0 1 0 0,-1 0 0 0 0,0 0-1 0 0,0 0 1 0 0,0 0 0 0 0,1-1-1 0 0,-1 1 1 0 0,-1 0 0 0 0,1-1-1 0 0,0 1 1 0 0,0-1 0 0 0,0 1-1 0 0,-1-1 1 0 0,1 0 0 0 0,-1 1-1 0 0,1-1 1 0 0,-1 1 0 0 0,0-3-1 0 0,1 3 23 0 0,-1 1-1 0 0,0-1 1 0 0,0 1 0 0 0,0-1-1 0 0,1 0 1 0 0,-1 1-1 0 0,0-1 1 0 0,1 1-1 0 0,-1-1 1 0 0,0 0 0 0 0,1 1-1 0 0,-1-1 1 0 0,1 1-1 0 0,-1-1 1 0 0,1 1-1 0 0,-1 0 1 0 0,1-1 0 0 0,-1 1-1 0 0,1-1 1 0 0,-1 1-1 0 0,1 0 1 0 0,0 0-1 0 0,-1-1 1 0 0,1 1 0 0 0,-1 0-1 0 0,1 0 1 0 0,0 0-1 0 0,-1 0 1 0 0,1-1-1 0 0,0 1 1 0 0,-1 0 0 0 0,1 0-1 0 0,0 0 1 0 0,-1 0-1 0 0,1 1 1 0 0,0-1 0 0 0,-1 0-1 0 0,1 0 1 0 0,0 0-1 0 0,-1 0 1 0 0,1 1-1 0 0,-1-1 1 0 0,1 0 0 0 0,0 1-1 0 0,-1-1 1 0 0,1 0-1 0 0,-1 1 1 0 0,1-1-1 0 0,-1 1 1 0 0,1-1 0 0 0,-1 1-1 0 0,0-1 1 0 0,1 1-1 0 0,-1-1 1 0 0,1 1-1 0 0,-1-1 1 0 0,0 1 0 0 0,0 0-1 0 0,1-1 1 0 0,-1 1-1 0 0,0 0 1 0 0,0-1-1 0 0,0 1 1 0 0,1 0 0 0 0,0 28 400 0 0,1 0 1 0 0,1 0-1 0 0,2 0 1 0 0,1-1-1 0 0,1 0 1 0 0,2 0-1 0 0,18 42 1 0 0,-9-28-274 0 0,-8-22-58 0 0,-2 1 0 0 0,11 38 1 0 0,-16-49-58 0 0,1 15 41 0 0,2 0 1 0 0,0-1-1 0 0,2 1 1 0 0,1-2-1 0 0,16 32 0 0 0,-3-7-278 0 0,-19-40-447 0 0,1 0 1 0 0,-1 0-1 0 0,2 0 0 0 0,-1-1 0 0 0,9 12 0 0 0,-8-14-4487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0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44 1601 0 0,'-86'-8'5795'0'0,"65"7"-5072"0"0,0 0 0 0 0,-27-7-1 0 0,45 8-690 0 0,0 0 0 0 0,0 0 0 0 0,0 0-1 0 0,0 0 1 0 0,0 0 0 0 0,0 1 0 0 0,0-1-1 0 0,0 1 1 0 0,0 0 0 0 0,0 0-1 0 0,0 0 1 0 0,0 0 0 0 0,1 0 0 0 0,-1 1-1 0 0,0-1 1 0 0,1 1 0 0 0,-4 2 0 0 0,1 0-5 0 0,0 0 0 0 0,0 0 0 0 0,1 1 0 0 0,-1 0 0 0 0,1-1 0 0 0,-4 7 0 0 0,5-6-11 0 0,0 0 1 0 0,0 0-1 0 0,1 0 0 0 0,0 1 1 0 0,-1-1-1 0 0,2 1 1 0 0,-3 8-1 0 0,4-11-9 0 0,0-1-1 0 0,0 1 0 0 0,0 0 1 0 0,0-1-1 0 0,1 1 0 0 0,-1-1 1 0 0,1 1-1 0 0,-1 0 0 0 0,1-1 1 0 0,0 0-1 0 0,0 1 0 0 0,0-1 1 0 0,0 1-1 0 0,3 3 0 0 0,-3-5-3 0 0,0 1 0 0 0,0-1 0 0 0,-1 1-1 0 0,1 0 1 0 0,-1-1 0 0 0,1 1 0 0 0,-1 0-1 0 0,1-1 1 0 0,-1 1 0 0 0,0 0-1 0 0,0 0 1 0 0,0 2 0 0 0,4 17 42 0 0,2-14-37 0 0,-1-1 0 0 0,2 0 0 0 0,-1-1 0 0 0,0 1 0 0 0,1-1 0 0 0,0 0 0 0 0,0-1 0 0 0,14 7 1 0 0,-7-4 11 0 0,22 13 76 0 0,2-2 1 0 0,78 25-1 0 0,-91-34-65 0 0,13 4-9 0 0,1-1 0 0 0,57 9-1 0 0,-82-19-58 0 0,-1 0-1 0 0,1-1 0 0 0,0-1 1 0 0,0 0-1 0 0,0-1 0 0 0,-1-1 1 0 0,1 0-1 0 0,0 0 0 0 0,-1-1 1 0 0,0-1-1 0 0,21-9 0 0 0,-28 10 23 0 0,-1 0 0 0 0,0 0 0 0 0,1 0 0 0 0,-1-1-1 0 0,-1 0 1 0 0,1 0 0 0 0,-1 0 0 0 0,1 0 0 0 0,-1-1 0 0 0,0 0-1 0 0,-1 0 1 0 0,1 0 0 0 0,-1 0 0 0 0,0 0 0 0 0,0-1 0 0 0,-1 0 0 0 0,0 1-1 0 0,0-1 1 0 0,0 0 0 0 0,-1 0 0 0 0,2-8 0 0 0,-2 4 20 0 0,-1 1 0 0 0,1-1 1 0 0,-2 0-1 0 0,1 0 0 0 0,-1 0 1 0 0,-1 0-1 0 0,0 1 0 0 0,0-1 1 0 0,-1 0-1 0 0,0 1 0 0 0,-1 0 1 0 0,0 0-1 0 0,0 0 0 0 0,-1 0 1 0 0,0 1-1 0 0,-1 0 0 0 0,1 0 1 0 0,-2 0-1 0 0,1 0 0 0 0,-1 1 1 0 0,0 0-1 0 0,-1 1 0 0 0,1 0 1 0 0,-1 0-1 0 0,-1 0 0 0 0,1 1 1 0 0,-1 1-1 0 0,0-1 0 0 0,-12-3 1 0 0,14 5-6 0 0,-8-1 49 0 0,0-1 0 0 0,-29-3 0 0 0,105 13-4732 0 0,-1-12 2269 0 0,26-10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0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25 80 0 0,'-5'-1'2068'0'0,"-19"-2"-795"0"0,0 0 1 0 0,0 2 0 0 0,-33 2 0 0 0,2 4 120 0 0,-83 17 0 0 0,122-18-1243 0 0,0 1 1 0 0,0 0-1 0 0,1 1 0 0 0,0 1 0 0 0,0 0 0 0 0,1 1 1 0 0,0 0-1 0 0,0 1 0 0 0,1 1 0 0 0,0 0 0 0 0,-12 13 0 0 0,21-18-81 0 0,0-1 0 0 0,1 1 0 0 0,0 0 0 0 0,0-1-1 0 0,0 1 1 0 0,1 1 0 0 0,-1-1 0 0 0,1 0-1 0 0,1 1 1 0 0,-1-1 0 0 0,1 1 0 0 0,0-1 0 0 0,0 1-1 0 0,0 0 1 0 0,1-1 0 0 0,0 1 0 0 0,0 0-1 0 0,0 0 1 0 0,1-1 0 0 0,0 1 0 0 0,0 0-1 0 0,0-1 1 0 0,1 1 0 0 0,0-1 0 0 0,3 8 0 0 0,9 5 12 0 0,1 0-1 0 0,0 0 1 0 0,2-2 0 0 0,0 0 0 0 0,0-1 0 0 0,29 20 0 0 0,-32-28-87 0 0,0 0 0 0 0,0-1 0 0 0,1 0 0 0 0,-1-1 0 0 0,1-1-1 0 0,1 0 1 0 0,-1-1 0 0 0,0 0 0 0 0,1-2 0 0 0,-1 0 0 0 0,1 0 0 0 0,22-3-1 0 0,-16 0-36 0 0,0 0 0 0 0,0-1 0 0 0,0-2 0 0 0,32-10 0 0 0,-43 11 11 0 0,0 0 0 0 0,0 0 1 0 0,0-1-1 0 0,-1-1 1 0 0,0 0-1 0 0,0 0 1 0 0,-1-1-1 0 0,1 0 1 0 0,-2-1-1 0 0,15-15 1 0 0,-21 21 28 0 0,1-1 1 0 0,-1 0 0 0 0,-1 0-1 0 0,1 0 1 0 0,0 0 0 0 0,-1-1 0 0 0,0 1-1 0 0,0 0 1 0 0,0-1 0 0 0,0 1-1 0 0,0-1 1 0 0,-1 1 0 0 0,1-1-1 0 0,-1 1 1 0 0,0-1 0 0 0,0 1 0 0 0,0-1-1 0 0,-1 1 1 0 0,1-1 0 0 0,-1 1-1 0 0,0 0 1 0 0,0-1 0 0 0,0 1 0 0 0,-2-4-1 0 0,-3-15 35 0 0,4 11 7 0 0,-1-1 0 0 0,0 1 0 0 0,-1 0 0 0 0,0 0 0 0 0,-1 0 0 0 0,0 1 0 0 0,-1 0 0 0 0,0 0 0 0 0,-1 0 0 0 0,0 1 0 0 0,0-1 0 0 0,-1 2 0 0 0,0-1 0 0 0,-17-13 0 0 0,14 13-34 0 0,0 1 0 0 0,-1 0-1 0 0,0 1 1 0 0,0 0 0 0 0,0 0 0 0 0,-1 2 0 0 0,0-1 0 0 0,0 2 0 0 0,0 0 0 0 0,-23-4-1 0 0,-14 0-832 0 0,-84 0-1 0 0,28 2-3691 0 0,76 5-69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31 274 960 0 0,'0'7'10645'0'0,"-30"-7"-10084"0"0,60-7-802 0 0,-30-5-159 0 0,30-15 0 0 0,0-67-1441 0 0,31-46-4402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210 570 2401 0 0,'-181'31'6416'0'0,"156"-25"-6456"0"0,21-5 419 0 0,10-3-131 0 0,17-4-128 0 0,478-30 653 0 0,-22 3-585 0 0,-148-5-188 0 0,-155 9 26 0 0,-114 16-8 0 0,1 4 0 0 0,88-3 0 0 0,30 4 75 0 0,34-3 71 0 0,-69-3-66 0 0,-20 1-26 0 0,945-38 2222 0 0,-52-18-693 0 0,-574 3-949 0 0,-106 12-264 0 0,46-6-49 0 0,150-20-104 0 0,-476 77-73 0 0,0 2 0 0 0,108 14 0 0 0,-120-9 72 0 0,-24 0 99 0 0,47 13 0 0 0,18 3 108 0 0,20-7 73 0 0,135 33 0 0 0,-273-46-2822 0 0,-60-22-2761 0 0,-141-39-5709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9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417 484 1841 0 0,'-25'-24'4415'0'0,"23"23"-4213"0"0,1-1 0 0 0,-1 1 1 0 0,0 0-1 0 0,1 0 0 0 0,-1-1 0 0 0,0 1 0 0 0,0 1 0 0 0,1-1 0 0 0,-1 0 0 0 0,0 0 0 0 0,0 1 0 0 0,0-1 1 0 0,0 1-1 0 0,0-1 0 0 0,-4 1 0 0 0,5 0-201 0 0,0 0 1 0 0,0 0 0 0 0,0 0-1 0 0,0 0 1 0 0,0 0 0 0 0,0 0-1 0 0,0 0 1 0 0,0 0 0 0 0,0-1-1 0 0,0 1 1 0 0,0 0 0 0 0,0-1-1 0 0,1 1 1 0 0,-1-1 0 0 0,0 1-1 0 0,0-1 1 0 0,0 1 0 0 0,0-1-1 0 0,0 0 1 0 0,1 1 0 0 0,-1-1-1 0 0,0 0 1 0 0,1 1 0 0 0,-1-1-1 0 0,0 0 1 0 0,1 0 0 0 0,-1 0-1 0 0,1 0 1 0 0,-1 0-1 0 0,1 0 1 0 0,0 0 0 0 0,-1 0-1 0 0,1 0 1 0 0,0 0 0 0 0,0 0-1 0 0,-1-1 1 0 0,1-4 25 0 0,-1 1 1 0 0,1 0-1 0 0,0 0 1 0 0,0 0-1 0 0,1 0 0 0 0,-1 0 1 0 0,1-1-1 0 0,0 1 0 0 0,1 0 1 0 0,-1 0-1 0 0,1 1 1 0 0,0-1-1 0 0,0 0 0 0 0,0 1 1 0 0,1-1-1 0 0,0 1 1 0 0,0-1-1 0 0,4-4 0 0 0,-5 7-17 0 0,0 0-3 0 0,0 1 1 0 0,0-1 0 0 0,0 0 0 0 0,0-1-1 0 0,0 1 1 0 0,-1 0 0 0 0,1 0-1 0 0,-1-1 1 0 0,1 1 0 0 0,-1-1 0 0 0,0 1-1 0 0,0-1 1 0 0,0 0 0 0 0,0 1-1 0 0,-1-1 1 0 0,1 0 0 0 0,-1 0-1 0 0,0 1 1 0 0,1-1 0 0 0,-1 0 0 0 0,0 0-1 0 0,-1-5 1 0 0,-25 7 125 0 0,5 2 147 0 0,-1 1-1 0 0,0 1 0 0 0,1 0 0 0 0,-1 2 0 0 0,1 0 0 0 0,0 2 0 0 0,1 0 0 0 0,-1 1 0 0 0,2 1 0 0 0,-1 1 1 0 0,1 1-1 0 0,-32 24 0 0 0,46-32-245 0 0,1 0 0 0 0,-1 0 0 0 0,1 1 1 0 0,0-1-1 0 0,0 1 0 0 0,1 0 0 0 0,-1 0 1 0 0,1 1-1 0 0,0-1 0 0 0,0 1 0 0 0,0-1 0 0 0,0 1 1 0 0,1 0-1 0 0,0 0 0 0 0,0 0 0 0 0,0 0 0 0 0,1 0 1 0 0,0 1-1 0 0,0-1 0 0 0,0 0 0 0 0,1 1 1 0 0,-1 6-1 0 0,2-9-33 0 0,0-1 0 0 0,0 1 0 0 0,0-1 1 0 0,0 1-1 0 0,0-1 0 0 0,0 0 0 0 0,1 0 0 0 0,-1 1 0 0 0,1-1 1 0 0,0 0-1 0 0,-1 0 0 0 0,1 0 0 0 0,4 2 0 0 0,32 27-4 0 0,-7-12 96 0 0,2-2 0 0 0,0-1-1 0 0,1-1 1 0 0,66 19 0 0 0,-61-21-63 0 0,5-1-34 0 0,0-2 1 0 0,1-1 0 0 0,0-3-1 0 0,48 1 1 0 0,170-10-74 0 0,-224-1-18 0 0,0-2 0 0 0,0-1-1 0 0,0-2 1 0 0,-1-1 0 0 0,0-3 0 0 0,57-26-1 0 0,-82 33 14 0 0,0-1-1 0 0,-1-1 0 0 0,0 0 0 0 0,14-12 0 0 0,-22 17 51 0 0,-1 0-1 0 0,0 0 1 0 0,0 0-1 0 0,0-1 1 0 0,0 1-1 0 0,-1-1 0 0 0,1 0 1 0 0,-1 0-1 0 0,0 0 1 0 0,0 0-1 0 0,0 0 0 0 0,-1 0 1 0 0,0-1-1 0 0,1 1 1 0 0,-1 0-1 0 0,-1-1 0 0 0,1-7 1 0 0,-2-1-9 0 0,0 0 0 0 0,-2-1 1 0 0,0 1-1 0 0,0 0 0 0 0,-1 1 1 0 0,-1-1-1 0 0,0 1 0 0 0,-7-14 1 0 0,0 4 74 0 0,-1 0 1 0 0,0 1 0 0 0,-26-30 0 0 0,17 29-4 0 0,0 0-1 0 0,-1 1 1 0 0,-1 1 0 0 0,0 2-1 0 0,-2 0 1 0 0,0 2-1 0 0,-1 0 1 0 0,-1 2 0 0 0,0 1-1 0 0,-1 2 1 0 0,0 0-1 0 0,-1 2 1 0 0,0 1 0 0 0,0 2-1 0 0,-1 1 1 0 0,-38-2-1 0 0,41 6-80 0 0,1 2 0 0 0,-1 0 0 0 0,-41 9 0 0 0,-21 16-3298 0 0,55-12-1347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49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39 480 0 0,'30'0'2161'0'0,"0"0"1281"0"0,0-7-3042 0 0,0 7-1441 0 0,-30-12-719 0 0,31-7-321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334 567 2721 0 0,'-6'-10'588'0'0,"1"-1"0"0"0,1 0 0 0 0,0 0 0 0 0,0 0 0 0 0,1 0 0 0 0,-2-14-1 0 0,4 21-486 0 0,1 1 0 0 0,0-1 0 0 0,-1 0 0 0 0,1 1 0 0 0,1-1 0 0 0,-1 1 0 0 0,0-1 0 0 0,1 0-1 0 0,0 1 1 0 0,0-1 0 0 0,0 1 0 0 0,0-1 0 0 0,1 1 0 0 0,-1 0 0 0 0,1 0 0 0 0,0-1-1 0 0,0 1 1 0 0,0 0 0 0 0,0 1 0 0 0,0-1 0 0 0,1 0 0 0 0,-1 1 0 0 0,5-4 0 0 0,5-1-127 0 0,0 0 0 0 0,1 0 0 0 0,0 1 0 0 0,1 1 1 0 0,-1 0-1 0 0,28-5 0 0 0,17-7-7 0 0,-169 30 914 0 0,11-5-700 0 0,72-8-104 0 0,1 2 1 0 0,-39 8-1 0 0,64-9-73 0 0,-167 42 699 0 0,168-42-685 0 0,0 0-1 0 0,0 0 1 0 0,1 0 0 0 0,-1 1-1 0 0,1-1 1 0 0,-1 0-1 0 0,1 0 1 0 0,-1 1 0 0 0,1-1-1 0 0,0 0 1 0 0,0 1 0 0 0,0-1-1 0 0,-1 0 1 0 0,1 1-1 0 0,0-1 1 0 0,1 0 0 0 0,-1 1-1 0 0,0-1 1 0 0,0 0 0 0 0,1 1-1 0 0,-1-1 1 0 0,0 0-1 0 0,1 1 1 0 0,0-1 0 0 0,-1 0-1 0 0,1 0 1 0 0,1 2 0 0 0,8 4 172 0 0,1 1 0 0 0,-1 1 0 0 0,14 15 0 0 0,-15-14-161 0 0,0-1 1 0 0,1 0-1 0 0,0 0 0 0 0,0 0 1 0 0,1-1-1 0 0,0-1 0 0 0,0 0 1 0 0,1-1-1 0 0,0 0 0 0 0,0 0 1 0 0,0-1-1 0 0,1-1 0 0 0,0 0 1 0 0,18 2-1 0 0,55 6 51 0 0,-63-12-109 0 0,0-2 0 0 0,0-1 0 0 0,0-1 1 0 0,-1 0-1 0 0,45-16 0 0 0,-60 17 8 0 0,0 0 1 0 0,1 0-1 0 0,-1-1 0 0 0,-1 1 1 0 0,1-1-1 0 0,0-1 0 0 0,-1 0 1 0 0,0 0-1 0 0,0 0 1 0 0,-1 0-1 0 0,1-1 0 0 0,-1 0 1 0 0,8-12-1 0 0,-9 13 3 0 0,1 0 5 0 0,7-8-9 0 0,-1 0-1 0 0,0-1 0 0 0,-1-1 1 0 0,0 0-1 0 0,-1 0 0 0 0,10-24 1 0 0,-17 34 24 0 0,-1-1 1 0 0,1 0-1 0 0,-1 0 0 0 0,0 0 1 0 0,-1 0-1 0 0,1 0 1 0 0,-1 0-1 0 0,0 1 1 0 0,-1-1-1 0 0,0 0 1 0 0,1 0-1 0 0,-2 0 1 0 0,1 0-1 0 0,-1 0 1 0 0,0 1-1 0 0,0-1 1 0 0,0 1-1 0 0,-1-1 1 0 0,0 1-1 0 0,0 0 1 0 0,0 0-1 0 0,-1 0 1 0 0,0 1-1 0 0,0-1 1 0 0,-8-7-1 0 0,-11-9-98 0 0,0 1 1 0 0,-2 0-1 0 0,0 2 0 0 0,-1 1 0 0 0,-1 2 0 0 0,0 0 1 0 0,-1 2-1 0 0,0 0 0 0 0,-1 2 0 0 0,-37-8 0 0 0,60 18 33 0 0,-116-23-1379 0 0,38 15-2348 0 0,24 8-2013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26 640 0 0,'31'0'2401'0'0,"-31"6"-320"0"0,0 1-480 0 0,0-1-640 0 0,24-6-1122 0 0,-24-6-1359 0 0,30-32-1842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0 295 960 0 0,'4'-2'720'0'0,"-3"2"-514"0"0,1-1 0 0 0,-1 1 0 0 0,0 0 0 0 0,1-1 0 0 0,-1 0 0 0 0,0 1 0 0 0,1-1 0 0 0,-1 0 0 0 0,0 1 0 0 0,0-1 0 0 0,0 0 0 0 0,0 0 0 0 0,0 0 0 0 0,0 0 0 0 0,0 0 0 0 0,0 0 0 0 0,0 0 0 0 0,0-1 0 0 0,-1 1 0 0 0,1 0 0 0 0,0 0 0 0 0,-1-1 0 0 0,1 1 0 0 0,-1 0 0 0 0,1-1 0 0 0,-1 1 0 0 0,0 0 0 0 0,1-1 0 0 0,-1 1 0 0 0,0-1 0 0 0,0 1 0 0 0,0 0 0 0 0,-1-3 0 0 0,37-22 1021 0 0,-29 20-1156 0 0,1 1 0 0 0,0 0 0 0 0,1 1 0 0 0,-1 0 0 0 0,1 1 0 0 0,14-5 0 0 0,-13 5-44 0 0,1-1-1 0 0,-1 0 0 0 0,1-1 0 0 0,-1 0 0 0 0,12-8 0 0 0,-7 1 3 0 0,-1 0 1 0 0,0-1-1 0 0,0 0 0 0 0,14-21 1 0 0,-26 31-28 0 0,-1-1 1 0 0,0 0-1 0 0,0 0 0 0 0,0 0 1 0 0,0 0-1 0 0,0 0 1 0 0,-1 0-1 0 0,0 0 1 0 0,0 0-1 0 0,0 0 1 0 0,0 0-1 0 0,-2-7 1 0 0,1-7 165 0 0,1 42 1290 0 0,-1 4-686 0 0,2 0 0 0 0,4 36 1 0 0,1-33-680 0 0,1-1 0 0 0,2 1 1 0 0,1-1-1 0 0,1-1 1 0 0,2 0-1 0 0,17 29 0 0 0,-5-9-1373 0 0,-21-34 502 0 0,7 14-1819 0 0,-6-25 1872 0 0,-1-1-1 0 0,1 1 1 0 0,0-1 0 0 0,1 0-1 0 0,-1 0 1 0 0,1 0 0 0 0,8 2-1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3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89 3522 0 0,'-30'6'6643'0'0,"0"-12"-6803"0"0,30 0-721 0 0,0-13-880 0 0,0 0-720 0 0,0-25-880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5202 0 0,'44'-10'3533'0'0,"-39"9"-2879"0"0,-18 1-185 0 0,19-1-281 0 0,1 0 0 0 0,0 0 0 0 0,-1-1 1 0 0,1 0-1 0 0,11-5 0 0 0,70-36 97 0 0,38-34-272 0 0,-122 76-11 0 0,-1-1 0 0 0,1 1-1 0 0,0 0 1 0 0,0 0 0 0 0,0 0 0 0 0,0 1-1 0 0,-1-1 1 0 0,1 1 0 0 0,0 0 0 0 0,0 0-1 0 0,0 0 1 0 0,0 1 0 0 0,0-1 0 0 0,0 1-1 0 0,0 0 1 0 0,-1 0 0 0 0,1 0-1 0 0,0 1 1 0 0,-1-1 0 0 0,1 1 0 0 0,-1 0-1 0 0,5 3 1 0 0,6 8 38 0 0,-1 0 0 0 0,0 2 0 0 0,-1-1 0 0 0,-1 2 0 0 0,0-1 0 0 0,-1 2 0 0 0,-1-1 0 0 0,0 1 0 0 0,-1 1 0 0 0,-1 0 0 0 0,-1 0 0 0 0,0 0 0 0 0,-1 0 0 0 0,2 21 0 0 0,-1 8 33 0 0,-3-19-14 0 0,2 1-1 0 0,0-1 1 0 0,11 29-1 0 0,4 30 71 0 0,-19-74-74 0 0,1-1 1 0 0,1 1-1 0 0,0 0 0 0 0,1-1 1 0 0,0 1-1 0 0,1-1 0 0 0,0 0 1 0 0,8 13-1 0 0,-12-24-61 0 0,0 1 1 0 0,-1-1-1 0 0,1 1 0 0 0,0-1 0 0 0,0 0 1 0 0,0 1-1 0 0,0-1 0 0 0,0 0 0 0 0,0 0 1 0 0,1 0-1 0 0,-1 0 0 0 0,0 0 0 0 0,0 0 1 0 0,1 0-1 0 0,-1 0 0 0 0,1 0 0 0 0,-1-1 1 0 0,1 1-1 0 0,-1 0 0 0 0,1-1 0 0 0,-1 0 1 0 0,3 1-1 0 0,-1-2-91 0 0,0-1 0 0 0,0 0 0 0 0,-1 0 1 0 0,1 0-1 0 0,-1 0 0 0 0,1 0 0 0 0,-1 0 0 0 0,0-1 1 0 0,0 1-1 0 0,0-1 0 0 0,2-2 0 0 0,6-10-505 0 0,-1-1-1 0 0,0 1 1 0 0,-1-1-1 0 0,-1-1 1 0 0,10-31-1 0 0,13-50-3985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5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602 515 1681 0 0,'0'0'161'0'0,"0"-1"1"0"0,0 0-1 0 0,0 1 1 0 0,-1-1-1 0 0,1 0 1 0 0,0 1 0 0 0,-1-1-1 0 0,1 0 1 0 0,0 1-1 0 0,-1-1 1 0 0,1 1-1 0 0,-1-1 1 0 0,1 1-1 0 0,-1-1 1 0 0,1 1-1 0 0,-1-1 1 0 0,1 1-1 0 0,-1-1 1 0 0,1 1-1 0 0,-1 0 1 0 0,0-1 0 0 0,1 1-1 0 0,-1 0 1 0 0,0 0-1 0 0,1-1 1 0 0,-1 1-1 0 0,0 0 1 0 0,1 0-1 0 0,-1 0 1 0 0,0 0-1 0 0,0 0 1 0 0,1 0-1 0 0,-1 0 1 0 0,0 0-1 0 0,1 0 1 0 0,-1 0-1 0 0,0 0 1 0 0,0 1 0 0 0,-41 6 389 0 0,15-3-132 0 0,2-9-339 0 0,20-1-54 0 0,5 5 762 0 0,-26 1-628 0 0,21-1-94 0 0,0-3-39 0 0,-15 2 40 0 0,15-2 13 0 0,0 2-14 0 0,-15-4-39 0 0,2-4 128 0 0,6 8-150 0 0,7 1 48 0 0,5-3-26 0 0,0 3 40 0 0,0 2 0 0 0,0 3-41 0 0,-5-3 28 0 0,-20-1-41 0 0,-4 1 27 0 0,29 0-57 0 0,2 1 16 0 0,-7-1 33 0 0,-58 0 221 0 0,60-1-247 0 0,2 0-6 0 0,1-1 1 0 0,-1 1-1 0 0,1 0 0 0 0,-1 0 0 0 0,1 0 0 0 0,-1 0 0 0 0,0 0 0 0 0,1 0 1 0 0,-1 0-1 0 0,1 0 0 0 0,-1 0 0 0 0,1 0 0 0 0,-1 0 0 0 0,1 0 0 0 0,-1 1 1 0 0,1-1-1 0 0,-1 0 0 0 0,1 0 0 0 0,-1 1 0 0 0,1-1 0 0 0,-1 0 1 0 0,1 0-1 0 0,-1 1 0 0 0,1-1 0 0 0,0 0 0 0 0,-1 1 0 0 0,1-1 0 0 0,-1 1 1 0 0,1-1-1 0 0,0 1 0 0 0,0-1 0 0 0,-1 0 0 0 0,1 1 0 0 0,0-1 0 0 0,0 1 1 0 0,-1-1-1 0 0,1 1 0 0 0,0 0 0 0 0,0-1 0 0 0,0 1 0 0 0,0-1 0 0 0,0 1 1 0 0,0-1-1 0 0,0 1 0 0 0,0 0 0 0 0,-2 1 2 0 0,1 0 0 0 0,-1 0-1 0 0,0-1 1 0 0,0 1 0 0 0,0 0 0 0 0,0-1 0 0 0,0 1-1 0 0,0-1 1 0 0,0 0 0 0 0,-1 0 0 0 0,1 0 0 0 0,0 0-1 0 0,-1 0 1 0 0,1 0 0 0 0,0-1 0 0 0,-1 1 0 0 0,-4 0-1 0 0,-5 3 34 0 0,8 7-25 0 0,4-11-7 0 0,0 1 0 0 0,0-1 0 0 0,0 1-1 0 0,0-1 1 0 0,0 1 0 0 0,0-1 0 0 0,0 1-1 0 0,0-1 1 0 0,0 1 0 0 0,0-1 0 0 0,0 1-1 0 0,-1-1 1 0 0,1 1 0 0 0,0-1 0 0 0,0 0-1 0 0,0 1 1 0 0,-1-1 0 0 0,1 1 0 0 0,0-1 0 0 0,-1 1-1 0 0,1-1 1 0 0,0 0 0 0 0,-1 1 0 0 0,1-1-1 0 0,0 0 1 0 0,-1 1 0 0 0,1-1 0 0 0,0 0-1 0 0,-1 1 1 0 0,-1-1 17 0 0,1 0-14 0 0,-1 0-1 0 0,1 0 1 0 0,0 0-1 0 0,0 1 1 0 0,0-1-1 0 0,0 0 1 0 0,0 1-1 0 0,-1-1 1 0 0,1 1-1 0 0,0-1 1 0 0,0 1-1 0 0,0-1 1 0 0,0 1-1 0 0,0 0 1 0 0,0-1-1 0 0,1 1 1 0 0,-1 0-1 0 0,0 0 1 0 0,0 0-1 0 0,0 0 1 0 0,1 0-1 0 0,-2 1 1 0 0,2-2-6 0 0,0 1 1 0 0,0-1-1 0 0,-1 1 0 0 0,1-1 1 0 0,0 1-1 0 0,0-1 0 0 0,-1 1 1 0 0,1-1-1 0 0,-1 0 1 0 0,1 1-1 0 0,0-1 0 0 0,-1 1 1 0 0,1-1-1 0 0,-1 0 0 0 0,1 1 1 0 0,-1-1-1 0 0,1 0 0 0 0,-1 0 1 0 0,1 1-1 0 0,-1-1 1 0 0,1 0-1 0 0,-1 0 0 0 0,1 0 1 0 0,-1 0-1 0 0,1 0 0 0 0,-1 0 1 0 0,1 0-1 0 0,-1 0 0 0 0,0 0 1 0 0,0 0-1 0 0,0 0 3 0 0,1 0-1 0 0,-1 0 1 0 0,0 0-1 0 0,1 0 1 0 0,-1 0 0 0 0,1 0-1 0 0,-1 0 1 0 0,1 0-1 0 0,-1 0 1 0 0,0 1-1 0 0,1-1 1 0 0,-1 0 0 0 0,1 0-1 0 0,-1 1 1 0 0,1-1-1 0 0,-1 0 1 0 0,1 0-1 0 0,-1 1 1 0 0,1-1-1 0 0,-1 1 1 0 0,1-1 0 0 0,-1 0-1 0 0,1 1 1 0 0,0-1-1 0 0,-1 1 1 0 0,1-1-1 0 0,0 1 1 0 0,-1-1 0 0 0,1 1-1 0 0,0-1 1 0 0,-1 2-1 0 0,1-2 3 0 0,0 1-1 0 0,0-1 1 0 0,0 1-1 0 0,0-1 1 0 0,0 1-1 0 0,-1-1 1 0 0,1 0-1 0 0,0 1 0 0 0,0-1 1 0 0,0 0-1 0 0,-1 1 1 0 0,1-1-1 0 0,0 1 1 0 0,-1-1-1 0 0,1 0 1 0 0,0 0-1 0 0,0 1 1 0 0,-1-1-1 0 0,1 0 1 0 0,-1 1-1 0 0,1-1 0 0 0,0 0 1 0 0,-1 0-1 0 0,1 0 1 0 0,-1 0-1 0 0,1 1 1 0 0,0-1-1 0 0,-1 0 1 0 0,1 0-1 0 0,-1 0 1 0 0,1 0-1 0 0,-1 0 1 0 0,1 0-1 0 0,0 0 0 0 0,-1 0 1 0 0,0 0-1 0 0,0 0 4 0 0,1 0 0 0 0,-1 0 0 0 0,0 0 0 0 0,0 0 0 0 0,1 0 0 0 0,-1 0 0 0 0,0 0-1 0 0,1 0 1 0 0,-1 0 0 0 0,0 1 0 0 0,1-1 0 0 0,-1 0 0 0 0,0 0 0 0 0,1 1 0 0 0,-1-1-1 0 0,1 0 1 0 0,-1 1 0 0 0,1-1 0 0 0,-1 1 0 0 0,1-1 0 0 0,-1 1 0 0 0,1-1 0 0 0,-1 1-1 0 0,1-1 1 0 0,-1 1 0 0 0,1-1 0 0 0,0 1 0 0 0,-1 0 0 0 0,1-1 0 0 0,0 1 0 0 0,0 0-1 0 0,-1-1 1 0 0,1 1 0 0 0,0 0 0 0 0,0-1 0 0 0,0 1 0 0 0,0 0 0 0 0,0-1 0 0 0,0 2-1 0 0,0-1-1 0 0,0 0-1 0 0,0 0 0 0 0,0 0 0 0 0,-1 0 1 0 0,1 0-1 0 0,0 0 0 0 0,-1 0 0 0 0,1 0 0 0 0,0 0 1 0 0,-1 0-1 0 0,1 0 0 0 0,-1-1 0 0 0,0 1 1 0 0,1 0-1 0 0,-1 0 0 0 0,1-1 0 0 0,-1 1 0 0 0,0 0 1 0 0,0-1-1 0 0,1 1 0 0 0,-1 0 0 0 0,0-1 1 0 0,-1 1-1 0 0,1 0 0 0 0,0 0-1 0 0,-1-1 1 0 0,1 1 0 0 0,0 0 0 0 0,0 0-1 0 0,0 0 1 0 0,0 0 0 0 0,0 0 0 0 0,0 1 0 0 0,0-1-1 0 0,1 0 1 0 0,-1 0 0 0 0,0 1 0 0 0,1-1 0 0 0,-1 0-1 0 0,1 1 1 0 0,-1-1 0 0 0,1 0 0 0 0,-1 1-1 0 0,1-1 1 0 0,0 1 0 0 0,0-1 0 0 0,0 4 0 0 0,0-4 3 0 0,0 1 0 0 0,0 0 1 0 0,0-1-1 0 0,0 1 1 0 0,0 0-1 0 0,0-1 0 0 0,-1 1 1 0 0,1-1-1 0 0,0 1 0 0 0,-1 0 1 0 0,1-1-1 0 0,-1 1 1 0 0,0-1-1 0 0,0 1 0 0 0,1-1 1 0 0,-1 1-1 0 0,0-1 0 0 0,0 0 1 0 0,0 1-1 0 0,-1-1 1 0 0,1 0-1 0 0,0 0 0 0 0,0 0 1 0 0,-1 0-1 0 0,1 0 0 0 0,0 0 1 0 0,-4 1-1 0 0,3 0-2 0 0,1-2 2 0 0,0 1 0 0 0,1-1 0 0 0,-1 1 0 0 0,1-1 0 0 0,-1 1 0 0 0,1-1 0 0 0,-1 1 0 0 0,1-1-1 0 0,-1 1 1 0 0,1 0 0 0 0,-1-1 0 0 0,1 1 0 0 0,0 0 0 0 0,-1-1 0 0 0,1 1 0 0 0,0 0 0 0 0,0-1 0 0 0,-1 1 0 0 0,1 0 0 0 0,0 0 0 0 0,0-1 0 0 0,0 1 0 0 0,0 0 0 0 0,0 0 0 0 0,0-1 0 0 0,0 1 0 0 0,0 0 0 0 0,0 0 0 0 0,1-1 0 0 0,-1 1 0 0 0,0 0 0 0 0,0 0 0 0 0,1-1 0 0 0,-1 1 0 0 0,0 0 0 0 0,1-1 0 0 0,-1 1 0 0 0,1-1 0 0 0,-1 1 0 0 0,1 0 0 0 0,-1-1 0 0 0,1 1 0 0 0,-1-1 0 0 0,1 1 0 0 0,1 0 0 0 0,18 14 318 0 0,-19-12-318 0 0,0 0 0 0 0,0 0-1 0 0,0 0 1 0 0,0 1 0 0 0,-1-1-1 0 0,1 0 1 0 0,-1 0 0 0 0,0 0 0 0 0,0 1-1 0 0,0-1 1 0 0,0 0 0 0 0,-1 4-1 0 0,1 0 13 0 0,-1 6 25 0 0,0-10-32 0 0,0 1 0 0 0,1 0 0 0 0,0 0 0 0 0,0 0 0 0 0,0 0 0 0 0,0 0 0 0 0,0 0 0 0 0,1-1 0 0 0,-1 1 0 0 0,1 0 0 0 0,0 0 0 0 0,1 0 0 0 0,1 3 0 0 0,1-2 0 0 0,-2-3-3 0 0,0 0 0 0 0,0 0-1 0 0,0 0 1 0 0,0 0 0 0 0,-1 1 0 0 0,1-1-1 0 0,-1 1 1 0 0,0-1 0 0 0,1 1-1 0 0,-1-1 1 0 0,0 1 0 0 0,-1 0 0 0 0,1 0-1 0 0,0-1 1 0 0,-1 1 0 0 0,1 0-1 0 0,-1 0 1 0 0,0 0 0 0 0,0 0 0 0 0,0-1-1 0 0,-1 5 1 0 0,1-5-9 0 0,0 0 0 0 0,0 1 0 0 0,1-1 0 0 0,-1 0 0 0 0,1 0 0 0 0,-1 1 0 0 0,1-1 0 0 0,0 0 0 0 0,0 0 0 0 0,0 0 0 0 0,0 0-1 0 0,0 0 1 0 0,0 0 0 0 0,1 0 0 0 0,-1 0 0 0 0,0-1 0 0 0,1 1 0 0 0,3 2 0 0 0,0 2 8 0 0,0 8 57 0 0,0-1 1 0 0,1-10-58 0 0,-5-3-9 0 0,0 0 0 0 0,0 1 1 0 0,0-1-1 0 0,0 0 0 0 0,0 1 0 0 0,0-1 0 0 0,0 1 0 0 0,0-1 1 0 0,0 1-1 0 0,-1 0 0 0 0,1-1 0 0 0,0 1 0 0 0,0 0 1 0 0,0 0-1 0 0,-1-1 0 0 0,1 1 0 0 0,0 0 0 0 0,-1 0 0 0 0,1 0 1 0 0,-1 0-1 0 0,1 0 0 0 0,-1 0 0 0 0,1 2 0 0 0,0-1 0 0 0,0 0 0 0 0,0 0 0 0 0,0 0 0 0 0,0 0 0 0 0,0 0 0 0 0,1 0 0 0 0,-1 0 0 0 0,1 0 0 0 0,-1-1 0 0 0,1 1 0 0 0,0 0 0 0 0,-1-1 0 0 0,1 0 0 0 0,0 1 0 0 0,0-1 0 0 0,0 0 0 0 0,0 0 0 0 0,4 2 0 0 0,17 14 14 0 0,-11 1 40 0 0,-9-13-38 0 0,0 0 0 0 0,0 0 0 0 0,1 0 0 0 0,0-1 0 0 0,0 1-1 0 0,0-1 1 0 0,0 0 0 0 0,1-1 0 0 0,9 7 0 0 0,76 67 131 0 0,-66-57-150 0 0,-20-17 5 0 0,0 1 1 0 0,0-1-1 0 0,0 0 0 0 0,1 0 1 0 0,-1 0-1 0 0,7 3 0 0 0,27 16 62 0 0,-31-17-70 0 0,0-1 0 0 0,0 1 0 0 0,1-1-1 0 0,0-1 1 0 0,8 4 0 0 0,-5-3 2 0 0,1 1 1 0 0,0 0-1 0 0,16 11 0 0 0,29 11 6 0 0,64 31 144 0 0,-66-34-106 0 0,41 16 14 0 0,20-2 106 0 0,-78-28-58 0 0,-10-3 47 0 0,56 9 0 0 0,-38-12-101 0 0,265 16 624 0 0,-5-32-418 0 0,-165 5-108 0 0,-69 2-95 0 0,-14-1 45 0 0,209-29 91 0 0,-247 31-168 0 0,34-6 135 0 0,0-2-1 0 0,84-30 1 0 0,-112 33-73 0 0,1 1 1 0 0,1 1-1 0 0,-1 1 0 0 0,33-1 1 0 0,-12 0-9 0 0,333-63 394 0 0,-283 54-472 0 0,0 3 1 0 0,0 5-1 0 0,127 6 0 0 0,-175 2 11 0 0,81 7 101 0 0,-40-6-61 0 0,-24 2 19 0 0,-1-4 0 0 0,0-2 0 0 0,86-16 0 0 0,-101 11-88 0 0,-42 7 13 0 0,1 0 0 0 0,-1-1 0 0 0,0 0 0 0 0,0 0 0 0 0,0-1 0 0 0,10-4 0 0 0,15-3-50 0 0,13-5 53 0 0,-35 9 6 0 0,0 1-1 0 0,1 0 0 0 0,0 0 0 0 0,0 1 0 0 0,17-2 0 0 0,-28 5 0 0 0,62-17-80 0 0,-42 10 17 0 0,62-24-255 0 0,-78 23 225 0 0,-1 1 43 0 0,9 0 28 0 0,-11 8 22 0 0,-1-1 0 0 0,0 1 0 0 0,0-1 0 0 0,0 0 0 0 0,0 0 0 0 0,0 0 0 0 0,0 0 0 0 0,0 0 0 0 0,-1-1 0 0 0,1 1 0 0 0,0 0 0 0 0,0-1 0 0 0,-1 1 0 0 0,1-1 0 0 0,-1 0 0 0 0,0 1 0 0 0,1-1 0 0 0,-1 0 0 0 0,0 0 0 0 0,0 0 0 0 0,0 0 0 0 0,0 0 0 0 0,-1 0 0 0 0,1 0 0 0 0,0 0 0 0 0,-1-1 0 0 0,1-1 0 0 0,-1 3 4 0 0,0 1 1 0 0,0-1-1 0 0,0 0 0 0 0,0 1 0 0 0,0-1 0 0 0,1 0 0 0 0,-1 1 0 0 0,0-1 0 0 0,0 1 0 0 0,1-1 0 0 0,-1 1 1 0 0,0-1-1 0 0,1 0 0 0 0,-1 1 0 0 0,1-1 0 0 0,-1 1 0 0 0,0-1 0 0 0,1 1 0 0 0,-1 0 0 0 0,1-1 1 0 0,-1 1-1 0 0,1 0 0 0 0,0-1 0 0 0,-1 1 0 0 0,1 0 0 0 0,-1-1 0 0 0,1 1 0 0 0,0 0 0 0 0,-1 0 0 0 0,1 0 1 0 0,-1 0-1 0 0,2-1 0 0 0,-1 1 0 0 0,0 0 0 0 0,-1 0-1 0 0,1 0 1 0 0,0 0 0 0 0,-1-1 0 0 0,1 1 0 0 0,0 0 0 0 0,0 0 0 0 0,-1-1 0 0 0,1 1-1 0 0,0-1 1 0 0,-1 1 0 0 0,1 0 0 0 0,-1-1 0 0 0,1 1 0 0 0,-1-1 0 0 0,1 0 0 0 0,-1 1 0 0 0,1-1-1 0 0,-1 1 1 0 0,1-1 0 0 0,-1 0 0 0 0,0 1 0 0 0,1-1 0 0 0,-1 0 0 0 0,0 1 0 0 0,0-1-1 0 0,1 0 1 0 0,-1 0 0 0 0,0 1 0 0 0,0-1 0 0 0,0 0 0 0 0,0 0 0 0 0,0-3-2 0 0,-1 1 1 0 0,1 0 0 0 0,0-1-1 0 0,0 1 1 0 0,0 0-1 0 0,1 0 1 0 0,-1-1 0 0 0,1 1-1 0 0,0 0 1 0 0,0 0-1 0 0,0 0 1 0 0,0 0 0 0 0,0 0-1 0 0,1 0 1 0 0,-1 0-1 0 0,1 0 1 0 0,0 0 0 0 0,0 1-1 0 0,0-1 1 0 0,0 1-1 0 0,4-4 1 0 0,-4 3-6 0 0,-1-1 0 0 0,0 0 0 0 0,0 1-1 0 0,0-1 1 0 0,0 0 0 0 0,-1 1 0 0 0,0-1 0 0 0,1 0-1 0 0,-1 0 1 0 0,0 1 0 0 0,-1-1 0 0 0,1 0 0 0 0,-1 0-1 0 0,0 1 1 0 0,0-1 0 0 0,0 0 0 0 0,-2-3 0 0 0,-3-1-12 0 0,4 5 6 0 0,0 1 0 0 0,0 0 0 0 0,0 0 0 0 0,1-1 0 0 0,-1 1 0 0 0,1-1 0 0 0,0 0 0 0 0,-1 1 0 0 0,1-1 0 0 0,0 0 0 0 0,1 0-1 0 0,-1 0 1 0 0,0 1 0 0 0,1-1 0 0 0,0 0 0 0 0,0 0 0 0 0,0 0 0 0 0,0-5 0 0 0,0 6 2 0 0,0 0 0 0 0,0 0 1 0 0,-1 0-1 0 0,1 0 0 0 0,-1 0 0 0 0,1 0 0 0 0,-1 0 1 0 0,0 0-1 0 0,0 0 0 0 0,0 0 0 0 0,0 1 0 0 0,0-1 1 0 0,0 0-1 0 0,0 1 0 0 0,-4-4 0 0 0,4 3-2 0 0,-1 1 0 0 0,1-1-1 0 0,0 0 1 0 0,-1 0 0 0 0,1 0-1 0 0,0 0 1 0 0,0 0-1 0 0,0 0 1 0 0,0 0 0 0 0,0 0-1 0 0,1 0 1 0 0,-1 0 0 0 0,1 0-1 0 0,-1-1 1 0 0,1 1 0 0 0,0-3-1 0 0,0 4 3 0 0,0 0 1 0 0,0 0-1 0 0,-1 0 0 0 0,1 0 0 0 0,0 0 0 0 0,0 0 0 0 0,-1 0 0 0 0,1 0 0 0 0,-1 0 0 0 0,1 1 0 0 0,-1-1 0 0 0,1 0 0 0 0,-1 0 0 0 0,1 0 0 0 0,-1 0 0 0 0,0 1 0 0 0,1-1 0 0 0,-1 0 0 0 0,0 1 0 0 0,0-1 0 0 0,0 0 0 0 0,1 1 0 0 0,-1-1 0 0 0,0 1 0 0 0,0-1 0 0 0,-2 0 0 0 0,-5-4-69 0 0,-28-38-549 0 0,-74-52-627 0 0,54 51 882 0 0,43 33 327 0 0,0 0 0 0 0,-30-17 1 0 0,13 1 44 0 0,27 24 0 0 0,0 0 0 0 0,0 0 0 0 0,0 0 0 0 0,0 0 0 0 0,-1 0 0 0 0,1 1 0 0 0,-5-3 0 0 0,-47-24-1 0 0,-41-19 68 0 0,79 40-87 0 0,0-1-1 0 0,1-1 1 0 0,-27-21-1 0 0,27 18 22 0 0,-1 2-1 0 0,1 0 1 0 0,-23-11-1 0 0,18 7-47 0 0,3 2 26 0 0,-34-3 23 0 0,-33-4 91 0 0,21 7-74 0 0,-83-12 269 0 0,-18-4 130 0 0,-2 0-36 0 0,-129-19 5 0 0,242 42-180 0 0,-68-15-1 0 0,100 17-89 0 0,-1 1 0 0 0,0 1 0 0 0,-45 1 0 0 0,-12-1 56 0 0,-187-5 214 0 0,-69-6 186 0 0,47 32-139 0 0,221-12-414 0 0,-73 18-167 0 0,16 7 307 0 0,-56 6 227 0 0,126-19-421 0 0,47-15 18 0 0,-2 0-1 0 0,1-1 0 0 0,0 0 1 0 0,-1 0-1 0 0,-10 1 1 0 0,-75 19 96 0 0,81-21-87 0 0,1 1 0 0 0,0 0 1 0 0,0 2-1 0 0,0-1 0 0 0,0 1 1 0 0,0 1-1 0 0,1 0 0 0 0,0 1 1 0 0,-13 10-1 0 0,20-13 29 0 0,0-1 0 0 0,0 1 0 0 0,0-1-1 0 0,-1 0 1 0 0,1 0 0 0 0,-1-1 0 0 0,0 0 0 0 0,0 0 0 0 0,1 0 0 0 0,-1-1 0 0 0,0 0 0 0 0,-1 0 0 0 0,-8 0 0 0 0,13-1-22 0 0,-20 6-18 0 0,13-3 12 0 0,-1-1 0 0 0,1 0 0 0 0,-1 0 0 0 0,0-1 0 0 0,-10 0 0 0 0,-156 6 286 0 0,-247-13-266 0 0,418 6 39 0 0,-15 1-106 0 0,-44 4-187 0 0,59 3 106 0 0,2-8 140 0 0,2 0 0 0 0,0 0 0 0 0,0 0 0 0 0,0 0 0 0 0,-1 0 0 0 0,1 1 0 0 0,0-1 0 0 0,0 0 0 0 0,0 1 1 0 0,0-1-1 0 0,0 1 0 0 0,0-1 0 0 0,0 1 0 0 0,-1 0 0 0 0,2-1 0 0 0,-1 1 0 0 0,0 0 0 0 0,0 0 0 0 0,0 0 0 0 0,0-1 1 0 0,-1 3-1 0 0,-33 23 20 0 0,30-24-26 0 0,4-1 0 0 0,0-1 0 0 0,0 0 0 0 0,0 1 0 0 0,0-1 0 0 0,0 0 0 0 0,0 1 0 0 0,0-1 0 0 0,0 1 0 0 0,0 0 0 0 0,0-1 0 0 0,0 1 0 0 0,0 0 0 0 0,0-1 0 0 0,1 1 0 0 0,-1 0 0 0 0,0 0 0 0 0,1 0 0 0 0,-1 0 0 0 0,0 0 0 0 0,1-1 0 0 0,-1 1 0 0 0,1 0 0 0 0,-1 2 0 0 0,1-2 2 0 0,0-1-1 0 0,0 0 0 0 0,0 1 1 0 0,0-1-1 0 0,0 1 1 0 0,0-1-1 0 0,0 1 0 0 0,0-1 1 0 0,-1 1-1 0 0,1-1 1 0 0,0 0-1 0 0,0 1 0 0 0,0-1 1 0 0,-1 1-1 0 0,1-1 1 0 0,0 0-1 0 0,0 1 0 0 0,-1-1 1 0 0,1 0-1 0 0,0 1 0 0 0,-1-1 1 0 0,1 0-1 0 0,0 1 1 0 0,-1-1-1 0 0,1 0 0 0 0,-1 0 1 0 0,1 0-1 0 0,0 1 1 0 0,-1-1-1 0 0,1 0 0 0 0,-1 0 1 0 0,1 0-1 0 0,0 0 0 0 0,-1 0 1 0 0,1 0-1 0 0,-1 0 1 0 0,1 0-1 0 0,-1 0 0 0 0,1 0 1 0 0,-1 0-1 0 0,1 0 1 0 0,-1 0-1 0 0,1 0 0 0 0,-1 0 1 0 0,0 0-1 0 0,1-1 1 0 0,-1 1-1 0 0,1 0 1 0 0,-1 0-1 0 0,1 0 1 0 0,-1 0 0 0 0,1 0-1 0 0,-1 0 1 0 0,1 0-1 0 0,-1 0 1 0 0,1 0-1 0 0,-1 0 1 0 0,0 1-1 0 0,1-1 1 0 0,-1 0-1 0 0,1 0 1 0 0,-1 0-1 0 0,1 1 1 0 0,0-1 0 0 0,-1 0-1 0 0,1 0 1 0 0,-1 1-1 0 0,1-1 1 0 0,-1 0-1 0 0,1 1 1 0 0,0-1-1 0 0,-1 1 1 0 0,1-1-1 0 0,0 1 1 0 0,-1-1 0 0 0,1 0-1 0 0,0 1 1 0 0,0-1-1 0 0,-1 1 1 0 0,1-1-1 0 0,0 1 1 0 0,0-1-1 0 0,0 1 1 0 0,0-1-1 0 0,0 1 1 0 0,0 0 0 0 0,0-1-1 0 0,0 1 1 0 0,0-1-1 0 0,0 1 1 0 0,-5 5-29 0 0,-15-3-967 0 0,45 0-2187 0 0,2 1-522 0 0,0-1 0 0 0,45-2 0 0 0,-57-1 2806 0 0,-5 0-1864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58 2641 0 0,'-50'-22'4149'0'0,"47"21"-4019"0"0,0 0-1 0 0,0-1 1 0 0,-1 2 0 0 0,1-1 0 0 0,0 0 0 0 0,0 1-1 0 0,-1-1 1 0 0,1 1 0 0 0,0 0 0 0 0,-1 0 0 0 0,1 0 0 0 0,0 1-1 0 0,0-1 1 0 0,-1 1 0 0 0,1-1 0 0 0,0 1 0 0 0,0 0-1 0 0,-5 3 1 0 0,-22 3 112 0 0,30-8-207 0 0,-1 0 1 0 0,1 1-1 0 0,-1-1 0 0 0,1 0 1 0 0,-1 1-1 0 0,1-1 1 0 0,-1 0-1 0 0,1 0 1 0 0,0 0-1 0 0,-1 1 1 0 0,1-1-1 0 0,0 0 0 0 0,0 0 1 0 0,0 0-1 0 0,-1 0 1 0 0,1 0-1 0 0,0 1 1 0 0,0-1-1 0 0,0 0 1 0 0,0 0-1 0 0,1 0 0 0 0,-1 0 1 0 0,0 0-1 0 0,0 0 1 0 0,0 1-1 0 0,1-1 1 0 0,-1 0-1 0 0,1 0 1 0 0,-1 0-1 0 0,0 1 0 0 0,1-1 1 0 0,-1 0-1 0 0,1 1 1 0 0,0-2-1 0 0,38-5 9 0 0,0 3 0 0 0,0 1 1 0 0,73 3-1 0 0,-39 1-21 0 0,12-2-319 0 0,157 4-3276 0 0,-127 7-1257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1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19 1121 0 0,'-93'24'7553'0'0,"45"-12"-6609"0"0,38-9-251 0 0,20-6-375 0 0,-9 3-274 0 0,53 3 328 0 0,87-10-212 0 0,311-36-4882 0 0,-301 35-160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5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77 1201 0 0,'-5'1'3615'0'0,"-15"2"-2164"0"0,-1-2 0 0 0,-28 0 0 0 0,29-1-869 0 0,15 0 152 0 0,10-1-587 0 0,255-36 840 0 0,-228 30-1033 0 0,148-25-13 0 0,-152 29-1053 0 0,0 1-1 0 0,31 2 1 0 0,-55 0 764 0 0,-1 0-1 0 0,1 1 1 0 0,-1-1 0 0 0,1 1 0 0 0,-1 0-1 0 0,0 0 1 0 0,1 0 0 0 0,4 2-1 0 0,22 21-3012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5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26 1761 0 0,'-30'0'5842'0'0,"30"-6"-4961"0"0,0 12-321 0 0,30-6-160 0 0,0 0-240 0 0,0-6 0 0 0,61 6-560 0 0,-1-6-1521 0 0,1-7-1360 0 0,-1 13 159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6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659 166 880 0 0,'0'-2'753'0'0,"0"1"-686"0"0,0 1 0 0 0,1 0 0 0 0,-1-1 0 0 0,0 1 0 0 0,0 0-1 0 0,0-1 1 0 0,0 1 0 0 0,0-1 0 0 0,0 1 0 0 0,0 0 0 0 0,0-1 0 0 0,0 1-1 0 0,0 0 1 0 0,-1-1 0 0 0,1 1 0 0 0,0 0 0 0 0,0-1 0 0 0,0 1-1 0 0,0 0 1 0 0,0-1 0 0 0,-1 1 0 0 0,1 0 0 0 0,0-1 0 0 0,0 1 0 0 0,-1 0-1 0 0,1-1 1 0 0,0 1 0 0 0,0 0 0 0 0,-1 0 0 0 0,1 0 0 0 0,0-1 0 0 0,-1 1-1 0 0,1 0 1 0 0,0 0 0 0 0,-1 0 0 0 0,1 0 0 0 0,0-1 0 0 0,-1 1-1 0 0,1 0 1 0 0,-1 0 0 0 0,1 0 0 0 0,0 0 0 0 0,-1 0 0 0 0,1 0 0 0 0,0 0-1 0 0,-1 0 1 0 0,1 0 0 0 0,-1 0 0 0 0,-226-32 4762 0 0,193 29-4604 0 0,15 0-185 0 0,0 1 0 0 0,-1 1 0 0 0,1 0 1 0 0,0 2-1 0 0,-1 0 0 0 0,1 1 0 0 0,-1 1 0 0 0,-26 7 1 0 0,45-9-41 0 0,1-1 0 0 0,-1 1 0 0 0,1-1 0 0 0,-1 1 0 0 0,1 0 0 0 0,0-1 0 0 0,-1 1 0 0 0,1-1 0 0 0,0 1 0 0 0,-1 0 0 0 0,1-1 0 0 0,0 1 0 0 0,0 0 0 0 0,-1 0 0 0 0,1-1 0 0 0,0 1 0 0 0,0 0 0 0 0,0-1 0 0 0,0 1 0 0 0,0 0 0 0 0,0-1 0 0 0,0 1 0 0 0,0 0 0 0 0,1 0 0 0 0,-1-1 0 0 0,0 1 0 0 0,0 0 0 0 0,0-1 0 0 0,1 1 0 0 0,-1 0 0 0 0,0-1 0 0 0,1 1 0 0 0,-1-1 0 0 0,1 1 0 0 0,-1 0 0 0 0,0-1 0 0 0,2 1 0 0 0,6 5-10 0 0,0-2 0 0 0,0 1-1 0 0,1-1 1 0 0,-1-1 0 0 0,1 1 0 0 0,16 3 0 0 0,-11-4 4 0 0,-1 2 1 0 0,0 0-1 0 0,17 8 0 0 0,-27-11 6 0 0,1 0 0 0 0,-1 0 0 0 0,1 0 0 0 0,-1 1 0 0 0,0-1 0 0 0,0 1 0 0 0,0 0 0 0 0,0 0-1 0 0,0 0 1 0 0,-1 0 0 0 0,0 0 0 0 0,1 1 0 0 0,-1-1 0 0 0,0 1 0 0 0,-1 0 0 0 0,1-1 0 0 0,0 1 0 0 0,-1 0 0 0 0,0 0-1 0 0,0 0 1 0 0,0 0 0 0 0,-1 0 0 0 0,1 0 0 0 0,-1 0 0 0 0,0 0 0 0 0,0 0 0 0 0,-1 0 0 0 0,1 0 0 0 0,-1 0-1 0 0,0 0 1 0 0,0 0 0 0 0,0 0 0 0 0,0 0 0 0 0,-2 4 0 0 0,-1 0-4 0 0,0-1 0 0 0,-1 1-1 0 0,0-1 1 0 0,0 0 0 0 0,0 0 0 0 0,-1 0-1 0 0,0-1 1 0 0,0 0 0 0 0,-1 0 0 0 0,0 0 0 0 0,0-1-1 0 0,0 0 1 0 0,0 0 0 0 0,-16 6 0 0 0,-5 0 160 0 0,-1-1 0 0 0,0-1 0 0 0,-1-2 1 0 0,0-1-1 0 0,0-1 0 0 0,-60 1 0 0 0,85-6 18 0 0,10-2-94 0 0,12-3 15 0 0,1-2-1 0 0,27-14 1 0 0,-30 14-46 0 0,262-121 418 0 0,-234 107-375 0 0,-20 12-61 0 0,-1-2 0 0 0,0 0-1 0 0,-1-2 1 0 0,0 0 0 0 0,-1-1-1 0 0,23-22 1 0 0,-40 34-25 0 0,-1 0 0 0 0,1-1 0 0 0,-1 1 0 0 0,0 0 0 0 0,0-1 0 0 0,0 1 0 0 0,0-1 0 0 0,0 0 0 0 0,-1 0 0 0 0,1 0 0 0 0,-1 0 0 0 0,1 0 0 0 0,-1 0 0 0 0,0 0 0 0 0,-1 0 0 0 0,1 0 0 0 0,0 0 0 0 0,-1-1 0 0 0,0 1 0 0 0,0 0 0 0 0,0 0 0 0 0,0-1 0 0 0,0 1 0 0 0,-1 0 0 0 0,1 0 0 0 0,-1-1 0 0 0,0 1 0 0 0,0 0 0 0 0,0 0 0 0 0,0 0 0 0 0,-1 0 0 0 0,1 0 0 0 0,-1 1 0 0 0,-3-6 0 0 0,-1 2 18 0 0,1 0 0 0 0,-1 0 0 0 0,-1 0 0 0 0,1 1-1 0 0,-1 0 1 0 0,0 0 0 0 0,0 1 0 0 0,-1 0 0 0 0,1 0 0 0 0,-1 1 0 0 0,0-1-1 0 0,-14-2 1 0 0,-6-1-83 0 0,0 2 0 0 0,-1 0-1 0 0,1 2 1 0 0,-1 2-1 0 0,1 0 1 0 0,-1 2-1 0 0,0 1 1 0 0,1 1 0 0 0,-1 2-1 0 0,-37 11 1 0 0,15 6-1132 0 0,49-21 1112 0 0,0 0 0 0 0,0 1 1 0 0,0-1-1 0 0,0 0 0 0 0,0 0 1 0 0,1 1-1 0 0,-1-1 0 0 0,1 1 1 0 0,-1 0-1 0 0,1-1 0 0 0,-1 1 1 0 0,1 0-1 0 0,0 0 1 0 0,0 0-1 0 0,0 0 0 0 0,0 0 1 0 0,0 0-1 0 0,0 0 0 0 0,1 0 1 0 0,-1 0-1 0 0,0 3 0 0 0,2-2-103 0 0,-1 0 1 0 0,1 0-1 0 0,0 0 0 0 0,0 0 0 0 0,0-1 0 0 0,1 1 0 0 0,-1 0 0 0 0,1-1 0 0 0,-1 1 0 0 0,1 0 0 0 0,2 1 0 0 0,-1 1-249 0 0,27 43-4598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6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2241 0 0,'0'-8'4082'0'0,"31"8"-2561"0"0,-1 0-401 0 0,0 0-320 0 0,30 0-319 0 0,1-6-241 0 0,29 6-80 0 0,-29-6-160 0 0,-1-1-80 0 0,-6 1-160 0 0,7-7-321 0 0,-1 1-479 0 0,-30 4-881 0 0,0-3-480 0 0,1 11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1 800 0 0,'-25'4'3188'0'0,"19"1"125"0"0,12 11-2664 0 0,0-11-609 0 0,-4-4-15 0 0,-1 0 1 0 0,1 0 0 0 0,-1 0 0 0 0,0 0-1 0 0,0 0 1 0 0,0 0 0 0 0,1 1-1 0 0,-1-1 1 0 0,0 0 0 0 0,0 1-1 0 0,-1-1 1 0 0,1 1 0 0 0,0-1-1 0 0,0 1 1 0 0,-1-1 0 0 0,1 1-1 0 0,-1-1 1 0 0,1 1 0 0 0,-1-1-1 0 0,0 1 1 0 0,0 0 0 0 0,0-1-1 0 0,0 1 1 0 0,0 0 0 0 0,0 1-1 0 0,1-2 2 0 0,-1 1-1 0 0,1-1 1 0 0,-1 0-1 0 0,1 0 1 0 0,0 1 0 0 0,-1-1-1 0 0,1 0 1 0 0,0 0-1 0 0,0 0 1 0 0,0 0-1 0 0,0 0 1 0 0,0 0-1 0 0,0-1 1 0 0,0 1-1 0 0,0 0 1 0 0,0 0 0 0 0,0-1-1 0 0,1 1 1 0 0,-1-1-1 0 0,0 1 1 0 0,0-1-1 0 0,1 1 1 0 0,-1-1-1 0 0,0 0 1 0 0,1 0-1 0 0,-1 1 1 0 0,0-1 0 0 0,1 0-1 0 0,-1 0 1 0 0,0 0-1 0 0,1-1 1 0 0,1 1-1 0 0,64-4 415 0 0,-45 2-410 0 0,168-12-1127 0 0,-59 2-3544 0 0,-71 7 2212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351 279 2241 0 0,'-10'-3'813'0'0,"1"0"0"0"0,-1-1 1 0 0,1 0-1 0 0,-1-1 0 0 0,1 0 0 0 0,0-1 0 0 0,1 0 1 0 0,-15-12-1 0 0,1-2-177 0 0,-35-40 0 0 0,51 54-604 0 0,0-2 1 0 0,0 1-1 0 0,1-1 1 0 0,0 0-1 0 0,0 0 1 0 0,1 0-1 0 0,0 0 1 0 0,0-1-1 0 0,1 0 1 0 0,0 0-1 0 0,1 0 1 0 0,0 0-1 0 0,0 0 1 0 0,1 0-1 0 0,0-10 1 0 0,1 18-100 0 0,4 1 0 0 0,4-1 64 0 0,-6 2-10 0 0,-3 0 15 0 0,0-1 1 0 0,0 1 0 0 0,0-1-1 0 0,0 1 1 0 0,0 0 0 0 0,0 0-1 0 0,0 0 1 0 0,1-1 0 0 0,-1 1 0 0 0,0 0-1 0 0,1 0 1 0 0,-1 0 0 0 0,1 0-1 0 0,-1 0 1 0 0,1 0 0 0 0,-1 0 0 0 0,1 0-1 0 0,0 0 1 0 0,-1 1 0 0 0,1-1-1 0 0,0 0 1 0 0,0 0 0 0 0,0 0-1 0 0,0 0 1 0 0,0 2 0 0 0,0-2-3 0 0,0 0 1 0 0,0 0 0 0 0,-1 1-1 0 0,1-1 1 0 0,0 0-1 0 0,-1 0 1 0 0,1 1 0 0 0,0-1-1 0 0,-1 0 1 0 0,1 0-1 0 0,-1 0 1 0 0,0 1 0 0 0,1-1-1 0 0,-1 0 1 0 0,0 0-1 0 0,0 0 1 0 0,0 0 0 0 0,0-1-1 0 0,0 1 1 0 0,0 0-1 0 0,0 0 1 0 0,0 0 0 0 0,-1 0-1 0 0,1 0 0 0 0,0-1 0 0 0,0 1 0 0 0,0-1 0 0 0,0 1 0 0 0,0 0 0 0 0,0 0 0 0 0,1 0 0 0 0,-1-1 0 0 0,0 1 0 0 0,0 0 0 0 0,1 0 0 0 0,-1 0 0 0 0,1 0 0 0 0,-1 0 0 0 0,1 0-1 0 0,-1 0 1 0 0,1 1 0 0 0,0-1 0 0 0,-1 0 0 0 0,1 0 0 0 0,0 0 0 0 0,0 2 0 0 0,-1-1 0 0 0,1-1 0 0 0,-1 0 0 0 0,1 0 0 0 0,-1 1 0 0 0,1-1 0 0 0,-1 0 0 0 0,0 0 0 0 0,1 0 0 0 0,-1 0 0 0 0,0 0 0 0 0,0 0 0 0 0,0 0 0 0 0,0 0 0 0 0,0 0 0 0 0,0 0 0 0 0,0 0 0 0 0,0 0 0 0 0,0-1 0 0 0,-2 2 0 0 0,-5 3 0 0 0,6 1 6 0 0,1 0 0 0 0,-1 0 0 0 0,1 0 0 0 0,0 0 1 0 0,0 1-1 0 0,1-1 0 0 0,-1 0 0 0 0,2 0 0 0 0,-1 0 0 0 0,2 10 0 0 0,-1 8 7 0 0,0-18-9 0 0,-1-1 1 0 0,0 1-1 0 0,0-1 0 0 0,0 1 0 0 0,-1 0 0 0 0,0-1 0 0 0,0 0 1 0 0,0 1-1 0 0,-1-1 0 0 0,0 0 0 0 0,0 0 0 0 0,0 0 0 0 0,-1 0 1 0 0,1 0-1 0 0,-7 8 0 0 0,9-12-3 0 0,-1 0-1 0 0,0 0 1 0 0,1 0 0 0 0,-1 0 0 0 0,1 0 0 0 0,0 0-1 0 0,-1 1 1 0 0,1-1 0 0 0,0 0 0 0 0,0 0 0 0 0,-1 0-1 0 0,1 1 1 0 0,0-1 0 0 0,0 0 0 0 0,0 0-1 0 0,1 2 1 0 0,-1-2 0 0 0,0 0-1 0 0,0-1 1 0 0,1 1-1 0 0,-1 0 1 0 0,0-1-1 0 0,0 1 1 0 0,0 0-1 0 0,0 0 1 0 0,0-1-1 0 0,-1 1 1 0 0,1 0-1 0 0,0-1 1 0 0,0 1-1 0 0,0 0 1 0 0,-1 0-1 0 0,1-1 1 0 0,0 1-1 0 0,-1 0 1 0 0,1-1-1 0 0,0 1 1 0 0,-1-1 0 0 0,1 1-1 0 0,-1-1 1 0 0,1 1-1 0 0,-2 0 1 0 0,-18 6 65 0 0,40-4 81 0 0,-15 0-147 0 0,-4-2-1 0 0,0 0 0 0 0,0 0 1 0 0,0 0-1 0 0,0 0 0 0 0,0-1 0 0 0,0 1 1 0 0,0 0-1 0 0,0-1 0 0 0,0 1 0 0 0,0-1 0 0 0,0 1 1 0 0,0-1-1 0 0,1 0 0 0 0,-1 0 0 0 0,0 1 0 0 0,3-1 1 0 0,10 5 26 0 0,13 2-37 0 0,-1-1 0 0 0,1-1 0 0 0,-1-2 0 0 0,1 0 0 0 0,41-2 0 0 0,-49-1-3 0 0,71-4-51 0 0,-84 3 58 0 0,-1 0 1 0 0,1 0-1 0 0,-1 0 0 0 0,1-1 0 0 0,-1 0 1 0 0,0 0-1 0 0,0 0 0 0 0,0-1 0 0 0,0 0 0 0 0,0 0 1 0 0,0 0-1 0 0,-1 0 0 0 0,6-6 0 0 0,-7 6-1 0 0,19-25 86 0 0,-22 27-71 0 0,1-1 0 0 0,0 1 0 0 0,-1-1 0 0 0,0 1 0 0 0,1 0 1 0 0,-1-1-1 0 0,0 1 0 0 0,0-1 0 0 0,1 1 0 0 0,-1-1 0 0 0,0 1 0 0 0,-1-1 0 0 0,1 1 0 0 0,0-1 0 0 0,0 1 0 0 0,-1 0 0 0 0,1-1 0 0 0,0 1 0 0 0,-1-1 0 0 0,0 1 0 0 0,1 0 0 0 0,-1-1 1 0 0,0 1-1 0 0,1 0 0 0 0,-3-2 0 0 0,-5-6 32 0 0,6 7-13 0 0,1 0 0 0 0,-1 1 0 0 0,1-1 0 0 0,-1 0 0 0 0,1 0 0 0 0,0 0 0 0 0,0 0 0 0 0,-1-1 0 0 0,2 1 0 0 0,-1 0 0 0 0,0 0 1 0 0,0-1-1 0 0,1 1 0 0 0,-1 0 0 0 0,1-1 0 0 0,0 1 0 0 0,-1 0 0 0 0,1-1 0 0 0,1-3 0 0 0,-1 4-8 0 0,0 1 1 0 0,0-1-1 0 0,-1 1 0 0 0,1-1 1 0 0,0 1-1 0 0,0-1 0 0 0,-1 1 0 0 0,1 0 1 0 0,-1-1-1 0 0,0 1 0 0 0,1-1 1 0 0,-1 1-1 0 0,0 0 0 0 0,0 0 1 0 0,1-1-1 0 0,-1 1 0 0 0,0 0 1 0 0,0 0-1 0 0,-1 0 0 0 0,0-1 1 0 0,0 1 4 0 0,1 0 0 0 0,0-1 0 0 0,-1 1 0 0 0,1 0-1 0 0,0-1 1 0 0,0 1 0 0 0,0 0 0 0 0,0-1 0 0 0,0 1 0 0 0,0-1 0 0 0,1 0 0 0 0,-1 1 0 0 0,1-1 0 0 0,-1 0 0 0 0,1 1 0 0 0,-1-1 0 0 0,1 0 0 0 0,0 0 0 0 0,0 1 0 0 0,0-4 0 0 0,5-25 325 0 0,-5 29-346 0 0,0 1 1 0 0,0 0-1 0 0,1-1 1 0 0,-1 1-1 0 0,0 0 1 0 0,0-1-1 0 0,1 1 1 0 0,-1-1-1 0 0,0 1 1 0 0,1 0-1 0 0,-1 0 1 0 0,0-1-1 0 0,1 1 1 0 0,-1 0-1 0 0,1 0 1 0 0,-1-1-1 0 0,0 1 0 0 0,1 0 1 0 0,-1 0-1 0 0,1 0 1 0 0,-1 0-1 0 0,0 0 1 0 0,1-1-1 0 0,-1 1 1 0 0,1 0-1 0 0,-1 0 1 0 0,1 0-1 0 0,19 14-5 0 0,-14-7 36 0 0,0 1 1 0 0,0 1 0 0 0,-1-1 0 0 0,0 1-1 0 0,0 0 1 0 0,3 10 0 0 0,11 22 130 0 0,11 5 56 0 0,-22-35-137 0 0,-1 1 0 0 0,1 0 0 0 0,-2 0 0 0 0,0 1-1 0 0,0-1 1 0 0,4 16 0 0 0,-7-13 33 0 0,2 9 49 0 0,1 0 0 0 0,1-1 1 0 0,1 0-1 0 0,0 0 0 0 0,15 25 0 0 0,-18-24-435 0 0,-5-21-464 0 0,0-11-497 0 0,0 6 1052 0 0,0 0-49 0 0,0-1 0 0 0,-1 1 1 0 0,1 0-1 0 0,-1 0 0 0 0,1-1 0 0 0,-1 1 0 0 0,0 0 1 0 0,0 0-1 0 0,0 0 0 0 0,0 0 0 0 0,0 0 1 0 0,0 0-1 0 0,-3-3 0 0 0,-8-14-1746 0 0,11 14 1410 0 0,-1 1 0 0 0,1-1 0 0 0,1 0 0 0 0,-1 1 0 0 0,1-1 0 0 0,0-8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9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89 640 0 0,'0'-88'6563'0'0,"-5"87"-6496"0"0,-16 1-40 0 0,16 0 119 0 0,0 0-66 0 0,-14 3 24 0 0,-52 14 259 0 0,51-13-336 0 0,15-3 40 0 0,0 0-1 0 0,-21 4-52 0 0,-4 1 16 0 0,28-3-11 0 0,-1 2-2 0 0,-17 2-3 0 0,19-7-14 0 0,-1 0 0 0 0,1 0 0 0 0,-1 0 0 0 0,1 0 0 0 0,-1 1 0 0 0,1-1 0 0 0,-1 1 0 0 0,1-1 0 0 0,0 1 0 0 0,-1-1 0 0 0,1 1 0 0 0,0 0 0 0 0,-1-1 0 0 0,1 1 0 0 0,0 0 0 0 0,0 0 0 0 0,0 0 0 0 0,0 0 0 0 0,0 0 0 0 0,0 0 0 0 0,0 1 0 0 0,0-1 0 0 0,0 0 0 0 0,0 0 0 0 0,0 1 0 0 0,1-1 0 0 0,-1 1 0 0 0,1-1 0 0 0,-1 0 0 0 0,1 1 0 0 0,0-1 0 0 0,-1 3 0 0 0,3 3 0 0 0,-2-7 0 0 0,0 0 0 0 0,0 0 0 0 0,0 0 0 0 0,0 0 0 0 0,0 1 0 0 0,0-1 0 0 0,1 0 0 0 0,-1 0 0 0 0,0 0 0 0 0,0 0 0 0 0,0 1 0 0 0,0-1 0 0 0,0 0 0 0 0,0 0 0 0 0,0 0 0 0 0,0 1 0 0 0,0-1 0 0 0,0 0 0 0 0,0 0 0 0 0,0 0 0 0 0,0 1 0 0 0,0-1 0 0 0,0 0 0 0 0,-1 0 0 0 0,1 0 0 0 0,0 0 0 0 0,0 1 0 0 0,0-1 0 0 0,0 0 0 0 0,0 0 0 0 0,0 0 0 0 0,0 0 0 0 0,0 1 0 0 0,-1-1 0 0 0,1 0 0 0 0,0 0 0 0 0,0 0 0 0 0,0 0 0 0 0,0 0 0 0 0,-1 0 0 0 0,1 0 0 0 0,0 1 0 0 0,0-1 0 0 0,-1 0 0 0 0,-33 17 0 0 0,9-4 0 0 0,25-7 0 0 0,0-6 0 0 0,0 0 0 0 0,0 0 0 0 0,0 0 0 0 0,0 0 0 0 0,0 1 0 0 0,0-1 0 0 0,0 0 0 0 0,0 0 0 0 0,1 0 0 0 0,-1 0 0 0 0,0 1 0 0 0,0-1 0 0 0,0 0 0 0 0,0 0 0 0 0,0 0 0 0 0,0 0 0 0 0,0 1 0 0 0,0-1 0 0 0,0 0 0 0 0,-1 0 0 0 0,1 0 0 0 0,0 1 0 0 0,0-1 0 0 0,0 0 0 0 0,0 0 0 0 0,0 0 0 0 0,0 0 0 0 0,0 1 0 0 0,0-1 0 0 0,0 0 0 0 0,0 0 0 0 0,-1 0 0 0 0,1 0 0 0 0,0 0 0 0 0,0 0 0 0 0,0 1 0 0 0,0-1 0 0 0,0 0 0 0 0,-1 0 0 0 0,1 0 0 0 0,0 0 0 0 0,0 0 0 0 0,0 0 0 0 0,0 0 0 0 0,-1 0 0 0 0,1 0 0 0 0,0 0 0 0 0,0 0 0 0 0,0 0 0 0 0,-1 0 0 0 0,1 0 0 0 0,0 0 0 0 0,0 0 0 0 0,0 0 0 0 0,0 0 0 0 0,-1 0 0 0 0,1 0 0 0 0,0 0 0 0 0,0 0 0 0 0,-1 0 0 0 0,-19 7 0 0 0,20-7 2 0 0,0 0-1 0 0,-1 0 1 0 0,1 0 0 0 0,-1 1-1 0 0,1-1 1 0 0,0 0 0 0 0,-1 0 0 0 0,1 0-1 0 0,0 1 1 0 0,-1-1 0 0 0,1 0 0 0 0,0 0-1 0 0,-1 1 1 0 0,1-1 0 0 0,0 0-1 0 0,0 1 1 0 0,-1-1 0 0 0,1 0 0 0 0,0 1-1 0 0,0-1 1 0 0,0 1 0 0 0,0-1 0 0 0,-1 0-1 0 0,1 1 1 0 0,0-1 0 0 0,0 0 0 0 0,0 1-1 0 0,0-1 1 0 0,0 1 0 0 0,0-1-1 0 0,0 1 1 0 0,0-1 0 0 0,0 0 0 0 0,0 1-1 0 0,0-1 1 0 0,0 1 0 0 0,0-1 0 0 0,1 0-1 0 0,-1 1 1 0 0,0-1 0 0 0,0 0 0 0 0,0 1-1 0 0,1 0 1 0 0,-1-1-3 0 0,0 0 0 0 0,0 0 0 0 0,0 0-1 0 0,1 1 1 0 0,-1-1 0 0 0,0 0 0 0 0,0 0 0 0 0,0 1 0 0 0,0-1 0 0 0,0 0-1 0 0,0 0 1 0 0,0 0 0 0 0,0 1 0 0 0,0-1 0 0 0,0 0 0 0 0,0 0 0 0 0,0 1-1 0 0,0-1 1 0 0,0 0 0 0 0,0 0 0 0 0,0 1 0 0 0,0-1 0 0 0,0 0 0 0 0,0 0-1 0 0,0 1 1 0 0,0-1 0 0 0,0 0 0 0 0,0 0 0 0 0,0 0 0 0 0,0 1 0 0 0,-1-1-1 0 0,1 0 1 0 0,0 0 0 0 0,0 0 0 0 0,0 1 0 0 0,0-1 0 0 0,-1 0 0 0 0,1 0-1 0 0,0 0 1 0 0,0 0 0 0 0,0 0 0 0 0,-1 1 0 0 0,1-1 0 0 0,0 0 0 0 0,0 0-1 0 0,0 0 1 0 0,-1 0 0 0 0,1 0 0 0 0,0 0 0 0 0,0 0 0 0 0,-1 0 0 0 0,1 0-1 0 0,0 0 1 0 0,-1 0 0 0 0,-15 6-12 0 0,32 1-1 0 0,-16-7-1 0 0,0 1-1 0 0,0-1 0 0 0,0 0 1 0 0,-1 0-1 0 0,1 0 1 0 0,0 0-1 0 0,0 0 0 0 0,0 0 1 0 0,0 0-1 0 0,0 1 0 0 0,0-1 1 0 0,-1 0-1 0 0,1 0 0 0 0,0 0 1 0 0,0 0-1 0 0,0 1 0 0 0,0-1 1 0 0,0 0-1 0 0,0 0 0 0 0,0 0 1 0 0,0 0-1 0 0,0 1 1 0 0,0-1-1 0 0,0 0 0 0 0,0 0 1 0 0,0 0-1 0 0,0 1 0 0 0,0-1 1 0 0,0 0-1 0 0,0 0 0 0 0,0 0 1 0 0,0 0-1 0 0,0 1 0 0 0,0-1 1 0 0,0 0-1 0 0,0 0 0 0 0,0 0 1 0 0,0 1-1 0 0,0-1 1 0 0,0 0-1 0 0,1 0 0 0 0,-1 0 1 0 0,0 0-1 0 0,0 0 0 0 0,0 1 1 0 0,0-1-1 0 0,0 0 0 0 0,0 0 1 0 0,1 0-1 0 0,-1 0 0 0 0,0 0 1 0 0,-20 4-1653 0 0,15-3-1520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122 268 3282 0 0,'0'1'117'0'0,"0"0"1"0"0,0 0 0 0 0,0-1 0 0 0,0 1 0 0 0,0 0-1 0 0,0 0 1 0 0,0 0 0 0 0,0-1 0 0 0,0 1 0 0 0,-1 0 0 0 0,1 0-1 0 0,0-1 1 0 0,0 1 0 0 0,-1 0 0 0 0,1 0 0 0 0,0-1-1 0 0,-1 1 1 0 0,1 0 0 0 0,-1-1 0 0 0,1 1 0 0 0,-1 0 0 0 0,1-1-1 0 0,-1 1 1 0 0,0-1 0 0 0,1 1 0 0 0,-1-1 0 0 0,0 1-1 0 0,1-1 1 0 0,-1 0 0 0 0,0 1 0 0 0,1-1 0 0 0,-1 0 0 0 0,0 1-1 0 0,0-1 1 0 0,1 0 0 0 0,-2 0 0 0 0,-28-5 1229 0 0,20 3-1144 0 0,5 1 557 0 0,0 2-306 0 0,-45 3 466 0 0,50-4-897 0 0,-1-1 0 0 0,1 1-1 0 0,-1-1 1 0 0,1 1 0 0 0,-1-1-1 0 0,1 0 1 0 0,-1 1 0 0 0,1-1 0 0 0,0 0-1 0 0,0 1 1 0 0,-1-1 0 0 0,1 0-1 0 0,0 1 1 0 0,0-1 0 0 0,0 0 0 0 0,0 0-1 0 0,-1 1 1 0 0,1-1 0 0 0,0 0-1 0 0,1 0 1 0 0,-1 1 0 0 0,0-1 0 0 0,0 0-1 0 0,0 1 1 0 0,0-1 0 0 0,0 0-1 0 0,1 0 1 0 0,-1 1 0 0 0,0-1 0 0 0,1 0-1 0 0,-1 1 1 0 0,0-1 0 0 0,1 1-1 0 0,-1-1 1 0 0,1 0 0 0 0,0 0 0 0 0,5-5 19 0 0,0 0 1 0 0,-1-1-1 0 0,0 0 1 0 0,0 0-1 0 0,-1 0 1 0 0,1 0-1 0 0,-1-1 1 0 0,-1 0-1 0 0,4-11 1 0 0,3-5 38 0 0,-6 18-55 0 0,-1 0-1 0 0,1 1 0 0 0,0 0 0 0 0,1 0 0 0 0,-1 0 0 0 0,1 1 0 0 0,0 0 0 0 0,0-1 0 0 0,0 2 0 0 0,1-1 0 0 0,-1 0 0 0 0,1 1 0 0 0,7-3 0 0 0,29-20 158 0 0,-27 16-111 0 0,56-38 256 0 0,-70 45-308 0 0,3-1 7 0 0,21 6-7 0 0,-25-1-24 0 0,1-1 1 0 0,0 1-1 0 0,-1-1 1 0 0,1 1-1 0 0,-1 0 0 0 0,0-1 1 0 0,1 1-1 0 0,-1 0 0 0 0,1 0 1 0 0,-1-1-1 0 0,0 1 1 0 0,0 0-1 0 0,0 0 0 0 0,1 0 1 0 0,-1-1-1 0 0,0 1 1 0 0,0 0-1 0 0,0 0 0 0 0,0 0 1 0 0,0-1-1 0 0,0 1 1 0 0,0 0-1 0 0,0 0 0 0 0,-1 0 1 0 0,1-1-1 0 0,0 1 1 0 0,0 0-1 0 0,-1 0 0 0 0,1-1 1 0 0,-1 1-1 0 0,1 0 1 0 0,0 0-1 0 0,-1-1 0 0 0,1 1 1 0 0,-1-1-1 0 0,0 2 1 0 0,-10 15-4 0 0,1 1 1 0 0,-10 24 0 0 0,12-23 26 0 0,-2 1-1 0 0,-22 33 1 0 0,19-35 37 0 0,7-11 9 0 0,1 0 0 0 0,-1 1 0 0 0,1 0-1 0 0,-5 12 1 0 0,-1 34 478 0 0,7-26-287 0 0,-26 107 116 0 0,25-119-391 0 0,4-13-5 0 0,0-1 0 0 0,0 1 0 0 0,0 0 0 0 0,0-1 0 0 0,0 1 0 0 0,1 0 0 0 0,0-1 0 0 0,-1 1 0 0 0,1 0 0 0 0,0 0 0 0 0,0 0 0 0 0,0-1 0 0 0,1 1 0 0 0,-1 0 0 0 0,1 0 0 0 0,0-1 0 0 0,-1 1 0 0 0,1 0 0 0 0,0-1 0 0 0,0 1 0 0 0,1-1 0 0 0,2 5 0 0 0,-4-6-80 0 0,1 0 0 0 0,0 0 1 0 0,0 0-1 0 0,0 0 0 0 0,0 0 0 0 0,-1 0 0 0 0,1 0 0 0 0,1 0 0 0 0,-1-1 0 0 0,0 1 0 0 0,0 0 0 0 0,0-1 0 0 0,0 1 0 0 0,0 0 0 0 0,1-1 0 0 0,-1 0 0 0 0,0 1 0 0 0,0-1 0 0 0,1 0 0 0 0,-1 1 0 0 0,0-1 1 0 0,0 0-1 0 0,1 0 0 0 0,-1 0 0 0 0,0 0 0 0 0,1-1 0 0 0,-1 1 0 0 0,0 0 0 0 0,1 0 0 0 0,-1-1 0 0 0,0 1 0 0 0,2-1 0 0 0,44-24-1930 0 0,-38 19 1514 0 0,52-36-3803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21 240 0 0,'86'-11'7588'0'0,"-71"8"-7360"0"0,1 0-1 0 0,-1 1 0 0 0,1 1 0 0 0,-1 0 0 0 0,29 3 0 0 0,-39 0-260 0 0,0-1-1 0 0,0 1 1 0 0,0 0 0 0 0,0 0 0 0 0,-1 1 0 0 0,8 4-1 0 0,-10-6 27 0 0,0 0-1 0 0,-1 0 1 0 0,1 0 0 0 0,0 0-1 0 0,-1 1 1 0 0,1-1-1 0 0,-1 0 1 0 0,0 1 0 0 0,1 0-1 0 0,-1-1 1 0 0,0 1-1 0 0,0-1 1 0 0,0 1-1 0 0,0 0 1 0 0,0 0 0 0 0,-1 0-1 0 0,1 0 1 0 0,0 2-1 0 0,-1-1 7 0 0,0 0 0 0 0,1 0 0 0 0,-1 0 0 0 0,1 0 0 0 0,0-1 0 0 0,0 1 0 0 0,0 0-1 0 0,0 0 1 0 0,0 0 0 0 0,1-1 0 0 0,-1 1 0 0 0,4 4 0 0 0,-3-5 1 0 0,0 1 0 0 0,-1-1 0 0 0,1 1 0 0 0,-1 0 0 0 0,0 0 0 0 0,1-1 0 0 0,-1 1 1 0 0,-1 0-1 0 0,1 0 0 0 0,0 0 0 0 0,-1 0 0 0 0,1 6 0 0 0,0 12-4 0 0,-1-14 45 0 0,0 1-1 0 0,0 0 1 0 0,0 0-1 0 0,-1 0 1 0 0,0-1 0 0 0,-3 11-1 0 0,-3 5 150 0 0,2-7-57 0 0,0 0 0 0 0,-1 0 0 0 0,-1 0 0 0 0,-1-1-1 0 0,-9 15 1 0 0,-9 8-47 0 0,15-22-41 0 0,0 0 0 0 0,-1 0 1 0 0,0-1-1 0 0,-29 26 0 0 0,36-38-52 0 0,1 1 0 0 0,-1-1 0 0 0,0 0 0 0 0,0-1 1 0 0,0 1-1 0 0,0-1 0 0 0,-1 0 0 0 0,1 0 0 0 0,-1-1 0 0 0,1 1 0 0 0,-1-1 0 0 0,1 0 0 0 0,-1-1 1 0 0,0 0-1 0 0,1 0 0 0 0,-1 0 0 0 0,0 0 0 0 0,1-1 0 0 0,-1 0 0 0 0,1 0 0 0 0,-11-4 0 0 0,12 4-7 0 0,-1 0 1 0 0,1-1-1 0 0,0 0 0 0 0,0 0 0 0 0,-1 0 0 0 0,1 0 0 0 0,0-1 0 0 0,1 1 0 0 0,-1-1 1 0 0,0 0-1 0 0,1 0 0 0 0,0-1 0 0 0,0 1 0 0 0,0-1 0 0 0,0 1 0 0 0,0-1 0 0 0,1 0 1 0 0,-1 0-1 0 0,1 0 0 0 0,-2-7 0 0 0,0-2-40 0 0,2 0 1 0 0,-1 0-1 0 0,2-1 0 0 0,0 1 0 0 0,1-23 1 0 0,0 34 47 0 0,0 0 1 0 0,1-1 0 0 0,0 1-1 0 0,-1 0 1 0 0,1 0-1 0 0,0 0 1 0 0,0 0 0 0 0,0 0-1 0 0,0 0 1 0 0,0 0-1 0 0,1 0 1 0 0,-1 0 0 0 0,1 0-1 0 0,-1 0 1 0 0,1 1-1 0 0,0-1 1 0 0,-1 1 0 0 0,1-1-1 0 0,0 1 1 0 0,0 0-1 0 0,0-1 1 0 0,0 1 0 0 0,0 0-1 0 0,0 1 1 0 0,1-1 0 0 0,-1 0-1 0 0,0 0 1 0 0,0 1-1 0 0,1 0 1 0 0,-1-1 0 0 0,0 1-1 0 0,1 0 1 0 0,-1 0-1 0 0,0 0 1 0 0,0 0 0 0 0,1 1-1 0 0,-1-1 1 0 0,0 0-1 0 0,1 1 1 0 0,-1 0 0 0 0,0 0-1 0 0,0-1 1 0 0,0 1-1 0 0,0 1 1 0 0,0-1 0 0 0,3 2-1 0 0,63 37 162 0 0,-3 2 0 0 0,63 53-1 0 0,-118-86-112 0 0,0 0 0 0 0,0 0-1 0 0,-1 0 1 0 0,12 18 0 0 0,-12-13-15 0 0,14 17-281 0 0,-22-30 227 0 0,1 0 0 0 0,-1 0 0 0 0,0-1-1 0 0,0 1 1 0 0,1-1 0 0 0,-1 1 0 0 0,0-1-1 0 0,1 0 1 0 0,-1 1 0 0 0,1-1 0 0 0,-1 0 0 0 0,0 0-1 0 0,1 0 1 0 0,-1 0 0 0 0,1 0 0 0 0,-1 0-1 0 0,0-1 1 0 0,1 1 0 0 0,-1 0 0 0 0,0-1 0 0 0,1 1-1 0 0,-1-1 1 0 0,2 0 0 0 0,-3 0-141 0 0,1 0 1 0 0,0 0-1 0 0,-1 0 1 0 0,1-1-1 0 0,-1 1 1 0 0,1 0-1 0 0,-1 0 1 0 0,1-1-1 0 0,-1 1 1 0 0,0 0-1 0 0,0 0 1 0 0,0-1-1 0 0,0 1 1 0 0,0 0-1 0 0,0-1 1 0 0,0 1-1 0 0,0 0 1 0 0,0-1-1 0 0,-1 1 1 0 0,1 0-1 0 0,0 0 1 0 0,-1-1-1 0 0,1 1 1 0 0,-1 0-1 0 0,1 0 1 0 0,-2-2-1 0 0,-23-18-3247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01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1040 0 0,'-25'0'4202'0'0,"14"-1"-788"0"0,1-2-2858 0 0,1 1-657 0 0,4 2 514 0 0,10 0-333 0 0,15 0 0 0 0,100 11 254 0 0,-89-9-181 0 0,59 9 1 0 0,-80-9-133 0 0,0 0 0 0 0,0 0 0 0 0,-1-1 0 0 0,1 0 0 0 0,13-1 0 0 0,-6-1-14 0 0,0 2 0 0 0,0 1-1 0 0,0 0 1 0 0,23 6 0 0 0,-22-6 0 0 0,-1 0 0 0 0,35-1 0 0 0,-42-2 20 0 0,0 1 1 0 0,0 0-1 0 0,0 0 0 0 0,0 1 0 0 0,0 0 0 0 0,-1 1 0 0 0,1 0 0 0 0,0 0 1 0 0,-1 1-1 0 0,13 6 0 0 0,-18-6 4 0 0,1 0 1 0 0,0-1-1 0 0,0 0 1 0 0,0 1-1 0 0,0-1 1 0 0,0-1-1 0 0,0 1 0 0 0,1-1 1 0 0,-1 0-1 0 0,1 0 1 0 0,-1-1-1 0 0,1 0 1 0 0,9 0-1 0 0,59 4 76 0 0,16-3-94 0 0,-80-2-13 0 0,41 3 0 0 0,-33 0 9 0 0,53 1 49 0 0,-16-3-45 0 0,1 0 81 0 0,-51 0 706 0 0,-4-2-306 0 0,-7-1-361 0 0,-73-10 892 0 0,39 8-841 0 0,0-2 0 0 0,1-2 0 0 0,-54-19 0 0 0,-23-12-2986 0 0,117 38 2659 0 0,0 1-1 0 0,0 1 0 0 0,-1-1 1 0 0,1 0-1 0 0,0 0 1 0 0,0 0-1 0 0,0 0 0 0 0,0 1 1 0 0,0-1-1 0 0,0 0 0 0 0,0 1 1 0 0,1-1-1 0 0,-1 1 0 0 0,0-1 1 0 0,0 1-1 0 0,0 0 0 0 0,1-1 1 0 0,-1 1-1 0 0,0 0 0 0 0,0 0 1 0 0,1 0-1 0 0,-1 0 0 0 0,0 0 1 0 0,0 0-1 0 0,2 1 0 0 0,53 4-4885 0 0,-26 1 2508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0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20 1201 0 0,'5'-12'3712'0'0,"11"7"-2857"0"0,-12 4-353 0 0,1 0 698 0 0,-10 1-306 0 0,-18 1-452 0 0,1 2 0 0 0,-1 0 1 0 0,1 1-1 0 0,-40 14 0 0 0,-73 36 55 0 0,103-40-393 0 0,1 2 0 0 0,0 2 0 0 0,1 0 0 0 0,-27 24 0 0 0,48-36-105 0 0,0 1-1 0 0,0-2 1 0 0,-1 1-1 0 0,-17 6 1 0 0,11-4-192 0 0,18-4-381 0 0,-1-2-194 0 0,-19-1-411 0 0,-12-1-1849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5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70 4162 0 0,'-91'6'5923'0'0,"61"-6"-5283"0"0,90-12-1601 0 0,1-1-159 0 0,-1 1-161 0 0,31-26-3361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28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39 2161 0 0,'-39'-1'3222'0'0,"24"0"-2353"0"0,1 1-1 0 0,-1 0 1 0 0,-18 3-1 0 0,70-7-377 0 0,0 2 0 0 0,1 1 0 0 0,-1 1 0 0 0,40 7 0 0 0,49 0 122 0 0,-108-7-574 0 0,134-4-81 0 0,-51-12-2929 0 0,-96 16 2347 0 0,-4 0 447 0 0,0 0 0 0 0,0 0 0 0 0,0 0 0 0 0,0 0-1 0 0,0-1 1 0 0,0 1 0 0 0,0 0 0 0 0,1 0 0 0 0,-1-1 0 0 0,0 1 0 0 0,0 0-1 0 0,0-1 1 0 0,0 1 0 0 0,0-1 0 0 0,0 0 0 0 0,0 1 0 0 0,-1-1 0 0 0,1 0 0 0 0,0 1-1 0 0,0-1 1 0 0,0 0 0 0 0,-1 0 0 0 0,1 0 0 0 0,0 0 0 0 0,0-1 0 0 0,-1-10-2505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2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6 1040 0 0,'-30'-5'4162'0'0,"-1"16"-2721"0"0,1 28 0 0 0,0 30-561 0 0,-24 2-480 0 0,24 6-240 0 0,-1-8 161 0 0,31-11-161 0 0,-30-14-160 0 0,60 6 80 0 0,1-17-320 0 0,-1-20-641 0 0,-6-13-800 0 0,36-19-3521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2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53 181 80 0 0,'-6'7'6298'0'0,"-11"-7"-6487"0"0,15 0 750 0 0,-3 0 1733 0 0,0 0-2134 0 0,1 1-71 0 0,-10 2-116 0 0,42-1 912 0 0,63-2-645 0 0,-41-6-146 0 0,-45 3 26 0 0,-5 3-118 0 0,0 0 0 0 0,0-1 1 0 0,0 1-1 0 0,0 0 0 0 0,0 0 1 0 0,0 0-1 0 0,0 0 0 0 0,0-1 0 0 0,0 1 1 0 0,0 0-1 0 0,0 0 0 0 0,0 0 1 0 0,0 0-1 0 0,0-1 0 0 0,0 1 1 0 0,0 0-1 0 0,0 0 0 0 0,0 0 1 0 0,0 0-1 0 0,0-1 0 0 0,0 1 1 0 0,1 0-1 0 0,-1 0 0 0 0,0 0 0 0 0,0 0 1 0 0,0 0-1 0 0,0-1 0 0 0,0 1 1 0 0,0 0-1 0 0,1 0 0 0 0,-1 0 1 0 0,0 0-1 0 0,0 0 0 0 0,0 0 1 0 0,0 0-1 0 0,0 0 0 0 0,1 0 1 0 0,-1 0-1 0 0,0-1 0 0 0,0 1 0 0 0,0 0 1 0 0,0 0-1 0 0,1 0 0 0 0,-1 0 1 0 0,0 0-1 0 0,0 0 0 0 0,0 0 1 0 0,1 0-1 0 0,-1 0 0 0 0,0 1 1 0 0,0-1-1 0 0,20-4 78 0 0,-15 3 0 0 0,0 1-13 0 0,17-1-21 0 0,77 3 148 0 0,-12 4-134 0 0,172 6 67 0 0,-249-13-74 0 0,16-3-26 0 0,4 3 26 0 0,0 0-40 0 0,-5-4 1 0 0,-10 0 47 0 0,-13 5-55 0 0,2 3 1 0 0,1-1-1 0 0,-1 0 1 0 0,1 0-1 0 0,0 0 1 0 0,0-1 0 0 0,-1 0-1 0 0,1 0 1 0 0,0 0-1 0 0,6 0 1 0 0,45 0 86 0 0,-59-1-13 0 0,0-1 0 0 0,1 0 0 0 0,-1 0 1 0 0,1 1-1 0 0,-1-1 0 0 0,0-1 0 0 0,1 1 0 0 0,0 0 0 0 0,-1-1 0 0 0,-1-1 0 0 0,1 1-24 0 0,-1 0-1 0 0,1 0 1 0 0,0 0 0 0 0,-1 0 0 0 0,1 1-1 0 0,0 0 1 0 0,-1-1 0 0 0,0 1 0 0 0,1 0-1 0 0,-1 1 1 0 0,-5-1 0 0 0,0-1 88 0 0,-14-8 242 0 0,7 3-162 0 0,-1 0 1 0 0,1-1-1 0 0,1-1 0 0 0,-29-20 1 0 0,-16-3 268 0 0,0 1-266 0 0,51 28-330 0 0,-21-10-339 0 0,19 2-2628 0 0,10 9 262 0 0,6 14-2454 0 0,16 5 2060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 1361 0 0,'-5'0'1854'0'0,"-46"12"1521"0"0,-44 7-1588 0 0,25 0-1319 0 0,49-12-429 0 0,-8 10 118 0 0,26-14-128 0 0,0-1-1 0 0,0 0 1 0 0,0 0-1 0 0,0 0 1 0 0,0 0-1 0 0,0 0 1 0 0,-1-1-1 0 0,-2 2 1 0 0,-68 27 513 0 0,61-24-401 0 0,-1 0 0 0 0,1 0 1 0 0,-19 3-1 0 0,26 2-488 0 0,6-9-760 0 0,1-9-107 0 0,-1-5-1321 0 0,0-6-586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4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6083 0 0,'30'-25'2961'0'0,"1"6"-3441"0"0,29-6-3442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5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1761 0 0,'30'14'4562'0'0,"-60"16"-2481"0"0,30 9-1761 0 0,0-1-640 0 0,30-19-160 0 0,-30-13-81 0 0,0-12-2800 0 0,0-7 960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58 162 2001 0 0,'2'0'182'0'0,"-1"0"0"0"0,0 1-1 0 0,0-1 1 0 0,1 0 0 0 0,-1 0 0 0 0,0-1 0 0 0,0 1 0 0 0,1 0 0 0 0,-1 0-1 0 0,0 0 1 0 0,0-1 0 0 0,0 1 0 0 0,1-1 0 0 0,-1 1 0 0 0,0-1-1 0 0,0 1 1 0 0,0-1 0 0 0,0 0 0 0 0,0 0 0 0 0,0 1 0 0 0,0-1 0 0 0,1-1-1 0 0,1-27 4086 0 0,-3 16-4792 0 0,0 12 528 0 0,0 1 0 0 0,0-1 1 0 0,0 1-1 0 0,0-1 0 0 0,1 1 1 0 0,-1-1-1 0 0,0 1 0 0 0,0-1 1 0 0,1 1-1 0 0,-1 0 0 0 0,0-1 1 0 0,1 1-1 0 0,-1-1 0 0 0,0 1 1 0 0,1 0-1 0 0,-1-1 0 0 0,1 1 1 0 0,-1 0-1 0 0,0 0 0 0 0,1-1 1 0 0,-1 1-1 0 0,1 0 0 0 0,-1 0 1 0 0,1 0-1 0 0,-1 0 0 0 0,1-1 1 0 0,-1 1-1 0 0,1 0 0 0 0,-1 0 1 0 0,1 0-1 0 0,-1 0 0 0 0,1 0 1 0 0,-1 0-1 0 0,1 0 0 0 0,0 1 1 0 0,-1-1 1 0 0,1 0 0 0 0,0 0 0 0 0,-1 0 0 0 0,1 0 0 0 0,-1 0 0 0 0,1 0 0 0 0,-1 0 0 0 0,1 0 0 0 0,0 0 0 0 0,-1-1 0 0 0,1 1 0 0 0,-1 0 0 0 0,1 0 0 0 0,-1 0 0 0 0,1-1 0 0 0,-1 1 0 0 0,1 0 0 0 0,-1 0 0 0 0,1-1 0 0 0,-1 1 1 0 0,1 0-1 0 0,-1-1 0 0 0,0 1 0 0 0,1-1 0 0 0,-1 1 0 0 0,0-1 0 0 0,1 1 0 0 0,-1-1 0 0 0,0 1 0 0 0,1-1 0 0 0,-1 1 0 0 0,0-1 0 0 0,0 1 0 0 0,0-1 0 0 0,1 1 0 0 0,-1-2 0 0 0,0 1 4 0 0,0 0-1 0 0,0-1 0 0 0,0 1 1 0 0,0-1-1 0 0,0 1 1 0 0,0 0-1 0 0,0-1 0 0 0,1 1 1 0 0,-1 0-1 0 0,1-1 0 0 0,-1 1 1 0 0,1 0-1 0 0,-1-1 1 0 0,1 1-1 0 0,0 0 0 0 0,0 0 1 0 0,0 0-1 0 0,-1 0 0 0 0,1 0 1 0 0,0 0-1 0 0,0 0 0 0 0,0 0 1 0 0,0 0-1 0 0,1 0 1 0 0,-1 0-1 0 0,0 1 0 0 0,3-2 1 0 0,1-1 10 0 0,-4 2-10 0 0,-1 0 1 0 0,1 0 0 0 0,0-1-1 0 0,-1 1 1 0 0,1 0-1 0 0,-1 0 1 0 0,1 0-1 0 0,-1-1 1 0 0,1 1 0 0 0,-1 0-1 0 0,0 0 1 0 0,0-1-1 0 0,0 1 1 0 0,0 0-1 0 0,0-1 1 0 0,0 1 0 0 0,0 0-1 0 0,0-1 1 0 0,0 1-1 0 0,-1-3 1 0 0,0 4-4 0 0,1-1 1 0 0,0 0 0 0 0,0 0-1 0 0,-1 1 1 0 0,1-1 0 0 0,0 0-1 0 0,0 0 1 0 0,0 0 0 0 0,0 1-1 0 0,0-1 1 0 0,0 0-1 0 0,0 0 1 0 0,0 0 0 0 0,0 0-1 0 0,1 1 1 0 0,-1-1 0 0 0,0 0-1 0 0,0 0 1 0 0,1 1 0 0 0,-1-1-1 0 0,0 0 1 0 0,1 0-1 0 0,-1 1 1 0 0,1-1 0 0 0,-1 0-1 0 0,1 1 1 0 0,0-1 0 0 0,12-2 46 0 0,-15 5 90 0 0,1-2-131 0 0,0 1 0 0 0,0-1 0 0 0,0 1 0 0 0,0-1 0 0 0,0 1 0 0 0,0-1 0 0 0,0 1 1 0 0,0 0-1 0 0,0-1 0 0 0,1 1 0 0 0,-1 0 0 0 0,0 0 0 0 0,1 0 0 0 0,-1 0 0 0 0,0 0 0 0 0,1 0 0 0 0,-1 1 0 0 0,1 0 2 0 0,0 0 0 0 0,-1 1 0 0 0,1-1 0 0 0,-1 0 0 0 0,0 0 0 0 0,1 0 0 0 0,-1 1 0 0 0,0-1 0 0 0,0 0 0 0 0,0 0 0 0 0,-1 0 0 0 0,1 0 0 0 0,0 0-1 0 0,-1-1 1 0 0,-1 3 0 0 0,-11 15 110 0 0,-47 107 396 0 0,57-119-505 0 0,1-1-2 0 0,0-1 0 0 0,0 0 0 0 0,0 1 1 0 0,0 0-1 0 0,1-1 0 0 0,0 1 0 0 0,0 0 1 0 0,1 0-1 0 0,-1 1 0 0 0,1-1 0 0 0,0 8 1 0 0,1-11-10 0 0,0-1 0 0 0,0 1 0 0 0,0 0 0 0 0,-1 0 1 0 0,1-1-1 0 0,-1 1 0 0 0,0 0 0 0 0,0-1 1 0 0,0 1-1 0 0,0 0 0 0 0,0-1 0 0 0,0 0 0 0 0,-1 1 1 0 0,1-1-1 0 0,-1 0 0 0 0,0 1 0 0 0,-2 1 0 0 0,-2 3-13 0 0,6-7 4 0 0,0 1 0 0 0,-1-1-1 0 0,1 0 1 0 0,0 0-1 0 0,0 1 1 0 0,0-1-1 0 0,-1 0 1 0 0,1 1 0 0 0,0-1-1 0 0,0 0 1 0 0,0 1-1 0 0,0-1 1 0 0,0 0 0 0 0,0 1-1 0 0,0-1 1 0 0,0 0-1 0 0,0 1 1 0 0,0-1-1 0 0,0 0 1 0 0,0 1 0 0 0,0-1-1 0 0,0 0 1 0 0,0 1-1 0 0,0-1 1 0 0,0 1 0 0 0,0-1-1 0 0,0 0 1 0 0,0 1-1 0 0,1-1 1 0 0,-1 0 0 0 0,0 0-1 0 0,0 1 1 0 0,0-1-1 0 0,1 0 1 0 0,-1 1-1 0 0,16 7-324 0 0,22-1-736 0 0,-37-6 963 0 0,7-1-274 0 0,-1 1 0 0 0,1-1 0 0 0,-1-1 0 0 0,1 1 1 0 0,-1-1-1 0 0,1-1 0 0 0,9-2 0 0 0,8-9-3984 0 0,-5 1 1679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39 2081 0 0,'-17'10'1400'0'0,"0"-1"-1"0"0,-25 10 1 0 0,-79 19 554 0 0,46-17-1651 0 0,40-9-119 0 0,1 2-1 0 0,1 1 0 0 0,-41 24 1 0 0,64-23-91 0 0,-5-11-41 0 0,12 3-44 0 0,21 3-54 0 0,12-2 43 0 0,0-1 1 0 0,1-1 0 0 0,0-2 0 0 0,1-1 0 0 0,60-1-1 0 0,-71-3 9 0 0,0-2-1 0 0,0 0 1 0 0,-1-1 0 0 0,1-2-1 0 0,-1 0 1 0 0,0 0-1 0 0,0-2 1 0 0,-1-1-1 0 0,0 0 1 0 0,0-1-1 0 0,26-18 1 0 0,-43 26-1 0 0,0 0 0 0 0,-1-1 0 0 0,1 1 0 0 0,0 0 0 0 0,-1-1 0 0 0,1 1 1 0 0,-1-1-1 0 0,1 1 0 0 0,-1-1 0 0 0,0 0 0 0 0,1 0 0 0 0,-1 1 0 0 0,0-1 0 0 0,0 0 0 0 0,-1 0 0 0 0,1 0 0 0 0,0 0 0 0 0,-1 0 0 0 0,2-4 1 0 0,-3 3 9 0 0,0 0 0 0 0,0 0 1 0 0,0 1-1 0 0,0-1 1 0 0,0 0-1 0 0,0 1 1 0 0,-1-1-1 0 0,1 1 1 0 0,-1 0-1 0 0,0-1 1 0 0,0 1-1 0 0,0 0 1 0 0,0 0-1 0 0,-4-3 0 0 0,-28-30 183 0 0,27 26-148 0 0,-1 0 0 0 0,-1 1 0 0 0,1 0 0 0 0,-1 0 0 0 0,-1 1 0 0 0,-20-12-1 0 0,18 13-60 0 0,0 1-1 0 0,-1 1 0 0 0,1 0 1 0 0,-1 0-1 0 0,0 2 0 0 0,0-1 1 0 0,-14 1-1 0 0,26 2-37 0 0,1 0 1 0 0,-1 0-1 0 0,1 0 0 0 0,-1 1 1 0 0,1-1-1 0 0,0 0 0 0 0,-1 1 1 0 0,1-1-1 0 0,0 0 0 0 0,-1 1 1 0 0,1-1-1 0 0,0 1 0 0 0,0-1 1 0 0,-1 0-1 0 0,1 1 0 0 0,0-1 1 0 0,0 1-1 0 0,0-1 0 0 0,-1 1 1 0 0,1-1-1 0 0,0 1 1 0 0,0-1-1 0 0,0 1 0 0 0,0-1 1 0 0,0 1-1 0 0,0-1 0 0 0,0 1 1 0 0,0-1-1 0 0,0 1 0 0 0,0-1 1 0 0,0 1-1 0 0,0-1 0 0 0,1 0 1 0 0,-1 2-1 0 0,6 15-2317 0 0,19-4-528 0 0,5-1 39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23 160 0 0,'-5'0'2041'0'0,"-5"0"-1030"0"0,-82 2 3866 0 0,77-1-4787 0 0,0 1-1 0 0,0 0 0 0 0,0 1 1 0 0,0 1-1 0 0,1 0 0 0 0,-1 1 1 0 0,-15 8-1 0 0,-56 25 98 0 0,81-27-70 0 0,0-2-87 0 0,2-6-20 0 0,-18 18 52 0 0,20-20-60 0 0,1 0 1 0 0,-1 0-1 0 0,1 0 0 0 0,-1 0 1 0 0,1 1-1 0 0,-1-1 1 0 0,1 0-1 0 0,0 0 0 0 0,0 0 1 0 0,0 0-1 0 0,-1 0 1 0 0,1 0-1 0 0,0 1 0 0 0,0-1 1 0 0,1 0-1 0 0,-1 0 1 0 0,0 0-1 0 0,0 0 0 0 0,0 0 1 0 0,1 1-1 0 0,-1-1 1 0 0,1 0-1 0 0,-1 0 0 0 0,1 0 1 0 0,-1 0-1 0 0,1 0 1 0 0,-1 0-1 0 0,1 0 0 0 0,0-1 1 0 0,1 3-1 0 0,6 3-2 0 0,0 1 0 0 0,0-2 0 0 0,1 1 0 0 0,-1-1 0 0 0,1 0 0 0 0,0-1 0 0 0,1 0 0 0 0,18 5 0 0 0,1 0 0 0 0,46 6 0 0 0,-50-11-6 0 0,0-1 0 0 0,0-2 0 0 0,1 0 0 0 0,-1-2-1 0 0,0-1 1 0 0,0 0 0 0 0,0-2 0 0 0,0-1 0 0 0,-1-1 0 0 0,0-1 0 0 0,0-2-1 0 0,36-16 1 0 0,-57 23 20 0 0,0-1-1 0 0,-1 1 0 0 0,1-1 1 0 0,0 1-1 0 0,-1-1 0 0 0,1 0 1 0 0,-1 0-1 0 0,0 0 0 0 0,0 0 1 0 0,0-1-1 0 0,0 1 0 0 0,-1 0 1 0 0,1-1-1 0 0,-1 1 0 0 0,0-1 1 0 0,0 0-1 0 0,0 1 0 0 0,-1-1 1 0 0,1 0-1 0 0,-1 1 0 0 0,0-1 1 0 0,0 0-1 0 0,0 0 0 0 0,-1 1 1 0 0,1-1-1 0 0,-1 0 0 0 0,0 0 1 0 0,0 1-1 0 0,0-1 0 0 0,0 1 1 0 0,-1-1-1 0 0,1 1 0 0 0,-1 0 1 0 0,0-1-1 0 0,0 1 0 0 0,0 0 1 0 0,0 0-1 0 0,-1 0 0 0 0,1 1 1 0 0,-1-1-1 0 0,-3-2 0 0 0,-9-4 38 0 0,-2-2 22 0 0,-1 1 0 0 0,-23-10 0 0 0,36 18-140 0 0,1 0-1 0 0,-1 1 0 0 0,1 0 0 0 0,-1 0 0 0 0,0 0 1 0 0,0 0-1 0 0,1 1 0 0 0,-1-1 0 0 0,0 1 0 0 0,0 0 1 0 0,1 1-1 0 0,-1-1 0 0 0,0 1 0 0 0,-8 3 0 0 0,12-4-15 0 0,1 0 0 0 0,-1 0-1 0 0,1 1 1 0 0,0-1 0 0 0,-1 0-1 0 0,1 1 1 0 0,-1-1-1 0 0,1 1 1 0 0,0-1 0 0 0,0 0-1 0 0,-1 1 1 0 0,1-1-1 0 0,0 1 1 0 0,0-1 0 0 0,-1 1-1 0 0,1-1 1 0 0,0 0 0 0 0,0 1-1 0 0,0-1 1 0 0,0 1-1 0 0,0-1 1 0 0,0 1 0 0 0,0-1-1 0 0,0 1 1 0 0,0-1-1 0 0,0 1 1 0 0,0-1 0 0 0,0 1-1 0 0,0 0 1 0 0,1 4-1311 0 0,-1 5-1727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5:5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1921 0 0,'0'0'187'0'0,"0"-1"-1"0"0,0 1 1 0 0,0-1 0 0 0,0 1 0 0 0,-1 0-1 0 0,1-1 1 0 0,0 1 0 0 0,0-1 0 0 0,0 1-1 0 0,0 0 1 0 0,0-1 0 0 0,0 1 0 0 0,0-1-1 0 0,0 1 1 0 0,0 0 0 0 0,0-1 0 0 0,0 1-1 0 0,1-1 1 0 0,-1 1 0 0 0,0 0 0 0 0,0-1-1 0 0,0 1 1 0 0,0-1 0 0 0,1 1 0 0 0,-1 0-1 0 0,0-1 1 0 0,0 1 0 0 0,1 0 0 0 0,-1-1-1 0 0,0 1 1 0 0,1 0 0 0 0,-1 0 0 0 0,0-1-1 0 0,1 1 1 0 0,-1 0 0 0 0,0 0 0 0 0,1-1-1 0 0,63-26 448 0 0,-30 14-442 0 0,-1-1-1 0 0,-1-2 1 0 0,41-27 0 0 0,7 0 502 0 0,-87 46 738 0 0,4-2-1378 0 0,-1 0 0 0 0,1 1 0 0 0,-1 0 0 0 0,1-1 0 0 0,-1 1 0 0 0,1 0 0 0 0,0 0 0 0 0,0 1 0 0 0,0-1 0 0 0,0 1 0 0 0,0-1 0 0 0,1 1-1 0 0,-4 4 1 0 0,-2 7 11 0 0,0 0 0 0 0,2 0-1 0 0,-1 0 1 0 0,2 1 0 0 0,0-1-1 0 0,0 1 1 0 0,2 1 0 0 0,0-1-1 0 0,0 0 1 0 0,2 1 0 0 0,0 0-1 0 0,1 17 1 0 0,0 47-1186 0 0,0-78 905 0 0,0 0-1 0 0,0 0 0 0 0,0 0 1 0 0,0 1-1 0 0,0-1 1 0 0,1 0-1 0 0,-1 0 0 0 0,1 0 1 0 0,0-1-1 0 0,-1 1 0 0 0,1 0 1 0 0,0 0-1 0 0,0 0 0 0 0,0 0 1 0 0,0-1-1 0 0,1 1 1 0 0,-1 0-1 0 0,0-1 0 0 0,1 1 1 0 0,-1-1-1 0 0,1 0 0 0 0,-1 1 1 0 0,1-1-1 0 0,3 2 0 0 0,-30-8-3544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0,'30'0'5923'0'0,"-30"6"-3282"0"0,30-6-2481 0 0,-60 0-2801 0 0,0 0-2561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39 880 0 0,'30'-13'2402'0'0,"-30"7"-161"0"0,0-7 1040 0 0,0 7-640 0 0,0 12-2881 0 0,0-1-640 0 0,0 9-2242 0 0,-30 24-3841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6 640 0 0,'-31'0'3042'0'0,"31"-6"-721"0"0,-30 6 1440 0 0,60 0-4001 0 0,-30 6-1040 0 0,0 0-1201 0 0,0 2-801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1681 0 0,'0'0'2641'0'0,"-31"0"2721"0"0,62 0-5602 0 0,-1-5-3121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7 720 0 0,'0'-6'2562'0'0,"-30"6"1599"0"0,0 0-2560 0 0,0 6-320 0 0,-1-6-481 0 0,1 5-480 0 0,30 3-2561 0 0,0-2-1521 0 0,0 7-800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 1201 0 0,'-30'-20'5842'0'0,"0"20"-5201"0"0,30 6-401 0 0,0 0-240 0 0,-30 21-240 0 0,30 9-1681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2561 0 0,'-30'0'6883'0'0,"60"5"-10564"0"0,-30 1 639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5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45 4962 0 0,'-31'-19'3282'0'0,"1"5"-2402"0"0,30 9-960 0 0,0-1-240 0 0,0 12 240 0 0,0-1-640 0 0,30 15-1441 0 0,1 18-3042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5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58 3442 0 0,'0'6'1520'0'0,"0"-12"-1280"0"0,0 0-480 0 0,-30 0-240 0 0,30-7-560 0 0,-30-1-481 0 0,30-5-80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954 120 480 0 0,'-141'-25'3737'0'0,"77"12"-2752"0"0,-117-38 616 0 0,120 41-1359 0 0,-92-6 0 0 0,6 12-246 0 0,140 4 1 0 0,-78 7 128 0 0,61-4-73 0 0,-67-9 1215 0 0,91 5-1200 0 0,61 9-2668 0 0,-31-2 146 0 0,0 0-240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4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1361 0 0,'0'0'2881'0'0,"0"6"-640"0"0,0 2 80 0 0,-24-2-2401 0 0,48-1-1681 0 0,-24 3-4722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5362 0 0,'-61'-6'3762'0'0,"31"6"-2881"0"0,30 6-1762 0 0,0 7 481 0 0,-30 7-1041 0 0,30 10-3521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6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1921 0 0,'0'0'4002'0'0,"0"12"-3122"0"0,0-4-880 0 0,0 3-240 0 0,0 14-240 0 0,-30 33-1761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8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1361 0 0,'-30'6'2561'0'0,"-1"0"560"0"0,31 2-2480 0 0,31-8-2162 0 0,-1 5-800 0 0,0 1-641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0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4162 0 0,'-60'38'4082'0'0,"-1"-19"-4242"0"0,61 1-1361 0 0,0-7-1280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1681 0 0,'-30'25'2801'0'0,"0"2"-560"0"0,0-2-1681 0 0,30-11-3201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2961 0 0,'0'13'2161'0'0,"0"7"-1360"0"0,0-1-881 0 0,0 12-1601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0 325 560 0 0,'12'-1'9225'0'0,"42"-22"-9259"0"0,-37 17 28 0 0,0 0 1 0 0,1 1-1 0 0,-1 1 0 0 0,1 1 0 0 0,33-2 0 0 0,-18 1 54 0 0,261-52 571 0 0,-262 50-531 0 0,12-1 51 0 0,0 2 0 0 0,0 2-1 0 0,61 4 1 0 0,-35 0 267 0 0,482 31 1169 0 0,-270-9-816 0 0,-156-22-345 0 0,14-6-41 0 0,-81-2-172 0 0,0-3 0 0 0,0-2-1 0 0,64-23 1 0 0,-121 34-190 0 0,68-30 403 0 0,-24 16-72 0 0,1 2 0 0 0,65-9 1 0 0,-87 19-127 0 0,49-6 277 0 0,1 3-1 0 0,139 8 1 0 0,-148 4-256 0 0,-1-4-1 0 0,2-2 1 0 0,91-13 0 0 0,-20 4 42 0 0,-65 6-158 0 0,153 6 155 0 0,-95 1-138 0 0,-13-4-305 0 0,151 19 0 0 0,-261-18-371 0 0,1 0 0 0 0,-1 0 0 0 0,1 0 0 0 0,-1-1 0 0 0,1 0 0 0 0,-1-1 0 0 0,1 0 0 0 0,13-3 0 0 0,-18-3-2615 0 0,-13-2 1375 0 0,-31-12-1361 0 0,-91-30-3158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2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39 1601 0 0,'0'-1'78'0'0,"1"1"-1"0"0,-1-1 1 0 0,0 1 0 0 0,0 0 0 0 0,0-1-1 0 0,0 1 1 0 0,0-1 0 0 0,1 1 0 0 0,-1 0 0 0 0,0-1-1 0 0,0 1 1 0 0,1 0 0 0 0,-1-1 0 0 0,0 1 0 0 0,0 0-1 0 0,1-1 1 0 0,-1 1 0 0 0,1 0 0 0 0,-1-1 0 0 0,0 1-1 0 0,1 0 1 0 0,-1 0 0 0 0,0 0 0 0 0,1-1-1 0 0,-1 1 1 0 0,1 0 0 0 0,-1 0 0 0 0,1 0 0 0 0,-1 0-1 0 0,0 0 1 0 0,1 0 0 0 0,-1 0 0 0 0,1 0 0 0 0,-1 0-1 0 0,1 0 1 0 0,0 0 0 0 0,-1 0 28 0 0,1 0-1 0 0,0 0 1 0 0,0 0 0 0 0,-1 0 0 0 0,1 0 0 0 0,0 0-1 0 0,-1 0 1 0 0,1 0 0 0 0,0-1 0 0 0,-1 1 0 0 0,1 0-1 0 0,0 0 1 0 0,-1-1 0 0 0,1 1 0 0 0,-1 0 0 0 0,1-1-1 0 0,-1 1 1 0 0,1 0 0 0 0,0-1 0 0 0,-1 1 0 0 0,0-1-1 0 0,1 1 1 0 0,-1-1 0 0 0,1 0 0 0 0,-1 1 0 0 0,1-1-1 0 0,-1 1 1 0 0,0-1 0 0 0,0 0 0 0 0,1 1 0 0 0,-1-1-1 0 0,0 1 1 0 0,0-1 0 0 0,0 0 0 0 0,1 1-1 0 0,-1-1 1 0 0,0 0 0 0 0,0 0 0 0 0,0 0 0 0 0,-36-10 481 0 0,23 10-566 0 0,0 0 1 0 0,-1 1-1 0 0,1 1 1 0 0,0 0-1 0 0,0 1 1 0 0,0 1-1 0 0,-19 5 1 0 0,10-3 19 0 0,6 0 1 0 0,0 0 1 0 0,0 1-1 0 0,0 1 0 0 0,1 0 0 0 0,-21 14 0 0 0,31-11-42 0 0,0-1 0 0 0,3-8 0 0 0,1-1 0 0 0,-1 1 0 0 0,1 0 0 0 0,0-1 0 0 0,-1 1 0 0 0,1 0 0 0 0,0 0 0 0 0,0 0 0 0 0,-1 0 0 0 0,1 0 0 0 0,0 0 0 0 0,0 0 0 0 0,0 0 0 0 0,0 1 0 0 0,0-1 0 0 0,1 0 0 0 0,-2 3 0 0 0,-1 35 0 0 0,3-33 0 0 0,-1-4 0 0 0,1-1 0 0 0,0 1 0 0 0,0-1 0 0 0,-1 1 0 0 0,1 0-1 0 0,-1-1 1 0 0,1 1 0 0 0,-1-1 0 0 0,0 0 0 0 0,1 1 0 0 0,-1-1-1 0 0,0 1 1 0 0,0-1 0 0 0,0 0 0 0 0,0 0 0 0 0,0 0 0 0 0,0 1-1 0 0,-1-1 1 0 0,1 0 0 0 0,-3 1 0 0 0,-3 4-10 0 0,7-5 8 0 0,0-1 1 0 0,-1 1-1 0 0,1-1 0 0 0,0 0 0 0 0,0 1 0 0 0,0-1 1 0 0,-1 1-1 0 0,1-1 0 0 0,0 1 0 0 0,0-1 1 0 0,0 1-1 0 0,0-1 0 0 0,0 1 0 0 0,0-1 0 0 0,0 1 1 0 0,0-1-1 0 0,0 1 0 0 0,0-1 0 0 0,0 1 1 0 0,0-1-1 0 0,0 1 0 0 0,0-1 0 0 0,0 1 0 0 0,1-1 1 0 0,-1 1-1 0 0,0-1 0 0 0,0 1 0 0 0,1-1 1 0 0,-1 0-1 0 0,0 1 0 0 0,0-1 0 0 0,1 1 0 0 0,-1-1 1 0 0,1 0-1 0 0,-1 1 0 0 0,16 12 3 0 0,-13-11-5 0 0,2 18-11 0 0,0 1-36 0 0,0-13 47 0 0,1 0 1 0 0,1 0 0 0 0,-1-1-1 0 0,1 1 1 0 0,0-2 0 0 0,1 1-1 0 0,0-1 1 0 0,0 0 0 0 0,0-1-1 0 0,1 0 1 0 0,0 0 0 0 0,0 0 0 0 0,0-2-1 0 0,0 1 1 0 0,1-1 0 0 0,-1 0-1 0 0,1-1 1 0 0,0 0 0 0 0,0-1-1 0 0,12 1 1 0 0,11 0-18 0 0,0-2 0 0 0,0-2 1 0 0,0 0-1 0 0,61-14 0 0 0,-78 12 23 0 0,0 0-1 0 0,-1 0 1 0 0,0-1-1 0 0,0-1 1 0 0,0-1-1 0 0,0 0 1 0 0,-1-1-1 0 0,21-15 1 0 0,-33 22 1 0 0,0 0 0 0 0,0-1 0 0 0,0 1 0 0 0,0-1 0 0 0,-1 1 0 0 0,1-1 0 0 0,0 0 0 0 0,-1 1 1 0 0,1-1-1 0 0,-1 0 0 0 0,0 0 0 0 0,1 0 0 0 0,-1 0 0 0 0,0 0 0 0 0,0-1 0 0 0,-1 1 0 0 0,1 0 0 0 0,0 0 0 0 0,-1-1 1 0 0,1 1-1 0 0,-1-3 0 0 0,0 2 1 0 0,-1 0 0 0 0,0 0 0 0 0,0 0 0 0 0,0 0 0 0 0,-1 0 0 0 0,1 0 0 0 0,0 0 0 0 0,-1 0 0 0 0,0 0 1 0 0,0 1-1 0 0,0-1 0 0 0,0 0 0 0 0,0 1 0 0 0,-1 0 0 0 0,-2-3 0 0 0,-12-9 23 0 0,0 0-1 0 0,-1 1 1 0 0,-1 1 0 0 0,0 1-1 0 0,0 1 1 0 0,-1 0 0 0 0,-1 1-1 0 0,-35-10 1 0 0,9 8-46 0 0,39 12-14 0 0,2 1-8 0 0,6-1-71 0 0,-1 0 0 0 0,1 0-1 0 0,-1 0 1 0 0,0 0 0 0 0,1-1 0 0 0,0 1 0 0 0,-1 0 0 0 0,1 0 0 0 0,-1 0-1 0 0,1 0 1 0 0,0 0 0 0 0,0 0 0 0 0,0 0 0 0 0,0 0 0 0 0,0 0 0 0 0,-1 0 0 0 0,2 0-1 0 0,-1 0 1 0 0,0 0 0 0 0,0 0 0 0 0,0 0 0 0 0,0 0 0 0 0,1 0 0 0 0,-1 0-1 0 0,0 0 1 0 0,1 0 0 0 0,-1 0 0 0 0,1 0 0 0 0,-1 0 0 0 0,1 0 0 0 0,0 1-1 0 0,25 4-1981 0 0,4-5-200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2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25 480 0 0,'1'-1'319'0'0,"-1"0"0"0"0,0 0 0 0 0,1 0 0 0 0,-1 0 0 0 0,0 0 0 0 0,0 0 0 0 0,0 0 0 0 0,0 0 1 0 0,0 0-1 0 0,0 0 0 0 0,0 0 0 0 0,0 0 0 0 0,-1 0 0 0 0,1 0 0 0 0,0 0 0 0 0,-1 0 0 0 0,1 0 0 0 0,0 0 0 0 0,-1 0 0 0 0,1 0 0 0 0,-1 1 0 0 0,0-1 0 0 0,-1-2 0 0 0,-24 4-156 0 0,0 0 1 0 0,0 2-1 0 0,1 1 1 0 0,-1 1-1 0 0,1 1 1 0 0,0 1-1 0 0,-27 12 0 0 0,38-10-98 0 0,1 1 0 0 0,0 0 0 0 0,0 1 0 0 0,1 0 0 0 0,1 1 0 0 0,0 0 0 0 0,-14 21 0 0 0,16-21-51 0 0,8-9-13 0 0,-1 1-1 0 0,1 0 1 0 0,0 0 0 0 0,1-1 0 0 0,-1 1 0 0 0,1 0-1 0 0,-1 0 1 0 0,1 0 0 0 0,0 0 0 0 0,0 0 0 0 0,1 0-1 0 0,-1 0 1 0 0,1 0 0 0 0,0-1 0 0 0,0 1-1 0 0,2 4 1 0 0,2-3-10 0 0,1-2-1 0 0,-1 1 0 0 0,1-1 1 0 0,0 0-1 0 0,9 4 0 0 0,28 15 68 0 0,-33-15-64 0 0,2 0 0 0 0,-1 0 0 0 0,0-1 0 0 0,1-1 0 0 0,0 0 0 0 0,1-1 0 0 0,-1 0 0 0 0,1-1 0 0 0,-1 0 0 0 0,21 1 0 0 0,-3-4-74 0 0,-1-3 81 0 0,1-1 0 0 0,-1-2 1 0 0,-1-1-1 0 0,1-1 1 0 0,-1-2-1 0 0,0 0 1 0 0,-1-2-1 0 0,47-28 1 0 0,-73 39 8 0 0,1 0 1 0 0,0 1-1 0 0,-1-1 0 0 0,1 0 1 0 0,-1 0-1 0 0,1 0 0 0 0,-1-1 1 0 0,1 1-1 0 0,-1 0 1 0 0,0 0-1 0 0,0-1 0 0 0,0 1 1 0 0,0-1-1 0 0,0 1 0 0 0,0-1 1 0 0,0 1-1 0 0,0-1 0 0 0,0 0 1 0 0,-1 1-1 0 0,1-1 1 0 0,0-3-1 0 0,-2 3 9 0 0,0-1 0 0 0,0 1 0 0 0,0-1 0 0 0,0 1 0 0 0,0 0 0 0 0,0 0 1 0 0,-1 0-1 0 0,1 0 0 0 0,-1 0 0 0 0,0 0 0 0 0,0 0 0 0 0,0 0 0 0 0,0 1 0 0 0,0-1 0 0 0,-2-1 0 0 0,-28-25 182 0 0,21 17-112 0 0,-1 1 0 0 0,0 0-1 0 0,0 1 1 0 0,-1 1 0 0 0,-16-9 0 0 0,15 10-112 0 0,-1 0-1 0 0,0 1 1 0 0,0 0 0 0 0,0 2-1 0 0,-1-1 1 0 0,0 2 0 0 0,1 0-1 0 0,-1 1 1 0 0,0 1 0 0 0,-1 0-1 0 0,-19 2 1 0 0,26 10-1364 0 0,8-11 1028 0 0,0 0 160 0 0,1 1 1 0 0,-1-1-1 0 0,1 0 1 0 0,0 1-1 0 0,-1-1 0 0 0,1 1 1 0 0,0-1-1 0 0,-1 1 1 0 0,1-1-1 0 0,0 1 0 0 0,-1 0 1 0 0,1 0-1 0 0,0 0 0 0 0,0 0 1 0 0,0 0-1 0 0,-2 1 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0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2561 0 0,'0'5'4882'0'0,"0"-10"-4081"0"0,0-1-1522 0 0,0-8-639 0 0,0 1-1041 0 0,30-24-721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0 320 0 0,'0'39'6483'0'0,"0"-12"-3922"0"0,-30-2-2321 0 0,30-14-560 0 0,0-22 240 0 0,30-9-80 0 0,-30 1-80 0 0,-30-19-2241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1681 0 0,'0'-165'8684'0'0,"0"162"-8653"0"0,0 1 1 0 0,1 0 0 0 0,-1-1-1 0 0,1 1 1 0 0,0 0 0 0 0,-1-1-1 0 0,1 1 1 0 0,0 0-1 0 0,0 0 1 0 0,1 0 0 0 0,-1 0-1 0 0,0 0 1 0 0,1 0 0 0 0,-1 0-1 0 0,1 0 1 0 0,2-1-1 0 0,11-17 259 0 0,-10 14-200 0 0,1-1 0 0 0,-1 1 0 0 0,1 0 0 0 0,12-8 0 0 0,-13 9-60 0 0,-1-8 69 0 0,-4 13-94 0 0,0-1 0 0 0,0 1 0 0 0,0 0 0 0 0,0-1 0 0 0,0 1 0 0 0,0-1 0 0 0,0 1 0 0 0,0-1 0 0 0,0 1 0 0 0,0-1 0 0 0,0 1 0 0 0,0-1 0 0 0,1 1 0 0 0,-1 0 0 0 0,0-1 0 0 0,0 1 0 0 0,0-1 0 0 0,1 1 0 0 0,-1 0 0 0 0,0-1 0 0 0,0 1 0 0 0,1 0 0 0 0,-1-1 0 0 0,0 1 0 0 0,1 0 0 0 0,-1-1 0 0 0,0 1 0 0 0,1 0-1 0 0,-1 0 1 0 0,1-1 0 0 0,24-5 316 0 0,-25 20 92 0 0,0-7-331 0 0,0-1 1 0 0,0 0-1 0 0,-1 0 0 0 0,0 0 0 0 0,-1 0 0 0 0,1 0 1 0 0,-1 0-1 0 0,-4 7 0 0 0,-6 26 339 0 0,9-26-317 0 0,1 1-1 0 0,1 0 1 0 0,-1 0 0 0 0,2-1 0 0 0,0 1 0 0 0,1 0 0 0 0,0 0 0 0 0,1 0-1 0 0,1-1 1 0 0,0 1 0 0 0,1-1 0 0 0,0 0 0 0 0,11 24 0 0 0,-10-31-121 0 0,-1 1 1 0 0,-1 1-1 0 0,1-1 1 0 0,-1 1 0 0 0,0-1-1 0 0,-1 1 1 0 0,0 0-1 0 0,0 0 1 0 0,-1 0-1 0 0,0 0 1 0 0,0 0 0 0 0,-1 13-1 0 0,0-20-55 0 0,0 0 0 0 0,0 0 0 0 0,0-1 0 0 0,0 1 0 0 0,0 0 0 0 0,0-1 0 0 0,0 1-1 0 0,1 0 1 0 0,-1-1 0 0 0,0 1 0 0 0,1 0 0 0 0,-1-1 0 0 0,0 1 0 0 0,1 0 0 0 0,-1-1 0 0 0,1 1-1 0 0,-1-1 1 0 0,1 1 0 0 0,-1-1 0 0 0,1 1 0 0 0,-1-1 0 0 0,1 1 0 0 0,-1-1 0 0 0,1 0 0 0 0,0 1 0 0 0,-1-1-1 0 0,1 0 1 0 0,0 1 0 0 0,-1-1 0 0 0,1 0 0 0 0,0 0 0 0 0,0 0 0 0 0,-1 0 0 0 0,1 1 0 0 0,0-1 0 0 0,-1 0-1 0 0,1 0 1 0 0,0 0 0 0 0,0-1 0 0 0,-1 1 0 0 0,1 0 0 0 0,0 0 0 0 0,-1 0 0 0 0,1 0 0 0 0,0-1 0 0 0,-1 1-1 0 0,2-1 1 0 0,-1 1-134 0 0,1 0-1 0 0,-1-1 0 0 0,0 1 0 0 0,1-1 0 0 0,-1 1 1 0 0,1-1-1 0 0,-1 0 0 0 0,0 1 0 0 0,0-1 0 0 0,1 0 1 0 0,-1 0-1 0 0,0 0 0 0 0,0 0 0 0 0,0 0 0 0 0,0 0 1 0 0,0 0-1 0 0,0 0 0 0 0,0 0 0 0 0,-1-1 0 0 0,2 0 1 0 0,-3 0-210 0 0,0 0 1 0 0,1 0-1 0 0,-1 0 1 0 0,-1 1 0 0 0,1-1-1 0 0,0 0 1 0 0,0 1-1 0 0,0-1 1 0 0,-1 1-1 0 0,1-1 1 0 0,-1 1 0 0 0,1 0-1 0 0,-4-3 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4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90 160 0 0,'17'-7'1198'0'0,"22"-13"1459"0"0,-31 11-1633 0 0,-6 7-916 0 0,-1 1 0 0 0,0-1 0 0 0,1 1 0 0 0,-1 0-1 0 0,0-1 1 0 0,1 1 0 0 0,-1 0 0 0 0,1 0 0 0 0,0 0-1 0 0,-1 1 1 0 0,1-1 0 0 0,0 0 0 0 0,0 0 0 0 0,3 0-1 0 0,50-22 1694 0 0,-55 23-1779 0 0,1 0 0 0 0,-1 0 0 0 0,0 0 0 0 0,0-1 0 0 0,1 1 0 0 0,-1 0 0 0 0,0 0-1 0 0,1 0 1 0 0,-1 0 0 0 0,0 0 0 0 0,0 0 0 0 0,1-1 0 0 0,-1 1 0 0 0,0 0 0 0 0,0 0 0 0 0,0 0 0 0 0,1-1-1 0 0,-1 1 1 0 0,0 0 0 0 0,0 0 0 0 0,0 0 0 0 0,0-1 0 0 0,1 1 0 0 0,-1 0 0 0 0,0 0 0 0 0,0-1 0 0 0,0 1-1 0 0,0 0 1 0 0,0-1 0 0 0,0 1 0 0 0,0 0 0 0 0,0 0 0 0 0,0-1 0 0 0,0 1 0 0 0,0 0 0 0 0,0-1 0 0 0,0 1-1 0 0,0 0 1 0 0,0 0 0 0 0,0-1 0 0 0,0 1 0 0 0,0 0 0 0 0,0-1 0 0 0,-1 1 0 0 0,1 0 0 0 0,0 0 0 0 0,0-1-1 0 0,0 1 1 0 0,0 0 0 0 0,0 0 0 0 0,-1 0 0 0 0,1-1 0 0 0,0 1 0 0 0,0 0 0 0 0,-1 0 0 0 0,1 0 0 0 0,0 0-1 0 0,0-1 1 0 0,-1 1 0 0 0,1 0 0 0 0,0 0 0 0 0,0 0 0 0 0,-1 0 0 0 0,1 0 0 0 0,0 0 0 0 0,-1 0 0 0 0,-46 6 247 0 0,-22 5-125 0 0,-49 34-25 0 0,85-31-91 0 0,16-5-28 0 0,19-5 0 0 0,3 4 0 0 0,-21 21 0 0 0,12-24 0 0 0,0 0 0 0 0,1 0 0 0 0,0 1 0 0 0,0-1 0 0 0,1 1 0 0 0,-3 6 0 0 0,6-9-4 0 0,0 0 1 0 0,-1-1-1 0 0,1 0 1 0 0,0 1-1 0 0,1-1 1 0 0,-1 1-1 0 0,0-1 1 0 0,1 0-1 0 0,-1 0 1 0 0,1 0-1 0 0,0 0 1 0 0,0 0-1 0 0,3 3 1 0 0,-2-3 1 0 0,-1 0 0 0 0,1 1 0 0 0,-1-1 0 0 0,0 1-1 0 0,0 0 1 0 0,0-1 0 0 0,0 1 0 0 0,0 0 0 0 0,-1 0 0 0 0,1 1 0 0 0,-1-1 0 0 0,0 0 0 0 0,0 0 0 0 0,1 7 0 0 0,-2-8 2 0 0,1 1 0 0 0,-1-1 0 0 0,0 0 0 0 0,1 0 0 0 0,-1 1 0 0 0,1-1 0 0 0,0 0 0 0 0,-1 0 0 0 0,1 0 0 0 0,0 0 0 0 0,0 0 0 0 0,1 0 0 0 0,-1 0 0 0 0,0 0 0 0 0,1 0 0 0 0,1 1 0 0 0,7 10 0 0 0,-2 5-5 0 0,-7-16 1 0 0,0 1-1 0 0,0-1 1 0 0,1 0 0 0 0,-1 0-1 0 0,0 0 1 0 0,1 1-1 0 0,-1-1 1 0 0,1-1-1 0 0,0 1 1 0 0,0 0-1 0 0,-1 0 1 0 0,1-1 0 0 0,0 1-1 0 0,1-1 1 0 0,-1 1-1 0 0,4 1 1 0 0,24 13-31 0 0,1-1 0 0 0,1-1 0 0 0,43 12 0 0 0,-59-21 24 0 0,2-1-1 0 0,-1-1 1 0 0,0-1 0 0 0,1 0 0 0 0,-1-1 0 0 0,1-1 0 0 0,-1 0 0 0 0,28-6 0 0 0,-41 6 23 0 0,0-1 0 0 0,0-1 0 0 0,0 1 0 0 0,0-1 0 0 0,0 1 0 0 0,0-1 0 0 0,0 0 0 0 0,-1-1 0 0 0,1 1 0 0 0,-1 0 0 0 0,1-1 0 0 0,-1 0 0 0 0,0 0 0 0 0,0 0 0 0 0,-1 0 0 0 0,1-1 0 0 0,0 1 0 0 0,-1-1 0 0 0,3-5 0 0 0,-1 0 41 0 0,0 0 0 0 0,-1 0 1 0 0,-1 0-1 0 0,0 0 1 0 0,0 0-1 0 0,0-1 0 0 0,-1 1 1 0 0,0-17-1 0 0,0-12 245 0 0,-1-52 460 0 0,-1 84-693 0 0,1 0-1 0 0,-1 0 1 0 0,-1 1-1 0 0,1-1 1 0 0,-1 1-1 0 0,0-1 0 0 0,0 1 1 0 0,0-1-1 0 0,-1 1 1 0 0,0 0-1 0 0,0 0 1 0 0,-7-8-1 0 0,4 7 19 0 0,-1 1-1 0 0,0-1 0 0 0,0 1 1 0 0,-1 0-1 0 0,1 1 0 0 0,-1 0 1 0 0,0 0-1 0 0,0 0 1 0 0,0 1-1 0 0,-1 1 0 0 0,1-1 1 0 0,-15-1-1 0 0,-13-1-588 0 0,-69 1 0 0 0,29 2-1220 0 0,21 2-969 0 0,-5 5-2120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6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1 253 3442 0 0,'0'-3'4284'0'0,"0"-19"-3166"0"0,0 17-1050 0 0,1 0-1 0 0,1 0 1 0 0,-1 0 0 0 0,1 0 0 0 0,0 0-1 0 0,0 1 1 0 0,0-1 0 0 0,0 0 0 0 0,1 1-1 0 0,0 0 1 0 0,0 0 0 0 0,6-7-1 0 0,14-23 134 0 0,-8 7-31 0 0,-12 23-129 0 0,-1 1-1 0 0,0-1 0 0 0,0 0 1 0 0,0 0-1 0 0,0 0 0 0 0,0 0 0 0 0,-1 0 1 0 0,0 0-1 0 0,2-9 0 0 0,-3 12-29 0 0,0 0 1 0 0,0 0-1 0 0,0 0 0 0 0,0 1 0 0 0,0-1 1 0 0,0 0-1 0 0,1 0 0 0 0,-1 0 0 0 0,0 0 1 0 0,0 1-1 0 0,1-1 0 0 0,-1 0 0 0 0,0 0 1 0 0,1 0-1 0 0,-1 1 0 0 0,1-1 0 0 0,-1 0 1 0 0,1 1-1 0 0,0-1 0 0 0,-1 0 0 0 0,1 1 1 0 0,-1-1-1 0 0,1 1 0 0 0,0-1 0 0 0,0 1 1 0 0,-1-1-1 0 0,1 1 0 0 0,0 0 0 0 0,0-1 0 0 0,0 1 1 0 0,1-1-1 0 0,-1 1 0 0 0,-1 0 0 0 0,1 0 0 0 0,0 0-1 0 0,0-1 1 0 0,-1 1 0 0 0,1 0 0 0 0,0-1 0 0 0,-1 1 0 0 0,1 0-1 0 0,-1-1 1 0 0,1 1 0 0 0,0-1 0 0 0,-1 1 0 0 0,1-1 0 0 0,-1 1 0 0 0,1-1-1 0 0,-1 0 1 0 0,1 1 0 0 0,-1-1 0 0 0,0 1 0 0 0,1-1 0 0 0,-1 0-1 0 0,0 0 1 0 0,0 1 0 0 0,1-1 0 0 0,-1 0 0 0 0,0 1 0 0 0,0-1 0 0 0,0 0-1 0 0,0 0 1 0 0,0-1 0 0 0,1 2 4 0 0,-1-1 0 0 0,1 0 0 0 0,0 0 0 0 0,-1 0-1 0 0,1 0 1 0 0,0 1 0 0 0,0-1 0 0 0,0 0 0 0 0,0 1 0 0 0,-1-1-1 0 0,1 1 1 0 0,0-1 0 0 0,0 1 0 0 0,0-1 0 0 0,0 1 0 0 0,0-1 0 0 0,0 1-1 0 0,0 0 1 0 0,0 0 0 0 0,1 0 0 0 0,-1 0 0 0 0,0-1 0 0 0,0 1-1 0 0,2 1 1 0 0,-3-1 14 0 0,1 0-16 0 0,-1 0 0 0 0,1 1 0 0 0,-1-1-1 0 0,1 0 1 0 0,-1 1 0 0 0,0-1 0 0 0,1 1-1 0 0,-1-1 1 0 0,1 1 0 0 0,-1-1 0 0 0,0 1-1 0 0,0-1 1 0 0,1 1 0 0 0,-1-1 0 0 0,0 1-1 0 0,0-1 1 0 0,0 1 0 0 0,0-1 0 0 0,1 1-1 0 0,-1 0 1 0 0,0-1 0 0 0,0 1 0 0 0,0-1-1 0 0,0 1 1 0 0,0-1 0 0 0,-1 2 0 0 0,5 15 96 0 0,2-2 13 0 0,-1 0 0 0 0,-1 0 0 0 0,-1 0 0 0 0,0 1 0 0 0,-1 0 0 0 0,1 29 0 0 0,-2-23-4 0 0,1 1 1 0 0,7 30-1 0 0,-5-32-90 0 0,0 1 1 0 0,0 28-1 0 0,-4-42-46 0 0,0 0 1 0 0,0 0-1 0 0,1 0 1 0 0,1 0 0 0 0,-1 0-1 0 0,1 0 1 0 0,0 0-1 0 0,1 0 1 0 0,0-1-1 0 0,0 0 1 0 0,1 1-1 0 0,5 7 1 0 0,16 30-583 0 0,-24-43 497 0 0,-1 1 1 0 0,1-1 0 0 0,-1 1 0 0 0,1-1-1 0 0,0 0 1 0 0,0 1 0 0 0,1-1 0 0 0,-1 0-1 0 0,0 0 1 0 0,1 0 0 0 0,-1 0 0 0 0,1 0-1 0 0,-1 0 1 0 0,1 0 0 0 0,0-1-1 0 0,0 1 1 0 0,0 0 0 0 0,0-1 0 0 0,0 0-1 0 0,0 1 1 0 0,0-1 0 0 0,1 0 0 0 0,-1 0-1 0 0,0 0 1 0 0,1 0 0 0 0,-1-1-1 0 0,1 1 1 0 0,-1-1 0 0 0,5 1 0 0 0,2 0-1172 0 0,-12-4-600 0 0,-23-18-4036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19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117 331 1441 0 0,'0'0'2361'0'0,"-5"1"-560"0"0,-15 4-534 0 0,14-3-480 0 0,1-1-240 0 0,-15 3-200 0 0,20-4-332 0 0,0 0 1 0 0,0 0 0 0 0,-1 0-1 0 0,1 0 1 0 0,0 0 0 0 0,0 0-1 0 0,0 0 1 0 0,-1 0 0 0 0,1 0 0 0 0,0 0-1 0 0,0 0 1 0 0,-1 0 0 0 0,1 0-1 0 0,0 0 1 0 0,0 0 0 0 0,0 1-1 0 0,0-1 1 0 0,-1 0 0 0 0,1 0-1 0 0,0 0 1 0 0,0 0 0 0 0,0 1 0 0 0,0-1-1 0 0,-1 0 1 0 0,1 0 0 0 0,0 0-1 0 0,0 1 1 0 0,0-1 0 0 0,0 0-1 0 0,0 0 1 0 0,0 0 0 0 0,0 1-1 0 0,0-1 1 0 0,0 0 0 0 0,0 0 0 0 0,0 0-1 0 0,0 1 1 0 0,0-1 0 0 0,0 0-1 0 0,0 0 1 0 0,0 1 0 0 0,0-1-1 0 0,0 0 1 0 0,0 0 0 0 0,0 1-1 0 0,0-1 1 0 0,0 0 0 0 0,0 1-5 0 0,0-1 1 0 0,1 0-1 0 0,-1 0 1 0 0,0 0 0 0 0,0 1-1 0 0,0-1 1 0 0,0 0-1 0 0,0 0 1 0 0,0 0-1 0 0,0 1 1 0 0,0-1-1 0 0,0 0 1 0 0,0 0-1 0 0,0 1 1 0 0,0-1-1 0 0,0 0 1 0 0,0 0 0 0 0,0 0-1 0 0,0 1 1 0 0,-1-1-1 0 0,1 0 1 0 0,0 0-1 0 0,0 0 1 0 0,0 1-1 0 0,0-1 1 0 0,0 0-1 0 0,0 0 1 0 0,0 0 0 0 0,-1 1-1 0 0,1-1 1 0 0,0 0-1 0 0,0 0 1 0 0,0 0-1 0 0,-1 0 1 0 0,1 0-1 0 0,0 0 1 0 0,0 1-1 0 0,0-1 1 0 0,-1 0-1 0 0,1 0 1 0 0,0 0 0 0 0,0 0-1 0 0,0 0 1 0 0,-1 0-1 0 0,1 0 1 0 0,0 0-1 0 0,-1 0 1 0 0,1 0 36 0 0,-1 0-17 0 0,-1 0-1 0 0,1 0 1 0 0,0 0 0 0 0,0 0 0 0 0,-1 0-1 0 0,1 1 1 0 0,0-1 0 0 0,0 0 0 0 0,0 1-1 0 0,0-1 1 0 0,-1 0 0 0 0,1 1 0 0 0,0 0-1 0 0,0-1 1 0 0,0 1 0 0 0,0 0 0 0 0,0-1-1 0 0,0 1 1 0 0,0 0 0 0 0,-1 2-1 0 0,1-2-8 0 0,1 0-1 0 0,-1-1 1 0 0,0 1-1 0 0,0 0 0 0 0,0 0 1 0 0,0 0-1 0 0,0 0 0 0 0,0-1 1 0 0,0 1-1 0 0,0-1 1 0 0,0 1-1 0 0,-1 0 0 0 0,1-1 1 0 0,0 0-1 0 0,0 1 0 0 0,0-1 1 0 0,-1 0-1 0 0,1 0 1 0 0,0 1-1 0 0,-2-1 0 0 0,2 0 11 0 0,1 0-19 0 0,0 0 1 0 0,1 0 0 0 0,-1 0 0 0 0,0 0-1 0 0,0-1 1 0 0,1 1 0 0 0,-1 0 0 0 0,0 0-1 0 0,0 0 1 0 0,1 0 0 0 0,-1 0-1 0 0,0 0 1 0 0,0 0 0 0 0,0-1 0 0 0,1 1-1 0 0,-1 0 1 0 0,0 0 0 0 0,0 0 0 0 0,0 0-1 0 0,0-1 1 0 0,1 1 0 0 0,-1 0-1 0 0,0 0 1 0 0,0 0 0 0 0,0-1 0 0 0,0 1-1 0 0,0 0 1 0 0,0 0 0 0 0,0-1 0 0 0,0 1-1 0 0,0 0 1 0 0,0 0 0 0 0,0-1-1 0 0,0 1 1 0 0,0 0 0 0 0,0 0 0 0 0,0-1-1 0 0,0 1 1 0 0,0 0 0 0 0,0 0-1 0 0,0 0 1 0 0,0-1 0 0 0,0 1 0 0 0,0 0-1 0 0,0 0 1 0 0,0-1 0 0 0,0 1 0 0 0,-1 0-1 0 0,1 0 1 0 0,0 0 0 0 0,0-1-1 0 0,0 1 1 0 0,0 0 0 0 0,0 0 0 0 0,-1 0-1 0 0,1 0 1 0 0,0-1 0 0 0,0 1 0 0 0,0 0-1 0 0,-1 0 1 0 0,1 0 0 0 0,0 0-1 0 0,0 0 1 0 0,-1 0 0 0 0,1 0 0 0 0,0 0-1 0 0,0 0 1 0 0,-1-1 0 0 0,21 1 173 0 0,-19-2-109 0 0,0 0 0 0 0,0 0 0 0 0,0 0 0 0 0,-1-1 1 0 0,1 1-1 0 0,-1 0 0 0 0,1 0 0 0 0,-1 0 0 0 0,0 0 0 0 0,1 0 1 0 0,-1-1-1 0 0,-1 1 0 0 0,1 0 0 0 0,0 0 0 0 0,-1-3 1 0 0,1 3 30 0 0,0 1-93 0 0,0 0 0 0 0,1 0 1 0 0,-1 0-1 0 0,0-1 0 0 0,0 1 0 0 0,1 0 0 0 0,-1 0 0 0 0,1 0 0 0 0,-1 0 0 0 0,1 0 1 0 0,0 0-1 0 0,-1 0 0 0 0,1 0 0 0 0,0 0 0 0 0,0 0 0 0 0,-1 0 0 0 0,1 0 1 0 0,0 0-1 0 0,0 0 0 0 0,0 1 0 0 0,0-1 0 0 0,2-1 0 0 0,6-6 80 0 0,8-20 199 0 0,21-45-1 0 0,-32 60-229 0 0,4-49 242 0 0,-1 46-256 0 0,-7 13-38 0 0,0 0 1 0 0,0-1-1 0 0,0 1 1 0 0,-1 0-1 0 0,1-1 1 0 0,-1 1-1 0 0,0-1 1 0 0,0 1-1 0 0,-1-1 1 0 0,1 1-1 0 0,0-1 1 0 0,-1 0-1 0 0,0-5 1 0 0,0 9-13 0 0,0-1 0 0 0,0 0 1 0 0,0 0-1 0 0,0 1 1 0 0,0-1-1 0 0,0 0 1 0 0,0 0-1 0 0,0 1 0 0 0,0-1 1 0 0,0 0-1 0 0,0 0 1 0 0,1 1-1 0 0,-1-1 1 0 0,0 0-1 0 0,1 1 0 0 0,-1-1 1 0 0,0 0-1 0 0,1 1 1 0 0,-1-1-1 0 0,1 0 0 0 0,-1 1 1 0 0,1-1-1 0 0,-1 1 1 0 0,1-1-1 0 0,0 1 1 0 0,-1-1-1 0 0,1 1 0 0 0,0 0 1 0 0,-1-1-1 0 0,1 1 1 0 0,0 0-1 0 0,-1-1 1 0 0,2 1-1 0 0,-1-1 3 0 0,0 1 0 0 0,0 0 0 0 0,0-1 0 0 0,0 1 0 0 0,0-1 0 0 0,0 0 0 0 0,0 1 1 0 0,0-1-1 0 0,0 0 0 0 0,0 1 0 0 0,-1-1 0 0 0,1 0 0 0 0,0 0 0 0 0,-1 0 0 0 0,1 0 0 0 0,0 0 0 0 0,-1 0 0 0 0,1 0 0 0 0,-1 0 0 0 0,1 0 0 0 0,-1 0 1 0 0,0 0-1 0 0,0 0 0 0 0,1 0 0 0 0,-1 0 0 0 0,0 0 0 0 0,0 0 0 0 0,0-1 0 0 0,0 1 0 0 0,0 0 0 0 0,0 0 0 0 0,0 0 0 0 0,-1-2 0 0 0,1 2 36 0 0,0 58-493 0 0,0 104 466 0 0,0-154-3 0 0,-1-1 0 0 0,0 0 0 0 0,0 0 1 0 0,0 0-1 0 0,-1 0 0 0 0,0 0 0 0 0,0 0 0 0 0,-3 6 0 0 0,2-7-28 0 0,1 1 1 0 0,0-1-1 0 0,0 1 1 0 0,0 0-1 0 0,1 0 1 0 0,0 0-1 0 0,0 0 1 0 0,0 6-1 0 0,1-6 19 0 0,-1 0 0 0 0,0-1 0 0 0,0 1 0 0 0,0 0 0 0 0,0-1 0 0 0,-1 1 0 0 0,0-1 0 0 0,-5 10-1 0 0,5-11 5 0 0,0 1 1 0 0,0 0-1 0 0,0 0 0 0 0,0 0 0 0 0,1 0 0 0 0,0 1 0 0 0,0-1 0 0 0,0 9 0 0 0,0 17 17 0 0,-1-20-50 0 0,2 0 0 0 0,-1 0 0 0 0,2 0 0 0 0,0 0 0 0 0,0 0 0 0 0,5 19 0 0 0,14-1-985 0 0,-18-27 790 0 0,-1-1 1 0 0,1 0-1 0 0,0 1 0 0 0,0-1 1 0 0,0 0-1 0 0,0 0 1 0 0,0 0-1 0 0,0-1 1 0 0,0 1-1 0 0,1 0 1 0 0,-1-1-1 0 0,0 1 1 0 0,0-1-1 0 0,0 0 1 0 0,1 0-1 0 0,-1 0 0 0 0,0 0 1 0 0,3 0-1 0 0,39-6-2057 0 0,-40 5 1639 0 0,1-1-1867 0 0,-5-3-13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20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31 224 720 0 0,'-5'0'3469'0'0,"-15"0"-1082"0"0,20 0-2355 0 0,-1 0 0 0 0,1 0-1 0 0,0 0 1 0 0,0 0-1 0 0,-1 0 1 0 0,1 0 0 0 0,0 0-1 0 0,0 0 1 0 0,-1-1-1 0 0,1 1 1 0 0,0 0 0 0 0,0 0-1 0 0,0 0 1 0 0,-1 0-1 0 0,1-1 1 0 0,0 1 0 0 0,0 0-1 0 0,0 0 1 0 0,0 0-1 0 0,-1-1 1 0 0,1 1 0 0 0,0 0-1 0 0,0 0 1 0 0,0-1-1 0 0,0 1 1 0 0,0 0 0 0 0,0 0-1 0 0,0-1 1 0 0,0 1-1 0 0,0 0 1 0 0,-1 0 0 0 0,1-1-1 0 0,0 1 1 0 0,0 0-1 0 0,1 0 1 0 0,-1-1 0 0 0,0 1-1 0 0,0 0 1 0 0,0 0 0 0 0,0-1-1 0 0,0 1 1 0 0,0 0-1 0 0,0 0 1 0 0,0-1 0 0 0,0 1-1 0 0,1 0 1 0 0,-1 0-1 0 0,0-1 1 0 0,0 1 0 0 0,0 0-1 0 0,0 0 1 0 0,1 0-1 0 0,-1-1 1 0 0,0 1 0 0 0,0 0-1 0 0,0 0 1 0 0,1 0-1 0 0,-1 0 1 0 0,0 0 0 0 0,0 0-1 0 0,1-1 1 0 0,-1 1-1 0 0,0 0 1 0 0,1 0 0 0 0,5 0 14 0 0,-5 0-38 0 0,-1 0 1 0 0,1 0-1 0 0,-1 1 0 0 0,1-1 0 0 0,0 0 0 0 0,-1 0 1 0 0,1 0-1 0 0,-1 0 0 0 0,1 0 0 0 0,0 0 1 0 0,-1 0-1 0 0,1-1 0 0 0,0 1 0 0 0,-1 0 0 0 0,1 0 1 0 0,-1 0-1 0 0,1-1 0 0 0,-1 1 0 0 0,1 0 1 0 0,0 0-1 0 0,-1-1 0 0 0,1 1 0 0 0,-1-1 1 0 0,0 1-1 0 0,1 0 0 0 0,-1-1 0 0 0,1 1 0 0 0,-1-1 1 0 0,1 1-1 0 0,-1-1 0 0 0,0 1 0 0 0,0-1 1 0 0,1 1-1 0 0,-1-1 0 0 0,0 0 0 0 0,0 1 0 0 0,1-1 1 0 0,-1 1-1 0 0,0-1 0 0 0,0 0 0 0 0,0 1 1 0 0,0-2-1 0 0,0 1-3 0 0,0 0 0 0 0,0 0 0 0 0,0 1 0 0 0,1-1 0 0 0,-1 0 0 0 0,0 0 1 0 0,0 0-1 0 0,1 0 0 0 0,-1 1 0 0 0,0-1 0 0 0,1 0 0 0 0,-1 0 0 0 0,1 1 0 0 0,-1-1 0 0 0,1 0 1 0 0,-1 1-1 0 0,1-1 0 0 0,0 0 0 0 0,-1 1 0 0 0,1-1 0 0 0,0 1 0 0 0,-1-1 0 0 0,1 1 0 0 0,0-1 1 0 0,0 1-1 0 0,-1 0 0 0 0,2-1 0 0 0,-1 1 1 0 0,0-1 1 0 0,0 1-1 0 0,0-1 0 0 0,0 1 0 0 0,0-1 1 0 0,0 1-1 0 0,-1-1 0 0 0,1 0 1 0 0,0 1-1 0 0,0-1 0 0 0,-1 0 1 0 0,1 0-1 0 0,0 1 0 0 0,-1-1 1 0 0,1 0-1 0 0,-1 0 0 0 0,1 0 1 0 0,-1 0-1 0 0,1 0 0 0 0,-1 0 1 0 0,0 0-1 0 0,1 0 0 0 0,-1 0 1 0 0,0 0-1 0 0,0 0 0 0 0,0 0 1 0 0,0-2-1 0 0,0 1 2 0 0,1 0-1 0 0,-1 0 1 0 0,0 0 0 0 0,1 0 0 0 0,-1 0-1 0 0,1 0 1 0 0,0 0 0 0 0,-1 0 0 0 0,1 0-1 0 0,0 0 1 0 0,0 1 0 0 0,0-1 0 0 0,1 0-1 0 0,-1 1 1 0 0,0-1 0 0 0,1 0 0 0 0,1-1-1 0 0,5-7 27 0 0,6-9 46 0 0,1 0 0 0 0,17-18 0 0 0,-27 22-66 0 0,0 3 53 0 0,12 4 35 0 0,-16 9-97 0 0,-1-1 1 0 0,1 0 0 0 0,-1 0-1 0 0,1 0 1 0 0,-1 1 0 0 0,0-1 0 0 0,1 0-1 0 0,-1 0 1 0 0,1 1 0 0 0,-1-1 0 0 0,0 0-1 0 0,1 1 1 0 0,-1-1 0 0 0,0 0 0 0 0,1 1-1 0 0,-1-1 1 0 0,0 1 0 0 0,0-1 0 0 0,1 0-1 0 0,-1 1 1 0 0,0-1 0 0 0,0 1 0 0 0,0-1-1 0 0,1 1 1 0 0,-1-1 0 0 0,0 1 0 0 0,0-1-1 0 0,0 1 1 0 0,0-1 0 0 0,0 1-1 0 0,0-1 1 0 0,0 1 0 0 0,0-1 0 0 0,0 1-1 0 0,0-1 1 0 0,-1 1 0 0 0,1 0 0 0 0,0 2 6 0 0,0 0 1 0 0,-1 0-1 0 0,1 0 1 0 0,-1 0 0 0 0,0 0-1 0 0,0 0 1 0 0,0 0-1 0 0,0 0 1 0 0,0 0-1 0 0,-1 0 1 0 0,1 0 0 0 0,-1-1-1 0 0,-3 6 1 0 0,-8 12 64 0 0,-4 12 39 0 0,-6 8 20 0 0,-23 60-1 0 0,45-96-132 0 0,0 0 1 0 0,1-1-1 0 0,-1 1 0 0 0,1-1 0 0 0,0 1 1 0 0,0 0-1 0 0,0-1 0 0 0,0 1 1 0 0,1 0-1 0 0,-1-1 0 0 0,1 1 0 0 0,0-1 1 0 0,0 1-1 0 0,0-1 0 0 0,1 1 1 0 0,-1-1-1 0 0,4 7 0 0 0,-2-6 14 0 0,-1 0 1 0 0,0 1-1 0 0,0 0 0 0 0,-1-1 0 0 0,1 1 0 0 0,-1 0 0 0 0,0 0 0 0 0,0 9 0 0 0,-1-12-17 0 0,0 0 0 0 0,0 1-1 0 0,1-1 1 0 0,-1 0 0 0 0,0 1-1 0 0,1-1 1 0 0,0 0 0 0 0,-1 0 0 0 0,1 0-1 0 0,0 1 1 0 0,0-1 0 0 0,0 0-1 0 0,0 0 1 0 0,0 0 0 0 0,1 0-1 0 0,-1 0 1 0 0,3 2 0 0 0,6 8 19 0 0,-3 0 109 0 0,-6-10-157 0 0,-1-1-1 0 0,1 1 1 0 0,0-1-1 0 0,-1 1 1 0 0,1-1-1 0 0,0 1 1 0 0,0-1-1 0 0,0 1 1 0 0,0-1-1 0 0,0 0 1 0 0,0 0-1 0 0,1 1 1 0 0,-1-1-1 0 0,0 0 1 0 0,1 0-1 0 0,-1 0 1 0 0,1 0-1 0 0,-1-1 1 0 0,1 1-1 0 0,-1 0 1 0 0,1-1-1 0 0,-1 1 1 0 0,1-1-1 0 0,0 1 1 0 0,-1-1 0 0 0,1 0-1 0 0,0 1 1 0 0,-1-1-1 0 0,1 0 1 0 0,0 0-1 0 0,0 0 1 0 0,-1-1-1 0 0,1 1 1 0 0,0 0-1 0 0,-1-1 1 0 0,1 1-1 0 0,0-1 1 0 0,-1 1-1 0 0,1-1 1 0 0,1-1-1 0 0,-1 2-46 0 0,-1-1 0 0 0,1 0 0 0 0,0 1-1 0 0,-1-1 1 0 0,1 0 0 0 0,0 0 0 0 0,-1 0-1 0 0,0 0 1 0 0,1 0 0 0 0,-1-1 0 0 0,0 1 0 0 0,1 0-1 0 0,-1-1 1 0 0,0 1 0 0 0,0-1 0 0 0,0 1-1 0 0,1-3 1 0 0,2-36-5128 0 0,-4 22 2950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25 6563 0 0,'-30'39'3442'0'0,"0"-20"-3282"0"0,60-27-961 0 0,-30 3 561 0 0,0-9 80 0 0,30 3-640 0 0,-30-34-2722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3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1841 0 0,'0'0'2241'0'0,"0"5"-480"0"0,31-5 1120 0 0,-1-5-2721 0 0,-30-9-1441 0 0,0-74-5362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40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53 1601 0 0,'0'-2'518'0'0,"0"0"1"0"0,0 0 0 0 0,0-1-1 0 0,0 1 1 0 0,0 0 0 0 0,-1 0-1 0 0,1 0 1 0 0,-1 0-1 0 0,1 0 1 0 0,-1 0 0 0 0,0 0-1 0 0,-1-2 1 0 0,-17-5 302 0 0,19 9-808 0 0,-1 0 0 0 0,1 0 0 0 0,0 0 0 0 0,0 1 0 0 0,0-1 1 0 0,-1 0-1 0 0,1-1 0 0 0,0 1 0 0 0,0 0 0 0 0,0 0 0 0 0,0 0 0 0 0,-1 0 0 0 0,1 0 0 0 0,0 0 0 0 0,0 0 0 0 0,0 0 0 0 0,-1 0 0 0 0,1 0 0 0 0,0 0 0 0 0,0 0 0 0 0,0-1 0 0 0,0 1 0 0 0,0 0 0 0 0,-1 0 0 0 0,1 0 1 0 0,0 0-1 0 0,0 0 0 0 0,0 0 0 0 0,0-1 0 0 0,0 1 0 0 0,0 0 0 0 0,0 0 0 0 0,0 0 0 0 0,0-1 0 0 0,-1 1 0 0 0,1 0 0 0 0,0 0 0 0 0,0 0 0 0 0,0 0 0 0 0,0-1 0 0 0,0 1 0 0 0,0 0 0 0 0,0 0 0 0 0,0 0 1 0 0,0-1-1 0 0,0 1 0 0 0,0 0 0 0 0,1 0 0 0 0,-1 0 0 0 0,0 0 0 0 0,0-1 0 0 0,0 1 0 0 0,0 0 0 0 0,0 0-9 0 0,0 0-1 0 0,0-1 1 0 0,0 1 0 0 0,0 0 0 0 0,1 0-1 0 0,-1 0 1 0 0,0-1 0 0 0,0 1 0 0 0,0 0-1 0 0,0 0 1 0 0,0 0 0 0 0,0-1 0 0 0,0 1-1 0 0,0 0 1 0 0,0 0 0 0 0,0 0 0 0 0,0-1-1 0 0,0 1 1 0 0,-1 0 0 0 0,1 0 0 0 0,0 0-1 0 0,0-1 1 0 0,0 1 0 0 0,0 0 0 0 0,0 0-1 0 0,0 0 1 0 0,0-1 0 0 0,0 1 0 0 0,-1 0-1 0 0,1 0 1 0 0,0 0 0 0 0,0 0 0 0 0,0 0-1 0 0,0 0 1 0 0,-1-1 0 0 0,1 1 0 0 0,0 0-1 0 0,0 0 1 0 0,0 0 0 0 0,0 0 0 0 0,-1 0-1 0 0,1 0 1 0 0,0 0 0 0 0,0 0 0 0 0,0 0-1 0 0,-1 0 1 0 0,1 0 0 0 0,0 0 0 0 0,0 0-1 0 0,-1 0 1 0 0,1 0 0 0 0,0 0 0 0 0,0 0-1 0 0,-20-1-3 0 0,15 1-66 0 0,-1 1-14 0 0,-19 3 13 0 0,0-3 67 0 0,20-1 67 0 0,1 0 13 0 0,-12 0 0 0 0,12 1 0 0 0,4 4 0 0 0,0-4 0 0 0,-9 1 16 0 0,1 3 2 0 0,-35 7-52 0 0,-18 14 34 0 0,56-25-80 0 0,4-2 0 0 0,0 1 0 0 0,0 0 0 0 0,0 0 0 0 0,0 0 0 0 0,0 0 0 0 0,0 1 0 0 0,0-1 0 0 0,0 0 0 0 0,0 0 0 0 0,0 0 0 0 0,1 1 0 0 0,-1-1 0 0 0,0 0 0 0 0,0 1 0 0 0,0-1 0 0 0,0 1 0 0 0,1-1 0 0 0,-1 1 0 0 0,0 0 0 0 0,0-1 0 0 0,1 1 0 0 0,-1 0 0 0 0,0-1 0 0 0,1 1 0 0 0,-1 0 0 0 0,1 0 0 0 0,-1-1 0 0 0,1 1 0 0 0,-1 0 0 0 0,1 0 0 0 0,0 0 0 0 0,-1 2 0 0 0,1-2 0 0 0,-1 0 0 0 0,1 0 0 0 0,-1 0 0 0 0,0 0 0 0 0,1 0 0 0 0,-1 0 0 0 0,0 0 0 0 0,1 0 0 0 0,-1 0 0 0 0,0 0 0 0 0,0 0 0 0 0,0-1 0 0 0,0 1 0 0 0,0 0 0 0 0,0 0 0 0 0,0-1 0 0 0,0 1 0 0 0,0-1 0 0 0,0 1 0 0 0,-2 0 0 0 0,-3 2 0 0 0,2 10 2 0 0,4-12-4 0 0,0 1 0 0 0,0-1 1 0 0,0 0-1 0 0,0 0 0 0 0,0 0 1 0 0,-1 0-1 0 0,1 0 0 0 0,0 0 1 0 0,0 0-1 0 0,-1 0 0 0 0,1 0 1 0 0,-1 0-1 0 0,1 0 0 0 0,-1 0 1 0 0,1 0-1 0 0,-2 1 0 0 0,-1 2-8 0 0,0 1 0 0 0,0-1-1 0 0,0 1 1 0 0,1-1 0 0 0,-1 1-1 0 0,1 0 1 0 0,0 0 0 0 0,1 0-1 0 0,-1 0 1 0 0,1 0 0 0 0,0 0-1 0 0,0 0 1 0 0,1 0 0 0 0,-1 0 0 0 0,1 1-1 0 0,1-1 1 0 0,-1 0 0 0 0,1 0-1 0 0,-1 0 1 0 0,1 1 0 0 0,4 8-1 0 0,4 0-15 0 0,-7-12 27 0 0,-1-1 1 0 0,0 1-1 0 0,0-1 1 0 0,1 1-1 0 0,-1-1 1 0 0,0 1-1 0 0,-1 0 1 0 0,1-1-1 0 0,0 1 1 0 0,0 0 0 0 0,-1 0-1 0 0,1 0 1 0 0,-1 0-1 0 0,1 0 1 0 0,-1-1-1 0 0,0 1 1 0 0,0 0-1 0 0,0 0 1 0 0,0 0-1 0 0,0 0 1 0 0,0 0 0 0 0,-1 0-1 0 0,1 0 1 0 0,-1 0-1 0 0,0 2 1 0 0,-9 15 43 0 0,8-16-47 0 0,0 0 0 0 0,1 0 0 0 0,-1 0 0 0 0,0 0 0 0 0,1 0 0 0 0,0 1 0 0 0,0-1 0 0 0,0 0 0 0 0,0 1 0 0 0,0-1-1 0 0,1 1 1 0 0,-1-1 0 0 0,1 0 0 0 0,0 1 0 0 0,0-1 0 0 0,0 1 0 0 0,1-1 0 0 0,-1 1 0 0 0,1-1 0 0 0,0 1 0 0 0,2 4 0 0 0,5 6 11 0 0,-6-12-7 0 0,-1-1-1 0 0,1 1 1 0 0,-1-1 0 0 0,0 1-1 0 0,0-1 1 0 0,0 1 0 0 0,0 0 0 0 0,0-1-1 0 0,-1 1 1 0 0,1 0 0 0 0,0 0-1 0 0,-1 0 1 0 0,1 0 0 0 0,-1 0-1 0 0,0 0 1 0 0,1 0 0 0 0,-1-1 0 0 0,0 1-1 0 0,0 0 1 0 0,0 0 0 0 0,-1 0-1 0 0,1 0 1 0 0,0 0 0 0 0,-1 0-1 0 0,0 2 1 0 0,-7 9-14 0 0,3-1-41 0 0,16 2 1 0 0,-9-13 49 0 0,-1 1 1 0 0,0 0 0 0 0,0 0 0 0 0,-1-1 0 0 0,1 1 0 0 0,0 0 0 0 0,-1 0 0 0 0,1 0 0 0 0,-1 0 0 0 0,0 0-1 0 0,1 0 1 0 0,-1 0 0 0 0,0 0 0 0 0,0 0 0 0 0,0 0 0 0 0,-1 0 0 0 0,1 0 0 0 0,-1 3 0 0 0,0-3-1 0 0,1-1 0 0 0,-1 1 0 0 0,1 0 0 0 0,0 0 0 0 0,0 0 0 0 0,0 0 0 0 0,0 0 0 0 0,0 0 0 0 0,0 0 0 0 0,0 0 0 0 0,1-1 0 0 0,-1 1 0 0 0,1 0 0 0 0,-1 0 1 0 0,1 0-1 0 0,0 0 0 0 0,0-1 0 0 0,1 3 0 0 0,4 1 2 0 0,0-1 0 0 0,0 0-1 0 0,0 0 1 0 0,1 0 0 0 0,-1-1 0 0 0,1 1 0 0 0,0-2 0 0 0,0 1 0 0 0,0-1 0 0 0,0 0 0 0 0,0 0 0 0 0,1-1 0 0 0,-1 0 0 0 0,1-1-1 0 0,-1 1 1 0 0,1-1 0 0 0,8-2 0 0 0,22-1 31 0 0,0-3 0 0 0,45-11-1 0 0,-54 10 62 0 0,17-7 15 0 0,-1-2 1 0 0,70-36 0 0 0,-44 8 133 0 0,-54 37-184 0 0,-14 6-42 0 0,-1 0 1 0 0,1-1 0 0 0,0 1-1 0 0,0 0 1 0 0,-1-1 0 0 0,1 0-1 0 0,-1 0 1 0 0,1 1 0 0 0,-1-1 0 0 0,0-1-1 0 0,1 1 1 0 0,-1 0 0 0 0,0 0-1 0 0,-1-1 1 0 0,1 0 0 0 0,0 1-1 0 0,1-4 1 0 0,0 0 36 0 0,1 1-1 0 0,-1 0 1 0 0,-1-1-1 0 0,1 1 1 0 0,-1-1-1 0 0,0 0 1 0 0,0 0 0 0 0,0 0-1 0 0,-1 0 1 0 0,0 0-1 0 0,0 0 1 0 0,-1 0-1 0 0,0 0 1 0 0,0-1-1 0 0,0 1 1 0 0,-1 0 0 0 0,0 0-1 0 0,-3-11 1 0 0,0 6 6 0 0,-1 1 0 0 0,0 0 0 0 0,0 0 0 0 0,-1 1 0 0 0,0 0 0 0 0,-1 0 0 0 0,-12-13 0 0 0,-57-48 169 0 0,68 63-201 0 0,-3-1-8 0 0,0 0 0 0 0,-1 0 0 0 0,-1 1 0 0 0,1 0 1 0 0,-1 1-1 0 0,0 1 0 0 0,0 0 0 0 0,-1 1 1 0 0,-15-4-1 0 0,-16-5-29 0 0,38 11-65 0 0,0 0 1 0 0,0 0-1 0 0,0 1 1 0 0,0-1-1 0 0,0 1 1 0 0,0 1-1 0 0,-1 0 1 0 0,1 0-1 0 0,0 0 1 0 0,0 1-1 0 0,-1 0 1 0 0,1 0-1 0 0,0 1 1 0 0,-9 3-1 0 0,15-3-131 0 0,0 0 0 0 0,0 0-1 0 0,0 0 1 0 0,1 0-1 0 0,-1 0 1 0 0,1 0-1 0 0,-1 0 1 0 0,1 1-1 0 0,-1-1 1 0 0,1 0 0 0 0,0 0-1 0 0,0 1 1 0 0,0-1-1 0 0,1 0 1 0 0,-1 0-1 0 0,1 3 1 0 0,-1 0-597 0 0,0 20-3290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6:4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0 166 480 0 0,'5'1'837'0'0,"-4"-1"-689"0"0,0-1 0 0 0,1 1 0 0 0,-1 0 0 0 0,0 1 0 0 0,0-1 0 0 0,0 0 0 0 0,0 0 0 0 0,0 0 0 0 0,1 1 0 0 0,-1-1 0 0 0,0 0 0 0 0,0 1 0 0 0,0-1 0 0 0,0 1 0 0 0,0 0 0 0 0,0-1 0 0 0,0 1 0 0 0,0 0 0 0 0,0-1 0 0 0,-1 1 0 0 0,1 0 0 0 0,0 0 0 0 0,0 1 0 0 0,0-2-98 0 0,-1 1-1 0 0,0 0 1 0 0,0-1 0 0 0,0 1 0 0 0,1-1-1 0 0,-1 1 1 0 0,0-1 0 0 0,0 1 0 0 0,1-1-1 0 0,-1 1 1 0 0,0-1 0 0 0,1 1 0 0 0,-1-1-1 0 0,1 0 1 0 0,-1 1 0 0 0,1-1 0 0 0,-1 0-1 0 0,1 1 1 0 0,-1-1 0 0 0,1 0 0 0 0,-1 1-1 0 0,1-1 1 0 0,-1 0 0 0 0,1 0 0 0 0,-1 0-1 0 0,1 0 1 0 0,0 1 0 0 0,-1-1 0 0 0,1 0-1 0 0,-1 0 1 0 0,1 0 0 0 0,-1 0 0 0 0,1 0-1 0 0,0 0 1 0 0,0-1 0 0 0,13 4 2494 0 0,-15-4-2525 0 0,1 1 0 0 0,0-1 0 0 0,-1 1 0 0 0,1-1 0 0 0,0 0 0 0 0,0 1 0 0 0,0-1 0 0 0,0 0 0 0 0,-1 1 1 0 0,1-1-1 0 0,0 0 0 0 0,0 1 0 0 0,0-1 0 0 0,0 0 0 0 0,1 1 0 0 0,-1-1 0 0 0,0 0 0 0 0,0 1 0 0 0,0-1 0 0 0,0 0 0 0 0,1 1 0 0 0,-1-1 0 0 0,0 0 0 0 0,1 1 0 0 0,-1-1 0 0 0,0 1 0 0 0,1-1 0 0 0,-1 1 0 0 0,1-1 0 0 0,-1 1 0 0 0,1-1 0 0 0,-1 1 0 0 0,1-1 0 0 0,-1 1 0 0 0,1 0 0 0 0,-1-1 0 0 0,1 1 0 0 0,0-1 0 0 0,17-13 133 0 0,-2-2-19 0 0,1 0 1 0 0,1 1-1 0 0,0 2 1 0 0,1-1-1 0 0,0 2 0 0 0,24-11 1 0 0,-13 5 24 0 0,-26 15-103 0 0,0 0-1 0 0,0 0 1 0 0,0 0 0 0 0,0 1-1 0 0,1 0 1 0 0,-1 0-1 0 0,1 0 1 0 0,0 0 0 0 0,-1 1-1 0 0,1 0 1 0 0,7-1-1 0 0,-11 4 19 0 0,-1 1 0 0 0,0 0 0 0 0,0-1-1 0 0,-1 1 1 0 0,1-1 0 0 0,0 1 0 0 0,-1 0 0 0 0,0-1-1 0 0,1 1 1 0 0,-3 3 0 0 0,1-4-65 0 0,0 0 0 0 0,-1 0-1 0 0,1 1 1 0 0,0-1 0 0 0,0 1 0 0 0,1 0 0 0 0,-1-1 0 0 0,0 1 0 0 0,1 0 0 0 0,0 0 0 0 0,0 0-1 0 0,0 0 1 0 0,0 0 0 0 0,0 0 0 0 0,0 1 0 0 0,1-1 0 0 0,0 0 0 0 0,-1 0 0 0 0,1 0-1 0 0,0 1 1 0 0,1 2 0 0 0,-1 360 312 0 0,1-340-264 0 0,2 0 0 0 0,8 37-1 0 0,-6-37-168 0 0,0 0-1 0 0,0 40 1 0 0,-5-65 57 0 0,0 1-1 0 0,0-1 1 0 0,0 0 0 0 0,1 1 0 0 0,-1-1-1 0 0,0 0 1 0 0,0 1 0 0 0,1-1 0 0 0,-1 0-1 0 0,1 0 1 0 0,-1 1 0 0 0,1-1 0 0 0,0 0-1 0 0,-1 0 1 0 0,1 0 0 0 0,0 0 0 0 0,0 0-1 0 0,0 0 1 0 0,0 0 0 0 0,0 0 0 0 0,0 0-1 0 0,0 0 1 0 0,0-1 0 0 0,0 1 0 0 0,0 0-1 0 0,0-1 1 0 0,1 1 0 0 0,-1-1 0 0 0,0 1-1 0 0,0-1 1 0 0,1 1 0 0 0,-1-1 0 0 0,0 0-1 0 0,1 0 1 0 0,-1 0 0 0 0,0 0 0 0 0,1 0-1 0 0,1 0 1 0 0,1 0-178 0 0,-1 0-1 0 0,1-1 1 0 0,0 1-1 0 0,0-1 1 0 0,-1 0-1 0 0,1 0 1 0 0,0 0-1 0 0,-1-1 1 0 0,1 1-1 0 0,-1-1 1 0 0,0 0-1 0 0,5-3 1 0 0,-3-8-3568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1361 0 0,'0'-38'2401'0'0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1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0,'30'0'2081'0'0,"0"0"-240"0"0,-30 5-480 0 0,30 3-401 0 0,-30-2-1120 0 0,30 0-1201 0 0,-30-12-2720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5923 0 0,'0'-14'2641'0'0,"0"1"-2961"0"0,30-5-561 0 0,-30-1-639 0 0,30-19-3443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3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4802 0 0,'0'-12'3442'0'0,"0"-15"-3922"0"0,0 2-561 0 0,30 0-640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0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19 3602 0 0,'-30'-19'5762'0'0,"0"25"-6322"0"0,6-6-6963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1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 2321 0 0,'0'5'0'0'0,"-30"-16"-960"0"0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91 146 3201 0 0,'-50'3'2215'0'0,"49"-3"-2187"0"0,1 0-1 0 0,-1 0 1 0 0,1 0 0 0 0,-1-1 0 0 0,1 1 0 0 0,-1 0-1 0 0,1 0 1 0 0,-1-1 0 0 0,1 1 0 0 0,-1 0 0 0 0,1 0-1 0 0,-1-1 1 0 0,1 1 0 0 0,0-1 0 0 0,-1 1-1 0 0,1 0 1 0 0,0-1 0 0 0,-1 1 0 0 0,1-1 0 0 0,0 1-1 0 0,-1-1 1 0 0,1 1 0 0 0,0-1 0 0 0,0 1 0 0 0,0-1-1 0 0,-1 1 1 0 0,1-1 0 0 0,0 1 0 0 0,0-1 0 0 0,0-1 46 0 0,1 12-75 0 0,-1-9 1 0 0,0-1 1 0 0,0 1 0 0 0,0-1-1 0 0,-1 0 1 0 0,1 1-1 0 0,0-1 1 0 0,0 1-1 0 0,0-1 1 0 0,-1 1-1 0 0,1-1 1 0 0,0 0-1 0 0,0 1 1 0 0,-1-1-1 0 0,1 0 1 0 0,0 1-1 0 0,-1-1 1 0 0,1 0 0 0 0,0 1-1 0 0,-1-1 1 0 0,1 0-1 0 0,-1 1 1 0 0,1-1-1 0 0,0 0 1 0 0,-1 0-1 0 0,1 0 1 0 0,-1 0-1 0 0,1 1 1 0 0,-1-1-1 0 0,1 0 1 0 0,-1 0 0 0 0,1 0-1 0 0,0 0 1 0 0,-1 0-1 0 0,1 0 1 0 0,-1 0-1 0 0,0 0 1 0 0,0 0 0 0 0,0 0 0 0 0,1 0 0 0 0,-1 0 1 0 0,1 0-1 0 0,-1 0 0 0 0,0 0 0 0 0,1 0 0 0 0,-1 0 1 0 0,0 0-1 0 0,1 0 0 0 0,-1 1 0 0 0,1-1 0 0 0,-1 0 1 0 0,0 0-1 0 0,1 1 0 0 0,-1-1 0 0 0,1 0 0 0 0,-1 1 1 0 0,1-1-1 0 0,-1 1 0 0 0,1-1 0 0 0,-1 1 0 0 0,1-1 1 0 0,-1 1-1 0 0,1-1 0 0 0,0 1 0 0 0,-1-1 0 0 0,1 1 1 0 0,0 0-1 0 0,0-1 0 0 0,-1 1 0 0 0,1-1 0 0 0,0 1 1 0 0,0 0-1 0 0,0-1 0 0 0,0 1 0 0 0,0 0 0 0 0,0 0 1 0 0,1-1 317 0 0,0 1-294 0 0,0-1 0 0 0,0 0-1 0 0,0 0 1 0 0,0 0 0 0 0,0 0-1 0 0,1-1 1 0 0,-1 1 0 0 0,0 0-1 0 0,0 0 1 0 0,0-1 0 0 0,0 1-1 0 0,0 0 1 0 0,0-1 0 0 0,0 1-1 0 0,0-1 1 0 0,0 1 0 0 0,0-1-1 0 0,0 0 1 0 0,0 1 0 0 0,0-1-1 0 0,-1 0 1 0 0,1 0 0 0 0,0 0-1 0 0,-1 0 1 0 0,1 1 0 0 0,0-1-1 0 0,-1 0 1 0 0,1 0 0 0 0,-1 0-1 0 0,1 0 1 0 0,-1 0 0 0 0,1-2-1 0 0,-1 2-4 0 0,0-1 0 0 0,0 1 0 0 0,1-1-1 0 0,-1 1 1 0 0,0 0 0 0 0,1-1 0 0 0,-1 1-1 0 0,1 0 1 0 0,-1-1 0 0 0,1 1 0 0 0,0 0-1 0 0,0-1 1 0 0,0 1 0 0 0,-1 0 0 0 0,1 0-1 0 0,0 0 1 0 0,0 0 0 0 0,0 0 0 0 0,3-2-1 0 0,6-8 0 0 0,0-29-806 0 0,15-34-2521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 1281 0 0,'0'25'5282'0'0,"-31"-6"-2801"0"0,31-11-2481 0 0,31-16-1360 0 0,-31-3-1682 0 0,0-35-800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4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61 133 1201 0 0,'0'0'3681'0'0,"-31"6"-1920"0"0,1-6-1041 0 0,30-6 641 0 0,0 1 320 0 0,0-3-1201 0 0,30-4-560 0 0,1-7-880 0 0,59-69-5603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1921 0 0,'0'-14'2001'0'0,"0"-3"-561"0"0,0 4-719 0 0,0-7-1522 0 0,30 1-1039 0 0,-30-6-481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19:5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52 80 0 0,'-31'20'6083'0'0,"-29"-15"-4082"0"0,30-10-2161 0 0,30-3-241 0 0,30 2 81 0 0,-30-7-80 0 0,0 1-960 0 0,30-20-1602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 2561 0 0,'0'11'2161'0'0,"-30"-17"-2961"0"0,-1-7-1441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31 128 6323 0 0,'0'5'3522'0'0,"-30"-10"-2882"0"0,60-1-560 0 0,-30-8-800 0 0,30-5-321 0 0,0 0-1040 0 0,0-50-4562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9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58 1281 0 0,'0'-6'1920'0'0,"0"-1"-639"0"0,0-5-1041 0 0,-30-1-1200 0 0,30-7-881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0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5923 0 0,'0'-11'2401'0'0,"0"-3"-2641"0"0,0-11-2402 0 0,0-51-2640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0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5202 0 0,'-30'20'3042'0'0,"30"-15"-2242"0"0,0 3-960 0 0,0-2-240 0 0,0 0-240 0 0,30-6-3042 0 0,-30-20 1041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91 102 3602 0 0,'-30'13'1840'0'0,"0"-13"-1679"0"0,30 6-1 0 0,0 2 560 0 0,0-16-320 0 0,-30 8 0 0 0,30-6 1 0 0,0-7-401 0 0,0 1-161 0 0,0-15-319 0 0,0-36-4242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6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61 173 720 0 0,'0'6'4562'0'0,"0"-12"-2481"0"0,-30-7-1600 0 0,30 1 79 0 0,-31-1 0 0 0,31-7-320 0 0,0 1-160 0 0,0 8-160 0 0,0-8-480 0 0,0-8-1761 0 0,0-12-1681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88 3442 0 0,'-30'-11'4001'0'0,"60"-8"-4081"0"0,-30-1-2481 0 0,0-18-1281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7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66 1921 0 0,'0'0'6403'0'0,"0"-7"-7124"0"0,-61-13-2080 0 0,1-18-1921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7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1 880 0 0,'30'6'1441'0'0,"-30"1"1200"0"0,0-14-1360 0 0,0 1-321 0 0,-30 6-720 0 0,30 6-4401 0 0,0 7 1439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0:1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841 225 80 0 0,'-67'-41'4833'0'0,"13"6"-3303"0"0,27 18-1000 0 0,22 13-469 0 0,-1 0 0 0 0,0 1 0 0 0,0 0 0 0 0,-1 0 1 0 0,1 0-1 0 0,-1 0 0 0 0,1 1 0 0 0,-8-1 0 0 0,-1-1-31 0 0,0 1 0 0 0,0 1 0 0 0,1 0-1 0 0,-1 1 1 0 0,0 1 0 0 0,0 0 0 0 0,0 2 0 0 0,0-1-1 0 0,0 1 1 0 0,0 1 0 0 0,1 1 0 0 0,-25 9-1 0 0,26-9 21 0 0,0 1 0 0 0,0-2 0 0 0,-16 2-1 0 0,16-3 14 0 0,0 1 0 0 0,1 0 0 0 0,-1 0 0 0 0,1 1 1 0 0,0 1-1 0 0,-20 9 0 0 0,-3 2-49 0 0,27-14-12 0 0,1 1 0 0 0,0 0 0 0 0,0 0 0 0 0,0 1 0 0 0,-12 9 0 0 0,0 5 28 0 0,-18 15-73 0 0,-23 5 203 0 0,58-37-151 0 0,0 0 1 0 0,0 0-1 0 0,0 0 0 0 0,0 1 1 0 0,0-1-1 0 0,1 0 0 0 0,-1 1 1 0 0,0-1-1 0 0,1 1 0 0 0,0 0 1 0 0,-1-1-1 0 0,1 1 0 0 0,0 0 1 0 0,-1 0-1 0 0,1 0 0 0 0,0 0 1 0 0,1 0-1 0 0,-1 0 1 0 0,0 0-1 0 0,0 0 0 0 0,1 0 1 0 0,-1 3-1 0 0,0 56 117 0 0,3-28-134 0 0,-2-26 16 0 0,1 0 0 0 0,0-1 0 0 0,0 1 0 0 0,1 0-1 0 0,-1-1 1 0 0,2 1 0 0 0,2 7 0 0 0,-2-8 2 0 0,0 1 1 0 0,-1 0 0 0 0,0-1-1 0 0,0 1 1 0 0,-1 0-1 0 0,0 1 1 0 0,1 8-1 0 0,-1-7 3 0 0,0-1 0 0 0,1 0 0 0 0,0 0 0 0 0,1 1 0 0 0,-1-2 0 0 0,2 1 0 0 0,-1 0 0 0 0,1 0 0 0 0,0-1 0 0 0,0 0 0 0 0,1 0 0 0 0,0 0 0 0 0,10 9 0 0 0,20 35 139 0 0,90 160 1035 0 0,-40-85-552 0 0,1 2-310 0 0,-76-110-246 0 0,1-1-1 0 0,0 0 0 0 0,18 20 0 0 0,-25-33-72 0 0,0 0-1 0 0,0 1 0 0 0,0-2 0 0 0,1 1 0 0 0,0 0 0 0 0,-1-1 0 0 0,1 0 0 0 0,0 0 1 0 0,0 0-1 0 0,1-1 0 0 0,-1 0 0 0 0,0 0 0 0 0,1 0 0 0 0,0-1 0 0 0,-1 1 0 0 0,12 0 1 0 0,164 4-233 0 0,-40-11 387 0 0,31 7-72 0 0,-103 2-29 0 0,358 27 101 0 0,-374-26-180 0 0,1-3 0 0 0,74-5 0 0 0,-16-1 0 0 0,-96 5 28 0 0,0-2 1 0 0,0 0 0 0 0,17-4 0 0 0,16-2 36 0 0,604-37 928 0 0,-561 45-813 0 0,-17 0-31 0 0,0-2 0 0 0,76-12 0 0 0,-104 4 27 0 0,-1-1 0 0 0,62-22-1 0 0,-50 14-29 0 0,-47 15-116 0 0,0 0-1 0 0,-1-1 1 0 0,1 0-1 0 0,13-8 1 0 0,3 0 1 0 0,-22 10-1 0 0,-1 1 0 0 0,0-1 1 0 0,1-1-1 0 0,-1 1 0 0 0,0-1 0 0 0,0 1 1 0 0,4-5-1 0 0,30-10 53 0 0,-33 15-53 0 0,0 1 1 0 0,-1-1-1 0 0,1 0 1 0 0,0-1-1 0 0,-1 1 1 0 0,1-1-1 0 0,5-4 1 0 0,32-45 129 0 0,-39 48-131 0 0,0-1 0 0 0,0 1 0 0 0,-1-1 0 0 0,0 1 0 0 0,0-1 0 0 0,0 0 0 0 0,0 0 1 0 0,-1 0-1 0 0,0 0 0 0 0,1-10 0 0 0,-1 7-9 0 0,0 0 0 0 0,1-1 0 0 0,-1 1 0 0 0,2 0 0 0 0,-1 0 0 0 0,1 0 0 0 0,1 0 0 0 0,-1 1 0 0 0,8-12 0 0 0,-2 4 0 0 0,1 1 0 0 0,0 0 0 0 0,16-15 0 0 0,-21 15 0 0 0,0 2 0 0 0,-3 11-3 0 0,19-13-44 0 0,-20 14 47 0 0,-1-1-1 0 0,0 1 1 0 0,1-1 0 0 0,-1 1-1 0 0,1-1 1 0 0,-1 1-1 0 0,0-1 1 0 0,1 0 0 0 0,-1 1-1 0 0,0-1 1 0 0,0 1-1 0 0,1-1 1 0 0,-1 0 0 0 0,0 1-1 0 0,0-1 1 0 0,0 0-1 0 0,0 1 1 0 0,0-1 0 0 0,0 0-1 0 0,0 1 1 0 0,0-1-1 0 0,0 0 1 0 0,0 1 0 0 0,0-1-1 0 0,0 1 1 0 0,-1-1 0 0 0,1 0-1 0 0,0 1 1 0 0,0-1-1 0 0,-1 0 1 0 0,1 1 0 0 0,0-1-1 0 0,-1 1 1 0 0,1-1-1 0 0,-1 1 1 0 0,1-1 0 0 0,0 1-1 0 0,-1-1 1 0 0,1 1-1 0 0,-1 0 1 0 0,1-1 0 0 0,-2 0-1 0 0,0 0 6 0 0,0-1 0 0 0,0 1 0 0 0,0-1 0 0 0,0 0 0 0 0,0 0 0 0 0,0 0 0 0 0,1 0 0 0 0,-1 0 0 0 0,1 0 0 0 0,0 0-1 0 0,-1-1 1 0 0,1 1 0 0 0,0-1 0 0 0,0 1 0 0 0,1 0 0 0 0,-1-1 0 0 0,0 1 0 0 0,1-1 0 0 0,-1 0 0 0 0,1 1 0 0 0,0-1 0 0 0,0 1 0 0 0,0-1 0 0 0,0 0 0 0 0,1 1 0 0 0,0-4 0 0 0,-1 5-3 0 0,0 0 0 0 0,0 0 1 0 0,0-1-1 0 0,-1 1 0 0 0,1 0 1 0 0,0-1-1 0 0,0 1 0 0 0,-1 0 1 0 0,1 0-1 0 0,-1-1 1 0 0,1 1-1 0 0,-1 0 0 0 0,0 0 1 0 0,1 0-1 0 0,-1 0 0 0 0,0 0 1 0 0,0 0-1 0 0,0 0 0 0 0,0 0 1 0 0,1 0-1 0 0,-1 0 1 0 0,-1 0-1 0 0,0-1 0 0 0,0 2 0 0 0,1-1-1 0 0,0 0 1 0 0,0 0-1 0 0,0 1 1 0 0,0-1-1 0 0,0 0 1 0 0,1 0-1 0 0,-1 0 1 0 0,0 0 0 0 0,0 0-1 0 0,1-1 1 0 0,-1 1-1 0 0,0 0 1 0 0,1 0-1 0 0,-1 0 1 0 0,1 0-1 0 0,0-1 1 0 0,-1 1-1 0 0,1 0 1 0 0,0-1-1 0 0,0 1 1 0 0,-1 0-1 0 0,2-3 1 0 0,-2-1 1 0 0,1 0 1 0 0,-1 0-1 0 0,1 0 0 0 0,-1 0 1 0 0,-1 0-1 0 0,1 0 0 0 0,-1 1 1 0 0,0-1-1 0 0,0 0 0 0 0,0 1 1 0 0,-1-1-1 0 0,1 1 0 0 0,-1 0 1 0 0,0 0-1 0 0,0 0 0 0 0,-1 0 1 0 0,-4-4-1 0 0,-4-2 22 0 0,0 0 0 0 0,-1 1 0 0 0,-26-14 0 0 0,5-1 47 0 0,2 2-77 0 0,-101-26-140 0 0,-205-44 0 0 0,0 2 208 0 0,-2 10 89 0 0,208 53-291 0 0,52 12 180 0 0,-31-9 65 0 0,65 13-114 0 0,-1 3 0 0 0,-48-2 0 0 0,-73-13-48 0 0,12-3 33 0 0,-1 7-1 0 0,0 6 1 0 0,-293 16 0 0 0,392 4-466 0 0,30-3-1597 0 0,44-9-462 0 0,-11 4 67 0 0,-5-5-4069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1226 131 3762 0 0,'-30'-3'929'0'0,"-65"-14"1903"0"0,77 13-2797 0 0,0 0 0 0 0,0-2-1 0 0,1 0 1 0 0,-23-12 0 0 0,36 9 23 0 0,-2 0 111 0 0,3 8-103 0 0,0 0 1 0 0,-1 0-1 0 0,1 0 1 0 0,0 1-1 0 0,-1-1 1 0 0,1 1-1 0 0,0 0 1 0 0,-1 0-1 0 0,1 0 1 0 0,0 0-1 0 0,-1 1 1 0 0,1-1-1 0 0,0 1 1 0 0,0 0 0 0 0,-1 0-1 0 0,1 0 1 0 0,0 1-1 0 0,0-1 1 0 0,-4 3-1 0 0,-8 5-24 0 0,0 2 0 0 0,-23 19 0 0 0,29-22-15 0 0,-1 0-1 0 0,0-1 0 0 0,0 1 0 0 0,-14 6 0 0 0,14-11-19 0 0,1 1-1 0 0,1 1 1 0 0,-1 0 0 0 0,1 0-1 0 0,-1 0 1 0 0,2 1 0 0 0,-1 1-1 0 0,1-1 1 0 0,-1 1 0 0 0,2 0-1 0 0,-1 1 1 0 0,1-1 0 0 0,0 2-1 0 0,1-1 1 0 0,-8 16 0 0 0,9-18 3 0 0,-1 0 0 0 0,0 0 0 0 0,0-1 0 0 0,0 0 0 0 0,-10 8 0 0 0,10-8-7 0 0,-1 0-1 0 0,1 0 1 0 0,-1 0 0 0 0,2 0 0 0 0,-1 1 0 0 0,-6 9 0 0 0,-4 18 15 0 0,-2-2 1 0 0,-1 0 0 0 0,-2-1-1 0 0,-40 48 1 0 0,9-50 35 0 0,45-20-60 0 0,-1 1 1 0 0,2-1-1 0 0,-1 1 1 0 0,1 0-1 0 0,0 0 1 0 0,1 0-1 0 0,-6 18 1 0 0,7-16 10 0 0,-1-1 1 0 0,0 0-1 0 0,0-1 1 0 0,-1 1-1 0 0,-1-1 1 0 0,0 0-1 0 0,-9 12 1 0 0,0-6 0 0 0,11-12-2 0 0,0 0 0 0 0,1 0 0 0 0,-1 1 0 0 0,1-1 0 0 0,0 1 0 0 0,0 0 0 0 0,0 0 1 0 0,0 0-1 0 0,1 0 0 0 0,-1 0 0 0 0,1 1 0 0 0,1-1 0 0 0,-1 1 0 0 0,0 0 0 0 0,1-1 0 0 0,0 1 0 0 0,-1 7 1 0 0,2-8-5 0 0,0-1 0 0 0,-1 0 0 0 0,1 1 1 0 0,-1-1-1 0 0,0 0 0 0 0,0 1 0 0 0,0-1 1 0 0,0 0-1 0 0,-1 0 0 0 0,1 0 0 0 0,-1 0 1 0 0,-2 3-1 0 0,2-3-1 0 0,0 0-1 0 0,1 0 1 0 0,-1-1 0 0 0,1 1-1 0 0,-1 0 1 0 0,1 0 0 0 0,0 0 0 0 0,0 1-1 0 0,1-1 1 0 0,-1 0 0 0 0,1 0-1 0 0,-1 4 1 0 0,1 2 2 0 0,-1-1 0 0 0,0 1-1 0 0,-1-1 1 0 0,0 1 0 0 0,0-1-1 0 0,0 0 1 0 0,-1 0 0 0 0,-1 0-1 0 0,1 0 1 0 0,-1 0 0 0 0,-9 12-1 0 0,-5 12 6 0 0,-1 12-17 0 0,16-35 11 0 0,0-1-1 0 0,0 0 1 0 0,-1 1 0 0 0,0-1-1 0 0,-1-1 1 0 0,0 1 0 0 0,-10 12-1 0 0,8-10 10 0 0,-1 1-1 0 0,1 0 0 0 0,1 0 1 0 0,0 1-1 0 0,-7 21 0 0 0,6-16 22 0 0,4-4-38 0 0,0 0-1 0 0,1-1 1 0 0,1 1-1 0 0,0 0 1 0 0,1 0 0 0 0,0 0-1 0 0,3 18 1 0 0,-1 6 22 0 0,-2 213-1 0 0,0-248-9 0 0,0 1 0 0 0,1-1 0 0 0,-1 1 0 0 0,1-1 0 0 0,0 1-1 0 0,0-1 1 0 0,0 1 0 0 0,0-1 0 0 0,0 1 0 0 0,0-1 0 0 0,0 0 0 0 0,1 0 0 0 0,-1 0-1 0 0,3 3 1 0 0,-3-4-2 0 0,1 0 1 0 0,-1 0-1 0 0,0 0 0 0 0,0 1 0 0 0,0-1 0 0 0,0 0 0 0 0,0 1 0 0 0,-1-1 1 0 0,1 1-1 0 0,0-1 0 0 0,-1 1 0 0 0,1 0 0 0 0,-1-1 0 0 0,0 1 0 0 0,1 0 0 0 0,-1-1 1 0 0,0 1-1 0 0,0 0 0 0 0,0-1 0 0 0,0 1 0 0 0,0 0 0 0 0,0-1 0 0 0,-1 1 1 0 0,1-1-1 0 0,0 1 0 0 0,-1 0 0 0 0,1-1 0 0 0,-2 3 0 0 0,-6 11-27 0 0,5-11 20 0 0,1 0 0 0 0,0 0 0 0 0,0 0 0 0 0,1 0 0 0 0,-1 0 0 0 0,1 0 0 0 0,0 1 0 0 0,0-1 0 0 0,0 0 0 0 0,0 9 0 0 0,1-8-2 0 0,0 0 1 0 0,-1 1-1 0 0,0-1 0 0 0,0 0 0 0 0,0 0 0 0 0,0 0 0 0 0,-1 0 0 0 0,0 0 1 0 0,-4 8-1 0 0,3-9 8 0 0,1 1 1 0 0,0-1-1 0 0,0 1 1 0 0,1 0-1 0 0,-1 0 1 0 0,1 0-1 0 0,0 0 1 0 0,1 0-1 0 0,-1 9 1 0 0,1 309-15 0 0,0-318 13 0 0,1 1 0 0 0,-1-1 0 0 0,1 1 0 0 0,0-1 0 0 0,1 1 0 0 0,0-1 0 0 0,-1 0 0 0 0,6 9 0 0 0,-5-9 0 0 0,1 0 0 0 0,-1 1 0 0 0,0-1 0 0 0,-1 1 0 0 0,1-1 0 0 0,-1 1 0 0 0,0-1 0 0 0,0 11 0 0 0,-1-15-2 0 0,0 1 0 0 0,0-1 1 0 0,0 0-1 0 0,0 0 0 0 0,1 1 1 0 0,-1-1-1 0 0,0 0 0 0 0,1 0 1 0 0,-1 1-1 0 0,1-1 0 0 0,-1 0 1 0 0,1 0-1 0 0,0 0 0 0 0,-1 0 1 0 0,1 0-1 0 0,0 0 0 0 0,0 0 1 0 0,0 0-1 0 0,0 0 0 0 0,0 0 1 0 0,0 0-1 0 0,0 0 0 0 0,1 0 1 0 0,-1 0-1 0 0,0-1 0 0 0,0 1 1 0 0,0 0-1 0 0,0 0 0 0 0,0 0 1 0 0,0 0-1 0 0,0 0 0 0 0,0 0 1 0 0,0 0-1 0 0,-1 0 0 0 0,1 0 1 0 0,0 0-1 0 0,-1 0 0 0 0,1 1 1 0 0,-1-1-1 0 0,1 0 0 0 0,-1 0 1 0 0,0 1-1 0 0,1-1 0 0 0,-1 0 1 0 0,0 1-1 0 0,0-1 0 0 0,0 2 1 0 0,-1 24 33 0 0,0-22-30 0 0,0 1 1 0 0,0 0 0 0 0,1-1 0 0 0,0 1 0 0 0,0 0 0 0 0,1 0 0 0 0,-1-1 0 0 0,1 1 0 0 0,0 0-1 0 0,1-1 1 0 0,2 8 0 0 0,3-4-28 0 0,-5-6 24 0 0,0 0-1 0 0,0 0 0 0 0,0 0 1 0 0,0 0-1 0 0,-1 0 0 0 0,1 1 1 0 0,-1-1-1 0 0,0 0 0 0 0,0 1 1 0 0,0 0-1 0 0,0-1 0 0 0,-1 1 1 0 0,1-1-1 0 0,-1 1 0 0 0,0 0 1 0 0,-1 6-1 0 0,1-7-5 0 0,0-3 7 0 0,0 1 0 0 0,0-1 0 0 0,0 1-1 0 0,0-1 1 0 0,0 1 0 0 0,0-1 0 0 0,0 1-1 0 0,0-1 1 0 0,0 1 0 0 0,0-1 0 0 0,0 1-1 0 0,1-1 1 0 0,-1 0 0 0 0,0 1 0 0 0,0-1-1 0 0,0 1 1 0 0,1-1 0 0 0,-1 1 0 0 0,0-1-1 0 0,0 0 1 0 0,1 1 0 0 0,-1-1 0 0 0,0 0-1 0 0,1 1 1 0 0,-1-1 0 0 0,0 0 0 0 0,1 1-1 0 0,-1-1 1 0 0,1 0 0 0 0,0 0 0 0 0,47 15 1 0 0,-42-13 18 0 0,0 0 1 0 0,0 1 0 0 0,0-1 0 0 0,-1 2-1 0 0,1-1 1 0 0,-1 0 0 0 0,1 1 0 0 0,-1 0 0 0 0,0 1-1 0 0,-1-1 1 0 0,7 8 0 0 0,-6-7 11 0 0,-1 0 0 0 0,1 0 0 0 0,0-1 0 0 0,0 0 0 0 0,0 0 0 0 0,1 0 0 0 0,-1 0 0 0 0,1-1 0 0 0,0 0 0 0 0,0 0 0 0 0,0-1 0 0 0,10 3 0 0 0,129 27-31 0 0,-54-11 0 0 0,60 11 66 0 0,-113-25-59 0 0,69 20-1 0 0,-92-22-5 0 0,36 9 15 0 0,69 23 61 0 0,-86-27-37 0 0,0-2 0 0 0,1 0 0 0 0,68 3 0 0 0,-29-9 108 0 0,-1-3 0 0 0,0-3 0 0 0,114-22-1 0 0,9-1 209 0 0,232-24 231 0 0,-258 45 14 0 0,-116 4-444 0 0,18-3 166 0 0,156-18 184 0 0,-125 15-114 0 0,124-25 1 0 0,-170 16-213 0 0,101-42 0 0 0,-127 46-236 0 0,-18 6-3 0 0,-1 0 0 0 0,1-1 0 0 0,-1 0 0 0 0,0 0 0 0 0,17-18 0 0 0,31-22-115 0 0,1 5 199 0 0,28-16 82 0 0,-51 33-47 0 0,15-7 51 0 0,-25 20-78 0 0,24-9 56 0 0,73-45 0 0 0,-113 58-72 0 0,-1 0 0 0 0,-1 0 0 0 0,16-18 0 0 0,1-2 3 0 0,-24 20-21 0 0,-3 9 0 0 0,0-1 0 0 0,0 1 0 0 0,0-1 0 0 0,0 1 0 0 0,1-1 0 0 0,-1 1 0 0 0,0-1 0 0 0,0 1 0 0 0,0-1 0 0 0,0 1 0 0 0,0-1 0 0 0,1 1 0 0 0,-1 0 0 0 0,0-1 0 0 0,0 1 0 0 0,1-1 0 0 0,-1 1 0 0 0,0 0 0 0 0,1-1 0 0 0,-1 1 0 0 0,0 0 0 0 0,1-1 0 0 0,-1 1 0 0 0,0 0 0 0 0,1-1 0 0 0,0 1 0 0 0,4-3 2 0 0,-3 2 1 0 0,-1 0-1 0 0,0 1 0 0 0,0-1 0 0 0,1 0 1 0 0,-1 0-1 0 0,0 0 0 0 0,0 1 0 0 0,0-1 0 0 0,0 0 1 0 0,0 0-1 0 0,0-1 0 0 0,0 1 0 0 0,-1 0 0 0 0,1 0 1 0 0,0 0-1 0 0,-1-1 0 0 0,1 1 0 0 0,-1 0 0 0 0,1-1 1 0 0,-1 1-1 0 0,1 0 0 0 0,-1-1 0 0 0,0 1 1 0 0,0 0-1 0 0,0-1 0 0 0,0 1 0 0 0,0-1 0 0 0,0-1 1 0 0,0 1-2 0 0,0 0-1 0 0,0 0 1 0 0,1 0 0 0 0,-1 1 0 0 0,0-1 0 0 0,1 0 0 0 0,-1 0 0 0 0,1 0 0 0 0,0 1 0 0 0,0-1 0 0 0,-1 0 0 0 0,1 1 0 0 0,0-1 0 0 0,1 1 0 0 0,-1-1 0 0 0,0 1-1 0 0,2-3 1 0 0,-1 3 3 0 0,-1-1-1 0 0,1 1 1 0 0,-1-1-1 0 0,0 1 1 0 0,1-1 0 0 0,-1 0-1 0 0,0 0 1 0 0,0 0-1 0 0,-1 0 1 0 0,1 0-1 0 0,0 1 1 0 0,0-2-1 0 0,-1 1 1 0 0,0 0-1 0 0,1 0 1 0 0,-1 0-1 0 0,0-4 1 0 0,0 2 1 0 0,1 0-1 0 0,-1 0 1 0 0,1 1 0 0 0,0-1 0 0 0,0 0 0 0 0,0 0 0 0 0,1 0-1 0 0,-1 1 1 0 0,1-1 0 0 0,3-5 0 0 0,-3 6 0 0 0,0 0 0 0 0,0-1 0 0 0,0 1-1 0 0,-1-1 1 0 0,1 0 0 0 0,-1 0 0 0 0,0 1 0 0 0,0-1 0 0 0,-1 0 0 0 0,1-6-1 0 0,-2-16 47 0 0,0 21-42 0 0,1-1 1 0 0,0 1 0 0 0,0-1-1 0 0,0 0 1 0 0,0 1 0 0 0,1-1-1 0 0,0 0 1 0 0,0 1-1 0 0,3-9 1 0 0,47-70 70 0 0,-21 28-13 0 0,-29 54-64 0 0,0-1 0 0 0,0 1 0 0 0,0 0 0 0 0,-1-1 0 0 0,1 1 0 0 0,-1 0 0 0 0,1-1 0 0 0,-1 1 0 0 0,0-1 0 0 0,0 1 0 0 0,0-3 0 0 0,4-21 54 0 0,33-21 57 0 0,-31 41-105 0 0,0-1-1 0 0,-1 1 1 0 0,0-1-1 0 0,0 0 1 0 0,0 0-1 0 0,6-16 1 0 0,-3-2 15 0 0,-7 21-20 0 0,0-1-1 0 0,1 1 1 0 0,-1 0-1 0 0,1 0 1 0 0,0 0-1 0 0,0 0 1 0 0,0 0-1 0 0,0 0 1 0 0,1 0-1 0 0,-1 1 1 0 0,6-6-1 0 0,17-18-3 0 0,10-8 0 0 0,-33 34 1 0 0,0 0-1 0 0,0-1 1 0 0,0 1 0 0 0,0-1-1 0 0,0 1 1 0 0,0-1-1 0 0,0 0 1 0 0,-1 0-1 0 0,1 0 1 0 0,-1 0-1 0 0,1 0 1 0 0,-1 0 0 0 0,0 0-1 0 0,0 0 1 0 0,0 0-1 0 0,0-1 1 0 0,0 1-1 0 0,-1 0 1 0 0,1-1-1 0 0,-1 1 1 0 0,1-1 0 0 0,-1 1-1 0 0,0-4 1 0 0,1 1 6 0 0,0 0 0 0 0,0 1 0 0 0,0-1 0 0 0,0 1 0 0 0,1-1 0 0 0,-1 1 0 0 0,1 0 0 0 0,0 0 0 0 0,1 0 0 0 0,-1 0 0 0 0,1 0 0 0 0,0 0 0 0 0,4-4 0 0 0,-3 3 0 0 0,-1 1 0 0 0,1-1 0 0 0,-1-1 0 0 0,0 1 0 0 0,0 0 0 0 0,3-8-1 0 0,24-81-72 0 0,-29 91 65 0 0,0 0 1 0 0,0 0-1 0 0,0-1 0 0 0,0 1 1 0 0,-1 0-1 0 0,1 0 1 0 0,-1-1-1 0 0,0 1 0 0 0,0 0 1 0 0,0-1-1 0 0,-1 1 1 0 0,1 0-1 0 0,-1 0 0 0 0,0-1 1 0 0,1 1-1 0 0,-1 0 1 0 0,-1 0-1 0 0,1 0 0 0 0,0 0 1 0 0,-1 0-1 0 0,0 0 1 0 0,-2-3-1 0 0,2 3 1 0 0,0 0 0 0 0,0 0 0 0 0,1-1 0 0 0,-1 1 0 0 0,1 0 0 0 0,0-1 0 0 0,0 1 0 0 0,0-1 0 0 0,0 1 0 0 0,0-7 0 0 0,1 9 0 0 0,0 0 1 0 0,0-1-1 0 0,0 1 0 0 0,-1 0 0 0 0,1-1 0 0 0,0 1 0 0 0,0 0 0 0 0,-1 0 0 0 0,1-1 0 0 0,-1 1 0 0 0,1 0 0 0 0,-1 0 0 0 0,1 0 1 0 0,-1 0-1 0 0,0-1 0 0 0,0 1 0 0 0,1 0 0 0 0,-1 0 0 0 0,0 1 0 0 0,0-1 0 0 0,0 0 0 0 0,0 0 0 0 0,0 0 0 0 0,-2 0 1 0 0,2 0 1 0 0,0 0 1 0 0,0 1-1 0 0,0-1 1 0 0,0 0-1 0 0,0 1 1 0 0,0-1 0 0 0,1 0-1 0 0,-1 0 1 0 0,0 0-1 0 0,0 0 1 0 0,1 0 0 0 0,-1 0-1 0 0,1 0 1 0 0,-1 0-1 0 0,1 0 1 0 0,-1 0-1 0 0,1 0 1 0 0,-1 0 0 0 0,1 0-1 0 0,0 0 1 0 0,0-1-1 0 0,0 1 1 0 0,-1 0-1 0 0,1-2 1 0 0,0 2-2 0 0,0 0-1 0 0,0 0 1 0 0,0 0 0 0 0,0-1-1 0 0,0 1 1 0 0,-1 0 0 0 0,1 0-1 0 0,-1 0 1 0 0,1 0 0 0 0,0 0-1 0 0,-1 0 1 0 0,0 0 0 0 0,1 0-1 0 0,-1 0 1 0 0,0 0 0 0 0,0 0-1 0 0,1 0 1 0 0,-1 0 0 0 0,0 1-1 0 0,0-1 1 0 0,0 0 0 0 0,0 0-1 0 0,-1 0 1 0 0,-9-9-4 0 0,1-10-8 0 0,9 17 6 0 0,-1-1-1 0 0,1 1 1 0 0,-1 0-1 0 0,0-1 0 0 0,0 1 1 0 0,-1 0-1 0 0,1 0 1 0 0,-1 1-1 0 0,-4-5 1 0 0,-1-2-2 0 0,0 0-1 0 0,1 0 1 0 0,0-1 0 0 0,0 0 0 0 0,1 0 0 0 0,0-1 0 0 0,-7-19 0 0 0,-10-16-16 0 0,22 44 27 0 0,0 0 0 0 0,0 0 0 0 0,0 0 0 0 0,0 1 0 0 0,1-1 0 0 0,-1 0 0 0 0,1 0 0 0 0,0 0 0 0 0,0 0 0 0 0,-1 0 0 0 0,1-1 0 0 0,0 1 0 0 0,1 0 0 0 0,-1 0 0 0 0,1-3 0 0 0,-1 3-4 0 0,1 1 0 0 0,-1-1 1 0 0,0 0-1 0 0,0 0 0 0 0,0 0 0 0 0,0 0 0 0 0,0 1 0 0 0,0-1 0 0 0,0 0 0 0 0,-1 0 1 0 0,1 0-1 0 0,-1 1 0 0 0,1-1 0 0 0,-1 0 0 0 0,0 1 0 0 0,0-1 0 0 0,-1-1 0 0 0,-3-5 0 0 0,-2 0 0 0 0,1 1 0 0 0,-1 0 0 0 0,0 0 0 0 0,-1 1 0 0 0,1 0 0 0 0,-1 0 0 0 0,0 1 0 0 0,-10-5 0 0 0,-13-5 0 0 0,-42-14 0 0 0,50 21 0 0 0,1 0 0 0 0,0-2 0 0 0,0 0 0 0 0,-36-25 0 0 0,12 6 25 0 0,-1 1 0 0 0,-2 2-1 0 0,-1 3 1 0 0,-63-22 0 0 0,2 1-82 0 0,62 27 85 0 0,-81-17 0 0 0,47 14-17 0 0,61 14-28 0 0,-1 0-1 0 0,-43-5 1 0 0,46 9 15 0 0,-296-48 309 0 0,191 23-280 0 0,50 15 80 0 0,-82-25-1 0 0,157 37-105 0 0,-1 0-1 0 0,1 0 1 0 0,0 0-1 0 0,-1 0 1 0 0,1 0-1 0 0,-1 0 0 0 0,1 0 1 0 0,0 0-1 0 0,-1 0 1 0 0,1 0-1 0 0,0 0 1 0 0,-1 0-1 0 0,1 0 1 0 0,-1-1-1 0 0,1 1 0 0 0,0 0 1 0 0,-1 0-1 0 0,1-1 1 0 0,0 1-1 0 0,-1 0 1 0 0,1 0-1 0 0,0-1 1 0 0,0 1-1 0 0,-1 0 0 0 0,1-1 1 0 0,0 1-1 0 0,0 0 1 0 0,0-1-1 0 0,-1 1 1 0 0,1 0-1 0 0,0-1 1 0 0,0 1-1 0 0,0 0 0 0 0,0-1 1 0 0,0 1-1 0 0,0-1 1 0 0,-5-5-4 0 0,-110-37 3 0 0,-61-15 0 0 0,106 42 0 0 0,15 7 0 0 0,27 3-5 0 0,-36-8-87 0 0,-1 2 0 0 0,-100-5 1 0 0,157 17 51 0 0,0 0 1 0 0,0 1 0 0 0,0 0-1 0 0,0 1 1 0 0,1-1 0 0 0,-1 2 0 0 0,1-1-1 0 0,-1 1 1 0 0,-11 6 0 0 0,3-2-9 0 0,-48 21-52 0 0,1 2 0 0 0,2 3 0 0 0,-103 74 0 0 0,157-101 53 0 0,-57 41-33 0 0,58-44-49 0 0,1 1 1 0 0,-1-1-1 0 0,0 0 0 0 0,0 0 1 0 0,0-1-1 0 0,0 1 0 0 0,0-2 1 0 0,0 1-1 0 0,-11 1 0 0 0,19-4-128 0 0,0 0 1 0 0,0 0-1 0 0,1 0 0 0 0,-1 0 0 0 0,0 0 0 0 0,0 0 1 0 0,1 1-1 0 0,-1-1 0 0 0,1 1 0 0 0,-1-1 1 0 0,3 1-1 0 0,42 1-948 0 0,112-5-4767 0 0,-128-1 3478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6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1761 0 0,'30'0'2241'0'0,"1"-6"-400"0"0,-1 6-641 0 0,0-6-1120 0 0,0-51-4322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7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 0 0,'0'0'7844'0'0,"24"0"-6804"0"0,6 0-5602 0 0,-60 19 961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58 1521 0 0,'0'0'3121'0'0,"0"-8"-2160"0"0,0-4-2242 0 0,0 7-480 0 0,-30-28-240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83 880 0 0,'-30'19'4723'0'0,"0"-7"-1202"0"0,30-24-4401 0 0,0-7-241 0 0,30-64-4401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8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1 240 0 0,'0'6'2241'0'0,"0"1"-240"0"0,-30 5-480 0 0,30 15-161 0 0,0 29-1039 0 0,30 7-2563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91 114 2641 0 0,'0'-38'3922'0'0,"0"19"-2401"0"0,-30 13-961 0 0,30 0-1040 0 0,0 0-1041 0 0,0-1-640 0 0,-30-5-160 0 0,0-7 240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39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2641 0 0,'0'38'5443'0'0,"30"-49"-6404"0"0,0-8-159 0 0,0-8-881 0 0,-30-12-1121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4882 0 0,'-30'5'2481'0'0,"-1"-5"-1840"0"0,62 8-561 0 0,-31 4 80 0 0,30 1-240 0 0,0 31-1681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0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80 0 0,'30'-19'2241'0'0,"-30"0"-240"0"0,0 5-480 0 0,0 8-81 0 0,0 1-2320 0 0,0-3-961 0 0,-30 8-320 0 0,30-12 80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1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76 4802 0 0,'-61'0'2721'0'0,"31"0"-2721"0"0,30-6-560 0 0,0-13 320 0 0,0-1 0 0 0,60-10-881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6 4962 0 0,'-30'0'2001'0'0,"6"0"-1521"0"0,24-5-560 0 0,0 10-480 0 0,0 1 160 0 0,24 21-2081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7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38 240 0 0,'0'-1'78'0'0,"0"0"0"0"0,0 0 0 0 0,0 0 0 0 0,1 1 0 0 0,-1-1 0 0 0,0 0 0 0 0,1 0 0 0 0,-1 0 0 0 0,1 1 0 0 0,-1-1-1 0 0,1 0 1 0 0,-1 1 0 0 0,1-1 0 0 0,0 0 0 0 0,-1 1 0 0 0,1-1 0 0 0,0 1 0 0 0,-1-1 0 0 0,1 1 0 0 0,0-1 0 0 0,0 1 0 0 0,-1-1 0 0 0,1 1 0 0 0,0 0 0 0 0,0-1 0 0 0,0 1-1 0 0,0 0 1 0 0,-1 0 0 0 0,1 0 0 0 0,0 0 0 0 0,0 0 0 0 0,1 0 0 0 0,2-1-115 0 0,1 0 437 0 0,-5 1-388 0 0,0 0 0 0 0,0 0-1 0 0,0 0 1 0 0,0 1 0 0 0,1-1 0 0 0,-1 0 0 0 0,0 0 0 0 0,0 0 0 0 0,0 1 0 0 0,0-1 0 0 0,0 0-1 0 0,0 0 1 0 0,0 1 0 0 0,0-1 0 0 0,0 0 0 0 0,0 0 0 0 0,0 1 0 0 0,0-1 0 0 0,0 0-1 0 0,0 0 1 0 0,0 0 0 0 0,0 1 0 0 0,0-1 0 0 0,0 0 0 0 0,0 0 0 0 0,-1 1 0 0 0,1-1 0 0 0,0 0-1 0 0,0 0 1 0 0,0 0 0 0 0,0 0 0 0 0,0 1 0 0 0,-1-1 0 0 0,1 0 0 0 0,0 0 0 0 0,0 0 0 0 0,0 0-1 0 0,0 1 1 0 0,-1-1 0 0 0,1 0 0 0 0,0 0 0 0 0,0 0 0 0 0,0 0 0 0 0,-1 0 0 0 0,1 0-1 0 0,0 0 1 0 0,0 0 0 0 0,-1 0 0 0 0,1 0 0 0 0,0 0 0 0 0,0 0 0 0 0,0 0 0 0 0,-1 0 0 0 0,1 0-1 0 0,-1 0 17 0 0,0 0-17 0 0,0 0 1 0 0,0 0 0 0 0,0 0 0 0 0,0 0-1 0 0,0 0 1 0 0,0 0 0 0 0,0 1-1 0 0,0-1 1 0 0,0 0 0 0 0,-1 1 0 0 0,1-1-1 0 0,1 0 1 0 0,-1 1 0 0 0,0-1-1 0 0,0 1 1 0 0,0-1 0 0 0,0 1 0 0 0,0 0-1 0 0,0-1 1 0 0,0 1 0 0 0,1 0-1 0 0,-1 0 1 0 0,0 0 0 0 0,0 1 0 0 0,0-1-5 0 0,1 0 1 0 0,0 0 0 0 0,0 0 0 0 0,0-1 0 0 0,-1 1-1 0 0,1 0 1 0 0,0 0 0 0 0,-1 0 0 0 0,1-1 0 0 0,0 1 0 0 0,-1 0-1 0 0,1-1 1 0 0,-1 1 0 0 0,0 0 0 0 0,1-1 0 0 0,-1 1-1 0 0,1-1 1 0 0,-1 1 0 0 0,0 0 0 0 0,1-1 0 0 0,-1 0-1 0 0,0 1 1 0 0,0-1 0 0 0,1 1 0 0 0,-1-1 0 0 0,0 0-1 0 0,0 0 1 0 0,0 1 0 0 0,0-1 0 0 0,1 0 0 0 0,-1 0 0 0 0,0 0-1 0 0,0 0 1 0 0,0 0 0 0 0,0 0 0 0 0,-1 0 0 0 0,-30-6 370 0 0,32 6-366 0 0,0 0 0 0 0,-1 0 0 0 0,1-1 0 0 0,0 1 0 0 0,-1 0 0 0 0,1 0 0 0 0,0 0 0 0 0,0 0 0 0 0,-1-1 0 0 0,1 1 0 0 0,0 0 0 0 0,0 0 0 0 0,0-1 0 0 0,-1 1 0 0 0,1 0 0 0 0,0 0 0 0 0,0-1 0 0 0,0 1 0 0 0,0 0 0 0 0,-1-1 0 0 0,1 1 0 0 0,0 0 0 0 0,0-1 0 0 0,0 1 0 0 0,0 0 0 0 0,0-1 0 0 0,0 1 0 0 0,0 0 0 0 0,0-1 0 0 0,0 1 0 0 0,0 0 0 0 0,0-1 0 0 0,0 1 0 0 0,0-1 0 0 0,0 1 7 0 0,1 0-1 0 0,-1 0 1 0 0,0-1-1 0 0,0 1 1 0 0,0 0-1 0 0,0-1 1 0 0,0 1-1 0 0,0 0 1 0 0,0-1 0 0 0,0 1-1 0 0,0 0 1 0 0,0-1-1 0 0,-1 1 1 0 0,1 0-1 0 0,0 0 1 0 0,0-1 0 0 0,0 1-1 0 0,0 0 1 0 0,0-1-1 0 0,0 1 1 0 0,-1 0-1 0 0,1 0 1 0 0,0-1-1 0 0,0 1 1 0 0,0 0 0 0 0,-1 0-1 0 0,1 0 1 0 0,0-1-1 0 0,0 1 1 0 0,-1 0-1 0 0,1 0 1 0 0,0 0-1 0 0,-1 0 1 0 0,1-1 0 0 0,0 1-1 0 0,-1 0 1 0 0,-19-5 221 0 0,-10-3 320 0 0,0 1-253 0 0,29 7-307 0 0,1 0 1 0 0,0 0-1 0 0,0 0 0 0 0,-1 0 1 0 0,1 0-1 0 0,0 0 1 0 0,-1 0-1 0 0,1 0 0 0 0,0-1 1 0 0,0 1-1 0 0,-1 0 0 0 0,1 0 1 0 0,0 0-1 0 0,0 0 1 0 0,-1 0-1 0 0,1-1 0 0 0,0 1 1 0 0,0 0-1 0 0,0 0 1 0 0,-1 0-1 0 0,1-1 0 0 0,0 1 1 0 0,0 0-1 0 0,0 0 0 0 0,0 0 1 0 0,-1-1-1 0 0,1 1 1 0 0,0 0-1 0 0,0-1 0 0 0,0 1 1 0 0,0 0-1 0 0,0 0 0 0 0,0-1 1 0 0,0 1-1 0 0,0 0 1 0 0,0-1-1 0 0,-3-3-1 0 0,-18 4 1 0 0,22 0 0 0 0,-1 0 0 0 0,0 0 0 0 0,0 0 0 0 0,0 0 0 0 0,0 0 0 0 0,0 0 0 0 0,0 0 0 0 0,0 0 0 0 0,0 0 0 0 0,1 0 0 0 0,-1 1 0 0 0,0-1 0 0 0,0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0,0 0 0 0 0,-1 0 0 0 0,1 0 0 0 0,0 0 0 0 0,0 0 0 0 0,0 1 0 0 0,0-1 0 0 0,0 0 0 0 0,0 0 0 0 0,-1 0 0 0 0,27 1 0 0 0,4 2-2 0 0,-31-1 20 0 0,7 0 33 0 0,14 3-38 0 0,-20-5-13 0 0,1 1 0 0 0,-1-1 0 0 0,1 0 0 0 0,-1 0 0 0 0,1 1 0 0 0,-1-1 0 0 0,0 1 0 0 0,1-1 0 0 0,-1 0 0 0 0,0 1 0 0 0,1-1 0 0 0,-1 1 0 0 0,0-1 0 0 0,1 1 0 0 0,-1-1 0 0 0,0 1 0 0 0,0-1 0 0 0,0 1 0 0 0,0-1 0 0 0,1 1 0 0 0,-1-1 0 0 0,0 1 0 0 0,0-1 0 0 0,0 1 0 0 0,0 1 0 0 0,-2 4 0 0 0,2 7 0 0 0,5-8 0 0 0,6-7-7 0 0,-27 5 94 0 0,-20-14 222 0 0,17 4-218 0 0,-12-6 150 0 0,17 5-157 0 0,-3 6 38 0 0,-77 5 299 0 0,83-4-405 0 0,1 1 1 0 0,0 0-1 0 0,-1 1 1 0 0,1 0-1 0 0,-20 5 1 0 0,-4 1 44 0 0,-56 5 32 0 0,80-9-73 0 0,-35 0 53 0 0,41-3-55 0 0,3 0-20 0 0,0 0-1 0 0,0-1 1 0 0,0 1 0 0 0,0 0 0 0 0,0 0-1 0 0,0 0 1 0 0,0 0 0 0 0,0 0-1 0 0,0 0 1 0 0,0 0 0 0 0,0 0 0 0 0,0 0-1 0 0,0 0 1 0 0,0 0 0 0 0,1 1 0 0 0,-1-1-1 0 0,0 0 1 0 0,0 1 0 0 0,0-1 0 0 0,0 1-1 0 0,0-1 1 0 0,0 1 0 0 0,1-1-1 0 0,-1 1 1 0 0,0-1 0 0 0,0 1 0 0 0,1 0-1 0 0,-1 0 1 0 0,1-1 0 0 0,-1 1 0 0 0,0 0-1 0 0,1 0 1 0 0,-1 0 0 0 0,1-1-1 0 0,0 1 1 0 0,-1 0 0 0 0,1 0 0 0 0,0 0-1 0 0,-1 0 1 0 0,1 0 0 0 0,0 0 0 0 0,0 1-1 0 0,0-1 3 0 0,0 0-1 0 0,-1 0 1 0 0,1 0 0 0 0,0 0-1 0 0,-1 0 1 0 0,1 0-1 0 0,0 0 1 0 0,-1 0 0 0 0,1 0-1 0 0,-1 0 1 0 0,0 0-1 0 0,1-1 1 0 0,-1 1-1 0 0,0 0 1 0 0,1 0 0 0 0,-1-1-1 0 0,0 1 1 0 0,0 0-1 0 0,0-1 1 0 0,1 1 0 0 0,-1-1-1 0 0,0 1 1 0 0,0-1-1 0 0,-2 1 1 0 0,-5 4 10 0 0,-22 28 70 0 0,25-19-34 0 0,5-13-45 0 0,0 0 1 0 0,0 0 0 0 0,0-1 0 0 0,0 1-1 0 0,0 0 1 0 0,0 0 0 0 0,0-1 0 0 0,0 1-1 0 0,-1 0 1 0 0,1 0 0 0 0,0 0-1 0 0,0-1 1 0 0,-1 1 0 0 0,1 0 0 0 0,-1-1-1 0 0,1 1 1 0 0,0 0 0 0 0,-1-1 0 0 0,-1 2-1 0 0,-5 2 23 0 0,6-4-22 0 0,0 1-1 0 0,0-1 1 0 0,0 0-1 0 0,0 1 1 0 0,1-1 0 0 0,-1 1-1 0 0,0-1 1 0 0,0 1-1 0 0,0 0 1 0 0,0-1 0 0 0,0 1-1 0 0,1 0 1 0 0,-1 0-1 0 0,0-1 1 0 0,1 1 0 0 0,-1 0-1 0 0,1 0 1 0 0,-1 0-1 0 0,1 0 1 0 0,-1 0 0 0 0,1 0-1 0 0,-1 0 1 0 0,1 0-1 0 0,0 0 1 0 0,0 0 0 0 0,-1 1-1 0 0,1-1 2 0 0,0 0-1 0 0,0 1 0 0 0,0-1 1 0 0,0 0-1 0 0,-1 0 0 0 0,1 0 1 0 0,0 0-1 0 0,-1 0 1 0 0,1 0-1 0 0,-1 0 0 0 0,1 0 1 0 0,-1 0-1 0 0,1 0 1 0 0,-1-1-1 0 0,0 1 0 0 0,1 0 1 0 0,-1 0-1 0 0,0 0 1 0 0,0-1-1 0 0,0 1 0 0 0,0 0 1 0 0,1-1-1 0 0,-2 1 1 0 0,0 0 0 0 0,1 0 1 0 0,0 0 0 0 0,0-1 0 0 0,0 1-1 0 0,0 0 1 0 0,0 0 0 0 0,0 0-1 0 0,0 0 1 0 0,0 0 0 0 0,0 0 0 0 0,1 1-1 0 0,-1-1 1 0 0,0 0 0 0 0,1 0-1 0 0,-1 1 1 0 0,1-1 0 0 0,-1 0 0 0 0,1 1-1 0 0,0-1 1 0 0,-1 0 0 0 0,1 1-1 0 0,0-1 1 0 0,0 3 0 0 0,1 9 37 0 0,0-10-33 0 0,-1 0 0 0 0,1 0 0 0 0,-1 0 0 0 0,0 0 0 0 0,0 0 0 0 0,0 0 0 0 0,0 1-1 0 0,-1-1 1 0 0,1 0 0 0 0,-1 0 0 0 0,1 0 0 0 0,-1-1 0 0 0,0 1 0 0 0,-3 5 0 0 0,0-5-11 0 0,-17 19 44 0 0,21-21-38 0 0,-1 0-1 0 0,1 0 0 0 0,-1 0 0 0 0,1 0 0 0 0,0 0 0 0 0,-1 0 0 0 0,1 0 0 0 0,0 0 1 0 0,0 0-1 0 0,0 0 0 0 0,-1 0 0 0 0,1 0 0 0 0,0 0 0 0 0,1 0 0 0 0,-1 0 1 0 0,0 0-1 0 0,0 0 0 0 0,0 0 0 0 0,1 0 0 0 0,-1 0 0 0 0,0 0 0 0 0,1 0 0 0 0,-1 0 1 0 0,1 0-1 0 0,-1 0 0 0 0,1 0 0 0 0,-1 0 0 0 0,1 0 0 0 0,0-1 0 0 0,-1 1 0 0 0,2 1 1 0 0,0 0 4 0 0,1 0-2 0 0,-1 0 1 0 0,0 0-1 0 0,-1 0 0 0 0,1 0 0 0 0,0 0 1 0 0,0 1-1 0 0,-1-1 0 0 0,1 0 0 0 0,-1 1 1 0 0,0-1-1 0 0,0 1 0 0 0,0 0 0 0 0,0-1 1 0 0,0 1-1 0 0,-1 0 0 0 0,1 0 0 0 0,-1-1 1 0 0,0 1-1 0 0,0 0 0 0 0,0 0 0 0 0,0 0 1 0 0,0-1-1 0 0,-1 4 0 0 0,1-3-4 0 0,0 0 0 0 0,1-1 0 0 0,-1 1 0 0 0,1 0 0 0 0,-1 0 0 0 0,1-1 0 0 0,0 1 0 0 0,0-1 0 0 0,0 1 0 0 0,0-1 0 0 0,1 1-1 0 0,-1-1 1 0 0,4 4 0 0 0,-3-4 0 0 0,-1 1 0 0 0,1-1 0 0 0,-1 1 0 0 0,1-1 0 0 0,-1 1 0 0 0,0 0 0 0 0,0-1 0 0 0,0 1 0 0 0,0 0 0 0 0,0 0 0 0 0,-1 0 0 0 0,1-1 0 0 0,-1 7 0 0 0,0-6 3 0 0,1 0 1 0 0,-1 0 0 0 0,0 0 0 0 0,1-1-1 0 0,0 1 1 0 0,0 0 0 0 0,0 0-1 0 0,0-1 1 0 0,0 1 0 0 0,0 0-1 0 0,1-1 1 0 0,-1 1 0 0 0,4 3 0 0 0,4 9-5 0 0,0 3-2 0 0,-7-14-5 0 0,0 0-1 0 0,0 0 1 0 0,0 0 0 0 0,1 0 0 0 0,-1 0 0 0 0,1-1 0 0 0,0 1 0 0 0,5 4 0 0 0,4 3-2 0 0,39 41 1 0 0,-48-49 8 0 0,0 0 1 0 0,-1 0-1 0 0,1 1 0 0 0,-1-1 0 0 0,0 1 1 0 0,0 0-1 0 0,0 0 0 0 0,0 0 0 0 0,-1 0 1 0 0,1 0-1 0 0,-1 0 0 0 0,1 8 0 0 0,-1-10 0 0 0,-1 0 0 0 0,0 0 0 0 0,1 0 0 0 0,0 0 0 0 0,-1 0 0 0 0,1 0 0 0 0,0 0 0 0 0,0-1 0 0 0,0 1 0 0 0,0 0 0 0 0,0-1 0 0 0,0 1 0 0 0,1 0 0 0 0,-1-1 0 0 0,0 0 0 0 0,1 1 0 0 0,-1-1 0 0 0,4 2 0 0 0,29 15 0 0 0,-34-17 0 0 0,0-1 0 0 0,1 0 0 0 0,-1 0 0 0 0,0 0 0 0 0,1 0 0 0 0,-1 1 0 0 0,0-1 0 0 0,1 0 0 0 0,-1 0 0 0 0,0 1 0 0 0,0-1 0 0 0,1 0 0 0 0,-1 1 0 0 0,0-1 0 0 0,0 0 0 0 0,0 1 0 0 0,1-1 0 0 0,-1 0 0 0 0,0 1 0 0 0,0-1 0 0 0,0 0 0 0 0,0 1 0 0 0,0-1 0 0 0,0 1 0 0 0,0-1 0 0 0,0 0 0 0 0,0 1 0 0 0,0-1 0 0 0,0 0 0 0 0,0 2 0 0 0,5 5 0 0 0,24-1 0 0 0,1-1 0 0 0,1-2 0 0 0,-1-1 0 0 0,55-3 0 0 0,128-22 0 0 0,-190 19 0 0 0,214-35 0 0 0,-199 29 3 0 0,0 0 0 0 0,51-24 0 0 0,-78 30 2 0 0,13-5 8 0 0,0-2-1 0 0,-1 0 1 0 0,-1-2 0 0 0,0 0 0 0 0,30-25 0 0 0,-45 33-5 0 0,0-1-1 0 0,-1-1 1 0 0,0 1 0 0 0,0-1 0 0 0,0 0 0 0 0,-1 0 0 0 0,0-1 0 0 0,-1 0 0 0 0,0 0 0 0 0,0 0-1 0 0,0 0 1 0 0,-1 0 0 0 0,0-1 0 0 0,-1 0 0 0 0,0 1 0 0 0,0-1 0 0 0,-1 0 0 0 0,0-12-1 0 0,0-13 33 0 0,0 15-10 0 0,-1 0 0 0 0,-1-1 0 0 0,-5-27 1 0 0,-14-15 35 0 0,19 55-69 0 0,-1 1-1 0 0,1 0 0 0 0,-2 0 1 0 0,1 0-1 0 0,-1 0 1 0 0,0 0-1 0 0,0 0 0 0 0,-7-9 1 0 0,7 12-21 0 0,0 1-1 0 0,0-1 1 0 0,0 1 0 0 0,-1 0 0 0 0,1 0 0 0 0,-1 0 0 0 0,1 0 0 0 0,-1 1 0 0 0,0-1-1 0 0,1 1 1 0 0,-1 0 0 0 0,0 0 0 0 0,0 1 0 0 0,0-1 0 0 0,0 1 0 0 0,0 0-1 0 0,-7 0 1 0 0,-5 1-334 0 0,0 1 0 0 0,0 0 1 0 0,0 1-1 0 0,1 1 0 0 0,-26 9 0 0 0,-40 18-2057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49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2081 0 0,'30'0'3682'0'0,"-30"-8"-4803"0"0,0 3-720 0 0,0-1-240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50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59 1281 0 0,'3'-3'269'0'0,"1"0"0"0"0,-2 0 0 0 0,1 0 0 0 0,0 0 1 0 0,0-1-1 0 0,-1 1 0 0 0,0 0 0 0 0,4-8 1 0 0,-6 10-210 0 0,0 1 1 0 0,0-1 0 0 0,0 0 0 0 0,1 1 0 0 0,-1-1 0 0 0,0 1-1 0 0,0-1 1 0 0,0 1 0 0 0,0-1 0 0 0,0 0 0 0 0,0 1 0 0 0,0-1-1 0 0,-1 1 1 0 0,1-1 0 0 0,0 0 0 0 0,0 1 0 0 0,0-1 0 0 0,-1 1-1 0 0,1-1 1 0 0,0 1 0 0 0,0-1 0 0 0,-1 1 0 0 0,1-1 0 0 0,0 1-1 0 0,-1-1 1 0 0,0 0 0 0 0,-1 0 30 0 0,0 0-1 0 0,0 0 1 0 0,1 1-1 0 0,-1-1 1 0 0,0 0-1 0 0,0 1 1 0 0,0-1-1 0 0,0 1 1 0 0,0 0-1 0 0,0 0 1 0 0,0 0-1 0 0,-4 0 1 0 0,-22 3 84 0 0,-1 1 0 0 0,1 1 1 0 0,0 1-1 0 0,-51 20 0 0 0,41-14 16 0 0,29-9-157 0 0,8-3-32 0 0,0 0 0 0 0,0 0 0 0 0,0 0 0 0 0,1 0 0 0 0,-1 0 1 0 0,0 0-1 0 0,0 0 0 0 0,0 0 0 0 0,0 1 0 0 0,1-1 0 0 0,-1 0 1 0 0,0 1-1 0 0,0-1 0 0 0,1 1 0 0 0,-1-1 0 0 0,0 1 0 0 0,0-1 0 0 0,1 1 1 0 0,-1-1-1 0 0,1 1 0 0 0,-1 0 0 0 0,1-1 0 0 0,-1 1 0 0 0,1 0 0 0 0,-1 0 1 0 0,1-1-1 0 0,-1 1 0 0 0,1 0 0 0 0,0 0 0 0 0,-1 0 0 0 0,1-1 1 0 0,0 1-1 0 0,0 1 0 0 0,0-1 1 0 0,0 0-1 0 0,0 0 1 0 0,-1 0 0 0 0,1 0 0 0 0,0 0 0 0 0,0-1-1 0 0,0 1 1 0 0,-1 0 0 0 0,1 0 0 0 0,0 0 0 0 0,-1-1-1 0 0,1 1 1 0 0,0 0 0 0 0,-1 0 0 0 0,1-1 0 0 0,-1 1-1 0 0,0 0 1 0 0,1-1 0 0 0,-1 1 0 0 0,1 0-1 0 0,-1-1 1 0 0,0 1 0 0 0,0-1 0 0 0,1 1 0 0 0,-1-1-1 0 0,0 0 1 0 0,-1 1 0 0 0,1 0-1 0 0,0-1 1 0 0,0 1-1 0 0,0-1 0 0 0,0 1 1 0 0,0-1-1 0 0,0 1 1 0 0,0 0-1 0 0,0-1 0 0 0,1 1 1 0 0,-1 0-1 0 0,0 0 0 0 0,1-1 1 0 0,-1 1-1 0 0,0 0 0 0 0,1 0 1 0 0,-1 0-1 0 0,1 0 1 0 0,-1 0-1 0 0,1 0 0 0 0,0 0 1 0 0,-1 0-1 0 0,1 0 0 0 0,0 0 1 0 0,0 0-1 0 0,-1 0 0 0 0,1 0 1 0 0,0 0-1 0 0,0 2 1 0 0,0-1 0 0 0,0 0 1 0 0,0 1 0 0 0,0-1-1 0 0,-1 0 1 0 0,1 0 0 0 0,-1 1-1 0 0,1-1 1 0 0,-1 0 0 0 0,0 0-1 0 0,0 0 1 0 0,0 0 0 0 0,0 0-1 0 0,-1 0 1 0 0,1 0 0 0 0,0 0 0 0 0,-2 1-1 0 0,1-1 2 0 0,0 0 0 0 0,1-1 0 0 0,0 1 0 0 0,-1 0 0 0 0,1 0 0 0 0,0 0 0 0 0,0 1 0 0 0,0-1 0 0 0,0 0 0 0 0,1 0 0 0 0,-1 0 0 0 0,0 1 0 0 0,1-1-1 0 0,0 0 1 0 0,-1 1 0 0 0,1 2 0 0 0,0-2 0 0 0,-1 1-1 0 0,1 0 0 0 0,-1 0 1 0 0,0 0-1 0 0,0 0 0 0 0,-1 0 1 0 0,1-1-1 0 0,-1 1 0 0 0,0-1 1 0 0,-2 5-1 0 0,2-6-5 0 0,1 0 0 0 0,-1 0 0 0 0,1 1 0 0 0,0-1 0 0 0,0 0 0 0 0,0 0 0 0 0,0 0 0 0 0,0 1 1 0 0,1-1-1 0 0,-1 1 0 0 0,0-1 0 0 0,1 0 0 0 0,0 1 0 0 0,0-1 0 0 0,0 1 0 0 0,0-1 0 0 0,0 1 0 0 0,0-1 0 0 0,1 1 0 0 0,-1-1 0 0 0,2 4 0 0 0,48 99-12 0 0,-40-77 13 0 0,-8-20 0 0 0,0 0 0 0 0,1 0 0 0 0,1 0 0 0 0,-1-1 0 0 0,9 13 0 0 0,6 8 0 0 0,-2-4 0 0 0,35 41 0 0 0,-43-57 0 0 0,-1 0 0 0 0,2-1 0 0 0,-1-1 0 0 0,1 1 0 0 0,0-1 0 0 0,0 0 0 0 0,1-1 0 0 0,16 6 0 0 0,-7-5 9 0 0,1 0-1 0 0,1-2 1 0 0,-1 0 0 0 0,1-2 0 0 0,-1 0 0 0 0,1-1 0 0 0,0-1 0 0 0,-1-1 0 0 0,1-1 0 0 0,-1-1-1 0 0,1 0 1 0 0,-1-2 0 0 0,0 0 0 0 0,0-2 0 0 0,-1 0 0 0 0,0-1 0 0 0,19-11 0 0 0,-20 10 3 0 0,-1-1 1 0 0,0 0 0 0 0,-1-1-1 0 0,0-1 1 0 0,-1-1 0 0 0,0 0-1 0 0,-1-1 1 0 0,-1 0-1 0 0,0-1 1 0 0,-1-1 0 0 0,0 0-1 0 0,-2-1 1 0 0,0 0 0 0 0,0 0-1 0 0,-2-1 1 0 0,0 0 0 0 0,-1-1-1 0 0,5-20 1 0 0,-11 31 5 0 0,0 0-1 0 0,0 0 1 0 0,-1 0 0 0 0,0 0 0 0 0,-1 0 0 0 0,1 0-1 0 0,-1 0 1 0 0,-1 0 0 0 0,-3-12 0 0 0,-31-65 2 0 0,22 57-58 0 0,11 21 7 0 0,-1 0 1 0 0,1 1-1 0 0,-2 0 0 0 0,1-1 0 0 0,-1 2 1 0 0,0-1-1 0 0,0 0 0 0 0,0 1 1 0 0,-1 0-1 0 0,0 0 0 0 0,0 1 1 0 0,0 0-1 0 0,-1 0 0 0 0,1 0 1 0 0,-1 1-1 0 0,-8-4 0 0 0,-6 1-461 0 0,-1 0 1 0 0,0 1-1 0 0,-42-4 0 0 0,55 8 246 0 0,-87-8-4142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1:5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140 245 1841 0 0,'-115'37'4629'0'0,"90"-34"-4379"0"0,45-5 140 0 0,-20 0-271 0 0,-1 1-100 0 0,1 0-1 0 0,0 1 1 0 0,0-1-1 0 0,0 0 1 0 0,0 0-1 0 0,0 0 1 0 0,0 0-1 0 0,0 0 0 0 0,1 0 1 0 0,-1 0-1 0 0,0 1 1 0 0,0-1-1 0 0,1 0 1 0 0,-1 0-1 0 0,0 0 1 0 0,1 0-1 0 0,-1 1 0 0 0,1-1 1 0 0,-1 0-1 0 0,2-1 1 0 0,9-6 141 0 0,0-1 0 0 0,0-1 0 0 0,14-15 1 0 0,32-30 225 0 0,-37 41-290 0 0,0 0-1 0 0,0 2 1 0 0,24-12-1 0 0,-23 13-10 0 0,9-3-20 0 0,-14 7-35 0 0,-1-1 1 0 0,0 0-1 0 0,15-11 1 0 0,-29 18-25 0 0,1-1-3 0 0,0 0 0 0 0,0 0 1 0 0,0 1-1 0 0,0-1 0 0 0,1 1 0 0 0,-1-1 0 0 0,0 1 0 0 0,1 0 0 0 0,-1 0 0 0 0,1 0 0 0 0,-1 0 1 0 0,1 0-1 0 0,0 0 0 0 0,3 0 0 0 0,-5 1-5 0 0,0-1 1 0 0,0 1-1 0 0,-1 0 0 0 0,1-1 1 0 0,0 1-1 0 0,0 0 0 0 0,0 0 1 0 0,0-1-1 0 0,0 1 0 0 0,0 0 1 0 0,0 0-1 0 0,-1 0 0 0 0,1 0 1 0 0,0 0-1 0 0,0 0 0 0 0,0 0 1 0 0,0 1-1 0 0,0-1 0 0 0,0 0 1 0 0,0 0-1 0 0,0 1 0 0 0,-1-1 1 0 0,1 1-1 0 0,0-1 0 0 0,0 0 1 0 0,0 1-1 0 0,-1 0 0 0 0,1-1 1 0 0,0 1-1 0 0,-1-1 0 0 0,2 2 1 0 0,-5 6 67 0 0,4 51 321 0 0,-2 58 55 0 0,0-104-407 0 0,-1-1 0 0 0,0 0 0 0 0,-1 1-1 0 0,0-1 1 0 0,-1 0 0 0 0,0-1 0 0 0,-7 14-1 0 0,4-9-3 0 0,1 1 0 0 0,1 0 0 0 0,1 1 0 0 0,0-1 0 0 0,1 1 0 0 0,1-1 0 0 0,0 1-1 0 0,2 0 1 0 0,2 34 0 0 0,-1-6-19 0 0,-1-40-15 0 0,1 0 0 0 0,-1 0 1 0 0,1 0-1 0 0,1-1 0 0 0,-1 1 1 0 0,1 0-1 0 0,0-1 1 0 0,0 1-1 0 0,3 5 0 0 0,4 9 30 0 0,-8-17-30 0 0,0 1-40 0 0,1 0 0 0 0,-1 1 0 0 0,1-1 0 0 0,0 0 0 0 0,0 0 0 0 0,0 0 0 0 0,0 0-1 0 0,1 0 1 0 0,0 0 0 0 0,-1-1 0 0 0,2 1 0 0 0,-1-1 0 0 0,0 0 0 0 0,0 0 0 0 0,1 0 0 0 0,0 0 0 0 0,0-1 0 0 0,0 1 0 0 0,0-1 0 0 0,5 2 0 0 0,22 15-1451 0 0,-1 0-1134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0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25 4642 0 0,'0'-13'4642'0'0,"-30"13"-3521"0"0,60-6-2402 0 0,1 0-1120 0 0,-1 18-2961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01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1281 0 0,'0'0'1840'0'0,"30"-6"-1199"0"0,0 6-1202 0 0,-30-13-2320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03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4242 0 0,'-61'33'4882'0'0,"7"-2"-4322"0"0,54-12-1360 0 0,0 0 400 0 0,24 0 80 0 0,6-5-321 0 0,-30-3-959 0 0,31-3-1041 0 0,-1-8 79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09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507 232 1681 0 0,'0'-8'321'0'0,"-1"1"0"0"0,1 0 1 0 0,-2-1-1 0 0,1 1 1 0 0,-1 0-1 0 0,0 0 0 0 0,-1 0 1 0 0,1 0-1 0 0,-1 0 0 0 0,-6-8 1 0 0,9 14-309 0 0,-1 0 1 0 0,1 0-1 0 0,-1 1 1 0 0,1-1-1 0 0,0 0 1 0 0,0 0-1 0 0,-1 0 1 0 0,1 0-1 0 0,0 1 1 0 0,0-1-1 0 0,0 0 0 0 0,0 0 1 0 0,0 0-1 0 0,0 0 1 0 0,0 0-1 0 0,0 0 1 0 0,0 1-1 0 0,1-1 1 0 0,-1 0-1 0 0,0 0 1 0 0,0 0-1 0 0,1 0 1 0 0,-1 1-1 0 0,1-1 1 0 0,-1 0-1 0 0,1 0 1 0 0,-1 1-1 0 0,1-1 1 0 0,-1 0-1 0 0,1 1 1 0 0,0-1-1 0 0,-1 0 1 0 0,1 1-1 0 0,0-1 1 0 0,-1 1-1 0 0,1-1 1 0 0,0 1-1 0 0,0 0 0 0 0,-1-1 1 0 0,1 1-1 0 0,0 0 1 0 0,0-1-1 0 0,1 1 1 0 0,4-4 33 0 0,-5 4-43 0 0,-1 0 0 0 0,0 0 0 0 0,0 0 0 0 0,1 0 0 0 0,-1-1 1 0 0,0 1-1 0 0,0 0 0 0 0,0 0 0 0 0,1-1 0 0 0,-1 1 0 0 0,0 0 0 0 0,0 0 0 0 0,0-1 0 0 0,0 1 0 0 0,1 0 0 0 0,-1-1 1 0 0,0 1-1 0 0,0 0 0 0 0,0 0 0 0 0,0-1 0 0 0,0 1 0 0 0,0 0 0 0 0,0-1 0 0 0,0 1 0 0 0,0 0 0 0 0,0-1 0 0 0,0 1 1 0 0,0 0-1 0 0,0-1 0 0 0,0 1 0 0 0,0 0 0 0 0,-1-1 0 0 0,1 1 0 0 0,0 0 0 0 0,0 0 0 0 0,0-1 0 0 0,0 1 0 0 0,0 0 1 0 0,-1 0-1 0 0,1-1 0 0 0,0 1 0 0 0,0 0 0 0 0,0 0 0 0 0,-1-1 0 0 0,1 1 0 0 0,0 0 0 0 0,-1 0 0 0 0,1 0 0 0 0,0 0 1 0 0,0-1-1 0 0,-1 1 0 0 0,1 0 0 0 0,0 0 0 0 0,-1 0 0 0 0,1 0 0 0 0,0 0 0 0 0,0 0 0 0 0,-1 0 0 0 0,-16-4 211 0 0,17 4-204 0 0,-6-4 1222 0 0,7 13-318 0 0,1-6-828 0 0,-3 1 74 0 0,-25 8-143 0 0,21-8 49 0 0,5-3 573 0 0,5-1-573 0 0,10 0-40 0 0,-25 0 39 0 0,25 0 14 0 0,-9-4-12 0 0,-7 15 171 0 0,6-9-292 0 0,86 15-40 0 0,-71-16 79 0 0,-15 0-39 0 0,-5 3 53 0 0,0-3 227 0 0,-5-1-134 0 0,-42 7 306 0 0,38-4-273 0 0,0-1-1 0 0,0 0 1 0 0,0-1-1 0 0,0 0 1 0 0,0-1-1 0 0,0 1 1 0 0,-1-2-1 0 0,1 1 1 0 0,-13-4-1 0 0,-5 1 142 0 0,-1 1 0 0 0,-28 1-1 0 0,-4 8-12 0 0,55-7-174 0 0,0 0-13 0 0,-46 5-41 0 0,46-4 41 0 0,0-1 0 0 0,-15 1-54 0 0,19-1-16 0 0,-1 0 0 0 0,1 0 0 0 0,0 0 0 0 0,-1 0-1 0 0,1 0 1 0 0,-1 0 0 0 0,1 1 0 0 0,0-1 0 0 0,-1 1 0 0 0,1-1 0 0 0,0 0 0 0 0,-1 1 0 0 0,1 0-1 0 0,0-1 1 0 0,-1 1 0 0 0,1 0 0 0 0,0 0 0 0 0,0 0 0 0 0,0 0 0 0 0,0 0 0 0 0,0 0 0 0 0,0 0-1 0 0,0 0 1 0 0,0 0 0 0 0,1 0 0 0 0,-1 0 0 0 0,0 1 0 0 0,1-1 0 0 0,-2 3 0 0 0,2-3-4 0 0,-1 0 0 0 0,0 0 1 0 0,1 1-1 0 0,-1-1 1 0 0,0 0-1 0 0,1 0 0 0 0,-1 0 1 0 0,0 0-1 0 0,0 0 0 0 0,0-1 1 0 0,0 1-1 0 0,0 0 1 0 0,0 0-1 0 0,0 0 0 0 0,0-1 1 0 0,0 1-1 0 0,0-1 0 0 0,0 1 1 0 0,0-1-1 0 0,-3 1 1 0 0,0 1-2 0 0,-10 14 8 0 0,-2 0 0 0 0,11-12 1 0 0,0 0-1 0 0,0 0 1 0 0,1 1-1 0 0,-1-1 1 0 0,1 1 0 0 0,0 0-1 0 0,1 1 1 0 0,-1-1 0 0 0,1 1-1 0 0,0-1 1 0 0,-3 11 0 0 0,2-9 4 0 0,2 0 29 0 0,1 0 1 0 0,-1 0-1 0 0,1 0 0 0 0,0 0 0 0 0,1 1 0 0 0,0-1 1 0 0,0 0-1 0 0,1 9 0 0 0,0 6-115 0 0,-1-21 74 0 0,0 1 1 0 0,0-1-1 0 0,0 0 1 0 0,0 0-1 0 0,0 0 1 0 0,-1 0-1 0 0,1 0 0 0 0,0 1 1 0 0,-1-1-1 0 0,1 0 1 0 0,-1 0-1 0 0,1 0 1 0 0,-1 0-1 0 0,0 0 0 0 0,1 0 1 0 0,-1 0-1 0 0,0-1 1 0 0,0 1-1 0 0,1 0 1 0 0,-1 0-1 0 0,0 0 0 0 0,0-1 1 0 0,0 1-1 0 0,-2 0 1 0 0,2 0 9 0 0,0-1-1 0 0,0 1 1 0 0,0 0 0 0 0,0-1 0 0 0,0 1 0 0 0,1 0 0 0 0,-1 0-1 0 0,0 0 1 0 0,0-1 0 0 0,0 1 0 0 0,1 0 0 0 0,-1 0 0 0 0,1 0-1 0 0,-1 0 1 0 0,0 0 0 0 0,1 0 0 0 0,0 0 0 0 0,-1 1 0 0 0,1-1-1 0 0,0 0 1 0 0,-1 0 0 0 0,1 0 0 0 0,0 0 0 0 0,0 2 0 0 0,0 74 90 0 0,1-76-95 0 0,-1 0-1 0 0,1 1 1 0 0,-1-1 0 0 0,1 0-1 0 0,0 0 1 0 0,0 0 0 0 0,0 0-1 0 0,-1 0 1 0 0,1 0-1 0 0,0 0 1 0 0,0-1 0 0 0,0 1-1 0 0,0 0 1 0 0,0 0 0 0 0,1-1-1 0 0,-1 1 1 0 0,0-1 0 0 0,0 1-1 0 0,0-1 1 0 0,2 1 0 0 0,1 1-69 0 0,25 32 22 0 0,-25-29 58 0 0,-1 0 0 0 0,1 0 0 0 0,0-1 0 0 0,1 1-1 0 0,-1-1 1 0 0,8 5 0 0 0,71 52-23 0 0,-42-31-14 0 0,46 28 0 0 0,-70-49 21 0 0,-1-1 0 0 0,2 0 0 0 0,-1-1 0 0 0,1-1 0 0 0,0-1-1 0 0,29 5 1 0 0,143 3 43 0 0,-49-5 62 0 0,337 35 222 0 0,-449-40-304 0 0,-1-1-1 0 0,1-1 1 0 0,0-2 0 0 0,-1-1 0 0 0,1-1-1 0 0,-1-1 1 0 0,0-2 0 0 0,0-1 0 0 0,0-1-1 0 0,40-17 1 0 0,26-32 652 0 0,-72 42-529 0 0,0 1-1 0 0,1 1 1 0 0,1 1-1 0 0,32-11 1 0 0,-31 15-89 0 0,4-2-19 0 0,1 1-1 0 0,0 2 1 0 0,37-5 0 0 0,-43 8-4 0 0,0-1 0 0 0,0 0-1 0 0,0-2 1 0 0,-1-1 0 0 0,39-19-1 0 0,-61 26-24 0 0,1 1 3 0 0,-1-1 0 0 0,1 1 0 0 0,-1-1 0 0 0,1 0 0 0 0,-1 0 0 0 0,1 0 0 0 0,-1 1 0 0 0,1-1 0 0 0,-1-1 0 0 0,0 1 0 0 0,1 0 0 0 0,-1 0 0 0 0,0 0 0 0 0,0-1 0 0 0,0 1 0 0 0,0-1 0 0 0,0 1 0 0 0,0 0 0 0 0,-1-1 0 0 0,1 0 0 0 0,0 1 0 0 0,-1-1 0 0 0,1 1 0 0 0,-1-1 0 0 0,0 0 0 0 0,1 1 0 0 0,-1-1 0 0 0,0-2 0 0 0,0 2 2 0 0,0 0 0 0 0,1-1 1 0 0,-1 1-1 0 0,0 0 0 0 0,1 0 0 0 0,0-1 0 0 0,-1 1 1 0 0,1 0-1 0 0,0 0 0 0 0,0 0 0 0 0,0 0 0 0 0,1 0 0 0 0,-1 0 1 0 0,0 0-1 0 0,3-2 0 0 0,-3 2 1 0 0,1 0 0 0 0,-1 0-1 0 0,1 0 1 0 0,-1 0 0 0 0,0 0 0 0 0,1-1 0 0 0,-1 1 0 0 0,0 0-1 0 0,-1-1 1 0 0,1 1 0 0 0,0-1 0 0 0,-1 1 0 0 0,1-1 0 0 0,-1 1-1 0 0,0-4 1 0 0,1-7 27 0 0,-1 8-22 0 0,0 1-1 0 0,1-1 1 0 0,-2 0-1 0 0,1 1 1 0 0,0-1-1 0 0,-1 1 1 0 0,0-1-1 0 0,0 1 1 0 0,-2-5-1 0 0,-47-84 68 0 0,21 45-42 0 0,25 42-30 0 0,0 1 0 0 0,0-1 0 0 0,0-1 0 0 0,1 1 0 0 0,-1 0 0 0 0,2-1 0 0 0,-1 0 0 0 0,1 1 0 0 0,0-1 0 0 0,0 0 0 0 0,-1-8 0 0 0,4 13-10 0 0,-1 0 0 0 0,-1 1 0 0 0,1-1 0 0 0,0 1 0 0 0,0-1 0 0 0,-1 1 0 0 0,1-1 0 0 0,-1 1 0 0 0,1-1 0 0 0,-1 1 0 0 0,1-1 0 0 0,-1 1 0 0 0,0 0 0 0 0,0-1 0 0 0,0 1 0 0 0,0 0 0 0 0,0 0 0 0 0,0 0 0 0 0,0-1 0 0 0,0 1 0 0 0,-3-1 0 0 0,-5-7 6 0 0,-21-28 222 0 0,29 36-218 0 0,1 0 0 0 0,-1 0 1 0 0,1 1-1 0 0,-1-1 0 0 0,1 0 0 0 0,-1 0 0 0 0,1 0 0 0 0,-1 0 0 0 0,1 0 0 0 0,0 0 0 0 0,0 0 0 0 0,-1 0 0 0 0,1 0 0 0 0,0 0 0 0 0,0 0 0 0 0,0 0 0 0 0,0-1 0 0 0,-4-14 21 0 0,-2 10-23 0 0,0 0 1 0 0,0 0 0 0 0,0 0-1 0 0,-1 1 1 0 0,-12-8 0 0 0,19 13-8 0 0,-1 0 0 0 0,1 0 1 0 0,0 0-1 0 0,-1 0 0 0 0,1 0 1 0 0,0 0-1 0 0,0 0 0 0 0,0 0 1 0 0,-1-1-1 0 0,1 1 0 0 0,0 0 1 0 0,0 0-1 0 0,-1 0 0 0 0,1 0 1 0 0,0 0-1 0 0,0-1 0 0 0,0 1 0 0 0,-1 0 1 0 0,1 0-1 0 0,0 0 0 0 0,0-1 1 0 0,0 1-1 0 0,0 0 0 0 0,0 0 1 0 0,0-1-1 0 0,-1 1 0 0 0,1 0 1 0 0,0 0-1 0 0,0-1 0 0 0,0 1 0 0 0,0 0 1 0 0,0 0-1 0 0,0-1 0 0 0,0 1 1 0 0,0 0-1 0 0,0 0 0 0 0,0-1 1 0 0,0 1-1 0 0,0 0 0 0 0,0-1 1 0 0,-4-4-26 0 0,-82-15 107 0 0,26 7-1 0 0,50 11-97 0 0,-5-2-305 0 0,-1 1 0 0 0,0 0 1 0 0,-1 2-1 0 0,1 0 1 0 0,0 0-1 0 0,-24 4 1 0 0,14 10-3993 0 0,17-6 2558 0 0,-21 17-3913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3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334 123 1841 0 0,'-57'49'4361'0'0,"29"-24"-3053"0"0,21-16-595 0 0,9-15-706 0 0,-2 5-11 0 0,1-1 0 0 0,0 1 0 0 0,0-1 0 0 0,-1 1-1 0 0,1-1 1 0 0,0 1 0 0 0,0 0 0 0 0,1 0-1 0 0,-1-1 1 0 0,0 1 0 0 0,0 0 0 0 0,1 0 0 0 0,-1 0-1 0 0,0 0 1 0 0,2 0 0 0 0,14-13 5 0 0,-7 4 10 0 0,0 0 0 0 0,0 1 0 0 0,1 1 0 0 0,0 0 0 0 0,17-10 0 0 0,8 13 403 0 0,-36 5-380 0 0,0 1 0 0 0,0 0 0 0 0,0-1-1 0 0,0 1 1 0 0,1 0 0 0 0,-1 0 0 0 0,0-1 0 0 0,0 1 0 0 0,-1 0 0 0 0,1-1-1 0 0,0 1 1 0 0,0 0 0 0 0,0-1 0 0 0,0 1 0 0 0,-1 0 0 0 0,1-1 0 0 0,0 1-1 0 0,0 0 1 0 0,-1-1 0 0 0,1 1 0 0 0,-1 0 0 0 0,1-1 0 0 0,0 1 0 0 0,-1-1-1 0 0,0 2 1 0 0,-1-2-2 0 0,1-1-21 0 0,0 1-1 0 0,0 0 0 0 0,-1 0 1 0 0,1 0-1 0 0,0 0 1 0 0,0 0-1 0 0,0 1 1 0 0,-1-1-1 0 0,1 0 0 0 0,0 0 1 0 0,0 1-1 0 0,0-1 1 0 0,0 1-1 0 0,0-1 0 0 0,0 1 1 0 0,0-1-1 0 0,0 1 1 0 0,0 0-1 0 0,-2 1 0 0 0,8 2 57 0 0,-2-4-54 0 0,-2 0-11 0 0,0 0 0 0 0,0 0 0 0 0,-1 0 0 0 0,1 0 1 0 0,0 0-1 0 0,0 0 0 0 0,0 0 0 0 0,-1 0 0 0 0,1 0 0 0 0,0 0 1 0 0,0 0-1 0 0,0 0 0 0 0,-1 0 0 0 0,1 1 0 0 0,0-1 1 0 0,0 0-1 0 0,-1 1 0 0 0,1-1 0 0 0,0 0 0 0 0,0 1 0 0 0,-1-1 1 0 0,1 1-1 0 0,-1-1 0 0 0,1 1 0 0 0,0 0 0 0 0,-1-1 0 0 0,1 1 1 0 0,-1-1-1 0 0,1 1 0 0 0,0 1 0 0 0,-3 0 9 0 0,29 2 5 0 0,-22 0 51 0 0,-5-3 413 0 0,-3-3-442 0 0,0 1 1 0 0,0 0-1 0 0,0 0 1 0 0,0 0-1 0 0,0 0 1 0 0,0 1-1 0 0,0-1 1 0 0,0 1-1 0 0,0 0 1 0 0,0 0-1 0 0,0 0 1 0 0,0 0-1 0 0,0 0 1 0 0,-4 2-1 0 0,-10-2 105 0 0,-3 0-63 0 0,8 1-13 0 0,0 0 0 0 0,0 1-1 0 0,0 0 1 0 0,1 1 0 0 0,-20 7-1 0 0,21 1-66 0 0,2-9 5 0 0,1 0 0 0 0,-1 0 0 0 0,1 1-1 0 0,0 0 1 0 0,0 1 0 0 0,0 0 0 0 0,-10 7-1 0 0,-31 17-42 0 0,-38 16 52 0 0,84-39 8 0 0,2-5-21 0 0,0 0 0 0 0,0 1-1 0 0,0-1 1 0 0,0 0 0 0 0,0 1 0 0 0,-1-1 0 0 0,1 0 0 0 0,0 1 0 0 0,0-1 0 0 0,0 0 0 0 0,0 1 0 0 0,0-1-1 0 0,0 0 1 0 0,-1 0 0 0 0,1 1 0 0 0,0-1 0 0 0,0 0 0 0 0,0 0 0 0 0,-1 1 0 0 0,1-1 0 0 0,0 0-1 0 0,0 0 1 0 0,-1 1 0 0 0,1-1 0 0 0,0 0 0 0 0,-1 0 0 0 0,1 0 0 0 0,0 0 0 0 0,0 0 0 0 0,-1 1-1 0 0,1-1 1 0 0,0 0 0 0 0,-1 0 0 0 0,0 0 0 0 0,-19 5-68 0 0,19-3 62 0 0,0 1 1 0 0,0-1-1 0 0,0 1 0 0 0,0-1 0 0 0,1 1 0 0 0,-1-1 0 0 0,1 1 0 0 0,0-1 1 0 0,-1 1-1 0 0,1 0 0 0 0,0-1 0 0 0,1 1 0 0 0,-1 0 0 0 0,1 3 0 0 0,-1-3-2 0 0,0 112 154 0 0,1-114-150 0 0,0 0 0 0 0,0 0 0 0 0,0 0 0 0 0,-1 0-1 0 0,1 0 1 0 0,0 0 0 0 0,0 0 0 0 0,1-1 0 0 0,-1 1 0 0 0,0 0 0 0 0,0-1-1 0 0,0 1 1 0 0,0-1 0 0 0,1 1 0 0 0,-1-1 0 0 0,0 0 0 0 0,0 0 0 0 0,1 1-1 0 0,1-1 1 0 0,-2 0-1 0 0,9 11 4 0 0,-7-11 4 0 0,-2 0-2 0 0,0 0 1 0 0,0 0-1 0 0,0 0 0 0 0,0 0 1 0 0,-1 0-1 0 0,1 0 0 0 0,0 0 1 0 0,0 0-1 0 0,0 0 0 0 0,0 0 1 0 0,0 0-1 0 0,0 0 0 0 0,-1 1 1 0 0,1-1-1 0 0,0 0 0 0 0,0 1 1 0 0,0-1-1 0 0,-1 1 0 0 0,1-1 1 0 0,0 1-1 0 0,0-1 0 0 0,-1 1 1 0 0,1-1-1 0 0,0 1 0 0 0,-1 0 1 0 0,2 1-1 0 0,-1-1-2 0 0,1 1-1 0 0,-1-1 1 0 0,1 1 0 0 0,-1-1 0 0 0,1 0-1 0 0,0 0 1 0 0,0 0 0 0 0,0 0-1 0 0,0 0 1 0 0,0 0 0 0 0,0 0 0 0 0,3 0-1 0 0,4 3-48 0 0,6 2 45 0 0,1 0 0 0 0,0-2 0 0 0,0 1 0 0 0,0-2 0 0 0,31 3 0 0 0,111-4 118 0 0,-55-3 169 0 0,-12 7-109 0 0,-79-8-174 0 0,36-2 0 0 0,3 2 43 0 0,43 3 87 0 0,-61 1-34 0 0,44-2 0 0 0,24-1 19 0 0,-69 0-84 0 0,-1-2-1 0 0,34-7 1 0 0,19-2 264 0 0,177-25 278 0 0,-159 33-519 0 0,42-5 212 0 0,-100 8-183 0 0,-25 1-83 0 0,-1-1-1 0 0,0 0 1 0 0,1-1-1 0 0,-1-2 1 0 0,27-7-1 0 0,136-40 388 0 0,-178 49-373 0 0,0 1-1 0 0,0 0 0 0 0,-1-1 0 0 0,1 1 0 0 0,0-1 1 0 0,-1 0-1 0 0,1 1 0 0 0,-1-1 0 0 0,0-1 1 0 0,3-2-1 0 0,-2 2 6 0 0,-1 1 1 0 0,1-1-1 0 0,0 1 0 0 0,-1 0 1 0 0,1 0-1 0 0,0 0 1 0 0,0 0-1 0 0,4-2 0 0 0,-2 3 3 0 0,0-1 0 0 0,-1 0 0 0 0,1 0 0 0 0,-1-1 0 0 0,0 1-1 0 0,1-1 1 0 0,-1 0 0 0 0,-1 0 0 0 0,1-1 0 0 0,4-3 0 0 0,36-46 243 0 0,-29 38-197 0 0,-10 1 6 0 0,0 1-1 0 0,14-1-49 0 0,-18 14-21 0 0,-1 0-1 0 0,1 0 1 0 0,-1-1 0 0 0,1 1 0 0 0,-1 0 0 0 0,1-1 0 0 0,-1 1-1 0 0,1 0 1 0 0,-1-1 0 0 0,0 1 0 0 0,1 0 0 0 0,-1-1-1 0 0,1 1 1 0 0,-1-1 0 0 0,0 1 0 0 0,0-1 0 0 0,1 1 0 0 0,-1-1-1 0 0,0 1 1 0 0,0-1 0 0 0,0 0 0 0 0,1 1 0 0 0,-1-1-1 0 0,0 1 1 0 0,0-1 0 0 0,0 1 0 0 0,0-1 0 0 0,0 0 0 0 0,0 1-1 0 0,0-1 1 0 0,0 1 0 0 0,0-1 0 0 0,0 1 0 0 0,-1-1-1 0 0,1 1 1 0 0,0-1 0 0 0,0 0 0 0 0,0 1 0 0 0,-1-1 0 0 0,1 1-1 0 0,0-1 1 0 0,-1 1 0 0 0,1 0 0 0 0,0-1 0 0 0,-1 1-1 0 0,1-1 1 0 0,-1 1 0 0 0,1 0 0 0 0,-1-1 0 0 0,1 1 0 0 0,-1 0-1 0 0,0-1 1 0 0,0 1 21 0 0,-1-1-14 0 0,1 1 0 0 0,0 0 0 0 0,-1 0 0 0 0,1 0 0 0 0,0-1 1 0 0,0 1-1 0 0,-1-1 0 0 0,1 1 0 0 0,0-1 0 0 0,0 1 0 0 0,0-1 1 0 0,0 0-1 0 0,0 1 0 0 0,0-1 0 0 0,0 0 0 0 0,0 0 0 0 0,0 0 1 0 0,0 0-1 0 0,-1-1 0 0 0,-2 0 25 0 0,-1 0 0 0 0,0 0 0 0 0,1 1-1 0 0,-1 0 1 0 0,0 0 0 0 0,0 0 0 0 0,-6 0 0 0 0,-4-1 19 0 0,-18-5 68 0 0,-50-4 0 0 0,-18-2 115 0 0,-130-19 96 0 0,212 30-305 0 0,-41-6-2 0 0,-97-26 0 0 0,152 32 28 0 0,-1-3-41 0 0,-35-8 16 0 0,23 12 22 0 0,-62-11 336 0 0,-11 1-334 0 0,80 9-246 0 0,1 2 0 0 0,-1 0 0 0 0,0 0 0 0 0,0 1 0 0 0,-16 3 0 0 0,22-3-177 0 0,0 1 1 0 0,0-1 0 0 0,0 1 0 0 0,0 0 0 0 0,1 1-1 0 0,-1-1 1 0 0,1 1 0 0 0,0 0 0 0 0,-1 0 0 0 0,1 0-1 0 0,0 0 1 0 0,1 1 0 0 0,-1-1 0 0 0,-4 7 0 0 0,-22 42-6421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0 148 400 0 0,'24'-7'2481'0'0,"-24"-5"-160"0"0,0 5-480 0 0,0 1-560 0 0,0-8-1121 0 0,31-5-1361 0 0,-31-6-960 0 0,0 0-560 0 0,0-8 480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4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91 109 2321 0 0,'-30'7'2801'0'0,"30"-1"-800"0"0,-30-6-560 0 0,30-13-641 0 0,-31 7-319 0 0,31-8-481 0 0,0-11-1521 0 0,0-5-1361 0 0,0-3 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4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44 1441 0 0,'0'0'4882'0'0,"0"-5"-5923"0"0,0-3-639 0 0,-30-4-81 0 0,30-7 160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46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14 560 0 0,'0'-1'163'0'0,"0"1"-1"0"0,-1-1 0 0 0,1 1 1 0 0,0 0-1 0 0,0-1 0 0 0,0 1 1 0 0,0 0-1 0 0,0-1 0 0 0,0 1 1 0 0,0 0-1 0 0,0-1 0 0 0,0 1 1 0 0,0-1-1 0 0,0 1 1 0 0,0 0-1 0 0,0-1 0 0 0,0 1 1 0 0,0-1-1 0 0,0 1 0 0 0,0 0 1 0 0,0-1-1 0 0,0 1 0 0 0,1 0 1 0 0,-1-1-1 0 0,0 1 0 0 0,0 0 1 0 0,0-1-1 0 0,1 1 0 0 0,-1 0 1 0 0,0-1-1 0 0,0 1 0 0 0,1 0 1 0 0,-1 0-1 0 0,0-1 1 0 0,1 1-1 0 0,-1 0 0 0 0,0 0 1 0 0,1 0-1 0 0,-1-1 0 0 0,1 1 1 0 0,19 0-190 0 0,-15 1-40 0 0,-5 3 14 0 0,0-8 106 0 0,0 3 588 0 0,-5 2-575 0 0,-15 4-39 0 0,7 0 21 0 0,1-1 1 0 0,-1 1-1 0 0,1 1 0 0 0,0 0 1 0 0,0 1-1 0 0,1 0 0 0 0,-20 17 1 0 0,22-4 17 0 0,2-17-81 0 0,-6 6-29 0 0,8 19 50 0 0,5-21 7 0 0,-1-1 1 0 0,0 0-1 0 0,0 0 1 0 0,-1-1-1 0 0,1 1 0 0 0,-1 0 1 0 0,-4 7-1 0 0,3-7 2 0 0,0 1 0 0 0,1-1 0 0 0,0 1 0 0 0,0-1 0 0 0,1 1 0 0 0,0 0 0 0 0,-1 10 0 0 0,2 2 19 0 0,-1-11-30 0 0,0 0 0 0 0,1 0-1 0 0,0 0 1 0 0,1 0 0 0 0,-1 0 0 0 0,2 0-1 0 0,-1-1 1 0 0,1 1 0 0 0,0 0-1 0 0,0-1 1 0 0,1 1 0 0 0,0-1-1 0 0,1 0 1 0 0,0 0 0 0 0,8 12-1 0 0,6 0 30 0 0,0-2 0 0 0,26 20 0 0 0,-18-16-38 0 0,-17-12-57 0 0,18 10-192 0 0,-26-19 186 0 0,0 1 0 0 0,0-1 0 0 0,1 0 0 0 0,-1 1 0 0 0,0-1 0 0 0,0 0 0 0 0,1 0 0 0 0,-1 0 0 0 0,0 0 0 0 0,1 0-1 0 0,-1-1 1 0 0,0 1 0 0 0,0 0 0 0 0,0-1 0 0 0,1 1 0 0 0,-1 0 0 0 0,0-1 0 0 0,0 1 0 0 0,0-1 0 0 0,0 0 0 0 0,0 1 0 0 0,2-3 0 0 0,27-30-3921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182 314 1761 0 0,'-5'1'603'0'0,"4"-1"-443"0"0,0 0 0 0 0,-1 0 0 0 0,1 0 0 0 0,0 0 0 0 0,-1 0 0 0 0,1 1 0 0 0,0-1-1 0 0,-1 0 1 0 0,1 1 0 0 0,0-1 0 0 0,-1 1 0 0 0,1-1 0 0 0,0 1 0 0 0,0 0 0 0 0,0 0 0 0 0,0-1 0 0 0,0 1 0 0 0,-2 2-1 0 0,3-2 682 0 0,-5 0-468 0 0,-15 4-186 0 0,17-4-131 0 0,0-1 1 0 0,1 1-1 0 0,-1-1 0 0 0,0 1 0 0 0,0-1 0 0 0,0 0 1 0 0,1-1-1 0 0,-1 1 0 0 0,0 0 0 0 0,0-1 0 0 0,0 1 1 0 0,-4-3-1 0 0,-18-1 801 0 0,25 5-450 0 0,0 0-395 0 0,0-1 1 0 0,1 0-1 0 0,-1 0 1 0 0,0 0-1 0 0,0 1 0 0 0,0-1 1 0 0,0 0-1 0 0,0 0 1 0 0,0 0-1 0 0,0 1 1 0 0,0-1-1 0 0,0 0 0 0 0,0 0 1 0 0,0 0-1 0 0,0 1 1 0 0,0-1-1 0 0,0 0 1 0 0,0 0-1 0 0,0 0 0 0 0,0 1 1 0 0,0-1-1 0 0,-1 0 1 0 0,1 0-1 0 0,0 0 1 0 0,0 0-1 0 0,0 1 1 0 0,0-1-1 0 0,0 0 0 0 0,0 0 1 0 0,0 0-1 0 0,-1 0 1 0 0,1 0-1 0 0,0 1 1 0 0,0-1-1 0 0,0 0 0 0 0,0 0 1 0 0,-1 0-1 0 0,1 0 1 0 0,0 0-1 0 0,0 0 1 0 0,0 0-1 0 0,-1 0 0 0 0,1 0 1 0 0,0 0-1 0 0,0 1 1 0 0,0-1-1 0 0,-1 0 1 0 0,1 0-1 0 0,0 0 0 0 0,0 0 1 0 0,-1-1-1 0 0,-9 4 272 0 0,4-1 27 0 0,0 0-1 0 0,1-1 1 0 0,-1 0 0 0 0,0 0-1 0 0,-10 0 1 0 0,16-39 1703 0 0,0 35-1996 0 0,0 0-1 0 0,0 1 0 0 0,1-1 1 0 0,-1 0-1 0 0,1 0 0 0 0,-1 1 1 0 0,1-1-1 0 0,0 1 1 0 0,0-1-1 0 0,0 0 0 0 0,0 1 1 0 0,1 0-1 0 0,-1-1 0 0 0,1 1 1 0 0,1-3-1 0 0,7-10 25 0 0,1-7 14 0 0,-10 17-53 0 0,2 0 0 0 0,-1 1 0 0 0,0-1 0 0 0,1 1 0 0 0,0 0 0 0 0,0-1 0 0 0,4-3 0 0 0,13-11-3 0 0,-14 14 0 0 0,-1 1 0 0 0,0-1 0 0 0,0 0 0 0 0,0-1 0 0 0,5-8 0 0 0,-6 6 0 0 0,-2 3 0 0 0,0 0 0 0 0,1 1 0 0 0,-1-1 0 0 0,1 0 0 0 0,0 1 0 0 0,1 0 0 0 0,-1 0 0 0 0,1 0 0 0 0,-1 0 0 0 0,1 0 0 0 0,1 1 0 0 0,-1-1 0 0 0,0 1 0 0 0,1 1 0 0 0,5-4 0 0 0,25-17 2 0 0,-28 18-18 0 0,0 0-1 0 0,0 1 1 0 0,0 0 0 0 0,16-7-1 0 0,-18 10-63 0 0,-5 22-720 0 0,-2-10 797 0 0,0 0 1 0 0,-1 0-1 0 0,0 0 0 0 0,-1-1 1 0 0,0 0-1 0 0,-1 0 0 0 0,0 0 1 0 0,0 0-1 0 0,-1-1 1 0 0,0 1-1 0 0,-9 8 0 0 0,-11 21 115 0 0,11-10 82 0 0,-19 53 0 0 0,18-41-35 0 0,8-17-52 0 0,1 0 1 0 0,2 0-1 0 0,0 0 1 0 0,2 1-1 0 0,1 0 1 0 0,0 0-1 0 0,4 29 1 0 0,-2-39-101 0 0,-1-13-70 0 0,1 0 0 0 0,0 1 1 0 0,0-1-1 0 0,0 0 0 0 0,0 0 0 0 0,0 1 1 0 0,0-1-1 0 0,1 0 0 0 0,-1 0 0 0 0,1 0 0 0 0,0 1 1 0 0,-1-1-1 0 0,1 0 0 0 0,0 0 0 0 0,0 0 1 0 0,0 0-1 0 0,1 0 0 0 0,-1-1 0 0 0,0 1 1 0 0,1 0-1 0 0,-1 0 0 0 0,1-1 0 0 0,0 1 0 0 0,-1-1 1 0 0,1 0-1 0 0,0 1 0 0 0,0-1 0 0 0,0 0 1 0 0,0 0-1 0 0,0 0 0 0 0,0 0 0 0 0,0 0 0 0 0,4 0 1 0 0,3 0-415 0 0,1-1 0 0 0,0 0 0 0 0,0-1 0 0 0,0 0 0 0 0,0 0 0 0 0,0-1 0 0 0,11-4 1 0 0,90-22-3153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8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509 192 160 0 0,'-1'-1'341'0'0,"-1"-1"0"0"0,1 1-1 0 0,0-1 1 0 0,0 1 0 0 0,-1-1 0 0 0,1 1-1 0 0,-1 0 1 0 0,1 0 0 0 0,-1 0 0 0 0,1 0 0 0 0,-1 0-1 0 0,0 0 1 0 0,1 0 0 0 0,-1 0 0 0 0,0 1-1 0 0,0-1 1 0 0,0 1 0 0 0,1-1 0 0 0,-1 1-1 0 0,0 0 1 0 0,-4 0 0 0 0,-51-7 1113 0 0,21 7-1294 0 0,0 1 0 0 0,1 1 0 0 0,-1 2 0 0 0,1 2 0 0 0,0 1 0 0 0,0 1 0 0 0,-38 16 0 0 0,56-19-150 0 0,15-5-10 0 0,-1 1 0 0 0,1-1 0 0 0,0 0 0 0 0,0 1 1 0 0,0-1-1 0 0,0 1 0 0 0,-1 0 0 0 0,1 0 0 0 0,0 0 0 0 0,0 0 1 0 0,1 0-1 0 0,-1 0 0 0 0,0 0 0 0 0,0 0 0 0 0,0 1 1 0 0,1-1-1 0 0,-1 1 0 0 0,1 0 0 0 0,-1-1 0 0 0,1 1 1 0 0,-2 3-1 0 0,3-4-3 0 0,-1 0 0 0 0,1-1-1 0 0,0 1 1 0 0,0 0 0 0 0,0-1 0 0 0,-1 1 0 0 0,1 0 0 0 0,0-1 0 0 0,0 1 0 0 0,-1 0 0 0 0,1-1 0 0 0,-1 1-1 0 0,1-1 1 0 0,-1 1 0 0 0,1-1 0 0 0,-1 1 0 0 0,1-1 0 0 0,-1 1 0 0 0,1-1 0 0 0,-1 1 0 0 0,1-1-1 0 0,-1 0 1 0 0,0 1 0 0 0,1-1 0 0 0,-1 0 0 0 0,0 0 0 0 0,0 1 0 0 0,0-1 0 0 0,0 1 0 0 0,0-1 0 0 0,0 0 0 0 0,0 1 0 0 0,0-1 0 0 0,0 1 0 0 0,0-1 0 0 0,1 1 0 0 0,-1 0 0 0 0,0-1 0 0 0,0 1 0 0 0,0 0 0 0 0,1 0 0 0 0,-1 0 0 0 0,1-1 0 0 0,-1 1 0 0 0,0 0 0 0 0,1 0 0 0 0,0 0 0 0 0,-1 0 0 0 0,1 0 0 0 0,-1 0 0 0 0,1 0 0 0 0,0 0 0 0 0,0 0 0 0 0,0 0 0 0 0,-1 0 0 0 0,1 2 0 0 0,0-1-6 0 0,0 0 0 0 0,0 0-1 0 0,0 0 1 0 0,0 0-1 0 0,0 0 1 0 0,1 0 0 0 0,-1 0-1 0 0,0-1 1 0 0,1 1-1 0 0,-1 0 1 0 0,1 0 0 0 0,0 0-1 0 0,0 0 1 0 0,0 0-1 0 0,0-1 1 0 0,0 1 0 0 0,0 0-1 0 0,0-1 1 0 0,0 1-1 0 0,1-1 1 0 0,-1 0 0 0 0,1 1-1 0 0,-1-1 1 0 0,1 0-1 0 0,-1 0 1 0 0,1 0 0 0 0,0 0-1 0 0,0 0 1 0 0,-1 0 0 0 0,5 1-1 0 0,22 14-59 0 0,-27-15 72 0 0,1 0 0 0 0,-1 0 1 0 0,0 0-1 0 0,0 0 0 0 0,1 0 0 0 0,-1 1 0 0 0,0-1 0 0 0,0 0 0 0 0,0 1 0 0 0,0-1 0 0 0,0 0 1 0 0,-1 1-1 0 0,1-1 0 0 0,0 1 0 0 0,-1-1 0 0 0,1 1 0 0 0,-1-1 0 0 0,1 1 0 0 0,-1 0 1 0 0,0-1-1 0 0,0 1 0 0 0,0 0 0 0 0,0-1 0 0 0,0 1 0 0 0,0 0 0 0 0,0-1 0 0 0,0 1 1 0 0,-1-1-1 0 0,1 1 0 0 0,0 0 0 0 0,-1-1 0 0 0,0 1 0 0 0,1-1 0 0 0,-1 1 0 0 0,0-1 0 0 0,0 1 1 0 0,0-1-1 0 0,0 0 0 0 0,-1 2 0 0 0,-1 4 19 0 0,2-6-20 0 0,1 1-1 0 0,0-1 1 0 0,-1 1 0 0 0,1-1-1 0 0,0 1 1 0 0,0-1 0 0 0,0 1 0 0 0,0 0-1 0 0,0-1 1 0 0,0 1 0 0 0,0-1-1 0 0,1 1 1 0 0,-1-1 0 0 0,1 1 0 0 0,-1-1-1 0 0,1 1 1 0 0,-1-1 0 0 0,1 0-1 0 0,0 1 1 0 0,0-1 0 0 0,-1 0 0 0 0,1 1-1 0 0,0-1 1 0 0,0 0 0 0 0,0 0-1 0 0,1 0 1 0 0,-1 0 0 0 0,0 0 0 0 0,0 0-1 0 0,1 0 1 0 0,-1 0 0 0 0,0 0-1 0 0,1-1 1 0 0,-1 1 0 0 0,1-1 0 0 0,2 2-1 0 0,54 16 3 0 0,-49-15-4 0 0,0-1 0 0 0,-1 0-1 0 0,1-1 1 0 0,0 0 0 0 0,0-1 0 0 0,0 0 0 0 0,0 0 0 0 0,0-1 0 0 0,0 0 0 0 0,16-4 0 0 0,12-3 14 0 0,-29 8 2 0 0,0-1 1 0 0,0 0 0 0 0,0-1-1 0 0,0 0 1 0 0,-1 0-1 0 0,1-1 1 0 0,-1 0-1 0 0,0 0 1 0 0,1-1-1 0 0,-1 0 1 0 0,-1 0-1 0 0,1 0 1 0 0,-1-1-1 0 0,1 0 1 0 0,-2 0-1 0 0,1-1 1 0 0,0 0-1 0 0,-1 0 1 0 0,0 0-1 0 0,4-8 1 0 0,5-17 143 0 0,-2-2 0 0 0,-2 1 0 0 0,10-46 0 0 0,-20 74-154 0 0,1 0-1 0 0,0 0 1 0 0,-1 0 0 0 0,0 0 0 0 0,1 1-1 0 0,-2-1 1 0 0,1 0 0 0 0,0 0-1 0 0,-1 0 1 0 0,0 0 0 0 0,1 1-1 0 0,-2-1 1 0 0,1 0 0 0 0,0 0-1 0 0,-1 1 1 0 0,1-1 0 0 0,-1 1 0 0 0,0 0-1 0 0,0-1 1 0 0,-4-3 0 0 0,-2 0-1 0 0,0 1 0 0 0,0 0 0 0 0,0 0 0 0 0,-1 0 0 0 0,0 1 0 0 0,-11-4 1 0 0,-7-5 25 0 0,3 1-71 0 0,-1 0 0 0 0,0 2 0 0 0,-1 1 0 0 0,0 1 0 0 0,-53-11 0 0 0,77 20-40 0 0,1 0 1 0 0,-1 0 0 0 0,1 0-1 0 0,-1 0 1 0 0,0 0 0 0 0,1 0-1 0 0,-1 0 1 0 0,1 0 0 0 0,-1 1-1 0 0,1-1 1 0 0,0 1 0 0 0,-1-1-1 0 0,1 1 1 0 0,-1-1 0 0 0,1 1-1 0 0,0 0 1 0 0,-1 0 0 0 0,1-1-1 0 0,0 1 1 0 0,-1 1 0 0 0,1-1-72 0 0,1 0 0 0 0,-1 0 0 0 0,1 0 1 0 0,0 0-1 0 0,-1 0 0 0 0,1 0 0 0 0,0 0 0 0 0,0 0 1 0 0,0 0-1 0 0,-1 0 0 0 0,1 0 0 0 0,0 0 0 0 0,0 0 1 0 0,1 0-1 0 0,-1 0 0 0 0,0 0 0 0 0,0 0 1 0 0,0 0-1 0 0,1 0 0 0 0,-1 0 0 0 0,0 0 0 0 0,1 0 1 0 0,-1 0-1 0 0,1-1 0 0 0,-1 1 0 0 0,1 0 1 0 0,0 0-1 0 0,-1 0 0 0 0,2 1 0 0 0,19 16-2610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8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0 308 1521 0 0,'26'0'2187'0'0,"-20"-19"2550"0"0,-2 5-4351 0 0,3-1-282 0 0,-1 1 0 0 0,0-1 0 0 0,-1-1 0 0 0,-1 1 0 0 0,4-25 0 0 0,10-31-35 0 0,7-18 11 0 0,-27 141 105 0 0,-14 88-1 0 0,14-129-152 0 0,-25 112 338 0 0,25-115-354 0 0,1-3-10 0 0,0 0-1 0 0,1 1 0 0 0,0-1 0 0 0,0 1 1 0 0,0-1-1 0 0,1 1 0 0 0,-1-1 0 0 0,1 0 0 0 0,0 1 1 0 0,1-1-1 0 0,0 0 0 0 0,0 0 0 0 0,0 0 1 0 0,0 0-1 0 0,1 0 0 0 0,-1 0 0 0 0,6 5 0 0 0,13 33-5 0 0,-20-40-20 0 0,0-1 1 0 0,0 1-1 0 0,0-1 0 0 0,0 0 1 0 0,1 0-1 0 0,-1 0 0 0 0,1 0 1 0 0,-1 0-1 0 0,1 0 1 0 0,0 0-1 0 0,0 0 0 0 0,0-1 1 0 0,0 1-1 0 0,0 0 0 0 0,0-1 1 0 0,0 0-1 0 0,0 0 0 0 0,1 1 1 0 0,-1-1-1 0 0,1-1 1 0 0,-1 1-1 0 0,0 0 0 0 0,1-1 1 0 0,3 1-1 0 0,4 0-638 0 0,0 0-1 0 0,-1-1 0 0 0,1-1 1 0 0,0 0-1 0 0,16-3 1 0 0,4-2-3624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76 240 0 0,'-1'-2'332'0'0,"0"0"0"0"0,0 0-1 0 0,0 0 1 0 0,0 1 0 0 0,-1-1-1 0 0,1 0 1 0 0,-1 0 0 0 0,1 1 0 0 0,-1-1-1 0 0,0 0 1 0 0,0 1 0 0 0,1 0-1 0 0,-1-1 1 0 0,0 1 0 0 0,0 0 0 0 0,0 0-1 0 0,0 0 1 0 0,-1 0 0 0 0,1 1-1 0 0,0-1 1 0 0,-4 0 0 0 0,-8-5 787 0 0,7 2-967 0 0,0 1 0 0 0,0 0 0 0 0,-1 0 0 0 0,1 1 0 0 0,-1 0 0 0 0,1 1 0 0 0,-1-1-1 0 0,0 1 1 0 0,-10 1 0 0 0,-78 4-3 0 0,65 2-56 0 0,0 2 0 0 0,0 1 1 0 0,-51 22-1 0 0,75-28-88 0 0,0 1 0 0 0,0-1 0 0 0,1 1 0 0 0,-1 0 0 0 0,1 1 0 0 0,0-1 0 0 0,1 1 0 0 0,-1 1 0 0 0,1-1-1 0 0,0 1 1 0 0,0-1 0 0 0,1 1 0 0 0,0 1 0 0 0,-4 6 0 0 0,6-10-1 0 0,1 0-1 0 0,-1 1 1 0 0,1-1 0 0 0,0 0-1 0 0,1 0 1 0 0,-1 1 0 0 0,0-1-1 0 0,1 0 1 0 0,0 1 0 0 0,0-1-1 0 0,0 0 1 0 0,0 1-1 0 0,0-1 1 0 0,1 0 0 0 0,-1 1-1 0 0,1-1 1 0 0,0 0 0 0 0,0 1-1 0 0,0-1 1 0 0,0 0 0 0 0,1 0-1 0 0,0 0 1 0 0,-1 0 0 0 0,1 0-1 0 0,0-1 1 0 0,0 1-1 0 0,0 0 1 0 0,1-1 0 0 0,-1 0-1 0 0,5 4 1 0 0,15 10 15 0 0,1-1-1 0 0,1-1 1 0 0,0 0-1 0 0,1-2 1 0 0,0-2 0 0 0,1 0-1 0 0,38 9 1 0 0,-51-15-21 0 0,6 1-9 0 0,0 0-1 0 0,0-2 1 0 0,1 0 0 0 0,-1-2 0 0 0,1 0 0 0 0,0-1 0 0 0,-1 0 0 0 0,36-7 0 0 0,-30 2 32 0 0,0-1 0 0 0,0-1 0 0 0,0-1 0 0 0,-1-2 0 0 0,44-22 0 0 0,-62 28-1 0 0,-1 0-1 0 0,0 0 1 0 0,1-1 0 0 0,-2 0-1 0 0,1 1 1 0 0,0-1-1 0 0,-1-1 1 0 0,0 1-1 0 0,-1-1 1 0 0,1 0-1 0 0,-1 0 1 0 0,0 0-1 0 0,4-10 1 0 0,0 1 27 0 0,-3 7 18 0 0,0-1 1 0 0,-1 1-1 0 0,0-1 1 0 0,0 0-1 0 0,0 0 1 0 0,-1 0 0 0 0,-1 0-1 0 0,2-16 1 0 0,-4 21-9 0 0,1 0 0 0 0,-1 1 1 0 0,0-1-1 0 0,0 0 0 0 0,0 1 1 0 0,0-1-1 0 0,0 1 0 0 0,-1-1 1 0 0,0 1-1 0 0,1-1 0 0 0,-1 1 1 0 0,-1 0-1 0 0,1 0 0 0 0,0 0 1 0 0,-1 0-1 0 0,1 1 0 0 0,-1-1 1 0 0,0 1-1 0 0,0-1 0 0 0,0 1 1 0 0,0 0-1 0 0,0 0 0 0 0,-1 0 1 0 0,1 1-1 0 0,-8-3 0 0 0,-10-5-36 0 0,-1 2-1 0 0,0 0 0 0 0,-1 2 0 0 0,0 0 0 0 0,-42-2 0 0 0,53 6-293 0 0,1 1 80 0 0,-1 0 0 0 0,1 1 0 0 0,0 0 0 0 0,-14 3 0 0 0,23-4-6 0 0,0 1 0 0 0,0-1 0 0 0,0 1 0 0 0,0-1 0 0 0,0 1 0 0 0,1 0 1 0 0,-1 0-1 0 0,0 0 0 0 0,1 0 0 0 0,-1 0 0 0 0,0 0 0 0 0,1 0 0 0 0,0 1 0 0 0,-1-1 0 0 0,1 0 1 0 0,0 1-1 0 0,-1-1 0 0 0,1 1 0 0 0,0 0 0 0 0,0-1 0 0 0,0 1 0 0 0,0 0 0 0 0,1 0 0 0 0,-1-1 0 0 0,0 1 1 0 0,1 0-1 0 0,-1 0 0 0 0,1 0 0 0 0,0 0 0 0 0,0 3 0 0 0,0 20-4856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3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1 337 1521 0 0,'7'-15'4284'0'0,"21"-3"-2777"0"0,-4 3-629 0 0,-17 8-659 0 0,-1 0 0 0 0,0-1 0 0 0,0 1-1 0 0,7-13 1 0 0,10-15 155 0 0,128-131 966 0 0,-131 146-1053 0 0,-19 18-236 0 0,1 1-1 0 0,-1-1 1 0 0,1 0-1 0 0,0 1 1 0 0,0-1-1 0 0,0 1 1 0 0,0 0-1 0 0,0-1 1 0 0,0 1-1 0 0,0 0 1 0 0,0 0-1 0 0,1 1 1 0 0,2-2-1 0 0,-5 2-26 0 0,1 1 1 0 0,-1-1-1 0 0,1 0 0 0 0,-1 1 0 0 0,1-1 1 0 0,-1 0-1 0 0,1 1 0 0 0,-1-1 0 0 0,0 1 0 0 0,1-1 1 0 0,-1 1-1 0 0,0-1 0 0 0,0 1 0 0 0,1-1 1 0 0,-1 1-1 0 0,0-1 0 0 0,0 1 0 0 0,1-1 1 0 0,-1 1-1 0 0,0 0 0 0 0,0-1 0 0 0,0 1 0 0 0,0-1 1 0 0,0 1-1 0 0,0-1 0 0 0,0 1 0 0 0,0 0 1 0 0,0-1-1 0 0,0 1 0 0 0,-1-1 0 0 0,1 1 0 0 0,0-1 1 0 0,0 1-1 0 0,-1 0 0 0 0,1 8 262 0 0,-1 15 432 0 0,-1 0-1 0 0,-10 42 1 0 0,7-41-338 0 0,1 1 1 0 0,-2 46 0 0 0,6-58-330 0 0,-1 0-28 0 0,0 0 0 0 0,1-1 0 0 0,1 1 1 0 0,0 0-1 0 0,1-1 0 0 0,0 1 1 0 0,2-1-1 0 0,-1 0 0 0 0,1 0 0 0 0,11 22 1 0 0,40 41-2239 0 0,-55-75 2069 0 0,1 0-1 0 0,-1-1 1 0 0,0 1-1 0 0,0 0 1 0 0,1-1-1 0 0,-1 1 1 0 0,0 0-1 0 0,1-1 1 0 0,-1 1 0 0 0,1-1-1 0 0,-1 1 1 0 0,1 0-1 0 0,-1-1 1 0 0,1 1-1 0 0,-1-1 1 0 0,1 1-1 0 0,-1-1 1 0 0,1 0-1 0 0,0 1 1 0 0,-1-1-1 0 0,1 0 1 0 0,0 1-1 0 0,-1-1 1 0 0,1 0-1 0 0,0 0 1 0 0,-1 1-1 0 0,1-1 1 0 0,0 0-1 0 0,0 0 1 0 0,-1 0 0 0 0,1 0-1 0 0,0 0 1 0 0,0 0-1 0 0,-1 0 1 0 0,1 0-1 0 0,0 0 1 0 0,-1-1-1 0 0,1 1 1 0 0,0 0-1 0 0,0 0 1 0 0,-1-1-1 0 0,1 1 1 0 0,-1 0-1 0 0,1-1 1 0 0,0 1-1 0 0,-1-1 1 0 0,1 1-1 0 0,-1-1 1 0 0,1 1-1 0 0,-1-1 1 0 0,1 0-1 0 0,0 0-173 0 0,0 1-1 0 0,-1-1 0 0 0,1 0 0 0 0,-1 0 0 0 0,1 1 0 0 0,-1-1 1 0 0,0 0-1 0 0,1 0 0 0 0,-1 0 0 0 0,0 0 0 0 0,0 0 0 0 0,0 0 0 0 0,1 1 1 0 0,-1-1-1 0 0,0 0 0 0 0,0 0 0 0 0,0 0 0 0 0,-1-1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2:50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3362 0 0,'-30'8'2080'0'0,"60"-8"-2080"0"0,-30 5 81 0 0,30 1-162 0 0,1-6-1599 0 0,-31-6 79 0 0,0 1-80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293 214 4642 0 0,'-151'-10'6430'0'0,"144"10"-6481"0"0,6 0 52 0 0,0 0 1 0 0,0 0-1 0 0,0 0 1 0 0,0 0-1 0 0,0 0 1 0 0,0 0-1 0 0,0 0 1 0 0,0 0-1 0 0,1 0 1 0 0,-1 0-1 0 0,0 0 1 0 0,0 0-1 0 0,0-1 1 0 0,0 1-1 0 0,0 0 1 0 0,0-1-1 0 0,0 1 1 0 0,0-1-1 0 0,1 1 1 0 0,-1-1-1 0 0,0 1 1 0 0,0-1-1 0 0,1 0 1 0 0,-2-1-1 0 0,-3 1 213 0 0,4 1-187 0 0,0 1-12 0 0,0-1 0 0 0,0 0 0 0 0,0 0 0 0 0,0 0 0 0 0,0 0 0 0 0,0 0 0 0 0,0 0 0 0 0,0 0 0 0 0,0 0-1 0 0,0 0 1 0 0,0 0 0 0 0,0 0 0 0 0,0-1 0 0 0,0 1 0 0 0,0 0 0 0 0,1-1 0 0 0,-1 1 0 0 0,0-1 0 0 0,0 1-1 0 0,0-1 1 0 0,0 1 0 0 0,0-1 0 0 0,1 1 0 0 0,-2-3 0 0 0,2 3-13 0 0,0 0-1 0 0,0-1 1 0 0,1 1-1 0 0,-1 0 1 0 0,0-1 0 0 0,1 1-1 0 0,-1 0 1 0 0,0-1-1 0 0,1 1 1 0 0,-1 0 0 0 0,0-1-1 0 0,1 1 1 0 0,-1 0-1 0 0,1 0 1 0 0,-1 0 0 0 0,0-1-1 0 0,1 1 1 0 0,-1 0-1 0 0,1 0 1 0 0,-1 0 0 0 0,1 0-1 0 0,-1 0 1 0 0,1 0-1 0 0,-1 0 1 0 0,0 0 0 0 0,1 0-1 0 0,-1 0 1 0 0,1 0-1 0 0,-1 0 1 0 0,1 0 0 0 0,-1 0-1 0 0,1 1 1 0 0,0-1-1 0 0,-1 0 1 0 0,1 0-1 0 0,-1 0 1 0 0,1 0-1 0 0,-1 1 1 0 0,1-1-1 0 0,-1 0 1 0 0,1 0-1 0 0,-1 0 1 0 0,1 0-1 0 0,0 0 1 0 0,-1-1-1 0 0,1 1 1 0 0,-1 0-1 0 0,1 0 1 0 0,-1 0-1 0 0,1 0 1 0 0,-1-1-1 0 0,1 1 1 0 0,-1 0-1 0 0,1 0 1 0 0,-1-1-1 0 0,1 1 1 0 0,-1 0-1 0 0,0-1 1 0 0,1 1-1 0 0,-1 0 1 0 0,1-1-1 0 0,-1 1 1 0 0,0-1-1 0 0,1 1 1 0 0,-1-1-1 0 0,0 1 1 0 0,0-1-1 0 0,1 0 1 0 0,-1 1-1 0 0,0-1 0 0 0,0 1 0 0 0,0-1 0 0 0,0 1 0 0 0,1-1 0 0 0,-1 1 0 0 0,0 0 0 0 0,0-1 0 0 0,0 1 0 0 0,1-1 0 0 0,-1 1 0 0 0,0 0 0 0 0,1-1 0 0 0,-1 1 0 0 0,0 0 0 0 0,1-1 0 0 0,-1 1 0 0 0,0 0 0 0 0,1-1 0 0 0,-1 1 0 0 0,1 0 0 0 0,-1 0 0 0 0,1 0 0 0 0,-1-1 0 0 0,1 1 0 0 0,-1 0 0 0 0,0 0 0 0 0,1 0 0 0 0,-1 0 0 0 0,1 0 0 0 0,-1 0 0 0 0,1 0 0 0 0,-1 0 0 0 0,1 0 0 0 0,0 0 0 0 0,0 0 15 0 0,-1 0 0 0 0,1 0 0 0 0,0 0-1 0 0,-1 0 1 0 0,1 0 0 0 0,-1 0 0 0 0,1 0 0 0 0,0 0 0 0 0,-1-1 0 0 0,1 1 0 0 0,0 0 0 0 0,-1 0 0 0 0,1-1-1 0 0,-1 1 1 0 0,1 0 0 0 0,-1-1 0 0 0,1 1 0 0 0,0 0 0 0 0,-1-1 0 0 0,1 1 0 0 0,-1-1 0 0 0,0 1 0 0 0,1-1-1 0 0,-1 1 1 0 0,1-1 0 0 0,-1 1 0 0 0,0-1 0 0 0,1 1 0 0 0,-1-1 0 0 0,0 0 0 0 0,0 1 0 0 0,0-1 0 0 0,1 0-1 0 0,-1 1 1 0 0,0-1 0 0 0,0 1 0 0 0,0-2 0 0 0,-5 1 197 0 0,-15 1-26 0 0,15 0 600 0 0,10 0-720 0 0,46-4 18 0 0,81-15 1 0 0,12-2-84 0 0,67 9 65 0 0,-189 11-55 0 0,-14 2 0 0 0,0-1-1 0 0,0 0 1 0 0,0-1-1 0 0,0 0 1 0 0,0 0 0 0 0,8-2-1 0 0,-11 2 243 0 0,-10 1-27 0 0,-5-1-72 0 0,0 0 0 0 0,1 0 0 0 0,-1 0 0 0 0,1-1 1 0 0,-16-6-1 0 0,-18-4 21 0 0,-44-11-57 0 0,52 13-52 0 0,0 1 0 0 0,-50-5 0 0 0,70 12-5 0 0,1 0-50 0 0,0 1 0 0 0,0 1 0 0 0,-21 1 0 0 0,31-1-25 0 0,0 1-1 0 0,0 0 1 0 0,1 0-1 0 0,-1 0 1 0 0,1 0-1 0 0,-1 0 1 0 0,1 1-1 0 0,-1 0 0 0 0,1-1 1 0 0,0 1-1 0 0,0 0 1 0 0,0 1-1 0 0,0-1 1 0 0,0 1-1 0 0,0-1 1 0 0,0 1-1 0 0,-3 6 1 0 0,-46 47-76 0 0,41-46 64 0 0,0 1 1 0 0,0 1-1 0 0,-15 22 1 0 0,14-15-37 0 0,9-14 58 0 0,0-1 0 0 0,1 0 0 0 0,-1 1 0 0 0,1-1 0 0 0,0 1 0 0 0,0 0 0 0 0,1 0 0 0 0,-1 0 0 0 0,1 0 0 0 0,0 0-1 0 0,0 0 1 0 0,1 0 0 0 0,-1 0 0 0 0,2 6 0 0 0,-1-10-6 0 0,0 0 1 0 0,0-1-1 0 0,0 1 1 0 0,1 0-1 0 0,-1 0 0 0 0,0 0 1 0 0,1-1-1 0 0,-1 1 1 0 0,1 0-1 0 0,-1 0 0 0 0,1-1 1 0 0,-1 1-1 0 0,1 0 1 0 0,0-1-1 0 0,-1 1 0 0 0,1-1 1 0 0,0 1-1 0 0,-1-1 1 0 0,1 1-1 0 0,0-1 0 0 0,0 1 1 0 0,-1-1-1 0 0,1 0 1 0 0,0 1-1 0 0,1-1 0 0 0,33 8 1 0 0,35-7 27 0 0,39-17-45 0 0,111-11 3 0 0,-196 26 20 0 0,0 1 1 0 0,-1 1-1 0 0,1 1 1 0 0,0 1-1 0 0,-1 1 1 0 0,45 13-1 0 0,-66-16 5 0 0,1 1 0 0 0,-1-1-1 0 0,1 1 1 0 0,-1-1 0 0 0,1 1 0 0 0,-1 0 0 0 0,0-1 0 0 0,0 1-1 0 0,0 1 1 0 0,0-1 0 0 0,0 0 0 0 0,-1 0 0 0 0,1 1 0 0 0,-1-1-1 0 0,1 1 1 0 0,-1-1 0 0 0,0 1 0 0 0,0-1 0 0 0,0 1-1 0 0,0 0 1 0 0,0 0 0 0 0,-1-1 0 0 0,1 1 0 0 0,-1 0 0 0 0,0 0-1 0 0,0 0 1 0 0,0 0 0 0 0,0 0 0 0 0,0-1 0 0 0,-2 7 0 0 0,1-1 15 0 0,-1-1 0 0 0,1 1 0 0 0,-2 0 0 0 0,1 0 0 0 0,-1-1 0 0 0,0 0 0 0 0,-1 1 0 0 0,1-1 0 0 0,-8 9 0 0 0,-2-1 71 0 0,-1-1 0 0 0,-1 0 0 0 0,0-1 1 0 0,0-1-1 0 0,-1 0 0 0 0,-1-1 0 0 0,0-1 1 0 0,0-1-1 0 0,-1 0 0 0 0,0-2 0 0 0,0 0 1 0 0,-31 8-1 0 0,28-11 98 0 0,-1-1 1 0 0,1 0-1 0 0,-1-2 1 0 0,0 0-1 0 0,1-2 1 0 0,-40-5-1 0 0,15 2-24 0 0,26 3-205 0 0,1 0-1 0 0,-1-2 0 0 0,1 0 1 0 0,-1-1-1 0 0,1-1 0 0 0,1 0 1 0 0,-1-2-1 0 0,1 0 0 0 0,0-1 1 0 0,-29-18-1 0 0,45 25-65 0 0,0-1-1 0 0,-1 0 1 0 0,1 1 0 0 0,0-1 0 0 0,0 0-1 0 0,0 0 1 0 0,1 0 0 0 0,-1 0 0 0 0,0-1-1 0 0,1 1 1 0 0,-1 0 0 0 0,1-1-1 0 0,0 1 1 0 0,0-1 0 0 0,0 0 0 0 0,0 1-1 0 0,-1-6 1 0 0,2 5-7 0 0,0 1 0 0 0,0 0 0 0 0,1 0 0 0 0,-1-1 0 0 0,1 1 0 0 0,-1 0 0 0 0,1 0 0 0 0,0-1 0 0 0,0 1 0 0 0,0 0 0 0 0,0 0 0 0 0,0 0 0 0 0,1 0 0 0 0,-1 1 0 0 0,1-1 0 0 0,-1 0 0 0 0,3-2 0 0 0,5-3-471 0 0,0 0 0 0 0,0 0 0 0 0,1 1 0 0 0,0 1 0 0 0,0-1 0 0 0,0 1 0 0 0,21-6 0 0 0,54-10-4148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266 223 2801 0 0,'-16'-1'918'0'0,"0"0"99"0"0,0-1 0 0 0,1 0 0 0 0,0-1 0 0 0,-23-7 0 0 0,28-1-283 0 0,-40 10-14 0 0,30 9-318 0 0,15-5-324 0 0,1-2 456 0 0,-1-1-281 0 0,-46 8 388 0 0,46-8 1039 0 0,10 0-1613 0 0,32 0-52 0 0,-32 0-18 0 0,34-7 71 0 0,1 3-62 0 0,59 1 1 0 0,-88 3-7 0 0,127-2 141 0 0,151 3 132 0 0,32 14-206 0 0,-291-11-67 0 0,-4-3 13 0 0,-21-1 307 0 0,-5-1 23 0 0,0 1-334 0 0,0 0-1 0 0,0 0 0 0 0,0 0 0 0 0,0-1 1 0 0,0 1-1 0 0,0 0 0 0 0,0 0 1 0 0,0 0-1 0 0,0 0 0 0 0,0-1 1 0 0,0 1-1 0 0,0 0 0 0 0,0 0 1 0 0,0 0-1 0 0,0-1 0 0 0,0 1 1 0 0,0 0-1 0 0,0 0 0 0 0,0 0 0 0 0,0 0 1 0 0,0-1-1 0 0,0 1 0 0 0,0 0 1 0 0,-1 0-1 0 0,1 0 0 0 0,0 0 1 0 0,0 0-1 0 0,0-1 0 0 0,0 1 1 0 0,0 0-1 0 0,0 0 0 0 0,0 0 1 0 0,-1 0-1 0 0,1 0 0 0 0,0 0 1 0 0,0-1-1 0 0,0 1 0 0 0,0 0 0 0 0,-1 0 1 0 0,1 0-1 0 0,0 0 0 0 0,0 0 1 0 0,0 0-1 0 0,0 0 0 0 0,-1 0 1 0 0,1 0-1 0 0,0 0 0 0 0,0 0 1 0 0,0 0-1 0 0,0 0 0 0 0,-1 0 1 0 0,1 0-1 0 0,0 0 0 0 0,0 0 0 0 0,-34-8 417 0 0,1-2 0 0 0,1-2-1 0 0,0-1 1 0 0,0-1 0 0 0,-37-24-1 0 0,54 29-247 0 0,-1 1-1 0 0,1 0 0 0 0,-32-11 1 0 0,29 13-17 0 0,0-2 1 0 0,-28-15 0 0 0,40 20-654 0 0,0 1 0 0 0,0 0 0 0 0,0 0 0 0 0,0 0 0 0 0,0 1 0 0 0,-12-1 0 0 0,16 1-1060 0 0,7 1 179 0 0,11 0 348 0 0,-8 0-77 0 0,1 0 1 0 0,-1 0-1 0 0,1-1 0 0 0,-1-1 1 0 0,10-2-1 0 0,12-8-2152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5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1 240 0 0,'-10'2'-288'0'0,"-23"3"9074"0"0,21-4-7693 0 0,7-1-919 0 0,0 0-14 0 0,-15 7 148 0 0,0 0-1 0 0,1 1 1 0 0,0 1 0 0 0,-19 12 0 0 0,18-10-100 0 0,-14 6 182 0 0,-34 20 257 0 0,63-34-592 0 0,0 0 0 0 0,0 0 0 0 0,1 1 0 0 0,-1 0 0 0 0,1 0 0 0 0,0 0 0 0 0,0 1 0 0 0,0-1 0 0 0,-4 9 1 0 0,-2 7 78 0 0,8-16-135 0 0,1 0-1 0 0,-2 0 0 0 0,1 0 1 0 0,0 0-1 0 0,-1-1 0 0 0,0 1 1 0 0,1-1-1 0 0,-5 4 1 0 0,-8 12-254 0 0,14-19 237 0 0,1 1 0 0 0,0-1 0 0 0,0 0 0 0 0,0 1 0 0 0,-1-1 0 0 0,1 1 0 0 0,0-1 0 0 0,0 0 0 0 0,0 1 0 0 0,0-1 0 0 0,0 1 0 0 0,0-1 0 0 0,0 1 0 0 0,0-1 0 0 0,0 0 0 0 0,0 1 0 0 0,0-1 0 0 0,0 1 0 0 0,0-1 0 0 0,0 1 0 0 0,1-1 0 0 0,-1 0 0 0 0,0 1 0 0 0,0-1 0 0 0,0 1 0 0 0,1-1 0 0 0,-1 0 0 0 0,0 1 0 0 0,3 0-231 0 0,1 1-1 0 0,-1-1 1 0 0,0 0 0 0 0,0 0-1 0 0,0-1 1 0 0,1 1-1 0 0,-1-1 1 0 0,0 1-1 0 0,1-1 1 0 0,-1 0-1 0 0,0 0 1 0 0,1-1-1 0 0,3 0 1 0 0,48-4-5100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2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2321 0 0,'0'0'240'0'0,"0"-6"-880"0"0,0 0-481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2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173 225 2161 0 0,'-1'0'205'0'0,"-1"0"1"0"0,1 0-1 0 0,0 0 1 0 0,-1-1-1 0 0,1 1 1 0 0,-1-1-1 0 0,1 1 1 0 0,0-1-1 0 0,0 1 1 0 0,-1-1-1 0 0,1 0 1 0 0,0 0-1 0 0,0 0 1 0 0,0 1-1 0 0,0-1 1 0 0,0 0-1 0 0,0 0 1 0 0,0-1-1 0 0,0 1 1 0 0,0 0-1 0 0,0 0 1 0 0,0-2-1 0 0,-2-32 2262 0 0,3 19-2777 0 0,0 13 326 0 0,0 0-1 0 0,0 0 0 0 0,0 1 1 0 0,0-1-1 0 0,0 0 0 0 0,1 0 1 0 0,-1 0-1 0 0,1 0 1 0 0,0 0-1 0 0,0 1 0 0 0,0-1 1 0 0,0 0-1 0 0,0 0 0 0 0,1 1 1 0 0,-1-1-1 0 0,1 1 1 0 0,0 0-1 0 0,3-4 0 0 0,1-2 13 0 0,-2-8 36 0 0,-4 15-59 0 0,0 1 0 0 0,0-1-1 0 0,0 0 1 0 0,0 0 0 0 0,0 0 0 0 0,0 0 0 0 0,1 1 0 0 0,-1-1-1 0 0,0 0 1 0 0,0 0 0 0 0,1 0 0 0 0,-1 1 0 0 0,0-1-1 0 0,1 0 1 0 0,-1 0 0 0 0,1 1 0 0 0,-1-1 0 0 0,1 0 0 0 0,0-1-1 0 0,50-23 156 0 0,-47 21-150 0 0,1 0 0 0 0,1 1 0 0 0,-1 0 0 0 0,0-1 0 0 0,1 2 0 0 0,0-1 0 0 0,0 1 0 0 0,0 0 0 0 0,0 0 0 0 0,0 0 0 0 0,0 1 0 0 0,0 0 0 0 0,7 0 1 0 0,1 0 9 0 0,1 1 0 0 0,0 1 0 0 0,-1 0 0 0 0,28 7 0 0 0,-35-7-20 0 0,0 1 0 0 0,0 0 0 0 0,0 1 0 0 0,0 0 0 0 0,0 0 0 0 0,-1 0 0 0 0,1 1 0 0 0,-1-1 0 0 0,0 2 0 0 0,0-1 0 0 0,-1 1 0 0 0,1 0 0 0 0,-1 0 0 0 0,0 0 0 0 0,0 1 0 0 0,0 0 0 0 0,6 12 0 0 0,-1 5-3 0 0,-5-13 1 0 0,-1 0 1 0 0,-1 1 0 0 0,1-1 0 0 0,-1 1 0 0 0,-1 0 0 0 0,0-1 0 0 0,-1 1-1 0 0,1 16 1 0 0,-2-24 2 0 0,-1 0 0 0 0,1-1 0 0 0,0 1 0 0 0,-1 0 0 0 0,0 0 0 0 0,0 0 0 0 0,1 0 0 0 0,-2-1 0 0 0,1 1 0 0 0,0-1 0 0 0,0 1 0 0 0,-1 0 0 0 0,0-1 0 0 0,-2 3 0 0 0,-4 8-2 0 0,-1 1 13 0 0,1 0 0 0 0,-2-1 0 0 0,0 0 0 0 0,0 0 1 0 0,-1-1-1 0 0,0-1 0 0 0,-1 0 0 0 0,-1 0 1 0 0,0-1-1 0 0,0-1 0 0 0,-23 13 0 0 0,-7 2 145 0 0,27-14-16 0 0,-1-1 0 0 0,-1 0 0 0 0,-19 6 0 0 0,19-8-11 0 0,-10 4 427 0 0,-1-1-1 0 0,-1 0 0 0 0,0-3 0 0 0,0 0 1 0 0,-32 2-1 0 0,57-9-263 0 0,1 0-53 0 0,-13-4-151 0 0,18-6-208 0 0,28-16-320 0 0,-13 12 335 0 0,-5-2-139 0 0,-9 13 195 0 0,0 0-1 0 0,0 0 1 0 0,0 0-1 0 0,0 0 0 0 0,1 1 1 0 0,-1-1-1 0 0,1 1 0 0 0,4-3 1 0 0,27-22-308 0 0,-20 15 200 0 0,0 1 0 0 0,1 1 1 0 0,0 0-1 0 0,18-8 1 0 0,-31 17 150 0 0,0 0 1 0 0,0 0 0 0 0,1 1-1 0 0,-1-1 1 0 0,0 1 0 0 0,0-1 0 0 0,0 1-1 0 0,0 0 1 0 0,0 0 0 0 0,1 0-1 0 0,-1 0 1 0 0,0 0 0 0 0,0 0-1 0 0,0 0 1 0 0,0 1 0 0 0,0-1 0 0 0,0 1-1 0 0,0 0 1 0 0,0 0 0 0 0,0 0-1 0 0,2 1 1 0 0,4 3-1 0 0,-1 0-1 0 0,-1 1 1 0 0,1 0-1 0 0,8 9 1 0 0,20 20 127 0 0,-17-21-17 0 0,75 71 1310 0 0,-89-82-1404 0 0,0 0-1 0 0,1 0 1 0 0,-1-1 0 0 0,1 1-1 0 0,-1-1 1 0 0,1 0-1 0 0,0 0 1 0 0,0-1-1 0 0,0 1 1 0 0,0-1-1 0 0,0 0 1 0 0,0 0-1 0 0,0-1 1 0 0,0 0 0 0 0,11 0-1 0 0,-1-1-663 0 0,0 0 1 0 0,0-1-1 0 0,0-1 0 0 0,19-6 1 0 0,-30 9 267 0 0,0-2 1 0 0,0 1 0 0 0,0 0 0 0 0,-1-1 0 0 0,1 0 0 0 0,0 0-1 0 0,-1 0 1 0 0,0 0 0 0 0,1 0 0 0 0,-1-1 0 0 0,0 0 0 0 0,0 1-1 0 0,0-1 1 0 0,3-5 0 0 0,-4 4-120 0 0,-1 0 1 0 0,0-1-1 0 0,0 1 1 0 0,-1 0-1 0 0,0 0 1 0 0,1-1-1 0 0,-2-5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8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146 114 640 0 0,'-85'12'7951'0'0,"71"-16"-6923"0"0,13 4-1021 0 0,1-1 1 0 0,0 1-1 0 0,-1 0 1 0 0,1-1 0 0 0,-1 1-1 0 0,1 0 1 0 0,-1-1-1 0 0,1 1 1 0 0,-1 0 0 0 0,1 0-1 0 0,-1 0 1 0 0,1-1-1 0 0,-1 1 1 0 0,0 0 0 0 0,1 0-1 0 0,-1 0 1 0 0,1 0-1 0 0,-1 0 1 0 0,1 0 0 0 0,-1 0-1 0 0,0 0 1 0 0,1 0-1 0 0,-1 0 1 0 0,1 0 0 0 0,-1 1-1 0 0,1-1 1 0 0,-1 0-1 0 0,1 0 1 0 0,-1 0 0 0 0,1 1-1 0 0,-1-1 1 0 0,1 0-1 0 0,-1 1 1 0 0,1-1 0 0 0,-1 0-1 0 0,1 1 1 0 0,-1-1-1 0 0,1 1 1 0 0,0-1 0 0 0,-1 1-1 0 0,1 0 1 0 0,0 0 859 0 0,-25 5-267 0 0,25-6-589 0 0,0 0 0 0 0,0 0 0 0 0,0 0-1 0 0,0 0 1 0 0,0 1 0 0 0,0-1 0 0 0,1 0 0 0 0,-1 0-1 0 0,0 0 1 0 0,0 0 0 0 0,0 0 0 0 0,0 1-1 0 0,0-1 1 0 0,0 0 0 0 0,0 0 0 0 0,0 0 0 0 0,0 0-1 0 0,0 1 1 0 0,1-1 0 0 0,-1 0 0 0 0,0 0-1 0 0,0 0 1 0 0,0 0 0 0 0,0 1 0 0 0,0-1 0 0 0,0 0-1 0 0,0 0 1 0 0,-1 0 0 0 0,1 1 0 0 0,0-1 0 0 0,0 0-1 0 0,0 0 1 0 0,0 0 0 0 0,0 0 0 0 0,0 0-1 0 0,0 1 1 0 0,0-1 0 0 0,0 0 0 0 0,0 0 0 0 0,0 0-1 0 0,-1 0 1 0 0,1 0 0 0 0,0 1 0 0 0,0-1 0 0 0,0 0-1 0 0,0 0 1 0 0,18-3 110 0 0,1 0 0 0 0,0-2 1 0 0,-1 0-1 0 0,0-1 0 0 0,0 0 0 0 0,0-2 0 0 0,-1 0 0 0 0,0-1 1 0 0,-1-1-1 0 0,0 0 0 0 0,21-19 0 0 0,-32 17-48 0 0,0 0 14 0 0,-1 9-66 0 0,11-6 71 0 0,-15 9-74 0 0,0 0-1 0 0,0 0 0 0 0,0 0 1 0 0,0 0-1 0 0,0 0 0 0 0,0 0 0 0 0,0 0 1 0 0,0 0-1 0 0,0 0 0 0 0,0 0 1 0 0,0 0-1 0 0,0 1 0 0 0,0-1 0 0 0,0 0 1 0 0,0 0-1 0 0,1 0 0 0 0,-1 0 1 0 0,0 0-1 0 0,0 0 0 0 0,0 0 0 0 0,0 0 1 0 0,-6 7 35 0 0,1-1 0 0 0,0 1-1 0 0,0 1 1 0 0,0-1 0 0 0,1 1 0 0 0,0 0 0 0 0,-5 15 0 0 0,-8 16 151 0 0,2-10-31 0 0,2 0 1 0 0,1 1-1 0 0,-9 37 0 0 0,10-36-64 0 0,9-25-96 0 0,-1 1 0 0 0,1-1 0 0 0,0 1 0 0 0,1-1 0 0 0,-1 1 1 0 0,1-1-1 0 0,0 9 0 0 0,1-13-48 0 0,0-1 1 0 0,-1 1-1 0 0,1 0 0 0 0,0 0 1 0 0,0 0-1 0 0,1 0 1 0 0,-1 0-1 0 0,0-1 1 0 0,1 1-1 0 0,-1 0 0 0 0,1 0 1 0 0,-1 0-1 0 0,1-1 1 0 0,0 1-1 0 0,0 0 1 0 0,-1-1-1 0 0,1 1 0 0 0,0-1 1 0 0,1 1-1 0 0,-1-1 1 0 0,0 1-1 0 0,2 1 1 0 0,1-2-152 0 0,-1 0 1 0 0,1 0 0 0 0,-1-1-1 0 0,1 1 1 0 0,-1-1 0 0 0,1 1-1 0 0,0-1 1 0 0,-1 0 0 0 0,8-2 0 0 0,-7 2 45 0 0,15-1-1014 0 0,1-1 0 0 0,0 0 0 0 0,-1-2 0 0 0,1 0 1 0 0,22-9-1 0 0,-37 11 585 0 0,-1 0-1 0 0,0-1 1 0 0,0 1 0 0 0,0-1 0 0 0,0 0 0 0 0,-1 0 0 0 0,1 0-1 0 0,5-6 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665 58 800 0 0,'0'-1'267'0'0,"0"0"0"0"0,0 0 0 0 0,0 0 0 0 0,0 1 0 0 0,0-1 0 0 0,0 0 0 0 0,0 0 0 0 0,0 0 0 0 0,0 0 0 0 0,0 0 0 0 0,0 1 0 0 0,-1-1 0 0 0,1 0 0 0 0,0 0 0 0 0,-1 0 0 0 0,1 1 0 0 0,0-1 0 0 0,-1 0 0 0 0,1 0 0 0 0,-1 1 0 0 0,0-2 0 0 0,-16 8 3116 0 0,3 1-3609 0 0,-5-2 425 0 0,-2 0 0 0 0,1 0 0 0 0,-31 1-1 0 0,21-2-86 0 0,-221 39 1542 0 0,160-30-1080 0 0,68-8-482 0 0,15-4-54 0 0,0 1 0 0 0,0 0 0 0 0,0 0 0 0 0,1 0 0 0 0,-11 5 0 0 0,-7 5 133 0 0,23-12-169 0 0,0 1 0 0 0,0-1 0 0 0,0 1 1 0 0,0-1-1 0 0,0 1 0 0 0,0 0 0 0 0,0 0 1 0 0,1 0-1 0 0,-1 0 0 0 0,0 0 0 0 0,1 0 1 0 0,-1 0-1 0 0,1 1 0 0 0,-1-1 0 0 0,1 0 1 0 0,-1 1-1 0 0,1-1 0 0 0,0 1 0 0 0,0 0 1 0 0,0-1-1 0 0,0 1 0 0 0,0 0 0 0 0,0 0 1 0 0,0 0-1 0 0,1-1 0 0 0,-1 1 0 0 0,1 0 0 0 0,-1 0 1 0 0,1 0-1 0 0,-1 4 0 0 0,3-4-7 0 0,-1 1-1 0 0,0-1 1 0 0,1 1 0 0 0,0-1-1 0 0,-1 0 1 0 0,1 0 0 0 0,0 0-1 0 0,0 0 1 0 0,0 0-1 0 0,0 0 1 0 0,0-1 0 0 0,1 1-1 0 0,-1-1 1 0 0,0 1-1 0 0,1-1 1 0 0,-1 0 0 0 0,1 0-1 0 0,0 0 1 0 0,-1 0 0 0 0,5 0-1 0 0,11 7-28 0 0,39 20-9 0 0,100 31 0 0 0,-130-51-17 0 0,1-1 0 0 0,0-1 0 0 0,1-1 0 0 0,-1-2 0 0 0,1-1 0 0 0,31-1 0 0 0,-52-1 28 0 0,0-1 1 0 0,0 0 0 0 0,0 0-1 0 0,1-1 1 0 0,-1 0 0 0 0,-1 0-1 0 0,1-1 1 0 0,0 0 0 0 0,-1-1 0 0 0,1 1-1 0 0,-1-1 1 0 0,0-1 0 0 0,0 1-1 0 0,-1-1 1 0 0,1-1 0 0 0,-1 1-1 0 0,0-1 1 0 0,0 0 0 0 0,8-11-1 0 0,-11 13 32 0 0,-1 2 9 0 0,0-1 0 0 0,1 1 0 0 0,-1-1 0 0 0,0 0 0 0 0,0 0 0 0 0,0 0 0 0 0,-1 0 1 0 0,1 0-1 0 0,-1 0 0 0 0,0-1 0 0 0,0 1 0 0 0,0 0 0 0 0,0-1 0 0 0,0 1 1 0 0,-1-1-1 0 0,0 1 0 0 0,1-1 0 0 0,-2-3 0 0 0,0-1 33 0 0,-1 1-1 0 0,0 0 1 0 0,0-1 0 0 0,0 1-1 0 0,-1 0 1 0 0,-1 0 0 0 0,-4-8 0 0 0,1 4 32 0 0,-1 1 0 0 0,1 0 0 0 0,-1 0 1 0 0,-1 1-1 0 0,0 0 0 0 0,0 0 0 0 0,-1 1 1 0 0,0 0-1 0 0,-1 1 0 0 0,1 0 0 0 0,-1 1 1 0 0,-1 0-1 0 0,-22-8 0 0 0,-23-14 287 0 0,32 20-121 0 0,20 7-120 0 0,0 2-293 0 0,-9 4-393 0 0,12 1-190 0 0,27 8-1182 0 0,56 9-2623 0 0,-75-21 4058 0 0,54 10-3112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19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3362 0 0,'0'-1'348'0'0,"0"0"1"0"0,1 0-1 0 0,-1 0 1 0 0,0 0 0 0 0,0 0-1 0 0,1-1 1 0 0,-1 1 0 0 0,0 0-1 0 0,1 0 1 0 0,-1 0 0 0 0,1 0-1 0 0,0 0 1 0 0,-1 0 0 0 0,1 0-1 0 0,0 0 1 0 0,-1 1 0 0 0,1-1-1 0 0,1-1 1 0 0,34-16 265 0 0,-1 0-569 0 0,-24 6 136 0 0,-10 10-161 0 0,0 1 0 0 0,1-1 0 0 0,-1 1 0 0 0,1-1 0 0 0,-1 1 0 0 0,1-1 0 0 0,0 1 0 0 0,0 0-1 0 0,-1 0 1 0 0,1 0 0 0 0,0 0 0 0 0,0 0 0 0 0,0 0 0 0 0,3 0 0 0 0,-2 0-5 0 0,23-8 332 0 0,-2-1-1 0 0,39-21 0 0 0,-53 25-224 0 0,-1 1 0 0 0,2 0 0 0 0,-1 1 0 0 0,13-4 0 0 0,35-15 362 0 0,-47 17-357 0 0,0 0 1 0 0,0 1-1 0 0,1 0 1 0 0,0 1-1 0 0,0 0 1 0 0,0 1-1 0 0,0 0 0 0 0,15 0 1 0 0,-27 25 486 0 0,-1 3-331 0 0,-2 0-1 0 0,-1 0 1 0 0,0-1 0 0 0,-16 45 0 0 0,-3 15 157 0 0,22-78-502 0 0,1 0 1 0 0,0-1-1 0 0,0 1 1 0 0,0 0 0 0 0,1 0-1 0 0,-1 0 1 0 0,1 0-1 0 0,1-1 1 0 0,-1 1 0 0 0,1 0-1 0 0,0-1 1 0 0,1 1-1 0 0,-1-1 1 0 0,1 0-1 0 0,0 0 1 0 0,0 0 0 0 0,0 0-1 0 0,1 0 1 0 0,0-1-1 0 0,6 7 1 0 0,-6-7-454 0 0,0-1 0 0 0,0 1 1 0 0,1-1-1 0 0,-1 0 0 0 0,1 0 0 0 0,0 0 0 0 0,-1-1 0 0 0,1 1 1 0 0,0-1-1 0 0,0 0 0 0 0,1-1 0 0 0,-1 1 0 0 0,7 0 1 0 0,18-1-4996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26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48 110 1121 0 0,'0'0'5856'0'0,"0"0"-5767"0"0,0 0 0 0 0,0-1 0 0 0,0 1 0 0 0,1 0 0 0 0,-1-1 0 0 0,0 1 1 0 0,0 0-1 0 0,0-1 0 0 0,0 1 0 0 0,0-1 0 0 0,0 1 0 0 0,0 0 0 0 0,0-1 1 0 0,0 1-1 0 0,0-1 0 0 0,0 1 0 0 0,0 0 0 0 0,0-1 0 0 0,0 1 0 0 0,0 0 1 0 0,0-1-1 0 0,-1 1 0 0 0,1-1 0 0 0,0 1 0 0 0,0 0 0 0 0,0-1 0 0 0,-1 1 1 0 0,1 0-1 0 0,0 0 0 0 0,0-1 0 0 0,-1 1 0 0 0,1 0 0 0 0,0-1 1 0 0,-1 1-1 0 0,1 0 0 0 0,0 0 0 0 0,-1 0 0 0 0,1-1 0 0 0,0 1 0 0 0,-1 0 1 0 0,-17 1-512 0 0,-7-2 2816 0 0,25-3-1122 0 0,14-5-901 0 0,-9 6-278 0 0,0 1 0 0 0,0-1 1 0 0,1 1-1 0 0,0 1 1 0 0,-1-1-1 0 0,1 1 1 0 0,9-1-1 0 0,31-8 373 0 0,26-7-1 0 0,0 2-1 0 0,1 4 0 0 0,0 3 0 0 0,115 2 0 0 0,-183 6-1357 0 0,9 1 552 0 0,-27 2-5390 0 0,-23 5-1630 0 0,6-1 4226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2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48 3041 0 0,'-44'-3'6019'0'0,"33"1"-5808"0"0,-6 0 1529 0 0,16 2-1675 0 0,0 0 0 0 0,1-1-1 0 0,-1 1 1 0 0,1 0 0 0 0,-1 0 0 0 0,0 0 0 0 0,1 0-1 0 0,-1 0 1 0 0,0 0 0 0 0,1 0 0 0 0,-1 0-1 0 0,0 0 1 0 0,1 1 0 0 0,-1-1 0 0 0,1 0 0 0 0,-1 0-1 0 0,0 1 1 0 0,1-1 0 0 0,-1 0 0 0 0,1 0-1 0 0,-1 1 1 0 0,1-1 0 0 0,-1 1 0 0 0,1-1 0 0 0,-1 0-1 0 0,1 1 1 0 0,-1-1 0 0 0,1 1 0 0 0,0-1 0 0 0,-1 2 399 0 0,6-2-197 0 0,468-34 1401 0 0,-432 28-1955 0 0,-32 4-206 0 0,0 0 0 0 0,0 0 0 0 0,0 1 0 0 0,0 0 0 0 0,0 1 0 0 0,0 0 1 0 0,1 1-1 0 0,-1 0 0 0 0,14 2 0 0 0,-23-2 329 0 0,1-1-1 0 0,-1 0 1 0 0,1 1-1 0 0,0-1 1 0 0,-1 0 0 0 0,1 1-1 0 0,-1-1 1 0 0,1 1 0 0 0,-1-1-1 0 0,1 1 1 0 0,-1-1-1 0 0,1 1 1 0 0,-1-1 0 0 0,0 1-1 0 0,1-1 1 0 0,-1 1 0 0 0,0-1-1 0 0,1 1 1 0 0,-1 0-1 0 0,0-1 1 0 0,0 1 0 0 0,1 0-1 0 0,-1-1 1 0 0,0 1 0 0 0,0 0-1 0 0,0-1 1 0 0,0 1-1 0 0,0 0 1 0 0,0-1 0 0 0,0 2-1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29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151 108 2081 0 0,'0'-6'3762'0'0,"0"-2"240"0"0,-30 3-2162 0 0,0 5-1439 0 0,0 0-482 0 0,30-14-799 0 0,-31-5-2481 0 0,1-37-2882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0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56 1521 0 0,'0'8'4242'0'0,"-30"-8"-641"0"0,30-8-3441 0 0,0 3-320 0 0,0-1-720 0 0,0-8-1201 0 0,0 3-480 0 0,0-8-80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 0 0,'0'8'2641'0'0,"30"-3"-800"0"0,-30 1-961 0 0,-30-6-1760 0 0,30-6-801 0 0,0-7-400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77 4802 0 0,'-31'0'4642'0'0,"31"-5"-4241"0"0,31 5-482 0 0,-1 0-239 0 0,0-8-720 0 0,0 2-1201 0 0,30-13-560 0 0,1-20-81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58 960 0 0,'0'0'7684'0'0,"0"-8"-7844"0"0,30 2-1361 0 0,0-19-1600 0 0,-30 6-161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 2961 0 0,'-31'-6'4242'0'0,"31"-1"-2481"0"0,-30 7-1441 0 0,60 0-320 0 0,1 0-4002 0 0,-31-6 1121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51 4722 0 0,'-30'19'3122'0'0,"0"-6"-1842"0"0,30-20-1680 0 0,30 1-721 0 0,0-13-1360 0 0,30-31-1440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9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2401 0 0,'0'0'4402'0'0,"0"6"-2961"0"0,0-12-481 0 0,0 1-640 0 0,0-9-1120 0 0,0-11-2321 0 0,0-13-401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0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1921 0 0,'0'0'7203'0'0,"0"-8"-7363"0"0,31-4-3041 0 0,-31-1 479 0 0,0-6 161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0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6 320 0 0,'-30'14'2321'0'0,"30"-9"-720"0"0,-30-5-1441 0 0,30-13-1200 0 0,0 1-721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1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78 4242 0 0,'0'13'3281'0'0,"-31"-13"-2880"0"0,31-8-321 0 0,0 3-400 0 0,0-9-721 0 0,0-17-1760 0 0,31-1-321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5763 0 0,'-30'6'2481'0'0,"30"0"-2321"0"0,30-12-1361 0 0,-30-8-2480 0 0,0 3 879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2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3121 0 0,'-30'6'3122'0'0,"30"2"-1521"0"0,0-3-1201 0 0,30-5-480 0 0,0 0-240 0 0,0 0-561 0 0,0-5-1040 0 0,31-3-480 0 0,-31-4 80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3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25 560 0 0,'-30'0'3202'0'0,"-1"0"-641"0"0,1 0-720 0 0,0 0-721 0 0,30 8-159 0 0,30-8-2002 0 0,0-13-1280 0 0,61-7-1120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7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30 122 2801 0 0,'-30'-8'5763'0'0,"30"-3"-4082"0"0,0-9-1761 0 0,0 1 80 0 0,30 0 160 0 0,-30 0 80 0 0,31 5-160 0 0,-31 9 0 0 0,30 5 0 0 0,-30-6-160 0 0,30 6 0 0 0,0 6-400 0 0,-6 7-1041 0 0,6-1-1440 0 0,-30 1-641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5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39 6483 0 0,'-105'-18'3661'0'0,"96"17"-3404"0"0,-1 1 0 0 0,1 0 0 0 0,0 0-1 0 0,0 0 1 0 0,-1 1 0 0 0,1 1 0 0 0,0 0 0 0 0,0 0 0 0 0,-9 4-1 0 0,68-17 5459 0 0,60-3-7057 0 0,-94 13 1558 0 0,90-6-2338 0 0,-77 7 248 0 0,1 2 0 0 0,-1 1 0 0 0,42 9 1 0 0,20 16-4050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1441 0 0,'0'6'4722'0'0,"-30"-12"-400"0"0,30 12-2882 0 0,30-6-1039 0 0,1 0-1 0 0,29-6 0 0 0,0 6-80 0 0,-5-6-240 0 0,65-1-640 0 0,31 1-2081 0 0,0 12-3442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8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2001 0 0,'4'0'7126'0'0,"10"5"-5119"0"0,-14-5-2013 0 0,1 0-1 0 0,-1-1 0 0 0,0 1 0 0 0,1 0 0 0 0,-1 1 0 0 0,1-1 0 0 0,-1 0 0 0 0,0 0 0 0 0,1 0 0 0 0,-1 0 0 0 0,0 0 0 0 0,1 0 0 0 0,-1 0 0 0 0,0 0 0 0 0,1 1 0 0 0,-1-1 0 0 0,0 0 0 0 0,0 0 0 0 0,1 0 0 0 0,-1 1 0 0 0,0-1 1 0 0,0 0-1 0 0,1 0 0 0 0,-1 1 0 0 0,0-1 0 0 0,0 0 0 0 0,0 1 0 0 0,1-1 0 0 0,-1 0 0 0 0,0 0 0 0 0,0 1 0 0 0,0-1 0 0 0,0 0 0 0 0,0 1 0 0 0,0-1 0 0 0,0 0 0 0 0,1 1 0 0 0,-1-1 0 0 0,0 1 0 0 0,0-1 0 0 0,0 0 1 0 0,-1 1-1 0 0,1-1 0 0 0,0 0 0 0 0,0 1 0 0 0,0-1 0 0 0,0 0 0 0 0,0 1 0 0 0,0-1 0 0 0,0 0 0 0 0,-1 1 0 0 0,1-1 0 0 0,0 0 0 0 0,0 0 0 0 0,0 1 0 0 0,-1-1 0 0 0,-19 12 554 0 0,37-10-287 0 0,1-1 1 0 0,32-1-1 0 0,11-1 93 0 0,471 7 1688 0 0,-467-11-2234 0 0,86-18-1 0 0,-145 21-186 0 0,0 0 0 0 0,-1 0-1 0 0,0-1 1 0 0,0 1 0 0 0,0-1 0 0 0,8-6-1 0 0,-12 8 91 0 0,0 1-1 0 0,0-1 1 0 0,1 0-1 0 0,-1 0 1 0 0,0 0-1 0 0,0 0 1 0 0,0-1-1 0 0,0 1 1 0 0,0 0-1 0 0,0 0 1 0 0,0-1-1 0 0,-1 1 1 0 0,1 0-1 0 0,0-1 1 0 0,0-1-1 0 0,-6-14-2817 0 0,-20 4 173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2801 0 0,'-30'19'3282'0'0,"0"-8"-1201"0"0,0 9-1121 0 0,30 24-400 0 0,0 19 321 0 0,0 8 479 0 0,0-7-79 0 0,30 13 720 0 0,0-14-400 0 0,-30-19-801 0 0,30-5-480 0 0,0-14-240 0 0,-30-6-240 0 0,0-13-1441 0 0,31-6-2080 0 0,-1-25-1362 0 0,-30-14-2400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8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821 37 1921 0 0,'-70'-9'5048'0'0,"-38"14"-2504"0"0,20-1-2146 0 0,-58 10-291 0 0,128-10-72 0 0,1 0 0 0 0,-1 1 0 0 0,1 0 0 0 0,-32 17 0 0 0,12-6 3 0 0,4-1 20 0 0,1 2 0 0 0,-49 33 0 0 0,77-46-42 0 0,0-1 1 0 0,0 1 0 0 0,0 0 0 0 0,0 0-1 0 0,1 0 1 0 0,0 1 0 0 0,0-1 0 0 0,-5 9-1 0 0,6-8-12 0 0,-1 0-1 0 0,0-1 0 0 0,0 1 0 0 0,0-1 1 0 0,0 0-1 0 0,-8 7 0 0 0,-5 1 25 0 0,-8 12 7 0 0,24-24-34 0 0,-1 1 0 0 0,1 0-1 0 0,0 0 1 0 0,0 1 0 0 0,-1-1-1 0 0,1 0 1 0 0,0 0-1 0 0,0 0 1 0 0,0 0 0 0 0,0 0-1 0 0,0 0 1 0 0,0 0 0 0 0,1 0-1 0 0,-1 0 1 0 0,0 0 0 0 0,0 0-1 0 0,1 0 1 0 0,-1 0 0 0 0,1 0-1 0 0,-1 0 1 0 0,1 0 0 0 0,-1-1-1 0 0,1 1 1 0 0,0 0 0 0 0,1 1-1 0 0,1 11 58 0 0,3 2-9 0 0,0-10-26 0 0,1 0-1 0 0,0-1 1 0 0,0 1 0 0 0,0-1-1 0 0,1 0 1 0 0,7 2 0 0 0,13 7 285 0 0,-2 1-116 0 0,0 0 1 0 0,1-2-1 0 0,0-2 1 0 0,1 0-1 0 0,0-2 1 0 0,57 10-1 0 0,-45-15-200 0 0,1-1 1 0 0,-1-1-1 0 0,1-3 1 0 0,-1-1-1 0 0,0-2 0 0 0,0-2 1 0 0,0-2-1 0 0,-1-1 0 0 0,0-2 1 0 0,-1-1-1 0 0,0-3 1 0 0,-1-1-1 0 0,68-42 0 0 0,-92 50-98 0 0,-1 0 0 0 0,1 0 0 0 0,-2-1-1 0 0,1-1 1 0 0,15-18 0 0 0,-22 22 86 0 0,-1 1-1 0 0,0-1 1 0 0,0 1 0 0 0,-1-1 0 0 0,0 0 0 0 0,0-1-1 0 0,0 1 1 0 0,-1 0 0 0 0,0-1 0 0 0,0 0 0 0 0,-1 1-1 0 0,0-1 1 0 0,-1-11 0 0 0,0 15 33 0 0,0 1 0 0 0,0-1 0 0 0,0 1-1 0 0,-1-1 1 0 0,0 1 0 0 0,0 0 0 0 0,0-1 0 0 0,0 1 0 0 0,0 0 0 0 0,-1-1-1 0 0,1 1 1 0 0,-1 0 0 0 0,0 0 0 0 0,0 0 0 0 0,0 0 0 0 0,0 1-1 0 0,-1-1 1 0 0,1 1 0 0 0,-1-1 0 0 0,1 1 0 0 0,-1 0 0 0 0,0 0 0 0 0,-4-2-1 0 0,-6-7 40 0 0,3 3-63 0 0,-1 0 1 0 0,0 0-1 0 0,0 1 0 0 0,-1 1 0 0 0,1 0 0 0 0,-1 0 1 0 0,-1 1-1 0 0,1 1 0 0 0,-1 0 0 0 0,0 1 0 0 0,0 0 1 0 0,0 1-1 0 0,0 0 0 0 0,0 1 0 0 0,-1 1 0 0 0,1 0 1 0 0,0 1-1 0 0,0 0 0 0 0,0 1 0 0 0,-16 4 0 0 0,22-4-163 0 0,1 1-1 0 0,-1 0 0 0 0,0 0 0 0 0,1 1 1 0 0,0-1-1 0 0,-1 1 0 0 0,2 1 1 0 0,-1-1-1 0 0,0 1 0 0 0,1 0 0 0 0,0 1 1 0 0,0-1-1 0 0,-4 7 0 0 0,-14 14-780 0 0,-13 18-1967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0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46 800 0 0,'-51'0'7053'0'0,"-13"0"-3674"0"0,59 0-1738 0 0,10-1-1095 0 0,10-2-405 0 0,1 1 0 0 0,-1 0-1 0 0,1 1 1 0 0,27 2-1 0 0,8-1-42 0 0,355 7-578 0 0,-400-7 418 0 0,116 1-1366 0 0,-109-1 843 0 0,1-1-1 0 0,0-1 1 0 0,-1-1-1 0 0,1 1 1 0 0,22-9-1 0 0,-21-3-2468 0 0,10 1-148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2641 0 0,'-30'33'3442'0'0,"30"17"-881"0"0,-31 2-1761 0 0,31-8-880 0 0,-30 19 480 0 0,30 1 161 0 0,-30-12-241 0 0,30-14-400 0 0,30-32-240 0 0,0-25-4883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1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273 127 4802 0 0,'-116'-33'5843'0'0,"117"33"-5839"0"0,-1 0 0 0 0,0 0 0 0 0,0 0 0 0 0,1 0 0 0 0,-1 0 1 0 0,0 0-1 0 0,1 0 0 0 0,-1 0 0 0 0,0 0 0 0 0,0 0 0 0 0,0 0 0 0 0,1 0 0 0 0,-1 0 0 0 0,0 0 0 0 0,0-1 1 0 0,1 1-1 0 0,-1 0 0 0 0,0 0 0 0 0,0 0 0 0 0,0 0 0 0 0,1-1 0 0 0,-1 1 0 0 0,0 0 0 0 0,0 0 1 0 0,0 0-1 0 0,0-1 0 0 0,0 1 0 0 0,0 0 0 0 0,1 0 0 0 0,-1-1 0 0 0,0 1 0 0 0,0 0 0 0 0,0 0 1 0 0,0-1-1 0 0,0 1 0 0 0,0 0 0 0 0,0 0 0 0 0,0-1 0 0 0,0 1 0 0 0,0 0 0 0 0,0-1 0 0 0,0 1 0 0 0,0 0 1 0 0,0 0-1 0 0,0-1 0 0 0,-1 1 0 0 0,1 0 0 0 0,0 0 0 0 0,0 0 0 0 0,0-1 0 0 0,0 1 0 0 0,0 0 1 0 0,0 0-1 0 0,-1-1 0 0 0,1 1 0 0 0,0 0 0 0 0,0 0 0 0 0,0 0 0 0 0,-1 0 0 0 0,1-1 0 0 0,0 1 1 0 0,0 0-1 0 0,0 0 0 0 0,-1 0 0 0 0,1 0 0 0 0,0 0 0 0 0,0 0 0 0 0,-1 0 0 0 0,1 0 0 0 0,21-9 57 0 0,-18 8-36 0 0,11-5 0 0 0,12-6-49 0 0,2 1 0 0 0,-1 2-1 0 0,1 0 1 0 0,1 2 0 0 0,30-4 0 0 0,-56 11 19 0 0,44-5-103 0 0,58 2 1 0 0,-91 4 85 0 0,0 0 1 0 0,0 1-1 0 0,0 0 1 0 0,0 1-1 0 0,0 1 1 0 0,-1 0 0 0 0,0 1-1 0 0,23 11 1 0 0,-35-15 21 0 0,0 0 0 0 0,0 0 0 0 0,0-1 1 0 0,0 1-1 0 0,0 0 0 0 0,0 0 0 0 0,0 0 0 0 0,-1 1 1 0 0,1-1-1 0 0,0 0 0 0 0,-1 0 0 0 0,1 0 0 0 0,-1 0 1 0 0,1 1-1 0 0,-1-1 0 0 0,1 0 0 0 0,-1 1 0 0 0,0-1 1 0 0,0 0-1 0 0,1 1 0 0 0,-1-1 0 0 0,0 0 0 0 0,0 1 1 0 0,0-1-1 0 0,-1 2 0 0 0,0 3 12 0 0,0 1 1 0 0,-1-1-1 0 0,1 0 1 0 0,-1 1-1 0 0,-6 10 1 0 0,1-3 77 0 0,0 0 1 0 0,-2 0 0 0 0,0 0 0 0 0,-17 19-1 0 0,-13 5 324 0 0,-2-1-1 0 0,-90 60 1 0 0,64-42 689 0 0,51-40-724 0 0,-1 0 1 0 0,-34 21-1 0 0,-8 0-344 0 0,40-23-9 0 0,-2 0-1 0 0,0-1 1 0 0,0-1-1 0 0,-1-1 0 0 0,0-1 1 0 0,-29 8-1 0 0,43-25-202 0 0,6 4 114 0 0,0 2 37 0 0,-1 1-1 0 0,2-1 1 0 0,-1 0-1 0 0,0 0 0 0 0,0 1 1 0 0,0-2-1 0 0,1 1 1 0 0,-1 0-1 0 0,1 0 1 0 0,0 0-1 0 0,-2-4 0 0 0,-1-37-201 0 0,4 39 211 0 0,0-1 0 0 0,0 1 0 0 0,0-1 0 0 0,0 1 0 0 0,0-1 0 0 0,1 1 0 0 0,0 0 0 0 0,0-1 0 0 0,0 1 0 0 0,0 0 0 0 0,1-1 0 0 0,0 1 0 0 0,0 0 0 0 0,0 0 0 0 0,0 0 0 0 0,1 1 0 0 0,5-7 0 0 0,-6 6 12 0 0,0 1-1 0 0,0 0 0 0 0,0 0 0 0 0,0 1 1 0 0,1-1-1 0 0,-1 0 0 0 0,1 1 0 0 0,-1-1 1 0 0,1 1-1 0 0,0 0 0 0 0,0 0 0 0 0,0 0 1 0 0,0 0-1 0 0,0 1 0 0 0,0-1 0 0 0,1 1 1 0 0,-1 0-1 0 0,1 0 0 0 0,-1 0 0 0 0,7-1 1 0 0,2-1-42 0 0,-6 1 39 0 0,0 0-1 0 0,0 1 1 0 0,1-1 0 0 0,-1 1 0 0 0,0 0 0 0 0,0 1 0 0 0,1 0 0 0 0,-1 0 0 0 0,0 0 0 0 0,0 1 0 0 0,1-1 0 0 0,-1 1 0 0 0,0 1 0 0 0,0-1 0 0 0,0 1 0 0 0,0 1 0 0 0,0-1 0 0 0,0 1 0 0 0,-1 0 0 0 0,1 0 0 0 0,-1 0-1 0 0,0 1 1 0 0,6 5 0 0 0,180 120 755 0 0,-180-121-661 0 0,0 0-1 0 0,-1 0 1 0 0,0 1-1 0 0,9 10 0 0 0,-17-16-84 0 0,0 1 0 0 0,1-1 0 0 0,-1 0 0 0 0,1 1 0 0 0,0-1 0 0 0,0-1 0 0 0,0 1 0 0 0,1 0 1 0 0,-1-1-1 0 0,0 1 0 0 0,1-1 0 0 0,0 0 0 0 0,0 0 0 0 0,-1-1 0 0 0,1 1 0 0 0,0-1 0 0 0,0 1 0 0 0,1-1 0 0 0,-1-1 0 0 0,0 1 0 0 0,0-1 0 0 0,0 1 0 0 0,0-1 0 0 0,1 0 0 0 0,7-2 0 0 0,-7 2-63 0 0,-1 0 0 0 0,1-1-1 0 0,-1 1 1 0 0,1-1 0 0 0,-1 0 0 0 0,1-1-1 0 0,-1 1 1 0 0,0-1 0 0 0,1 0 0 0 0,-1 0 0 0 0,0 0-1 0 0,5-4 1 0 0,55-52-3438 0 0,15-21-3129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2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299 247 1281 0 0,'7'-3'633'0'0,"-5"3"-532"0"0,-1-1 0 0 0,0 1 0 0 0,0 0 0 0 0,0 0 0 0 0,0-1 0 0 0,0 1 0 0 0,0-1 0 0 0,0 1 0 0 0,0-1 0 0 0,0 1 0 0 0,0-1 0 0 0,0 0 0 0 0,0 0-1 0 0,0 1 1 0 0,-1-1 0 0 0,1 0 0 0 0,0 0 0 0 0,0 0 0 0 0,-1 0 0 0 0,1 0 0 0 0,-1 0 0 0 0,1 0 0 0 0,-1 0 0 0 0,1 0 0 0 0,-1 0 0 0 0,1 0 0 0 0,-1 0 0 0 0,0-2 0 0 0,2 1 55 0 0,-1-1 0 0 0,0 1 0 0 0,1 0 0 0 0,0-1 0 0 0,-1 1 0 0 0,1 0 0 0 0,0 0 0 0 0,0 0 0 0 0,0 1 0 0 0,0-1 0 0 0,1 0 0 0 0,-1 1 0 0 0,0-1 0 0 0,1 1 0 0 0,-1 0 0 0 0,5-2 0 0 0,46-20 714 0 0,-39 19-791 0 0,-1 0 0 0 0,1 1 0 0 0,1 0 1 0 0,-1 1-1 0 0,28 0 0 0 0,-34 3-52 0 0,0 0 0 0 0,0 0 0 0 0,0 0 0 0 0,0 1 1 0 0,0 0-1 0 0,-1 0 0 0 0,1 1 0 0 0,0 0 0 0 0,-1 1 0 0 0,9 5 1 0 0,-16-8-19 0 0,0-1 0 0 0,0 1 0 0 0,0-1 0 0 0,0 0 0 0 0,0 1 0 0 0,0-1 0 0 0,-1 1 1 0 0,1-1-1 0 0,0 1 0 0 0,0-1 0 0 0,0 1 0 0 0,-1-1 0 0 0,1 0 0 0 0,0 1 1 0 0,-1-1-1 0 0,1 0 0 0 0,0 1 0 0 0,-1-1 0 0 0,1 0 0 0 0,0 1 0 0 0,-1-1 0 0 0,1 0 1 0 0,-1 0-1 0 0,1 1 0 0 0,-1-1 0 0 0,1 0 0 0 0,-1 0 0 0 0,1 0 0 0 0,0 0 1 0 0,-1 1-1 0 0,1-1 0 0 0,-1 0 0 0 0,1 0 0 0 0,-1 0 0 0 0,0 0 0 0 0,-12 8 196 0 0,8-6-98 0 0,-231 15 1293 0 0,29-17-639 0 0,199 1-722 0 0,-1 0 0 0 0,0 1 1 0 0,0 1-1 0 0,1-1 0 0 0,0 1 0 0 0,-1 1 1 0 0,1-1-1 0 0,0 1 0 0 0,1 1 1 0 0,-1-1-1 0 0,1 2 0 0 0,0-1 0 0 0,0 1 1 0 0,0 0-1 0 0,1 0 0 0 0,0 0 1 0 0,-8 11-1 0 0,12-11-15 0 0,1 0-1 0 0,-1 0 1 0 0,1 1 0 0 0,0-1 0 0 0,1 0 0 0 0,-1 1 0 0 0,1-1-1 0 0,1 0 1 0 0,-1 1 0 0 0,1-1 0 0 0,0 0 0 0 0,0 0-1 0 0,3 9 1 0 0,-1-8 1 0 0,1-1-1 0 0,-1 1 1 0 0,1 0-1 0 0,1-1 1 0 0,-1 0-1 0 0,1 0 1 0 0,0 0-1 0 0,0 0 1 0 0,1-1-1 0 0,-1 0 1 0 0,8 5-1 0 0,8 4 63 0 0,41 22-1 0 0,-42-25-19 0 0,5 2-48 0 0,0 0 1 0 0,1-2-1 0 0,0-1 0 0 0,0-1 1 0 0,1-2-1 0 0,32 6 0 0 0,-42-11-43 0 0,1 0-1 0 0,0-1 1 0 0,-1-1-1 0 0,1-1 1 0 0,0-1 0 0 0,-1 0-1 0 0,1-1 1 0 0,-1-1-1 0 0,0 0 1 0 0,17-8-1 0 0,-4 0 1 0 0,0-2 0 0 0,-1-1-1 0 0,-1-2 1 0 0,-1 0-1 0 0,29-25 1 0 0,-50 37-6 0 0,-1-1 1 0 0,0 0 0 0 0,-1 0-1 0 0,0 0 1 0 0,7-14-1 0 0,1 1-60 0 0,16-18-89 0 0,-22 30 150 0 0,1-1 0 0 0,-1 1 0 0 0,-1-1 0 0 0,0 0 0 0 0,0 0 0 0 0,0-1 0 0 0,-1 1 0 0 0,4-14 0 0 0,-6 5 61 0 0,0 1 0 0 0,-1 0 0 0 0,-1-1 1 0 0,-1 1-1 0 0,0 0 0 0 0,-1-1 0 0 0,0 1 1 0 0,-2 0-1 0 0,0 0 0 0 0,-1 1 0 0 0,-11-27 1 0 0,14 38-19 0 0,0 0 1 0 0,-1 1-1 0 0,1-1 1 0 0,-1 0-1 0 0,0 1 1 0 0,0 0-1 0 0,0-1 0 0 0,-1 1 1 0 0,1 0-1 0 0,-1 1 1 0 0,1-1-1 0 0,-1 1 1 0 0,0 0-1 0 0,0-1 1 0 0,0 2-1 0 0,0-1 1 0 0,0 0-1 0 0,-1 1 1 0 0,1 0-1 0 0,0 0 1 0 0,-1 0-1 0 0,1 1 1 0 0,-1-1-1 0 0,1 1 1 0 0,-1 0-1 0 0,-4 1 1 0 0,-7-1-112 0 0,0 1 1 0 0,-1 1 0 0 0,1 1-1 0 0,0 0 1 0 0,-30 11 0 0 0,34-10-355 0 0,-1 1 1 0 0,0 1-1 0 0,1 1 1 0 0,0-1 0 0 0,1 2-1 0 0,-1 0 1 0 0,1 0-1 0 0,1 1 1 0 0,0 0-1 0 0,0 1 1 0 0,0 0-1 0 0,-9 15 1 0 0,-37 32-5219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39 560 0 0,'-48'-9'3268'0'0,"38"7"-2388"0"0,0 1 1 0 0,0-2-1 0 0,0 1 1 0 0,-18-8-1 0 0,24 8-694 0 0,0 0 0 0 0,-1 1-1 0 0,1-1 1 0 0,-1 1 0 0 0,1 0-1 0 0,-1 0 1 0 0,1 0 0 0 0,-1 1-1 0 0,1-1 1 0 0,-1 1-1 0 0,-6 1 1 0 0,10 0-148 0 0,0 0 1 0 0,0 0-1 0 0,1 0 1 0 0,-1 0-1 0 0,1 0 0 0 0,-1 0 1 0 0,1 0-1 0 0,-1 0 0 0 0,1 0 1 0 0,0 0-1 0 0,-1 0 0 0 0,1 1 1 0 0,0-1-1 0 0,0 0 0 0 0,0 0 1 0 0,0 0-1 0 0,0 0 0 0 0,0 0 1 0 0,0 1-1 0 0,0-1 0 0 0,1 0 1 0 0,-1 0-1 0 0,0 0 1 0 0,1 0-1 0 0,-1 0 0 0 0,1 0 1 0 0,-1 0-1 0 0,1 0 0 0 0,-1 0 1 0 0,1 0-1 0 0,1 1 0 0 0,6 9 6 0 0,1-1 0 0 0,0-1 0 0 0,1 1 0 0 0,0-2 0 0 0,0 1 0 0 0,13 7 0 0 0,8 7 62 0 0,143 133 443 0 0,-168-150-485 0 0,14 13-70 0 0,42 36 369 0 0,-58-52-497 0 0,0 0 0 0 0,1 0 0 0 0,0 0 0 0 0,-1-1 0 0 0,1 0-1 0 0,0 0 1 0 0,0 0 0 0 0,0 0 0 0 0,0-1 0 0 0,0 0 0 0 0,0 0-1 0 0,7 0 1 0 0,13-1-840 0 0,-19 0 81 0 0,-12 0-508 0 0,-19 0-1200 0 0,-5 0-534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3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 2081 0 0,'0'-12'2401'0'0,"0"-1"-400"0"0,30-7-480 0 0,-30 9-321 0 0,30-8-319 0 0,-30-1-321 0 0,30-5-160 0 0,31-2-320 0 0,29-3-160 0 0,55-15-480 0 0,-24 13-961 0 0,-61 18-2721 0 0,-30 9 240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121 287 2561 0 0,'-21'3'2108'0'0,"-1"-1"-1"0"0,1-1 1 0 0,-35-2 0 0 0,55 0-2025 0 0,1-1 0 0 0,0 0 0 0 0,0 0 0 0 0,0 0 0 0 0,1 0 0 0 0,-1 1 1 0 0,0-1-1 0 0,1 0 0 0 0,-1 0 0 0 0,1 0 0 0 0,0 1 0 0 0,1-4 0 0 0,113-116 491 0 0,-92 94-454 0 0,2 0 0 0 0,0 1 0 0 0,42-32 0 0 0,-62 52-27 0 0,-5 5 54 0 0,0 7 40 0 0,-1 12-43 0 0,-2 1 0 0 0,0-1 1 0 0,-1 1-1 0 0,-1-1 0 0 0,-8 21 0 0 0,5-15 37 0 0,-10 48 0 0 0,4 46 138 0 0,-6 38 96 0 0,9-117-304 0 0,9-33-30 0 0,-1-1 0 0 0,1 1-1 0 0,1 0 1 0 0,-1 1 0 0 0,1-1 0 0 0,0 0-1 0 0,1 0 1 0 0,0 1 0 0 0,0-1-1 0 0,0 0 1 0 0,0 0 0 0 0,3 8-1 0 0,8 5 317 0 0,-9-17-441 0 0,-1-1 1 0 0,0 1-1 0 0,1-1 0 0 0,-1 1 1 0 0,0 0-1 0 0,0-1 1 0 0,0 1-1 0 0,-1 0 1 0 0,1 0-1 0 0,0 0 1 0 0,-1-1-1 0 0,1 1 0 0 0,0 4 1 0 0,19-28-6000 0 0,-16-13-133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9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125 339 2001 0 0,'5'0'2268'0'0,"17"-7"306"0"0,-22 7-2510 0 0,1 0 1 0 0,0-1 0 0 0,-1 1 0 0 0,1-1-1 0 0,-1 1 1 0 0,0-1 0 0 0,1 1-1 0 0,-1-1 1 0 0,1 0 0 0 0,-1 1 0 0 0,0-1-1 0 0,1 1 1 0 0,-1-1 0 0 0,0 0-1 0 0,0 1 1 0 0,1-1 0 0 0,-1 0 0 0 0,0 1-1 0 0,0-1 1 0 0,0 0 0 0 0,0 1 0 0 0,0-1-1 0 0,0 0 1 0 0,0 1 0 0 0,0-1-1 0 0,0 0 1 0 0,0 1 0 0 0,-1-1 0 0 0,1 0-1 0 0,0 1 1 0 0,0-1 0 0 0,-1 0-1 0 0,1 1 1 0 0,0-1 0 0 0,-1 0 0 0 0,1 1-1 0 0,0-1 1 0 0,-1 1 0 0 0,1-1-1 0 0,-1 1 1 0 0,1-1 0 0 0,-1 1 0 0 0,1-1-1 0 0,-1 1 1 0 0,0 0 0 0 0,0-1 0 0 0,-5-8 89 0 0,0 0 0 0 0,1 0 1 0 0,0-1-1 0 0,0 0 1 0 0,1 0-1 0 0,1 0 1 0 0,-5-20-1 0 0,-5-12 91 0 0,6 24 39 0 0,1 0 0 0 0,1-1 0 0 0,1 1 0 0 0,1-1 0 0 0,0 1 0 0 0,0-38 0 0 0,3 64 511 0 0,-1 2-736 0 0,1 1-1 0 0,0 0 1 0 0,0-1 0 0 0,1 1-1 0 0,4 17 1 0 0,4-11-34 0 0,-7-15-22 0 0,0 0-1 0 0,-1 0 1 0 0,0 1-1 0 0,1-1 1 0 0,-1 0-1 0 0,0 0 1 0 0,0 1-1 0 0,0-1 1 0 0,-1 1-1 0 0,1-1 1 0 0,-1 1-1 0 0,1-1 1 0 0,-1 1-1 0 0,0-1 1 0 0,0 1-1 0 0,0-1 1 0 0,0 1-1 0 0,0-1 1 0 0,0 1-1 0 0,-1-1 1 0 0,0 4-1 0 0,-11 11 34 0 0,11-15-34 0 0,-1 1 1 0 0,1-1-1 0 0,-1 0 1 0 0,1 0 0 0 0,0 1-1 0 0,0-1 1 0 0,0 1-1 0 0,0-1 1 0 0,0 1 0 0 0,1-1-1 0 0,-1 1 1 0 0,1-1 0 0 0,-1 1-1 0 0,1 0 1 0 0,0-1-1 0 0,0 4 1 0 0,0-3 4 0 0,0-1-1 0 0,0 0 1 0 0,0 1 0 0 0,-1-1-1 0 0,0 0 1 0 0,1 1 0 0 0,-1-1-1 0 0,0 0 1 0 0,0 1 0 0 0,0-1 0 0 0,0 0-1 0 0,0 0 1 0 0,-1 0 0 0 0,-2 3-1 0 0,3-3-6 0 0,-1 0-1 0 0,0 1 1 0 0,1-1-1 0 0,-1 1 1 0 0,1 0-1 0 0,0-1 1 0 0,-1 1 0 0 0,1 0-1 0 0,1 0 1 0 0,-1 0-1 0 0,0 0 1 0 0,1 0-1 0 0,-1 0 1 0 0,1 5-1 0 0,0-6 12 0 0,0 0 0 0 0,0 0-1 0 0,0 0 1 0 0,-1 0 0 0 0,1 0-1 0 0,-1 0 1 0 0,1 0-1 0 0,-1 0 1 0 0,0 0 0 0 0,1 0-1 0 0,-1 0 1 0 0,0 0 0 0 0,0-1-1 0 0,-1 1 1 0 0,1 0 0 0 0,0-1-1 0 0,-2 3 1 0 0,1-3-22 0 0,0 1 1 0 0,1 0-1 0 0,0 0 0 0 0,-1 0 1 0 0,1-1-1 0 0,0 1 0 0 0,0 0 1 0 0,0 0-1 0 0,0 1 0 0 0,1-1 1 0 0,-1 0-1 0 0,0 0 1 0 0,1 0-1 0 0,-1 0 0 0 0,1 1 1 0 0,0-1-1 0 0,0 3 0 0 0,-1 8 125 0 0,0-9-112 0 0,1-1 0 0 0,-1 1 1 0 0,1 0-1 0 0,0 0 1 0 0,0-1-1 0 0,0 1 0 0 0,1 0 1 0 0,-1 0-1 0 0,1 0 1 0 0,0-1-1 0 0,0 1 0 0 0,0 0 1 0 0,2 3-1 0 0,2-4 2 0 0,1-1 0 0 0,-1 0 0 0 0,1 0-1 0 0,0 0 1 0 0,-1-1 0 0 0,1 1 0 0 0,0-2 0 0 0,11 2 0 0 0,59-3 23 0 0,-38 0-22 0 0,199-6 75 0 0,-228 7-44 0 0,0-2 0 0 0,0 1-1 0 0,0-1 1 0 0,0-1 0 0 0,0 1 0 0 0,0-2 0 0 0,0 1 0 0 0,-1-1 0 0 0,0 0-1 0 0,1-1 1 0 0,-2 0 0 0 0,1 0 0 0 0,-1-1 0 0 0,1 0 0 0 0,9-12-1 0 0,-15 14 7 0 0,0 0-1 0 0,-1 0 0 0 0,0-1 1 0 0,0 1-1 0 0,0-1 1 0 0,0 1-1 0 0,-1-1 0 0 0,0 1 1 0 0,0-1-1 0 0,0 1 0 0 0,-1-1 1 0 0,0-5-1 0 0,-1-9 182 0 0,3 18-214 0 0,-1-1-1 0 0,-1 1 1 0 0,1 0 0 0 0,0-1 0 0 0,0 1 0 0 0,0 0-1 0 0,-1-1 1 0 0,1 1 0 0 0,-1 0 0 0 0,1 0 0 0 0,-1 0 0 0 0,1-1-1 0 0,-1 1 1 0 0,0 0 0 0 0,0 0 0 0 0,1 0 0 0 0,-1 0-1 0 0,0 0 1 0 0,0 0 0 0 0,0 0 0 0 0,0 1 0 0 0,0-1-1 0 0,-1-1 1 0 0,0 2-3 0 0,1-1-1 0 0,0 0 1 0 0,0 0 0 0 0,0 0-1 0 0,0 0 1 0 0,0 0 0 0 0,0 0-1 0 0,1 0 1 0 0,-1 0 0 0 0,0 0-1 0 0,0 0 1 0 0,1 0 0 0 0,-1-1-1 0 0,1 1 1 0 0,-1 0-1 0 0,1-1 1 0 0,-1 1 0 0 0,1 0-1 0 0,0-1 1 0 0,-1 1 0 0 0,1 0-1 0 0,0-1 1 0 0,0-1 0 0 0,0-1 1 0 0,-1 7 17 0 0,-3 6 25 0 0,-2 8 42 0 0,1 1 0 0 0,1 0 0 0 0,0 0 0 0 0,1 0 1 0 0,1 0-1 0 0,1 1 0 0 0,0-1 0 0 0,3 27 0 0 0,-1-11 241 0 0,-2 1-1 0 0,-5 37 0 0 0,-11 22 150 0 0,5-36-392 0 0,3 0-1 0 0,-2 85 1 0 0,11-142-152 0 0,0 0 0 0 0,0 0 0 0 0,0-1 0 0 0,0 1 0 0 0,0 0 0 0 0,0 0 1 0 0,1 0-1 0 0,-1 0 0 0 0,0-1 0 0 0,1 1 0 0 0,-1 0 0 0 0,0 0 0 0 0,1-1 0 0 0,-1 1 0 0 0,1 0 1 0 0,-1-1-1 0 0,1 1 0 0 0,-1 0 0 0 0,1-1 0 0 0,0 1 0 0 0,-1-1 0 0 0,1 1 0 0 0,0-1 0 0 0,-1 1 0 0 0,1-1 1 0 0,0 1-1 0 0,0-1 0 0 0,1 1 0 0 0,31 1-2590 0 0,40-20-2515 0 0,12-15-1274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2401 0 0,'-5'0'2535'0'0,"-24"1"786"0"0,-52 9 1 0 0,76-9-2509 0 0,5-1-793 0 0,-1 0-1 0 0,1 0 0 0 0,0 1 1 0 0,0-1-1 0 0,0 0 1 0 0,0 0-1 0 0,0 0 0 0 0,0 0 1 0 0,-1 1-1 0 0,1-1 0 0 0,0 0 1 0 0,0 0-1 0 0,0 0 0 0 0,0 1 1 0 0,0-1-1 0 0,0 0 1 0 0,0 0-1 0 0,0 1 0 0 0,0-1 1 0 0,0 0-1 0 0,0 0 0 0 0,0 0 1 0 0,0 1-1 0 0,0-1 0 0 0,0 0 1 0 0,0 0-1 0 0,0 0 1 0 0,0 1-1 0 0,1-1 0 0 0,-1 0 1 0 0,0 0-1 0 0,0 0 0 0 0,0 1 1 0 0,0-1-1 0 0,0 0 0 0 0,0 0 1 0 0,1 0-1 0 0,-1 0 1 0 0,0 0-1 0 0,0 1 0 0 0,0-1 1 0 0,0 0-1 0 0,1 0 0 0 0,-1 0 1 0 0,0 0-1 0 0,0 0 0 0 0,0 0 1 0 0,1 0-1 0 0,-1 0 1 0 0,0 0-1 0 0,0 0 0 0 0,0 1 1 0 0,1-1-1 0 0,-1 0 0 0 0,0 0 1 0 0,0 0-1 0 0,1 0 0 0 0,-1-1 1 0 0,0 1-1 0 0,0 0 1 0 0,1 0-1 0 0,50 33 381 0 0,2-2 0 0 0,98 42 0 0 0,-109-50-863 0 0,-38-20 279 0 0,0-1-1 0 0,0 1 0 0 0,0-1 1 0 0,0 1-1 0 0,0-1 0 0 0,0-1 1 0 0,1 1-1 0 0,-1-1 0 0 0,1 1 1 0 0,7 0-1 0 0,13-1-1176 0 0,-25-1 1238 0 0,0 0 0 0 0,-1 1-617 0 0,1-1 617 0 0,0 0-1 0 0,0 0 1 0 0,0 0 0 0 0,0 0-1 0 0,0 1 1 0 0,0-1 0 0 0,0 0-1 0 0,0 0 1 0 0,0 0 0 0 0,0 0-1 0 0,0 0 1 0 0,0 0 0 0 0,0 1 0 0 0,0-1-1 0 0,0 0 1 0 0,0 0 0 0 0,0 0-1 0 0,0 0 1 0 0,0 0 0 0 0,0 1-1 0 0,0-1 1 0 0,0 0 0 0 0,0 0-1 0 0,0 0 1 0 0,0 0 0 0 0,0 0 0 0 0,0 0-1 0 0,1 0 1 0 0,-1 1 0 0 0,0-1-247 0 0,-25 1-3032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60 160 560 0 0,'-30'-8'3682'0'0,"30"3"0"0"0,0-1-2642 0 0,-30 6-400 0 0,30-8 481 0 0,30 2-721 0 0,0-5 0 0 0,-5-8-160 0 0,65-8-480 0 0,182-43-3521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0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1281 0 0,'15'-18'1313'0'0,"0"1"0"0"0,-1-2 0 0 0,-1 0 0 0 0,0 0-1 0 0,-2-1 1 0 0,18-43 0 0 0,-27 57-1232 0 0,-1 0 0 0 0,1 0 0 0 0,-1 0 0 0 0,-1-1 0 0 0,1 1-1 0 0,-1 0 1 0 0,0 0 0 0 0,-2-10 0 0 0,1-6 232 0 0,2 21-307 0 0,-1 0 0 0 0,1 1 0 0 0,0-1-1 0 0,-1 1 1 0 0,1-1 0 0 0,0 0 0 0 0,-1 1 0 0 0,1-1 0 0 0,0 1 0 0 0,0-1 0 0 0,-1 1 0 0 0,1 0-1 0 0,0-1 1 0 0,0 1 0 0 0,0 0 0 0 0,0 0 0 0 0,0-1 0 0 0,0 1 0 0 0,-1 0 0 0 0,1 0-1 0 0,0 0 1 0 0,0 0 0 0 0,0 0 0 0 0,0 0 0 0 0,0 1 0 0 0,0-1 0 0 0,1 0 0 0 0,-1 1 16 0 0,4-1 124 0 0,-5 15 241 0 0,0-8-349 0 0,0 0-1 0 0,-1 0 0 0 0,1-1 0 0 0,-2 1 1 0 0,1 0-1 0 0,-1-1 0 0 0,-5 13 1 0 0,-5 21 77 0 0,9-16 0 0 0,1 0 0 0 0,2 44-1 0 0,2-43-15 0 0,-3 0 0 0 0,-4 39-1 0 0,-2-26-12 0 0,3-19-4 0 0,0 0 1 0 0,-1 37 0 0 0,5-36-27 0 0,-1-13-71 0 0,1 0-1 0 0,0 0 1 0 0,0 0-1 0 0,1 0 1 0 0,0 0-1 0 0,0 0 1 0 0,3 8-1 0 0,-3-13-125 0 0,0 0-1 0 0,0 1 0 0 0,1-1 1 0 0,-1 0-1 0 0,1 0 0 0 0,0 0 0 0 0,-1 0 1 0 0,1 0-1 0 0,0 0 0 0 0,0-1 1 0 0,0 1-1 0 0,1 0 0 0 0,-1-1 0 0 0,0 0 1 0 0,0 1-1 0 0,1-1 0 0 0,-1 0 1 0 0,1 0-1 0 0,-1-1 0 0 0,1 1 0 0 0,0 0 1 0 0,-1-1-1 0 0,5 1 0 0 0,49 1-3686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214 103 1681 0 0,'1'-2'290'0'0,"-1"-1"-1"0"0,0 1 1 0 0,0 0 0 0 0,-1 0 0 0 0,1-1 0 0 0,0 1 0 0 0,-1 0-1 0 0,1-1 1 0 0,-1 1 0 0 0,-2-4 0 0 0,-7-6 727 0 0,10 12-1005 0 0,0 0 1 0 0,0-1-1 0 0,0 1 0 0 0,-1 0 0 0 0,1 0 0 0 0,0 0 0 0 0,0 0 0 0 0,0 0 0 0 0,0-1 0 0 0,-1 1 0 0 0,1 0 0 0 0,0 0 0 0 0,0 0 0 0 0,0-1 0 0 0,0 1 0 0 0,0 0 0 0 0,0 0 0 0 0,0 0 0 0 0,0-1 0 0 0,0 1 0 0 0,-1 0 0 0 0,1 0 0 0 0,0-1 0 0 0,0 1 0 0 0,0 0 0 0 0,0 0 0 0 0,0 0 0 0 0,1-1 0 0 0,-1 1 0 0 0,0 0 0 0 0,0 0 0 0 0,0-1 0 0 0,0 1 0 0 0,0 0 0 0 0,0 0 0 0 0,0 0 0 0 0,0-1 0 0 0,0 1 0 0 0,0 0 0 0 0,1 0 0 0 0,-1 0 0 0 0,0-1 0 0 0,0 1 0 0 0,0 0 0 0 0,0 0 0 0 0,1 0 0 0 0,-1 0 0 0 0,0 0 0 0 0,0-1 0 0 0,0 1 0 0 0,1 0 0 0 0,-1 0 0 0 0,0 0 0 0 0,0 0 0 0 0,1 0 0 0 0,-1 0 0 0 0,0 0 0 0 0,0 0 0 0 0,1 0 0 0 0,6-7 91 0 0,-3-2 86 0 0,2-1 462 0 0,1 9-471 0 0,-7 1-142 0 0,1 0 0 0 0,0 0 0 0 0,0 0 0 0 0,-1 0 0 0 0,1 0 1 0 0,0-1-1 0 0,0 1 0 0 0,-1 0 0 0 0,1 0 0 0 0,0-1 0 0 0,0 1 0 0 0,-1 0 0 0 0,1-1 0 0 0,0 1 0 0 0,-1-1 1 0 0,1 1-1 0 0,-1 0 0 0 0,1-1 0 0 0,0 0 0 0 0,-1 1 0 0 0,1-1 0 0 0,-1 1 0 0 0,1-1 0 0 0,-1 0 0 0 0,0 1 0 0 0,1-1 1 0 0,-1 0-1 0 0,0 1 0 0 0,1-1 0 0 0,-1 0 0 0 0,0 0 0 0 0,0 1 0 0 0,0-1 0 0 0,0 0 0 0 0,1 0 0 0 0,-1 1 0 0 0,0-2 1 0 0,0 2-23 0 0,0-1 0 0 0,1 1 0 0 0,-1-1 1 0 0,1 1-1 0 0,-1-1 0 0 0,1 1 0 0 0,-1-1 1 0 0,1 1-1 0 0,-1 0 0 0 0,1 0 0 0 0,-1-1 1 0 0,1 1-1 0 0,0 0 0 0 0,-1 0 0 0 0,1-1 1 0 0,0 1-1 0 0,-1 0 0 0 0,1 0 0 0 0,-1 0 1 0 0,1 0-1 0 0,0 0 0 0 0,-1 0 0 0 0,1 0 1 0 0,0 0-1 0 0,-1 0 0 0 0,1 0 0 0 0,1 1 1 0 0,29 2 209 0 0,-19-1-174 0 0,78 0-76 0 0,-72-3-11 0 0,1 1-1 0 0,-1 1 1 0 0,1 0 0 0 0,-1 2-1 0 0,1 0 1 0 0,-1 1 0 0 0,29 9-1 0 0,-46-12 34 0 0,1 0 0 0 0,0-1 0 0 0,0 1 0 0 0,-1 0 0 0 0,1 0 0 0 0,-1 0 0 0 0,1 0 0 0 0,-1 0 0 0 0,1 0 0 0 0,-1 0 0 0 0,1 1-1 0 0,-1-1 1 0 0,0 1 0 0 0,0-1 0 0 0,0 1 0 0 0,2 2 0 0 0,1 33-41 0 0,-4-29 41 0 0,0-5 2 0 0,1 6 6 0 0,-1 0 0 0 0,0 1 0 0 0,0-1-1 0 0,-1 0 1 0 0,0 0 0 0 0,-1 0-1 0 0,0 0 1 0 0,0 0 0 0 0,-1-1 0 0 0,0 1-1 0 0,-1-1 1 0 0,1 1 0 0 0,-7 9-1 0 0,-110 148 787 0 0,100-141-548 0 0,-2 0 1 0 0,-1-2-1 0 0,-1-1 1 0 0,-28 20 0 0 0,25-21-100 0 0,19-15-55 0 0,0 1 0 0 0,0-2 0 0 0,-1 1-1 0 0,0-1 1 0 0,0 0 0 0 0,-13 5-1 0 0,16-9-44 0 0,1 0-1 0 0,0-1 0 0 0,0 1 0 0 0,-1-1 0 0 0,1 0 1 0 0,0 0-1 0 0,-1-1 0 0 0,1 0 0 0 0,0 0 0 0 0,-1 0 0 0 0,1 0 1 0 0,0-1-1 0 0,0 0 0 0 0,0 0 0 0 0,-7-4 0 0 0,-3-2-27 0 0,0 1 1 0 0,1-2-1 0 0,0 0 0 0 0,1-1 0 0 0,0 0 0 0 0,-14-14 0 0 0,26 20-22 0 0,-1 1-1 0 0,1 0 1 0 0,0 0-1 0 0,1 0 0 0 0,-1-1 1 0 0,0 1-1 0 0,1 0 0 0 0,0-1 1 0 0,0 1-1 0 0,0-1 1 0 0,0 1-1 0 0,0 0 0 0 0,1-1 1 0 0,0 1-1 0 0,-1 0 1 0 0,1-1-1 0 0,0 1 0 0 0,2-3 1 0 0,4 2-13 0 0,-1-1 0 0 0,1 2 0 0 0,0-1 1 0 0,1 1-1 0 0,-1 0 0 0 0,0 1 1 0 0,1 0-1 0 0,0 0 0 0 0,9-1 0 0 0,77-4-365 0 0,-89 6 381 0 0,0 1 0 0 0,0 0 0 0 0,0 0 0 0 0,0 0 0 0 0,0 1 0 0 0,0 0 0 0 0,0-1 0 0 0,0 2 0 0 0,-1-1 0 0 0,1 1 0 0 0,0-1 0 0 0,-1 1 0 0 0,1 1 0 0 0,-1-1 0 0 0,0 1 0 0 0,1-1 0 0 0,-1 1-1 0 0,0 1 1 0 0,-1-1 0 0 0,1 0 0 0 0,-1 1 0 0 0,1 0 0 0 0,-1 0 0 0 0,0 0 0 0 0,4 7 0 0 0,1 13 93 0 0,-6-17-64 0 0,0 0 0 0 0,1-1 0 0 0,0 1 0 0 0,0 0 0 0 0,1-1 0 0 0,6 10 0 0 0,-8-14-38 0 0,0 0 1 0 0,0 0 0 0 0,0-1-1 0 0,0 1 1 0 0,0-1-1 0 0,1 1 1 0 0,-1-1-1 0 0,1 0 1 0 0,-1 1 0 0 0,1-1-1 0 0,-1 0 1 0 0,1-1-1 0 0,0 1 1 0 0,-1 0-1 0 0,1-1 1 0 0,0 0 0 0 0,-1 0-1 0 0,1 1 1 0 0,0-2-1 0 0,0 1 1 0 0,-1 0 0 0 0,4-1-1 0 0,40-6-4117 0 0,79-24-1 0 0,-90 13 1288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3 230 2001 0 0,'5'-3'400'0'0,"0"-1"0"0"0,-1 0 1 0 0,1-1-1 0 0,-1 1 0 0 0,0-1 1 0 0,0 0-1 0 0,0 0 0 0 0,0 0 0 0 0,3-7 1 0 0,26-54 2012 0 0,-27 52-2146 0 0,-4 6-106 0 0,0 1 0 0 0,-1 0 0 0 0,0-1 0 0 0,0 1 0 0 0,-1-1 0 0 0,-1-10 0 0 0,-1-10 469 0 0,-2 21 121 0 0,-7 37-701 0 0,0 0 0 0 0,3 0 0 0 0,0 1 0 0 0,2 0 0 0 0,1 0 0 0 0,2 0 0 0 0,0 34 0 0 0,2-35-32 0 0,-2-1 0 0 0,-9 43 1 0 0,7-44-38 0 0,1 0 1 0 0,-1 42 0 0 0,4-44-153 0 0,0-13 172 0 0,0 0-1 0 0,2 0 1 0 0,-1 0 0 0 0,5 18-1 0 0,-5-29-107 0 0,0 0 0 0 0,1 0 0 0 0,-1 0-1 0 0,1-1 1 0 0,-1 1 0 0 0,1 0 0 0 0,0-1-1 0 0,-1 1 1 0 0,1-1 0 0 0,0 1 0 0 0,0-1 0 0 0,0 1-1 0 0,1-1 1 0 0,-1 0 0 0 0,0 1 0 0 0,0-1 0 0 0,1 0-1 0 0,-1 0 1 0 0,1 0 0 0 0,-1 0 0 0 0,1 0-1 0 0,-1 0 1 0 0,1 0 0 0 0,0-1 0 0 0,-1 1 0 0 0,1-1-1 0 0,0 1 1 0 0,0-1 0 0 0,-1 1 0 0 0,1-1 0 0 0,0 0-1 0 0,0 0 1 0 0,-1 0 0 0 0,1 0 0 0 0,0 0-1 0 0,0 0 1 0 0,3-2 0 0 0,-5 2-41 0 0,1 0 0 0 0,-1 0 0 0 0,0 0 0 0 0,0 0 0 0 0,1 0 1 0 0,-1-1-1 0 0,0 1 0 0 0,1 0 0 0 0,-1 0 0 0 0,0-1 0 0 0,0 1 0 0 0,1 0 0 0 0,-1 0 0 0 0,0-1 0 0 0,0 1 0 0 0,0 0 1 0 0,0 0-1 0 0,1-1 0 0 0,-1 1 0 0 0,0 0 0 0 0,0-1 0 0 0,0 1 0 0 0,0 0 0 0 0,0-1 0 0 0,0 1 0 0 0,0 0 0 0 0,0-1 1 0 0,0 1-1 0 0,0-1 0 0 0,0 1 0 0 0,0 0 0 0 0,0-1 0 0 0,0 1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6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73 240 0 0,'1'-2'204'0'0,"-1"0"0"0"0,0 1 0 0 0,0-1 0 0 0,0 0 0 0 0,0 1 0 0 0,-1-1 0 0 0,1 0 0 0 0,0 1 0 0 0,-1-1 0 0 0,1 0 0 0 0,-1 1 0 0 0,1-1 0 0 0,-1 1 0 0 0,0-1 0 0 0,0 1 0 0 0,0 0 0 0 0,0-1 0 0 0,0 1 0 0 0,0 0-1 0 0,0-1 1 0 0,0 1 0 0 0,0 0 0 0 0,-1 0 0 0 0,-1-2 0 0 0,-5-3 113 0 0,4-5 927 0 0,5 10-1163 0 0,-1 1-1 0 0,0-1 0 0 0,0 1 1 0 0,0-1-1 0 0,0 1 0 0 0,-1-1 1 0 0,1 1-1 0 0,0-1 1 0 0,0 1-1 0 0,0-1 0 0 0,0 1 1 0 0,0-1-1 0 0,0 1 1 0 0,-1-1-1 0 0,1 1 0 0 0,0-1 1 0 0,0 1-1 0 0,-1 0 0 0 0,1-1 1 0 0,0 1-1 0 0,-1 0 1 0 0,1-1-1 0 0,-1 1 0 0 0,1 0 1 0 0,0-1-1 0 0,-1 1 0 0 0,0-1 1 0 0,-1 1-13 0 0,-2-1 90 0 0,0 0-1 0 0,0 0 1 0 0,0 1-1 0 0,1-1 1 0 0,-1 1-1 0 0,0 0 1 0 0,0 0-1 0 0,0 1 1 0 0,0-1-1 0 0,-5 2 1 0 0,8-2-136 0 0,1 1 1 0 0,0-1 0 0 0,-1 1-1 0 0,1-1 1 0 0,-1 0 0 0 0,1 1-1 0 0,0-1 1 0 0,-1 1-1 0 0,1-1 1 0 0,0 1 0 0 0,0-1-1 0 0,-1 1 1 0 0,1-1 0 0 0,0 1-1 0 0,0-1 1 0 0,0 1 0 0 0,0-1-1 0 0,-1 1 1 0 0,1 0 0 0 0,0-1-1 0 0,0 1 1 0 0,0-1 0 0 0,0 1-1 0 0,0-1 1 0 0,0 1-1 0 0,1 0 1 0 0,-1-1 0 0 0,0 1-1 0 0,0-1 1 0 0,0 1 0 0 0,0-1-1 0 0,1 1 1 0 0,-1-1 0 0 0,0 1-1 0 0,1-1 1 0 0,-1 1 0 0 0,0-1-1 0 0,1 1 1 0 0,-1-1 0 0 0,0 0-1 0 0,1 1 1 0 0,0 0-1 0 0,4 3 64 0 0,0 1 0 0 0,0-1 0 0 0,1 0-1 0 0,-1 0 1 0 0,1-1 0 0 0,7 4 0 0 0,234 139 2261 0 0,-73-47-1758 0 0,-83-49-1324 0 0,-85-46 405 0 0,0-1 0 0 0,1 0 0 0 0,-1 0 0 0 0,1-1 1 0 0,-1 1-1 0 0,1-1 0 0 0,0-1 0 0 0,-1 1 0 0 0,1-1 0 0 0,14 0 0 0 0,-13-2-952 0 0,-11-3-410 0 0,-22-8-3391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46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31 585 6723 0 0,'-30'-6'3842'0'0,"30"-13"-3202"0"0,0 0-480 0 0,30-14 160 0 0,91-61 801 0 0,90-27-561 0 0,-60 25-720 0 0,24 2-1761 0 0,-84 23-1360 0 0,-61 40-3602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85 114 800 0 0,'0'-31'7844'0'0,"-30"31"-4563"0"0,0 12-3441 0 0,6-12-480 0 0,48-6 240 0 0,-24 0 80 0 0,30-7-801 0 0,-30-12-1760 0 0,30-19-1281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3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1040 0 0,'0'-5'3282'0'0,"0"-3"-1281"0"0,0-3-721 0 0,0 3-559 0 0,0-4-1121 0 0,0 7-1361 0 0,0-15-640 0 0,30-7-481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51 160 560 0 0,'-4'-32'7429'0'0,"-17"19"-7081"0"0,11 1 439 0 0,-1 10-143 0 0,7 0 1405 0 0,29 0-1830 0 0,-25 2-250 0 0,94-5 369 0 0,163-16-62 0 0,-163 8-801 0 0,85-14-885 0 0,-59 4-6393 0 0,-90 15 5162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2161 0 0,'0'38'2961'0'0,"31"39"-159"0"0,-31 6-1682 0 0,-31-20-960 0 0,31-13-80 0 0,0-12 80 0 0,0-18-160 0 0,31-7 0 0 0,-1-7-480 0 0,0-12-1121 0 0,0-13-2561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 2081 0 0,'25'0'2121'0'0,"-3"1"2548"0"0,2 1-3406 0 0,20 1-1019 0 0,-35-4-253 0 0,0 1-1 0 0,0 1 1 0 0,0 0-1 0 0,0 0 1 0 0,0 0-1 0 0,-1 1 1 0 0,1 1-1 0 0,14 5 1 0 0,-19-6 2 0 0,-1 1 0 0 0,1-1 0 0 0,0 1 1 0 0,-1 0-1 0 0,0 0 0 0 0,1 0 0 0 0,-1 1 1 0 0,0-1-1 0 0,-1 1 0 0 0,1-1 0 0 0,-1 1 1 0 0,1 0-1 0 0,-1 0 0 0 0,0 0 1 0 0,-1 0-1 0 0,1 1 0 0 0,-1-1 0 0 0,2 7 1 0 0,-2-6 8 0 0,-1 0 1 0 0,1 0 0 0 0,-1 0-1 0 0,0 0 1 0 0,-1-1 0 0 0,1 1 0 0 0,-1 0-1 0 0,0 0 1 0 0,0 0 0 0 0,0-1-1 0 0,-1 1 1 0 0,1 0 0 0 0,-1-1-1 0 0,0 1 1 0 0,-1-1 0 0 0,1 0-1 0 0,-1 0 1 0 0,0 0 0 0 0,-6 6 0 0 0,-8 9 65 0 0,-1-1 0 0 0,-35 27 0 0 0,1 1 194 0 0,42-36-87 0 0,1 0 0 0 0,-2 0 0 0 0,1-1 0 0 0,-1 0 0 0 0,-1-1 0 0 0,1 0 0 0 0,-1-1 1 0 0,-1-1-1 0 0,1 0 0 0 0,-1 0 0 0 0,0-1 0 0 0,-1-1 0 0 0,1 0 0 0 0,-1-1 0 0 0,-19 2 0 0 0,5 0 267 0 0,-56 1 0 0 0,76-6-441 0 0,-1 0 0 0 0,0-1 0 0 0,1 0 0 0 0,-1-1 0 0 0,1 0-1 0 0,0 0 1 0 0,0-1 0 0 0,-1 0 0 0 0,2 0 0 0 0,-15-8 0 0 0,18 9-30 0 0,3 1 18 0 0,0 1-1 0 0,-1-1 1 0 0,1 1-1 0 0,0-1 1 0 0,0 0-1 0 0,0 1 1 0 0,-1-1-1 0 0,1 0 1 0 0,0 0-1 0 0,0 0 1 0 0,0 0-1 0 0,0 0 1 0 0,0 0-1 0 0,0 0 1 0 0,1 0 0 0 0,-1 0-1 0 0,0 0 1 0 0,0-1-1 0 0,1 1 1 0 0,-1 0-1 0 0,1 0 1 0 0,-1-1-1 0 0,1 1 1 0 0,0 0-1 0 0,-1-1 1 0 0,1 1-1 0 0,0-1 1 0 0,0 1-1 0 0,0 0 1 0 0,0-1-1 0 0,0 1 1 0 0,0-1 0 0 0,0 1-1 0 0,1 0 1 0 0,-1-1-1 0 0,0 1 1 0 0,1 0-1 0 0,-1-1 1 0 0,1 1-1 0 0,-1 0 1 0 0,1 0-1 0 0,0-1 1 0 0,1-1-1 0 0,9-14-43 0 0,-7 10 24 0 0,-1 1 1 0 0,1 0 0 0 0,1 0-1 0 0,-1 1 1 0 0,1-1 0 0 0,0 1-1 0 0,0 0 1 0 0,0 0 0 0 0,1 1-1 0 0,-1-1 1 0 0,1 1 0 0 0,0 1-1 0 0,11-6 1 0 0,14-6-17 0 0,-18 8-13 0 0,0 1 0 0 0,0 0 0 0 0,0 1 0 0 0,0 0 0 0 0,1 1 0 0 0,27-5 0 0 0,-35 9 50 0 0,3-1 17 0 0,0 0 0 0 0,0 0 0 0 0,0 1 0 0 0,0 0 0 0 0,-1 1 0 0 0,1 0-1 0 0,0 0 1 0 0,0 1 0 0 0,-1 0 0 0 0,1 1 0 0 0,-1 0 0 0 0,0 0 0 0 0,0 0 0 0 0,14 10 0 0 0,-4 0 105 0 0,-1 1 0 0 0,-1 1 0 0 0,-1 1 0 0 0,20 24 0 0 0,-28-28-71 0 0,-6-10-67 0 0,0 0 0 0 0,0 0 0 0 0,-1 0 0 0 0,1-1 0 0 0,0 1 0 0 0,1 0 0 0 0,-1 0 0 0 0,0-1 0 0 0,0 1 0 0 0,1-1 0 0 0,-1 1 0 0 0,1-1 0 0 0,-1 1 0 0 0,1-1 0 0 0,0 0 0 0 0,-1 0 0 0 0,1 0 0 0 0,0 0 0 0 0,0 0 0 0 0,0 0 0 0 0,0-1 0 0 0,0 1 0 0 0,0 0 0 0 0,0-1 0 0 0,0 0 0 0 0,0 1 0 0 0,0-1 0 0 0,0 0 0 0 0,0 0 0 0 0,0 0 0 0 0,0 0 0 0 0,0-1 0 0 0,0 1 0 0 0,0 0 0 0 0,0-1 0 0 0,3 0 0 0 0,2 0-206 0 0,0 0-1 0 0,0-1 0 0 0,0 1 0 0 0,-1-1 0 0 0,1-1 0 0 0,0 1 0 0 0,-1-1 0 0 0,1 0 0 0 0,9-7 0 0 0,-8 5-659 0 0,-1-1 0 0 0,1-1 0 0 0,-1 1 0 0 0,11-15 0 0 0,38-57-4871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1441 0 0,'0'6'2001'0'0,"31"-1"-241"0"0,-1 3-319 0 0,-30 4-320 0 0,30 13-1 0 0,30 40 1 0 0,-29 10-561 0 0,-31 2-480 0 0,30-8-160 0 0,0-17 80 0 0,0-8-80 0 0,0-11-400 0 0,1-22-721 0 0,-62 3-880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61 389 2641 0 0,'-31'-14'2641'0'0,"31"3"-560"0"0,-30-3-560 0 0,30-11-480 0 0,61-27-241 0 0,59-42-320 0 0,1 17-400 0 0,-30 33-640 0 0,-7 11-1521 0 0,-23 8-2161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5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690 133 1441 0 0,'-8'-5'530'0'0,"0"1"-1"0"0,0 0 1 0 0,0 0 0 0 0,0 1 0 0 0,-1 0 0 0 0,1 0 0 0 0,-1 1-1 0 0,0 0 1 0 0,0 1 0 0 0,-17-1 0 0 0,6 0 125 0 0,-36-3 759 0 0,1 3 0 0 0,-106 10 0 0 0,144-5-1301 0 0,1 1 1 0 0,-1 0-1 0 0,1 1 1 0 0,0 1-1 0 0,0 1 1 0 0,0 0-1 0 0,-17 11 1 0 0,19-10-62 0 0,3-3-13 0 0,0 2 0 0 0,1-1 0 0 0,0 2 0 0 0,0-1 0 0 0,0 1 1 0 0,1 1-1 0 0,-12 13 0 0 0,17-16-16 0 0,0 0 0 0 0,0 0 1 0 0,0 1-1 0 0,1-1 1 0 0,1 1-1 0 0,-1 0 0 0 0,1-1 1 0 0,0 1-1 0 0,0 0 1 0 0,1 0-1 0 0,0 0 0 0 0,0 1 1 0 0,1 10-1 0 0,-1 9 45 0 0,1-14 26 0 0,-1 1 1 0 0,2-1-1 0 0,0 1 1 0 0,5 23-1 0 0,-5-32-64 0 0,1-1 0 0 0,0 0 0 0 0,0 1 0 0 0,0-1 0 0 0,0 0 0 0 0,1 0 0 0 0,-1 0 1 0 0,1-1-1 0 0,0 1 0 0 0,0-1 0 0 0,1 1 0 0 0,-1-1 0 0 0,1 0 0 0 0,0 0 0 0 0,-1 0 0 0 0,1-1 0 0 0,8 4 0 0 0,5 2-8 0 0,-1-2 0 0 0,2 0 0 0 0,-1-1 0 0 0,1 0 1 0 0,-1-1-1 0 0,1-2 0 0 0,0 0 0 0 0,1 0 0 0 0,-1-2 0 0 0,0 0 1 0 0,0-1-1 0 0,26-5 0 0 0,-17 1-48 0 0,-1-2 0 0 0,0 0 0 0 0,0-1 0 0 0,-1-2 0 0 0,0-1 0 0 0,-1 0 0 0 0,39-26 0 0 0,-51 28-130 0 0,0-1 1 0 0,-1 0 0 0 0,0 0-1 0 0,-1-1 1 0 0,0-1-1 0 0,-1 1 1 0 0,0-2 0 0 0,-1 1-1 0 0,0-1 1 0 0,-1-1-1 0 0,0 1 1 0 0,-1-1 0 0 0,-1 0-1 0 0,0 0 1 0 0,-1-1-1 0 0,-1 0 1 0 0,0 1 0 0 0,-1-1-1 0 0,1-20 1 0 0,-3 29 19 0 0,0 1 1 0 0,-1-1-1 0 0,0 0 1 0 0,0 1-1 0 0,0-1 1 0 0,-1 1-1 0 0,1-1 1 0 0,-1 1-1 0 0,-1 0 1 0 0,1 0-1 0 0,-1 0 1 0 0,0 0-1 0 0,0 0 1 0 0,0 1-1 0 0,-5-6 1 0 0,-1 2-257 0 0,1 0 0 0 0,-1 0 1 0 0,-1 1-1 0 0,1 0 1 0 0,-1 1-1 0 0,-12-6 1 0 0,-68-30-4358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5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24 4322 0 0,'-49'-8'2619'0'0,"-53"-8"-1636"0"0,82 16-646 0 0,0 1 0 0 0,1 0 0 0 0,-1 1 0 0 0,-25 7 0 0 0,-37 2 2473 0 0,276-3-1174 0 0,-67 0-804 0 0,954 23 3743 0 0,924 68 1054 0 0,-1936-95-5789 0 0,157 17-853 0 0,-79 7-3363 0 0,-144-27 3936 0 0,0-1 0 0 0,0 1 0 0 0,0 0-1 0 0,0 0 1 0 0,0 0 0 0 0,0 0 0 0 0,-1 0 0 0 0,1 1-1 0 0,0 0 1 0 0,0-1 0 0 0,-1 1 0 0 0,1 0 0 0 0,-1 0-1 0 0,0 0 1 0 0,0 0 0 0 0,1 1 0 0 0,-1-1 0 0 0,-1 1-1 0 0,1-1 1 0 0,0 1 0 0 0,-1-1 0 0 0,1 1 0 0 0,-1 0-1 0 0,2 5 1 0 0,-4-5-211 0 0,0 0-1 0 0,0 0 1 0 0,0 0 0 0 0,0 0-1 0 0,0 0 1 0 0,-1 0-1 0 0,1-1 1 0 0,-1 1 0 0 0,0 0-1 0 0,0-1 1 0 0,-3 4-1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7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2881 0 0,'-31'25'80'0'0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25 312 2241 0 0,'-5'0'4802'0'0,"-15"-6"-106"0"0,68-16-3923 0 0,80-52 1 0 0,48-33-467 0 0,-148 87-204 0 0,1 2 1 0 0,0 1-1 0 0,35-15 0 0 0,-8 18 138 0 0,-51 13-81 0 0,-7 17-18 0 0,0 1 0 0 0,0-1 0 0 0,-2 1 0 0 0,0-1 0 0 0,-1 0 1 0 0,-7 16-1 0 0,5-13-61 0 0,1 1 1 0 0,-6 26 0 0 0,-28 214 132 0 0,38-251-211 0 0,0-1-3 0 0,0-1 1 0 0,1 1 0 0 0,0-1 0 0 0,0 1 0 0 0,0-1-1 0 0,1 1 1 0 0,0-1 0 0 0,1 1 0 0 0,-1 0 0 0 0,2-1-1 0 0,-1 1 1 0 0,5 13 0 0 0,-1 11-272 0 0,0-4-973 0 0,-4-27 1169 0 0,-1-1 0 0 0,1 1-1 0 0,-1 0 1 0 0,1 0 0 0 0,0-1-1 0 0,0 1 1 0 0,0 0 0 0 0,-1-1-1 0 0,1 1 1 0 0,0-1 0 0 0,0 1-1 0 0,0-1 1 0 0,0 0 0 0 0,0 1-1 0 0,0-1 1 0 0,0 0 0 0 0,0 1-1 0 0,0-1 1 0 0,0 0 0 0 0,0 0 0 0 0,0 0-1 0 0,0 0 1 0 0,0 0 0 0 0,0 0-1 0 0,0 0 1 0 0,1-1 0 0 0,34-11-2286 0 0,19-11-1121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9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 0 0,'30'6'3202'0'0,"1"8"-721"0"0,-1-1-800 0 0,0-1-721 0 0,0-5-1120 0 0,-30 5-2241 0 0,30-6-961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1 400 0 0,'-5'13'7725'0'0,"-11"-8"-4875"0"0,12-5-2593 0 0,-1 1 1117 0 0,5-1-1343 0 0,-1 0 0 0 0,1 1 1 0 0,0-1-1 0 0,0 0 0 0 0,0 0 0 0 0,0 0 1 0 0,0 0-1 0 0,0 0 0 0 0,0 1 0 0 0,0-1 1 0 0,-1 0-1 0 0,1 0 0 0 0,0 0 0 0 0,0 1 1 0 0,0-1-1 0 0,0 0 0 0 0,0 0 1 0 0,0 0-1 0 0,0 1 0 0 0,0-1 0 0 0,0 0 1 0 0,0 0-1 0 0,0 0 0 0 0,0 1 0 0 0,0-1 1 0 0,1 0-1 0 0,-1 0 0 0 0,0 0 0 0 0,0 0 1 0 0,0 1-1 0 0,0-1 0 0 0,0 0 1 0 0,0 0-1 0 0,0 0 0 0 0,0 0 0 0 0,1 1 1 0 0,-1-1-1 0 0,0 0 0 0 0,0 0 0 0 0,0 0 1 0 0,0 0-1 0 0,1 0 0 0 0,-1 0 0 0 0,0 0 1 0 0,0 1-1 0 0,0-1 0 0 0,0 0 0 0 0,1 0 1 0 0,-1 0-1 0 0,0 0 0 0 0,0 0 1 0 0,0 0-1 0 0,1 0 0 0 0,-1 0 0 0 0,0 0 1 0 0,0 0-1 0 0,0 0 0 0 0,1 0 0 0 0,-1 0 1 0 0,0 0-1 0 0,0 0 0 0 0,0 0 0 0 0,1-1 1 0 0,205 106 2022 0 0,62 36-1877 0 0,-94-46-3049 0 0,-119-67-2250 0 0,-75-27 40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31 637 7603 0 0,'-30'-6'4563'0'0,"30"-13"-3283"0"0,30-26-1280 0 0,60-51-160 0 0,1-11 320 0 0,0 5 0 0 0,-1 6 0 0 0,1 26-480 0 0,-7 24-480 0 0,-23 21-401 0 0,-1 14-1600 0 0,-30-3-3442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09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1 202 2721 0 0,'0'-1'179'0'0,"0"1"-1"0"0,1-1 0 0 0,-1 0 1 0 0,1 0-1 0 0,-1 0 1 0 0,1 1-1 0 0,-1-1 0 0 0,1 0 1 0 0,0 1-1 0 0,-1-1 0 0 0,1 1 1 0 0,0-1-1 0 0,0 1 1 0 0,-1-1-1 0 0,1 1 0 0 0,0-1 1 0 0,0 1-1 0 0,0-1 0 0 0,-1 1 1 0 0,1 0-1 0 0,0 0 1 0 0,0-1-1 0 0,0 1 0 0 0,1 0 1 0 0,5-2 804 0 0,28-35 2952 0 0,-28 32-3547 0 0,1-1 0 0 0,-1 0 0 0 0,0 0 0 0 0,11-14 1 0 0,-12 13-228 0 0,1-1 0 0 0,0 1 1 0 0,0 1-1 0 0,14-10 1 0 0,-15 12-117 0 0,1 0 0 0 0,-1-1 0 0 0,0 0 0 0 0,0 0 0 0 0,-1 0 0 0 0,1-1 0 0 0,7-10 0 0 0,-13 15-42 0 0,1 0 0 0 0,-1 0 0 0 0,0 1 0 0 0,1-1 1 0 0,-1 0-1 0 0,1 1 0 0 0,-1-1 0 0 0,1 0 0 0 0,-1 1 0 0 0,1-1 0 0 0,0 1 0 0 0,-1-1 1 0 0,1 1-1 0 0,0-1 0 0 0,-1 1 0 0 0,1-1 0 0 0,0 1 0 0 0,0 0 0 0 0,-1-1 0 0 0,1 1 1 0 0,0 0-1 0 0,0 0 0 0 0,0-1 0 0 0,-1 1 0 0 0,1 0 0 0 0,0 0 0 0 0,0 0 0 0 0,0 0 1 0 0,-1 0-1 0 0,1 0 0 0 0,0 0 0 0 0,0 1 0 0 0,0-1 0 0 0,0 0 0 0 0,-1 0 0 0 0,1 1 0 0 0,0-1 1 0 0,0 0-1 0 0,-1 1 0 0 0,1-1 0 0 0,0 1 0 0 0,-1-1 0 0 0,2 1 0 0 0,0 3 15 0 0,1-1 0 0 0,-1 1 0 0 0,0 0 0 0 0,0 0-1 0 0,-1 0 1 0 0,1 0 0 0 0,-1 0 0 0 0,0 0 0 0 0,0 0 0 0 0,1 8-1 0 0,0 23 76 0 0,-2-1-1 0 0,-1 0 0 0 0,-2 1 1 0 0,-1-1-1 0 0,-16 58 0 0 0,-4 46 115 0 0,-10 228-461 0 0,24-300-216 0 0,3-30-1056 0 0,-1 61 1 0 0,8-91 829 0 0,0 0 1 0 0,0 0-1 0 0,0 0 1 0 0,-1 0-1 0 0,0 0 0 0 0,-3 9 1 0 0,4-14 282 0 0,-1 1 0 0 0,0-1 1 0 0,-1 1-1 0 0,1-1 0 0 0,0 0 0 0 0,0 0 1 0 0,-1 0-1 0 0,1 0 0 0 0,0 0 0 0 0,-1 0 1 0 0,1 0-1 0 0,-1 0 0 0 0,0 0 1 0 0,1-1-1 0 0,-1 1 0 0 0,-2 0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2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4802 0 0,'-121'25'2481'0'0,"151"-25"-2721"0"0,31-12-400 0 0,-31 5 80 0 0,0 1-1201 0 0,0 0-640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8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1024 203 1841 0 0,'0'-1'215'0'0,"0"0"-1"0"0,0 0 1 0 0,1 0 0 0 0,-1 0 0 0 0,0 0-1 0 0,0 0 1 0 0,-1 0 0 0 0,1 0 0 0 0,0 0-1 0 0,0 0 1 0 0,0 0 0 0 0,-1 0 0 0 0,1 0-1 0 0,-1 0 1 0 0,1 0 0 0 0,0 0 0 0 0,-1 0 0 0 0,0 0-1 0 0,1 0 1 0 0,-1 0 0 0 0,1 1 0 0 0,-1-1-1 0 0,-1-1 1 0 0,0 2-39 0 0,1 0 0 0 0,-1 0-1 0 0,0 0 1 0 0,0 0 0 0 0,1 0-1 0 0,-1 0 1 0 0,0 0 0 0 0,0 0 0 0 0,1 1-1 0 0,-1-1 1 0 0,0 1 0 0 0,1 0 0 0 0,-1-1-1 0 0,-1 2 1 0 0,-48 16 998 0 0,44-17-1090 0 0,0-1 0 0 0,0 0 1 0 0,0 0-1 0 0,0 0 0 0 0,0-1 0 0 0,0 0 1 0 0,-9-2-1 0 0,-49-6 282 0 0,6 8-46 0 0,-107 14-1 0 0,100-6-171 0 0,-9-3-70 0 0,48-3-46 0 0,0 1 1 0 0,0 1-1 0 0,1 1 1 0 0,-34 9 0 0 0,45-8-22 0 0,2-1 53 0 0,0 0 1 0 0,1 0-1 0 0,0 2 1 0 0,-18 10-1 0 0,-61 19 189 0 0,80-29-204 0 0,8-5-38 0 0,1 0 1 0 0,-1 0 0 0 0,0 0-1 0 0,1 0 1 0 0,-1 0 0 0 0,1 1-1 0 0,0-1 1 0 0,-1 1 0 0 0,1 0-1 0 0,0-1 1 0 0,0 1 0 0 0,0 0-1 0 0,0 0 1 0 0,1 1 0 0 0,-1-1 0 0 0,0 0-1 0 0,1 0 1 0 0,0 1 0 0 0,-1-1-1 0 0,0 4 1 0 0,2-5-10 0 0,0 0-1 0 0,0 0 1 0 0,0 0 0 0 0,0 0 0 0 0,-1 0 0 0 0,1 0-1 0 0,0 0 1 0 0,0 0 0 0 0,-1 0 0 0 0,1-1-1 0 0,0 1 1 0 0,-1 0 0 0 0,1 0 0 0 0,-1 0-1 0 0,1 0 1 0 0,-1-1 0 0 0,0 1 0 0 0,1 0 0 0 0,-1-1-1 0 0,0 1 1 0 0,1 0 0 0 0,-1-1 0 0 0,0 1-1 0 0,0-1 1 0 0,1 1 0 0 0,-1-1 0 0 0,0 1-1 0 0,-1-1 1 0 0,1 1 0 0 0,0-1 0 0 0,0 0 0 0 0,0 1 0 0 0,0-1 0 0 0,1 1 0 0 0,-1-1 0 0 0,0 1 0 0 0,0 0-1 0 0,1-1 1 0 0,-1 1 0 0 0,0 0 0 0 0,1 0 0 0 0,-1-1 0 0 0,0 1 0 0 0,1 0 0 0 0,-1 0 0 0 0,1 0 0 0 0,-1 0 0 0 0,1 0-1 0 0,0-1 1 0 0,-1 1 0 0 0,1 0 0 0 0,0 0 0 0 0,0 0 0 0 0,0 0 0 0 0,0 0 0 0 0,0 0 0 0 0,0 1 0 0 0,-1 21 121 0 0,0-16-84 0 0,0 1 1 0 0,1-1 0 0 0,0 0 0 0 0,0 0-1 0 0,1 1 1 0 0,0-1 0 0 0,1 0-1 0 0,2 9 1 0 0,46 84 253 0 0,-49-96-288 0 0,1 0 0 0 0,-1 1 0 0 0,-1-1 0 0 0,1 0 0 0 0,0 0 0 0 0,-1 0 0 0 0,0 0 0 0 0,0 1 0 0 0,0-1 0 0 0,-1 5 0 0 0,0-5 6 0 0,1 0 0 0 0,-1 0 0 0 0,1-1 0 0 0,0 1 0 0 0,1 0 0 0 0,-1 0 0 0 0,1 0 0 0 0,-1 0 0 0 0,1 0 0 0 0,0-1 0 0 0,2 5 0 0 0,8 9 65 0 0,0 0-1 0 0,17 20 1 0 0,-27-36-74 0 0,0 0 0 0 0,0 1 0 0 0,-1-1 0 0 0,1 1 0 0 0,-1-1 1 0 0,1 1-1 0 0,-1-1 0 0 0,1 1 0 0 0,-1-1 0 0 0,0 1 0 0 0,0 0 0 0 0,0-1 0 0 0,0 1 0 0 0,0-1 1 0 0,0 1-1 0 0,-1 2 0 0 0,1-2-3 0 0,0-1-1 0 0,-1 0 1 0 0,1 1 0 0 0,0-1 0 0 0,0 1 0 0 0,0-1-1 0 0,0 1 1 0 0,0-1 0 0 0,1 1 0 0 0,-1-1 0 0 0,0 0 0 0 0,1 1-1 0 0,-1-1 1 0 0,1 1 0 0 0,-1-1 0 0 0,1 0 0 0 0,0 0-1 0 0,0 2 1 0 0,50 55 28 0 0,-40-39 217 0 0,-9-16-236 0 0,-1 0 1 0 0,1-1 0 0 0,0 1-1 0 0,0 0 1 0 0,0-1-1 0 0,0 1 1 0 0,0-1-1 0 0,0 0 1 0 0,1 1 0 0 0,-1-1-1 0 0,5 2 1 0 0,22 20-16 0 0,-20-16 66 0 0,1 0-1 0 0,0 0 0 0 0,17 10 1 0 0,34 15-8 0 0,-28-13-41 0 0,1-1 0 0 0,0-2-1 0 0,1-1 1 0 0,1-2 0 0 0,1-1 0 0 0,60 12 0 0 0,59 4 3 0 0,75 11 40 0 0,125-7 14 0 0,101 5 532 0 0,-260-25-224 0 0,-20 4 65 0 0,159 5-67 0 0,39-43 699 0 0,-87 2-409 0 0,-57 7-343 0 0,5 10 57 0 0,186 3 46 0 0,-359-2-347 0 0,0-2 0 0 0,114-22-1 0 0,-119 16-35 0 0,34-11 23 0 0,-54 10-28 0 0,74-9 0 0 0,-71 17-1 0 0,44-3 17 0 0,1 3 0 0 0,145 16 0 0 0,-180-7 32 0 0,74 1 0 0 0,134-21 116 0 0,-142 4-324 0 0,84 5 98 0 0,-164 4-90 0 0,-22 1-34 0 0,1 0 0 0 0,-1-2 1 0 0,17-2-1 0 0,-22-9-156 0 0,71-32 54 0 0,-71 30 186 0 0,-4 13 67 0 0,-5 1 0 0 0,0 0 0 0 0,-1 0 0 0 0,1 0 0 0 0,0 0 0 0 0,0 0 0 0 0,-1 0 0 0 0,1-1 0 0 0,0 1 0 0 0,0 0 0 0 0,-1 0 0 0 0,1-1 0 0 0,0 1 0 0 0,-1 0 0 0 0,1-1 0 0 0,0 1 0 0 0,-1-1 0 0 0,1 1 0 0 0,-1-1 0 0 0,1 1 0 0 0,-1-1 0 0 0,1 1 0 0 0,-1-1 0 0 0,1 0 0 0 0,-1 1 0 0 0,1-1 0 0 0,-1 1 0 0 0,0-1 0 0 0,1 0 0 0 0,-1 0 0 0 0,0 1 0 0 0,0-1 0 0 0,0 0 0 0 0,1 1 0 0 0,-1-1 0 0 0,0-1 0 0 0,0 1 1 0 0,0 0 1 0 0,0 1-1 0 0,0-1 0 0 0,1 1 0 0 0,-1-1 1 0 0,0 0-1 0 0,0 1 0 0 0,0-1 0 0 0,1 1 0 0 0,-1-1 1 0 0,0 1-1 0 0,1-1 0 0 0,-1 1 0 0 0,1-1 1 0 0,-1 1-1 0 0,1-1 0 0 0,-1 1 0 0 0,1 0 0 0 0,-1-1 1 0 0,1 1-1 0 0,-1 0 0 0 0,1-1 0 0 0,-1 1 1 0 0,1 0-1 0 0,-1 0 0 0 0,1 0 0 0 0,-1-1 0 0 0,1 1 1 0 0,0 0-1 0 0,-1 0 0 0 0,1 0 0 0 0,1 0 1 0 0,-2 0-2 0 0,1 0 1 0 0,-1 0 0 0 0,1 0 0 0 0,0 0-1 0 0,-1 0 1 0 0,1-1 0 0 0,0 1 0 0 0,-1 0 0 0 0,1 0-1 0 0,0-1 1 0 0,-1 1 0 0 0,1 0 0 0 0,-1 0-1 0 0,1-1 1 0 0,-1 1 0 0 0,1-1 0 0 0,-1 1-1 0 0,1-1 1 0 0,-1 1 0 0 0,1-1 0 0 0,-1 1 0 0 0,0-1-1 0 0,1 1 1 0 0,-1-1 0 0 0,0 1 0 0 0,1-1-1 0 0,-1 0 1 0 0,0 1 0 0 0,0-1 0 0 0,1 1 0 0 0,-1-1-1 0 0,0 0 1 0 0,0 0 0 0 0,0 0-5 0 0,0-1-1 0 0,0 1 1 0 0,0-1 0 0 0,0 1 0 0 0,0-1-1 0 0,1 1 1 0 0,-1 0 0 0 0,1-1 0 0 0,-1 1-1 0 0,1 0 1 0 0,-1-1 0 0 0,1 1 0 0 0,-1 0-1 0 0,1 0 1 0 0,0-1 0 0 0,0 1 0 0 0,0 0 0 0 0,0 0-1 0 0,0 0 1 0 0,0 0 0 0 0,0 0 0 0 0,0 0-1 0 0,0 0 1 0 0,0 1 0 0 0,0-1 0 0 0,1 0-1 0 0,0 0 1 0 0,3-2-11 0 0,-4 2 15 0 0,0-1-1 0 0,0 0 1 0 0,0 1-1 0 0,-1-1 1 0 0,1 0-1 0 0,-1 0 1 0 0,1 0-1 0 0,-1 1 0 0 0,0-1 1 0 0,1 0-1 0 0,-1 0 1 0 0,0 0-1 0 0,0 0 1 0 0,0 1-1 0 0,-1-1 1 0 0,1 0-1 0 0,0 0 0 0 0,-1 0 1 0 0,1 1-1 0 0,-1-1 1 0 0,1 0-1 0 0,-1 0 1 0 0,-2-2-1 0 0,-4 0 9 0 0,6 3-6 0 0,0 1 0 0 0,0 0 0 0 0,0-1 1 0 0,0 1-1 0 0,0-1 0 0 0,0 1 0 0 0,0-1 0 0 0,1 1 1 0 0,-1-1-1 0 0,0 0 0 0 0,0 0 0 0 0,0 1 0 0 0,1-1 0 0 0,-1 0 1 0 0,0 0-1 0 0,1 0 0 0 0,-1 1 0 0 0,1-1 0 0 0,-1 0 1 0 0,1 0-1 0 0,0 0 0 0 0,-1 0 0 0 0,1 0 0 0 0,0 0 0 0 0,-1 0 1 0 0,1-2-1 0 0,0 2-2 0 0,0 0 1 0 0,0-1 0 0 0,-1 1-1 0 0,1 0 1 0 0,0 0-1 0 0,-1-1 1 0 0,1 1 0 0 0,-1 0-1 0 0,0 0 1 0 0,1 0-1 0 0,-1 0 1 0 0,0-1-1 0 0,1 1 1 0 0,-1 0 0 0 0,0 0-1 0 0,0 0 1 0 0,0 1-1 0 0,0-1 1 0 0,0 0 0 0 0,0 0-1 0 0,-3-1 1 0 0,-4-5-1 0 0,-7-9 0 0 0,13 15 0 0 0,1 0 0 0 0,-1-1 0 0 0,1 1 0 0 0,-1-1 0 0 0,1 1 0 0 0,-1-1 0 0 0,1 1 0 0 0,0-1 0 0 0,0 0 0 0 0,0 0 0 0 0,0 0 0 0 0,0 0 0 0 0,0 0 0 0 0,1 0 0 0 0,-1 0 0 0 0,1 0 0 0 0,-1-3 0 0 0,1 4 0 0 0,0 0 0 0 0,0-1 0 0 0,-1 1 0 0 0,1 0 1 0 0,0 0-1 0 0,0 0 0 0 0,-1-1 0 0 0,1 1 0 0 0,-1 0 0 0 0,1 0 0 0 0,-1 0 0 0 0,1 0 0 0 0,-1 0 0 0 0,1 0 0 0 0,-1 0 1 0 0,0 0-1 0 0,0 0 0 0 0,0 0 0 0 0,0 0 0 0 0,1 0 0 0 0,-1 1 0 0 0,0-1 0 0 0,0 0 0 0 0,-2 0 0 0 0,-6-7 12 0 0,-1-2 22 0 0,9 7-38 0 0,-1 1 1 0 0,0 0-1 0 0,0 0 1 0 0,0 0 0 0 0,0 1-1 0 0,-1-1 1 0 0,1 0-1 0 0,0 1 1 0 0,-6-3-1 0 0,-47-34-22 0 0,39 27-30 0 0,9 6 41 0 0,0 1 0 0 0,-1-1 0 0 0,0 1-1 0 0,1 1 1 0 0,-9-4 0 0 0,-32-13-2 0 0,-46-27 1 0 0,47 22 19 0 0,-56-22 0 0 0,-144-54-43 0 0,211 86 73 0 0,-49-13 0 0 0,6 2 35 0 0,-54-28-96 0 0,-143-54-193 0 0,206 85 201 0 0,-1 3 1 0 0,-73-11 0 0 0,-213-16 392 0 0,121 8-531 0 0,81 10 170 0 0,-197-35-146 0 0,207 48 205 0 0,1 6 1 0 0,-286 16-1 0 0,380-3-86 0 0,-1-3-1 0 0,-56-8 1 0 0,52 4 11 0 0,-84 2 0 0 0,42 8 5 0 0,-303 32 132 0 0,331-28-160 0 0,-109 5 0 0 0,-143-15-26 0 0,309 0 59 0 0,1 1 0 0 0,-1 0 0 0 0,-19 5 0 0 0,7-1 10 0 0,-102 21-176 0 0,75-18 276 0 0,25-4-125 0 0,0-1 0 0 0,0-1 0 0 0,-26-1 0 0 0,38-2 11 0 0,0 1 0 0 0,1 1-1 0 0,-1 0 1 0 0,1 0 0 0 0,-23 6-1 0 0,24-4 2 0 0,7-1 64 0 0,5-2-71 0 0,0 1-1 0 0,-1-1 1 0 0,1 1 0 0 0,0-1-1 0 0,-1 0 1 0 0,1 1-1 0 0,-1-1 1 0 0,1 1 0 0 0,0-1-1 0 0,-1 0 1 0 0,1 1-1 0 0,-1-1 1 0 0,1 0 0 0 0,-1 0-1 0 0,1 1 1 0 0,-1-1-1 0 0,1 0 1 0 0,-1 0 0 0 0,1 0-1 0 0,-1 0 1 0 0,1 0-1 0 0,-1 1 1 0 0,1-1 0 0 0,-1 0-1 0 0,1 0 1 0 0,-1 0-1 0 0,0 0 1 0 0,0-1-1 0 0,-19 7-3082 0 0,-1 7-1141 0 0,-8 0-2816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4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266 100 3041 0 0,'-11'-2'2025'0'0,"-35"-6"1235"0"0,45 8-3235 0 0,-1 0-1 0 0,1 0 1 0 0,-1-1-1 0 0,1 1 1 0 0,0 0-1 0 0,-1-1 1 0 0,1 1 0 0 0,-1-1-1 0 0,1 1 1 0 0,0-1-1 0 0,-1 0 1 0 0,1 0-1 0 0,0 1 1 0 0,0-1 0 0 0,0 0-1 0 0,-1 0 1 0 0,1 0-1 0 0,0 0 1 0 0,-1-3-1 0 0,2 4-27 0 0,0-1 0 0 0,0 1 0 0 0,0-1 0 0 0,0 1 0 0 0,0 0 1 0 0,0-1-1 0 0,0 1 0 0 0,1-1 0 0 0,-1 1 0 0 0,0 0 0 0 0,0-1 0 0 0,1 1 0 0 0,-1-1 0 0 0,0 1 0 0 0,0 0 0 0 0,1-1 0 0 0,-1 1 0 0 0,0 0 0 0 0,1 0 0 0 0,-1-1 0 0 0,0 1 0 0 0,1 0 0 0 0,-1 0 0 0 0,1-1 0 0 0,-1 1 0 0 0,0 0 0 0 0,1 0 0 0 0,-1 0 0 0 0,1 0 0 0 0,-1 0 0 0 0,0-1 0 0 0,1 1 0 0 0,-1 0 0 0 0,1 0 0 0 0,0 0 3 0 0,0 0 0 0 0,-1 0 0 0 0,1 0 0 0 0,-1 0 0 0 0,1 0 0 0 0,0 0 0 0 0,-1-1 0 0 0,1 1 0 0 0,-1 0-1 0 0,1 0 1 0 0,-1-1 0 0 0,1 1 0 0 0,-1 0 0 0 0,1-1 0 0 0,-1 1 0 0 0,1-1 0 0 0,-1 1 0 0 0,1-1 0 0 0,-1 1 0 0 0,0 0 0 0 0,1-1 0 0 0,-1 1 0 0 0,0-1-1 0 0,1 0 1 0 0,-1 1 0 0 0,0-1 0 0 0,0 1 0 0 0,0-1 0 0 0,1 1 0 0 0,-1-1 0 0 0,0 0 0 0 0,0 1 0 0 0,0-1 0 0 0,0 1 0 0 0,0-2 0 0 0,2 0 6 0 0,-1-1 1 0 0,1 1 0 0 0,0 0-1 0 0,0 0 1 0 0,0 0 0 0 0,0 0-1 0 0,0 1 1 0 0,1-1 0 0 0,-1 0-1 0 0,0 1 1 0 0,1 0 0 0 0,-1 0-1 0 0,6-2 1 0 0,7-2 13 0 0,0 1 0 0 0,0 0 0 0 0,26-2 0 0 0,1 1-20 0 0,-34 7 0 0 0,2 1 0 0 0,-8-3-1 0 0,-1 0-1 0 0,1 0 0 0 0,0 0 1 0 0,-1 0-1 0 0,1 0 1 0 0,0 1-1 0 0,-1-1 1 0 0,1 1-1 0 0,-1-1 1 0 0,1 1-1 0 0,-1 0 0 0 0,1-1 1 0 0,-1 1-1 0 0,3 2 1 0 0,0 29-43 0 0,-4-24 51 0 0,0 1-1 0 0,0 0 1 0 0,-1-1-1 0 0,0 1 0 0 0,-1-1 1 0 0,0 1-1 0 0,0-1 0 0 0,-1 0 1 0 0,0 0-1 0 0,-1 0 1 0 0,0 0-1 0 0,0-1 0 0 0,0 1 1 0 0,-1-1-1 0 0,0 0 0 0 0,0 0 1 0 0,-1-1-1 0 0,0 0 1 0 0,0 0-1 0 0,-1 0 0 0 0,1-1 1 0 0,-8 5-1 0 0,0-1 189 0 0,0-1 1 0 0,0 0-1 0 0,0-1 0 0 0,-1-1 1 0 0,0 0-1 0 0,0-1 0 0 0,-1 0 1 0 0,-25 3-1 0 0,-1-3 520 0 0,-79 0 0 0 0,116-5-621 0 0,5-1-41 0 0,0-4-106 0 0,0 4-41 0 0,0 0-293 0 0,5-3 307 0 0,23-4 21 0 0,-23 6 48 0 0,0 0 0 0 0,0 0 1 0 0,0 1-1 0 0,0 0 0 0 0,0 0 0 0 0,0 0 0 0 0,1 0 0 0 0,-1 1 0 0 0,0 0 0 0 0,0 0 1 0 0,1 0-1 0 0,-1 1 0 0 0,0 0 0 0 0,0 0 0 0 0,0 0 0 0 0,0 0 0 0 0,0 1 0 0 0,0 0 1 0 0,0 0-1 0 0,0 0 0 0 0,-1 1 0 0 0,1 0 0 0 0,6 4 0 0 0,-1 2 11 0 0,15 8 24 0 0,-1 2 0 0 0,-1 1 0 0 0,-1 1 0 0 0,25 30 0 0 0,-44-44 14 0 0,1 0 0 0 0,-1 0 0 0 0,0 1 0 0 0,0-1 0 0 0,2 14-1 0 0,-4-15-4 0 0,1 0 0 0 0,-1-1-1 0 0,1 1 1 0 0,0 0-1 0 0,1-1 1 0 0,-1 1-1 0 0,1-1 1 0 0,5 7-1 0 0,-5-8-82 0 0,1 1-1 0 0,0-1 0 0 0,0 0 0 0 0,0-1 0 0 0,0 1 0 0 0,0-1 0 0 0,1 0 0 0 0,0 0 0 0 0,0 0 0 0 0,-1 0 0 0 0,2-1 0 0 0,-1 0 0 0 0,0 0 0 0 0,0 0 0 0 0,1-1 0 0 0,-1 0 0 0 0,1 0 0 0 0,-1 0 0 0 0,1 0 0 0 0,-1-1 0 0 0,1 0 0 0 0,-1 0 0 0 0,1-1 0 0 0,-1 0 0 0 0,1 0 0 0 0,-1 0 0 0 0,8-3 0 0 0,-12 4-103 0 0,1 0 0 0 0,0 0 0 0 0,-1-1 0 0 0,1 1 0 0 0,0-1 0 0 0,-1 1 0 0 0,1-1 0 0 0,-1 0 0 0 0,1 0 0 0 0,-1 1 0 0 0,1-1 0 0 0,-1 0 1 0 0,0 0-1 0 0,0 0 0 0 0,1-1 0 0 0,-1 1 0 0 0,0 0 0 0 0,0 0 0 0 0,0-1 0 0 0,0 1 0 0 0,0 0 0 0 0,0-1 0 0 0,-1 1 0 0 0,1-1 0 0 0,0 0 0 0 0,-1 1 0 0 0,1-1 0 0 0,-1 1 0 0 0,1-1 0 0 0,-1 0 0 0 0,0 1 0 0 0,0-1 0 0 0,0 0 0 0 0,0-2 0 0 0,0-23-3274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6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 1841 0 0,'-8'-1'800'0'0,"7"1"-660"0"0,0 1 0 0 0,1-1 0 0 0,-1 0 0 0 0,0 0 0 0 0,0 0 0 0 0,0 0-1 0 0,0-1 1 0 0,1 1 0 0 0,-1 0 0 0 0,0 0 0 0 0,0 0 0 0 0,0-1 0 0 0,1 1-1 0 0,-1 0 1 0 0,0-1 0 0 0,0 1 0 0 0,1 0 0 0 0,-1-1 0 0 0,0 1 0 0 0,1-1 0 0 0,-1 1-1 0 0,1-1 1 0 0,-1 0 0 0 0,0 1 0 0 0,1-1 0 0 0,-1 0 0 0 0,1 1 0 0 0,0-1 0 0 0,-1 0-1 0 0,1 1 1 0 0,-1-1 0 0 0,1 0 0 0 0,0 0 0 0 0,-1-2 2348 0 0,6 4-2235 0 0,-4-1-239 0 0,0 0-10 0 0,0 0-1 0 0,1 0 1 0 0,-1 0 0 0 0,0 0 0 0 0,0 0-1 0 0,0 1 1 0 0,1-1 0 0 0,-1 0 0 0 0,0 1 0 0 0,0-1-1 0 0,0 0 1 0 0,0 1 0 0 0,0 0 0 0 0,0-1 0 0 0,0 1-1 0 0,0 0 1 0 0,0-1 0 0 0,0 1 0 0 0,0 0 0 0 0,2 2-1 0 0,-3-2-9 0 0,1 0-1 0 0,0 0 0 0 0,0 0 0 0 0,0-1 0 0 0,0 1 1 0 0,0 0-1 0 0,0 0 0 0 0,0 0 0 0 0,0-1 0 0 0,0 1 1 0 0,0 0-1 0 0,0-1 0 0 0,0 1 0 0 0,0-1 0 0 0,1 0 1 0 0,-1 1-1 0 0,0-1 0 0 0,2 1 0 0 0,1 0-24 0 0,12 10-121 0 0,-8-6 129 0 0,-1 0-1 0 0,1-1 0 0 0,0 0 1 0 0,0 0-1 0 0,12 3 1 0 0,28 11 146 0 0,-1 2 1 0 0,-1 1-1 0 0,65 42 0 0 0,-96-51-123 0 0,1-1 0 0 0,1-1 0 0 0,0 0 0 0 0,0-1 0 0 0,26 9 0 0 0,7-3-1320 0 0,-50-15 1247 0 0,1 0 0 0 0,-1 0 0 0 0,1 1 0 0 0,-1-1 0 0 0,1 0 0 0 0,-1 0 0 0 0,1 1 0 0 0,-1-1 0 0 0,1 0 0 0 0,-1 1 0 0 0,1-1 0 0 0,-1 0 0 0 0,1 1 0 0 0,-1-1 1 0 0,0 1-1 0 0,1-1 0 0 0,-1 0 0 0 0,0 1 0 0 0,0-1 0 0 0,1 1 0 0 0,-1-1 0 0 0,0 1 0 0 0,0 0 0 0 0,1-1 0 0 0,-1 1 0 0 0,0-1 0 0 0,0 1 0 0 0,0-1 0 0 0,0 1 0 0 0,0-1 0 0 0,0 2 0 0 0,0 15-4382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7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1 287 720 0 0,'30'-13'2562'0'0,"0"-1"-241"0"0,0-5-481 0 0,-5-6-559 0 0,35-38-561 0 0,31-6-640 0 0,-1 17-1040 0 0,-30 21-2642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3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0 268 640 0 0,'1'1'149'0'0,"0"-1"-1"0"0,-1 1 1 0 0,1 0-1 0 0,0-1 0 0 0,-1 1 1 0 0,1-1-1 0 0,0 1 1 0 0,0-1-1 0 0,-1 0 1 0 0,1 1-1 0 0,0-1 0 0 0,0 0 1 0 0,0 1-1 0 0,-1-1 1 0 0,1 0-1 0 0,0 0 1 0 0,0 0-1 0 0,0 0 0 0 0,0 0 1 0 0,0 0-1 0 0,-1 0 1 0 0,1 0-1 0 0,0 0 0 0 0,0 0 1 0 0,0 0-1 0 0,0-1 1 0 0,0 1-1 0 0,-1 0 1 0 0,1-1-1 0 0,0 1 0 0 0,0 0 1 0 0,-1-1-1 0 0,2 0 1 0 0,6-1 1594 0 0,12-2-953 0 0,0-2-1 0 0,35-13 1 0 0,-32 9-785 0 0,-1-1 0 0 0,-1-1 0 0 0,1-1 0 0 0,-2-1 0 0 0,0 0 0 0 0,-1-2 0 0 0,0 0 0 0 0,16-20 1 0 0,-11-3 12 0 0,-12 14 57 0 0,-4 13-5 0 0,-3 3 95 0 0,-18-2 80 0 0,12 11-211 0 0,-1 0-1 0 0,1-1 1 0 0,0 1 0 0 0,0 0-1 0 0,0 0 1 0 0,-1 0-1 0 0,1 0 1 0 0,0 0 0 0 0,0 0-1 0 0,0 0 1 0 0,-1 0 0 0 0,1 0-1 0 0,0 0 1 0 0,0 1-1 0 0,0-1 1 0 0,0 1 0 0 0,-1-1-1 0 0,1 1 1 0 0,0-1-1 0 0,0 1 1 0 0,0-1 0 0 0,0 1-1 0 0,0 0 1 0 0,0 0 0 0 0,0 0-1 0 0,1-1 1 0 0,-1 1-1 0 0,0 0 1 0 0,0 0 0 0 0,1 0-1 0 0,-2 2 1 0 0,-9 7 171 0 0,-4 4-5 0 0,0 0 0 0 0,0 2 0 0 0,1-1 0 0 0,1 2 0 0 0,1 0 0 0 0,0 0 0 0 0,1 1 0 0 0,1 1 1 0 0,1-1-1 0 0,0 2 0 0 0,2-1 0 0 0,0 1 0 0 0,1 0 0 0 0,1 1 0 0 0,1-1 0 0 0,1 1 0 0 0,-1 24 0 0 0,3-9 313 0 0,0-10 449 0 0,4 45-1 0 0,-2-65-1083 0 0,0 0-1 0 0,0 0 0 0 0,0 0 0 0 0,1 0 1 0 0,0-1-1 0 0,0 1 0 0 0,0 0 0 0 0,1-1 1 0 0,0 1-1 0 0,0-1 0 0 0,0 0 0 0 0,8 9 1 0 0,-10-13-84 0 0,1 0 1 0 0,0 0 0 0 0,-1 0-1 0 0,1 0 1 0 0,0 0 0 0 0,0 0-1 0 0,0 0 1 0 0,0-1 0 0 0,0 1-1 0 0,0-1 1 0 0,0 1 0 0 0,0-1-1 0 0,0 0 1 0 0,0 0 0 0 0,0 0-1 0 0,1 0 1 0 0,-1 0-1 0 0,3-1 1 0 0,45-11-3310 0 0,36-22-2888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6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1841 0 0,'31'0'1601'0'0,"-1"-8"-1681"0"0,-30-23-1601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3:57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80 0 0,'-51'11'2414'0'0,"43"-8"-1241"0"0,-14 3-562 0 0,21-6-624 0 0,1 0 0 0 0,0 0 0 0 0,-1 1-1 0 0,1-1 1 0 0,0 0 0 0 0,0 0 0 0 0,-1 0-1 0 0,1 0 1 0 0,0 0 0 0 0,-1 0 0 0 0,1 0-1 0 0,0-1 1 0 0,-1 1 0 0 0,1 0 0 0 0,0 0-1 0 0,0 0 1 0 0,-1 0 0 0 0,1 0 0 0 0,0 0-1 0 0,-1 0 1 0 0,1-1 0 0 0,0 1-1 0 0,0 0 1 0 0,-1 0 0 0 0,1 0 0 0 0,0-1-1 0 0,0 1 1 0 0,0 0 0 0 0,-1 0 0 0 0,1-1-1 0 0,0 1 1 0 0,0 0 0 0 0,0 0 0 0 0,0-1-1 0 0,0 1 1 0 0,0 0 0 0 0,-1-1 0 0 0,1 1-1 0 0,0 0 1 0 0,0 0 0 0 0,0-1 0 0 0,0 1-1 0 0,0-1 1 0 0,0 0-294 0 0,0 1 224 0 0,0 0 93 0 0,1 0 0 0 0,-1 0 0 0 0,0 1 0 0 0,0-1 0 0 0,0 0 0 0 0,0 0 0 0 0,0 0 0 0 0,0 0 0 0 0,0 1 0 0 0,0-1 0 0 0,0 0 0 0 0,1 0 0 0 0,-1 0 0 0 0,0 1 0 0 0,0-1 0 0 0,0 0 0 0 0,0 0 0 0 0,0 0 0 0 0,0 1 0 0 0,0-1 0 0 0,0 0 0 0 0,0 0 0 0 0,-1 0 0 0 0,1 1 0 0 0,0-1 0 0 0,0 0 0 0 0,0 0 0 0 0,0 0 0 0 0,0 0 0 0 0,0 1 0 0 0,0-1 0 0 0,0 0 0 0 0,0 0 0 0 0,-1 0 0 0 0,1 0 0 0 0,0 1 0 0 0,0-1 0 0 0,0 0 0 0 0,0 0 0 0 0,0 0 0 0 0,-1 0 0 0 0,1 0 0 0 0,0 0 0 0 0,0 0 0 0 0,0 0 0 0 0,-1 0 0 0 0,1 1 0 0 0,0-1 0 0 0,0 0 0 0 0,0 0 0 0 0,0 0 0 0 0,-1 0 0 0 0,1 0 0 0 0,0 0 0 0 0,0 0 0 0 0,0 0 0 0 0,-1 0 0 0 0,1 0 0 0 0,0 0 0 0 0,0-1 0 0 0,0 1 0 0 0,-1 0 0 0 0,-79 43 2871 0 0,62-34-2071 0 0,16-9-763 0 0,1 0 0 0 0,0 1 0 0 0,0-1 0 0 0,0 0-1 0 0,0 1 1 0 0,0-1 0 0 0,0 1 0 0 0,0-1 0 0 0,0 1 0 0 0,1 0 0 0 0,-1-1 0 0 0,0 1 0 0 0,0 0 0 0 0,0-1 0 0 0,1 1 0 0 0,-1 0 0 0 0,-1 1 0 0 0,-3-1 353 0 0,3-1-474 0 0,1 0 89 0 0,0 0 0 0 0,0 0 0 0 0,0 0 1 0 0,0 0-1 0 0,1 0 0 0 0,-1 0 0 0 0,0 0 0 0 0,0 0 0 0 0,0 0 1 0 0,0 0-1 0 0,0 0 0 0 0,1 1 0 0 0,-1-1 0 0 0,0 0 0 0 0,0 1 0 0 0,0-1 1 0 0,1 1-1 0 0,-1-1 0 0 0,0 1 0 0 0,-1 0 0 0 0,-2 19-3701 0 0,4-7-1023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02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20 1441 0 0,'-8'-4'1608'0'0,"-1"0"1"0"0,1 1-1 0 0,-1 1 1 0 0,-17-4-1 0 0,20 6-1476 0 0,-1 0-1 0 0,0 0 1 0 0,1 0-1 0 0,-1 0 0 0 0,1 1 1 0 0,-1 1-1 0 0,1-1 1 0 0,-1 1-1 0 0,1 0 1 0 0,0 0-1 0 0,-1 1 0 0 0,-6 3 1 0 0,-12 8-100 0 0,-1 1 0 0 0,2 1 0 0 0,0 1 0 0 0,-22 21 0 0 0,44-36-32 0 0,1 0-1 0 0,0 0 1 0 0,0 0 0 0 0,0 0-1 0 0,0 0 1 0 0,1 1 0 0 0,-1-1-1 0 0,1 0 1 0 0,-1 0 0 0 0,1 1 0 0 0,0-1-1 0 0,0 0 1 0 0,0 0 0 0 0,0 1-1 0 0,0-1 1 0 0,1 4 0 0 0,-3 23-48 0 0,-8-13 37 0 0,8-13 15 0 0,0-1 1 0 0,1 1 0 0 0,-1-1-1 0 0,1 1 1 0 0,-1-1-1 0 0,1 1 1 0 0,0 0-1 0 0,0 0 1 0 0,0-1 0 0 0,1 1-1 0 0,-1 0 1 0 0,1 0-1 0 0,-1 4 1 0 0,1-5-2 0 0,0 1 0 0 0,0-1 0 0 0,0 0 0 0 0,-1 0 0 0 0,1 1 0 0 0,-1-1 0 0 0,0 0 0 0 0,1 0 0 0 0,-1 0 0 0 0,0 1 0 0 0,0-1 0 0 0,-1 0 0 0 0,1 0 0 0 0,0-1 0 0 0,-1 1 0 0 0,-1 2 0 0 0,2-3 7 0 0,-1 1-1 0 0,1 0 1 0 0,-1 0-1 0 0,1 0 1 0 0,0 0-1 0 0,0 0 1 0 0,0 0-1 0 0,0 0 1 0 0,0 0-1 0 0,0 0 1 0 0,1 1 0 0 0,-1-1-1 0 0,1 0 1 0 0,0 1-1 0 0,-1-1 1 0 0,1 3-1 0 0,1 5 97 0 0,-1-7-110 0 0,0 0-1 0 0,0 0 1 0 0,1 0 0 0 0,-2 0-1 0 0,1 0 1 0 0,0 0-1 0 0,-1 0 1 0 0,1 0 0 0 0,-1-1-1 0 0,0 1 1 0 0,-2 5 0 0 0,1-4-24 0 0,-1-1 29 0 0,0 1 0 0 0,1-1-1 0 0,0 1 1 0 0,0 0 0 0 0,0 0 0 0 0,0 0 0 0 0,0 0 0 0 0,1 0-1 0 0,0 0 1 0 0,0 0 0 0 0,0 1 0 0 0,0-1 0 0 0,1 0 0 0 0,-1 1 0 0 0,1-1-1 0 0,1 7 1 0 0,-1 122 319 0 0,0-132-316 0 0,0 1 0 0 0,0-1 0 0 0,0 1 0 0 0,-1-1 0 0 0,1 1 0 0 0,0-1 0 0 0,-1 1 0 0 0,1-1-1 0 0,-1 1 1 0 0,1-1 0 0 0,-1 1 0 0 0,0-1 0 0 0,1 0 0 0 0,-1 0 0 0 0,0 1 0 0 0,0-1-1 0 0,0 0 1 0 0,0 0 0 0 0,0 0 0 0 0,-3 2 0 0 0,3-2-4 0 0,0 0 0 0 0,-1 0 0 0 0,1 0 0 0 0,0 0 0 0 0,0 1 0 0 0,0-1 0 0 0,0 0-1 0 0,0 0 1 0 0,1 1 0 0 0,-1-1 0 0 0,0 1 0 0 0,0-1 0 0 0,1 1 0 0 0,-1-1 0 0 0,1 1 0 0 0,0-1 0 0 0,-1 1 0 0 0,1 0 0 0 0,0-1 0 0 0,0 1 0 0 0,0 1-1 0 0,-1 3 4 0 0,1 1-1 0 0,-1-1 0 0 0,-1 0 0 0 0,1 0 0 0 0,-1 1 0 0 0,0-1 0 0 0,0 0 1 0 0,-1-1-1 0 0,0 1 0 0 0,0 0 0 0 0,0-1 0 0 0,-7 9 0 0 0,-13 23-30 0 0,15-17 28 0 0,7-16 0 0 0,-1 0 0 0 0,1 0 0 0 0,-1 0 0 0 0,0-1 0 0 0,0 1 0 0 0,0-1 0 0 0,-1 1 0 0 0,0-1 0 0 0,1 0 0 0 0,-5 4 0 0 0,4-3-1 0 0,-1 0-1 0 0,1 1 0 0 0,0 0 0 0 0,0-1 0 0 0,0 1 1 0 0,1 0-1 0 0,0 0 0 0 0,0 1 0 0 0,0-1 0 0 0,0 0 1 0 0,1 1-1 0 0,0-1 0 0 0,0 1 0 0 0,0 5 0 0 0,0 17-19 0 0,3 46-1 0 0,0-22 12 0 0,-1-42 10 0 0,-1-7 0 0 0,0 0 0 0 0,1-1 0 0 0,-1 1 0 0 0,0 0 0 0 0,-1-1 0 0 0,1 1 0 0 0,0 0 0 0 0,-1-1 0 0 0,1 1 0 0 0,-1 0 0 0 0,0-1 0 0 0,0 1 0 0 0,-1 2 0 0 0,-1-2-3 0 0,1 0-1 0 0,-1 0 1 0 0,1 1-1 0 0,0-1 1 0 0,-1 1-1 0 0,2-1 1 0 0,-1 1-1 0 0,0 0 1 0 0,1 0-1 0 0,0 0 1 0 0,0 0-1 0 0,0 0 1 0 0,0 0-1 0 0,0 0 1 0 0,1 0-1 0 0,0 0 1 0 0,0 0-1 0 0,1 8 1 0 0,-1-8 29 0 0,1 1 1 0 0,-1-1-1 0 0,1 0 1 0 0,0 0 0 0 0,1 0-1 0 0,-1 0 1 0 0,1 0-1 0 0,-1 0 1 0 0,1 0-1 0 0,4 5 1 0 0,2 6 108 0 0,-5-8-122 0 0,0-1 0 0 0,0 0 1 0 0,1 0-1 0 0,0 0 0 0 0,0-1 1 0 0,0 1-1 0 0,1-1 0 0 0,0 0 1 0 0,0-1-1 0 0,0 1 0 0 0,1-1 1 0 0,-1 0-1 0 0,9 5 0 0 0,13 4-50 0 0,-23-13 21 0 0,21 2 3 0 0,30 5 64 0 0,1-3 0 0 0,-1-3 0 0 0,1-2 0 0 0,0-2 0 0 0,58-12 0 0 0,298-60 350 0 0,-377 65-376 0 0,-1-1 0 0 0,43-19 0 0 0,-72 28-34 0 0,6-4-33 0 0,0 0-1 0 0,0-1 1 0 0,0 0-1 0 0,-1 0 1 0 0,0-1-1 0 0,-1-1 1 0 0,0 0-1 0 0,12-14 1 0 0,-4 4 64 0 0,-6-8 58 0 0,-9 24-68 0 0,1 0-1 0 0,-1 0 0 0 0,1 0 1 0 0,-1 0-1 0 0,0 0 0 0 0,0-1 1 0 0,-1 1-1 0 0,1-1 0 0 0,-1 1 1 0 0,1-1-1 0 0,-1 0 0 0 0,0 1 1 0 0,-1-1-1 0 0,1 0 0 0 0,0 0 1 0 0,-1 0-1 0 0,0 1 0 0 0,0-1 1 0 0,-1-8-1 0 0,2-26 60 0 0,0 22-40 0 0,-1-1 0 0 0,0 0 1 0 0,-1 0-1 0 0,-5-27 0 0 0,-4 14-19 0 0,7 21-12 0 0,0 1 0 0 0,0-1 0 0 0,1 1 1 0 0,0-1-1 0 0,1 0 0 0 0,-1-10 0 0 0,2 14 1 0 0,0 0 0 0 0,-1 0 0 0 0,0 0 0 0 0,0 0 0 0 0,0 0 0 0 0,0 1 0 0 0,-1-1 0 0 0,0 0 0 0 0,0 1 0 0 0,0-1-1 0 0,-1 1 1 0 0,0-1 0 0 0,0 1 0 0 0,-5-6 0 0 0,-17-31 52 0 0,15 13-40 0 0,8 20-10 0 0,-1 0-1 0 0,-1 0 1 0 0,1 0 0 0 0,-10-15-1 0 0,7 13 11 0 0,0-1 0 0 0,1 0-1 0 0,0 0 1 0 0,-4-17 0 0 0,5 17-13 0 0,0 0 1 0 0,0 1 0 0 0,-1-1-1 0 0,-7-12 1 0 0,-11-7-1 0 0,19 26 4 0 0,0 0 0 0 0,1-1 1 0 0,0 1-1 0 0,0-1 0 0 0,0 1 0 0 0,0-1 0 0 0,0 0 0 0 0,1 0 1 0 0,0-1-1 0 0,0 1 0 0 0,1 0 0 0 0,-1 0 0 0 0,1-1 1 0 0,0 1-1 0 0,0-7 0 0 0,1 9-1 0 0,0 1 0 0 0,0-1 1 0 0,0 1-1 0 0,0 0 0 0 0,-1-1 0 0 0,1 1 0 0 0,-1 0 1 0 0,1-1-1 0 0,-1 1 0 0 0,0 0 0 0 0,0 0 1 0 0,0 0-1 0 0,0 0 0 0 0,-1 0 0 0 0,1 0 1 0 0,0 0-1 0 0,-1 0 0 0 0,1 0 0 0 0,-1 0 0 0 0,-3-1 1 0 0,1-2 8 0 0,3 4-11 0 0,1 1-1 0 0,-1-1 1 0 0,1 0 0 0 0,-1 0 0 0 0,1 1-1 0 0,-1-1 1 0 0,1 0 0 0 0,-1 0 0 0 0,1 0-1 0 0,0 0 1 0 0,-1 1 0 0 0,1-1 0 0 0,0 0-1 0 0,0 0 1 0 0,0 0 0 0 0,0 0 0 0 0,0 0-1 0 0,0-2 1 0 0,-4-11-2 0 0,0 10 2 0 0,-1 0-1 0 0,0 0 1 0 0,1 1-1 0 0,-1 0 0 0 0,0-1 1 0 0,-10-3-1 0 0,-23-17 77 0 0,28 10-14 0 0,9 13-57 0 0,0-1-1 0 0,0 0 0 0 0,-1 0 0 0 0,1 1 0 0 0,-1-1 0 0 0,1 1 0 0 0,-1-1 0 0 0,0 1 0 0 0,1-1 0 0 0,-1 1 1 0 0,0 0-1 0 0,0 0 0 0 0,0 0 0 0 0,0 0 0 0 0,0 0 0 0 0,0 1 0 0 0,0-1 0 0 0,-3 0 0 0 0,-75-15 75 0 0,44 17-120 0 0,30 0-17 0 0,0 0-1 0 0,0 1 0 0 0,0-1 1 0 0,0 1-1 0 0,0 1 0 0 0,0-1 1 0 0,0 1-1 0 0,1 0 0 0 0,-1 0 1 0 0,1 0-1 0 0,0 1 0 0 0,-6 5 0 0 0,8-6-161 0 0,0 0 0 0 0,1 0 0 0 0,-1 0 0 0 0,1 0 0 0 0,0 0 0 0 0,0 0 0 0 0,0 1 0 0 0,0-1 0 0 0,1 1-1 0 0,0-1 1 0 0,-1 1 0 0 0,1 0 0 0 0,1-1 0 0 0,-1 1 0 0 0,0 0 0 0 0,1 0 0 0 0,0-1 0 0 0,0 1-1 0 0,0 0 1 0 0,0 0 0 0 0,0 0 0 0 0,3 7 0 0 0,17 39-6757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0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97 4482 0 0,'-60'-1'4700'0'0,"-34"-3"-3171"0"0,67 2-1702 0 0,-23-3 293 0 0,49 5-105 0 0,0-1-1 0 0,0 0 0 0 0,0 0 1 0 0,1 1-1 0 0,-1-1 0 0 0,0 0 1 0 0,0 0-1 0 0,1 0 1 0 0,-1 0-1 0 0,1 1 0 0 0,-1-1 1 0 0,0 0-1 0 0,1 0 0 0 0,0 0 1 0 0,-1 0-1 0 0,1 0 0 0 0,0-1 1 0 0,-1 1-1 0 0,1 0 1 0 0,0 0-1 0 0,0 0 0 0 0,0 0 1 0 0,0 0-1 0 0,0 0 0 0 0,0 0 1 0 0,0 0-1 0 0,1 0 0 0 0,-1 0 1 0 0,0-1-1 0 0,0 1 1 0 0,1 0-1 0 0,-1 0 0 0 0,1 0 1 0 0,-1 0-1 0 0,1 1 0 0 0,-1-1 1 0 0,1 0-1 0 0,1-1 0 0 0,28-8 310 0 0,0 2 0 0 0,60-7 0 0 0,-64 11-202 0 0,29-2 109 0 0,1 2 0 0 0,70 5 0 0 0,-41 1-163 0 0,-39-3-946 0 0,0 3 0 0 0,0 2 0 0 0,0 1 1 0 0,71 19-1 0 0,-22 11-5165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0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1761 0 0,'0'-6'2401'0'0,"30"6"1441"0"0,1-8-2482 0 0,29 8-399 0 0,0-5-321 0 0,31-1-400 0 0,0-8-320 0 0,29 9-320 0 0,-29-1-961 0 0,-7 6-1680 0 0,-23-8-401 0 0,-31 8 641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384 361 1921 0 0,'-5'1'2628'0'0,"-6"1"-1870"0"0,1 0 0 0 0,-1 0 1 0 0,0-2-1 0 0,0 1 0 0 0,0-1 0 0 0,-22-3 1 0 0,29 2-649 0 0,-1 1 1 0 0,1-1-1 0 0,-1 0 1 0 0,1-1 0 0 0,-1 1-1 0 0,1-1 1 0 0,0 0-1 0 0,-1 0 1 0 0,1 0-1 0 0,0 0 1 0 0,1-1 0 0 0,-1 0-1 0 0,0 0 1 0 0,1 0-1 0 0,-1 0 1 0 0,1 0 0 0 0,0-1-1 0 0,0 1 1 0 0,0-1-1 0 0,-2-5 1 0 0,0-2 98 0 0,1-1 0 0 0,0 1 0 0 0,1-1 0 0 0,0 0 0 0 0,0 0 0 0 0,2-1 0 0 0,0 1 0 0 0,0-19 0 0 0,1 25-133 0 0,-1 1 0 0 0,1-1 0 0 0,-1 0 0 0 0,0 1 0 0 0,-1-1 1 0 0,1 1-1 0 0,-1 0 0 0 0,0-1 0 0 0,-4-5 0 0 0,4 6-15 0 0,0 0 1 0 0,0 1-1 0 0,0-1 0 0 0,0 0 0 0 0,1 0 1 0 0,0 0-1 0 0,0 0 0 0 0,0 0 0 0 0,1-6 1 0 0,-4-33 419 0 0,4 42-466 0 0,-1 0 1 0 0,0 0 0 0 0,0 0 0 0 0,0 1 0 0 0,0-1-1 0 0,0 0 1 0 0,0 1 0 0 0,0-1 0 0 0,-1 1 0 0 0,1 0-1 0 0,-1-1 1 0 0,1 1 0 0 0,-1 0 0 0 0,1 0 0 0 0,-3-2-1 0 0,1 14 29 0 0,2 1-1 0 0,0-1 1 0 0,0 1-1 0 0,1 17 0 0 0,0-24-6 0 0,1 13-49 0 0,0-13 4 0 0,-1-1 0 0 0,0 1 0 0 0,0-1 0 0 0,0 1-1 0 0,-1-1 1 0 0,1 1 0 0 0,-1-1 0 0 0,0 1 0 0 0,-3 6-1 0 0,-6 5-30 0 0,9-14 41 0 0,-1 1 1 0 0,0-1 0 0 0,1 0-1 0 0,0 1 1 0 0,-1-1 0 0 0,1 1-1 0 0,0 0 1 0 0,0 0 0 0 0,0-1-1 0 0,1 1 1 0 0,-1 0 0 0 0,1 0-1 0 0,0 0 1 0 0,-1 3-1 0 0,1 2 9 0 0,0 0-1 0 0,-1 1 1 0 0,0-1-1 0 0,-1 0 0 0 0,0 1 1 0 0,0-1-1 0 0,-1 0 0 0 0,-6 13 1 0 0,6 0 5 0 0,3-20-16 0 0,0 1 0 0 0,0 0 0 0 0,0-1 0 0 0,0 1-1 0 0,0-1 1 0 0,0 1 0 0 0,-1 0 0 0 0,1-1-1 0 0,0 1 1 0 0,-1-1 0 0 0,0 1 0 0 0,1-1 0 0 0,-1 1-1 0 0,-1 1 1 0 0,-48 49 107 0 0,49-51-108 0 0,1-1 1 0 0,0 1-1 0 0,0-1 1 0 0,-1 1 0 0 0,1-1-1 0 0,0 1 1 0 0,0-1-1 0 0,0 0 1 0 0,-1 1-1 0 0,1-1 1 0 0,0 1-1 0 0,0-1 1 0 0,0 1-1 0 0,0 0 1 0 0,0-1-1 0 0,0 1 1 0 0,0-1-1 0 0,0 1 1 0 0,0-1-1 0 0,0 1 1 0 0,0-1-1 0 0,1 1 1 0 0,-1-1-1 0 0,0 1 1 0 0,0-1-1 0 0,0 0 1 0 0,1 1-1 0 0,-1-1 1 0 0,0 1-1 0 0,0-1 1 0 0,1 1 0 0 0,-1-1-1 0 0,1 0 1 0 0,-1 1-1 0 0,0-1 1 0 0,1 0-1 0 0,0 1 1 0 0,20 14-38 0 0,-15-11 27 0 0,12 5-26 0 0,1 0-1 0 0,0-2 1 0 0,1 0-1 0 0,0-1 1 0 0,0-1-1 0 0,29 4 1 0 0,-19-3 19 0 0,3 1 15 0 0,-1 0-23 0 0,0 0-1 0 0,0-2 1 0 0,1-2 0 0 0,0-1 0 0 0,49-3 0 0 0,-60-1 22 0 0,-1-1-1 0 0,1-1 1 0 0,-1-2-1 0 0,0 0 1 0 0,23-10-1 0 0,16-23 19 0 0,-58 37-9 0 0,1 1 1 0 0,-1-1 0 0 0,0 1 0 0 0,0-1-1 0 0,0 0 1 0 0,0 0 0 0 0,-1 0-1 0 0,1 0 1 0 0,0 0 0 0 0,-1 0 0 0 0,1 0-1 0 0,-1-1 1 0 0,0 1 0 0 0,0-1 0 0 0,0 1-1 0 0,0-1 1 0 0,0 1 0 0 0,-1-1-1 0 0,2-3 1 0 0,-1-57 226 0 0,-3 32-111 0 0,2 30-118 0 0,1 0 0 0 0,-1 0 0 0 0,-1 0 0 0 0,1 0 1 0 0,0 0-1 0 0,0 0 0 0 0,0 0 0 0 0,-1 0 0 0 0,1-1 1 0 0,0 1-1 0 0,-1 0 0 0 0,1 0 0 0 0,-1 0 1 0 0,1 0-1 0 0,-1 1 0 0 0,0-1 0 0 0,1 0 0 0 0,-1 0 1 0 0,0 0-1 0 0,0 0 0 0 0,1 1 0 0 0,-1-1 0 0 0,0 0 1 0 0,0 1-1 0 0,0-1 0 0 0,-2-1 0 0 0,2 2-5 0 0,0 0-1 0 0,0-1 0 0 0,0 1 0 0 0,0-1 1 0 0,1 0-1 0 0,-1 1 0 0 0,0-1 1 0 0,0 0-1 0 0,0 0 0 0 0,1 1 0 0 0,-1-1 1 0 0,0 0-1 0 0,1 0 0 0 0,-1 0 1 0 0,1 0-1 0 0,-1 0 0 0 0,1 0 0 0 0,0 0 1 0 0,-1 0-1 0 0,1 0 0 0 0,0 0 1 0 0,-1 0-1 0 0,1 0 0 0 0,0 0 0 0 0,0 0 1 0 0,0-2-1 0 0,1 10 18 0 0,-1 0 1 0 0,1-1-1 0 0,0 1 1 0 0,1 0 0 0 0,0-1-1 0 0,3 9 1 0 0,8 35 128 0 0,-3 61 243 0 0,0-50-139 0 0,-4-22 22 0 0,4 71-1 0 0,-10 156 331 0 0,0-265-676 0 0,0 0-1 0 0,0 0 1 0 0,0 0-1 0 0,0-1 1 0 0,0 1-1 0 0,0 0 1 0 0,0 0-1 0 0,-1 0 1 0 0,1 0-1 0 0,0 0 0 0 0,0 0 1 0 0,-1 0-1 0 0,1-1 1 0 0,-1 1-1 0 0,1 0 1 0 0,0 0-1 0 0,-1 0 1 0 0,0-1-1 0 0,1 1 1 0 0,-1 0-1 0 0,1 0 0 0 0,-1-1 1 0 0,0 1-1 0 0,1-1 1 0 0,-1 1-1 0 0,0-1 1 0 0,0 1-1 0 0,0-1 1 0 0,1 1-1 0 0,-1-1 1 0 0,0 0-1 0 0,0 1 0 0 0,0-1 1 0 0,0 0-1 0 0,0 0 1 0 0,-1 1-1 0 0,56-14-5708 0 0,26-10-364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64 5923 0 0,'-31'-8'4082'0'0,"1"16"-3122"0"0,60-16-1040 0 0,31 2 80 0 0,-1 1 80 0 0,182-20 240 0 0,54 5-160 0 0,-85 20-480 0 0,-90 0-320 0 0,30 6-161 0 0,-37-6-879 0 0,-23 6-3283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2401 0 0,'-30'19'3442'0'0,"30"31"-481"0"0,-30 8-1920 0 0,30 19-881 0 0,0 6-80 0 0,30-14 0 0 0,31-12 80 0 0,-31-12-160 0 0,0-20-80 0 0,0-18-240 0 0,31-20-961 0 0,-1-6-3841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4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84 614 2641 0 0,'0'0'242'0'0,"0"1"-1"0"0,-1 0 1 0 0,1-1-1 0 0,0 1 1 0 0,0 0-1 0 0,0-1 1 0 0,-1 1-1 0 0,1-1 1 0 0,0 1-1 0 0,-1 0 1 0 0,1-1-1 0 0,0 1 0 0 0,-1-1 1 0 0,1 1-1 0 0,-1-1 1 0 0,1 1-1 0 0,-1-1 1 0 0,1 1-1 0 0,-1-1 1 0 0,1 0-1 0 0,-1 1 1 0 0,0-1-1 0 0,0 1 1 0 0,-22 6 1626 0 0,-21-3-1946 0 0,40-4 389 0 0,1-3 168 0 0,9-3-293 0 0,6-3 56 0 0,-11 8-207 0 0,0 0 0 0 0,-1 0 0 0 0,1 1-1 0 0,0-1 1 0 0,-1 0 0 0 0,1 0 0 0 0,-1 0-1 0 0,1 0 1 0 0,-1 0 0 0 0,1 0 0 0 0,-1 0-1 0 0,0 0 1 0 0,0 0 0 0 0,1 0 0 0 0,-1 0-1 0 0,0 0 1 0 0,0 0 0 0 0,0-2 0 0 0,7-26 398 0 0,99-159 1128 0 0,-66 104-1108 0 0,-21 57-317 0 0,-12 18-37 0 0,-1 0 1 0 0,0-1 0 0 0,-1 0 0 0 0,1 0-1 0 0,6-21 1 0 0,0-6 416 0 0,2 0 0 0 0,35-64-1 0 0,-45 84 285 0 0,-4 33 935 0 0,-2 29-909 0 0,-7 46 1 0 0,2-42-393 0 0,1 52 0 0 0,6 450 913 0 0,0-551-1401 0 0,0 0 0 0 0,0 0-1 0 0,0 1 1 0 0,0-1 0 0 0,0 0 0 0 0,1 1-1 0 0,-1-1 1 0 0,0 0 0 0 0,0 1 0 0 0,0-1-1 0 0,-1 0 1 0 0,1 1 0 0 0,0-1-1 0 0,0 0 1 0 0,0 1 0 0 0,0-1 0 0 0,0 0-1 0 0,0 1 1 0 0,0-1 0 0 0,0 0 0 0 0,-1 1-1 0 0,1-1 1 0 0,0 0 0 0 0,0 0-1 0 0,0 1 1 0 0,-1-1 0 0 0,1 0 0 0 0,0 0-1 0 0,0 0 1 0 0,-1 1 0 0 0,1-1-1 0 0,0 0 1 0 0,-1 0 0 0 0,1 0 0 0 0,0 0-1 0 0,0 1 1 0 0,-1-1 0 0 0,1 0 0 0 0,0 0-1 0 0,-1 0 1 0 0,1 0 0 0 0,0 0-1 0 0,-1 0 1 0 0,1 0 0 0 0,0 0 0 0 0,-1 0-1 0 0,1 0 1 0 0,0 0 0 0 0,-1 0 0 0 0,1 0-1 0 0,0 0 1 0 0,-1 0 0 0 0,1-1-1 0 0,-1 1 1 0 0,-13-13-2163 0 0,12 9 1650 0 0,1-1 0 0 0,0 0 0 0 0,0 0 0 0 0,1 0 0 0 0,-1 0 0 0 0,1 1 0 0 0,1-10 1 0 0,-1 14 566 0 0,0-88-7017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5923 0 0,'-6'0'632'0'0,"0"1"1"0"0,-1-1 0 0 0,1 1-1 0 0,0 1 1 0 0,-1-1 0 0 0,-10 5-1 0 0,77 1 2050 0 0,272 1-2482 0 0,-69-12-2906 0 0,-84-11-4513 0 0,-118 8 4071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69 1681 0 0,'-68'-2'3399'0'0,"30"1"-2029"0"0,0-1 1 0 0,-54-10-1 0 0,91 11-1328 0 0,0 1 0 0 0,1-1 0 0 0,0 1 0 0 0,-1-1 1 0 0,1 0-1 0 0,-1 1 0 0 0,1-1 0 0 0,0 0 0 0 0,-1 1 0 0 0,1-1 0 0 0,0 1 0 0 0,-1-1 1 0 0,1 0-1 0 0,0 0 0 0 0,0 1 0 0 0,0-1 0 0 0,0 0 0 0 0,0 1 0 0 0,0-1 0 0 0,0 0 0 0 0,0 0 1 0 0,0 1-1 0 0,0-1 0 0 0,0 0 0 0 0,0 1 0 0 0,1-1 0 0 0,-1 0 0 0 0,0 1 0 0 0,0-1 1 0 0,1 0-1 0 0,-1 1 0 0 0,0-1 0 0 0,1 0 0 0 0,-1 1 0 0 0,1-1 0 0 0,-1 1 0 0 0,2-1 1 0 0,7-3 84 0 0,1 0 0 0 0,0 1 0 0 0,0 1 0 0 0,0 0 0 0 0,0 0 0 0 0,1 1 0 0 0,18 0 0 0 0,-8-1-76 0 0,535-2 1688 0 0,-127 7-5839 0 0,-338-8-1156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6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60 2241 0 0,'111'4'5483'0'0,"56"14"-3448"0"0,-27-2-1723 0 0,-121-14-162 0 0,0-1-1 0 0,0-1 0 0 0,0 0 1 0 0,20-3-1 0 0,-39 3-126 0 0,0-1 1 0 0,1 1-1 0 0,-1 0 0 0 0,0 0 0 0 0,0 0 0 0 0,1 0 1 0 0,-1 0-1 0 0,0 0 0 0 0,0 0 0 0 0,1-1 0 0 0,-1 1 1 0 0,0 0-1 0 0,0 0 0 0 0,1 0 0 0 0,-1-1 0 0 0,0 1 1 0 0,0 0-1 0 0,0 0 0 0 0,0 0 0 0 0,1-1 0 0 0,-1 1 0 0 0,0 0 1 0 0,0 0-1 0 0,0-1 0 0 0,0 1 0 0 0,0 0 0 0 0,0-1 1 0 0,0 1-1 0 0,0 0 0 0 0,0 0 0 0 0,0-1 0 0 0,1 1 1 0 0,-2 0-1 0 0,1-1 0 0 0,0 1 0 0 0,0 0 0 0 0,0 0 0 0 0,0-1 1 0 0,0 1-1 0 0,0 0 0 0 0,0-1 0 0 0,0 1 0 0 0,0 0 1 0 0,0 0-1 0 0,-1-1 0 0 0,1 1 0 0 0,0 0 0 0 0,0 0 1 0 0,0 0-1 0 0,0-1 0 0 0,-1 1 0 0 0,1 0 0 0 0,0 0 1 0 0,0 0-1 0 0,-1-1 0 0 0,1 1 0 0 0,0 0 0 0 0,0 0 0 0 0,-1 0 1 0 0,1 0-1 0 0,0 0 0 0 0,0 0 0 0 0,-1 0 0 0 0,1-1 1 0 0,-115-36 1883 0 0,-26-1-613 0 0,106 34-1014 0 0,0 1 0 0 0,0 1 0 0 0,0 2 1 0 0,0 2-1 0 0,-62 10 0 0 0,85-10-254 0 0,0 0 1 0 0,0 1-1 0 0,0 0 1 0 0,0 1-1 0 0,-20 10 1 0 0,27-11-32 0 0,0-1 1 0 0,1 1 0 0 0,0 0-1 0 0,-1 0 1 0 0,1 1 0 0 0,0-1-1 0 0,1 1 1 0 0,-1 0-1 0 0,1 0 1 0 0,0 0 0 0 0,0 1-1 0 0,0-1 1 0 0,0 1 0 0 0,-2 6-1 0 0,4-8 5 0 0,0-1-1 0 0,1 1 0 0 0,-1-1 1 0 0,1 1-1 0 0,0 0 0 0 0,0-1 0 0 0,0 1 1 0 0,0 0-1 0 0,0-1 0 0 0,0 1 1 0 0,1 0-1 0 0,0-1 0 0 0,-1 1 1 0 0,1-1-1 0 0,0 1 0 0 0,0-1 1 0 0,0 1-1 0 0,1-1 0 0 0,-1 0 1 0 0,0 1-1 0 0,3 1 0 0 0,5 12 3 0 0,-7-8-5 0 0,1 0 0 0 0,0-1 0 0 0,0 0-1 0 0,1 0 1 0 0,0 0 0 0 0,0 0 0 0 0,1 0 0 0 0,0-1 0 0 0,0 0 0 0 0,1 0-1 0 0,-1 0 1 0 0,1-1 0 0 0,1 1 0 0 0,-1-2 0 0 0,1 1 0 0 0,13 7 0 0 0,-7-7-2 0 0,0-1 1 0 0,0-1 0 0 0,0 0-1 0 0,1-1 1 0 0,-1 0 0 0 0,21 0 0 0 0,87-9-50 0 0,-23 1 31 0 0,-96 6 23 0 0,52-1 76 0 0,1 2 1 0 0,0 2 0 0 0,100 21 0 0 0,-152-24-64 0 0,-1 0 0 0 0,0 1 0 0 0,0 0 0 0 0,0-1 0 0 0,0 1 1 0 0,1 0-1 0 0,-1 0 0 0 0,0 0 0 0 0,-1 1 0 0 0,1-1 0 0 0,0 0 1 0 0,0 1-1 0 0,0-1 0 0 0,-1 1 0 0 0,3 2 0 0 0,-3-2 18 0 0,-1 0 0 0 0,1 0 0 0 0,-1 0 0 0 0,1 0 0 0 0,-1 0 0 0 0,0 0 1 0 0,0 0-1 0 0,0 0 0 0 0,0 0 0 0 0,0 0 0 0 0,0 0 0 0 0,-1 0 0 0 0,1 0 0 0 0,-1-1 0 0 0,1 1 0 0 0,-1 0 0 0 0,0 0 0 0 0,-2 3 0 0 0,0 4 162 0 0,-2 0 1 0 0,1 0-1 0 0,-1 0 1 0 0,-1-1-1 0 0,1 0 1 0 0,-2 0-1 0 0,1 0 0 0 0,-1-1 1 0 0,-10 9-1 0 0,-13 1 225 0 0,0-1 0 0 0,-2-2 0 0 0,1-1 0 0 0,-2-2 0 0 0,-61 15 0 0 0,35-15-573 0 0,0-3 0 0 0,0-2 0 0 0,-1-3 0 0 0,1-2 0 0 0,-1-3 0 0 0,1-3 0 0 0,-64-12-1 0 0,116 15-290 0 0,-1 0 0 0 0,1 0-1 0 0,0 0 1 0 0,-1-1 0 0 0,1 0-1 0 0,1-1 1 0 0,-1 0 0 0 0,0 0-1 0 0,1 0 1 0 0,0-1 0 0 0,0 1-1 0 0,-10-12 1 0 0,13 12 48 0 0,0 1 0 0 0,0-1-1 0 0,1 0 1 0 0,0 0 0 0 0,-1-1-1 0 0,2 1 1 0 0,-1 0 0 0 0,0-1 0 0 0,1 1-1 0 0,0-1 1 0 0,0 1 0 0 0,0-1-1 0 0,0 0 1 0 0,1 0 0 0 0,0 1-1 0 0,0-1 1 0 0,0 0 0 0 0,1 1 0 0 0,-1-1-1 0 0,2-5 1 0 0,24-58-6792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18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2015 362 2641 0 0,'-10'4'5029'0'0,"-85"-1"-1619"0"0,83-3-3425 0 0,1-1 1 0 0,0 0 0 0 0,0-1-1 0 0,-1 0 1 0 0,1 0 0 0 0,1-1-1 0 0,-18-8 1 0 0,-5-4 32 0 0,0 0 0 0 0,-63-16 0 0 0,47 16 248 0 0,3 3 165 0 0,0 2 1 0 0,-63-5-1 0 0,87 14-292 0 0,0 1 0 0 0,0 1 1 0 0,0 1-1 0 0,-30 7 0 0 0,11-3 19 0 0,-200 34 415 0 0,218-36-488 0 0,1 1 0 0 0,-34 12 0 0 0,-4 1-19 0 0,-18 6-66 0 0,-105 48 0 0 0,159-62 42 0 0,0-2 1 0 0,0 0-1 0 0,-32 5 1 0 0,-87 25-53 0 0,137-36-5 0 0,5-2 13 0 0,0 0 0 0 0,0 0 0 0 0,0 0 0 0 0,0 1 0 0 0,0-1 0 0 0,0 0 0 0 0,0 1 0 0 0,0-1 0 0 0,0 1 0 0 0,0-1 0 0 0,0 1 0 0 0,0-1 0 0 0,0 1 0 0 0,0 0 0 0 0,0-1 0 0 0,0 1 0 0 0,0 0 0 0 0,1 0 0 0 0,-1-1 0 0 0,0 1 0 0 0,1 0 0 0 0,-1 0 0 0 0,1 0 0 0 0,-1 0 0 0 0,1 0 1 0 0,-1 0-1 0 0,1 0 0 0 0,-1 0 0 0 0,1 0 0 0 0,0 0 0 0 0,0 0 0 0 0,-1 2 0 0 0,1-2 0 0 0,0 1 0 0 0,0-1 0 0 0,0 1 0 0 0,0-1 0 0 0,-1 1 1 0 0,1-1-1 0 0,0 1 0 0 0,-1-1 0 0 0,1 0 0 0 0,-1 1 0 0 0,0-1 1 0 0,0 0-1 0 0,1 1 0 0 0,-1-1 0 0 0,0 0 0 0 0,0 0 0 0 0,0 1 0 0 0,0-1 1 0 0,0 0-1 0 0,-2 1 0 0 0,2-1-3 0 0,-1 0 0 0 0,1 0 0 0 0,0 0-1 0 0,0 1 1 0 0,0-1 0 0 0,0 0 0 0 0,0 1 0 0 0,0-1 0 0 0,0 1-1 0 0,0-1 1 0 0,0 1 0 0 0,1-1 0 0 0,-1 1 0 0 0,1 0 0 0 0,-1-1 0 0 0,1 1-1 0 0,0 0 1 0 0,-1 0 0 0 0,1-1 0 0 0,0 3 0 0 0,0 0 7 0 0,0-1 0 0 0,-1 0-1 0 0,1 0 1 0 0,-1 0 0 0 0,0 0 0 0 0,0 0 0 0 0,0 0 0 0 0,0-1 0 0 0,-1 1-1 0 0,1 0 1 0 0,-1 0 0 0 0,0-1 0 0 0,1 1 0 0 0,-1-1 0 0 0,0 0 0 0 0,0 1 0 0 0,-1-1-1 0 0,1 0 1 0 0,0 0 0 0 0,-4 2 0 0 0,-16 17 26 0 0,11-5-21 0 0,9-13 1 0 0,0 0 0 0 0,0 0 1 0 0,0 0-1 0 0,0-1 0 0 0,0 1 0 0 0,-1 0 0 0 0,0-1 0 0 0,-3 3 0 0 0,-21 13 52 0 0,18-13-70 0 0,1 0 0 0 0,-1 1 0 0 0,1 0 0 0 0,0 1 0 0 0,-9 10 0 0 0,-13 33-137 0 0,28-43 139 0 0,0 0-1 0 0,0 0 1 0 0,1 0 0 0 0,0 0-1 0 0,0 0 1 0 0,1 0 0 0 0,0 0-1 0 0,0 0 1 0 0,0 0-1 0 0,2 8 1 0 0,0 15 87 0 0,-2-28-86 0 0,1 0 1 0 0,0-1 0 0 0,0 1 0 0 0,-1 0 0 0 0,1-1 0 0 0,0 1 0 0 0,0-1 0 0 0,1 1 0 0 0,-1-1 0 0 0,0 0 0 0 0,0 1 0 0 0,1-1 0 0 0,-1 0 0 0 0,0 0 0 0 0,1 0 0 0 0,-1 0 0 0 0,1 0 0 0 0,0 0 0 0 0,-1-1 0 0 0,3 2 0 0 0,41 17-38 0 0,-32-14 54 0 0,89 48-78 0 0,-55-27 15 0 0,2-1 1 0 0,65 22-1 0 0,127 23 53 0 0,-190-57 48 0 0,2-2 1 0 0,59 6-1 0 0,-1-1-47 0 0,502 34 244 0 0,-357-37-156 0 0,-89-2 16 0 0,561 29 430 0 0,-612-36-395 0 0,54 3 630 0 0,262-23 1 0 0,-370 9-325 0 0,0-3-1 0 0,-1-2 1 0 0,-1-3-1 0 0,112-44 1 0 0,-117 35-115 0 0,-27 13-221 0 0,-1 0 1 0 0,0-2-1 0 0,-1-1 0 0 0,-1-1 1 0 0,0-2-1 0 0,-1 0 0 0 0,41-38 1 0 0,-27 17 87 0 0,-25 26-125 0 0,-1 1 1 0 0,-1-1-1 0 0,10-15 1 0 0,-17 22-65 0 0,-1 0 0 0 0,0 0 1 0 0,-1 0-1 0 0,1-1 0 0 0,-1 0 1 0 0,0 1-1 0 0,0-1 0 0 0,-1 0 1 0 0,0 0-1 0 0,0 0 0 0 0,0 0 1 0 0,0-7-1 0 0,-3-19 9 0 0,0 23 12 0 0,2 1 1 0 0,-1-1-1 0 0,1 1 0 0 0,0-1 0 0 0,1 0 0 0 0,0 1 1 0 0,0-1-1 0 0,1 1 0 0 0,3-9 0 0 0,3 3 79 0 0,-6 12-98 0 0,0 0 0 0 0,-1 0-1 0 0,1 0 1 0 0,-1 0 0 0 0,0 0-1 0 0,1 0 1 0 0,-1-1 0 0 0,0 1-1 0 0,-1 0 1 0 0,1 0 0 0 0,0-1 0 0 0,-1 1-1 0 0,1-1 1 0 0,-1 1 0 0 0,1-1-1 0 0,-1 1 1 0 0,0-1 0 0 0,0 1-1 0 0,-1-1 1 0 0,1 1 0 0 0,0-1-1 0 0,-1 1 1 0 0,1 0 0 0 0,-1-1-1 0 0,-1-3 1 0 0,-7-8-13 0 0,7 11 4 0 0,0 0-1 0 0,0 0 0 0 0,1 0 0 0 0,-1 0 1 0 0,1-1-1 0 0,-1 1 0 0 0,1 0 0 0 0,0-1 1 0 0,0 1-1 0 0,1-1 0 0 0,-1-6 0 0 0,1 8 2 0 0,-1 0 0 0 0,1 0 0 0 0,0 0 0 0 0,0 0 0 0 0,-1 0 0 0 0,1 1 0 0 0,-1-1 0 0 0,1 0 0 0 0,-1 0 0 0 0,0 0 0 0 0,0 1 0 0 0,0-1 0 0 0,0 0 0 0 0,0 1 0 0 0,0-1 0 0 0,0 1 0 0 0,0-1 0 0 0,-3-1-1 0 0,-6-10 36 0 0,-25-68 255 0 0,16 51-233 0 0,-17-35-66 0 0,28 42 14 0 0,8 20-5 0 0,-1-1 0 0 0,0 0-1 0 0,-1 1 1 0 0,1 0 0 0 0,0-1 0 0 0,-1 1 0 0 0,0 0-1 0 0,0 0 1 0 0,0 0 0 0 0,0 0 0 0 0,0 0 0 0 0,-1 0 0 0 0,1 0-1 0 0,-1 1 1 0 0,-3-3 0 0 0,-22-15-18 0 0,16 13 6 0 0,1-1-1 0 0,0 0 0 0 0,-13-14 1 0 0,13 11 16 0 0,-1 0 1 0 0,0 0 0 0 0,-1 1-1 0 0,0 1 1 0 0,-21-11 0 0 0,3 1-14 0 0,-3 1 63 0 0,-2 2 0 0 0,0 2 0 0 0,0 1 0 0 0,-1 1 0 0 0,-50-8 0 0 0,6 0-79 0 0,-23-2 102 0 0,-1 4 1 0 0,-126-5 0 0 0,84 11-270 0 0,-4-1 429 0 0,-1 7 0 0 0,-199 18 1 0 0,291-6-246 0 0,-206 23 423 0 0,217-21-272 0 0,-344 42 775 0 0,272-49-2735 0 0,120-1 1646 0 0,1 0 0 0 0,0 1 1 0 0,-1-1-1 0 0,1 0 0 0 0,0 0 0 0 0,-1 0 0 0 0,1 1 0 0 0,0-1 1 0 0,-1 0-1 0 0,1 1 0 0 0,0-1 0 0 0,0 0 0 0 0,-1 0 0 0 0,1 1 0 0 0,0-1 1 0 0,0 1-1 0 0,-1-1 0 0 0,1 0 0 0 0,0 1 0 0 0,0-1 0 0 0,0 0 1 0 0,0 1-1 0 0,0-1 0 0 0,0 1 0 0 0,0-1 0 0 0,0 0 0 0 0,0 1 1 0 0,0-1-1 0 0,0 1 0 0 0,0-1 0 0 0,0 1 0 0 0,0-1 0 0 0,0 0 1 0 0,0 1-1 0 0,0-1 0 0 0,0 1 0 0 0,0-1 0 0 0,1 0 0 0 0,-1 1 1 0 0,0-1-1 0 0,0 0 0 0 0,0 1 0 0 0,1-1 0 0 0,-1 0 0 0 0,0 1 0 0 0,1-1 1 0 0,-1 0-1 0 0,0 0 0 0 0,1 1 0 0 0,-1-1 0 0 0,0 0 0 0 0,1 0 1 0 0,-1 1-1 0 0,0-1 0 0 0,1 0 0 0 0,-1 0 0 0 0,1 0 0 0 0,-1 0 1 0 0,0 0-1 0 0,1 0 0 0 0,-1 0 0 0 0,1 0 0 0 0,-1 0 0 0 0,0 0 1 0 0,1 0-1 0 0,0 0 0 0 0,74 1-6795 0 0,-70-1 3534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2401 0 0,'0'1'445'0'0,"0"0"1"0"0,0 1-1 0 0,0-1 0 0 0,0 0 0 0 0,0 0 1 0 0,0 1-1 0 0,0-1 0 0 0,0 0 1 0 0,0 0-1 0 0,1 1 0 0 0,-1-1 0 0 0,0 0 1 0 0,1 0-1 0 0,-1 0 0 0 0,1 1 0 0 0,0-1 1 0 0,-1 0-1 0 0,1 0 0 0 0,1 1 0 0 0,18-5 2202 0 0,14-5-2527 0 0,414-46-13 0 0,-364 44-5763 0 0,-79 11 2521 0 0,-5 4 67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9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72 1921 0 0,'-50'9'6139'0'0,"-16"0"-4168"0"0,42-8-1369 0 0,38-1-123 0 0,-9 0-39 0 0,0 0 80 0 0,303-33 3146 0 0,-228 22-3810 0 0,145-22-6232 0 0,-184 27 2320 0 0,-11-1 415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57 1040 0 0,'-39'6'3463'0'0,"-1"-2"0"0"0,-64-2-1 0 0,101-2-3311 0 0,3 0-91 0 0,-1 0-26 0 0,0 0-1 0 0,0 0 1 0 0,0 1 0 0 0,0-1 0 0 0,0 0 0 0 0,0 0 0 0 0,0 0 0 0 0,0 0 0 0 0,0 0-1 0 0,0-1 1 0 0,0 1 0 0 0,0 0 0 0 0,0 0 0 0 0,0-1 0 0 0,0 1 0 0 0,0 0 0 0 0,0-1 0 0 0,0 1-1 0 0,0-1 1 0 0,1 1 0 0 0,-1-1 0 0 0,0 1 0 0 0,0-1 0 0 0,-1-1 0 0 0,2 1-27 0 0,0 1 0 0 0,0 0 1 0 0,0 0-1 0 0,-1-1 0 0 0,1 1 1 0 0,0 0-1 0 0,0-1 0 0 0,0 1 1 0 0,-1 0-1 0 0,1 0 0 0 0,0-1 1 0 0,0 1-1 0 0,-1 0 0 0 0,1 0 1 0 0,0-1-1 0 0,-1 1 0 0 0,1 0 1 0 0,0 0-1 0 0,-1 0 0 0 0,1 0 1 0 0,0 0-1 0 0,-1-1 0 0 0,1 1 1 0 0,0 0-1 0 0,-1 0 0 0 0,1 0 1 0 0,0 0-1 0 0,-1 0 0 0 0,1 0 0 0 0,0 0 1 0 0,-1 0-1 0 0,1 0 0 0 0,0 0 1 0 0,-1 1-1 0 0,1-1 0 0 0,0 0 1 0 0,-1 0-1 0 0,0 0 7 0 0,1 0-1 0 0,-1 1 1 0 0,0-1 0 0 0,1 0 0 0 0,-1 0-1 0 0,1 0 1 0 0,-1 0 0 0 0,0 0-1 0 0,1 0 1 0 0,-1 0 0 0 0,1 0-1 0 0,-1 0 1 0 0,0 0 0 0 0,1-1-1 0 0,-1 1 1 0 0,1 0 0 0 0,-1 0-1 0 0,1 0 1 0 0,-1-1 0 0 0,1 1-1 0 0,-1 0 1 0 0,1-1 0 0 0,-1 1-1 0 0,1-1 1 0 0,-1 1 0 0 0,1 0 0 0 0,-1-1-1 0 0,1 1 1 0 0,0-1 0 0 0,-1 1-1 0 0,1-1 1 0 0,0 1 0 0 0,-1-1-1 0 0,1 1 1 0 0,0-1 0 0 0,0 0-1 0 0,-1 1 1 0 0,1-1 0 0 0,0 1-1 0 0,0-1 1 0 0,0 1 0 0 0,0-1-1 0 0,0 0 1 0 0,0-4 224 0 0,-1 4-213 0 0,1 1-1 0 0,0-1 1 0 0,0 0 0 0 0,0 0 0 0 0,-1 0-1 0 0,1 1 1 0 0,0-1 0 0 0,0 0-1 0 0,0 0 1 0 0,1 0 0 0 0,-1 1 0 0 0,0-1-1 0 0,0 0 1 0 0,0 0 0 0 0,0 0-1 0 0,1 1 1 0 0,-1-1 0 0 0,0 0 0 0 0,1 1-1 0 0,-1-1 1 0 0,1 0 0 0 0,-1 0-1 0 0,1 1 1 0 0,-1-1 0 0 0,2 0 0 0 0,6-3-14 0 0,1 1 1 0 0,-1 0-1 0 0,1 1 1 0 0,0 0 0 0 0,-1 0-1 0 0,1 1 1 0 0,0 0-1 0 0,0 0 1 0 0,0 1 0 0 0,0 1-1 0 0,0-1 1 0 0,10 3 0 0 0,-2-1-3 0 0,19 1-8 0 0,-9-1 2 0 0,0 0 0 0 0,0 2 0 0 0,42 12 0 0 0,-68-16 7 0 0,1 0-1 0 0,-1 0 1 0 0,0 0-1 0 0,0 1 1 0 0,1-1-1 0 0,-1 1 1 0 0,0-1-1 0 0,0 1 1 0 0,0-1 0 0 0,1 1-1 0 0,-1 0 1 0 0,0-1-1 0 0,0 1 1 0 0,0 0-1 0 0,0 0 1 0 0,0 0 0 0 0,0 0-1 0 0,0 0 1 0 0,-1 0-1 0 0,1 0 1 0 0,0 0-1 0 0,-1 0 1 0 0,1 0 0 0 0,0 0-1 0 0,-1 1 1 0 0,1-1-1 0 0,-1 0 1 0 0,0 0-1 0 0,1 1 1 0 0,-1-1 0 0 0,0 0-1 0 0,0 1 1 0 0,0 1-1 0 0,-1 0 34 0 0,0 0 0 0 0,0 0-1 0 0,-1 0 1 0 0,1 0 0 0 0,-1 0-1 0 0,0 0 1 0 0,0-1 0 0 0,0 1 0 0 0,0 0-1 0 0,0-1 1 0 0,-1 0 0 0 0,-4 4-1 0 0,-14 16 237 0 0,15-15-164 0 0,-1-1 0 0 0,1 0 0 0 0,-1 0 0 0 0,-11 8 0 0 0,8-8 27 0 0,1 0 1 0 0,-1-1-1 0 0,0 1 0 0 0,0-2 0 0 0,-1 0 1 0 0,1 0-1 0 0,-1-1 0 0 0,-19 4 1 0 0,22-8 137 0 0,41-10-454 0 0,3 1 121 0 0,-20 5 3 0 0,0 1 0 0 0,0 1 0 0 0,26-3 0 0 0,-22 5 17 0 0,88-3-161 0 0,-100 4 202 0 0,-1 0 0 0 0,1 1 0 0 0,-1 0-1 0 0,1 0 1 0 0,-1 0 0 0 0,0 1 0 0 0,0 0-1 0 0,0 1 1 0 0,0 0 0 0 0,0 0 0 0 0,10 6 0 0 0,-16-8 23 0 0,0 0 1 0 0,0 0 0 0 0,0 0-1 0 0,-1 0 1 0 0,1 0 0 0 0,0 0-1 0 0,-1 0 1 0 0,1 1 0 0 0,0-1 0 0 0,-1 0-1 0 0,0 0 1 0 0,1 0 0 0 0,-1 1-1 0 0,0-1 1 0 0,1 0 0 0 0,-1 1 0 0 0,0-1-1 0 0,0 0 1 0 0,0 1 0 0 0,0-1-1 0 0,-1 0 1 0 0,1 1 0 0 0,0-1 0 0 0,0 0-1 0 0,-1 0 1 0 0,1 1 0 0 0,-1-1-1 0 0,1 0 1 0 0,-1 0 0 0 0,1 0 0 0 0,-1 0-1 0 0,0 1 1 0 0,0-1 0 0 0,0 1-1 0 0,-3 2 110 0 0,1 1 0 0 0,-1 0-1 0 0,0-1 1 0 0,0 0 0 0 0,-1 0-1 0 0,-7 5 1 0 0,-33 16 206 0 0,-1-3 0 0 0,0-2 0 0 0,-54 16 0 0 0,55-20-508 0 0,37-13-28 0 0,0 1 0 0 0,0-1 1 0 0,0 0-1 0 0,-1-1 0 0 0,1 0 0 0 0,-1 0 0 0 0,1-1 1 0 0,-1 0-1 0 0,0-1 0 0 0,1 0 0 0 0,-1 0 0 0 0,-11-2 1 0 0,20 2 106 0 0,0 0 0 0 0,0 0 0 0 0,-1 0 1 0 0,1-1-1 0 0,0 1 0 0 0,0 0 0 0 0,-1 0 1 0 0,1 0-1 0 0,0 0 0 0 0,0 0 1 0 0,-1-1-1 0 0,1 1 0 0 0,0 0 0 0 0,0 0 1 0 0,0 0-1 0 0,-1-1 0 0 0,1 1 0 0 0,0 0 1 0 0,0 0-1 0 0,0-1 0 0 0,0 1 1 0 0,-1 0-1 0 0,1 0 0 0 0,0-1 0 0 0,0 1 1 0 0,0 0-1 0 0,0 0 0 0 0,0-1 0 0 0,0 1 1 0 0,0 0-1 0 0,0-1 0 0 0,0 1 0 0 0,0 0 1 0 0,0-1-1 0 0,0 1 0 0 0,0 0 1 0 0,0 0-1 0 0,0-1 0 0 0,0 1 0 0 0,0 0 1 0 0,1 0-1 0 0,-1-1 0 0 0,0 1 0 0 0,0 0 1 0 0,0 0-1 0 0,0-1 0 0 0,0 1 1 0 0,1 0-1 0 0,-1 0 0 0 0,0-1 0 0 0,0 1 1 0 0,1 0-1 0 0,-1 0 0 0 0,0 0 0 0 0,0 0 1 0 0,0-1-1 0 0,1 1 0 0 0,-1 0 0 0 0,0 0 1 0 0,1 0-1 0 0,-1 0 0 0 0,0 0 1 0 0,25-26-3515 0 0,-21 20 2873 0 0,1 1-1 0 0,-1 0 0 0 0,1 0 1 0 0,0 0-1 0 0,8-6 1 0 0,42-20-2452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0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19 400 0 0,'-31'-7'1681'0'0,"1"1"-1681"0"0,0 0-1761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1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57 2001 0 0,'85'12'4669'0'0,"-85"-12"-4580"0"0,0 0 0 0 0,0 0 0 0 0,0 0 0 0 0,0 0 0 0 0,-1 0 0 0 0,1 0 1 0 0,0 1-1 0 0,0-1 0 0 0,0 0 0 0 0,0 0 0 0 0,0 0 0 0 0,0 0 0 0 0,0 1 0 0 0,0-1 1 0 0,-1 0-1 0 0,1 0 0 0 0,0 0 0 0 0,0 0 0 0 0,0 1 0 0 0,0-1 0 0 0,0 0 0 0 0,0 0 0 0 0,0 0 1 0 0,0 0-1 0 0,0 1 0 0 0,0-1 0 0 0,0 0 0 0 0,0 0 0 0 0,0 0 0 0 0,0 0 0 0 0,0 1 1 0 0,0-1-1 0 0,1 0 0 0 0,-1 0 0 0 0,0 0 0 0 0,0 0 0 0 0,0 1 0 0 0,0-1 0 0 0,0 0 0 0 0,0 0 1 0 0,0 0-1 0 0,0 0 0 0 0,1 0 0 0 0,-1 0 0 0 0,0 1 0 0 0,0-1 0 0 0,-20 0 258 0 0,15 0-27 0 0,0 0-13 0 0,3 0-300 0 0,-7-1 184 0 0,-1 2 0 0 0,1-1 0 0 0,-1 1 0 0 0,0 0 0 0 0,1 1-1 0 0,0 0 1 0 0,-13 5 0 0 0,6-2 20 0 0,12-4-172 0 0,1 0 0 0 0,-1 0 0 0 0,1 0 0 0 0,0 0-1 0 0,-1 1 1 0 0,1 0 0 0 0,0-1 0 0 0,-5 4-1 0 0,-22 26 443 0 0,20-6-148 0 0,5-21-295 0 0,4-3-27 0 0,-1 0 1 0 0,1-1-1 0 0,0 1 0 0 0,0 0 1 0 0,-1 0-1 0 0,1 0 0 0 0,0 0 0 0 0,0 0 1 0 0,0 0-1 0 0,0 0 0 0 0,0 0 1 0 0,0 1-1 0 0,1-1 0 0 0,-1 0 0 0 0,0 0 1 0 0,1 1-1 0 0,-1-1 0 0 0,0 1 1 0 0,1-1-1 0 0,0 0 0 0 0,-1 1 0 0 0,1-1 1 0 0,0 1-1 0 0,0-1 0 0 0,0 1 1 0 0,0-1-1 0 0,0 1 0 0 0,0-1 0 0 0,0 1 1 0 0,0-1-1 0 0,0 1 0 0 0,1-1 1 0 0,-1 0-1 0 0,1 1 0 0 0,-1-1 0 0 0,1 1 1 0 0,1 1-1 0 0,7 10 60 0 0,2 0 0 0 0,-1-1 0 0 0,2 0 1 0 0,0 0-1 0 0,0-1 0 0 0,1-1 0 0 0,0 0 0 0 0,0-1 0 0 0,1 0 0 0 0,1-2 1 0 0,27 12-1 0 0,-21-12-101 0 0,-1-1 0 0 0,1-2 0 0 0,1 0 0 0 0,32 1 0 0 0,-45-4-5 0 0,-1-1 0 0 0,0-1-1 0 0,1 1 1 0 0,-1-2-1 0 0,0 1 1 0 0,0-1 0 0 0,0 0-1 0 0,0-1 1 0 0,0 1-1 0 0,0-2 1 0 0,-1 1 0 0 0,1-1-1 0 0,-1 0 1 0 0,10-8-1 0 0,-14 10 45 0 0,-1-1 0 0 0,1 1 0 0 0,0-1 0 0 0,-1 0-1 0 0,0 0 1 0 0,1 0 0 0 0,-1-1 0 0 0,0 1-1 0 0,-1 0 1 0 0,1-1 0 0 0,-1 1 0 0 0,1-1 0 0 0,-1 0-1 0 0,0 1 1 0 0,0-1 0 0 0,0-6 0 0 0,-1 3 7 0 0,0 0 1 0 0,0 0 0 0 0,-1 0-1 0 0,0 0 1 0 0,0 0-1 0 0,-1 0 1 0 0,1 0 0 0 0,-5-9-1 0 0,-1-1 12 0 0,-1 1 0 0 0,-1 0 0 0 0,-1 0 0 0 0,0 1 0 0 0,-22-26 0 0 0,22 31-9 0 0,-2 1 0 0 0,1 0 0 0 0,-1 1 0 0 0,0 0 0 0 0,-1 0 0 0 0,0 2 0 0 0,0-1-1 0 0,-1 2 1 0 0,1 0 0 0 0,-1 0 0 0 0,-25-4 0 0 0,39 9-76 0 0,-1 1 0 0 0,1-1 1 0 0,0 0-1 0 0,-1 0 0 0 0,1 1 0 0 0,0-1 0 0 0,-1 0 0 0 0,1 1 1 0 0,0-1-1 0 0,-1 0 0 0 0,1 1 0 0 0,0-1 0 0 0,0 0 0 0 0,-1 1 1 0 0,1-1-1 0 0,0 0 0 0 0,0 1 0 0 0,0-1 0 0 0,0 1 0 0 0,0-1 1 0 0,-1 1-1 0 0,1-1 0 0 0,0 0 0 0 0,0 1 0 0 0,0-1 1 0 0,0 1-1 0 0,0-1 0 0 0,0 1 0 0 0,0-1 0 0 0,1 1 0 0 0,-1-1 1 0 0,0 0-1 0 0,0 1 0 0 0,0-1 0 0 0,0 1 0 0 0,0-1 0 0 0,1 0 1 0 0,-1 1-1 0 0,0-1 0 0 0,0 0 0 0 0,1 1 0 0 0,-1-1 0 0 0,0 0 1 0 0,1 1-1 0 0,-1-1 0 0 0,0 0 0 0 0,1 1 0 0 0,-1-1 1 0 0,1 0-1 0 0,90 32-7600 0 0,-36-20 4322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2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96 880 0 0,'-1'-1'312'0'0,"0"0"0"0"0,0 0 0 0 0,0 0-1 0 0,0 1 1 0 0,0-1 0 0 0,-1 0-1 0 0,1 0 1 0 0,0 1 0 0 0,0-1-1 0 0,-1 1 1 0 0,1-1 0 0 0,0 1 0 0 0,-1 0-1 0 0,1-1 1 0 0,-1 1 0 0 0,1 0-1 0 0,0 0 1 0 0,-2 0 0 0 0,-27-3 4143 0 0,20 9-3948 0 0,-101 26 1121 0 0,97-27-1339 0 0,1 0 0 0 0,0 1 0 0 0,1 1 0 0 0,-1 0 0 0 0,1 1 0 0 0,1 0 0 0 0,-1 0 0 0 0,-14 16 0 0 0,23-21-219 0 0,0 0 0 0 0,0 0 1 0 0,1 0-1 0 0,-1 0 0 0 0,1 1 0 0 0,-1 0 0 0 0,1-1 1 0 0,0 1-1 0 0,1 0 0 0 0,-1 0 0 0 0,1 0 0 0 0,-1 0 1 0 0,1 0-1 0 0,1 0 0 0 0,-1 0 0 0 0,0 0 0 0 0,1 1 1 0 0,0-1-1 0 0,0 7 0 0 0,1-8-40 0 0,0 1 0 0 0,0-1 0 0 0,1 0 0 0 0,-1 1-1 0 0,0-1 1 0 0,1 0 0 0 0,0 0 0 0 0,0 0 0 0 0,0 0 0 0 0,0-1 0 0 0,0 1 0 0 0,1-1 0 0 0,-1 1-1 0 0,1-1 1 0 0,0 0 0 0 0,0 0 0 0 0,-1 0 0 0 0,1 0 0 0 0,0 0 0 0 0,1 0 0 0 0,-1-1 0 0 0,0 0 0 0 0,0 0-1 0 0,1 0 1 0 0,-1 0 0 0 0,1 0 0 0 0,3 0 0 0 0,29 6-117 0 0,0-2-1 0 0,0-1 1 0 0,1-2-1 0 0,-1-2 1 0 0,1-1-1 0 0,-1-2 1 0 0,0-1-1 0 0,57-14 1 0 0,-81 14 21 0 0,0 0 0 0 0,0-1-1 0 0,-1 0 1 0 0,0-1 0 0 0,14-8 0 0 0,-23 12 58 0 0,1 0-1 0 0,-1 0 1 0 0,1 0 0 0 0,-1 0 0 0 0,0 0 0 0 0,1 0-1 0 0,-1-1 1 0 0,0 1 0 0 0,-1-1 0 0 0,1 0 0 0 0,0 1-1 0 0,-1-1 1 0 0,0 0 0 0 0,1 0 0 0 0,-1 0-1 0 0,0 0 1 0 0,0 0 0 0 0,-1 0 0 0 0,1 0 0 0 0,-1 0-1 0 0,0-1 1 0 0,1 1 0 0 0,-1 0 0 0 0,-1 0 0 0 0,1 0-1 0 0,0 0 1 0 0,-2-4 0 0 0,-1-4 20 0 0,-1 1 0 0 0,-1-1-1 0 0,0 1 1 0 0,0 0 0 0 0,-1 1 0 0 0,0-1 0 0 0,-1 1 0 0 0,0 1-1 0 0,-1-1 1 0 0,1 1 0 0 0,-1 0 0 0 0,-1 1 0 0 0,0 0-1 0 0,0 0 1 0 0,0 1 0 0 0,-1 0 0 0 0,-11-5 0 0 0,-1 1 56 0 0,1 0 1 0 0,-1 1-1 0 0,-1 2 1 0 0,0 0-1 0 0,0 2 0 0 0,0 0 1 0 0,-34-2-1 0 0,48 7-144 0 0,0-1 0 0 0,0 2 0 0 0,0-1 0 0 0,0 1 0 0 0,0 1 0 0 0,0 0-1 0 0,-9 3 1 0 0,9-3-142 0 0,-17 10-1078 0 0,26-12 1181 0 0,-1 1 1 0 0,1-1 0 0 0,-1 0 0 0 0,1 1-1 0 0,-1-1 1 0 0,1 1 0 0 0,0-1-1 0 0,-1 1 1 0 0,1-1 0 0 0,0 1 0 0 0,0-1-1 0 0,-1 1 1 0 0,1-1 0 0 0,0 1 0 0 0,0 0-1 0 0,0-1 1 0 0,0 1 0 0 0,-1-1 0 0 0,1 1-1 0 0,0-1 1 0 0,0 1 0 0 0,0 0 0 0 0,1 0-1 0 0,0 2-425 0 0,0 0-1 0 0,1 0 1 0 0,0-1-1 0 0,-1 1 1 0 0,1 0-1 0 0,0-1 1 0 0,0 0-1 0 0,1 1 1 0 0,-1-1-1 0 0,0 0 1 0 0,4 2 0 0 0,24 22-5370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2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213 102 2881 0 0,'-91'15'6072'0'0,"65"-9"-5334"0"0,-1-2-1 0 0,-35 2 0 0 0,61-6-725 0 0,1 0 1 0 0,0 0-1 0 0,-1 0 0 0 0,1 0 1 0 0,0 0-1 0 0,0 1 0 0 0,-1-1 1 0 0,1 0-1 0 0,0 0 0 0 0,0 0 1 0 0,-1 0-1 0 0,1 0 0 0 0,0 1 0 0 0,0-1 1 0 0,-1 0-1 0 0,1 0 0 0 0,0 1 1 0 0,0-1-1 0 0,0 0 0 0 0,0 0 1 0 0,-1 1-1 0 0,1-1 0 0 0,0 0 1 0 0,0 0-1 0 0,0 1 0 0 0,0-1 1 0 0,0 0-1 0 0,0 0 0 0 0,0 1 1 0 0,0-1-1 0 0,0 0 0 0 0,0 1 0 0 0,0-1 1 0 0,0 0-1 0 0,0 1 0 0 0,0-1 1 0 0,0 0-1 0 0,0 0 0 0 0,0 1 1 0 0,0-1-1 0 0,0 0 0 0 0,0 1 1 0 0,0-1-1 0 0,1 1 0 0 0,4 1 2596 0 0,215 9-1055 0 0,11-1-986 0 0,-184-11-704 0 0,0-1-1 0 0,86-17 0 0 0,-126 18-9 0 0,5-1-50 0 0,-1-1-1 0 0,1 0 1 0 0,20-9-1 0 0,-30 11 125 0 0,-1 1-1 0 0,0-1 0 0 0,0 1 0 0 0,1-1 1 0 0,-1 1-1 0 0,0-1 0 0 0,0 0 0 0 0,0 0 1 0 0,0 1-1 0 0,0-1 0 0 0,0 0 0 0 0,0 0 1 0 0,0 0-1 0 0,0 0 0 0 0,0 0 0 0 0,-1 0 1 0 0,1-1-1 0 0,0 1 0 0 0,-1 0 0 0 0,1 0 1 0 0,-1 0-1 0 0,1-1 0 0 0,-1 1 0 0 0,1 0 1 0 0,-1 0-1 0 0,0-1 0 0 0,0 1 0 0 0,0 0 1 0 0,0-1-1 0 0,0 1 0 0 0,0 0 0 0 0,0-1 1 0 0,0 1-1 0 0,0 0 0 0 0,-1-1 0 0 0,1 1 1 0 0,0 0-1 0 0,-1-1 0 0 0,1 1 0 0 0,-1 0 1 0 0,0 0-1 0 0,1 0 0 0 0,-1 0 0 0 0,-1-2 1 0 0,-28-46-6183 0 0,5 24 2814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1361 0 0,'0'0'2961'0'0,"-30"13"-480"0"0,30 6 160 0 0,0 25-400 0 0,0 14-640 0 0,0 11-801 0 0,30-5-239 0 0,-30-1-161 0 0,0 3 80 0 0,30-16-400 0 0,-30-6-480 0 0,0-12-1041 0 0,30-7-640 0 0,0-25-1360 0 0,25-25-4323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48 80 0 0,'-55'-5'9191'0'0,"50"5"-8137"0"0,5-1-1016 0 0,1 0 0 0 0,-1 0 0 0 0,1 0 0 0 0,0 0 1 0 0,0 0-1 0 0,-1 0 0 0 0,1 0 0 0 0,0 0 0 0 0,0 1 0 0 0,0-1 1 0 0,0 0-1 0 0,0 1 0 0 0,0-1 0 0 0,0 1 0 0 0,0-1 0 0 0,0 1 0 0 0,0-1 1 0 0,0 1-1 0 0,0 0 0 0 0,1-1 0 0 0,1 1 0 0 0,10-5 137 0 0,0 0-167 0 0,1 1 1 0 0,0 0 0 0 0,0 1 0 0 0,0 1 0 0 0,0 0-1 0 0,1 0 1 0 0,-1 2 0 0 0,0 0 0 0 0,1 0 0 0 0,21 5-1 0 0,-28-4 16 0 0,-1 1 0 0 0,0 0 0 0 0,0 0 0 0 0,-1 0 0 0 0,1 1 0 0 0,0 0 0 0 0,-1 1 0 0 0,0-1 0 0 0,1 1-1 0 0,5 6 1 0 0,-9-7 28 0 0,0 0 0 0 0,0 0 0 0 0,0 0 0 0 0,0 1 0 0 0,-1-1 0 0 0,1 1 0 0 0,-1 0 0 0 0,0-1 0 0 0,-1 1 0 0 0,1 0 0 0 0,0 0 0 0 0,-1 0 0 0 0,0 1 0 0 0,0-1 0 0 0,0 0 0 0 0,-1 0 0 0 0,0 1 0 0 0,1 4 0 0 0,-1-5 18 0 0,0 0-1 0 0,0 0 1 0 0,0 0 0 0 0,0 0 0 0 0,0 0 0 0 0,-1 0-1 0 0,0 0 1 0 0,0 0 0 0 0,0 0 0 0 0,0 0 0 0 0,0 0 0 0 0,-1 0-1 0 0,0-1 1 0 0,0 1 0 0 0,0-1 0 0 0,0 1 0 0 0,0-1-1 0 0,-1 0 1 0 0,0 0 0 0 0,1 0 0 0 0,-1 0 0 0 0,0 0-1 0 0,-1 0 1 0 0,1-1 0 0 0,0 0 0 0 0,-1 0 0 0 0,1 0-1 0 0,-1 0 1 0 0,-4 2 0 0 0,-10 4 43 0 0,0 0-1 0 0,-1-1 1 0 0,1 0 0 0 0,-2-2-1 0 0,1 0 1 0 0,-1-1 0 0 0,1-1-1 0 0,-35 0 1 0 0,28-5-152 0 0,0 0 0 0 0,1-2-1 0 0,-43-12 1 0 0,57 12 21 0 0,-1 0 1 0 0,1-1-1 0 0,0 0 0 0 0,1-1 1 0 0,-1 0-1 0 0,1-1 0 0 0,0 0 1 0 0,0 0-1 0 0,-16-18 0 0 0,26 25 18 0 0,-1 0 0 0 0,1 0 0 0 0,0-1 0 0 0,-1 1 0 0 0,1 0-1 0 0,0-1 1 0 0,-1 1 0 0 0,1 0 0 0 0,0-1 0 0 0,-1 1-1 0 0,1-1 1 0 0,0 1 0 0 0,0 0 0 0 0,0-1 0 0 0,-1 1 0 0 0,1-1-1 0 0,0 1 1 0 0,0-1 0 0 0,0 1 0 0 0,0-1 0 0 0,0 1 0 0 0,0-1-1 0 0,0 1 1 0 0,0-1 0 0 0,0 1 0 0 0,0-1 0 0 0,0 1-1 0 0,0-1 1 0 0,0 1 0 0 0,0-1 0 0 0,0 1 0 0 0,1-1 0 0 0,-1 1-1 0 0,0 0 1 0 0,0-1 0 0 0,1 1 0 0 0,-1-1 0 0 0,0 1-1 0 0,0 0 1 0 0,1-1 0 0 0,-1 1 0 0 0,0 0 0 0 0,1-1 0 0 0,-1 1-1 0 0,1 0 1 0 0,-1-1 0 0 0,1 1 0 0 0,29-6-85 0 0,-7 7 157 0 0,0 1 0 0 0,0 2 0 0 0,0 0 0 0 0,0 1 0 0 0,-1 2-1 0 0,43 17 1 0 0,-17-2 410 0 0,79 50 0 0 0,-87-46-375 0 0,-22-17-264 0 0,-31-14-340 0 0,18 0-611 0 0,-3 4 1017 0 0,-1 1 0 0 0,0-1 0 0 0,1 0 0 0 0,-1 0 0 0 0,0 0 0 0 0,0 0 0 0 0,1 0 0 0 0,-1 0-1 0 0,0 0 1 0 0,0 0 0 0 0,0-1 0 0 0,0 1 0 0 0,-1 0 0 0 0,1-1 0 0 0,0 1 0 0 0,0-1 0 0 0,0-2 0 0 0,-1-73-5539 0 0,0 11-279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4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 2321 0 0,'-8'28'5386'0'0,"-22"8"-2585"0"0,2-3-597 0 0,-3-5-825 0 0,27-25-1262 0 0,0-1 1 0 0,0 1-1 0 0,0 0 1 0 0,0 1-1 0 0,1-1 1 0 0,-1 0-1 0 0,1 1 1 0 0,0 0-1 0 0,0 0 1 0 0,0 0-1 0 0,-2 6 0 0 0,5-8-87 0 0,1-1 0 0 0,-1 1 0 0 0,1 0 0 0 0,0 0 0 0 0,-1 0-1 0 0,1 0 1 0 0,0-1 0 0 0,0 1 0 0 0,0 0 0 0 0,1-1 0 0 0,-1 1-1 0 0,0-1 1 0 0,0 1 0 0 0,1-1 0 0 0,-1 0 0 0 0,1 0 0 0 0,-1 1-1 0 0,1-1 1 0 0,0 0 0 0 0,-1 0 0 0 0,1 0 0 0 0,3 1 0 0 0,40 14 98 0 0,-45-16-129 0 0,16 5-12 0 0,-1-1-1 0 0,0 0 1 0 0,1-1 0 0 0,0-1-1 0 0,0 0 1 0 0,-1-1 0 0 0,1-1-1 0 0,0-1 1 0 0,0 0 0 0 0,0-1-1 0 0,0 0 1 0 0,-1-1 0 0 0,1-1-1 0 0,-1-1 1 0 0,27-11 0 0 0,-40 15 15 0 0,-1 1 1 0 0,1-1 0 0 0,-1 0 0 0 0,1 0-1 0 0,-1 0 1 0 0,1 0 0 0 0,-1 0-1 0 0,0 0 1 0 0,1 0 0 0 0,-1 0-1 0 0,0 0 1 0 0,0-1 0 0 0,0 1 0 0 0,0 0-1 0 0,0-1 1 0 0,0 1 0 0 0,0-1-1 0 0,0 1 1 0 0,-1-1 0 0 0,1 1 0 0 0,0-3-1 0 0,-1 2 2 0 0,0 0-1 0 0,-1 1 1 0 0,1-1-1 0 0,0 1 1 0 0,-1-1 0 0 0,1 1-1 0 0,-1-1 1 0 0,1 1-1 0 0,-1-1 1 0 0,0 1-1 0 0,0-1 1 0 0,0 1 0 0 0,0-1-1 0 0,0 1 1 0 0,0 0-1 0 0,0 0 1 0 0,0 0-1 0 0,-2-2 1 0 0,-6-4 26 0 0,-1 0 0 0 0,0 0 0 0 0,-1 1 0 0 0,1 0 0 0 0,-16-5 0 0 0,1 0-77 0 0,0 2 0 0 0,0 1 0 0 0,0 0 1 0 0,-1 2-1 0 0,0 2 0 0 0,-1 0 1 0 0,-26 0-1 0 0,40 4-588 0 0,0 1-1 0 0,0 1 1 0 0,0 0 0 0 0,0 1 0 0 0,0 0-1 0 0,1 1 1 0 0,-18 8 0 0 0,29-12 557 0 0,1 0 0 0 0,0 0 0 0 0,0 1 0 0 0,0-1 0 0 0,0 0 0 0 0,-1 1 0 0 0,1-1 0 0 0,0 0 1 0 0,0 0-1 0 0,0 1 0 0 0,0-1 0 0 0,0 0 0 0 0,0 1 0 0 0,0-1 0 0 0,0 0 0 0 0,0 1 0 0 0,0-1 0 0 0,0 0 0 0 0,0 1 1 0 0,0-1-1 0 0,0 0 0 0 0,0 1 0 0 0,0-1 0 0 0,1 0 0 0 0,-1 0 0 0 0,0 1 0 0 0,0-1 0 0 0,0 0 0 0 0,0 1 1 0 0,1-1-1 0 0,-1 0 0 0 0,0 0 0 0 0,0 1 0 0 0,0-1 0 0 0,1 0 0 0 0,-1 0 0 0 0,0 0 0 0 0,1 1 0 0 0,-1-1 0 0 0,0 0 1 0 0,0 0-1 0 0,1 0 0 0 0,-1 0 0 0 0,0 0 0 0 0,1 0 0 0 0,-1 0 0 0 0,0 1 0 0 0,1-1 0 0 0,-1 0 0 0 0,0 0 1 0 0,1 0-1 0 0,-1 0 0 0 0,19 7-1863 0 0,11 1-1260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4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181 153 1441 0 0,'-46'0'3861'0'0,"19"2"-942"0"0,-1-3 0 0 0,-47-5 1 0 0,70 5 908 0 0,10 1-3107 0 0,9 0-454 0 0,32 0 199 0 0,50-7 1 0 0,-60 4-539 0 0,-9 1-337 0 0,0-1 0 0 0,0-1 0 0 0,32-10 1 0 0,-47 12-71 0 0,-3 0 185 0 0,0 0 1 0 0,0 0-1 0 0,-1 0 0 0 0,14-7 0 0 0,-21 9 152 0 0,0-1 0 0 0,0 1 0 0 0,1-1 0 0 0,-1 0-1 0 0,0 1 1 0 0,0-1 0 0 0,0 0 0 0 0,-1 1 0 0 0,1-1-1 0 0,0 0 1 0 0,0 0 0 0 0,0 0 0 0 0,0 0 0 0 0,-1 0-1 0 0,1 0 1 0 0,0 0 0 0 0,-1 0 0 0 0,1 0 0 0 0,-1 0 0 0 0,1 0-1 0 0,-1 0 1 0 0,0 0 0 0 0,1-1 0 0 0,-1 1 0 0 0,0 0-1 0 0,0 0 1 0 0,0 0 0 0 0,0-1 0 0 0,0 1 0 0 0,0 0-1 0 0,0 0 1 0 0,0 0 0 0 0,-1-1 0 0 0,1 1 0 0 0,0 0-1 0 0,-1 0 1 0 0,1 0 0 0 0,-1 0 0 0 0,1 0 0 0 0,-1 0-1 0 0,1 0 1 0 0,-1 0 0 0 0,-1-2 0 0 0,-23-21-3420 0 0,-6-1-53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4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2961 0 0,'0'33'4482'0'0,"0"25"-160"0"0,0 5-2001 0 0,30-5-1360 0 0,-30-2-321 0 0,0-4-80 0 0,30-14-239 0 0,-30 0-321 0 0,31-20-721 0 0,-31-5-1120 0 0,30-13-560 0 0,-30-13-1120 0 0,30-18-3282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55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33 299 1761 0 0,'-26'-11'3145'0'0,"26"10"-3035"0"0,-1 1 1 0 0,1-1-1 0 0,-1 1 1 0 0,1-1-1 0 0,-1 0 1 0 0,1 1-1 0 0,-1-1 1 0 0,1 1 0 0 0,0-1-1 0 0,-1 0 1 0 0,1 0-1 0 0,0 1 1 0 0,0-1-1 0 0,-1 0 1 0 0,1 0 0 0 0,0 1-1 0 0,0-1 1 0 0,0 0-1 0 0,0 0 1 0 0,0 1-1 0 0,0-1 1 0 0,0 0 0 0 0,0 0-1 0 0,0 1 1 0 0,1-1-1 0 0,-1 0 1 0 0,0 0-1 0 0,0 1 1 0 0,1-1-1 0 0,-1 0 1 0 0,0 1 0 0 0,1-1-1 0 0,-1 0 1 0 0,1 1-1 0 0,-1-1 1 0 0,1 0-1 0 0,-1 1 1 0 0,2-1 0 0 0,7-14 644 0 0,0 1 0 0 0,0-1 0 0 0,-1 0 0 0 0,7-22 0 0 0,-3-1-234 0 0,-8 27-361 0 0,-1 0-1 0 0,1 0 1 0 0,1 0 0 0 0,7-13 0 0 0,-1 12 21 0 0,-10 11-157 0 0,0 0-1 0 0,0 0 1 0 0,1 0 0 0 0,-1 0-1 0 0,0-1 1 0 0,-1 1 0 0 0,1 0-1 0 0,0 0 1 0 0,0 0-1 0 0,0-1 1 0 0,-1 1 0 0 0,1-1-1 0 0,-1 1 1 0 0,1 0 0 0 0,-1-1-1 0 0,1 1 1 0 0,-1-1 0 0 0,0 1-1 0 0,0-3 1 0 0,0 4-1 0 0,0-1 0 0 0,0 0 0 0 0,0 0 1 0 0,1 0-1 0 0,-1 1 0 0 0,0-1 0 0 0,0 0 0 0 0,0 0 1 0 0,0 1-1 0 0,1-1 0 0 0,-1 0 0 0 0,0 1 0 0 0,1-1 1 0 0,-1 0-1 0 0,1 1 0 0 0,-1-1 0 0 0,1 0 0 0 0,-1 1 1 0 0,1-1-1 0 0,-1 1 0 0 0,1-1 0 0 0,-1 1 0 0 0,1-1 1 0 0,0 1-1 0 0,-1 0 0 0 0,1-1 0 0 0,0 1 0 0 0,-1 0 1 0 0,1-1-1 0 0,0 1 0 0 0,0 0 0 0 0,-1 0 0 0 0,1 0 1 0 0,0-1-1 0 0,0 1 0 0 0,-1 0 0 0 0,1 0 0 0 0,0 0 1 0 0,0 0-1 0 0,0 0 0 0 0,-1 1 0 0 0,1-1 0 0 0,0 0 1 0 0,0 0-1 0 0,-1 0 0 0 0,1 1 0 0 0,0-1 0 0 0,-1 0 1 0 0,1 1-1 0 0,0-1 0 0 0,-1 1 0 0 0,1-1 0 0 0,0 1 1 0 0,-1-1-1 0 0,1 1 0 0 0,-1-1 0 0 0,1 1 0 0 0,-1-1 1 0 0,1 1-1 0 0,-1 0 0 0 0,0-1 0 0 0,1 1 0 0 0,-1 0 1 0 0,0-1-1 0 0,1 1 0 0 0,-1 0 0 0 0,0 0 0 0 0,1 1 1 0 0,12 35 1478 0 0,0 0 1 0 0,11 66 0 0 0,-19-57-617 0 0,-4-33-720 0 0,0 1-1 0 0,1-1 0 0 0,1 1 1 0 0,0-1-1 0 0,0 0 1 0 0,2 0-1 0 0,-1 0 0 0 0,9 15 1 0 0,33 41 67 0 0,-30-45-155 0 0,0 0 0 0 0,17 35 0 0 0,-27-32-1324 0 0,-7-27 1141 0 0,1 1-1 0 0,0-1 0 0 0,0 0 1 0 0,0 1-1 0 0,0-1 1 0 0,-1 0-1 0 0,1 1 0 0 0,0-1 1 0 0,0 0-1 0 0,-1 1 0 0 0,1-1 1 0 0,0 0-1 0 0,-1 0 0 0 0,1 1 1 0 0,0-1-1 0 0,-1 0 1 0 0,1 0-1 0 0,0 1 0 0 0,-1-1 1 0 0,1 0-1 0 0,-1 0 0 0 0,1 0 1 0 0,0 0-1 0 0,-1 0 0 0 0,1 0 1 0 0,-1 0-1 0 0,1 0 0 0 0,-1 0 1 0 0,1 0-1 0 0,0 0 1 0 0,-1 0-1 0 0,0 0 0 0 0,-42-16-5752 0 0,37 13 5883 0 0,-55-32-5454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2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10 720 0 0,'-42'12'2612'0'0,"0"-2"0"0"0,0-2 0 0 0,-1-1 0 0 0,-79 1 0 0 0,117-8-798 0 0,10 0-1707 0 0,15 0 39 0 0,-15 0 14 0 0,0 0 14 0 0,50-3 958 0 0,104-19 1 0 0,49-5-757 0 0,51 24-210 0 0,-216 5-165 0 0,1 3 1 0 0,0 1-1 0 0,-1 2 1 0 0,42 13-1 0 0,-79-18 31 0 0,1-1 1 0 0,-1 1-1 0 0,0-1 0 0 0,0 2 0 0 0,0-1 0 0 0,0 1 0 0 0,-1 0 0 0 0,1 0 0 0 0,-1 0 0 0 0,0 1 0 0 0,0 0 0 0 0,-1 0 0 0 0,1 0 1 0 0,-1 1-1 0 0,4 6 0 0 0,-6-8 49 0 0,0 0 0 0 0,0 1 0 0 0,0-1 0 0 0,-1 1 0 0 0,0 0-1 0 0,0-1 1 0 0,0 1 0 0 0,0 0 0 0 0,-1-1 0 0 0,0 1 0 0 0,0 0 0 0 0,0 0 0 0 0,0 0 0 0 0,-1-1 0 0 0,0 1 0 0 0,0 0 0 0 0,0-1 0 0 0,0 1 0 0 0,-1 0 0 0 0,0-1 0 0 0,-3 6 0 0 0,-6 6 278 0 0,0 0-1 0 0,-2-1 1 0 0,0 0 0 0 0,0-1 0 0 0,-2 0 0 0 0,1-1 0 0 0,-2-1-1 0 0,0-1 1 0 0,-23 14 0 0 0,18-14-33 0 0,-1 0-1 0 0,-1-2 1 0 0,1 0 0 0 0,-2-1-1 0 0,1-2 1 0 0,-32 6 0 0 0,-20 4 249 0 0,65-12-527 0 0,0-1 0 0 0,0-1 1 0 0,0 0-1 0 0,-1-1 0 0 0,1 1 1 0 0,0-2-1 0 0,-15 0 1 0 0,24 0-70 0 0,-1 0 1 0 0,1 0-1 0 0,-1 0 1 0 0,1 0-1 0 0,0 0 0 0 0,-1 0 1 0 0,1 0-1 0 0,-1-1 1 0 0,1 1-1 0 0,0-1 1 0 0,-1 1-1 0 0,1-1 1 0 0,0 1-1 0 0,0-1 1 0 0,-1 0-1 0 0,1 1 1 0 0,0-1-1 0 0,0 0 1 0 0,0 0-1 0 0,0 0 1 0 0,-2-2-1 0 0,3 2 13 0 0,0 0 0 0 0,0 0-1 0 0,0 0 1 0 0,0-1 0 0 0,0 1-1 0 0,0 0 1 0 0,0 0 0 0 0,0 0-1 0 0,1 0 1 0 0,-1 0 0 0 0,0 0-1 0 0,1 0 1 0 0,-1 0 0 0 0,1 0-1 0 0,-1 0 1 0 0,1 0 0 0 0,-1 0-1 0 0,1 0 1 0 0,0 0 0 0 0,-1 0-1 0 0,2-1 1 0 0,9-9-9 0 0,1 0 0 0 0,0 0 1 0 0,15-9-1 0 0,-12 8-55 0 0,-3 4-30 0 0,0 0 0 0 0,0 0 0 0 0,1 2 0 0 0,0-1 0 0 0,0 2 0 0 0,0-1 0 0 0,15-2 0 0 0,7-4-189 0 0,-8 4 52 0 0,1 0 1 0 0,-1 3 0 0 0,1 0 0 0 0,0 2 0 0 0,0 0-1 0 0,38 3 1 0 0,-48 0 135 0 0,1 1-1 0 0,-1 1 1 0 0,0 1-1 0 0,0 1 1 0 0,0 0-1 0 0,-1 1 1 0 0,24 10-1 0 0,-34-12 86 0 0,-1 0 0 0 0,1 0 0 0 0,-1 0 0 0 0,1 1 0 0 0,-1 0 0 0 0,0 0 0 0 0,-1 1 1 0 0,1 0-1 0 0,-1 0 0 0 0,0 0 0 0 0,0 1 0 0 0,0-1 0 0 0,-1 1 0 0 0,0 0 0 0 0,0 0 0 0 0,-1 1 0 0 0,1-1 0 0 0,-1 1 0 0 0,2 9 0 0 0,-4-11 29 0 0,0 0-1 0 0,-1-1 1 0 0,1 1-1 0 0,-1 0 1 0 0,0-1-1 0 0,-1 1 1 0 0,1 0-1 0 0,-1 0 1 0 0,0-1-1 0 0,0 1 1 0 0,-1-1-1 0 0,1 1 1 0 0,-1-1-1 0 0,0 0 1 0 0,0 1-1 0 0,-1-1 1 0 0,1 0 0 0 0,-1 0-1 0 0,0-1 1 0 0,0 1-1 0 0,-6 6 1 0 0,-8 11 171 0 0,11-10-94 0 0,-1-1 0 0 0,0 0 0 0 0,-1-1 1 0 0,0 1-1 0 0,0-1 0 0 0,-1-1 0 0 0,0 0 1 0 0,-1 0-1 0 0,0-1 0 0 0,0 0 0 0 0,0 0 1 0 0,-19 7-1 0 0,-15 7 368 0 0,-1-3 0 0 0,-1-1 0 0 0,0-3 1 0 0,-89 16-1 0 0,108-29-380 0 0,-1-1 1 0 0,0-1-1 0 0,0-1 1 0 0,0-2-1 0 0,1-1 1 0 0,-35-10 0 0 0,42 9-183 0 0,0 0 1 0 0,0-2-1 0 0,1 0 1 0 0,0-1-1 0 0,0-1 1 0 0,1-1-1 0 0,1-1 1 0 0,-20-16-1 0 0,33 25-53 0 0,1 0-1 0 0,-1-1 1 0 0,1 0 0 0 0,0 1-1 0 0,0-1 1 0 0,0 0-1 0 0,1 0 1 0 0,0 0-1 0 0,-1-1 1 0 0,1 1 0 0 0,1-1-1 0 0,-1 1 1 0 0,-1-7-1 0 0,3 8-84 0 0,0 0 0 0 0,-1-1 0 0 0,2 1 0 0 0,-1 0 0 0 0,0 0 0 0 0,1-1 0 0 0,-1 1 0 0 0,1 0 0 0 0,0 0 0 0 0,0 0 0 0 0,0 0 0 0 0,0-1 0 0 0,1 2 0 0 0,-1-1 0 0 0,4-4 0 0 0,2-2-814 0 0,1 0 1 0 0,0 1-1 0 0,1 1 1 0 0,0-1 0 0 0,0 1-1 0 0,1 1 1 0 0,-1 0-1 0 0,1 0 1 0 0,1 1 0 0 0,13-6-1 0 0,87-27-7346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26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291 191 2481 0 0,'-109'-13'3388'0'0,"103"12"-3255"0"0,1-1-1 0 0,0 0 0 0 0,0 0 1 0 0,0 0-1 0 0,0-1 0 0 0,0 0 1 0 0,0 0-1 0 0,1 0 0 0 0,0-1 1 0 0,-1 1-1 0 0,-6-8 0 0 0,7 6 20 0 0,-1 0 0 0 0,0 1 0 0 0,0 0 0 0 0,0 0 0 0 0,-1 0 0 0 0,0 0 0 0 0,1 1 0 0 0,-1 0 0 0 0,-8-2 0 0 0,-41-16 2129 0 0,55 22-2261 0 0,0-1-1 0 0,0 0 0 0 0,1-1 0 0 0,-1 1 0 0 0,0 0 0 0 0,1 0 0 0 0,-1 0 0 0 0,0 0 0 0 0,0 0 0 0 0,1 0 0 0 0,-1 0 0 0 0,0 0 0 0 0,0 0 0 0 0,1 0 0 0 0,-1-1 0 0 0,0 1 0 0 0,0 0 0 0 0,0 0 0 0 0,1 0 0 0 0,-1-1 0 0 0,0 1 0 0 0,0 0 0 0 0,0 0 0 0 0,0 0 0 0 0,1-1 0 0 0,-1 1 0 0 0,0 0 0 0 0,0 0 0 0 0,0-1 0 0 0,0 1 0 0 0,0 0 0 0 0,0 0 0 0 0,0-1 0 0 0,0 1 0 0 0,0 0 0 0 0,0 0 0 0 0,0-1 0 0 0,0 1 0 0 0,0 0 0 0 0,0-1 0 0 0,0 1 0 0 0,0 0 0 0 0,0 0 0 0 0,0-1 0 0 0,0 1 0 0 0,0 0 0 0 0,0 0 0 0 0,0-1 0 0 0,-1 1 0 0 0,1 0 0 0 0,0 0 0 0 0,0 0 0 0 0,0-1 0 0 0,0 1 0 0 0,-1 0 0 0 0,1 0 0 0 0,0 0 0 0 0,0-1 0 0 0,0 1 0 0 0,-1 0 0 0 0,1 0 0 0 0,0 0 0 0 0,0 0 0 0 0,-1 0 0 0 0,1 0 0 0 0,0-1 0 0 0,0 1 0 0 0,-1 0 0 0 0,23-7 203 0 0,-20 6-141 0 0,36-11 136 0 0,1 1 1 0 0,64-9 0 0 0,-55 14-240 0 0,0 1 0 0 0,0 3-1 0 0,1 2 1 0 0,-1 2 0 0 0,63 10 0 0 0,-107-11 53 0 0,1 0 1 0 0,-1 0-1 0 0,0 1 1 0 0,0 0-1 0 0,0-1 1 0 0,0 1 0 0 0,0 1-1 0 0,0-1 1 0 0,-1 0-1 0 0,1 1 1 0 0,-1 0-1 0 0,1 0 1 0 0,-1 0-1 0 0,0 0 1 0 0,0 1-1 0 0,-1-1 1 0 0,1 1-1 0 0,-1 0 1 0 0,1-1-1 0 0,-1 1 1 0 0,0 0-1 0 0,-1 0 1 0 0,1 0 0 0 0,-1 1-1 0 0,0-1 1 0 0,0 0-1 0 0,0 1 1 0 0,0-1-1 0 0,-1 0 1 0 0,0 1-1 0 0,1-1 1 0 0,-2 1-1 0 0,1-1 1 0 0,-1 1-1 0 0,1-1 1 0 0,-1 0-1 0 0,0 1 1 0 0,-1-1-1 0 0,1 0 1 0 0,-1 0-1 0 0,0 0 1 0 0,0 0 0 0 0,-2 4-1 0 0,-8 11 102 0 0,0-1 1 0 0,-1-1-1 0 0,-30 33 0 0 0,-3 2 28 0 0,29-34 22 0 0,-39 32 0 0 0,18-18 104 0 0,25-20-214 0 0,0-1 0 0 0,-1 0-1 0 0,0 0 1 0 0,-1-1 0 0 0,0-1-1 0 0,-1-1 1 0 0,1 0-1 0 0,-21 6 1 0 0,31-12-78 0 0,0 0 1 0 0,0 0-1 0 0,0-1 0 0 0,-1 0 1 0 0,1 0-1 0 0,0 0 0 0 0,-1-1 1 0 0,1 0-1 0 0,-1 0 0 0 0,1 0 1 0 0,0 0-1 0 0,-1-1 0 0 0,-8-2 1 0 0,12 2-18 0 0,-1-1 0 0 0,1 1 0 0 0,-1-1 0 0 0,1 1 0 0 0,0-1 0 0 0,0 0 0 0 0,0 0 0 0 0,0 0 0 0 0,0 0 0 0 0,0 0 0 0 0,1-1 0 0 0,-1 1 0 0 0,0 0 0 0 0,1-1 0 0 0,0 1 0 0 0,0-1 0 0 0,0 0 0 0 0,0 1 0 0 0,0-1 0 0 0,0 0 0 0 0,1 1 0 0 0,-1-1 0 0 0,1 0 1 0 0,0 0-1 0 0,0 0 0 0 0,0 1 0 0 0,0-5 0 0 0,1 5 19 0 0,0 0 0 0 0,0 0 0 0 0,0 0 0 0 0,0 0 0 0 0,0 0 0 0 0,0 0 0 0 0,0 0-1 0 0,0 1 1 0 0,1-1 0 0 0,-1 1 0 0 0,1-1 0 0 0,-1 1 0 0 0,1-1 0 0 0,0 1 0 0 0,0 0 0 0 0,-1 0 0 0 0,1 0 0 0 0,0 0 0 0 0,0 0 0 0 0,0 0 0 0 0,0 0 0 0 0,3 0 0 0 0,49-16-101 0 0,-49 16 96 0 0,0-1-1 0 0,1 1 1 0 0,-1 1-1 0 0,0-1 1 0 0,0 1-1 0 0,1 0 1 0 0,-1 0-1 0 0,0 0 1 0 0,10 2-1 0 0,-9 1 48 0 0,1 0 0 0 0,-1 0 0 0 0,0 0 0 0 0,0 1 1 0 0,0 0-1 0 0,0 0 0 0 0,-1 1 0 0 0,10 9 0 0 0,2 2 230 0 0,0 2 0 0 0,-2 0 0 0 0,0 0 0 0 0,0 2 0 0 0,16 30 0 0 0,-23-36-190 0 0,1-2 0 0 0,0 1-1 0 0,1-1 1 0 0,0-1 0 0 0,1 0-1 0 0,0 0 1 0 0,1-1 0 0 0,0 0-1 0 0,17 9 1 0 0,-25-16-134 0 0,-1-1 1 0 0,1-1-1 0 0,-1 1 0 0 0,1-1 0 0 0,0 1 0 0 0,0-1 0 0 0,0 0 1 0 0,0 0-1 0 0,0-1 0 0 0,0 1 0 0 0,0-1 0 0 0,0 0 0 0 0,0 0 1 0 0,0 0-1 0 0,0-1 0 0 0,0 1 0 0 0,0-1 0 0 0,0 0 0 0 0,0 0 1 0 0,-1 0-1 0 0,6-3 0 0 0,27-5-1513 0 0,-23 6 1111 0 0,-6 2 40 0 0,1-1 0 0 0,-1 1-1 0 0,0-2 1 0 0,0 1 0 0 0,0-1 0 0 0,-1 0-1 0 0,1 0 1 0 0,-1-1 0 0 0,10-6 0 0 0,39-26-4212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2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133 379 880 0 0,'-35'15'3290'0'0,"27"-11"-2237"0"0,1-1 0 0 0,-2 1 0 0 0,1-1-1 0 0,0-1 1 0 0,0 0 0 0 0,-1 0 0 0 0,-14 2-1 0 0,6-6-82 0 0,21-4-482 0 0,14-18 29 0 0,0-5-139 0 0,36-45 0 0 0,-16 23-201 0 0,10-8-47 0 0,-33 42-68 0 0,-1 0 1 0 0,-1-1-1 0 0,0-1 0 0 0,10-21 0 0 0,-20 35-12 0 0,1 0 0 0 0,0 0 1 0 0,-1 0-1 0 0,1 1 0 0 0,1 0 1 0 0,7-7-1 0 0,-10 10 142 0 0,0 0 0 0 0,0-1 0 0 0,0 1-1 0 0,-1-1 1 0 0,1 0 0 0 0,0 1 0 0 0,-1-1 0 0 0,0 0 0 0 0,1 0-1 0 0,-1 0 1 0 0,2-3 0 0 0,-5 44 472 0 0,-1-1 1 0 0,-8 37-1 0 0,5-39-333 0 0,-3 70 0 0 0,9 215-371 0 0,0-312 14 0 0,0 1 1 0 0,-1 0 0 0 0,-1 0-1 0 0,0-1 1 0 0,0 1 0 0 0,-1-1-1 0 0,0 0 1 0 0,0 1 0 0 0,-6 8-1 0 0,-1 29-1721 0 0,-10-30-307 0 0,15-13-1095 0 0,10-3-866 0 0,20 5-1414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2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50 2641 0 0,'-110'-39'8004'0'0,"110"39"-7920"0"0,1 0 0 0 0,-1 0 0 0 0,0 0-1 0 0,0 0 1 0 0,1 0 0 0 0,-1 0 0 0 0,0 0 0 0 0,0 0 0 0 0,0 0 0 0 0,1 0 0 0 0,-1-1-1 0 0,0 1 1 0 0,0 0 0 0 0,0 0 0 0 0,1 0 0 0 0,-1 0 0 0 0,0 0 0 0 0,0-1 0 0 0,0 1-1 0 0,0 0 1 0 0,0 0 0 0 0,1 0 0 0 0,-1-1 0 0 0,0 1 0 0 0,0 0 0 0 0,0 0 0 0 0,0 0-1 0 0,0-1 1 0 0,0 1 0 0 0,0 0 0 0 0,0 0 0 0 0,0-1 0 0 0,0 1 0 0 0,0 0 0 0 0,0 0-1 0 0,0-1 1 0 0,0 1 0 0 0,0 0 0 0 0,0 0 0 0 0,0 0 0 0 0,0-1 0 0 0,0 1 0 0 0,0 0-1 0 0,-1 0 1 0 0,1-1 0 0 0,0 1 0 0 0,0 0 0 0 0,0 0 0 0 0,0 0 0 0 0,0 0 0 0 0,0-1-1 0 0,-1 1 1 0 0,1 0 0 0 0,0 0 0 0 0,0 0 0 0 0,0 0 0 0 0,-1 0 0 0 0,1-1 0 0 0,0 1-1 0 0,0 0 1 0 0,0 0 0 0 0,-1 0 0 0 0,1 0 0 0 0,0 0 0 0 0,-1 0 0 0 0,21 4 556 0 0,-15-3 107 0 0,-1-1 187 0 0,35 1 1612 0 0,50 10 0 0 0,-49-5-1744 0 0,54 1 0 0 0,-21-6-248 0 0,96-3-147 0 0,-166 1-449 0 0,-2 2 21 0 0,0-1 0 0 0,0 0-1 0 0,0 0 1 0 0,1 0 0 0 0,-1 0 0 0 0,0 0 0 0 0,0-1 0 0 0,0 1 0 0 0,0 0 0 0 0,1 0 0 0 0,-1-1 0 0 0,0 1 0 0 0,0-1 0 0 0,0 1 0 0 0,0-1 0 0 0,0 1 0 0 0,0-1 0 0 0,0 0 0 0 0,0 1 0 0 0,0-1 0 0 0,0 0 0 0 0,0 0 0 0 0,1-2 0 0 0,-2 2-806 0 0,-8 3-6010 0 0,-8 7 3119 0 0,0 3-1575 0 0,-35 17-1083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2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0 2481 0 0,'-77'12'7259'0'0,"44"-8"-5886"0"0,1 2 0 0 0,-57 16 1 0 0,90-22-1304 0 0,-1 1 0 0 0,0-1 1 0 0,0 0-1 0 0,0 0 1 0 0,1 0-1 0 0,-1 0 0 0 0,0 0 1 0 0,0 1-1 0 0,0-1 1 0 0,0 0-1 0 0,1 0 0 0 0,-1 0 1 0 0,0 0-1 0 0,0 1 1 0 0,0-1-1 0 0,0 0 0 0 0,0 0 1 0 0,0 0-1 0 0,0 1 1 0 0,0-1-1 0 0,1 0 0 0 0,-1 0 1 0 0,0 1-1 0 0,0-1 1 0 0,0 0-1 0 0,0 0 0 0 0,0 1 1 0 0,0-1-1 0 0,0 0 1 0 0,0 0-1 0 0,0 0 0 0 0,-1 1 1 0 0,1-1-1 0 0,0 0 1 0 0,0 0-1 0 0,0 1 0 0 0,0-1 1 0 0,0 0-1 0 0,0 0 1 0 0,0 0-1 0 0,0 1 0 0 0,-1-1 1 0 0,1 0-1 0 0,0 0 1 0 0,0 0-1 0 0,0 0 0 0 0,0 1 1 0 0,-1-1-1 0 0,1 0 1 0 0,0 0-1 0 0,0 0 0 0 0,23 4 488 0 0,-22-4-214 0 0,19 4 348 0 0,-1-1 0 0 0,27 1 0 0 0,24 4 540 0 0,-28-2-919 0 0,-1-2 1 0 0,1-1-1 0 0,65-5 1 0 0,-106 2-436 0 0,1 0 0 0 0,-1 0 1 0 0,1 0-1 0 0,0-1 0 0 0,-1 1 0 0 0,1 0 0 0 0,-1-1 1 0 0,0 1-1 0 0,1-1 0 0 0,-1 1 0 0 0,1-1 1 0 0,-1 1-1 0 0,0-1 0 0 0,1 0 0 0 0,-1 0 1 0 0,1-1-1 0 0,-1 0-673 0 0,0 0 1 0 0,0 0-1 0 0,0 0 0 0 0,-1 0 1 0 0,1 0-1 0 0,-1 0 1 0 0,0 0-1 0 0,0 0 0 0 0,1-1 1 0 0,-1 1-1 0 0,-1-4 1 0 0,-4-6-3675 0 0,-20-1 440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80 0 0,'31'0'7684'0'0,"-31"-7"-8725"0"0,0 1-800 0 0,-31-7-240 0 0,31 7 160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1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42 2241 0 0,'-31'5'3339'0'0,"-1"-1"1"0"0,-61-1-1 0 0,89-3-3227 0 0,3 0-78 0 0,1 0 1 0 0,-1 0-1 0 0,0 0 1 0 0,1 0-1 0 0,-1 1 1 0 0,0-1-1 0 0,1 0 1 0 0,-1 0-1 0 0,0-1 1 0 0,0 1-1 0 0,1 0 1 0 0,-1 0-1 0 0,0 0 1 0 0,1 0-1 0 0,-1-1 1 0 0,0 1-1 0 0,1 0 1 0 0,-1 0-1 0 0,0-1 1 0 0,1 1-1 0 0,-1-1 1 0 0,1 1 0 0 0,-1 0-1 0 0,1-1 1 0 0,-1 1-1 0 0,1-1 1 0 0,-1 1-1 0 0,1-1 1 0 0,-1 0-1 0 0,1 1 1 0 0,0-1-1 0 0,-1 1 1 0 0,1-1-1 0 0,0 0 1 0 0,0 1-1 0 0,-1-1 1 0 0,1 0-1 0 0,0 1 1 0 0,0-1-1 0 0,0 0 1 0 0,0 0-1 0 0,0 1 1 0 0,0-1 0 0 0,0 0-1 0 0,0 1 1 0 0,0-2-1 0 0,2 0-15 0 0,-1 1 0 0 0,1-1 0 0 0,-1 1 0 0 0,1-1 0 0 0,0 1 0 0 0,0 0-1 0 0,-1 0 1 0 0,1 0 0 0 0,0 0 0 0 0,0 0 0 0 0,0 1 0 0 0,4-2 0 0 0,2-2 69 0 0,3 1-65 0 0,0 0 0 0 0,0 0 0 0 0,0 1 1 0 0,0 0-1 0 0,1 1 0 0 0,15 0 1 0 0,71 5 126 0 0,-88-3-130 0 0,4 0 61 0 0,0 2-1 0 0,0 0 1 0 0,0 1-1 0 0,0 0 1 0 0,-1 1-1 0 0,1 1 1 0 0,-1 0-1 0 0,-1 1 1 0 0,1 0-1 0 0,16 13 1 0 0,-25-17-25 0 0,0 0 0 0 0,0 1 0 0 0,0 0 0 0 0,0 0 0 0 0,-1 0 0 0 0,1 0 0 0 0,-1 0 0 0 0,0 1 0 0 0,-1-1 0 0 0,1 1 0 0 0,-1 0 1 0 0,4 10-1 0 0,-5-12-22 0 0,-1 1-1 0 0,0-1 1 0 0,0 1 0 0 0,0-1 0 0 0,0 1 0 0 0,0-1 0 0 0,0 1 0 0 0,-1-1 0 0 0,0 1 0 0 0,0-1 0 0 0,0 0 0 0 0,0 0 0 0 0,0 1 0 0 0,-1-1 0 0 0,0 0 0 0 0,1 0-1 0 0,-1 0 1 0 0,0 0 0 0 0,0-1 0 0 0,-1 1 0 0 0,-3 4 0 0 0,0-2 5 0 0,-1 0 1 0 0,1 0-1 0 0,-1 0 1 0 0,0-1-1 0 0,0 0 0 0 0,-1-1 1 0 0,1 0-1 0 0,-1 0 0 0 0,0 0 1 0 0,1-1-1 0 0,-1 0 0 0 0,-9 1 1 0 0,7-2 106 0 0,1 2 0 0 0,-1-1 0 0 0,1 1 0 0 0,0 1-1 0 0,-16 8 1 0 0,24-11-113 0 0,0-1-1 0 0,0 1 0 0 0,0 0 1 0 0,0 0-1 0 0,0-1 0 0 0,0 1 1 0 0,0 0-1 0 0,0-1 1 0 0,0 1-1 0 0,0-1 0 0 0,0 0 1 0 0,-1 1-1 0 0,1-1 0 0 0,0 0 1 0 0,0 0-1 0 0,0 1 0 0 0,0-1 1 0 0,-1 0-1 0 0,1 0 0 0 0,0 0 1 0 0,0-1-1 0 0,-2 1 0 0 0,4-1-48 0 0,0 0 0 0 0,0 0-1 0 0,0 0 1 0 0,0 0-1 0 0,0 0 1 0 0,0 0 0 0 0,0 1-1 0 0,0-1 1 0 0,0 0 0 0 0,0 1-1 0 0,1-1 1 0 0,-1 0 0 0 0,0 1-1 0 0,0 0 1 0 0,1-1-1 0 0,-1 1 1 0 0,0 0 0 0 0,1 0-1 0 0,-1 0 1 0 0,3-1 0 0 0,75-16-202 0 0,102-17-111 0 0,-155 31 235 0 0,0 1 1 0 0,0 1 0 0 0,0 1-1 0 0,0 2 1 0 0,51 8-1 0 0,-75-9 96 0 0,0-1 0 0 0,-1 1-1 0 0,1 0 1 0 0,0 0-1 0 0,0 0 1 0 0,0 0-1 0 0,0 0 1 0 0,0 0-1 0 0,-1 0 1 0 0,1 0 0 0 0,-1 1-1 0 0,1-1 1 0 0,-1 1-1 0 0,1-1 1 0 0,-1 1-1 0 0,0-1 1 0 0,0 1-1 0 0,0 0 1 0 0,0 0 0 0 0,0 0-1 0 0,0-1 1 0 0,0 1-1 0 0,0 0 1 0 0,-1 0-1 0 0,1 0 1 0 0,-1 0-1 0 0,0 0 1 0 0,1 1 0 0 0,-1-1-1 0 0,0 0 1 0 0,0 0-1 0 0,0 0 1 0 0,-1 0-1 0 0,1 3 1 0 0,-2 0 54 0 0,1 0 1 0 0,0 0-1 0 0,-1 0 0 0 0,0 0 1 0 0,0 0-1 0 0,-1 0 0 0 0,1-1 1 0 0,-1 1-1 0 0,0-1 0 0 0,0 0 1 0 0,0 1-1 0 0,-6 4 0 0 0,-4 1 30 0 0,0-2 0 0 0,-1 1 0 0 0,0-2 0 0 0,0 0 0 0 0,0-1 0 0 0,-1 0 0 0 0,0-1-1 0 0,0 0 1 0 0,0-2 0 0 0,-1 0 0 0 0,1 0 0 0 0,-1-1 0 0 0,0-1 0 0 0,0-1 0 0 0,-29-3-1 0 0,29-2-752 0 0,-1 0 0 0 0,2-1 1 0 0,-18-10-1 0 0,33 16 643 0 0,0 0 0 0 0,0 0 0 0 0,-1 0 0 0 0,1 0 0 0 0,0 0 0 0 0,0-1 0 0 0,0 1 1 0 0,-1 0-1 0 0,1 0 0 0 0,0 0 0 0 0,0-1 0 0 0,0 1 0 0 0,0 0 0 0 0,0 0 0 0 0,-1-1 1 0 0,1 1-1 0 0,0 0 0 0 0,0 0 0 0 0,0-1 0 0 0,0 1 0 0 0,0 0 0 0 0,0 0 0 0 0,0-1 1 0 0,0 1-1 0 0,0 0 0 0 0,0 0 0 0 0,0-1 0 0 0,0 1 0 0 0,0 0 0 0 0,0 0 0 0 0,0-1 1 0 0,0 1-1 0 0,0 0 0 0 0,0 0 0 0 0,0-1 0 0 0,0 1 0 0 0,1 0 0 0 0,-1 0 1 0 0,0-1-1 0 0,0 1 0 0 0,0 0 0 0 0,0 0 0 0 0,1 0 0 0 0,-1-1 0 0 0,0 1 0 0 0,0 0 1 0 0,0 0-1 0 0,1 0 0 0 0,-1 0 0 0 0,0 0 0 0 0,0-1 0 0 0,0 1 0 0 0,1 0 0 0 0,-1 0 1 0 0,0 0-1 0 0,0 0 0 0 0,1 0 0 0 0,16-7-818 0 0,-16 6 547 0 0,17-11-2080 0 0,-14 9 1810 0 0,0-1 1 0 0,1 1-1 0 0,-1 1 0 0 0,1-1 1 0 0,0 1-1 0 0,-1 0 1 0 0,1 0-1 0 0,7-2 1 0 0,42-8-2504 0 0,7-1 280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10 240 0 0,'-46'-9'5483'0'0,"39"9"-4907"0"0,-1-1 0 0 0,0 1 0 0 0,0 1 0 0 0,0-1 0 0 0,0 1 0 0 0,0 1 0 0 0,0 0 0 0 0,0 0 0 0 0,1 0 0 0 0,-14 6 0 0 0,-6 13 1718 0 0,27-20-2239 0 0,-1 0 0 0 0,0 0 1 0 0,1-1-1 0 0,-1 1 0 0 0,1 0 1 0 0,0 0-1 0 0,-1 0 0 0 0,1 0 1 0 0,-1 0-1 0 0,1 0 0 0 0,0 0 1 0 0,0 0-1 0 0,0 0 0 0 0,0 0 1 0 0,-1 0-1 0 0,1 0 0 0 0,0 0 0 0 0,1 0 1 0 0,-1 0-1 0 0,0 0 0 0 0,0 0 1 0 0,0 0-1 0 0,1-1 0 0 0,-1 1 1 0 0,0 0-1 0 0,1 0 0 0 0,-1 0 1 0 0,1 0-1 0 0,-1 0 0 0 0,1 0 1 0 0,-1-1-1 0 0,1 1 0 0 0,0 0 1 0 0,-1 0-1 0 0,1-1 0 0 0,0 1 1 0 0,-1 0-1 0 0,1-1 0 0 0,0 1 1 0 0,1 0-1 0 0,20 12 28 0 0,0 0 1 0 0,1-2-1 0 0,26 9 0 0 0,121 42-229 0 0,-128-48-412 0 0,2-2 1 0 0,62 10 0 0 0,-62-14-2053 0 0,-39-7 782 0 0,-35-1-8230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85 326 1521 0 0,'-30'13'6723'0'0,"-25"-1"-2081"0"0,55-18-4562 0 0,24-6-160 0 0,7-1 160 0 0,29-12 80 0 0,91-58 400 0 0,0-19 1 0 0,-61 39-481 0 0,-29 36-721 0 0,-31 15-559 0 0,0 5-481 0 0,0 7-2881 0 0,1 7-160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84 5122 0 0,'0'13'4723'0'0,"0"-7"-2002"0"0,0-12-3442 0 0,30-7-1279 0 0,-30-7-1042 0 0,-60-43-3281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91 1441 0 0,'30'-8'5362'0'0,"-30"16"-2160"0"0,0-2-1522 0 0,0-20-2400 0 0,0 3-1361 0 0,-30-22-1200 0 0,-1-6-561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4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 2001 0 0,'-30'6'4242'0'0,"30"7"-1041"0"0,-30-13-1680 0 0,30 6-1361 0 0,0-12-800 0 0,0-13-1521 0 0,0 6-1201 0 0,0-7 321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4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20 3922 0 0,'0'11'4322'0'0,"-30"-3"-2081"0"0,0-3-1681 0 0,60-10-960 0 0,0-3-721 0 0,-5 2-1200 0 0,35-7-400 0 0,-30 1 80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80 114 3762 0 0,'-13'1'1280'0'0,"0"0"1"0"0,0 1-1 0 0,0 1 1 0 0,-14 4 0 0 0,131-64 1613 0 0,-43 17-2347 0 0,-57 31-482 0 0,2 0 30 0 0,19-4 559 0 0,-30 28-387 0 0,-5 14-18 0 0,0 1-1 0 0,2 0 1 0 0,-5 39 0 0 0,4-20-84 0 0,7-34-121 0 0,0 0 0 0 0,1 0-1 0 0,1 0 1 0 0,1 0 0 0 0,0 0-1 0 0,0 0 1 0 0,2 0 0 0 0,0-1-1 0 0,1 1 1 0 0,8 21-1 0 0,-12-35-43 0 0,2 6-122 0 0,1 1 1 0 0,-1 0-1 0 0,1 0 0 0 0,1-1 0 0 0,0 0 0 0 0,8 12 0 0 0,-10-16 42 0 0,0-1 0 0 0,0 0 0 0 0,0 0 0 0 0,1 0 0 0 0,-1 0 0 0 0,1-1 0 0 0,0 1 0 0 0,0-1-1 0 0,-1 1 1 0 0,1-1 0 0 0,0 0 0 0 0,0 0 0 0 0,0 0 0 0 0,0-1 0 0 0,0 1 0 0 0,0-1 0 0 0,0 0 0 0 0,1 1 0 0 0,-1-1 0 0 0,0-1 0 0 0,0 1 0 0 0,0 0 0 0 0,3-2 0 0 0,50-13-2881 0 0,4-19-2269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5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96 1361 0 0,'-1'4'364'0'0,"-1"0"1"0"0,1-1-1 0 0,-1 1 1 0 0,1-1-1 0 0,-1 1 1 0 0,0-1-1 0 0,-1 0 1 0 0,1 0-1 0 0,-1 0 1 0 0,1 0-1 0 0,-1 0 1 0 0,0-1-1 0 0,0 1 1 0 0,0-1-1 0 0,0 0 1 0 0,0 0-1 0 0,0 0 1 0 0,-1 0-1 0 0,1 0 1 0 0,-6 1 0 0 0,-76 31 1221 0 0,82-33-1450 0 0,-7 4-25 0 0,0 0 0 0 0,0 1 0 0 0,0 0 0 0 0,1 1-1 0 0,0 0 1 0 0,0 0 0 0 0,1 1 0 0 0,0 0 0 0 0,0 1-1 0 0,1-1 1 0 0,0 1 0 0 0,-9 16 0 0 0,16-24-88 0 0,-1 1 1 0 0,1-1-1 0 0,-1 1 0 0 0,1-1 1 0 0,0 1-1 0 0,-1-1 1 0 0,1 0-1 0 0,0 1 0 0 0,0-1 1 0 0,0 1-1 0 0,0-1 1 0 0,1 1-1 0 0,-1-1 0 0 0,0 1 1 0 0,0-1-1 0 0,1 0 1 0 0,-1 1-1 0 0,1-1 0 0 0,-1 1 1 0 0,1-1-1 0 0,0 0 1 0 0,0 0-1 0 0,-1 1 0 0 0,1-1 1 0 0,0 0-1 0 0,0 0 1 0 0,0 0-1 0 0,0 0 0 0 0,0 0 1 0 0,1 0-1 0 0,0 1 1 0 0,4 3 34 0 0,0 0 1 0 0,0-1 0 0 0,1 1 0 0 0,-1-1 0 0 0,1-1 0 0 0,8 4-1 0 0,21 5 12 0 0,0-2-1 0 0,1-1 1 0 0,1-2-1 0 0,70 4 0 0 0,-99-11-74 0 0,112-1 87 0 0,-109 0-75 0 0,-1-1 0 0 0,0 0 0 0 0,0 0 0 0 0,0-1 0 0 0,0-1 0 0 0,0 0 1 0 0,18-9-1 0 0,-27 12-17 0 0,1-1 1 0 0,-1 0 0 0 0,1 1 0 0 0,-1-1 0 0 0,0 0-1 0 0,0 0 1 0 0,0 0 0 0 0,0 0 0 0 0,0-1-1 0 0,0 1 1 0 0,0-1 0 0 0,-1 1 0 0 0,1-1 0 0 0,-1 1-1 0 0,0-1 1 0 0,0 0 0 0 0,1-3 0 0 0,-1 2-1 0 0,-1-1 0 0 0,1 1 0 0 0,-1-1 0 0 0,0 1 1 0 0,0-1-1 0 0,-1 1 0 0 0,0-1 0 0 0,1 1 0 0 0,-1-1 1 0 0,-1 1-1 0 0,1 0 0 0 0,-4-8 0 0 0,-7-14-81 0 0,-2 2 0 0 0,0 0 0 0 0,-1 0 0 0 0,-2 1 0 0 0,0 1 0 0 0,-1 1 1 0 0,-1 1-1 0 0,-1 0 0 0 0,-1 1 0 0 0,-34-22 0 0 0,51 38-210 0 0,-1 0 1 0 0,0 0-1 0 0,0 1 0 0 0,0 0 1 0 0,0 0-1 0 0,0 0 1 0 0,-1 1-1 0 0,1 0 1 0 0,-1 0-1 0 0,1 0 0 0 0,-1 1 1 0 0,1-1-1 0 0,-1 1 1 0 0,-10 2-1 0 0,-19 4-5155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6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182 120 1601 0 0,'-30'-8'5939'0'0,"5"3"-3394"0"0,24 5-2506 0 0,1-1 1 0 0,-1 1-1 0 0,1 0 1 0 0,-1-1 0 0 0,1 1-1 0 0,-1 0 1 0 0,1-1-1 0 0,0 1 1 0 0,-1 0 0 0 0,1-1-1 0 0,0 1 1 0 0,-1-1 0 0 0,1 1-1 0 0,0-1 1 0 0,0 1-1 0 0,-1-1 1 0 0,1 1 0 0 0,0-1-1 0 0,0 1 1 0 0,0-1-1 0 0,0 1 1 0 0,0-1 0 0 0,0 1-1 0 0,-1-1 1 0 0,1 1-1 0 0,0-1 1 0 0,1 0 0 0 0,-1 1-1 0 0,0-1 1 0 0,0 1-1 0 0,0-1 1 0 0,0 1 0 0 0,0-1-1 0 0,0 1 1 0 0,1-1 0 0 0,-1 1-1 0 0,0-1 1 0 0,0 1-1 0 0,1-1 1 0 0,-1 1 0 0 0,0 0-1 0 0,1-1 1 0 0,-1 1-1 0 0,1-1 1 0 0,-1 1 0 0 0,20-16 506 0 0,-17 14-460 0 0,7-10 201 0 0,-8 10-266 0 0,-1 0 0 0 0,0 1 0 0 0,1-1 0 0 0,-1 1 0 0 0,1-1 0 0 0,0 1 0 0 0,-1 0 0 0 0,1 0 0 0 0,0-1 0 0 0,0 1 0 0 0,0 0 0 0 0,3-1 0 0 0,21-13 128 0 0,-23 13-121 0 0,0 0 0 0 0,1 0 0 0 0,-1 0 1 0 0,1 0-1 0 0,-1 0 0 0 0,1 1 0 0 0,6-2 0 0 0,-6 2 48 0 0,0 0-1 0 0,1 0 1 0 0,-1 0 0 0 0,0 0-1 0 0,0 1 1 0 0,1 0 0 0 0,-1 0 0 0 0,0 0-1 0 0,0 0 1 0 0,1 1 0 0 0,-1 0-1 0 0,0 0 1 0 0,0 0 0 0 0,0 0-1 0 0,0 1 1 0 0,5 1 0 0 0,-8-2-25 0 0,0 0-1 0 0,0 1 1 0 0,1-1 0 0 0,-1 0-1 0 0,0 0 1 0 0,0 1 0 0 0,0-1-1 0 0,0 1 1 0 0,0-1 0 0 0,0 1 0 0 0,-1-1-1 0 0,1 1 1 0 0,0-1 0 0 0,-1 1-1 0 0,1 0 1 0 0,-1 2 0 0 0,1 0 27 0 0,-1 1 1 0 0,0-1-1 0 0,0 1 0 0 0,-1-1 1 0 0,1 1-1 0 0,-1-1 1 0 0,0 1-1 0 0,-2 5 0 0 0,-5 20 229 0 0,6-21-221 0 0,0 1 0 0 0,-1-1 1 0 0,0 1-1 0 0,0-1 0 0 0,-1 0 0 0 0,0 0 0 0 0,0 0 0 0 0,-1-1 0 0 0,-1 0 0 0 0,-6 9 0 0 0,-1-5 10 0 0,-4 4 95 0 0,0 0 0 0 0,-2-1-1 0 0,-24 15 1 0 0,39-27-164 0 0,0-1 0 0 0,0 0 0 0 0,0 0 0 0 0,0 0 0 0 0,0 0 0 0 0,0-1 0 0 0,-1 1 0 0 0,1-1 0 0 0,-1 0 1 0 0,1-1-1 0 0,-1 1 0 0 0,1-1 0 0 0,-1 1 0 0 0,1-2 0 0 0,-1 1 0 0 0,1 0 0 0 0,-1-1 0 0 0,1 0 0 0 0,-1 0 0 0 0,1 0 0 0 0,0 0 0 0 0,-8-4 0 0 0,4 0-59 0 0,6 4 9 0 0,-1 0 0 0 0,0 0 0 0 0,0-1 0 0 0,1 1 0 0 0,-1-1 0 0 0,1 1 0 0 0,-1-1 0 0 0,1 0 0 0 0,0 0 0 0 0,-1 0 0 0 0,1-1 0 0 0,0 1 0 0 0,0 0 0 0 0,1-1 0 0 0,-1 1 0 0 0,1-1 0 0 0,-1 0 0 0 0,1 1 0 0 0,0-1 0 0 0,0 0-1 0 0,0 0 1 0 0,0 0 0 0 0,0 0 0 0 0,1 0 0 0 0,-1 0 0 0 0,1-5 0 0 0,0 7 17 0 0,1-1 0 0 0,-1 1 0 0 0,1 0 0 0 0,0 0 0 0 0,-1 0 0 0 0,1 0 0 0 0,0 0 0 0 0,0 0 0 0 0,0 0 0 0 0,0 0 0 0 0,0 0 0 0 0,0 1 0 0 0,0-1 0 0 0,0 0 0 0 0,0 1 0 0 0,0-1 0 0 0,0 0 0 0 0,1 1 0 0 0,-1 0-1 0 0,0-1 1 0 0,0 1 0 0 0,0 0 0 0 0,3-1 0 0 0,31-6-22 0 0,-26 7 24 0 0,0-1 0 0 0,0 1 0 0 0,-1 1 0 0 0,1-1 0 0 0,0 2 0 0 0,0-1 0 0 0,-1 1 0 0 0,1 0 0 0 0,13 6 0 0 0,9 3 103 0 0,0 1-1 0 0,43 23 1 0 0,-59-26-85 0 0,0 0 1 0 0,0 1 0 0 0,-1 0 0 0 0,0 1 0 0 0,-1 1 0 0 0,21 24 0 0 0,-33-35-123 0 0,-1-1 0 0 0,1 1 0 0 0,-1-1 0 0 0,0 1 0 0 0,1 0 0 0 0,-1 0 0 0 0,0-1 0 0 0,0 1 0 0 0,0 0 0 0 0,0-1 0 0 0,1 1 0 0 0,-1 0 0 0 0,0 0 0 0 0,0-1 0 0 0,0 1 0 0 0,0 0-1 0 0,0 0 1 0 0,-1-1 0 0 0,1 1 0 0 0,0 0 0 0 0,0-1 0 0 0,0 1 0 0 0,-1 0 0 0 0,1-1 0 0 0,0 1 0 0 0,-1 0 0 0 0,1-1 0 0 0,-1 1 0 0 0,1 0 0 0 0,0-1 0 0 0,-1 1 0 0 0,1-1 0 0 0,-1 1 0 0 0,0-1 0 0 0,1 1 0 0 0,-1-1 0 0 0,1 1 0 0 0,-1-1 0 0 0,0 0 0 0 0,1 1 0 0 0,-1-1 0 0 0,0 0-1 0 0,1 0 1 0 0,-1 1 0 0 0,0-1 0 0 0,0 0 0 0 0,1 0 0 0 0,-1 0 0 0 0,0 0 0 0 0,0 0 0 0 0,1 0 0 0 0,-2 0 0 0 0,-2 1-822 0 0,-1 10-5246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50 640 0 0,'30'0'2962'0'0,"0"0"399"0"0,-60-19-4481 0 0,0-12-2002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8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4722 0 0,'-30'6'4322'0'0,"0"-6"-480"0"0,60-6-4242 0 0,0 1-1521 0 0,1-3-560 0 0,-1-4-401 0 0,0-1 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183 160 1521 0 0,'-53'1'3008'0'0,"24"1"-747"0"0,1-2 0 0 0,-39-4 0 0 0,67 4-2203 0 0,-1-1 1 0 0,1 1-1 0 0,-1-1 1 0 0,1 1-1 0 0,0-1 0 0 0,-1 1 1 0 0,1-1-1 0 0,-1 1 1 0 0,1-1-1 0 0,0 0 1 0 0,0 1-1 0 0,-1-1 1 0 0,1 1-1 0 0,0-1 0 0 0,0 0 1 0 0,0 1-1 0 0,-1-1 1 0 0,1 1-1 0 0,0-1 1 0 0,0 0-1 0 0,0 1 1 0 0,0-1-1 0 0,0 0 0 0 0,0 1 1 0 0,1-1-1 0 0,-1 0 1 0 0,0 1-1 0 0,0-1 1 0 0,0 0-1 0 0,1 1 0 0 0,-1-1 1 0 0,0 1-1 0 0,0-1 1 0 0,1 1-1 0 0,-1-1 1 0 0,1 1-1 0 0,-1-1 1 0 0,0 1-1 0 0,1-1 0 0 0,-1 1 1 0 0,1-1-1 0 0,26-6 306 0 0,-1 1-1 0 0,1 2 0 0 0,0 0 0 0 0,0 2 0 0 0,47 2 1 0 0,-16-1-129 0 0,12 0-276 0 0,-41 2-498 0 0,1-1 0 0 0,-1-2 0 0 0,0 0-1 0 0,0-2 1 0 0,0-1 0 0 0,48-16 0 0 0,-72 19-38 0 0,0 0 0 0 0,0 0 1 0 0,-1 0-1 0 0,1-1 0 0 0,0 0 1 0 0,-1 0-1 0 0,0 0 0 0 0,0-1 1 0 0,0 1-1 0 0,0-1 0 0 0,-1 0 1 0 0,5-6-1 0 0,-3-22-2851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3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80 0 0,'-30'0'3041'0'0,"30"8"-239"0"0,-30-3-561 0 0,-1 20-80 0 0,1 27 160 0 0,30 12-961 0 0,-24-1-799 0 0,48 6-161 0 0,-24 3 0 0 0,30-3-80 0 0,1-6-240 0 0,-1-17-320 0 0,-30-15-960 0 0,30-18-1362 0 0,0-20-1439 0 0,0-18-3683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2561 0 0,'8'-10'1772'0'0,"9"-10"149"0"0,-12 4 2857 0 0,0 15-4685 0 0,24-5-48 0 0,11-2-34 0 0,0 1-1 0 0,42-1 0 0 0,-69 8-1 0 0,-1 0-1 0 0,0 1 0 0 0,0 0 0 0 0,0 1 0 0 0,1 0 0 0 0,-2 1 0 0 0,1 0 0 0 0,0 1 0 0 0,-1 0 0 0 0,1 1 0 0 0,16 9 1 0 0,-26-12 7 0 0,1 0 0 0 0,-1-1 0 0 0,0 1 1 0 0,0 0-1 0 0,0 0 0 0 0,0 0 0 0 0,0 1 1 0 0,0-1-1 0 0,-1 0 0 0 0,1 1 0 0 0,-1-1 1 0 0,0 1-1 0 0,0 0 0 0 0,0-1 1 0 0,0 1-1 0 0,0 0 0 0 0,0 0 0 0 0,-1-1 1 0 0,1 1-1 0 0,-1 4 0 0 0,5 16 109 0 0,3 6 24 0 0,-4-19-107 0 0,0 1 0 0 0,-2-1 0 0 0,1 0 0 0 0,-1 1 0 0 0,-1 0 0 0 0,0-1 1 0 0,0 1-1 0 0,-1 0 0 0 0,0 0 0 0 0,-1-1 0 0 0,-4 19 0 0 0,5-28-37 0 0,-10 31 309 0 0,-22 47 0 0 0,27-69-258 0 0,-1 0-1 0 0,0 0 1 0 0,0-1-1 0 0,-1 0 0 0 0,0 0 1 0 0,0-1-1 0 0,-1 1 0 0 0,0-1 1 0 0,-10 7-1 0 0,9-10 16 0 0,-1 1-1 0 0,1-1 1 0 0,-1-1 0 0 0,0 0-1 0 0,0 0 1 0 0,0-1 0 0 0,-1 0-1 0 0,1-1 1 0 0,-1 0-1 0 0,1-1 1 0 0,-18 1 0 0 0,10-2 57 0 0,1-1 1 0 0,0-1-1 0 0,0 0 1 0 0,0-1 0 0 0,0-1-1 0 0,-28-10 1 0 0,44 11-137 0 0,-1 1 1 0 0,1-1 0 0 0,0 1-1 0 0,1-1 1 0 0,-1 0 0 0 0,0 1 0 0 0,1-1-1 0 0,0 0 1 0 0,0 0 0 0 0,-1 1-1 0 0,1-1 1 0 0,1 0 0 0 0,-1 0-1 0 0,1-4 1 0 0,0-1-30 0 0,0 4 22 0 0,0-1-1 0 0,0 1 1 0 0,1-1 0 0 0,-1 1-1 0 0,1 0 1 0 0,0 0 0 0 0,0 0-1 0 0,1 0 1 0 0,-1 0 0 0 0,1 0-1 0 0,0 1 1 0 0,0-1 0 0 0,0 1-1 0 0,0 0 1 0 0,1 0 0 0 0,4-4 0 0 0,3-1-49 0 0,-1 0 1 0 0,1 1 0 0 0,1 0-1 0 0,-1 1 1 0 0,15-6 0 0 0,-20 9 39 0 0,-1 1 6 0 0,1 0 1 0 0,-1 0-1 0 0,1 1 0 0 0,0-1 1 0 0,-1 1-1 0 0,1 0 0 0 0,0 1 1 0 0,0 0-1 0 0,0-1 0 0 0,-1 2 1 0 0,1-1-1 0 0,10 3 0 0 0,1 0 6 0 0,0 2 0 0 0,0 0 0 0 0,-1 1 0 0 0,0 0-1 0 0,0 2 1 0 0,0 0 0 0 0,-1 0 0 0 0,0 2 0 0 0,21 16 0 0 0,-14-7 72 0 0,0 2 0 0 0,0 0 0 0 0,-2 1 1 0 0,-1 1-1 0 0,17 26 0 0 0,-31-42-66 0 0,1 0 0 0 0,0 0 1 0 0,0-1-1 0 0,1 0 0 0 0,10 8 0 0 0,-9-7-145 0 0,-5-5 49 0 0,10 2-677 0 0,-4-5 324 0 0,1 0-1 0 0,0 0 0 0 0,0-1 1 0 0,0-1-1 0 0,11-4 1 0 0,-16 6 63 0 0,0-1 0 0 0,0 0 0 0 0,0 0 1 0 0,-1-1-1 0 0,1 1 0 0 0,-1-1 1 0 0,0 0-1 0 0,0 0 0 0 0,0-1 1 0 0,0 1-1 0 0,0-1 0 0 0,-1 0 1 0 0,6-8-1 0 0,-4-19-2636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0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1841 0 0,'-30'6'3281'0'0,"0"2"-479"0"0,0-2-561 0 0,60 19-320 0 0,0 19 400 0 0,61 21-721 0 0,-31-15-1119 0 0,1-11-561 0 0,-1-1-1 0 0,0-7 81 0 0,-30-4-80 0 0,1-10-560 0 0,-1-9-640 0 0,-30-3-801 0 0,-30-10-5443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85 377 2161 0 0,'-31'6'5442'0'0,"7"-6"-2800"0"0,-6 0-1682 0 0,30-6-800 0 0,30-7-80 0 0,-30-1-80 0 0,55-16 0 0 0,5-15 0 0 0,91-64 0 0 0,-30 26-560 0 0,-61 26-2882 0 0,0 32-3921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34 150 1921 0 0,'1'-2'227'0'0,"-1"0"1"0"0,0 0-1 0 0,0 0 1 0 0,0 0-1 0 0,0 0 1 0 0,0 1-1 0 0,0-1 1 0 0,0 0-1 0 0,-1 0 0 0 0,1 0 1 0 0,-1 0-1 0 0,1 1 1 0 0,-1-1-1 0 0,0 0 1 0 0,0 0-1 0 0,0 1 1 0 0,0-1-1 0 0,0 1 0 0 0,0-1 1 0 0,0 1-1 0 0,0-1 1 0 0,-1 1-1 0 0,1 0 1 0 0,0-1-1 0 0,-1 1 1 0 0,-1-1-1 0 0,-3-3 115 0 0,4 1-48 0 0,1 0 0 0 0,0 0 0 0 0,0-1 0 0 0,0 1 0 0 0,0-1 0 0 0,0 1 0 0 0,1-1 0 0 0,0 1 0 0 0,0-1 1 0 0,0 1-1 0 0,1-1 0 0 0,0-4 0 0 0,0-4-195 0 0,-1-10-67 0 0,0 31 29 0 0,0 37 206 0 0,0 234 1280 0 0,0-272-1538 0 0,1 0-1 0 0,0 0 1 0 0,0 0 0 0 0,0 0-1 0 0,1 0 1 0 0,0 0 0 0 0,0-1-1 0 0,1 1 1 0 0,6 11-1 0 0,-6-10-14 0 0,1-1-106 0 0,9 17 36 0 0,-12-24 27 0 0,-1 1 0 0 0,1-1-1 0 0,-1 0 1 0 0,1 0 0 0 0,0 1 0 0 0,-1-1-1 0 0,1 0 1 0 0,0 0 0 0 0,-1 1 0 0 0,1-1 0 0 0,0 0-1 0 0,-1 0 1 0 0,1 0 0 0 0,0 0 0 0 0,-1 0 0 0 0,1 0-1 0 0,0 0 1 0 0,-1 0 0 0 0,1-1 0 0 0,0 1-1 0 0,-1 0 1 0 0,1 0 0 0 0,0 0 0 0 0,-1-1 0 0 0,1 1-1 0 0,-1 0 1 0 0,1-1 0 0 0,-1 1 0 0 0,1 0 0 0 0,0-1-1 0 0,-1 1 1 0 0,1-1 0 0 0,-1 1 0 0 0,0-1-1 0 0,1 1 1 0 0,-1-1 0 0 0,1 1 0 0 0,0-2 0 0 0,12-11-901 0 0,-7 8 477 0 0,-1 0 0 0 0,0 0 0 0 0,0-1 0 0 0,0 1-1 0 0,6-10 1 0 0,-1-17-2355 0 0,15 6-200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1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2001 0 0,'-6'2'502'0'0,"1"1"0"0"0,-1-1-1 0 0,1 1 1 0 0,0 0 0 0 0,0 1 0 0 0,0 0 0 0 0,0-1-1 0 0,1 1 1 0 0,-1 1 0 0 0,1-1 0 0 0,0 1 0 0 0,0 0-1 0 0,1 0 1 0 0,-1 0 0 0 0,-4 11 0 0 0,-29 32 780 0 0,34-44-1249 0 0,0-1-1 0 0,0 1 1 0 0,0 0 0 0 0,1 0-1 0 0,-1 0 1 0 0,1 0 0 0 0,0 1-1 0 0,0-1 1 0 0,0 1 0 0 0,1-1-1 0 0,-1 1 1 0 0,1-1 0 0 0,0 1-1 0 0,1 0 1 0 0,-1 0 0 0 0,1 0-1 0 0,0-1 1 0 0,0 1 0 0 0,1 8-1 0 0,0-10 7 0 0,-1 0 0 0 0,1 0 0 0 0,0 0 0 0 0,0 0 0 0 0,0 0 0 0 0,1 0 0 0 0,-1 0 0 0 0,0 0-1 0 0,1-1 1 0 0,0 1 0 0 0,0 0 0 0 0,0-1 0 0 0,0 0 0 0 0,0 1 0 0 0,0-1 0 0 0,1 0-1 0 0,-1 0 1 0 0,1 0 0 0 0,0 0 0 0 0,-1-1 0 0 0,5 3 0 0 0,7 3 178 0 0,1 0 0 0 0,29 10 1 0 0,-17-8-56 0 0,1-1 0 0 0,0-1 1 0 0,0-2-1 0 0,0-1 0 0 0,48 1 1 0 0,-54-4-182 0 0,-1-1 0 0 0,0-1 0 0 0,25-5 0 0 0,-40 6 54 0 0,0-2 1 0 0,0 1 0 0 0,0-1 0 0 0,-1 1 0 0 0,1-2 0 0 0,-1 1 0 0 0,1-1-1 0 0,-1 0 1 0 0,0 0 0 0 0,0 0 0 0 0,0 0 0 0 0,0-1 0 0 0,-1 0 0 0 0,1 0-1 0 0,-1 0 1 0 0,4-6 0 0 0,-8 9-20 0 0,1 0 1 0 0,-1 0-1 0 0,1-1 0 0 0,-1 1 0 0 0,1 0 1 0 0,-1-1-1 0 0,0 1 0 0 0,0 0 0 0 0,1-1 1 0 0,-1 1-1 0 0,0 0 0 0 0,0-1 0 0 0,0 1 1 0 0,0 0-1 0 0,-1-1 0 0 0,1 1 0 0 0,0 0 1 0 0,-1-1-1 0 0,1 1 0 0 0,-1 0 0 0 0,1-1 1 0 0,-1 1-1 0 0,-1-2 0 0 0,-22-30 235 0 0,19 28-198 0 0,-21-23 174 0 0,-1 2-1 0 0,-61-46 1 0 0,81 65-371 0 0,-1 1-1 0 0,-1 0 1 0 0,1 1-1 0 0,-1 0 1 0 0,0 0-1 0 0,0 1 1 0 0,0 0-1 0 0,-1 0 1 0 0,0 1-1 0 0,1 1 1 0 0,-1-1-1 0 0,0 2 1 0 0,0-1-1 0 0,0 1 0 0 0,-1 1 1 0 0,1 0-1 0 0,-18 2 1 0 0,-2 4-2817 0 0,30-6 2837 0 0,0 0 1 0 0,0 0 0 0 0,0 0 0 0 0,0-1-1 0 0,-1 1 1 0 0,1 0 0 0 0,0 0 0 0 0,0 0 0 0 0,0 0-1 0 0,0-1 1 0 0,0 1 0 0 0,0 0 0 0 0,0 0-1 0 0,0 0 1 0 0,0-1 0 0 0,0 1 0 0 0,0 0-1 0 0,0 0 1 0 0,0 0 0 0 0,0 0 0 0 0,0-1 0 0 0,0 1-1 0 0,0 0 1 0 0,0 0 0 0 0,0 0 0 0 0,0-1-1 0 0,0 1 1 0 0,0 0 0 0 0,0 0 0 0 0,1 0-1 0 0,-1 0 1 0 0,0-1 0 0 0,0 1 0 0 0,0 0 0 0 0,0 0-1 0 0,0 0 1 0 0,0 0 0 0 0,1 0 0 0 0,-1 0-1 0 0,0-1 1 0 0,0 1 0 0 0,0 0 0 0 0,0 0-1 0 0,1 0 1 0 0,-1 0 0 0 0,0 0 0 0 0,0 0 0 0 0,0 0-1 0 0,0 0 1 0 0,1 0 0 0 0,-1 0 0 0 0,0 0-1 0 0,0 0 1 0 0,0 0 0 0 0,1 0 0 0 0,-1 0-1 0 0,0 0 1 0 0,0 0 0 0 0,0 0 0 0 0,1 0 0 0 0,-1 0-1 0 0,0 0 1 0 0,25-6-2345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2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30 344 400 0 0,'0'1'151'0'0,"0"0"0"0"0,0 0 0 0 0,0 1 0 0 0,0-1-1 0 0,0 0 1 0 0,0 0 0 0 0,-1 0 0 0 0,1 0 0 0 0,-1 0 0 0 0,1 0-1 0 0,0 0 1 0 0,-1 0 0 0 0,0 0 0 0 0,1-1 0 0 0,-1 1-1 0 0,1 0 1 0 0,-1 0 0 0 0,0 0 0 0 0,0 0 0 0 0,0-1 0 0 0,1 1-1 0 0,-1 0 1 0 0,0-1 0 0 0,0 1 0 0 0,0-1 0 0 0,0 1 0 0 0,-1 0-1 0 0,1-1-21 0 0,0 0-1 0 0,0 0 0 0 0,1 1 0 0 0,-1-1 0 0 0,0 1 0 0 0,0-1 1 0 0,1 1-1 0 0,-1-1 0 0 0,1 1 0 0 0,-1-1 0 0 0,0 1 0 0 0,1-1 1 0 0,-1 1-1 0 0,1 0 0 0 0,-1-1 0 0 0,1 1 0 0 0,-1 0 0 0 0,1 0 0 0 0,0-1 1 0 0,-1 1-1 0 0,1 0 0 0 0,0 0 0 0 0,0 0 0 0 0,-1-1 0 0 0,1 1 1 0 0,0 1-1 0 0,0 0 2460 0 0,5-10-1428 0 0,0 3-1105 0 0,-1 0 0 0 0,0-1-1 0 0,0 0 1 0 0,0 0 0 0 0,-1 0 0 0 0,1-1 0 0 0,-2 1-1 0 0,1-1 1 0 0,3-12 0 0 0,16-37 131 0 0,2 16 63 0 0,-16 29-33 0 0,-1-1 1 0 0,0 0-1 0 0,0 0 0 0 0,-1 0 0 0 0,-1-1 1 0 0,0 1-1 0 0,-1-1 0 0 0,0-1 0 0 0,-1 1 0 0 0,2-15 1 0 0,-5 26-157 0 0,0 0 1 0 0,0 1-1 0 0,1-1 1 0 0,-1 0-1 0 0,0 0 1 0 0,1 1-1 0 0,-1-1 1 0 0,1 0 0 0 0,0 1-1 0 0,0-1 1 0 0,-1 0-1 0 0,1 1 1 0 0,0-1-1 0 0,0 1 1 0 0,0 0-1 0 0,1-1 1 0 0,-1 1 0 0 0,0 0-1 0 0,3-3 1 0 0,-3 4-22 0 0,0-1 1 0 0,0 0-1 0 0,0 0 1 0 0,0 0-1 0 0,0 0 1 0 0,0 0-1 0 0,0 0 1 0 0,-1 0-1 0 0,1 0 1 0 0,0 0-1 0 0,-1 0 1 0 0,1 0-1 0 0,-1-1 1 0 0,1 1-1 0 0,-1 0 1 0 0,0 0-1 0 0,1-1 1 0 0,-1 1-1 0 0,0-2 1 0 0,0 1 306 0 0,0 37 1495 0 0,-1 29-836 0 0,-1-24-513 0 0,2-1 0 0 0,7 60 0 0 0,1-60-439 0 0,-4-18-169 0 0,0 1 1 0 0,0 39 0 0 0,-4-7-3207 0 0,0-46-226 0 0,0-14-1441 0 0,0-5-1841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4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2161 0 0,'0'0'6483'0'0,"0"6"-5122"0"0,-30-6 159 0 0,60 0-1280 0 0,-30-6-5522 0 0,30 6 2481 0 0,-30 6 240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2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97 560 0 0,'5'-6'3949'0'0,"9"-1"-1369"0"0,-26 10-939 0 0,-20 6-420 0 0,27-8 447 0 0,10-1-1255 0 0,226 9 2483 0 0,-113-3-2350 0 0,126-8 1 0 0,-182-1-815 0 0,-40 3-350 0 0,0 0-1 0 0,0-2 1 0 0,-1 0-1 0 0,1-1 1 0 0,-1-2-1 0 0,1 0 1 0 0,35-14-1 0 0,-55 18 370 0 0,0 0-1 0 0,0 1 1 0 0,-1-1 0 0 0,1 0-1 0 0,0 0 1 0 0,-1 0 0 0 0,1 0-1 0 0,-1 0 1 0 0,1-1 0 0 0,-1 1 0 0 0,0 0-1 0 0,1-1 1 0 0,-1 1 0 0 0,0-1-1 0 0,0 1 1 0 0,0-1 0 0 0,0 1-1 0 0,0-1 1 0 0,-1 0 0 0 0,1 0-1 0 0,0 1 1 0 0,-1-1 0 0 0,1 0 0 0 0,-1 0-1 0 0,0 0 1 0 0,1 0 0 0 0,-1 1-1 0 0,0-4 1 0 0,0-21-3006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2081 0 0,'-30'6'2801'0'0,"30"8"-400"0"0,0 24 241 0 0,30 31-321 0 0,-30 8-1121 0 0,24 6-239 0 0,6 5-401 0 0,-30-17-400 0 0,0-21-320 0 0,0-17-400 0 0,0-14-1041 0 0,0-32-6803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31 196 1281 0 0,'-3'9'4891'0'0,"-9"-4"-2595"0"0,11-5-2198 0 0,0 0 0 0 0,0 0 1 0 0,1-1-1 0 0,-1 1 0 0 0,0 0 0 0 0,0-1 0 0 0,1 1 0 0 0,-1-1 1 0 0,0 1-1 0 0,0-1 0 0 0,1 1 0 0 0,-1-1 0 0 0,1 1 0 0 0,-1-1 0 0 0,1 0 1 0 0,-1 1-1 0 0,1-1 0 0 0,-1 0 0 0 0,1 1 0 0 0,-1-1 0 0 0,1 0 1 0 0,0 0-1 0 0,-1 1 0 0 0,1-1 0 0 0,0 0 0 0 0,0 0 0 0 0,0 0 0 0 0,-1 1 1 0 0,1-1-1 0 0,0 0 0 0 0,0 0 0 0 0,0 0 0 0 0,1 0 0 0 0,-1-4-30 0 0,0 0-1 0 0,0 0 1 0 0,1 0-1 0 0,-1 0 1 0 0,1 0-1 0 0,0 1 1 0 0,1-1-1 0 0,-1 0 1 0 0,1 1-1 0 0,0-1 1 0 0,0 1-1 0 0,1 0 1 0 0,-1 0-1 0 0,1-1 1 0 0,0 2-1 0 0,0-1 1 0 0,0 0-1 0 0,0 1 1 0 0,1-1-1 0 0,0 1 1 0 0,6-5-1 0 0,0-1-4 0 0,19-25 55 0 0,-27 30-109 0 0,0 0 1 0 0,1 1-1 0 0,-1 0 0 0 0,1-1 0 0 0,0 1 1 0 0,0 0-1 0 0,0 0 0 0 0,0 0 1 0 0,1 1-1 0 0,-1-1 0 0 0,1 1 0 0 0,0 0 1 0 0,-1 0-1 0 0,1 0 0 0 0,7-2 1 0 0,-11 5 2 0 0,0-1-1 0 0,1 0 1 0 0,-1 1 0 0 0,1-1 0 0 0,-1 0 0 0 0,1 0 0 0 0,-1 1 0 0 0,0-1 0 0 0,1 1 0 0 0,-1-1 0 0 0,0 0 0 0 0,1 1 0 0 0,-1-1 0 0 0,0 1 0 0 0,1-1 0 0 0,-1 1 0 0 0,0-1 0 0 0,0 1 0 0 0,0-1 0 0 0,0 1 0 0 0,1-1 0 0 0,-1 1 0 0 0,0-1 0 0 0,0 1 0 0 0,0-1 0 0 0,0 1 0 0 0,0 0-1 0 0,0-1 1 0 0,0 1 0 0 0,0-1 0 0 0,-1 1 0 0 0,1-1 0 0 0,0 1 0 0 0,0-1 0 0 0,0 1 0 0 0,0-1 0 0 0,-1 1 0 0 0,1 11 147 0 0,0 240 1015 0 0,0-238-1190 0 0,1 0 0 0 0,1 0 0 0 0,1-1 0 0 0,0 1 0 0 0,8 24 0 0 0,-6-25 5 0 0,25 64-576 0 0,-29-75 475 0 0,0-1 0 0 0,0 1-1 0 0,0 0 1 0 0,1-1 0 0 0,-1 1-1 0 0,0-1 1 0 0,1 1-1 0 0,0-1 1 0 0,-1 0 0 0 0,1 1-1 0 0,0-1 1 0 0,-1 0 0 0 0,1 0-1 0 0,0 0 1 0 0,0-1-1 0 0,0 1 1 0 0,0 0 0 0 0,0-1-1 0 0,0 1 1 0 0,0-1-1 0 0,0 0 1 0 0,2 1 0 0 0,2-1-372 0 0,-1 0 1 0 0,0-1-1 0 0,1 1 1 0 0,-1-1-1 0 0,0 0 1 0 0,1 0-1 0 0,-1-1 0 0 0,7-3 1 0 0,19-12-5133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6 480 0 0,'-13'-2'1515'0'0,"1"0"0"0"0,-1 1 0 0 0,0 1 0 0 0,1 0 0 0 0,-1 1 0 0 0,-21 3 0 0 0,34-3-1456 0 0,-1-1-1 0 0,1 0 0 0 0,-1 1 1 0 0,1-1-1 0 0,0 1 1 0 0,-1-1-1 0 0,1 1 1 0 0,0-1-1 0 0,-1 1 0 0 0,1-1 1 0 0,0 1-1 0 0,-1-1 1 0 0,1 1-1 0 0,0-1 1 0 0,0 1-1 0 0,0 0 1 0 0,0-1-1 0 0,0 1 0 0 0,0-1 1 0 0,0 1-1 0 0,0 0 1 0 0,0-1-1 0 0,0 1 1 0 0,0-1-1 0 0,0 1 1 0 0,0 0-1 0 0,0-1 0 0 0,0 1 1 0 0,0-1-1 0 0,1 1 1 0 0,-1-1-1 0 0,0 1 1 0 0,1 0-1 0 0,-1-1 0 0 0,0 1 1 0 0,1-1-1 0 0,-1 1 1 0 0,0-1-1 0 0,1 0 1 0 0,-1 1-1 0 0,1 0 1 0 0,8 11 202 0 0,1 0 1 0 0,0 0 0 0 0,0-1-1 0 0,1 0 1 0 0,1 0 0 0 0,0-1 0 0 0,0-1-1 0 0,16 9 1 0 0,12 4-319 0 0,62 25 0 0 0,-12-5-267 0 0,-19-9-4128 0 0,-61-28 3618 0 0,-10-5 755 0 0,0 0 0 0 0,0 0-1 0 0,0 0 1 0 0,0 0 0 0 0,0 0 0 0 0,-1 0-1 0 0,1 0 1 0 0,0 0 0 0 0,0 0 0 0 0,0 0-1 0 0,0 0 1 0 0,0 1 0 0 0,0-1 0 0 0,0 0-1 0 0,0 0 1 0 0,0 0 0 0 0,0 0 0 0 0,0 0 0 0 0,0 0-1 0 0,0 0 1 0 0,0 0 0 0 0,0 0 0 0 0,0 1-1 0 0,0-1 1 0 0,0 0 0 0 0,0 0 0 0 0,0 0-1 0 0,0 0 1 0 0,-9 2-1271 0 0,4 3-2292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6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55 408 3282 0 0,'-31'-6'3441'0'0,"7"1"-1520"0"0,24-15-961 0 0,0 1-479 0 0,24-13-161 0 0,37-26-80 0 0,-1-36 0 0 0,31 30-80 0 0,-1 20-480 0 0,1 11-2721 0 0,-1 1-4563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6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62 153 2321 0 0,'-56'0'7017'0'0,"51"0"-5630"0"0,5-1-960 0 0,0 0-422 0 0,0 1 0 0 0,0-1 0 0 0,0 0 1 0 0,0 0-1 0 0,0 0 0 0 0,0 0 0 0 0,0 0 0 0 0,0 0 1 0 0,0 0-1 0 0,1 0 0 0 0,-1 0 0 0 0,0 0 0 0 0,1 0 1 0 0,-1 1-1 0 0,0-1 0 0 0,1 0 0 0 0,-1 0 0 0 0,1 0 1 0 0,-1 1-1 0 0,1-1 0 0 0,0 0 0 0 0,-1 1 0 0 0,1-1 1 0 0,0 0-1 0 0,0 1 0 0 0,-1-1 0 0 0,1 1 0 0 0,0-1 1 0 0,0 1-1 0 0,0-1 0 0 0,-1 1 0 0 0,1 0 1 0 0,2-1-1 0 0,-2 1-1 0 0,-1 0-1 0 0,1-1 1 0 0,0 1 0 0 0,-1 0 0 0 0,1 0 0 0 0,0-1-1 0 0,-1 1 1 0 0,1 0 0 0 0,-1-1 0 0 0,1 1 0 0 0,0 0 0 0 0,-1-1-1 0 0,1 1 1 0 0,-1-1 0 0 0,1 1 0 0 0,-1-1 0 0 0,0 0-1 0 0,1 1 1 0 0,-1-1 0 0 0,1 1 0 0 0,-1-1 0 0 0,0 0 0 0 0,1 1-1 0 0,-1-1 1 0 0,0 0 0 0 0,0 1 0 0 0,0-1 0 0 0,0 0-1 0 0,1 1 1 0 0,-1-1 0 0 0,0 0 0 0 0,0 1 0 0 0,0-2 0 0 0,0 0 7 0 0,0 1 1 0 0,0-1-1 0 0,0 1 1 0 0,1-1-1 0 0,-1 1 1 0 0,1-1-1 0 0,-1 1 1 0 0,1-1-1 0 0,0 1 1 0 0,-1-1-1 0 0,1 1 1 0 0,0 0-1 0 0,0 0 1 0 0,0-1-1 0 0,0 1 1 0 0,0 0-1 0 0,0 0 1 0 0,0 0-1 0 0,0 0 1 0 0,2-1-1 0 0,6-6 68 0 0,-5 1 4 0 0,1-1-17 0 0,0 0 1 0 0,1 0-1 0 0,0 1 0 0 0,0 0 0 0 0,0 0 1 0 0,1 1-1 0 0,8-7 0 0 0,-18 18 77 0 0,0 0 0 0 0,1 0 0 0 0,0 0 0 0 0,0 1 0 0 0,0-1 0 0 0,0 1 0 0 0,1 0 0 0 0,0-1 0 0 0,0 1 0 0 0,1 0 0 0 0,-1 6 0 0 0,-4 86 476 0 0,8-52-561 0 0,2 0 1 0 0,2-1 0 0 0,2 0 0 0 0,22 64-1 0 0,-28-99-4 0 0,-1-3-75 0 0,0 0 1 0 0,0 0-1 0 0,0 0 1 0 0,1 0-1 0 0,1 0 1 0 0,-1-1-1 0 0,6 9 1 0 0,-7-14-117 0 0,-1 1 0 0 0,1-1 0 0 0,-1 0 0 0 0,1 0 1 0 0,0 0-1 0 0,-1 0 0 0 0,1 0 0 0 0,0 0 0 0 0,0 0 1 0 0,0 0-1 0 0,0-1 0 0 0,0 1 0 0 0,0-1 0 0 0,0 1 1 0 0,0-1-1 0 0,0 0 0 0 0,0 0 0 0 0,0 0 0 0 0,0 0 0 0 0,0 0 1 0 0,0 0-1 0 0,0 0 0 0 0,0-1 0 0 0,0 1 0 0 0,0-1 1 0 0,0 1-1 0 0,-1-1 0 0 0,1 0 0 0 0,0 0 0 0 0,0 0 0 0 0,0 0 1 0 0,-1 0-1 0 0,4-3 0 0 0,49-30-4198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90 1361 0 0,'-1'4'432'0'0,"0"-1"0"0"0,-1 1 0 0 0,1 0 0 0 0,-1-1 0 0 0,0 1 0 0 0,0-1 0 0 0,0 0 1 0 0,0 0-1 0 0,-1 0 0 0 0,1 0 0 0 0,-1 0 0 0 0,0 0 0 0 0,-5 4 0 0 0,-47 37 2424 0 0,53-43-2717 0 0,-10 8 223 0 0,-34 27-11 0 0,44-34-350 0 0,0 0-1 0 0,0 0 0 0 0,0 1 1 0 0,1-1-1 0 0,-1 0 1 0 0,0 1-1 0 0,1-1 1 0 0,0 1-1 0 0,-1-1 0 0 0,1 1 1 0 0,0 0-1 0 0,0-1 1 0 0,1 1-1 0 0,-1 0 1 0 0,0 5-1 0 0,3 1 97 0 0,1-1 1 0 0,0 1-1 0 0,0-1 1 0 0,1 1-1 0 0,0-1 0 0 0,1 0 1 0 0,-1 0-1 0 0,2-1 0 0 0,10 13 1 0 0,-6-13 58 0 0,0 0 1 0 0,0 0-1 0 0,0-1 1 0 0,1-1-1 0 0,0 0 1 0 0,0 0-1 0 0,0-1 1 0 0,1-1-1 0 0,20 4 1 0 0,103 12 532 0 0,-131-19-689 0 0,16 3 6 0 0,0-2 0 0 0,1 0 0 0 0,-1-1 0 0 0,1-2 1 0 0,-1 0-1 0 0,0-1 0 0 0,0 0 0 0 0,0-2 0 0 0,0-1 0 0 0,23-9 0 0 0,-38 13-43 0 0,0 0 0 0 0,-1 0 0 0 0,0-1 0 0 0,1 1-1 0 0,-1-1 1 0 0,0 0 0 0 0,0 0 0 0 0,0-1 0 0 0,-1 1 0 0 0,1-1 0 0 0,-1 0 0 0 0,0 1 0 0 0,0-2 0 0 0,0 1 0 0 0,-1 0-1 0 0,1 0 1 0 0,-1-1 0 0 0,0 0 0 0 0,2-5 0 0 0,-3 3-41 0 0,0-1 1 0 0,0 1-1 0 0,0-1 1 0 0,-1 1-1 0 0,0-1 0 0 0,-1 0 1 0 0,1 1-1 0 0,-2-1 0 0 0,1 1 1 0 0,-1 0-1 0 0,-4-12 0 0 0,0 2-50 0 0,-1 1-1 0 0,-1 0 0 0 0,0 0 0 0 0,-2 1 1 0 0,1 0-1 0 0,-2 1 0 0 0,0 0 0 0 0,-1 1 0 0 0,-24-23 1 0 0,27 29-11 0 0,-1 0 0 0 0,0 0 1 0 0,0 1-1 0 0,0 0 1 0 0,-1 1-1 0 0,0 0 1 0 0,0 0-1 0 0,0 2 0 0 0,-1-1 1 0 0,1 1-1 0 0,-1 1 1 0 0,0 0-1 0 0,0 1 0 0 0,0 0 1 0 0,0 1-1 0 0,0 0 1 0 0,-15 2-1 0 0,-34 8-2662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4:4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66 800 0 0,'25'-17'6830'0'0,"-86"11"-4258"0"0,47 4-2367 0 0,1 0 1 0 0,0 0 0 0 0,-1 2 0 0 0,0 0-1 0 0,1 0 1 0 0,-1 1 0 0 0,1 0 0 0 0,-1 2-1 0 0,-15 3 1 0 0,19-2-42 0 0,-1-1-1 0 0,-1-1 1 0 0,1 0 0 0 0,-18 1 0 0 0,-43 9 791 0 0,34 0-343 0 0,24-9-435 0 0,0 2-1 0 0,0 0 0 0 0,1 1 1 0 0,-15 8-1 0 0,25-12-131 0 0,1 0-1 0 0,-1 0 1 0 0,1 0 0 0 0,0 0-1 0 0,-1 0 1 0 0,1 1-1 0 0,0-1 1 0 0,0 1 0 0 0,1-1-1 0 0,-1 1 1 0 0,1 0-1 0 0,-1 0 1 0 0,1 0 0 0 0,0 0-1 0 0,0 0 1 0 0,0 0-1 0 0,0 0 1 0 0,1 0 0 0 0,-1 0-1 0 0,1 0 1 0 0,0 0-1 0 0,0 1 1 0 0,0-1 0 0 0,0 0-1 0 0,1 0 1 0 0,-1 0-1 0 0,1 0 1 0 0,-1 0 0 0 0,1 0-1 0 0,0 0 1 0 0,3 5-1 0 0,0 0-18 0 0,1-1 0 0 0,0 1 0 0 0,1-1 1 0 0,0 0-1 0 0,0 0 0 0 0,1 0 0 0 0,-1-1 0 0 0,1 0 0 0 0,1-1 0 0 0,-1 1 0 0 0,1-1 0 0 0,0-1 0 0 0,0 1 0 0 0,0-2 0 0 0,1 1 0 0 0,-1-1 0 0 0,1 0 0 0 0,0-1 0 0 0,13 3 0 0 0,-1-1-73 0 0,0-1 0 0 0,1-1 1 0 0,-1-1-1 0 0,0 0 0 0 0,0-2 1 0 0,1-1-1 0 0,30-5 0 0 0,-35 3-20 0 0,-7 3 4 0 0,-1-1 1 0 0,1-1-1 0 0,-1 0 1 0 0,0 0-1 0 0,0 0 1 0 0,14-8-1 0 0,-20 9 55 0 0,-1 0 0 0 0,0 1 0 0 0,-1-1 0 0 0,1 0 0 0 0,0 0 0 0 0,0 0 0 0 0,-1 0 0 0 0,1 0 0 0 0,-1 0 0 0 0,0 0 0 0 0,0-1 0 0 0,1 1 0 0 0,-1 0 0 0 0,-1-1 1 0 0,1 1-1 0 0,0-1 0 0 0,-1 1 0 0 0,1-1 0 0 0,-1 1 0 0 0,0-1 0 0 0,0 0 0 0 0,0 1 0 0 0,0-1 0 0 0,0 1 0 0 0,0-1 0 0 0,-1 1 0 0 0,1-1 0 0 0,-1 1 0 0 0,0-1 0 0 0,0 1 0 0 0,-1-4 0 0 0,-5-7 43 0 0,0 0 0 0 0,-1 0 0 0 0,0 1 0 0 0,-1 0 1 0 0,0 0-1 0 0,-1 1 0 0 0,0 0 0 0 0,-1 1 0 0 0,0 0 0 0 0,-15-9 1 0 0,14 9 27 0 0,0 1 1 0 0,-1 0-1 0 0,0 1 1 0 0,0 1-1 0 0,-1 0 1 0 0,0 0-1 0 0,-23-6 1 0 0,25 10-98 0 0,1 1 0 0 0,-1 0-1 0 0,1 1 1 0 0,-1 0 0 0 0,0 1 0 0 0,0 1 0 0 0,1-1 0 0 0,-1 2 0 0 0,0 0 0 0 0,-15 4 0 0 0,10-1-419 0 0,5-2-51 0 0,-1 0-1 0 0,1 1 1 0 0,-21 10 0 0 0,31-13 292 0 0,0 0 1 0 0,0 0-1 0 0,0 0 0 0 0,-1 1 1 0 0,1 0-1 0 0,1-1 0 0 0,-1 1 1 0 0,0 0-1 0 0,0 0 0 0 0,1 0 1 0 0,-1 0-1 0 0,1 0 0 0 0,-1 0 1 0 0,1 0-1 0 0,0 0 0 0 0,0 1 1 0 0,0-1-1 0 0,0 0 0 0 0,1 1 1 0 0,-1-1-1 0 0,0 1 0 0 0,1-1 1 0 0,-1 6-1 0 0,1 24-5337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0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961 155 480 0 0,'-3'-1'455'0'0,"0"-1"1"0"0,0 1-1 0 0,-1 0 0 0 0,1 0 0 0 0,-1 0 0 0 0,1 1 1 0 0,-1-1-1 0 0,1 1 0 0 0,-1 0 0 0 0,1 0 1 0 0,-1 0-1 0 0,1 1 0 0 0,-5 0 0 0 0,-5-1 589 0 0,2 0-479 0 0,-149 7 2858 0 0,146-5-3396 0 0,0 0-1 0 0,0 1 1 0 0,0 0 0 0 0,0 1 0 0 0,1 1-1 0 0,-1 0 1 0 0,1 1 0 0 0,0 0-1 0 0,-14 10 1 0 0,17-9-13 0 0,1 0 26 0 0,0-1 0 0 0,0 0 0 0 0,-1 0 0 0 0,0-1 0 0 0,0-1 0 0 0,0 1 0 0 0,-1-2 0 0 0,1 1 0 0 0,-1-2 0 0 0,0 1 0 0 0,-15 0 0 0 0,-4 5 253 0 0,25-3-259 0 0,0 4-41 0 0,-50 28 20 0 0,47-35 6 0 0,7-2-10 0 0,0 1-1 0 0,0-1 1 0 0,0 0-1 0 0,0 0 1 0 0,0 1-1 0 0,0-1 1 0 0,0 1 0 0 0,0-1-1 0 0,0 1 1 0 0,0-1-1 0 0,0 1 1 0 0,0-1 0 0 0,0 1-1 0 0,0 0 1 0 0,1-1-1 0 0,-1 1 1 0 0,0 0 0 0 0,1 0-1 0 0,-1 0 1 0 0,0 0-1 0 0,1 0 1 0 0,-1 0-1 0 0,1-1 1 0 0,-1 1 0 0 0,1 0-1 0 0,0 1 1 0 0,-1-1-1 0 0,1 0 1 0 0,0 0 0 0 0,0 0-1 0 0,-1 1 1 0 0,1-1 5 0 0,0 1 1 0 0,0-1-1 0 0,0 1 1 0 0,-1-1-1 0 0,1 1 1 0 0,0-1-1 0 0,-1 1 1 0 0,0-1-1 0 0,1 0 1 0 0,-1 1-1 0 0,0-1 1 0 0,1 0-1 0 0,-1 1 1 0 0,0-1-1 0 0,0 0 1 0 0,0 0-1 0 0,0 0 1 0 0,0 0-1 0 0,-2 1 1 0 0,-8 10 122 0 0,-19 43 316 0 0,29-53-442 0 0,0-1 0 0 0,0 1 1 0 0,0 0-1 0 0,0 0 0 0 0,0 0 0 0 0,1 0 0 0 0,-1 0 0 0 0,1 0 1 0 0,-1 0-1 0 0,1 0 0 0 0,0 0 0 0 0,0 0 0 0 0,0 0 0 0 0,0 1 0 0 0,0-1 1 0 0,0 0-1 0 0,1 0 0 0 0,-1 0 0 0 0,1 0 0 0 0,-1 0 0 0 0,1 0 0 0 0,0 0 1 0 0,0 0-1 0 0,0 0 0 0 0,0-1 0 0 0,0 1 0 0 0,0 0 0 0 0,0 0 1 0 0,0-1-1 0 0,1 1 0 0 0,2 2 0 0 0,-2-2-2 0 0,0-1 1 0 0,-1 1-1 0 0,1 0 1 0 0,-1 0-1 0 0,0 0 1 0 0,0 0-1 0 0,0 1 1 0 0,0-1-1 0 0,0 0 1 0 0,0 0-1 0 0,0 1 1 0 0,0 3-1 0 0,-1 95 165 0 0,0-100-173 0 0,0 0 0 0 0,0-1 0 0 0,0 1 1 0 0,0 0-1 0 0,0-1 0 0 0,0 1 0 0 0,0 0 1 0 0,0 0-1 0 0,-1-1 0 0 0,1 1 0 0 0,0 0 0 0 0,0-1 1 0 0,-1 1-1 0 0,1 0 0 0 0,0-1 0 0 0,-1 1 1 0 0,1-1-1 0 0,-1 1 0 0 0,1 0 0 0 0,-1-1 0 0 0,1 1 1 0 0,-1-1-1 0 0,0 0 0 0 0,1 1 0 0 0,-1-1 1 0 0,1 1-1 0 0,-1-1 0 0 0,0 0 0 0 0,1 1 0 0 0,-1-1 1 0 0,0 0-1 0 0,1 0 0 0 0,-2 1 0 0 0,1-1 0 0 0,0 0 0 0 0,0 0 0 0 0,1 0-1 0 0,-1 1 1 0 0,0-1 0 0 0,0 0-1 0 0,1 1 1 0 0,-1-1 0 0 0,0 1 0 0 0,0-1-1 0 0,1 1 1 0 0,-1-1 0 0 0,1 1 0 0 0,-1-1-1 0 0,0 1 1 0 0,1 0 0 0 0,-1-1 0 0 0,1 1-1 0 0,-1 0 1 0 0,1 0 0 0 0,0-1 0 0 0,-1 1-1 0 0,1 0 1 0 0,0 0 0 0 0,-1-1 0 0 0,1 1-1 0 0,0 0 1 0 0,0 0 0 0 0,0 0 0 0 0,0 0-1 0 0,0-1 1 0 0,0 1 0 0 0,0 1-1 0 0,1 10 10 0 0,-1-8 2 0 0,1-1-1 0 0,-1 1 1 0 0,0-1-1 0 0,0 0 1 0 0,0 1 0 0 0,0-1-1 0 0,0 1 1 0 0,-1-1-1 0 0,0 1 1 0 0,0-1-1 0 0,0 0 1 0 0,-2 6 0 0 0,-7 0 14 0 0,9-8-24 0 0,0 0 1 0 0,-1 0 0 0 0,1 0-1 0 0,0 0 1 0 0,0 0 0 0 0,0 1 0 0 0,0-1-1 0 0,0 0 1 0 0,0 1 0 0 0,0-1-1 0 0,1 1 1 0 0,-1-1 0 0 0,0 1-1 0 0,1-1 1 0 0,-1 1 0 0 0,1-1-1 0 0,0 1 1 0 0,-1-1 0 0 0,1 1-1 0 0,0 0 1 0 0,0-1 0 0 0,0 1 0 0 0,0 0-1 0 0,1 1 1 0 0,-1 270 144 0 0,0-273-148 0 0,0 1 0 0 0,-1 0 0 0 0,1-1 0 0 0,0 1 0 0 0,0 0 0 0 0,0-1 1 0 0,-1 1-1 0 0,1 0 0 0 0,0-1 0 0 0,-1 1 0 0 0,1-1 0 0 0,0 1 0 0 0,-1 0 1 0 0,1-1-1 0 0,-1 1 0 0 0,1-1 0 0 0,-1 0 0 0 0,1 1 0 0 0,-1-1 0 0 0,0 1 0 0 0,1-1 1 0 0,-1 0-1 0 0,1 1 0 0 0,-1-1 0 0 0,0 0 0 0 0,1 0 0 0 0,-1 1 0 0 0,0-1 1 0 0,1 0-1 0 0,-1 0 0 0 0,0 0 0 0 0,1 0 0 0 0,-1 0 0 0 0,0 0 0 0 0,0 0 0 0 0,1 0 1 0 0,-1 0-1 0 0,0 0 0 0 0,1-1 0 0 0,-1 1 0 0 0,0 0 0 0 0,-2 0-2 0 0,2 0 5 0 0,1-1 0 0 0,0 1 0 0 0,0 0-1 0 0,0 0 1 0 0,0 0 0 0 0,-1 0 0 0 0,1 0 0 0 0,0 1 0 0 0,0-1 0 0 0,0 0 0 0 0,-1 0 0 0 0,1 0 0 0 0,0 0 0 0 0,0 0 0 0 0,0 0 0 0 0,-1 0 0 0 0,1 0 0 0 0,0 0 0 0 0,0 0 0 0 0,0 0 0 0 0,0 1 0 0 0,0-1 0 0 0,-1 0 0 0 0,1 0 0 0 0,0 0 0 0 0,0 0 0 0 0,0 0-1 0 0,0 1 1 0 0,0-1 0 0 0,0 0 0 0 0,0 0 0 0 0,-1 0 0 0 0,1 1 0 0 0,0-1 0 0 0,0 0 0 0 0,0 0 0 0 0,0 0 0 0 0,0 1 0 0 0,0-1 0 0 0,0 0 0 0 0,0 0 0 0 0,0 0 0 0 0,0 0 0 0 0,0 1 0 0 0,0-1 0 0 0,-4 8 121 0 0,1-7-120 0 0,0 0 1 0 0,0 0-1 0 0,0 0 0 0 0,0 0 1 0 0,0 0-1 0 0,0 1 0 0 0,1-1 1 0 0,-1 1-1 0 0,1 0 0 0 0,-1 0 1 0 0,1 0-1 0 0,0 0 0 0 0,-1 0 1 0 0,1 1-1 0 0,0-1 0 0 0,1 1 1 0 0,-1-1-1 0 0,0 1 0 0 0,1 0 1 0 0,-1 0-1 0 0,1-1 0 0 0,0 1 1 0 0,0 0-1 0 0,0 0 0 0 0,0 0 1 0 0,1 0-1 0 0,-1 0 0 0 0,1 0 1 0 0,0 1-1 0 0,0-1 0 0 0,0 6 1 0 0,0-7 5 0 0,0-1 0 0 0,0 1 0 0 0,0 0 0 0 0,-1 0 0 0 0,1-1 1 0 0,-1 1-1 0 0,1 0 0 0 0,-1-1 0 0 0,1 1 0 0 0,-1 0 0 0 0,0-1 0 0 0,0 1 1 0 0,0-1-1 0 0,0 1 0 0 0,0-1 0 0 0,0 0 0 0 0,0 1 0 0 0,-2 0 0 0 0,1-1-11 0 0,1 1 0 0 0,0-1 0 0 0,-1 1 0 0 0,1-1 0 0 0,0 1 0 0 0,0 0 0 0 0,0 0 0 0 0,0-1-1 0 0,0 1 1 0 0,0 0 0 0 0,1 0 0 0 0,-1 0 0 0 0,0 0 0 0 0,1 0 0 0 0,0 0 0 0 0,-1 0-1 0 0,1 0 1 0 0,0 2 0 0 0,0-3-1 0 0,-1 1 0 0 0,1-1 0 0 0,-1 0 0 0 0,0 0 0 0 0,1 0 0 0 0,-1-1 0 0 0,0 1 0 0 0,0 0 0 0 0,0 0 0 0 0,1 0 0 0 0,-1 0 0 0 0,0-1 0 0 0,0 1 0 0 0,0 0 0 0 0,0-1 0 0 0,0 1 0 0 0,0-1 0 0 0,-1 1 0 0 0,1-1 0 0 0,0 0 0 0 0,0 1 0 0 0,-2-1 0 0 0,0 1 5 0 0,3-1 0 0 0,-1 0 0 0 0,1 1-1 0 0,0-1 1 0 0,-1 0 0 0 0,1 0-1 0 0,0 0 1 0 0,0 0-1 0 0,-1 0 1 0 0,1 0 0 0 0,0 1-1 0 0,-1-1 1 0 0,1 0-1 0 0,0 0 1 0 0,0 0 0 0 0,0 1-1 0 0,-1-1 1 0 0,1 0-1 0 0,0 0 1 0 0,0 1 0 0 0,0-1-1 0 0,-1 0 1 0 0,1 0-1 0 0,0 1 1 0 0,0-1 0 0 0,0 0-1 0 0,0 1 1 0 0,0-1-1 0 0,0 0 1 0 0,0 1 0 0 0,0-1-1 0 0,0 0 1 0 0,0 0-1 0 0,0 1 1 0 0,0-1 0 0 0,0 0-1 0 0,0 1 1 0 0,0-1-1 0 0,0 0 1 0 0,0 1 0 0 0,0-1-1 0 0,0 0 1 0 0,0 1-1 0 0,0-1 1 0 0,1 1 0 0 0,-1-2-3 0 0,0 1 0 0 0,0 0 0 0 0,0 0-1 0 0,-1 0 1 0 0,1 0 0 0 0,0 0 0 0 0,0 0 0 0 0,0 0 0 0 0,0 0 0 0 0,0 0 0 0 0,0 0 0 0 0,0 0 0 0 0,-1-1 0 0 0,1 1 0 0 0,0 0 0 0 0,0 0 0 0 0,0 0 0 0 0,0 0 0 0 0,0 0-1 0 0,0 0 1 0 0,-1 0 0 0 0,1 0 0 0 0,0 0 0 0 0,0 0 0 0 0,0 0 0 0 0,0 0 0 0 0,0 0 0 0 0,0 0 0 0 0,-1 0 0 0 0,1 1 0 0 0,0-1 0 0 0,0 0 0 0 0,0 0 0 0 0,0 0 0 0 0,0 0-1 0 0,0 0 1 0 0,0 0 0 0 0,-1 0 0 0 0,1 0 0 0 0,0 0 0 0 0,0 0 0 0 0,0 1 0 0 0,0-1 0 0 0,0 0 0 0 0,0 0 0 0 0,0 0 0 0 0,0 0 0 0 0,0 0 0 0 0,0 0 0 0 0,0 0 0 0 0,0 1-1 0 0,0-1 1 0 0,0 0 0 0 0,0 0 0 0 0,-1 0 0 0 0,1 0 0 0 0,0 0 0 0 0,0 0 0 0 0,0 1 0 0 0,1-1 0 0 0,-1 0 0 0 0,0 0 0 0 0,0 0 0 0 0,0 0 0 0 0,0 0 0 0 0,0 0 0 0 0,0 1-1 0 0,-20-1-24 0 0,15 0-41 0 0,5-37-1200 0 0,0 10 1267 0 0,0 28 20 0 0,0 1 0 0 0,0-1 1 0 0,1 1-1 0 0,-1-1 0 0 0,0 0 1 0 0,1 1-1 0 0,-1-1 0 0 0,1 0 1 0 0,0 0-1 0 0,-1 1 0 0 0,1-1 1 0 0,0 0-1 0 0,0 0 0 0 0,0 0 1 0 0,0 0-1 0 0,0 0 0 0 0,0 0 1 0 0,0 0-1 0 0,0 0 0 0 0,0 0 1 0 0,0-1-1 0 0,1 1 0 0 0,-1 0 1 0 0,2 0-1 0 0,1 1 5 0 0,-3 2 1 0 0,1-1-1 0 0,-1 0 0 0 0,0 0 0 0 0,0 1 0 0 0,-1-1 1 0 0,1 1-1 0 0,-1-1 0 0 0,1 0 0 0 0,-1 1 0 0 0,0-1 1 0 0,0 1-1 0 0,-1-1 0 0 0,0 7 0 0 0,0 0 9 0 0,1-7-34 0 0,0 0-1 0 0,0 0 0 0 0,-1 0 0 0 0,1 0 1 0 0,-1 0-1 0 0,0 0 0 0 0,0 0 1 0 0,0 0-1 0 0,0 0 0 0 0,0 0 0 0 0,-1-1 1 0 0,1 1-1 0 0,-4 4 0 0 0,3-4-1 0 0,0-1 0 0 0,1 1 0 0 0,-1-1 0 0 0,1 1 0 0 0,-1 0-1 0 0,1 0 1 0 0,0 0 0 0 0,0 0 0 0 0,1 0 0 0 0,-1 0 0 0 0,0 0 0 0 0,1 0-1 0 0,0 6 1 0 0,1 10-11 0 0,-1-14 12 0 0,1 0 0 0 0,-1 0-1 0 0,0 1 1 0 0,0-1 0 0 0,0 0 0 0 0,-1 0-1 0 0,0 1 1 0 0,0-1 0 0 0,0 0 0 0 0,-2 5 0 0 0,-5-2-31 0 0,7-7 33 0 0,0 0 0 0 0,-1 0 0 0 0,1 0 0 0 0,0-1 0 0 0,0 1 0 0 0,0 1-1 0 0,0-1 1 0 0,0 0 0 0 0,0 0 0 0 0,0 0 0 0 0,0 0 0 0 0,0 1 0 0 0,1-1-1 0 0,-1 0 1 0 0,0 1 0 0 0,1-1 0 0 0,-1 1 0 0 0,1-1 0 0 0,0 1 0 0 0,-1-1 0 0 0,1 1-1 0 0,0-1 1 0 0,0 1 0 0 0,0-1 0 0 0,0 1 0 0 0,0-1 0 0 0,0 1 0 0 0,1-1-1 0 0,-1 1 1 0 0,0-1 0 0 0,1 0 0 0 0,-1 1 0 0 0,1-1 0 0 0,-1 1 0 0 0,3 2 0 0 0,6 5-26 0 0,-8-8 23 0 0,0 0 0 0 0,1 0 0 0 0,-1 0 0 0 0,0 1 0 0 0,0-1 0 0 0,0 1 0 0 0,0-1 0 0 0,0 1 1 0 0,0-1-1 0 0,0 1 0 0 0,0-1 0 0 0,-1 1 0 0 0,1 0 0 0 0,-1-1 0 0 0,1 1 0 0 0,-1 0 0 0 0,1 0 0 0 0,-1-1 1 0 0,0 1-1 0 0,0 0 0 0 0,0 3 0 0 0,0-4-1 0 0,0 0 0 0 0,0 0 1 0 0,1 0-1 0 0,-1-1 0 0 0,1 1 1 0 0,-1 0-1 0 0,1 0 0 0 0,-1 0 1 0 0,1-1-1 0 0,-1 1 0 0 0,1 0 1 0 0,-1 0-1 0 0,1-1 0 0 0,0 1 0 0 0,0-1 1 0 0,-1 1-1 0 0,1-1 0 0 0,0 1 1 0 0,0-1-1 0 0,0 1 0 0 0,-1-1 1 0 0,1 0-1 0 0,0 1 0 0 0,0-1 0 0 0,0 0 1 0 0,0 0-1 0 0,0 1 0 0 0,0-1 1 0 0,0 0-1 0 0,1 0 0 0 0,1 0-6 0 0,15 3-5 0 0,0-1 1 0 0,1 0 0 0 0,-1-2 0 0 0,37-3 0 0 0,3 1 12 0 0,479-6 174 0 0,-300 1-119 0 0,-185 3-79 0 0,1-3 1 0 0,-1-1-1 0 0,0-4 1 0 0,-1-1-1 0 0,95-39 1 0 0,-114 39 132 0 0,-2 0 1 0 0,0-3 0 0 0,-1 0-1 0 0,0-2 1 0 0,-1-1 0 0 0,46-42-1 0 0,-70 56-53 0 0,0 0 0 0 0,-1 0 0 0 0,1 0 0 0 0,-1 0 0 0 0,0-1 1 0 0,0 0-1 0 0,-1 1 0 0 0,0-1 0 0 0,0 0 0 0 0,0 0 0 0 0,0 0 0 0 0,0-10 0 0 0,0-7 111 0 0,-1 0 1 0 0,-3-26-1 0 0,0 0 87 0 0,1 32-199 0 0,-1 1 0 0 0,0-1 1 0 0,-8-26-1 0 0,6 26-45 0 0,0 0 0 0 0,1 0 0 0 0,-1-27 0 0 0,4 10-8 0 0,1 17 15 0 0,-1-1 1 0 0,0 1-1 0 0,-6-29 1 0 0,-14-14 9 0 0,10 4 28 0 0,-10 3-41 0 0,13 26-13 0 0,5 17 0 0 0,0 1 0 0 0,-1 0 0 0 0,0 0 0 0 0,-1 1 0 0 0,1-1 0 0 0,-9-12 0 0 0,-27-44 1 0 0,17 27 3 0 0,-2 0 0 0 0,-41-49 0 0 0,34 55 71 0 0,-1 1 0 0 0,-2 2 0 0 0,0 0-1 0 0,-46-26 1 0 0,56 40-105 0 0,-1 1-1 0 0,-1 1 1 0 0,0 1 0 0 0,-1 2 0 0 0,0 0-1 0 0,0 2 1 0 0,-1 1 0 0 0,0 1 0 0 0,0 1 0 0 0,-1 2-1 0 0,1 0 1 0 0,-1 2 0 0 0,0 2 0 0 0,-38 4-1 0 0,56-3-127 0 0,1 1 0 0 0,-1-1-1 0 0,0 2 1 0 0,1 0 0 0 0,0 0-1 0 0,0 0 1 0 0,0 2 0 0 0,-18 11-1 0 0,24-13 12 0 0,-1-1-1 0 0,1 1 1 0 0,0 0-1 0 0,0 0 1 0 0,0 1-1 0 0,1-1 1 0 0,0 1-1 0 0,0-1 1 0 0,0 1-1 0 0,0 0 1 0 0,1 0-1 0 0,-1 1 1 0 0,1-1-1 0 0,1 0 1 0 0,-1 1-1 0 0,1-1 1 0 0,0 1-1 0 0,0 0 1 0 0,0 9-1 0 0,2-6-215 0 0,0 1-1 0 0,1-1 1 0 0,0 1-1 0 0,0-1 1 0 0,1 0-1 0 0,0 0 1 0 0,7 14-1 0 0,41 70-5092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0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27 2401 0 0,'0'-1'114'0'0,"0"-1"1"0"0,0 1-1 0 0,-1 0 1 0 0,1 0-1 0 0,0 0 0 0 0,-1 0 1 0 0,1-1-1 0 0,-1 1 1 0 0,1 0-1 0 0,-1 0 0 0 0,1 0 1 0 0,-1 0-1 0 0,0 0 1 0 0,0 0-1 0 0,1 0 0 0 0,-1 1 1 0 0,0-1-1 0 0,0 0 1 0 0,0 0-1 0 0,0 0 0 0 0,0 1 1 0 0,0-1-1 0 0,0 1 1 0 0,0-1-1 0 0,0 1 0 0 0,0-1 1 0 0,-1 1-1 0 0,1 0 1 0 0,0-1-1 0 0,0 1 0 0 0,0 0 1 0 0,-1 0-1 0 0,1 0 1 0 0,0 0-1 0 0,0 0 0 0 0,0 0 1 0 0,-2 0-1 0 0,-64 9 2169 0 0,-17 12-989 0 0,-124 49 0 0 0,181-60-1237 0 0,-12 7 46 0 0,-11 9 30 0 0,50-26-134 0 0,-1 1 0 0 0,1-1 1 0 0,-1 0-1 0 0,1 0 0 0 0,0 0 0 0 0,-1 0 0 0 0,1 1 0 0 0,0-1 0 0 0,-1 0 0 0 0,1 0 1 0 0,0 1-1 0 0,-1-1 0 0 0,1 0 0 0 0,0 1 0 0 0,0-1 0 0 0,-1 0 0 0 0,1 1 1 0 0,0-1-1 0 0,0 0 0 0 0,-1 1 0 0 0,1-1 0 0 0,0 0 0 0 0,0 1 0 0 0,0-1 1 0 0,0 1-1 0 0,0-1 0 0 0,0 0 0 0 0,0 1 0 0 0,0-1 0 0 0,0 1 0 0 0,0-1 1 0 0,0 1-1 0 0,0-1 0 0 0,0 0 0 0 0,0 1 0 0 0,0-1 0 0 0,0 1 0 0 0,0-1-2 0 0,0 1-1 0 0,1-1 0 0 0,-1 0 1 0 0,0 0-1 0 0,0 1 0 0 0,0-1 0 0 0,0 0 1 0 0,0 0-1 0 0,0 1 0 0 0,0-1 1 0 0,0 0-1 0 0,0 0 0 0 0,0 1 1 0 0,0-1-1 0 0,0 0 0 0 0,0 0 0 0 0,0 1 1 0 0,0-1-1 0 0,0 0 0 0 0,-1 0 1 0 0,1 1-1 0 0,0-1 0 0 0,0 0 1 0 0,0 0-1 0 0,0 0 0 0 0,0 1 0 0 0,-1-1 1 0 0,1 0-1 0 0,0 0 0 0 0,0 0 1 0 0,0 1-1 0 0,-1-1 0 0 0,1 0 1 0 0,0 0-1 0 0,0 0 0 0 0,0 0 0 0 0,-1 0 1 0 0,-1 1-2 0 0,1 0 0 0 0,-1 0 0 0 0,1 0 1 0 0,-1 0-1 0 0,1 0 0 0 0,-1 0 0 0 0,1 0 1 0 0,0 0-1 0 0,-1 1 0 0 0,1-1 0 0 0,0 0 1 0 0,0 1-1 0 0,0-1 0 0 0,0 1 0 0 0,0 0 0 0 0,0-1 1 0 0,1 1-1 0 0,-1-1 0 0 0,0 1 0 0 0,1 0 1 0 0,0 0-1 0 0,-1-1 0 0 0,1 1 0 0 0,0 0 1 0 0,0 0-1 0 0,0 0 0 0 0,0 2 0 0 0,-1-1 28 0 0,1 1-1 0 0,-1-1 1 0 0,0 1-1 0 0,-1-1 0 0 0,1 0 1 0 0,0 1-1 0 0,-1-1 1 0 0,0 0-1 0 0,0 0 0 0 0,0 0 1 0 0,0 0-1 0 0,0 0 1 0 0,0 0-1 0 0,-1-1 0 0 0,0 1 1 0 0,1-1-1 0 0,-1 0 1 0 0,0 0-1 0 0,0 0 0 0 0,0 0 1 0 0,0 0-1 0 0,0-1 1 0 0,-6 3-1 0 0,-25 18 161 0 0,27-18-123 0 0,6-3-53 0 0,0-1-1 0 0,0 0 1 0 0,0 1 0 0 0,0-1-1 0 0,0 1 1 0 0,0-1-1 0 0,0 1 1 0 0,1 0 0 0 0,-1-1-1 0 0,0 1 1 0 0,0 0 0 0 0,1-1-1 0 0,-1 1 1 0 0,0 0 0 0 0,1 0-1 0 0,-1 0 1 0 0,0 0 0 0 0,1-1-1 0 0,-1 1 1 0 0,1 0 0 0 0,0 0-1 0 0,-1 0 1 0 0,1 0 0 0 0,0 0-1 0 0,-1 0 1 0 0,1 2 0 0 0,0-2-2 0 0,0 0 1 0 0,0 0-1 0 0,0 0 1 0 0,-1 0 0 0 0,1 0-1 0 0,0 0 1 0 0,-1 1-1 0 0,1-1 1 0 0,-1 0-1 0 0,1 0 1 0 0,-1 0-1 0 0,1-1 1 0 0,-1 1-1 0 0,0 0 1 0 0,1 0 0 0 0,-1 0-1 0 0,0 0 1 0 0,0 0-1 0 0,0-1 1 0 0,1 1-1 0 0,-1 0 1 0 0,-2 0-1 0 0,2 0 0 0 0,0-1-1 0 0,0 1 0 0 0,0 0 0 0 0,0 0 0 0 0,0 0 0 0 0,0 0 0 0 0,0 0 0 0 0,0 0 1 0 0,0 0-1 0 0,0 0 0 0 0,0 0 0 0 0,1 0 0 0 0,-1 0 0 0 0,1 1 0 0 0,-1-1 0 0 0,1 0 1 0 0,-1 1-1 0 0,1-1 0 0 0,-1 0 0 0 0,1 0 0 0 0,0 1 0 0 0,0-1 0 0 0,0 2 1 0 0,1 14 64 0 0,-1-14-61 0 0,1 1 1 0 0,-1-1 0 0 0,0 1-1 0 0,0 0 1 0 0,0 0 0 0 0,0-1 0 0 0,-1 1-1 0 0,0-1 1 0 0,1 1 0 0 0,-1 0-1 0 0,-3 6 1 0 0,3-9-9 0 0,-2 4 18 0 0,0-1 0 0 0,0 1 1 0 0,1 0-1 0 0,-1 0 0 0 0,1 0 0 0 0,0 0 0 0 0,1 1 0 0 0,-1-1 0 0 0,1 0 0 0 0,0 1 0 0 0,0-1 0 0 0,1 1 0 0 0,0 5 0 0 0,0-9-16 0 0,0-1 0 0 0,0 1 0 0 0,0-1 0 0 0,0 0-1 0 0,-1 1 1 0 0,1-1 0 0 0,0 0 0 0 0,-1 1 0 0 0,1-1-1 0 0,-1 0 1 0 0,1 1 0 0 0,-1-1 0 0 0,0 0 0 0 0,1 0-1 0 0,-1 0 1 0 0,0 1 0 0 0,0-1 0 0 0,0 0 0 0 0,0 0 0 0 0,0 0-1 0 0,0 0 1 0 0,0-1 0 0 0,-1 2 0 0 0,0-1-1 0 0,1 0 0 0 0,0 0 0 0 0,0 0 0 0 0,0-1 0 0 0,0 1 0 0 0,0 0 0 0 0,0 1 0 0 0,0-1-1 0 0,1 0 1 0 0,-1 0 0 0 0,0 0 0 0 0,1 0 0 0 0,-1 1 0 0 0,1-1 0 0 0,-1 0 0 0 0,1 1 0 0 0,-1-1 0 0 0,1 0 0 0 0,0 1 0 0 0,0-1 0 0 0,-1 0 0 0 0,1 1 0 0 0,1 1 0 0 0,-2 9-2 0 0,0-9 2 0 0,1 0 0 0 0,-1 1 0 0 0,1-1 0 0 0,0 1 0 0 0,0-1 1 0 0,1 1-1 0 0,-1-1 0 0 0,0 0 0 0 0,1 1 0 0 0,0-1 0 0 0,0 0 0 0 0,3 6 0 0 0,0-4 6 0 0,-2-4 2 0 0,0 1 0 0 0,0 0 0 0 0,-1 0 0 0 0,1-1 0 0 0,-1 1 0 0 0,1 0 0 0 0,-1 0 0 0 0,0 0 0 0 0,0 1 0 0 0,1-1 0 0 0,-2 0 0 0 0,1 0 0 0 0,0 1 0 0 0,0-1 0 0 0,-1 0 0 0 0,1 1 0 0 0,-1-1 0 0 0,0 0 0 0 0,0 1 0 0 0,0-1 0 0 0,0 1 0 0 0,0 3 0 0 0,-3 48-23 0 0,2-40-2 0 0,0 0 1 0 0,1-1 0 0 0,0 1 0 0 0,1 0 0 0 0,1 0 0 0 0,5 22 0 0 0,1-12 36 0 0,-5-16 3 0 0,0 1 0 0 0,0 0-1 0 0,-1 0 1 0 0,0 0-1 0 0,0 0 1 0 0,0 14 0 0 0,-2-14-26 0 0,1 1 0 0 0,0-1 0 0 0,1 0 0 0 0,0 0 0 0 0,1 0 0 0 0,3 10 0 0 0,-3-11-12 0 0,0 1 1 0 0,0 0 0 0 0,-1 0 0 0 0,-1 0-1 0 0,1 0 1 0 0,-1 10 0 0 0,-2 9 61 0 0,0-21-42 0 0,0 1 1 0 0,1 0-1 0 0,0 0 1 0 0,0-1-1 0 0,1 1 1 0 0,0 0-1 0 0,0-1 1 0 0,4 12 0 0 0,1-7-15 0 0,0 4-27 0 0,-18 3 38 0 0,12-18-3 0 0,-1 0 0 0 0,1 0 1 0 0,0-1-1 0 0,-1 1 1 0 0,1 0-1 0 0,0 0 1 0 0,0 0-1 0 0,0 0 1 0 0,0 0-1 0 0,0 0 1 0 0,0 0-1 0 0,0 0 1 0 0,0 0-1 0 0,0 0 1 0 0,0 0-1 0 0,0 0 1 0 0,1 0-1 0 0,-1 0 0 0 0,0-1 1 0 0,1 1-1 0 0,-1 0 1 0 0,0 0-1 0 0,1 0 1 0 0,-1 0-1 0 0,1-1 1 0 0,0 1-1 0 0,-1 0 1 0 0,1 0-1 0 0,0-1 1 0 0,-1 1-1 0 0,1 0 1 0 0,0-1-1 0 0,0 1 1 0 0,1 0-1 0 0,-1 0 0 0 0,1 0 0 0 0,-1 0-1 0 0,0 1 1 0 0,0-1 0 0 0,0 0 0 0 0,1 1 0 0 0,-2-1-1 0 0,1 1 1 0 0,0-1 0 0 0,0 1 0 0 0,0-1 0 0 0,-1 1-1 0 0,1 0 1 0 0,-1-1 0 0 0,1 3 0 0 0,0-3 2 0 0,-1 0 0 0 0,0 1-1 0 0,1-1 1 0 0,-1 0 0 0 0,1 1 0 0 0,-1-1 0 0 0,1 0 0 0 0,0 1-1 0 0,0-1 1 0 0,-1 0 0 0 0,1 0 0 0 0,0 0 0 0 0,0 0 0 0 0,0 0 0 0 0,0 0-1 0 0,0 0 1 0 0,1 0 0 0 0,-1-1 0 0 0,0 1 0 0 0,0 0 0 0 0,0 0-1 0 0,1-1 1 0 0,-1 1 0 0 0,0-1 0 0 0,3 1 0 0 0,43 10 78 0 0,-34-9-61 0 0,57 12 61 0 0,125 6 0 0 0,-39-14 66 0 0,5-9 27 0 0,-103 5-176 0 0,-1-3 1 0 0,1-2-1 0 0,-1-3 1 0 0,95-23-1 0 0,-31 0 218 0 0,-71 19-124 0 0,0-3-1 0 0,-1-1 1 0 0,-1-3-1 0 0,51-25 0 0 0,-90 37-64 0 0,-1 0 0 0 0,0 0-1 0 0,-1-1 1 0 0,1 0-1 0 0,-1 0 1 0 0,-1 0-1 0 0,1-1 1 0 0,-1 0 0 0 0,0-1-1 0 0,0 0 1 0 0,-1 1-1 0 0,0-2 1 0 0,-1 1-1 0 0,0 0 1 0 0,0-1 0 0 0,0 0-1 0 0,-1 0 1 0 0,-1 0-1 0 0,0 0 1 0 0,0-1-1 0 0,0 1 1 0 0,-1 0 0 0 0,-1-1-1 0 0,0 1 1 0 0,0-1-1 0 0,-1 1 1 0 0,-1-11-1 0 0,-2 0-12 0 0,0 0 0 0 0,-1-1-1 0 0,0 2 1 0 0,-2-1-1 0 0,-1 1 1 0 0,0 0 0 0 0,-1 0-1 0 0,-1 1 1 0 0,-1 0-1 0 0,0 1 1 0 0,-25-27 0 0 0,-2 3 59 0 0,-2 1 1 0 0,-2 2 0 0 0,-52-35-1 0 0,66 53-48 0 0,-1 2-1 0 0,-1 2 0 0 0,-1 0 0 0 0,0 2 1 0 0,-1 2-1 0 0,-56-15 0 0 0,59 21-43 0 0,-1 1 0 0 0,0 2-1 0 0,-56 0 1 0 0,69 4-148 0 0,-1 0 0 0 0,1 1-1 0 0,0 0 1 0 0,0 2 0 0 0,0 0-1 0 0,0 1 1 0 0,-29 12 0 0 0,41-13-10 0 0,-1 0 1 0 0,1 0-1 0 0,0 0 1 0 0,0 0-1 0 0,0 1 1 0 0,0 0-1 0 0,1 0 1 0 0,0 0-1 0 0,0 1 1 0 0,0 0-1 0 0,1-1 1 0 0,0 1-1 0 0,-3 7 1 0 0,0 0-140 0 0,3-9 161 0 0,1 1-1 0 0,0-1 0 0 0,-1 1 1 0 0,2 0-1 0 0,-1 0 0 0 0,1 0 0 0 0,0 0 1 0 0,0 0-1 0 0,0 0 0 0 0,0 0 0 0 0,1 0 1 0 0,0 0-1 0 0,0 0 0 0 0,1 0 0 0 0,-1 0 1 0 0,1 1-1 0 0,0-1 0 0 0,0 0 0 0 0,1 0 1 0 0,-1-1-1 0 0,1 1 0 0 0,1 0 0 0 0,3 6 1 0 0,24 53-4726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08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1114 1 160 0 0,'0'0'414'0'0,"0"0"-247"0"0,0 0 1 0 0,0 1-1 0 0,1-1 1 0 0,-1 0-1 0 0,0 1 1 0 0,0-1-1 0 0,0 0 1 0 0,0 1 0 0 0,0-1-1 0 0,0 1 1 0 0,0-1-1 0 0,0 0 1 0 0,0 1-1 0 0,0-1 1 0 0,0 1-1 0 0,0-1 1 0 0,0 0 0 0 0,0 1-1 0 0,0-1 1 0 0,0 0-1 0 0,0 1 1 0 0,0-1-1 0 0,-1 0 1 0 0,1 1 0 0 0,0-1-1 0 0,0 0 1 0 0,0 1-1 0 0,-1-1 1 0 0,1 0-1 0 0,0 1 1 0 0,0-1-1 0 0,-1 0 1 0 0,1 0 0 0 0,0 1-1 0 0,-1-1 1 0 0,1 0-1 0 0,0 0 1 0 0,-1 0-1 0 0,1 1 1 0 0,-1-1-1 0 0,-157 13 2486 0 0,54-2-1944 0 0,-22 11-376 0 0,6 9-106 0 0,79-13-227 0 0,-2-6 10 0 0,-79 27 47 0 0,95-28-36 0 0,12-6-32 0 0,1 1 0 0 0,0 1 0 0 0,-14 8 0 0 0,24-12 9 0 0,0 0 0 0 0,0 0 0 0 0,0 0 0 0 0,1 0-1 0 0,-1 1 1 0 0,1 0 0 0 0,0-1 0 0 0,0 1 0 0 0,0 1-1 0 0,0-1 1 0 0,1 0 0 0 0,0 1 0 0 0,-3 7 0 0 0,-6 37 55 0 0,-39 74-106 0 0,47-114 59 0 0,0 1 0 0 0,-1-1 0 0 0,0 0 0 0 0,-1 0 0 0 0,0 0 0 0 0,0-1 0 0 0,-1 0 0 0 0,0 0 0 0 0,0 0 0 0 0,-12 10 0 0 0,-38 47-19 0 0,53-48 13 0 0,3-16 0 0 0,0 0 0 0 0,1 0 0 0 0,-1 0 0 0 0,0 0 0 0 0,0 0 0 0 0,-1 0 0 0 0,1 0 0 0 0,0 0 0 0 0,0 0 0 0 0,0 0 0 0 0,-1 0 0 0 0,1 0 0 0 0,-1 0 0 0 0,1 0 0 0 0,0 0 0 0 0,-1 0 0 0 0,0 0 0 0 0,1 0 0 0 0,-1-1 0 0 0,-1 2 0 0 0,1-1 6 0 0,0-1 1 0 0,-1 1-1 0 0,1-1 0 0 0,0 1 1 0 0,-1 0-1 0 0,1-1 0 0 0,0 1 1 0 0,0 0-1 0 0,0 0 1 0 0,0 0-1 0 0,0 0 0 0 0,0 0 1 0 0,0 0-1 0 0,0 0 0 0 0,0 0 1 0 0,0 1-1 0 0,0-1 0 0 0,1 0 1 0 0,-1 0-1 0 0,0 2 0 0 0,-2 36 138 0 0,3-28-168 0 0,0-10 26 0 0,0 1 0 0 0,0-1-1 0 0,0 0 1 0 0,0 0 0 0 0,0 1-1 0 0,-1-1 1 0 0,1 0 0 0 0,-1 0-1 0 0,1 1 1 0 0,-1-1 0 0 0,1 0-1 0 0,-1 0 1 0 0,1 0 0 0 0,-1 0-1 0 0,0 0 1 0 0,0 0 0 0 0,0 0-1 0 0,0 0 1 0 0,1 0 0 0 0,-1 0 0 0 0,0 0-1 0 0,-2 1 1 0 0,1-1-6 0 0,1-1 0 0 0,0 1 0 0 0,0 0 0 0 0,0 0 0 0 0,0 0 0 0 0,0 0 0 0 0,0 1 0 0 0,0-1 0 0 0,0 0 0 0 0,1 0 0 0 0,-1 0 0 0 0,0 1 0 0 0,1-1 0 0 0,-1 0 0 0 0,1 1 0 0 0,-1-1 0 0 0,1 0 0 0 0,0 1 0 0 0,-1-1 0 0 0,1 1 0 0 0,0-1 0 0 0,0 3 0 0 0,0 13-33 0 0,-1-13 30 0 0,0 1-1 0 0,1 0 0 0 0,0 0 0 0 0,0-1 0 0 0,0 1 1 0 0,1 0-1 0 0,-1-1 0 0 0,1 1 0 0 0,0 0 1 0 0,0-1-1 0 0,1 1 0 0 0,0-1 0 0 0,-1 1 0 0 0,1-1 1 0 0,1 0-1 0 0,-1 0 0 0 0,1 0 0 0 0,-1 0 0 0 0,1 0 1 0 0,5 4-1 0 0,18 21-115 0 0,-22-24 119 0 0,-1 0 1 0 0,1-1 0 0 0,0 1-1 0 0,0-1 1 0 0,1 0-1 0 0,6 4 1 0 0,20 9 3 0 0,1-1 0 0 0,1-2 0 0 0,0-1 0 0 0,1-2 0 0 0,46 9 0 0 0,64 22 240 0 0,-33-7-76 0 0,148 27 0 0 0,-238-57-158 0 0,104 17 62 0 0,1-5 1 0 0,216 1-1 0 0,252-42 189 0 0,-585 23-252 0 0,63-4-5 0 0,1-3 0 0 0,-1-3 0 0 0,98-29 0 0 0,-99 8 80 0 0,-40 20 66 0 0,0-1 1 0 0,0-2 0 0 0,42-28 0 0 0,-61 36-149 0 0,-1-1 1 0 0,1-1 0 0 0,-2 0 0 0 0,1 0-1 0 0,-1-1 1 0 0,16-21 0 0 0,-22 27 12 0 0,-1-1 1 0 0,0 0 0 0 0,0 0 0 0 0,0 0-1 0 0,-1 0 1 0 0,1-1 0 0 0,-1 1-1 0 0,0-1 1 0 0,-1 1 0 0 0,1-1-1 0 0,-1 0 1 0 0,-1 0 0 0 0,1 1 0 0 0,-1-1-1 0 0,0 0 1 0 0,0 0 0 0 0,0 0-1 0 0,-3-9 1 0 0,-4-8 28 0 0,-2 0 0 0 0,0 1 0 0 0,-2 0 0 0 0,0 0 0 0 0,-1 1 0 0 0,-2 1 0 0 0,0 0 0 0 0,-1 1 0 0 0,-23-24 0 0 0,18 26-13 0 0,-1 1-1 0 0,0 1 0 0 0,0 1 1 0 0,-2 0-1 0 0,0 2 0 0 0,0 1 1 0 0,-49-17-1 0 0,-8 6 66 0 0,-95-15-1 0 0,81 18-5 0 0,87 18-90 0 0,-287-52 174 0 0,247 47-326 0 0,0 3 0 0 0,-1 1 0 0 0,0 2 1 0 0,-54 8-1 0 0,97-7-45 0 0,3-1 126 0 0,1-1-1 0 0,0 1 1 0 0,-1 0-1 0 0,1 0 1 0 0,0 1 0 0 0,-1-1-1 0 0,1 0 1 0 0,0 0 0 0 0,-1 1-1 0 0,1-1 1 0 0,0 1 0 0 0,-1-1-1 0 0,1 1 1 0 0,0-1 0 0 0,0 1-1 0 0,0 0 1 0 0,-1 0-1 0 0,1 0 1 0 0,0-1 0 0 0,0 1-1 0 0,0 0 1 0 0,-1 2 0 0 0,3-2-117 0 0,0-1 0 0 0,0 1 1 0 0,0-1-1 0 0,0 1 1 0 0,0-1-1 0 0,1 0 0 0 0,-1 0 1 0 0,0 1-1 0 0,0-1 1 0 0,0 0-1 0 0,0 0 1 0 0,1 0-1 0 0,-1 0 0 0 0,0 0 1 0 0,0 0-1 0 0,0 0 1 0 0,0-1-1 0 0,0 1 0 0 0,1 0 1 0 0,-1-1-1 0 0,2 0 1 0 0,0 0-583 0 0,27-5-3855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0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1 335 240 0 0,'3'-3'9664'0'0,"3"0"-6381"0"0,-5 3-3303 0 0,0 0 0 0 0,0 0 0 0 0,0 0 0 0 0,0-1 0 0 0,0 1 0 0 0,0 0 0 0 0,0-1 0 0 0,0 1 0 0 0,0 0 0 0 0,0-1 0 0 0,-1 1-1 0 0,1-1 1 0 0,0 0 0 0 0,0 1 0 0 0,-1-1 0 0 0,1 0 0 0 0,0 1 0 0 0,-1-1 0 0 0,1 0 0 0 0,-1 0 0 0 0,1 1 0 0 0,-1-1 0 0 0,1 0 0 0 0,-1 0 0 0 0,1 0 0 0 0,-1 0 0 0 0,0 0 0 0 0,1 0 0 0 0,-1 0 0 0 0,0-1 0 0 0,0 0 36 0 0,0-1 1 0 0,1 1-1 0 0,-1 0 0 0 0,1 0 1 0 0,-1 0-1 0 0,1-1 0 0 0,0 1 1 0 0,0 0-1 0 0,0 0 1 0 0,0 0-1 0 0,0 0 0 0 0,0 0 1 0 0,3-3-1 0 0,8-16 75 0 0,-9 6-54 0 0,0 1-1 0 0,-1-1 1 0 0,-1 0 0 0 0,0 1-1 0 0,-1-1 1 0 0,-3-19 0 0 0,1-15 93 0 0,2 47-122 0 0,0-1 0 0 0,0 0 0 0 0,1 0 0 0 0,-1 0 0 0 0,0 0 0 0 0,1 0 0 0 0,0 0 0 0 0,0 1 0 0 0,0-1 0 0 0,0 0 0 0 0,0 0 1 0 0,0 1-1 0 0,1-1 0 0 0,-1 1 0 0 0,1 0 0 0 0,0-1 0 0 0,3-2 0 0 0,0-2 7 0 0,1-10-1 0 0,-7 13-15 0 0,1 0 14 0 0,0 15 134 0 0,0-10-142 0 0,0 0-1 0 0,1-1 1 0 0,-1 1-1 0 0,0 0 1 0 0,0 0-1 0 0,0 0 1 0 0,1 0 0 0 0,-1 0-1 0 0,0 0 1 0 0,1-1-1 0 0,-1 1 1 0 0,0 0-1 0 0,1 0 1 0 0,-1-1-1 0 0,1 1 1 0 0,0 0-1 0 0,-1-1 1 0 0,1 1 0 0 0,0 0-1 0 0,-1-1 1 0 0,1 1-1 0 0,0-1 1 0 0,-1 1-1 0 0,1-1 1 0 0,1 1-1 0 0,21 21 198 0 0,14 25 6 0 0,1 3-15 0 0,-23 5 33 0 0,-13-50-211 0 0,0-1-1 0 0,-1 0 1 0 0,1 1 0 0 0,-1-1-1 0 0,0 1 1 0 0,-1 0-1 0 0,1-1 1 0 0,-1 1 0 0 0,0 0-1 0 0,0-1 1 0 0,0 1-1 0 0,-1 0 1 0 0,1-1-1 0 0,-1 1 1 0 0,0-1 0 0 0,-1 1-1 0 0,-2 6 1 0 0,3-8-11 0 0,-2 16 47 0 0,0 1-1 0 0,1-1 1 0 0,1 1-1 0 0,1-1 1 0 0,2 24-1 0 0,0 7 101 0 0,-2-45-199 0 0,1-1 0 0 0,-1 0 1 0 0,1 0-1 0 0,0 0 0 0 0,0 0 0 0 0,0-1 1 0 0,1 1-1 0 0,-1 0 0 0 0,1 0 0 0 0,0-1 1 0 0,0 1-1 0 0,0-1 0 0 0,1 1 1 0 0,-1-1-1 0 0,1 0 0 0 0,0 0 0 0 0,0 0 1 0 0,0-1-1 0 0,0 1 0 0 0,0 0 1 0 0,0-1-1 0 0,8 4 0 0 0,-3-2-421 0 0,0 0 0 0 0,1-1 0 0 0,-1 1-1 0 0,1-2 1 0 0,0 1 0 0 0,0-1 0 0 0,0-1 0 0 0,1 1 0 0 0,13-1-1 0 0,58-5-4932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542 131 1201 0 0,'-4'-24'4816'0'0,"2"22"-4627"0"0,1 0 0 0 0,0 1 0 0 0,-1-1 0 0 0,1 0 0 0 0,-1 1 0 0 0,0-1 0 0 0,1 1 0 0 0,-1-1 0 0 0,0 1 0 0 0,0 0 0 0 0,-3-2 0 0 0,-3-2 370 0 0,1 2-387 0 0,0 0 0 0 0,1 0 0 0 0,-1 0 0 0 0,0 1 0 0 0,-1 0 0 0 0,1 1-1 0 0,0-1 1 0 0,-12 1 0 0 0,-17-5 149 0 0,27 4-211 0 0,0 0 1 0 0,0 1 0 0 0,-1 1 0 0 0,1-1-1 0 0,0 2 1 0 0,0-1 0 0 0,0 1 0 0 0,-15 3-1 0 0,-29 2 268 0 0,9-6 133 0 0,0 2 0 0 0,-44 7 1 0 0,86-9-496 0 0,1 0 1 0 0,-1 0-1 0 0,1 0 1 0 0,-1 0-1 0 0,0 1 1 0 0,1-1-1 0 0,-1 1 1 0 0,1-1-1 0 0,0 1 1 0 0,-1-1-1 0 0,1 1 1 0 0,-1 0-1 0 0,1 0 1 0 0,0 0-1 0 0,0 0 1 0 0,-1 0-1 0 0,1 0 1 0 0,0 0-1 0 0,0 0 1 0 0,0 0-1 0 0,0 0 1 0 0,0 1-1 0 0,0-1 1 0 0,0 0-1 0 0,1 1 1 0 0,-1-1-1 0 0,0 0 1 0 0,1 1 0 0 0,-1-1-1 0 0,1 1 1 0 0,0-1-1 0 0,-1 1 1 0 0,1 0-1 0 0,0-1 1 0 0,0 1-1 0 0,0-1 1 0 0,0 1-1 0 0,0-1 1 0 0,0 1-1 0 0,1 0 1 0 0,0 2-1 0 0,-1-3-21 0 0,0 0-1 0 0,0 0 0 0 0,-1 0 1 0 0,1 0-1 0 0,0 0 0 0 0,0 0 1 0 0,-1 0-1 0 0,1 0 0 0 0,0 0 1 0 0,-1 1-1 0 0,1-1 0 0 0,-1 0 1 0 0,1-1-1 0 0,-1 1 0 0 0,0 0 0 0 0,1 0 1 0 0,-1 0-1 0 0,0 0 0 0 0,0 0 1 0 0,0-1-1 0 0,0 1 0 0 0,1 0 1 0 0,-1-1-1 0 0,-1 1 0 0 0,-10 10-79 0 0,10-4 75 0 0,0 1 0 0 0,0-1 0 0 0,1 1 0 0 0,0-1-1 0 0,1 1 1 0 0,-1 0 0 0 0,1-1 0 0 0,1 1-1 0 0,1 11 1 0 0,-1 12 99 0 0,-2-15-74 0 0,0-12-8 0 0,1 1 0 0 0,-1 0 0 0 0,1 0 0 0 0,0 0 1 0 0,0 0-1 0 0,0 0 0 0 0,1-1 0 0 0,-1 1 0 0 0,1 0 0 0 0,0 0 0 0 0,1-1 0 0 0,1 6 0 0 0,7 3-3 0 0,0-1 0 0 0,-2 2-1 0 0,0-1 1 0 0,8 17 0 0 0,-7-12 44 0 0,-6-14-45 0 0,0 0 0 0 0,1 0 0 0 0,-1 0 0 0 0,1-1 0 0 0,0 1 1 0 0,0-1-1 0 0,1 0 0 0 0,-1 0 0 0 0,7 3 0 0 0,24 21-48 0 0,-23-12 41 0 0,-9-10 10 0 0,1-1-1 0 0,-1 1 1 0 0,1-1-1 0 0,0 0 1 0 0,-1 0-1 0 0,2-1 0 0 0,-1 1 1 0 0,0-1-1 0 0,1 0 1 0 0,0 0-1 0 0,-1-1 0 0 0,7 3 1 0 0,7 2-28 0 0,-12-5 7 0 0,-1 0 0 0 0,1 0 0 0 0,-1 1 0 0 0,0-1 0 0 0,0 1 0 0 0,0 0 0 0 0,0 0 0 0 0,0 1 0 0 0,0-1 0 0 0,5 8 0 0 0,-9-10 11 0 0,1 3 7 0 0,0-1 1 0 0,0 0-1 0 0,0 1 0 0 0,1-1 0 0 0,-1 0 0 0 0,1 0 0 0 0,0-1 1 0 0,0 1-1 0 0,0 0 0 0 0,0-1 0 0 0,0 0 0 0 0,0 0 1 0 0,1 0-1 0 0,-1 0 0 0 0,1 0 0 0 0,0-1 0 0 0,7 3 0 0 0,-1 0-36 0 0,1 0 0 0 0,0-1-1 0 0,1 0 1 0 0,-1-1 0 0 0,0 0-1 0 0,1-1 1 0 0,-1-1 0 0 0,1 1-1 0 0,-1-2 1 0 0,1 1 0 0 0,19-5-1 0 0,29-2-53 0 0,-44 6 69 0 0,0-1 0 0 0,0 0-1 0 0,21-6 1 0 0,-14 1-16 0 0,-2-1 0 0 0,1-1-1 0 0,-2-1 1 0 0,1 0 0 0 0,-1-2-1 0 0,35-27 1 0 0,-53 38 34 0 0,0 0 0 0 0,0-1 0 0 0,0 0 0 0 0,0 1 0 0 0,0-1 0 0 0,0 0 0 0 0,0 0 0 0 0,-1 0 0 0 0,1 0 0 0 0,-1 0 0 0 0,1 0 0 0 0,-1-1 0 0 0,0 1 0 0 0,0 0 0 0 0,0-1 0 0 0,0 1 0 0 0,0-1 0 0 0,-1 1 0 0 0,1-1 0 0 0,-1 1 0 0 0,1-1 0 0 0,-1-3 0 0 0,0 2 3 0 0,0 1-1 0 0,1-1 1 0 0,0 1 0 0 0,0-1-1 0 0,0 1 1 0 0,0 0-1 0 0,0-1 1 0 0,4-5 0 0 0,4-19 53 0 0,-24-16 24 0 0,11-2-5 0 0,4 40-58 0 0,0-1 0 0 0,0 1 0 0 0,0-1 0 0 0,-1 1 0 0 0,0 0-1 0 0,-1-1 1 0 0,1 1 0 0 0,-5-11 0 0 0,-12-13-44 0 0,-2 0 1 0 0,0 2-1 0 0,-2 0 0 0 0,-39-37 1 0 0,53 57 42 0 0,-1 1 1 0 0,0 0 0 0 0,0 1 0 0 0,-1 0 0 0 0,0 1 0 0 0,1 0-1 0 0,-13-4 1 0 0,-18-9-5 0 0,20 9 47 0 0,-1 0-1 0 0,-1 2 0 0 0,1 1 0 0 0,-1 0 0 0 0,0 2 1 0 0,0 0-1 0 0,0 2 0 0 0,-1 0 0 0 0,1 2 0 0 0,-43 4 1 0 0,51 5-99 0 0,4 1-43 0 0,-1 0-261 0 0,1 0 0 0 0,0 1-1 0 0,1 0 1 0 0,0 1 0 0 0,-12 21 0 0 0,20-32 311 0 0,1 0 0 0 0,-1 0 0 0 0,1 0 0 0 0,-1 0-1 0 0,1 1 1 0 0,0-1 0 0 0,0 0 0 0 0,-1 0 0 0 0,1 0 0 0 0,0 0 0 0 0,0 0 0 0 0,0 1 0 0 0,0-1 0 0 0,0 0-1 0 0,1 0 1 0 0,-1 0 0 0 0,0 0 0 0 0,0 0 0 0 0,1 0 0 0 0,-1 0 0 0 0,1 1 0 0 0,-1-1 0 0 0,1 0-1 0 0,-1 0 1 0 0,1 0 0 0 0,0-1 0 0 0,-1 1 0 0 0,1 0 0 0 0,0 0 0 0 0,0 0 0 0 0,0 0 0 0 0,0-1 0 0 0,0 1-1 0 0,-1 0 1 0 0,1-1 0 0 0,2 2 0 0 0,44 11-996 0 0,35-5-1973 0 0,7-2-1640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6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39 480 0 0,'4'-2'6699'0'0,"18"-9"-6995"0"0,-22 11 283 0 0,1-1-1 0 0,-1 1 1 0 0,0 0-1 0 0,1 0 1 0 0,-1-1-1 0 0,1 1 1 0 0,-1 0-1 0 0,0-1 1 0 0,1 1-1 0 0,-1-1 1 0 0,0 1-1 0 0,0 0 1 0 0,1-1-1 0 0,-1 1 1 0 0,0-1-1 0 0,0 1 1 0 0,1-1-1 0 0,-1 1 1 0 0,0-1-1 0 0,0 1 1 0 0,0-1-1 0 0,0 1 1 0 0,0-1-1 0 0,0 1 1 0 0,0-1-1 0 0,0 1 1 0 0,0-1 0 0 0,0 1-1 0 0,0-1 1 0 0,0 1-1 0 0,0-1 1 0 0,0 1-1 0 0,-1-1 1 0 0,1-9 1218 0 0,0 10-1178 0 0,0 0 0 0 0,0 0 0 0 0,0 0 0 0 0,0 1 0 0 0,0-1-1 0 0,0 0 1 0 0,1 0 0 0 0,-1 0 0 0 0,0 0 0 0 0,0 1 0 0 0,0-1 0 0 0,0 0 0 0 0,0 0 0 0 0,0 0-1 0 0,0 1 1 0 0,0-1 0 0 0,0 0 0 0 0,0 0 0 0 0,0 0 0 0 0,0 0 0 0 0,0 1 0 0 0,0-1 0 0 0,0 0-1 0 0,0 0 1 0 0,0 0 0 0 0,0 1 0 0 0,0-1 0 0 0,0 0 0 0 0,-1 0 0 0 0,1 0 0 0 0,0 0 0 0 0,0 0-1 0 0,0 1 1 0 0,0-1 0 0 0,0 0 0 0 0,0 0 0 0 0,-1 0 0 0 0,1 0 0 0 0,0 0 0 0 0,0 0 0 0 0,0 1-1 0 0,0-1 1 0 0,0 0 0 0 0,-1 0 0 0 0,1 0 0 0 0,0 0 0 0 0,0 0 0 0 0,0 0 0 0 0,0 0 0 0 0,-1 0-1 0 0,1 0 1 0 0,0 0 0 0 0,0 0 0 0 0,0 0 0 0 0,-1 0 0 0 0,1 0 0 0 0,0 0 0 0 0,0 0-1 0 0,0 0 1 0 0,-1 0 0 0 0,1 0 0 0 0,0 0 0 0 0,0 0 0 0 0,-37 8 1171 0 0,16-3-831 0 0,0-1 1 0 0,0-1-1 0 0,-25 1 1 0 0,12-2 379 0 0,-48 10 0 0 0,76-9-746 0 0,0-1 1 0 0,0 1-1 0 0,1 1 0 0 0,-1-1 1 0 0,1 1-1 0 0,0 0 0 0 0,0 0 1 0 0,0 0-1 0 0,1 1 1 0 0,-1 0-1 0 0,1 0 0 0 0,0 0 1 0 0,1 0-1 0 0,-5 8 0 0 0,0-1-8 0 0,-2 20-6 0 0,2-24 10 0 0,6-6 7 0 0,1-1 0 0 0,-1 1 0 0 0,1-1 0 0 0,-1 1 0 0 0,1 0 0 0 0,0-1 0 0 0,0 1 0 0 0,0 0 0 0 0,0 0 0 0 0,0 0 0 0 0,0 0 0 0 0,0 0 0 0 0,1 0 0 0 0,-1 0 0 0 0,1 0 0 0 0,-1 0 0 0 0,1 0 0 0 0,0 0 0 0 0,0 0 0 0 0,0 1 0 0 0,0-1 0 0 0,0 0 0 0 0,1 3 0 0 0,-1-3-6 0 0,0 0 0 0 0,0-1 0 0 0,0 1 0 0 0,0 0 0 0 0,0-1 0 0 0,-1 1 0 0 0,1 0 0 0 0,-1-1-1 0 0,1 1 1 0 0,-1-1 0 0 0,0 1 0 0 0,1-1 0 0 0,-1 1 0 0 0,0-1 0 0 0,0 0 0 0 0,0 1 0 0 0,0-1 0 0 0,0 0 0 0 0,-1 0 0 0 0,-1 2-1 0 0,2-2 2 0 0,0 0 0 0 0,-1 0 0 0 0,1 1 0 0 0,0-1 0 0 0,0 0 0 0 0,0 0 0 0 0,0 1 0 0 0,0-1 0 0 0,1 0 0 0 0,-1 1-1 0 0,0-1 1 0 0,1 1 0 0 0,-1-1 0 0 0,0 1 0 0 0,1-1 0 0 0,0 1 0 0 0,-1-1 0 0 0,1 1 0 0 0,0 0 0 0 0,0 2 0 0 0,0 103 134 0 0,0-106-127 0 0,0-1-1 0 0,0 1 1 0 0,0 0 0 0 0,0-1-1 0 0,0 1 1 0 0,1 0 0 0 0,-1-1-1 0 0,0 1 1 0 0,0 0 0 0 0,1-1-1 0 0,-1 1 1 0 0,0-1 0 0 0,1 1-1 0 0,-1 0 1 0 0,0-1 0 0 0,1 1-1 0 0,-1-1 1 0 0,1 1 0 0 0,-1-1-1 0 0,1 1 1 0 0,-1-1 0 0 0,1 1-1 0 0,-1-1 1 0 0,1 0 0 0 0,0 1-1 0 0,-1-1 1 0 0,1 0 0 0 0,-1 0-1 0 0,1 1 1 0 0,0-1 0 0 0,-1 0-1 0 0,1 0 1 0 0,0 0 0 0 0,0 0-1 0 0,-1 0 1 0 0,1 0 0 0 0,0 0-1 0 0,0 0-4 0 0,-1 0 0 0 0,1 0 0 0 0,-1 0 1 0 0,1 0-1 0 0,-1 0 0 0 0,1 0 0 0 0,-1 0 0 0 0,1 1 0 0 0,-1-1 0 0 0,1 0 0 0 0,-1 0 0 0 0,1 0 0 0 0,-1 0 0 0 0,0 1 1 0 0,1-1-1 0 0,-1 0 0 0 0,1 0 0 0 0,-1 1 0 0 0,0-1 0 0 0,1 0 0 0 0,-1 1 0 0 0,1-1 0 0 0,-1 0 0 0 0,0 1 0 0 0,0-1 1 0 0,1 1-1 0 0,-1-1 0 0 0,0 0 0 0 0,0 1 0 0 0,1-1 0 0 0,-1 1 0 0 0,0-1 0 0 0,0 1 0 0 0,0 0 0 0 0,0 0-1 0 0,1-1 1 0 0,-1 1-1 0 0,0-1 0 0 0,0 1 0 0 0,1-1 0 0 0,-1 1 0 0 0,0-1 0 0 0,0 1 0 0 0,1-1 0 0 0,-1 1 0 0 0,1-1 0 0 0,-1 0 0 0 0,0 1 0 0 0,1-1 0 0 0,-1 1 0 0 0,1-1 1 0 0,-1 0-1 0 0,1 0 0 0 0,-1 1 0 0 0,1-1 0 0 0,-1 0 0 0 0,1 0 0 0 0,-1 1 0 0 0,1-1 0 0 0,-1 0 0 0 0,1 0 0 0 0,0 0 0 0 0,-1 0 0 0 0,1 0 0 0 0,-1 0 0 0 0,1 0 1 0 0,0 0-1 0 0,0 0-2 0 0,0 0-1 0 0,-1 0 1 0 0,1 0 0 0 0,-1 0 0 0 0,1 0 0 0 0,-1 0 0 0 0,1 0 0 0 0,-1 0 0 0 0,1 0 0 0 0,0 0 0 0 0,-1 0 0 0 0,1 0-1 0 0,-1 1 1 0 0,1-1 0 0 0,-1 0 0 0 0,1 0 0 0 0,-1 1 0 0 0,1-1 0 0 0,-1 0 0 0 0,0 1 0 0 0,1-1 0 0 0,-1 1 0 0 0,1-1-1 0 0,-1 0 1 0 0,0 1 0 0 0,1-1 0 0 0,-1 1 0 0 0,0-1 0 0 0,1 1 0 0 0,-1-1 0 0 0,0 1 0 0 0,0 0 0 0 0,1 0 2 0 0,-1-1 1 0 0,0 1 0 0 0,0-1 0 0 0,0 0-1 0 0,0 1 1 0 0,0-1 0 0 0,0 1-1 0 0,1-1 1 0 0,-1 0 0 0 0,0 1 0 0 0,0-1-1 0 0,0 0 1 0 0,1 1 0 0 0,-1-1-1 0 0,0 0 1 0 0,1 1 0 0 0,-1-1 0 0 0,0 0-1 0 0,1 0 1 0 0,-1 1 0 0 0,0-1-1 0 0,1 0 1 0 0,-1 0 0 0 0,0 0 0 0 0,1 1-1 0 0,-1-1 1 0 0,1 0 0 0 0,-1 0-1 0 0,0 0 1 0 0,1 0 0 0 0,-1 0 0 0 0,1 0-1 0 0,-1 0 1 0 0,1 0 0 0 0,0 0-1 0 0,-1 0 2 0 0,1 0-1 0 0,-1 0 0 0 0,1 0 0 0 0,-1 0 0 0 0,1 0 0 0 0,-1 0 0 0 0,1 0 0 0 0,-1 0 0 0 0,1 0 0 0 0,-1 1 1 0 0,1-1-1 0 0,-1 0 0 0 0,0 0 0 0 0,1 0 0 0 0,-1 1 0 0 0,1-1 0 0 0,-1 0 0 0 0,1 1 0 0 0,-1-1 1 0 0,0 0-1 0 0,1 1 0 0 0,-1-1 0 0 0,0 0 0 0 0,1 1 0 0 0,-1-1 0 0 0,0 1 0 0 0,0-1 0 0 0,1 1 1 0 0,-1-1-1 0 0,0 0 0 0 0,0 1 0 0 0,0-1 0 0 0,0 1 0 0 0,0-1 0 0 0,1 1 0 0 0,-1 0 0 0 0,0 1-1 0 0,1-1 0 0 0,0 1 0 0 0,-1-1 0 0 0,1 1 0 0 0,0-1 0 0 0,0 1 0 0 0,0-1 0 0 0,0 0 0 0 0,0 0 0 0 0,1 1 0 0 0,-1-1 0 0 0,0 0 0 0 0,0 0 0 0 0,1 0 0 0 0,-1 0 0 0 0,1 0 0 0 0,-1-1 0 0 0,1 1 0 0 0,2 1 0 0 0,44 17 0 0 0,-31-13 0 0 0,68 37 1 0 0,-62-29 32 0 0,45 18 0 0 0,8-7-258 0 0,104 21 0 0 0,-156-41 72 0 0,0-2 0 0 0,0 0 0 0 0,0-1 0 0 0,0-2 0 0 0,0 0 0 0 0,0-2 0 0 0,0-1 0 0 0,36-8 0 0 0,-45 6 10 0 0,-2 0 0 0 0,1-1 0 0 0,13-8 0 0 0,-1 1 8 0 0,-16 7 92 0 0,0 0 0 0 0,-1-1 0 0 0,0 1 0 0 0,0-2 0 0 0,0 1 0 0 0,-1-1 1 0 0,0-1-1 0 0,-1 1 0 0 0,1-1 0 0 0,-2-1 0 0 0,9-15 0 0 0,-11 20 58 0 0,-1-1-1 0 0,0 0 0 0 0,0 0 1 0 0,0-1-1 0 0,-1 1 1 0 0,0 0-1 0 0,0-1 0 0 0,-1 0 1 0 0,1 1-1 0 0,-2-1 0 0 0,1 0 1 0 0,-1 1-1 0 0,0-1 1 0 0,0 0-1 0 0,-1 0 0 0 0,0 1 1 0 0,0-1-1 0 0,0 1 0 0 0,-3-8 1 0 0,0 6 87 0 0,1 1-75 0 0,0-1-1 0 0,0 0 0 0 0,-1 1 0 0 0,0 0 0 0 0,0 0 0 0 0,-1 0 0 0 0,0 1 1 0 0,0-1-1 0 0,-1 1 0 0 0,1 0 0 0 0,-1 1 0 0 0,-1-1 0 0 0,1 1 0 0 0,-1 0 0 0 0,0 1 1 0 0,-10-5-1 0 0,-37-22 551 0 0,33 17-249 0 0,-1 1 0 0 0,-31-12-1 0 0,-32-10 44 0 0,16 7-36 0 0,-99-28 0 0 0,133 47-362 0 0,-14-4 144 0 0,-53-6 0 0 0,92 18-304 0 0,0 0-1 0 0,0 0 1 0 0,0 1 0 0 0,-1 0-1 0 0,1 0 1 0 0,0 1 0 0 0,0 1-1 0 0,0 0 1 0 0,0 0 0 0 0,0 1-1 0 0,-15 6 1 0 0,25-9 140 0 0,-1 0 1 0 0,1 0-1 0 0,0 1 0 0 0,-1-1 1 0 0,1 0-1 0 0,-1 0 0 0 0,1 0 0 0 0,0 1 1 0 0,-1-1-1 0 0,1 0 0 0 0,0 1 1 0 0,-1-1-1 0 0,1 0 0 0 0,0 1 1 0 0,-1-1-1 0 0,1 0 0 0 0,0 1 1 0 0,0-1-1 0 0,0 1 0 0 0,-1-1 1 0 0,1 1-1 0 0,0-1 0 0 0,0 0 0 0 0,0 1 1 0 0,0-1-1 0 0,0 1 0 0 0,0-1 1 0 0,0 1-1 0 0,0-1 0 0 0,0 1 1 0 0,0-1-1 0 0,0 1 0 0 0,0-1 1 0 0,0 0-1 0 0,0 1 0 0 0,0-1 1 0 0,0 1-1 0 0,1-1 0 0 0,-1 1 0 0 0,0-1 1 0 0,0 0-1 0 0,0 1 0 0 0,1-1 1 0 0,-1 0-1 0 0,0 1 0 0 0,1-1 1 0 0,-1 0-1 0 0,0 1 0 0 0,1-1 1 0 0,-1 0-1 0 0,0 1 0 0 0,1-1 1 0 0,-1 0-1 0 0,0 0 0 0 0,1 1 0 0 0,-1-1 1 0 0,1 0-1 0 0,50 29-5262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91 2001 0 0,'0'-13'2641'0'0,"0"-1"-240"0"0,30 8 1601 0 0,-30 1-5843 0 0,0-3-720 0 0,-30-4-320 0 0,0-20-321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538 204 2241 0 0,'-7'2'585'0'0,"4"1"-172"0"0,0-2 50 0 0,-7 0 112 0 0,-10-1 420 0 0,-3 1-11 0 0,3-1-850 0 0,15 0-28 0 0,0 0 28 0 0,-14 0-18 0 0,3 0-65 0 0,0 0 0 0 0,0-1 0 0 0,-28-5 0 0 0,31 3-62 0 0,0 1 0 0 0,-1 0 0 0 0,1 1 1 0 0,-27 2-1 0 0,13-1 265 0 0,-7 1 540 0 0,29 0-682 0 0,0 0 1 0 0,0-1-1 0 0,0 0 1 0 0,0 1 0 0 0,0-2-1 0 0,0 1 1 0 0,0-1-1 0 0,0 1 1 0 0,0-1 0 0 0,0-1-1 0 0,0 1 1 0 0,0-1-1 0 0,1 0 1 0 0,-1 0 0 0 0,1 0-1 0 0,-5-3 1 0 0,-3-7 309 0 0,-11-6 170 0 0,18 15-470 0 0,0-1 0 0 0,0 1 1 0 0,1-1-1 0 0,-1 0 0 0 0,1 0 0 0 0,0 0 1 0 0,-6-8-1 0 0,9 10-55 0 0,-1 0 1 0 0,1-1-1 0 0,-1 1 1 0 0,1 0-1 0 0,0 0 1 0 0,0-1-1 0 0,0 1 0 0 0,0-1 1 0 0,1 1-1 0 0,-1-1 1 0 0,0-3-1 0 0,1 4-42 0 0,0 1 0 0 0,0-1-1 0 0,0 0 1 0 0,1 1 0 0 0,-1-1 0 0 0,0 0 0 0 0,1 1-1 0 0,-1-1 1 0 0,1 0 0 0 0,-1 1 0 0 0,1-1-1 0 0,0 1 1 0 0,0-1 0 0 0,1-1 0 0 0,0 1-30 0 0,0 0 1 0 0,1 0 0 0 0,-1 1 0 0 0,0-1 0 0 0,1 1 0 0 0,0 0-1 0 0,-1 0 1 0 0,1 0 0 0 0,-1 0 0 0 0,1 0 0 0 0,4 0-1 0 0,6-2-9 0 0,31-9-50 0 0,0 3 0 0 0,1 2 0 0 0,0 2 0 0 0,48 0 0 0 0,-80 5 126 0 0,0 1 1 0 0,0 0 0 0 0,0 0 0 0 0,0 1-1 0 0,0 1 1 0 0,0 1 0 0 0,-1-1-1 0 0,0 2 1 0 0,19 9 0 0 0,-25-3 128 0 0,-2 4-35 0 0,2-6-88 0 0,0 1 1 0 0,-1 1 0 0 0,0-1 0 0 0,0 1 0 0 0,-1 0 0 0 0,-1 0 0 0 0,4 22 0 0 0,13 37 87 0 0,30 38 84 0 0,-10 6 80 0 0,-30-95-232 0 0,-8-17-65 0 0,0 1 1 0 0,-1 0 0 0 0,1-1-1 0 0,0 1 1 0 0,-1 0-1 0 0,0 0 1 0 0,0 0-1 0 0,0 0 1 0 0,0 0 0 0 0,0 0-1 0 0,0 1 1 0 0,-1-1-1 0 0,0 0 1 0 0,0 0-1 0 0,0 0 1 0 0,0 1-1 0 0,0-1 1 0 0,0 0 0 0 0,-1 0-1 0 0,0 1 1 0 0,1-1-1 0 0,-1 0 1 0 0,-2 3-1 0 0,-1 1 80 0 0,-1-1 0 0 0,0 0 0 0 0,0 0-1 0 0,-1 0 1 0 0,1-1 0 0 0,-1 1-1 0 0,-1-1 1 0 0,1-1 0 0 0,-1 1 0 0 0,1-1-1 0 0,-1 0 1 0 0,0-1 0 0 0,-1 0-1 0 0,1 0 1 0 0,-1 0 0 0 0,-10 2 0 0 0,1-1 152 0 0,0-1 0 0 0,1 0 0 0 0,-1-1 1 0 0,0-1-1 0 0,0-1 0 0 0,0 0 1 0 0,-19-3-1 0 0,-1-3 38 0 0,-67-21 1 0 0,103 25-308 0 0,-1 0-1 0 0,1-1 1 0 0,1 1 0 0 0,-1-1-1 0 0,0 1 1 0 0,1-1 0 0 0,-1 1 0 0 0,1-1-1 0 0,0 1 1 0 0,-1-1 0 0 0,1 0 0 0 0,1 1-1 0 0,-1-1 1 0 0,0 1 0 0 0,1-4 0 0 0,0-2-52 0 0,-1 6 50 0 0,-1-1 0 0 0,2 1 0 0 0,-1-1 0 0 0,0 1 0 0 0,0 0 0 0 0,1-1 0 0 0,-1 1 0 0 0,1 0 0 0 0,0-1 0 0 0,0 1-1 0 0,-1 0 1 0 0,2 0 0 0 0,-1 0 0 0 0,0 0 0 0 0,0 0 0 0 0,1 0 0 0 0,1-2 0 0 0,0 1-17 0 0,1 1 0 0 0,-1-1 0 0 0,1 1-1 0 0,-1 0 1 0 0,1 1 0 0 0,0-1 0 0 0,0 1 0 0 0,0-1 0 0 0,0 1 0 0 0,5 0 0 0 0,0-1 2 0 0,1 1 0 0 0,-1 0 1 0 0,1 0-1 0 0,-1 1 0 0 0,1 0 1 0 0,-1 1-1 0 0,1 0 0 0 0,-1 1 1 0 0,12 3-1 0 0,67 15 402 0 0,0 3 0 0 0,-2 5-1 0 0,0 3 1 0 0,83 44 0 0 0,-163-72-361 0 0,-1-1-1 0 0,1 0 1 0 0,0 0 0 0 0,0 0-1 0 0,0-1 1 0 0,0 1 0 0 0,0-1-1 0 0,0-1 1 0 0,0 1 0 0 0,0-1-1 0 0,13-2 1 0 0,-12 2-46 0 0,-3 0-55 0 0,1 0 1 0 0,0-1-1 0 0,-1 1 1 0 0,1-1-1 0 0,0 0 0 0 0,-1-1 1 0 0,1 1-1 0 0,-1-1 1 0 0,0 0-1 0 0,1 0 0 0 0,-1 0 1 0 0,0 0-1 0 0,0-1 1 0 0,0 0-1 0 0,4-3 0 0 0,-6 3-77 0 0,0 0 0 0 0,0 0 0 0 0,0-1-1 0 0,0 1 1 0 0,0 0 0 0 0,-1-1-1 0 0,0 1 1 0 0,1-1 0 0 0,-1 0-1 0 0,-1 1 1 0 0,1-1 0 0 0,0 0 0 0 0,-1 0-1 0 0,0 1 1 0 0,0-1 0 0 0,0 0-1 0 0,0 0 1 0 0,-1 1 0 0 0,-1-8 0 0 0,-23-97-5688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2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61 301 640 0 0,'-7'-6'7737'0'0,"-7"4"-4886"0"0,-17 2-2060 0 0,27 0-364 0 0,-1 0-534 0 0,10 0-66 0 0,5-4 159 0 0,-1 1 0 0 0,0-1 0 0 0,0-1 0 0 0,0 1 1 0 0,0-2-1 0 0,-1 1 0 0 0,0-1 0 0 0,0 0 0 0 0,-1-1 1 0 0,1 0-1 0 0,7-10 0 0 0,27-22 100 0 0,-18 22-49 0 0,-18 13-23 0 0,0 1-1 0 0,-1-1 1 0 0,1-1 0 0 0,-1 1-1 0 0,0-1 1 0 0,0 0-1 0 0,0 0 1 0 0,-1 0-1 0 0,6-9 1 0 0,20-36 373 0 0,-29 48-333 0 0,0-1 0 0 0,0 0 0 0 0,0 1 0 0 0,0-1 0 0 0,-1 1 0 0 0,1-1 1 0 0,-1 0-1 0 0,0 1 0 0 0,1-1 0 0 0,-1 0 0 0 0,0 0 0 0 0,-1 1 0 0 0,0-5 0 0 0,1-4 323 0 0,0 11-353 0 0,1-1 0 0 0,-1 1 1 0 0,1-1-1 0 0,-1 1 0 0 0,1-1 1 0 0,-1 1-1 0 0,1-1 1 0 0,0 1-1 0 0,-1 0 0 0 0,1-1 1 0 0,0 1-1 0 0,-1 0 0 0 0,1-1 1 0 0,0 1-1 0 0,-1 0 1 0 0,1 0-1 0 0,0 0 0 0 0,0 0 1 0 0,-1-1-1 0 0,1 1 0 0 0,0 0 1 0 0,-1 0-1 0 0,1 1 1 0 0,0-1-1 0 0,0 0 0 0 0,-1 0 1 0 0,1 0-1 0 0,0 0 0 0 0,-1 1 1 0 0,1-1-1 0 0,0 0 0 0 0,-1 0 1 0 0,1 1-1 0 0,0-1 1 0 0,-1 1-1 0 0,1-1 0 0 0,-1 1 1 0 0,1-1-1 0 0,0 1 0 0 0,-1-1 1 0 0,1 1-1 0 0,-1-1 1 0 0,0 1-1 0 0,1-1 0 0 0,-1 1 1 0 0,0 0-1 0 0,1-1 0 0 0,-1 1 1 0 0,0 0-1 0 0,1-1 1 0 0,-1 2-1 0 0,0 1 9 0 0,0-1 0 0 0,0 0 0 0 0,0 0 0 0 0,1 0 0 0 0,-1 0 0 0 0,1 0 0 0 0,-1 0 0 0 0,1 0 1 0 0,0 0-1 0 0,0 0 0 0 0,-1 0 0 0 0,1 0 0 0 0,1 0 0 0 0,-1 0 0 0 0,0-1 0 0 0,0 1 0 0 0,3 2 0 0 0,11 16 106 0 0,-9-8-84 0 0,0 1 1 0 0,-1-1-1 0 0,-1 1 1 0 0,0 0-1 0 0,-1 0 1 0 0,2 15-1 0 0,-2-9-18 0 0,2 1-1 0 0,0-1 0 0 0,10 23 0 0 0,-10-30-34 0 0,14 27 41 0 0,-3 1 0 0 0,-1 1 0 0 0,15 63 0 0 0,-20-19 63 0 0,-4-51 1 0 0,2 0 0 0 0,0 0-1 0 0,21 46 1 0 0,-23-56-472 0 0,-1-14-486 0 0,14-16-187 0 0,-6 0 304 0 0,0-1 0 0 0,0-1-1 0 0,0 0 1 0 0,-1-1 0 0 0,0 0 0 0 0,19-19 0 0 0,-14 11-677 0 0,39-22-2804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2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547 185 1761 0 0,'-45'9'4346'0'0,"-90"7"1"0"0,102-15-3902 0 0,-1 2 1 0 0,1 2-1 0 0,0 1 0 0 0,0 1 1 0 0,-44 17-1 0 0,63-18-279 0 0,0 2 1 0 0,1-1-1 0 0,-21 17 1 0 0,31-22-124 0 0,-1 0 0 0 0,1 1 0 0 0,-1 0 1 0 0,1 0-1 0 0,0 0 0 0 0,0 0 0 0 0,0 0 1 0 0,0 1-1 0 0,1-1 0 0 0,-1 1 0 0 0,1 0 1 0 0,0 0-1 0 0,0 0 0 0 0,1 0 0 0 0,-1 0 0 0 0,-1 5 1 0 0,3 2-12 0 0,-1-9-25 0 0,1 0-1 0 0,-1 1 1 0 0,1-1 0 0 0,0 0 0 0 0,0 0-1 0 0,-1 0 1 0 0,2 0 0 0 0,-1 0-1 0 0,0 0 1 0 0,0 0 0 0 0,1 0 0 0 0,-1 0-1 0 0,1 0 1 0 0,-1 0 0 0 0,1 0-1 0 0,0 0 1 0 0,0 0 0 0 0,0 0 0 0 0,0-1-1 0 0,0 1 1 0 0,0 0 0 0 0,3 1-1 0 0,4 2 4 0 0,0-1 0 0 0,1 0 0 0 0,0 0 0 0 0,0-1 0 0 0,0 0 0 0 0,1 0 0 0 0,18 1 0 0 0,2 1-54 0 0,-1-2 0 0 0,1-2-1 0 0,44-2 1 0 0,-64 0 16 0 0,1 0 0 0 0,-1 0-1 0 0,0-1 1 0 0,0 0 0 0 0,0-1 0 0 0,0 0 0 0 0,0 0 0 0 0,0-1 0 0 0,-1 0 0 0 0,0-1 0 0 0,0 0 0 0 0,0-1 0 0 0,0 0 0 0 0,-1 0 0 0 0,12-12-1 0 0,-11 7 7 0 0,-1 1-1 0 0,0-2 0 0 0,-1 1 0 0 0,0-1 0 0 0,-1 0 0 0 0,0 0 0 0 0,-1 0 0 0 0,-1-1 0 0 0,0 0 0 0 0,3-16 0 0 0,-6 21 27 0 0,0 0 1 0 0,0 0 0 0 0,-1 0-1 0 0,0 0 1 0 0,-1 0 0 0 0,0 0-1 0 0,0 0 1 0 0,-1 0-1 0 0,0 0 1 0 0,0 0 0 0 0,-1 1-1 0 0,0-1 1 0 0,0 1 0 0 0,0 0-1 0 0,-1 0 1 0 0,-1 0 0 0 0,1 0-1 0 0,-1 0 1 0 0,-10-10-1 0 0,5 9 25 0 0,0-1-1 0 0,-1 1 1 0 0,0 1-1 0 0,-1 0 1 0 0,1 1-1 0 0,-1 0 1 0 0,-1 0-1 0 0,1 2 1 0 0,-1-1-1 0 0,0 2 0 0 0,0 0 1 0 0,0 0-1 0 0,0 1 1 0 0,-26-1-1 0 0,34 4-126 0 0,1 0 0 0 0,-1 0 0 0 0,1 0-1 0 0,-1 1 1 0 0,1-1 0 0 0,-1 1-1 0 0,-6 4 1 0 0,10-6 57 0 0,0 1 0 0 0,0-1 0 0 0,0 0 0 0 0,0 1 0 0 0,0-1 0 0 0,1 1-1 0 0,-1-1 1 0 0,0 1 0 0 0,0-1 0 0 0,1 1 0 0 0,-1 0 0 0 0,0-1 0 0 0,1 1 0 0 0,-1 0 0 0 0,1 0 0 0 0,-1-1-1 0 0,1 1 1 0 0,-1 0 0 0 0,1 0 0 0 0,-1 0 0 0 0,1 0 0 0 0,0 0 0 0 0,-1-1 0 0 0,1 1 0 0 0,0 0 0 0 0,0 0-1 0 0,0 0 1 0 0,0 0 0 0 0,0 0 0 0 0,0 0 0 0 0,0 0 0 0 0,0 0 0 0 0,0 0 0 0 0,0 0 0 0 0,1 0-1 0 0,-1-1 1 0 0,0 1 0 0 0,0 0 0 0 0,1 0 0 0 0,-1 0 0 0 0,1 0 0 0 0,-1 0 0 0 0,1-1 0 0 0,-1 1 0 0 0,1 0-1 0 0,0-1 1 0 0,-1 1 0 0 0,1 0 0 0 0,1 0 0 0 0,48 30-1973 0 0,10 6-1481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3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31 178 1921 0 0,'0'1'249'0'0,"-1"0"1"0"0,1 0 0 0 0,-1-1-1 0 0,1 1 1 0 0,-1 0-1 0 0,0 0 1 0 0,1 0-1 0 0,-1-1 1 0 0,0 1 0 0 0,1 0-1 0 0,-1-1 1 0 0,0 1-1 0 0,0-1 1 0 0,0 1-1 0 0,0-1 1 0 0,0 1 0 0 0,1-1-1 0 0,-1 0 1 0 0,0 1-1 0 0,0-1 1 0 0,-1 0-1 0 0,-2 1 808 0 0,20-4-508 0 0,-36-2 132 0 0,19 3-599 0 0,0 1 0 0 0,1-1 0 0 0,-1 1 0 0 0,0-1 1 0 0,1 1-1 0 0,-1-1 0 0 0,1 1 0 0 0,0-1 0 0 0,-1 0 0 0 0,1 1 1 0 0,0-1-1 0 0,0 1 0 0 0,0-1 0 0 0,0 0 0 0 0,0 1 1 0 0,1-1-1 0 0,-1 0 0 0 0,0 1 0 0 0,1-1 0 0 0,-1 1 0 0 0,1-1 1 0 0,0 1-1 0 0,-1-1 0 0 0,2-1 0 0 0,0 1-53 0 0,1 0 0 0 0,-1 0-1 0 0,0 0 1 0 0,0 0 0 0 0,0 0 0 0 0,-1-1 0 0 0,1 1 0 0 0,0-1-1 0 0,-1 1 1 0 0,0-1 0 0 0,0 0 0 0 0,1 1 0 0 0,-1-1-1 0 0,-1 0 1 0 0,1 0 0 0 0,0 0 0 0 0,-1 0 0 0 0,0 1 0 0 0,1-1-1 0 0,-1 0 1 0 0,0 0 0 0 0,0 0 0 0 0,-1 0 0 0 0,0-3-1 0 0,1 1-1 0 0,3-38 318 0 0,-2 42-329 0 0,-1-1 1 0 0,1 0-1 0 0,0 0 1 0 0,0 1-1 0 0,0-1 0 0 0,0 0 1 0 0,0 1-1 0 0,0-1 1 0 0,0 1-1 0 0,0 0 0 0 0,0-1 1 0 0,1 1-1 0 0,-1 0 1 0 0,1-1-1 0 0,-1 1 1 0 0,1 0-1 0 0,1-1 0 0 0,-1 6 130 0 0,-2 0 0 0 0,1 0-1 0 0,0 0 1 0 0,-1 0 0 0 0,1 0 0 0 0,-1-1-1 0 0,0 1 1 0 0,-1 0 0 0 0,1 0-1 0 0,-1 0 1 0 0,1 0 0 0 0,-3 5 0 0 0,-1 11 110 0 0,-7 41 341 0 0,21-6-325 0 0,-5-34-224 0 0,1 8-16 0 0,-5-19-21 0 0,1-1 0 0 0,0 0 0 0 0,0 0 0 0 0,1 0 0 0 0,1-1 0 0 0,-1 1 0 0 0,10 15 0 0 0,42 57 136 0 0,-54-78-201 0 0,0 0-1 0 0,1-1 0 0 0,-1 1 1 0 0,1 0-1 0 0,-1-1 0 0 0,1 0 1 0 0,0 1-1 0 0,0-1 1 0 0,0 0-1 0 0,0 0 0 0 0,0 0 1 0 0,1 0-1 0 0,4 3 0 0 0,-5-5-100 0 0,-1 1 0 0 0,1-1 0 0 0,-1 0 0 0 0,1 0 0 0 0,-1 0 0 0 0,1 0-1 0 0,-1 0 1 0 0,1 0 0 0 0,-1 0 0 0 0,1 0 0 0 0,0-1 0 0 0,-1 1-1 0 0,1-1 1 0 0,-1 1 0 0 0,0-1 0 0 0,1 1 0 0 0,-1-1 0 0 0,1 0 0 0 0,-1 0-1 0 0,0 1 1 0 0,0-1 0 0 0,1 0 0 0 0,-1 0 0 0 0,0-1 0 0 0,0 1 0 0 0,0 0-1 0 0,1-2 1 0 0,17-12-1314 0 0,-15 12 1047 0 0,0 1 1 0 0,-1-1-1 0 0,1 0 1 0 0,-1 0-1 0 0,0 0 0 0 0,0 0 1 0 0,5-7-1 0 0,-3-21-2900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34 1441 0 0,'-26'-14'2533'0'0,"22"11"-2118"0"0,0 1 1 0 0,-1 0 0 0 0,1-1-1 0 0,-1 2 1 0 0,1-1 0 0 0,-1 0 0 0 0,1 1-1 0 0,-1 0 1 0 0,0 0 0 0 0,0 1-1 0 0,1-1 1 0 0,-7 1 0 0 0,-9 1 70 0 0,0 1 0 0 0,1 0 0 0 0,-1 2 0 0 0,0 0 0 0 0,1 1 1 0 0,0 1-1 0 0,0 1 0 0 0,-35 19 0 0 0,42-18-226 0 0,1 0 0 0 0,0 2 0 0 0,1-1 0 0 0,0 1 1 0 0,-17 22-1 0 0,26-30-242 0 0,1 0 1 0 0,-1 0 0 0 0,0 1 0 0 0,0-1-1 0 0,1 0 1 0 0,-1 0 0 0 0,1 0 0 0 0,0 0-1 0 0,0 1 1 0 0,-1-1 0 0 0,1 0 0 0 0,1 0-1 0 0,-1 1 1 0 0,0-1 0 0 0,1 0 0 0 0,-1 0-1 0 0,1 0 1 0 0,-1 0 0 0 0,1 1 0 0 0,0-1-1 0 0,0 0 1 0 0,0 0 0 0 0,0 0 0 0 0,0-1-1 0 0,1 1 1 0 0,-1 0 0 0 0,1 0 0 0 0,1 1-1 0 0,7 12-14 0 0,-5-8 12 0 0,0 1 1 0 0,1 0-1 0 0,0-1 1 0 0,0 0 0 0 0,1-1-1 0 0,0 0 1 0 0,0 0 0 0 0,1 0-1 0 0,-1-1 1 0 0,1 0-1 0 0,0 0 1 0 0,1-1 0 0 0,-1 0-1 0 0,1 0 1 0 0,0-1 0 0 0,17 4-1 0 0,-5-2-79 0 0,-1-2 0 0 0,1 0 0 0 0,-1-1-1 0 0,1-1 1 0 0,0-1 0 0 0,40-4 0 0 0,-60 4 54 0 0,1-1 1 0 0,0 1 0 0 0,-1 0-1 0 0,1 0 1 0 0,0-1 0 0 0,0 1-1 0 0,-1-1 1 0 0,1 1 0 0 0,-1-1-1 0 0,1 0 1 0 0,-1 1 0 0 0,1-1-1 0 0,-1 0 1 0 0,1 0 0 0 0,-1 0-1 0 0,0 0 1 0 0,1-1 0 0 0,-1 1-1 0 0,2-2 1 0 0,-2 0 0 0 0,0 0 1 0 0,-1 0-1 0 0,1 0 0 0 0,-1 0 0 0 0,1 0 1 0 0,-1 0-1 0 0,0 0 0 0 0,0 0 1 0 0,-1-4-1 0 0,1-11 11 0 0,-1 10 11 0 0,1 1 0 0 0,-2-1-1 0 0,1 0 1 0 0,-1 1 0 0 0,0-1-1 0 0,-1 1 1 0 0,1 0 0 0 0,-2 0-1 0 0,1 0 1 0 0,-7-11 0 0 0,-52-61 102 0 0,38 50-89 0 0,16 18-61 0 0,7 9 11 0 0,0-1 0 0 0,-1 1 0 0 0,1-1 1 0 0,-1 1-1 0 0,0 0 0 0 0,1 0 0 0 0,-1-1 0 0 0,0 1 1 0 0,0 1-1 0 0,-1-1 0 0 0,1 0 0 0 0,0 0 0 0 0,-1 1 1 0 0,1-1-1 0 0,-1 1 0 0 0,1 0 0 0 0,-1 0 0 0 0,0 0 1 0 0,1 0-1 0 0,-1 0 0 0 0,0 0 0 0 0,0 1 0 0 0,0-1 1 0 0,1 1-1 0 0,-5 0 0 0 0,-2 2-278 0 0,1 1-509 0 0,13 0-340 0 0,17 8-1004 0 0,-12-6 1393 0 0,1-1 0 0 0,0 0 0 0 0,0-1 0 0 0,0 0 1 0 0,1-1-1 0 0,-1 0 0 0 0,18 1 0 0 0,11 1-1209 0 0,20 3-605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145 237 2961 0 0,'-37'16'5603'0'0,"-67"17"-1"0"0,104-34-5529 0 0,-1 0 0 0 0,1 0 0 0 0,-1-1 0 0 0,1 1-1 0 0,-1 0 1 0 0,1-1 0 0 0,0 1 0 0 0,0 0-1 0 0,-1-1 1 0 0,1 1 0 0 0,0 0 0 0 0,0-1-1 0 0,1 1 1 0 0,-1 0 0 0 0,0-1 0 0 0,0 1-1 0 0,1 0 1 0 0,-1-1 0 0 0,0 1 0 0 0,1 0-1 0 0,0-3 1 0 0,30-50 87 0 0,49-60-13 0 0,-72 102-142 0 0,0 0 1 0 0,1 0-1 0 0,0 1 0 0 0,13-11 1 0 0,-15 14 86 0 0,-7 7-88 0 0,1 0 1 0 0,-1 1-1 0 0,1-1 0 0 0,-1 1 0 0 0,0-1 0 0 0,1 0 0 0 0,-1 1 0 0 0,1-1 0 0 0,-1 1 0 0 0,1 0 0 0 0,0-1 1 0 0,-1 1-1 0 0,1-1 0 0 0,-1 1 0 0 0,1 0 0 0 0,0-1 0 0 0,-1 1 0 0 0,1 0 0 0 0,0 0 0 0 0,-1 0 0 0 0,1-1 0 0 0,0 1 1 0 0,-1 0-1 0 0,1 0 0 0 0,0 0 0 0 0,0 0 0 0 0,-1 0 0 0 0,1 0 0 0 0,0 0 0 0 0,-1 1 0 0 0,1-1 0 0 0,0 0 1 0 0,-1 0-1 0 0,1 0 0 0 0,1 1 0 0 0,-2 0 28 0 0,1-1 1 0 0,-1 1-1 0 0,1-1 0 0 0,-1 1 1 0 0,1-1-1 0 0,-1 1 0 0 0,0-1 1 0 0,1 1-1 0 0,-1-1 0 0 0,0 1 1 0 0,1 0-1 0 0,-1-1 0 0 0,0 1 1 0 0,0 0-1 0 0,0-1 0 0 0,1 1 1 0 0,-1 0-1 0 0,0-1 0 0 0,0 1 1 0 0,0 0-1 0 0,0-1 0 0 0,0 1 1 0 0,0 0-1 0 0,0-1 1 0 0,-1 1-1 0 0,1 0 0 0 0,0-1 1 0 0,0 1-1 0 0,0 0 0 0 0,-1-1 1 0 0,1 1-1 0 0,0-1 0 0 0,-1 1 1 0 0,1 0-1 0 0,0-1 0 0 0,-1 1 1 0 0,1-1-1 0 0,-1 1 0 0 0,0 0 1 0 0,-5 14 240 0 0,0 0 0 0 0,2 0 0 0 0,0 1 0 0 0,1 0-1 0 0,0 0 1 0 0,1 0 0 0 0,1 0 0 0 0,0 0 0 0 0,2 0 0 0 0,-1 0 0 0 0,2 0 0 0 0,5 21 0 0 0,-7-36-269 0 0,19 75 284 0 0,-17-69-291 0 0,0 0 1 0 0,1-1-1 0 0,0 1 0 0 0,0-1 0 0 0,0 0 0 0 0,1 0 0 0 0,0 0 1 0 0,8 9-1 0 0,-4-8-106 0 0,-7-6 17 0 0,1 0 0 0 0,0 0 0 0 0,-1 1 0 0 0,1-1 1 0 0,-1 1-1 0 0,1 0 0 0 0,-1-1 0 0 0,0 1 0 0 0,1 0 0 0 0,-1 0 1 0 0,0-1-1 0 0,0 1 0 0 0,0 0 0 0 0,-1 0 0 0 0,1 0 0 0 0,0 0 0 0 0,-1 0 1 0 0,1 4-1 0 0,-1-6 19 0 0,0 1 1 0 0,0-1 0 0 0,0 0 0 0 0,0 1-1 0 0,1-1 1 0 0,-1 0 0 0 0,0 1 0 0 0,0-1-1 0 0,0 0 1 0 0,0 1 0 0 0,1-1 0 0 0,-1 0-1 0 0,0 0 1 0 0,0 1 0 0 0,0-1 0 0 0,1 0-1 0 0,-1 0 1 0 0,0 1 0 0 0,1-1 0 0 0,-1 0-1 0 0,0 0 1 0 0,0 0 0 0 0,1 0 0 0 0,-1 1-1 0 0,0-1 1 0 0,1 0 0 0 0,-1 0 0 0 0,0 0-1 0 0,1 0 1 0 0,-1 0 0 0 0,1 0 0 0 0,-1 0-1 0 0,0 0 1 0 0,1 0 0 0 0,-1 0 0 0 0,0 0-1 0 0,1 0 1 0 0,-1 0 0 0 0,0 0 0 0 0,1 0-1 0 0,-1 0 1 0 0,0 0 0 0 0,1-1 0 0 0,-1 1-1 0 0,0 0 1 0 0,1 0 0 0 0,-1 0 0 0 0,1-1 0 0 0,20-12-4565 0 0,-15 9 3355 0 0,-4 3 977 0 0,-1 0-1 0 0,0 1 1 0 0,1-1-1 0 0,-1 0 0 0 0,0 0 1 0 0,0 0-1 0 0,0 0 0 0 0,0-1 1 0 0,0 1-1 0 0,0 0 1 0 0,0 0-1 0 0,0 0 0 0 0,-1-1 1 0 0,1 1-1 0 0,0-1 0 0 0,-1 1 1 0 0,1 0-1 0 0,-1-1 1 0 0,1 1-1 0 0,-1-1 0 0 0,0 1 1 0 0,0-3-1 0 0,0-15-2722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77 2081 0 0,'-4'-29'4501'0'0,"3"28"-4342"0"0,0 0 0 0 0,0 0-1 0 0,1 0 1 0 0,-1 1-1 0 0,0-1 1 0 0,0 0 0 0 0,0 1-1 0 0,-1-1 1 0 0,1 1-1 0 0,0-1 1 0 0,0 1-1 0 0,0-1 1 0 0,0 1 0 0 0,0 0-1 0 0,-1 0 1 0 0,1 0-1 0 0,0-1 1 0 0,0 1 0 0 0,0 0-1 0 0,-1 0 1 0 0,-1 1-1 0 0,8-8 96 0 0,15 6-94 0 0,-20 1-137 0 0,0 0 0 0 0,0 0 0 0 0,0 0 0 0 0,0 0 0 0 0,-1 0 1 0 0,1-1-1 0 0,0 1 0 0 0,0 0 0 0 0,0 0 0 0 0,0 0 0 0 0,0 0 0 0 0,0 0 0 0 0,0-1 0 0 0,0 1 1 0 0,0 0-1 0 0,-1 0 0 0 0,1 0 0 0 0,0 0 0 0 0,0-1 0 0 0,0 1 0 0 0,0 0 0 0 0,0 0 1 0 0,0 0-1 0 0,0 0 0 0 0,0-1 0 0 0,0 1 0 0 0,0 0 0 0 0,0 0 0 0 0,0 0 0 0 0,1 0 1 0 0,-1-1-1 0 0,0 1 0 0 0,0 0 0 0 0,0 0 0 0 0,0 0 0 0 0,0 0 0 0 0,0-1 0 0 0,0 1 1 0 0,0 0-1 0 0,0 0 0 0 0,1 0 0 0 0,-1 0 0 0 0,0 0 0 0 0,0-1 0 0 0,0 1 27 0 0,-1 1-26 0 0,-1-1 0 0 0,1 0 0 0 0,0 0 1 0 0,0 0-1 0 0,0-1 0 0 0,0 1 0 0 0,0 0 0 0 0,0 0 0 0 0,0 0 1 0 0,0-1-1 0 0,0 1 0 0 0,0-1 0 0 0,0 1 0 0 0,0-1 0 0 0,0 1 0 0 0,0-1 1 0 0,0 1-1 0 0,1-1 0 0 0,-1 0 0 0 0,0 1 0 0 0,0-1 0 0 0,0 0 1 0 0,1 0-1 0 0,-2-1 0 0 0,-3-1 92 0 0,0 1-1 0 0,0 1 1 0 0,0-1-1 0 0,-1 1 1 0 0,1 0 0 0 0,0 0-1 0 0,-1 0 1 0 0,-7 0-1 0 0,9 1-43 0 0,0 0 0 0 0,0 1 0 0 0,0-1 0 0 0,0 1 0 0 0,0-1 0 0 0,0 1 0 0 0,1 0 0 0 0,-1 1 0 0 0,0-1 0 0 0,1 1 0 0 0,-1-1 0 0 0,1 1 0 0 0,-1 0 0 0 0,1 0 0 0 0,0 1 0 0 0,0-1 0 0 0,0 1 0 0 0,0 0 0 0 0,0-1 0 0 0,1 1 0 0 0,-1 0 0 0 0,1 1 0 0 0,-3 4 0 0 0,1-4 8 0 0,1 1 1 0 0,-1-1 0 0 0,1 1 0 0 0,-1-1 0 0 0,-1 0-1 0 0,1-1 1 0 0,0 1 0 0 0,-8 4 0 0 0,1-3-35 0 0,1 1-1 0 0,-1 1 1 0 0,2 0 0 0 0,-1 0 0 0 0,1 1-1 0 0,-17 17 1 0 0,-4 21-33 0 0,20 2 1 0 0,-9-26 61 0 0,16-20-64 0 0,0 1-1 0 0,-1 0 1 0 0,1 1 0 0 0,1-1 0 0 0,-1 0 0 0 0,0 1 0 0 0,1 0-1 0 0,0-1 1 0 0,0 1 0 0 0,0 0 0 0 0,0 0 0 0 0,0 0 0 0 0,-1 8-1 0 0,4 3 44 0 0,-1-10-22 0 0,1 0 0 0 0,-1 0 0 0 0,0 0 0 0 0,-1 0 0 0 0,1 0 0 0 0,-1 0 0 0 0,0-1 0 0 0,0 1 0 0 0,-2 7 0 0 0,-4 1-8 0 0,4-8-24 0 0,1-1 0 0 0,-1 1 1 0 0,1 0-1 0 0,1 0 0 0 0,-1-1 0 0 0,0 1 1 0 0,1 1-1 0 0,0-1 0 0 0,1 0 0 0 0,-1 8 1 0 0,0 7 5 0 0,1-12 2 0 0,-1 1 1 0 0,1-1 0 0 0,1 0-1 0 0,0 1 1 0 0,0-1 0 0 0,3 10-1 0 0,3 3 2 0 0,-3-7 2 0 0,0 0 0 0 0,1-1 0 0 0,1 1 0 0 0,0-1 0 0 0,1-1 0 0 0,9 14 0 0 0,-8-17-25 0 0,1 0 1 0 0,0-1-1 0 0,1 0 1 0 0,0 0-1 0 0,0-1 1 0 0,1-1-1 0 0,-1 0 1 0 0,21 9-1 0 0,8 0-472 0 0,44 12-1 0 0,-77-25 396 0 0,4 0-167 0 0,11 5-466 0 0,1-1-1 0 0,41 5 1 0 0,-56-10 319 0 0,1-1 1 0 0,-1 0 0 0 0,0-1 0 0 0,0 0-1 0 0,1 0 1 0 0,-1 0 0 0 0,0-1-1 0 0,0 0 1 0 0,0 0 0 0 0,0-1-1 0 0,-1 0 1 0 0,10-5 0 0 0,44-39-6921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7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94 2161 0 0,'-4'-5'5443'0'0,"-17"-2"-668"0"0,49 2-4677 0 0,0 1 1 0 0,1 2-1 0 0,-1 1 0 0 0,0 1 0 0 0,31 4 1 0 0,-17-1-22 0 0,57 3 12 0 0,-25 0-247 0 0,140-6 0 0 0,-200-2-192 0 0,0 0 1 0 0,0-1-1 0 0,20-7 0 0 0,-31 9 94 0 0,0 0 1 0 0,0-1-1 0 0,1 0 1 0 0,-1 1-1 0 0,0-1 1 0 0,0 0-1 0 0,-1 0 1 0 0,1 0-1 0 0,3-4 1 0 0,-6 6 85 0 0,1-1-1 0 0,0 0 1 0 0,-1 0 0 0 0,1 0-1 0 0,-1 0 1 0 0,1 0-1 0 0,-1 0 1 0 0,1 0 0 0 0,-1 0-1 0 0,0 0 1 0 0,1 0 0 0 0,-1 0-1 0 0,0-1 1 0 0,0 1 0 0 0,0 0-1 0 0,0 0 1 0 0,0 0 0 0 0,0 0-1 0 0,0 0 1 0 0,0 0 0 0 0,-1 0-1 0 0,1 0 1 0 0,0-1 0 0 0,-1 1-1 0 0,1 0 1 0 0,0 0 0 0 0,-2-2-1 0 0,-18-17-2884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7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6 2321 0 0,'-25'-3'1692'0'0,"1"1"-1"0"0,-1 1 0 0 0,0 1 1 0 0,-27 5-1 0 0,9 3-465 0 0,36-6-425 0 0,32-6-320 0 0,18-1-90 0 0,1 2 0 0 0,0 2 0 0 0,61 6 0 0 0,16 0-834 0 0,55-6-8335 0 0,-141-4 5070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19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20 720 0 0,'0'-6'1521'0'0,"0"0"-320"0"0,0-1-561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50 800 0 0,'0'0'1721'0'0,"0"-1"-1521"0"0,1 0-1 0 0,-1 1 1 0 0,0-1 0 0 0,0 0-1 0 0,0 1 1 0 0,0-1 0 0 0,1 1-1 0 0,-1-1 1 0 0,0 0 0 0 0,0 1-1 0 0,0-1 1 0 0,0 0 0 0 0,-1 1-1 0 0,1-1 1 0 0,0 0 0 0 0,0 1-1 0 0,0-1 1 0 0,0 0 0 0 0,-1 1-1 0 0,1-1 1 0 0,0 1 0 0 0,-1-1-1 0 0,1 0 1 0 0,0 1 0 0 0,-1-1-1 0 0,1 1 1 0 0,-1-1 0 0 0,1 1-1 0 0,-1-1 1 0 0,0 0 0 0 0,-49 1 853 0 0,45 0-812 0 0,4 0-209 0 0,0-1-1 0 0,0 0 1 0 0,1 1 0 0 0,-1-1 0 0 0,0 1 0 0 0,0-1 0 0 0,0 1 0 0 0,0-1 0 0 0,0 1 0 0 0,0-1 0 0 0,0 1 0 0 0,0 0 0 0 0,0 0 0 0 0,0-1 0 0 0,0 1 0 0 0,0 0 0 0 0,0 0-1 0 0,0 0 1 0 0,0 0 0 0 0,0 0 0 0 0,0 1 0 0 0,0-1 0 0 0,0 0 0 0 0,-1 1 0 0 0,2-1 23 0 0,-5 0 932 0 0,0 1-907 0 0,-16 2 0 0 0,-9 7 81 0 0,24-7-160 0 0,6 0-6 0 0,-24 3-71 0 0,23-5 86 0 0,0 0 1 0 0,1 0-1 0 0,-1 0 1 0 0,0 0 0 0 0,1 0-1 0 0,-1 0 1 0 0,1 0 0 0 0,-1 0-1 0 0,1 0 1 0 0,-1 1 0 0 0,1-1-1 0 0,0 0 1 0 0,0 0 0 0 0,-1 1-1 0 0,1-1 1 0 0,0 0-1 0 0,0 0 1 0 0,0 1 0 0 0,1-1-1 0 0,-1 0 1 0 0,0 0 0 0 0,0 1-1 0 0,1 1 1 0 0,0 17 54 0 0,-1-19-65 0 0,0-1-1 0 0,0 1 1 0 0,0 0 0 0 0,1-1 0 0 0,-1 1 0 0 0,0-1 0 0 0,0 1 0 0 0,0 0 0 0 0,1-1 0 0 0,-1 1 0 0 0,0-1-1 0 0,1 1 1 0 0,-1-1 0 0 0,1 1 0 0 0,-1-1 0 0 0,0 1 0 0 0,1-1 0 0 0,-1 0 0 0 0,1 1 0 0 0,-1-1 0 0 0,1 1-1 0 0,-1-1 1 0 0,1 0 0 0 0,0 0 0 0 0,-1 1 0 0 0,1-1 0 0 0,-1 0 0 0 0,1 0 0 0 0,0 0 0 0 0,-1 0-1 0 0,2 1 1 0 0,-1-1 1 0 0,-1 0-1 0 0,1 0 1 0 0,0 0-1 0 0,0 0 1 0 0,-1 1-1 0 0,1-1 1 0 0,0 0-1 0 0,-1 0 1 0 0,1 1-1 0 0,0-1 1 0 0,-1 1-1 0 0,1-1 1 0 0,0 1-1 0 0,-1-1 1 0 0,1 1-1 0 0,-1-1 1 0 0,1 1-1 0 0,-1-1 1 0 0,1 1-1 0 0,-1 0 1 0 0,1-1-1 0 0,-1 1 1 0 0,0 0-1 0 0,1-1 1 0 0,-1 1 0 0 0,0 0-1 0 0,1-1 1 0 0,-1 1-1 0 0,0 0 1 0 0,0 0-1 0 0,0 0 1 0 0,0 1-1 0 0,0-1 12 0 0,1 1 0 0 0,-1 0 0 0 0,0-1-1 0 0,1 1 1 0 0,0-1 0 0 0,-1 1 0 0 0,1 0 0 0 0,0-1-1 0 0,0 1 1 0 0,-1-1 0 0 0,1 0 0 0 0,0 1 0 0 0,1-1 0 0 0,-1 0-1 0 0,0 0 1 0 0,0 1 0 0 0,0-1 0 0 0,3 1 0 0 0,38 22 208 0 0,-20-16-159 0 0,2 0-1 0 0,26 5 1 0 0,-33-9-60 0 0,-5-1 0 0 0,0-1 1 0 0,0 0-1 0 0,1-1 1 0 0,-1 0-1 0 0,1-1 0 0 0,-1 0 1 0 0,0-1-1 0 0,19-4 0 0 0,-13 2 124 0 0,-1-1 0 0 0,1-1 0 0 0,-1-1-1 0 0,27-12 1 0 0,-42 17-122 0 0,-1-2 14 0 0,0 1 1 0 0,0 0-1 0 0,0-1 0 0 0,0 0 0 0 0,0 1 1 0 0,-1-1-1 0 0,1 1 0 0 0,-1-1 0 0 0,0 0 1 0 0,0 1-1 0 0,0-1 0 0 0,0 0 0 0 0,0 1 0 0 0,-1-1 1 0 0,0-2-1 0 0,1-4 27 0 0,-1 5-24 0 0,1 0 0 0 0,-1 0-1 0 0,0 0 1 0 0,0-1 0 0 0,-1 1-1 0 0,1 0 1 0 0,-1 1-1 0 0,0-1 1 0 0,0 0 0 0 0,0 0-1 0 0,0 1 1 0 0,-1-1-1 0 0,1 1 1 0 0,-1 0 0 0 0,0 0-1 0 0,-4-4 1 0 0,1 3 7 0 0,1 1 1 0 0,-1-1-1 0 0,1 1 1 0 0,-1 1-1 0 0,0-1 0 0 0,0 1 1 0 0,0 0-1 0 0,-12-3 1 0 0,1 1 18 0 0,1-3-25 0 0,0 2 0 0 0,0 0 0 0 0,-1 0-1 0 0,0 2 1 0 0,0 0 0 0 0,0 1 0 0 0,0 0-1 0 0,-31 3 1 0 0,38 10-1662 0 0,7-10 1484 0 0,-7 4-1123 0 0,14 0-647 0 0,5 4 9 0 0,-4 9-2537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94 2241 0 0,'0'-14'1259'0'0,"-3"-18"3563"0"0,3 32-4758 0 0,-1-1 1 0 0,1 0 0 0 0,-1 1 0 0 0,0-1 0 0 0,1 0-1 0 0,-1 1 1 0 0,0-1 0 0 0,1 0 0 0 0,-1 1 0 0 0,0-1-1 0 0,0 1 1 0 0,0-1 0 0 0,1 1 0 0 0,-1 0 0 0 0,0-1-1 0 0,0 1 1 0 0,0 0 0 0 0,0 0 0 0 0,0 0 0 0 0,0-1-1 0 0,0 1 1 0 0,0 0 0 0 0,0 0 0 0 0,0 0 0 0 0,1 0-1 0 0,-2 1 1 0 0,3-1-56 0 0,-1 0 0 0 0,1 0 0 0 0,0 0 0 0 0,0 0 0 0 0,0 0 1 0 0,0 0-1 0 0,0 0 0 0 0,0 0 0 0 0,0 0 0 0 0,0 0 0 0 0,0-1 0 0 0,0 1 0 0 0,0 0 0 0 0,0-1 0 0 0,0 1 0 0 0,0-1 0 0 0,-1 1 0 0 0,1-1 0 0 0,0 1 0 0 0,0-1 0 0 0,0 1 0 0 0,0-2 0 0 0,3-29 1091 0 0,-9 30-887 0 0,-15 1-53 0 0,36 5 266 0 0,-14-3-431 0 0,-1 0 0 0 0,0 0 0 0 0,0-1 0 0 0,-1 1 0 0 0,1 0 0 0 0,0 0 0 0 0,-1 0 0 0 0,1 0 1 0 0,-1 0-1 0 0,1 0 0 0 0,-1 0 0 0 0,0 0 0 0 0,0 0 0 0 0,0 0 0 0 0,0 2 0 0 0,0 10 84 0 0,0-8-22 0 0,0 0 0 0 0,0 0 1 0 0,0 0-1 0 0,-1 0 0 0 0,0 0 1 0 0,-2 9-1 0 0,1-12-34 0 0,0 1 0 0 0,1-1-1 0 0,-1 1 1 0 0,1-1 0 0 0,0 1-1 0 0,0 0 1 0 0,1 0 0 0 0,-1-1 0 0 0,1 1-1 0 0,0 0 1 0 0,-1 0 0 0 0,2-1 0 0 0,-1 1-1 0 0,0 0 1 0 0,1 0 0 0 0,0-1-1 0 0,0 1 1 0 0,0 0 0 0 0,0-1 0 0 0,0 1-1 0 0,1-1 1 0 0,0 1 0 0 0,-1-1 0 0 0,1 0-1 0 0,1 0 1 0 0,2 4 0 0 0,5 5-11 0 0,-9-10-3 0 0,1-1 0 0 0,-1 1 1 0 0,0-1-1 0 0,1 1 0 0 0,-1 0 0 0 0,0 0 0 0 0,0-1 0 0 0,0 1 1 0 0,0 0-1 0 0,-1 0 0 0 0,1 0 0 0 0,-1 0 0 0 0,1 0 1 0 0,-1 0-1 0 0,1 0 0 0 0,-1 0 0 0 0,0 0 0 0 0,0 3 0 0 0,0-5-17 0 0,0 1-1 0 0,0-1 1 0 0,0 0-1 0 0,0 1 1 0 0,0-1-1 0 0,0 0 1 0 0,0 1-1 0 0,0-1 1 0 0,0 0-1 0 0,1 1 1 0 0,-1-1-1 0 0,0 0 0 0 0,0 0 1 0 0,0 1-1 0 0,0-1 1 0 0,1 0-1 0 0,-1 1 1 0 0,0-1-1 0 0,0 0 1 0 0,1 0-1 0 0,-1 0 1 0 0,0 1-1 0 0,0-1 1 0 0,1 0-1 0 0,-1 0 0 0 0,0 0 1 0 0,1 0-1 0 0,-1 1 1 0 0,0-1-1 0 0,1 0 1 0 0,-1 0-1 0 0,0 0 1 0 0,0 0-1 0 0,1 0 1 0 0,-1 0-1 0 0,0 0 1 0 0,1 0-1 0 0,-1 0 1 0 0,0 0-1 0 0,1 0 0 0 0,-1 0 1 0 0,0 0-1 0 0,1 0 1 0 0,0-1-1 0 0,19-5-1086 0 0,-16 4 147 0 0,1 0 416 0 0,30-12-1539 0 0,-34 14 1967 0 0,0 0-1 0 0,-1-1 1 0 0,1 1-1 0 0,0 0 1 0 0,0-1 0 0 0,-1 1-1 0 0,1-1 1 0 0,0 1-1 0 0,-1-1 1 0 0,1 1 0 0 0,-1-1-1 0 0,1 1 1 0 0,-1-1-1 0 0,1 0 1 0 0,-1 1 0 0 0,1-1-1 0 0,-1 0 1 0 0,0 1-1 0 0,1-1 1 0 0,-1 0 0 0 0,0 0-1 0 0,1 1 1 0 0,-1-1-1 0 0,0 0 1 0 0,0 0 0 0 0,0 1-1 0 0,0-1 1 0 0,0 0-1 0 0,0 0 1 0 0,0 0 0 0 0,0 1-1 0 0,0-1 1 0 0,0 0-1 0 0,0 0 1 0 0,0 0 0 0 0,-1 1-1 0 0,1-1 1 0 0,0 0-1 0 0,-1 0 1 0 0,0 0 0 0 0,-24-23-2764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13 880 0 0,'4'29'4858'0'0,"-3"-28"-4835"0"0,0 0 1 0 0,0-1-1 0 0,0 1 0 0 0,0 0 0 0 0,0 0 0 0 0,0-1 1 0 0,1 1-1 0 0,-1-1 0 0 0,0 1 0 0 0,0-1 0 0 0,1 1 1 0 0,-1-1-1 0 0,0 0 0 0 0,1 1 0 0 0,3 0 2399 0 0,-9-1-1599 0 0,-10 0-1027 0 0,10 0 508 0 0,-1 0 336 0 0,5-2-588 0 0,0 1 0 0 0,1-1 0 0 0,-1 0 0 0 0,0 1 0 0 0,1-1 0 0 0,-1 1 0 0 0,1-1 0 0 0,0 1 0 0 0,-1-1 0 0 0,1 1 0 0 0,0 0 0 0 0,0-1 0 0 0,0 1 0 0 0,0 0 0 0 0,0 0 0 0 0,0 0 0 0 0,1-1 0 0 0,-1 1 0 0 0,0 0 0 0 0,0 1 0 0 0,1-1 0 0 0,-1 0 0 0 0,1 0 0 0 0,-1 0 0 0 0,1 1 0 0 0,-1-1 0 0 0,1 1 0 0 0,1-1 0 0 0,50-8-114 0 0,-46 8 150 0 0,0 1-77 0 0,112-7-106 0 0,-106 6 99 0 0,-1 2-1 0 0,0 0 1 0 0,1 0 0 0 0,-1 1 0 0 0,0 1 0 0 0,0 0 0 0 0,13 5 0 0 0,-24-7 21 0 0,-1 0-1 0 0,1 0 1 0 0,-1 0-1 0 0,1-1 1 0 0,-1 1 0 0 0,1 0-1 0 0,-1 0 1 0 0,1 0-1 0 0,-1 0 1 0 0,0 0 0 0 0,0 0-1 0 0,1 0 1 0 0,-1 0-1 0 0,0 0 1 0 0,0 0-1 0 0,0 0 1 0 0,0 0 0 0 0,0 0-1 0 0,0 0 1 0 0,0 0-1 0 0,-1 0 1 0 0,1 0 0 0 0,0 0-1 0 0,-1 0 1 0 0,1 0-1 0 0,0 0 1 0 0,-1 0 0 0 0,1 0-1 0 0,-1-1 1 0 0,1 1-1 0 0,-2 1 1 0 0,-17 9 228 0 0,14-9-176 0 0,0 1-1 0 0,1-1 1 0 0,0 1 0 0 0,-1 0 0 0 0,1 0 0 0 0,0 0-1 0 0,-6 8 1 0 0,-21 9 182 0 0,-6 3-49 0 0,36-22-193 0 0,-1-1 0 0 0,1 1 0 0 0,0 0 0 0 0,0 0 0 0 0,-1 0 0 0 0,1 1 0 0 0,0-1 0 0 0,0 0-1 0 0,0 0 1 0 0,0 1 0 0 0,0-1 0 0 0,1 0 0 0 0,-1 1 0 0 0,0-1 0 0 0,1 1 0 0 0,-1-1 0 0 0,0 3 0 0 0,0-2-10 0 0,-1-1 0 0 0,1 1 0 0 0,-1 0 0 0 0,1-1 0 0 0,-1 0 0 0 0,0 1 0 0 0,0-1 0 0 0,0 0 0 0 0,1 0 0 0 0,-1 0 0 0 0,0 0 0 0 0,0 0 1 0 0,-1-1-1 0 0,1 1 0 0 0,0 0 0 0 0,-4 0 0 0 0,-14 1 59 0 0,19-3-86 0 0,1 1-1 0 0,-1-1 1 0 0,0 0-1 0 0,1 1 1 0 0,0-1-1 0 0,-1 1 1 0 0,1-1-1 0 0,-1 0 1 0 0,1 1-1 0 0,0-1 1 0 0,-1 0-1 0 0,1 0 1 0 0,0 1-1 0 0,0-1 1 0 0,0 0-1 0 0,-1 0 1 0 0,1 1-1 0 0,0-1 1 0 0,0 0-1 0 0,0 0 1 0 0,0 1-1 0 0,0-1 0 0 0,0 0 1 0 0,1 0-1 0 0,-1 1 1 0 0,0-1-1 0 0,0 0 1 0 0,0 0-1 0 0,1 1 1 0 0,-1-1-1 0 0,0 0 1 0 0,1 1-1 0 0,-1-1 1 0 0,1 0-1 0 0,-1 1 1 0 0,1-1-1 0 0,-1 1 1 0 0,2-2-1 0 0,7 1-3 0 0,0-1 0 0 0,0 2 0 0 0,0-1 1 0 0,0 1-1 0 0,0 0 0 0 0,0 1 0 0 0,0 0 0 0 0,0 1 0 0 0,0 0 0 0 0,0 0 0 0 0,-1 1 0 0 0,17 6 1 0 0,7 7 237 0 0,60 38 1 0 0,-51-28 53 0 0,6-2 29 0 0,-37-20-235 0 0,0 1 0 0 0,0 1-1 0 0,0-1 1 0 0,-1 1-1 0 0,10 9 1 0 0,-54-55-5665 0 0,-15-1 1668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4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32 122 1841 0 0,'1'-2'188'0'0,"-1"1"0"0"0,0 0 0 0 0,0 0-1 0 0,-1 0 1 0 0,1-1 0 0 0,0 1 0 0 0,0 0 0 0 0,-1 0 0 0 0,1 0 0 0 0,0-1 0 0 0,-1 1 0 0 0,1 0 0 0 0,-1 0-1 0 0,1 0 1 0 0,-1 0 0 0 0,0 0 0 0 0,0 0 0 0 0,1 0 0 0 0,-1 0 0 0 0,0 0 0 0 0,0 0 0 0 0,0 1 0 0 0,0-1-1 0 0,0 0 1 0 0,-1 0 0 0 0,1 0-115 0 0,-1 0 0 0 0,1 1-1 0 0,0-1 1 0 0,0 0 0 0 0,0 0 0 0 0,0 0-1 0 0,1 0 1 0 0,-1 0 0 0 0,0 0 0 0 0,0 0-1 0 0,0 0 1 0 0,1 0 0 0 0,-1 0 0 0 0,1 0-1 0 0,-1 0 1 0 0,1-1 0 0 0,-1 1-1 0 0,1 0 1 0 0,0 0 0 0 0,-1-1 0 0 0,1 1-1 0 0,0 0 1 0 0,0-1 0 0 0,0 1 0 0 0,0-2-1 0 0,0-8 330 0 0,0 10-368 0 0,-1-1-1 0 0,1 1 1 0 0,0-1 0 0 0,-1 0 0 0 0,1 1 0 0 0,0-1-1 0 0,0 1 1 0 0,1-1 0 0 0,-1 0 0 0 0,0 1 0 0 0,0-1-1 0 0,1 1 1 0 0,-1-1 0 0 0,1 1 0 0 0,-1-1 0 0 0,1 1-1 0 0,0-1 1 0 0,-1 1 0 0 0,1-1 0 0 0,0 1 0 0 0,0 0-1 0 0,0-1 1 0 0,0 1 0 0 0,0 0 0 0 0,1 0 0 0 0,-1 0 0 0 0,0 0-1 0 0,0 0 1 0 0,1 0 0 0 0,-1 0 0 0 0,1 0 0 0 0,-1 1-1 0 0,0-1 1 0 0,1 1 0 0 0,-1-1 0 0 0,1 1 0 0 0,0-1-1 0 0,-1 1 1 0 0,1 0 0 0 0,2-1 0 0 0,4 0 1 0 0,-1-1 1 0 0,1 1-1 0 0,0 1 1 0 0,-1-1 0 0 0,1 1-1 0 0,-1 1 1 0 0,1-1-1 0 0,-1 1 1 0 0,1 1-1 0 0,-1-1 1 0 0,1 1 0 0 0,-1 1-1 0 0,0-1 1 0 0,0 1-1 0 0,0 0 1 0 0,0 1-1 0 0,8 6 1 0 0,-13-7 3 0 0,-1-1 1 0 0,0 1-1 0 0,0 0 0 0 0,-1 1 1 0 0,1-1-1 0 0,0 0 0 0 0,-1 0 1 0 0,0 0-1 0 0,0 0 0 0 0,0 0 1 0 0,0 0-1 0 0,0 1 0 0 0,-1-1 0 0 0,1 0 1 0 0,-1 0-1 0 0,0 0 0 0 0,0 0 1 0 0,-2 3-1 0 0,-8 0 206 0 0,0-1 0 0 0,-1 0 0 0 0,0-1 1 0 0,0 0-1 0 0,0-1 0 0 0,0 0 0 0 0,-16 1 0 0 0,5-6-118 0 0,37-4-262 0 0,55-4-84 0 0,2 9-68 0 0,131 15 0 0 0,-153-9 154 0 0,157 27-494 0 0,-191-29 604 0 0,-12-3 7 0 0,1 1 1 0 0,-1-1-1 0 0,1 1 1 0 0,-1 0-1 0 0,1 0 1 0 0,-1 0-1 0 0,0 1 1 0 0,1-1-1 0 0,3 4 1 0 0,-6-3 28 0 0,1-1-1 0 0,-1 1 1 0 0,0 0 0 0 0,0 0 0 0 0,0 0 0 0 0,0 0 0 0 0,0 0 0 0 0,0 0 0 0 0,-1 1 0 0 0,1-1-1 0 0,-1 0 1 0 0,1 0 0 0 0,-1 0 0 0 0,0 1 0 0 0,0-1 0 0 0,0 0 0 0 0,0 4 0 0 0,-1-5-2 0 0,1 0 1 0 0,-1 1 0 0 0,1-1 0 0 0,-1 0 0 0 0,1 0-1 0 0,-1 0 1 0 0,0 0 0 0 0,0 0 0 0 0,1 0 0 0 0,-1-1-1 0 0,0 1 1 0 0,0 0 0 0 0,0 0 0 0 0,0-1-1 0 0,0 1 1 0 0,0 0 0 0 0,0-1 0 0 0,0 1 0 0 0,0-1-1 0 0,-1 1 1 0 0,1-1 0 0 0,0 0 0 0 0,0 1 0 0 0,0-1-1 0 0,0 0 1 0 0,-3 0 0 0 0,-43 6 153 0 0,35-5-101 0 0,-56 6-545 0 0,-79-4 1 0 0,112-3-1874 0 0,-66-10-1 0 0,101 10 2240 0 0,-1 1-1 0 0,1-1 1 0 0,0 0-1 0 0,-1 0 1 0 0,1 0-1 0 0,0 0 1 0 0,-1 0-1 0 0,1 0 1 0 0,-1-1-1 0 0,1 1 1 0 0,0 0-1 0 0,-1 0 0 0 0,1 0 1 0 0,0 0-1 0 0,-1 0 1 0 0,1 0-1 0 0,0-1 1 0 0,0 1-1 0 0,-1 0 1 0 0,1 0-1 0 0,0 0 1 0 0,-1-1-1 0 0,1 1 1 0 0,0 0-1 0 0,0 0 1 0 0,-1-1-1 0 0,1 1 1 0 0,0 0-1 0 0,0-1 1 0 0,0 1-1 0 0,0 0 1 0 0,-1-1-1 0 0,1 1 0 0 0,0 0 1 0 0,0-1-1 0 0,0 1 1 0 0,0-1-1 0 0,0 1 104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6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182 171 720 0 0,'-1'-1'149'0'0,"1"0"-1"0"0,-1 1 1 0 0,1-1-1 0 0,-1 0 0 0 0,0 1 1 0 0,1-1-1 0 0,-1 1 1 0 0,0-1-1 0 0,1 1 0 0 0,-1-1 1 0 0,0 1-1 0 0,0-1 1 0 0,0 1-1 0 0,1 0 0 0 0,-1 0 1 0 0,0-1-1 0 0,0 1 1 0 0,0 0-1 0 0,0 0 1 0 0,0 0-1 0 0,1 0 0 0 0,-1 0 1 0 0,0 0-1 0 0,0 0 1 0 0,0 0-1 0 0,0 0 0 0 0,0 0 1 0 0,-1 1-1 0 0,1-1 257 0 0,1 0-365 0 0,-1 0 0 0 0,1 0-1 0 0,0 0 1 0 0,0 0 0 0 0,0 0-1 0 0,0 0 1 0 0,0 0 0 0 0,0-1 0 0 0,-1 1-1 0 0,1 0 1 0 0,0 0 0 0 0,0 0-1 0 0,0 0 1 0 0,0 0 0 0 0,0 0-1 0 0,-1 0 1 0 0,1 0 0 0 0,0 0 0 0 0,0 0-1 0 0,0 0 1 0 0,0 0 0 0 0,0 1-1 0 0,-1-1 1 0 0,1 0 0 0 0,0 0 0 0 0,0 0-1 0 0,0 0 1 0 0,0 0 0 0 0,0 0-1 0 0,0 0 1 0 0,0 0 0 0 0,-1 0 0 0 0,1 0-1 0 0,0 0 1 0 0,0 1 0 0 0,0-1-1 0 0,0 0 1 0 0,0 0 0 0 0,0 0 0 0 0,0 0-1 0 0,0 0 1 0 0,0 0 0 0 0,0 1-1 0 0,0-1 1 0 0,-1 0 0 0 0,1 0-1 0 0,0 0 1 0 0,0 0 0 0 0,0 0 0 0 0,0 1-1 0 0,0-1 1 0 0,0 0 0 0 0,0 0-1 0 0,0 0 1 0 0,0 0 0 0 0,0 0 0 0 0,1 1-1 0 0,-1-1 1 0 0,0 0 0 0 0,0 0-16 0 0,0 0 0 0 0,0 0 0 0 0,0 0 0 0 0,0 1 0 0 0,0-1 0 0 0,0 0 0 0 0,0 0 0 0 0,0 0 1 0 0,0 0-1 0 0,0 0 0 0 0,0 1 0 0 0,0-1 0 0 0,0 0 0 0 0,0 0 0 0 0,0 0 0 0 0,0 0 0 0 0,0 0 0 0 0,0 1 1 0 0,0-1-1 0 0,0 0 0 0 0,-1 0 0 0 0,1 0 0 0 0,0 0 0 0 0,0 0 0 0 0,0 0 0 0 0,0 0 0 0 0,0 1 0 0 0,0-1 1 0 0,0 0-1 0 0,0 0 0 0 0,-1 0 0 0 0,1 0 0 0 0,0 0 0 0 0,0 0 0 0 0,0 0 0 0 0,0 0 0 0 0,0 0 0 0 0,0 0 1 0 0,-1 0-1 0 0,1 0 0 0 0,0 0 0 0 0,0 0 0 0 0,0 1 0 0 0,0-1 0 0 0,0 0 0 0 0,-1 0 0 0 0,1-1 0 0 0,0 1 0 0 0,0 0 1 0 0,0 0-1 0 0,0 0 0 0 0,0 0 0 0 0,0 0 0 0 0,-1 0 0 0 0,1 0 0 0 0,0 0 0 0 0,0 0 0 0 0,0 0 0 0 0,0 0 1 0 0,-20 0 682 0 0,10 0 630 0 0,9 1-1302 0 0,1-1-1 0 0,-1 0 1 0 0,0 0 0 0 0,0 1 0 0 0,1-1 0 0 0,-1 0 0 0 0,0 0 0 0 0,0 0 0 0 0,0 0 0 0 0,1 0-1 0 0,-1 0 1 0 0,0 0 0 0 0,0 0 0 0 0,0 0 0 0 0,1 0 0 0 0,-1-1 0 0 0,0 1 0 0 0,0 0-1 0 0,1-1 1 0 0,-1 1 0 0 0,0 0 0 0 0,0-1 0 0 0,1 1 0 0 0,-1-1 0 0 0,0 1 0 0 0,1-1 0 0 0,-1 1-1 0 0,1-1 1 0 0,-1 1 0 0 0,1-1 0 0 0,-1 0 0 0 0,1 1 0 0 0,-1-1 0 0 0,1 0 0 0 0,0 0 0 0 0,-1 1-1 0 0,1-1 1 0 0,0 0 0 0 0,-1 0 0 0 0,1 1 0 0 0,0-1 0 0 0,0 0 0 0 0,0 0 0 0 0,0 0 0 0 0,0 1-1 0 0,0-1 1 0 0,0 0 0 0 0,0 0 0 0 0,0-1 0 0 0,0 2-27 0 0,0-1-1 0 0,0 1 1 0 0,0-1 0 0 0,-1 0-1 0 0,1 1 1 0 0,0-1 0 0 0,-1 1-1 0 0,1-1 1 0 0,0 1 0 0 0,-1 0 0 0 0,1-1-1 0 0,0 1 1 0 0,-1-1 0 0 0,1 1-1 0 0,-1 0 1 0 0,1-1 0 0 0,-1 1-1 0 0,1 0 1 0 0,-1-1 0 0 0,1 1-1 0 0,-1 0 1 0 0,1 0 0 0 0,-1-1-1 0 0,0 1 1 0 0,1 0 0 0 0,-1 0-1 0 0,0 0 1 0 0,0 0-4 0 0,0 0-1 0 0,0-1 1 0 0,1 1-1 0 0,-1 0 1 0 0,0-1-1 0 0,0 1 1 0 0,0 0-1 0 0,0-1 1 0 0,1 1-1 0 0,-1-1 1 0 0,0 1-1 0 0,0-1 1 0 0,1 1-1 0 0,-1-1 1 0 0,1 0-1 0 0,-1 1 1 0 0,0-1-1 0 0,1 0 1 0 0,-1 0-1 0 0,1 1 1 0 0,-1-1-1 0 0,1 0 1 0 0,0 0-1 0 0,-1 0 1 0 0,1 0-1 0 0,0 1 1 0 0,0-1-1 0 0,-1 0 1 0 0,1-2-1 0 0,0 1 2 0 0,-1 0 0 0 0,1 0 0 0 0,-1 0 0 0 0,0 0 0 0 0,0 0 0 0 0,0 0 0 0 0,0 0 0 0 0,0 0-1 0 0,0 0 1 0 0,0 0 0 0 0,-1 0 0 0 0,1 1 0 0 0,-1-1 0 0 0,1 1 0 0 0,-1-1 0 0 0,1 1 0 0 0,-3-2 0 0 0,-9-9 53 0 0,4 3-39 0 0,-3-7-31 0 0,8-27 192 0 0,4 37-127 0 0,0 11-26 0 0,0 1 39 0 0,0-1 14 0 0,0 156 1681 0 0,5-157-1774 0 0,-2-4-2 0 0,-3 0 13 0 0,1 0 0 0 0,0 0 0 0 0,0 0 0 0 0,0 0 1 0 0,0 0-1 0 0,0 0 0 0 0,0 0 0 0 0,-1 0 0 0 0,1 0 0 0 0,0 0 0 0 0,0 0 0 0 0,0 1 0 0 0,0-1 0 0 0,0 0 0 0 0,-1 1 0 0 0,1-1 0 0 0,0 0 0 0 0,0 1 1 0 0,0-1-1 0 0,-1 1 0 0 0,1-1 0 0 0,0 1 0 0 0,-1 0 0 0 0,1-1 0 0 0,0 1 0 0 0,0 1 0 0 0,-1-2 0 0 0,1 1 0 0 0,0 0 0 0 0,-1-1 0 0 0,1 1 1 0 0,0-1-1 0 0,0 1 0 0 0,-1-1 0 0 0,1 0 0 0 0,0 1 0 0 0,0-1 0 0 0,-1 0 0 0 0,1 1 0 0 0,0-1 0 0 0,0 0 0 0 0,0 0 1 0 0,0 0-1 0 0,0 1 0 0 0,-1-1 0 0 0,1 0 0 0 0,0 0 0 0 0,0 0 0 0 0,1-1 0 0 0,31 1-84 0 0,-25 0 56 0 0,49 1-25 0 0,73-2-40 0 0,-115 0 107 0 0,1 0-1 0 0,0-2 1 0 0,-1 0 0 0 0,0 0-1 0 0,28-12 1 0 0,-41 14-9 0 0,17-11 122 0 0,-15-19 374 0 0,-4 31-494 0 0,1-1-1 0 0,-1 1 1 0 0,0-1 0 0 0,0 1 0 0 0,0-1-1 0 0,0 1 1 0 0,1-1 0 0 0,-1 1 0 0 0,0-1-1 0 0,0 1 1 0 0,1-1 0 0 0,-1 1-1 0 0,0-1 1 0 0,1 1 0 0 0,-1 0 0 0 0,1-1-1 0 0,-1 1 1 0 0,0-1 0 0 0,1 1 0 0 0,-1 0-1 0 0,1 0 1 0 0,-1-1 0 0 0,1 1-1 0 0,-1 0 1 0 0,1 0 0 0 0,-1 0 0 0 0,1-1-1 0 0,-1 1 1 0 0,1 0 0 0 0,1 0 0 0 0,-1 0-2 0 0,-1 0 1 0 0,1 0-1 0 0,0-1 1 0 0,0 1-1 0 0,0 0 1 0 0,0 0-1 0 0,-1-1 1 0 0,1 1-1 0 0,0-1 1 0 0,0 1-1 0 0,-1-1 1 0 0,1 1 0 0 0,0-1-1 0 0,-1 1 1 0 0,1-1-1 0 0,0 0 1 0 0,-1 1-1 0 0,1-1 1 0 0,-1 0-1 0 0,1 1 1 0 0,-1-1-1 0 0,0 0 1 0 0,1 0-1 0 0,-1 1 1 0 0,0-1-1 0 0,1 0 1 0 0,-1 0 0 0 0,0 0-1 0 0,0 0 1 0 0,0 1-1 0 0,1-1 1 0 0,-1 0-1 0 0,0-1 1 0 0,0 2-2 0 0,-1-2 16 0 0,1 0 0 0 0,0 1 0 0 0,-1-1 0 0 0,1 0-1 0 0,0 0 1 0 0,0 0 0 0 0,1 1 0 0 0,-1-1 0 0 0,0 0 0 0 0,1 0 0 0 0,-1 1 0 0 0,1-1 0 0 0,-1 0 0 0 0,1 1 0 0 0,0-1 0 0 0,1-2 0 0 0,18 3 35 0 0,-20 2-51 0 0,1-1 0 0 0,-1 0 1 0 0,1 1-1 0 0,-1-1 0 0 0,1 1 1 0 0,-1-1-1 0 0,0 0 0 0 0,1 1 0 0 0,-1-1 1 0 0,0 1-1 0 0,1-1 0 0 0,-1 1 0 0 0,0 0 1 0 0,1-1-1 0 0,-1 1 0 0 0,0-1 1 0 0,0 1-1 0 0,0 0 0 0 0,0-1 0 0 0,0 1 1 0 0,1-1-1 0 0,-1 1 0 0 0,0 0 0 0 0,0-1 1 0 0,0 1-1 0 0,-1-1 0 0 0,1 1 0 0 0,0 0 1 0 0,0-1-1 0 0,0 1 0 0 0,0-1 1 0 0,-1 2-1 0 0,1 6 96 0 0,1 11 35 0 0,1 0 0 0 0,1-1-1 0 0,1 1 1 0 0,0-1-1 0 0,8 18 1 0 0,-5-16 1 0 0,-2-1 0 0 0,0 1 0 0 0,-1 0 1 0 0,-1 0-1 0 0,1 23 0 0 0,-5-25 16 0 0,1-14-125 0 0,-1 0 1 0 0,1 0-1 0 0,0 1 0 0 0,0-1 0 0 0,1 0 0 0 0,-1 0 0 0 0,1 0 1 0 0,0 0-1 0 0,0 1 0 0 0,2 4 0 0 0,8 5 127 0 0,-10-12-133 0 0,1-1-1 0 0,-1 0 1 0 0,0 1-1 0 0,0-1 1 0 0,0 1-1 0 0,0-1 1 0 0,0 1-1 0 0,0 0 1 0 0,0 0-1 0 0,-1-1 1 0 0,1 1-1 0 0,0 0 1 0 0,-1 0-1 0 0,1 0 1 0 0,-1-1-1 0 0,0 5 1 0 0,0-6-42 0 0,0 1-1 0 0,0-1 1 0 0,0 1 0 0 0,0-1 0 0 0,0 0-1 0 0,0 1 1 0 0,1-1 0 0 0,-1 1-1 0 0,0-1 1 0 0,0 1 0 0 0,0-1 0 0 0,0 0-1 0 0,1 1 1 0 0,-1-1 0 0 0,0 0 0 0 0,0 1-1 0 0,1-1 1 0 0,-1 1 0 0 0,0-1 0 0 0,0 0-1 0 0,1 0 1 0 0,-1 1 0 0 0,1-1 0 0 0,-1 0-1 0 0,0 0 1 0 0,1 1 0 0 0,-1-1-1 0 0,0 0 1 0 0,1 0 0 0 0,-1 0 0 0 0,1 0-1 0 0,-1 1 1 0 0,1-1 0 0 0,-1 0 0 0 0,0 0-1 0 0,1 0 1 0 0,-1 0 0 0 0,1 0 0 0 0,-1 0-1 0 0,1 0 1 0 0,27-8-2181 0 0,23-20-2015 0 0,-45 25 3778 0 0,0 0-156 0 0,-1-1 0 0 0,0 1 0 0 0,0-1-1 0 0,0 0 1 0 0,0 0 0 0 0,0 0 0 0 0,-1-1-1 0 0,5-6 1 0 0,-4-18-3018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8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71 560 0 0,'0'-7'2321'0'0,"-30"1"-1120"0"0,30-8-1441 0 0,0-30-1841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2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3041 0 0,'-30'0'2882'0'0,"30"6"-881"0"0,-30-6-961 0 0,60-6-5282 0 0,0 6 1681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0,'0'13'2802'0'0,"30"1"-802"0"0,-30-8-879 0 0,0-1-1201 0 0,30-5-5122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 2001 0 0,'0'-6'4082'0'0,"0"1"-1201"0"0,-30-3-2081 0 0,30 2-800 0 0,0 0-3841 0 0,0-1 1200 0 0,30 14 159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2641 0 0,'0'25'3922'0'0,"0"-11"-1361"0"0,0-22-2801 0 0,0 2-640 0 0,-31-7-1041 0 0,31-6-320 0 0,-30-12-160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1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2641 0 0,'0'-6'5363'0'0,"30"6"-3683"0"0,-30-5-1039 0 0,0-9-1682 0 0,0 3-1280 0 0,0-3-480 0 0,0 1 160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77 560 0 0,'0'6'7364'0'0,"-30"-1"-4323"0"0,0 3-3281 0 0,60-8-480 0 0,-30-13 319 0 0,30-1-159 0 0,-30 8-720 0 0,0-5-881 0 0,30-8-241 0 0,-60-14 81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2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1040 0 0,'0'6'3042'0'0,"0"-1"-641"0"0,0 3-800 0 0,0-2-961 0 0,31-6-5122 0 0,23 6 1441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30 191 6723 0 0,'-30'-25'3282'0'0,"60"11"-2642"0"0,-30 3-960 0 0,0-3-80 0 0,0-5 159 0 0,31 0 241 0 0,-31 7-80 0 0,0-7 0 0 0,30 6-320 0 0,0-1-480 0 0,-30 3-1281 0 0,30-3-480 0 0,0 8 239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6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19 2321 0 0,'0'-1'194'0'0,"0"0"0"0"0,-1 1 1 0 0,1-1-1 0 0,-1 0 0 0 0,1 0 0 0 0,-1 1 0 0 0,1-1 0 0 0,-1 0 0 0 0,1 1 1 0 0,-1-1-1 0 0,0 1 0 0 0,1-1 0 0 0,-1 1 0 0 0,0-1 0 0 0,1 1 0 0 0,-1-1 1 0 0,0 1-1 0 0,0 0 0 0 0,0-1 0 0 0,1 1 0 0 0,-1 0 0 0 0,0 0 1 0 0,0 0-1 0 0,0-1 0 0 0,0 1 0 0 0,1 0 0 0 0,-1 0 0 0 0,-1 1 0 0 0,-33-3 425 0 0,30 2-65 0 0,-73-2 865 0 0,45 0-1214 0 0,1 1 1 0 0,-1 2 0 0 0,-63 9-1 0 0,29 2-75 0 0,48-10-92 0 0,1 1 0 0 0,0 1 0 0 0,0 0 0 0 0,-23 10 0 0 0,18-6 4 0 0,22-8-35 0 0,-1 0 0 0 0,0 0 0 0 0,0 1 0 0 0,1-1 0 0 0,-1 0 1 0 0,1 1-1 0 0,-1 0 0 0 0,0-1 0 0 0,1 1 0 0 0,-1 0 1 0 0,1 0-1 0 0,-1 0 0 0 0,1 0 0 0 0,0 0 0 0 0,-1 0 0 0 0,1 0 1 0 0,0 0-1 0 0,0 0 0 0 0,0 1 0 0 0,0-1 0 0 0,0 0 0 0 0,0 1 1 0 0,0-1-1 0 0,0 1 0 0 0,1-1 0 0 0,-1 1 0 0 0,0 0 1 0 0,1-1-1 0 0,0 1 0 0 0,-1 0 0 0 0,1-1 0 0 0,0 1 0 0 0,0 0 1 0 0,0-1-1 0 0,0 1 0 0 0,0 2 0 0 0,0-3-11 0 0,0 0 0 0 0,0 0-1 0 0,0 0 1 0 0,0 0 0 0 0,-1 0 0 0 0,1 0 0 0 0,0-1-1 0 0,0 1 1 0 0,-1 0 0 0 0,1 0 0 0 0,-1 0-1 0 0,1 0 1 0 0,-1-1 0 0 0,1 1 0 0 0,-1 0 0 0 0,1 0-1 0 0,-1-1 1 0 0,0 1 0 0 0,1 0 0 0 0,-1-1 0 0 0,0 1-1 0 0,1-1 1 0 0,-3 2 0 0 0,3-2 2 0 0,-1 0 0 0 0,1 1 0 0 0,-1-1 0 0 0,1 0 0 0 0,-1 1 0 0 0,1-1 0 0 0,-1 1 0 0 0,1-1 0 0 0,-1 1 0 0 0,1-1 0 0 0,-1 1 0 0 0,1-1 0 0 0,0 1 0 0 0,-1-1 0 0 0,1 1 0 0 0,0 0 0 0 0,0-1 0 0 0,-1 1 0 0 0,1-1 0 0 0,0 1 0 0 0,0 0 0 0 0,0 0 0 0 0,25 69-158 0 0,-16-53 135 0 0,0 0 0 0 0,1-1-1 0 0,1-1 1 0 0,1 0 0 0 0,0 0-1 0 0,1-1 1 0 0,0 0-1 0 0,16 11 1 0 0,24 28 13 0 0,-41-39-4 0 0,0-1 0 0 0,1 0-1 0 0,1 0 1 0 0,0-1 0 0 0,0-1-1 0 0,1-1 1 0 0,1 0 0 0 0,30 15 0 0 0,0-2 12 0 0,-28-12 18 0 0,1-1 0 0 0,1-2 1 0 0,28 10-1 0 0,-22-12-27 0 0,0-2 0 0 0,1 0 0 0 0,-1-2 0 0 0,1-1 1 0 0,0-1-1 0 0,-1-2 0 0 0,36-5 0 0 0,15-8 31 0 0,84-29 0 0 0,-144 39-18 0 0,-1 0-9 0 0,-1 0 0 0 0,0-1 0 0 0,0-1 1 0 0,0 0-1 0 0,-1-1 0 0 0,0-1 0 0 0,0 0 0 0 0,19-17 0 0 0,-32 24 12 0 0,0-1 0 0 0,0 0 0 0 0,0 1 0 0 0,0-1 0 0 0,0 0-1 0 0,0 1 1 0 0,-1-1 0 0 0,0 0 0 0 0,1 0 0 0 0,-1 0 0 0 0,0 1 0 0 0,0-1 0 0 0,-1 0 0 0 0,1 0-1 0 0,-1-3 1 0 0,0-7 45 0 0,1 10-37 0 0,-1 0 1 0 0,1 0 0 0 0,-1-1 0 0 0,0 1 0 0 0,0 0-1 0 0,0 0 1 0 0,-1 0 0 0 0,1 0 0 0 0,-1 0 0 0 0,1 0 0 0 0,-1 0-1 0 0,0 1 1 0 0,0-1 0 0 0,0 1 0 0 0,0-1 0 0 0,-1 1 0 0 0,1 0-1 0 0,-1 0 1 0 0,1 0 0 0 0,-1 0 0 0 0,-5-3 0 0 0,-10-9 48 0 0,-11-10 38 0 0,-83-64 176 0 0,98 79-262 0 0,0 1-1 0 0,0 0 1 0 0,-1 1-1 0 0,0 1 1 0 0,-1 0 0 0 0,-27-6-1 0 0,23 9-173 0 0,0 2 1 0 0,1 0-1 0 0,-1 1 0 0 0,0 1 0 0 0,0 0 1 0 0,0 2-1 0 0,-36 10 0 0 0,19 6-1525 0 0,28-14 1027 0 0,-46 27-4329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3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0 196 3041 0 0,'0'-6'3042'0'0,"30"1"-401"0"0,-30-1 1121 0 0,0-2-2642 0 0,0 2-479 0 0,0 1-241 0 0,0-9-320 0 0,0-5-480 0 0,0 6-801 0 0,30-12-1680 0 0,-30-6-1201 0 0,0-2 480 0 0,31 8 1121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4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77 1040 0 0,'0'-1'124'0'0,"0"0"0"0"0,-1 0 0 0 0,1 0-1 0 0,0 0 1 0 0,0 0 0 0 0,0 0-1 0 0,-1-1 1 0 0,1 1 0 0 0,0 0-1 0 0,-1 0 1 0 0,1 0 0 0 0,-1 0-1 0 0,1 1 1 0 0,-1-1 0 0 0,0 0-1 0 0,1 0 1 0 0,-1 0 0 0 0,0 0-1 0 0,0 1 1 0 0,0-1 0 0 0,1 0-1 0 0,-1 0 1 0 0,0 1 0 0 0,0-1 0 0 0,0 1-1 0 0,-2-1 1 0 0,2 0 0 0 0,1 1 1 0 0,-1 0-1 0 0,0-1 1 0 0,0 1-1 0 0,0-1 1 0 0,1 1-1 0 0,-1-1 1 0 0,0 1-1 0 0,1-1 1 0 0,-1 0-1 0 0,0 1 1 0 0,1-1-1 0 0,-1 0 1 0 0,1 1-1 0 0,-1-1 1 0 0,1 0-1 0 0,-1 0 1 0 0,1 0-1 0 0,0 1 1 0 0,-1-1-1 0 0,1 0 1 0 0,0 0-1 0 0,0 0 1 0 0,0 0-1 0 0,-1-1 1 0 0,1 1-44 0 0,0 0-1 0 0,-1 0 1 0 0,1 0 0 0 0,-1 0 0 0 0,0 1-1 0 0,1-1 1 0 0,-1 0 0 0 0,1 1 0 0 0,-1-1-1 0 0,0 0 1 0 0,0 1 0 0 0,1-1 0 0 0,-1 1-1 0 0,0-1 1 0 0,0 1 0 0 0,0-1 0 0 0,0 1-1 0 0,1 0 1 0 0,-1-1 0 0 0,0 1 0 0 0,0 0 0 0 0,0 0-1 0 0,0-1 1 0 0,0 1 0 0 0,0 0 0 0 0,0 0-1 0 0,0 0 1 0 0,-1 1 0 0 0,0-2 165 0 0,2 1-205 0 0,0 0 1 0 0,-1 0 0 0 0,1 0-1 0 0,0 0 1 0 0,-1 0 0 0 0,1-1-1 0 0,0 1 1 0 0,-1 0-1 0 0,1 0 1 0 0,0 0 0 0 0,0-1-1 0 0,-1 1 1 0 0,1 0 0 0 0,0 0-1 0 0,0-1 1 0 0,0 1 0 0 0,-1 0-1 0 0,1-1 1 0 0,0 1 0 0 0,0 0-1 0 0,0 0 1 0 0,0-1 0 0 0,0 1-1 0 0,0 0 1 0 0,-1-1-1 0 0,1 1 1 0 0,0 0 0 0 0,0-1-1 0 0,0 1 1 0 0,0 0 0 0 0,0-1-1 0 0,0 1 1 0 0,0 0 0 0 0,1-1-1 0 0,-1 1 1 0 0,0 0 0 0 0,0-1-1 0 0,0 0 1 0 0,0 1-13 0 0,0 0 0 0 0,1 0 1 0 0,-1-1-1 0 0,0 1 0 0 0,0 0 1 0 0,0 0-1 0 0,0-1 0 0 0,0 1 1 0 0,0 0-1 0 0,0 0 0 0 0,0-1 0 0 0,0 1 1 0 0,0 0-1 0 0,0 0 0 0 0,0-1 1 0 0,0 1-1 0 0,0 0 0 0 0,0 0 1 0 0,0-1-1 0 0,0 1 0 0 0,0 0 0 0 0,0 0 1 0 0,-1-1-1 0 0,1 1 0 0 0,0 0 1 0 0,0 0-1 0 0,0 0 0 0 0,0-1 1 0 0,0 1-1 0 0,-1 0 0 0 0,1 0 1 0 0,0 0-1 0 0,0-1 0 0 0,0 1 0 0 0,-1 0 1 0 0,1 0-1 0 0,0 0 0 0 0,0 0 1 0 0,-1 0-1 0 0,1 0 0 0 0,0-1 1 0 0,0 1-1 0 0,-1 0 0 0 0,1 0 0 0 0,0 0 1 0 0,-1 0-1 0 0,-14 0 102 0 0,-1 1 0 0 0,0 0 0 0 0,1 1 0 0 0,0 0 0 0 0,-1 1 0 0 0,1 1 0 0 0,0 1 0 0 0,1 0 0 0 0,-1 1 0 0 0,1 0 0 0 0,0 1 1 0 0,0 1-1 0 0,1 0 0 0 0,0 1 0 0 0,1 0 0 0 0,-16 16 0 0 0,25-23-131 0 0,1-1 0 0 0,-1 1 0 0 0,1 0 0 0 0,0 0 0 0 0,0 1 0 0 0,0-1 0 0 0,0 0 0 0 0,1 1 0 0 0,-1-1 0 0 0,1 1 0 0 0,-1 0 0 0 0,1-1 0 0 0,0 1 0 0 0,0 0 0 0 0,0 0 0 0 0,0 0 0 0 0,1 0 0 0 0,-1-1 0 0 0,1 1 0 0 0,-1 0 0 0 0,1 5 0 0 0,0-3-12 0 0,0 0 0 0 0,-1 0 0 0 0,0 0 1 0 0,0 1-1 0 0,-1-1 0 0 0,1 0 0 0 0,-1-1 0 0 0,-4 10 1 0 0,3-9 0 0 0,1 0 1 0 0,0 1-1 0 0,0-1 1 0 0,0 1-1 0 0,1-1 1 0 0,-1 1 0 0 0,1 0-1 0 0,0 11 1 0 0,1 3 34 0 0,-1-11 10 0 0,0 0 1 0 0,2 0 0 0 0,-1 0-1 0 0,1 0 1 0 0,0 0 0 0 0,3 10-1 0 0,57 147 73 0 0,-36-123-56 0 0,-22-39-38 0 0,1 1-1 0 0,-1-1 1 0 0,0 1-1 0 0,-1-1 1 0 0,1 1-1 0 0,-1 0 1 0 0,0 0 0 0 0,0 0-1 0 0,-1 1 1 0 0,1-1-1 0 0,-1 0 1 0 0,0 1-1 0 0,0 7 1 0 0,0-3-19 0 0,1 1 1 0 0,0-1-1 0 0,0 0 1 0 0,1 0-1 0 0,0 0 1 0 0,1 0-1 0 0,0-1 0 0 0,1 1 1 0 0,0-1-1 0 0,0 0 1 0 0,8 10-1 0 0,-12-18 4 0 0,0 0 0 0 0,0 1 0 0 0,-1-1 0 0 0,1 1 0 0 0,-1 0 0 0 0,1-1 0 0 0,-1 1 0 0 0,1 0 0 0 0,-1-1 0 0 0,0 1 0 0 0,0 0-1 0 0,0-1 1 0 0,0 3 0 0 0,4 17-22 0 0,5-11 29 0 0,-7-9-7 0 0,-1 0 1 0 0,0 0-1 0 0,0 0 0 0 0,0 0 1 0 0,0 0-1 0 0,0 0 1 0 0,0 0-1 0 0,0 1 1 0 0,0-1-1 0 0,0 1 0 0 0,0-1 1 0 0,-1 0-1 0 0,1 1 1 0 0,0-1-1 0 0,-1 1 0 0 0,0-1 1 0 0,1 1-1 0 0,-1 0 1 0 0,0 1-1 0 0,2 0-4 0 0,-1-1-1 0 0,0 0 0 0 0,1 0 1 0 0,-1 0-1 0 0,1 0 1 0 0,0 0-1 0 0,0 0 0 0 0,0 0 1 0 0,0-1-1 0 0,0 1 1 0 0,0-1-1 0 0,0 1 1 0 0,0-1-1 0 0,1 0 0 0 0,-1 0 1 0 0,0 0-1 0 0,5 2 1 0 0,45 16-49 0 0,17-7-109 0 0,-17-4 101 0 0,3 1 40 0 0,0-3-1 0 0,97-1 1 0 0,-82-5 13 0 0,16 3 14 0 0,6 1-6 0 0,141-13 0 0 0,-216 7 2 0 0,-1-1 1 0 0,0-1-1 0 0,-1 0 1 0 0,1-2-1 0 0,-1 1 1 0 0,0-2-1 0 0,0 0 1 0 0,-1-1-1 0 0,24-16 1 0 0,-19 9-2 0 0,0-1 0 0 0,-1-1 0 0 0,-1-1 1 0 0,-1 0-1 0 0,15-23 0 0 0,-26 35-4 0 0,0-1-1 0 0,-1 1 1 0 0,0-1 0 0 0,0-1-1 0 0,0 1 1 0 0,-1 0 0 0 0,0-1-1 0 0,-1 0 1 0 0,1 0 0 0 0,-2 0-1 0 0,1 0 1 0 0,-1 0 0 0 0,0 0-1 0 0,-1 0 1 0 0,0 0 0 0 0,0 0-1 0 0,-1 0 1 0 0,0 0 0 0 0,-4-16-1 0 0,-1 4 105 0 0,3 11-5 0 0,0 0 0 0 0,0 0 0 0 0,0 0 0 0 0,-1 0 0 0 0,-1 1 1 0 0,1-1-1 0 0,-1 1 0 0 0,-1 0 0 0 0,1 1 0 0 0,-8-8 0 0 0,9 12-61 0 0,-18-17 38 0 0,-1 1 1 0 0,0 1-1 0 0,-1 1 1 0 0,-1 2 0 0 0,0 0-1 0 0,-40-16 1 0 0,26 19-449 0 0,-1 2 1 0 0,1 2 0 0 0,-45-4-1 0 0,-127 2-4800 0 0,91 10-106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5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2801 0 0,'30'0'5043'0'0,"-30"-7"-3763"0"0,30-5-1360 0 0,-30-21-2561 0 0,-30 3-480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5 800 0 0,'-15'-2'1283'0'0,"0"0"0"0"0,0 2 0 0 0,0 0 0 0 0,0 0-1 0 0,-26 5 1 0 0,41-4-1229 0 0,-1-1 0 0 0,0 1 0 0 0,1 0 0 0 0,-1 0 0 0 0,1 0 0 0 0,-1-1 0 0 0,1 1 0 0 0,0 0 0 0 0,-1 0 0 0 0,1 0 0 0 0,0 0 1 0 0,-1 0-1 0 0,1 0 0 0 0,0 0 0 0 0,0 0 0 0 0,0 0 0 0 0,0 0 0 0 0,0 0 0 0 0,0 0 0 0 0,0-1 0 0 0,0 1 0 0 0,1 0 0 0 0,-1 0 0 0 0,0 0 0 0 0,1 0 0 0 0,-1 0 0 0 0,0 0 0 0 0,1 0 0 0 0,-1 0 0 0 0,1-1 0 0 0,-1 1 0 0 0,1 0 0 0 0,-1 0 0 0 0,1-1 0 0 0,0 1 0 0 0,-1 0 0 0 0,1-1 0 0 0,0 1 0 0 0,1 0 0 0 0,29 23 126 0 0,48 48 0 0 0,-60-53-145 0 0,1-2 0 0 0,24 17 0 0 0,-16-13-33 0 0,5 5-464 0 0,2-2-1 0 0,53 28 1 0 0,-63-38-1139 0 0,-20-2-1174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31 395 1601 0 0,'0'-6'2401'0'0,"0"-7"-400"0"0,-30-1-481 0 0,60-5-399 0 0,0-18-81 0 0,24-47-159 0 0,67-5-401 0 0,-30 26-480 0 0,-31 30-240 0 0,1 22-240 0 0,-31-3-881 0 0,30 3-2641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51 2401 0 0,'4'-24'5863'0'0,"8"9"-3776"0"0,-9 13-2063 0 0,1 0 1 0 0,-1 1-1 0 0,1-1 1 0 0,-1 1-1 0 0,1 0 1 0 0,0 0-1 0 0,-1 1 1 0 0,1-1-1 0 0,0 1 1 0 0,0 0-1 0 0,6 0 1 0 0,-9 0-29 0 0,7 0-21 0 0,0 0-1 0 0,0 0 0 0 0,0 0 0 0 0,0 1 0 0 0,-1 0 1 0 0,1 1-1 0 0,9 3 0 0 0,-14-3 29 0 0,1 0 0 0 0,-1 0 0 0 0,1 1 0 0 0,-1-1 0 0 0,0 1 0 0 0,0 0-1 0 0,0 0 1 0 0,0 0 0 0 0,0 1 0 0 0,-1-1 0 0 0,0 1 0 0 0,1-1 0 0 0,-1 1 0 0 0,0 0 0 0 0,-1 0 0 0 0,3 6 0 0 0,2 4 26 0 0,-3-9-5 0 0,0 0 1 0 0,-1 1-1 0 0,1-1 1 0 0,-1 0-1 0 0,0 1 1 0 0,-1-1-1 0 0,1 1 1 0 0,-1-1-1 0 0,0 1 0 0 0,-1 0 1 0 0,1 0-1 0 0,-1-1 1 0 0,0 1-1 0 0,-1 0 1 0 0,1 0-1 0 0,-1-1 0 0 0,0 1 1 0 0,-3 8-1 0 0,-47 69 763 0 0,42-61-564 0 0,8-18-180 0 0,-1 0 0 0 0,0 0 0 0 0,1 0 0 0 0,-2 0 0 0 0,1 0 0 0 0,0-1 1 0 0,-1 1-1 0 0,0-1 0 0 0,-4 5 0 0 0,-114 118 1078 0 0,119-123-1098 0 0,-1-1 1 0 0,0 1 0 0 0,-1-1 0 0 0,1 1-1 0 0,0-1 1 0 0,-1 0 0 0 0,0 0 0 0 0,1-1 0 0 0,-1 1-1 0 0,0-1 1 0 0,0 1 0 0 0,0-1 0 0 0,0 0 0 0 0,1-1-1 0 0,-6 1 1 0 0,6-1-40 0 0,0-1 0 0 0,-1 0-1 0 0,1 1 1 0 0,0-1 0 0 0,0 0-1 0 0,0 0 1 0 0,0-1 0 0 0,1 1 0 0 0,-1-1-1 0 0,0 0 1 0 0,1 1 0 0 0,-1-1-1 0 0,1 0 1 0 0,-1 0 0 0 0,-3-5 0 0 0,5 6 0 0 0,1 0 0 0 0,-1 1 0 0 0,1-1 0 0 0,-1 0 0 0 0,1 0 0 0 0,0 0 1 0 0,-1 1-1 0 0,1-1 0 0 0,0 0 0 0 0,0 0 0 0 0,-1 0 0 0 0,1 0 0 0 0,0 0 1 0 0,0 0-1 0 0,0 1 0 0 0,0-1 0 0 0,0 0 0 0 0,0 0 0 0 0,1-1 1 0 0,-1 1 0 0 0,0 0 1 0 0,0 0 0 0 0,0 0 0 0 0,0-1 0 0 0,0 1 0 0 0,0 0-1 0 0,0 0 1 0 0,0 0 0 0 0,0 0 0 0 0,0 0 0 0 0,-1 0 0 0 0,1 0-1 0 0,0 0 1 0 0,-1 0 0 0 0,1 0 0 0 0,-1 0 0 0 0,1 1 0 0 0,-1-1-1 0 0,0-1 1 0 0,-2-1-2 0 0,0-1 0 0 0,1 1 0 0 0,-1 0 0 0 0,1-1 0 0 0,0 1 0 0 0,0-1 0 0 0,0 0 0 0 0,1 1 0 0 0,-1-1 0 0 0,1 0 0 0 0,0 0 0 0 0,0 0 0 0 0,0 0 0 0 0,1 0 0 0 0,-1 0 0 0 0,1-1 0 0 0,0 1 0 0 0,0 0 0 0 0,2-6 0 0 0,0-21-59 0 0,-2 31 68 0 0,0-1 1 0 0,1 1-1 0 0,-1-1 0 0 0,0 1 1 0 0,0 0-1 0 0,0-1 1 0 0,0 1-1 0 0,1-1 0 0 0,-1 1 1 0 0,0-1-1 0 0,0 1 0 0 0,1-1 1 0 0,-1 1-1 0 0,0 0 0 0 0,1-1 1 0 0,-1 1-1 0 0,1 0 1 0 0,-1-1-1 0 0,0 1 0 0 0,1 0 1 0 0,-1 0-1 0 0,1-1 0 0 0,-1 1 1 0 0,1 0-1 0 0,-1 0 0 0 0,1 0 1 0 0,-1-1-1 0 0,1 1 1 0 0,5 2 4 0 0,-1-1 1 0 0,0 1-1 0 0,0 1 1 0 0,0-1 0 0 0,0 1-1 0 0,0 0 1 0 0,0 0-1 0 0,7 6 1 0 0,-3-3 37 0 0,149 93 518 0 0,-132-85-523 0 0,1-1 1 0 0,0-2-1 0 0,1 0 1 0 0,48 11-1 0 0,-60-19-284 0 0,0 0 0 0 0,29 1-1 0 0,-39-4-201 0 0,-1 0-1 0 0,1-1 0 0 0,-1 1 1 0 0,0-1-1 0 0,0 0 1 0 0,1-1-1 0 0,-1 1 0 0 0,0-1 1 0 0,0 0-1 0 0,0 0 0 0 0,-1-1 1 0 0,8-4-1 0 0,18-17-3826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6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52 2881 0 0,'-31'0'1841'0'0,"31"-13"-2321"0"0,-30 0-881 0 0,30-12-319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7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93 1681 0 0,'0'-1'154'0'0,"0"0"1"0"0,1 0-1 0 0,0-1 0 0 0,-1 1 1 0 0,1 0-1 0 0,0 0 1 0 0,-1 0-1 0 0,1 0 0 0 0,0 0 1 0 0,0 0-1 0 0,0 0 1 0 0,0 0-1 0 0,0 0 0 0 0,0 1 1 0 0,0-1-1 0 0,0 0 0 0 0,0 0 1 0 0,0 1-1 0 0,1-1 1 0 0,-1 1-1 0 0,0-1 0 0 0,3 0 1 0 0,28-7 1936 0 0,-22-1-877 0 0,10 4-867 0 0,-20 5-316 0 0,0 0-1 0 0,0 0 1 0 0,-1 0-1 0 0,1 0 1 0 0,0-1-1 0 0,0 1 1 0 0,0 0-1 0 0,0 0 1 0 0,0 0-1 0 0,0 0 1 0 0,0 0-1 0 0,0-1 1 0 0,-1 1 0 0 0,1 0-1 0 0,0 0 1 0 0,0 0-1 0 0,0 0 1 0 0,0 0-1 0 0,0-1 1 0 0,0 1-1 0 0,0 0 1 0 0,0 0-1 0 0,0 0 1 0 0,0-1-1 0 0,0 1 1 0 0,0 0-1 0 0,0 0 1 0 0,0 0 0 0 0,0 0-1 0 0,0-1 1 0 0,0 1-1 0 0,0 0 1 0 0,1 0-1 0 0,-1 0 1 0 0,0 0-1 0 0,0 0 1 0 0,0-1-1 0 0,0 1 1 0 0,0 0-1 0 0,0 0 1 0 0,0 0-1 0 0,1 0 1 0 0,-1 0-1 0 0,0-1 1 0 0,-15 1 127 0 0,-112 6 412 0 0,116-5-509 0 0,-1 0 0 0 0,1 1 1 0 0,-1 1-1 0 0,1 0 1 0 0,0 1-1 0 0,0 0 1 0 0,1 1-1 0 0,-21 11 1 0 0,8-3 161 0 0,21-13-206 0 0,0 1 0 0 0,0 0 0 0 0,0-1 0 0 0,0 1 1 0 0,0 0-1 0 0,1 0 0 0 0,-1 0 0 0 0,0 0 0 0 0,1 1 0 0 0,-1-1 0 0 0,1 0 1 0 0,-1 1-1 0 0,1-1 0 0 0,-1 1 0 0 0,1-1 0 0 0,0 1 0 0 0,0-1 0 0 0,0 1 1 0 0,0 0-1 0 0,0 0 0 0 0,0 0 0 0 0,1-1 0 0 0,-1 1 0 0 0,0 0 0 0 0,1 0 1 0 0,0 0-1 0 0,-1 0 0 0 0,1 3 0 0 0,0-4-16 0 0,0 0 0 0 0,0 0 0 0 0,0 0 0 0 0,-1 0 0 0 0,1 0 0 0 0,0 0 0 0 0,0 0 0 0 0,-1 0 0 0 0,1 0 1 0 0,-1 0-1 0 0,1 0 0 0 0,-1 0 0 0 0,1-1 0 0 0,-1 1 0 0 0,0 0 0 0 0,1 0 0 0 0,-1-1 0 0 0,0 1 0 0 0,0 0 0 0 0,1 0 0 0 0,-1-1 0 0 0,0 1 0 0 0,-1 0 0 0 0,0 0-5 0 0,1-1 0 0 0,0 1 0 0 0,0 0-1 0 0,0 0 1 0 0,0 0 0 0 0,0 0 0 0 0,0 0 0 0 0,0 0-1 0 0,0 0 1 0 0,0 0 0 0 0,1 0 0 0 0,-1 0 0 0 0,0 1-1 0 0,1-1 1 0 0,-1 0 0 0 0,1 1 0 0 0,-1-1-1 0 0,1 0 1 0 0,-1 1 0 0 0,1-1 0 0 0,0 0 0 0 0,0 1-1 0 0,0-1 1 0 0,0 2 0 0 0,-1 4-9 0 0,1-5 23 0 0,-1 0-1 0 0,1 0 1 0 0,0 0-1 0 0,0 0 0 0 0,0 0 1 0 0,0 0-1 0 0,0 0 0 0 0,0 0 1 0 0,1 0-1 0 0,-1 0 0 0 0,1 0 1 0 0,-1 0-1 0 0,1 0 1 0 0,0 0-1 0 0,-1 0 0 0 0,3 3 1 0 0,27 19 70 0 0,-5-16-80 0 0,-15-5-8 0 0,36 0-64 0 0,-25-5 15 0 0,0-1 1 0 0,0-1-1 0 0,29-8 1 0 0,-49 11 55 0 0,8-1 7 0 0,0-2-1 0 0,0 1 1 0 0,-1-1 0 0 0,0-1 0 0 0,0 1 0 0 0,0-2 0 0 0,0 1-1 0 0,-1-1 1 0 0,0 0 0 0 0,11-11 0 0 0,-16 14 9 0 0,1 1 0 0 0,0-1 0 0 0,-1-1 0 0 0,0 1 0 0 0,1 0 0 0 0,-1 0 0 0 0,0-1 0 0 0,-1 0 0 0 0,1 1 0 0 0,-1-1 0 0 0,1 0 0 0 0,-1 1 0 0 0,0-1 0 0 0,-1 0 0 0 0,1 0 0 0 0,-1 0 0 0 0,1 0 0 0 0,-1 0 0 0 0,-1 0 0 0 0,1 0 0 0 0,0 0-1 0 0,-1 0 1 0 0,0 0 0 0 0,0 0 0 0 0,-2-5 0 0 0,1 3-3 0 0,0 0-1 0 0,-1 1 0 0 0,1 0 1 0 0,-1-1-1 0 0,0 1 0 0 0,-1 0 1 0 0,1 0-1 0 0,-1 1 0 0 0,0-1 1 0 0,0 1-1 0 0,0 0 0 0 0,-1 0 1 0 0,1 0-1 0 0,-1 1 0 0 0,0-1 1 0 0,0 1-1 0 0,-1 0 1 0 0,1 1-1 0 0,-7-3 0 0 0,-21-1-647 0 0,31 7 596 0 0,1-1 0 0 0,0 0 0 0 0,0 0 0 0 0,0 1-1 0 0,0-1 1 0 0,0 0 0 0 0,0 1 0 0 0,0-1 0 0 0,0 1-1 0 0,0 0 1 0 0,0-1 0 0 0,0 1 0 0 0,0 0 0 0 0,0-1-1 0 0,0 1 1 0 0,0 0 0 0 0,0 0 0 0 0,1 0-1 0 0,-1 0 1 0 0,0 0 0 0 0,1 0 0 0 0,-1 0 0 0 0,0 1-1 0 0,0 0-67 0 0,1 1 0 0 0,-1-1 0 0 0,1 1 0 0 0,-1-1 0 0 0,1 1 0 0 0,0-1 0 0 0,0 1-1 0 0,0-1 1 0 0,0 1 0 0 0,1-1 0 0 0,-1 1 0 0 0,1-1 0 0 0,-1 1 0 0 0,1-1 0 0 0,0 0 0 0 0,0 1-1 0 0,0-1 1 0 0,1 2 0 0 0,7 10-852 0 0,0-1-1 0 0,0 0 1 0 0,15 14-1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8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356 152 80 0 0,'-39'2'3532'0'0,"-59"9"0"0"0,60-5-2035 0 0,-58 0 0 0 0,15-11 197 0 0,77 5-1214 0 0,8 0-400 0 0,182-12 40 0 0,-105 3 27 0 0,220-24 234 0 0,-161 16-335 0 0,-47 4-986 0 0,106-29-1 0 0,-197 42 791 0 0,0 0 1 0 0,0-1-1 0 0,0 1 0 0 0,0 0 1 0 0,0-1-1 0 0,-1 1 0 0 0,1-1 1 0 0,0 0-1 0 0,0 1 0 0 0,-1-1 1 0 0,1 0-1 0 0,0 0 0 0 0,-1 0 0 0 0,1 0 1 0 0,-1 0-1 0 0,1-1 0 0 0,-1 1 1 0 0,0 0-1 0 0,1-1 0 0 0,0-1 1 0 0,-3 2-102 0 0,0 0 0 0 0,0-1 0 0 0,0 1 0 0 0,0 0 0 0 0,0 0 0 0 0,0 0 0 0 0,0 0 1 0 0,0 0-1 0 0,0 1 0 0 0,-1-1 0 0 0,1 0 0 0 0,0 0 0 0 0,-1 1 0 0 0,1-1 0 0 0,-1 1 0 0 0,1-1 1 0 0,-1 1-1 0 0,-2-1 0 0 0,-26-9-2564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3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2081 0 0,'0'6'2401'0'0,"-30"44"1121"0"0,0 26-961 0 0,30-6-2001 0 0,0 7-720 0 0,0-1 320 0 0,0-6 160 0 0,0-13-240 0 0,0-12-240 0 0,0-13-400 0 0,0-13-721 0 0,30-26-4241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2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78 560 0 0,'-61'38'7924'0'0,"1"-32"-4883"0"0,60-17-3601 0 0,0-3-801 0 0,0 1 241 0 0,0-7-321 0 0,0-5-1200 0 0,0-13-721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0 720 0 0,'-30'17'3282'0'0,"6"10"-721"0"0,-6-15-1280 0 0,0 1-1041 0 0,30-7-400 0 0,-30 2 240 0 0,-1-3-240 0 0,1 7-881 0 0,-30 1-3281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31 318 1281 0 0,'0'-2'459'0'0,"-1"1"1"0"0,1-1 0 0 0,-1 0 0 0 0,1 1 0 0 0,-1 0-1 0 0,0-1 1 0 0,1 1 0 0 0,-1-1 0 0 0,0 1 0 0 0,0 0 0 0 0,0-1-1 0 0,0 1 1 0 0,0 0 0 0 0,0 0 0 0 0,-1 0 0 0 0,1 0-1 0 0,-2-1 1 0 0,2 2-377 0 0,1-1 0 0 0,-1 1 0 0 0,0 0 0 0 0,0-1 0 0 0,0 1 0 0 0,1-1 0 0 0,-1 1 0 0 0,0-1 0 0 0,1 0-1 0 0,-1 1 1 0 0,0-1 0 0 0,1 0 0 0 0,-1 1 0 0 0,1-1 0 0 0,-1 0 0 0 0,1 0 0 0 0,-1 0 0 0 0,1 1 0 0 0,0-1 0 0 0,-1 0 0 0 0,1 0 0 0 0,0 0 0 0 0,0 0-1 0 0,-1 0 1 0 0,1 1 0 0 0,0-1 0 0 0,0 0 0 0 0,0 0 0 0 0,0 0 0 0 0,0 0 0 0 0,0 0 0 0 0,1 0 0 0 0,-1 0 0 0 0,0 0 0 0 0,0 1 0 0 0,1-1 0 0 0,-1 0-1 0 0,0 0 1 0 0,1 0 0 0 0,-1 0 0 0 0,1 1 0 0 0,-1-1 0 0 0,2-1 0 0 0,15-20 680 0 0,21-20-179 0 0,-2 6-525 0 0,13-10-171 0 0,-19 14 104 0 0,-26 27 21 0 0,-1 0-1 0 0,1 1 1 0 0,0 0-1 0 0,0-1 1 0 0,0 2-1 0 0,8-7 1 0 0,-5 8 8 0 0,-6 2-17 0 0,0-1 1 0 0,0 1-1 0 0,-1 0 0 0 0,1 0 1 0 0,0 0-1 0 0,0-1 0 0 0,0 1 1 0 0,0 0-1 0 0,-1-1 0 0 0,1 1 1 0 0,0-1-1 0 0,-1 1 0 0 0,1-1 1 0 0,0 1-1 0 0,0-1 0 0 0,-1 1 1 0 0,1-1-1 0 0,-1 0 0 0 0,1 1 1 0 0,-1-1-1 0 0,1 0 0 0 0,-1 0 1 0 0,1 1-1 0 0,-1-1 0 0 0,0 0 1 0 0,1 0-1 0 0,-1 0 0 0 0,0-1 1 0 0,0 2-2 0 0,0-1 0 0 0,0 1 0 0 0,1-1 0 0 0,-1 1 0 0 0,0 0 0 0 0,0-1 1 0 0,0 1-1 0 0,0-1 0 0 0,1 1 0 0 0,-1-1 0 0 0,0 1 0 0 0,0-1 0 0 0,1 1 0 0 0,-1 0 1 0 0,0-1-1 0 0,1 1 0 0 0,-1 0 0 0 0,0-1 0 0 0,1 1 0 0 0,-1 0 0 0 0,0-1 0 0 0,1 1 1 0 0,-1 0-1 0 0,1 0 0 0 0,-1-1 0 0 0,1 1 0 0 0,-1 0 0 0 0,1 0 0 0 0,-1 0 0 0 0,1 0 0 0 0,-1 0 1 0 0,1 0-1 0 0,-1 0 0 0 0,0 0 0 0 0,1 0 0 0 0,-1 0 0 0 0,2 0 0 0 0,-1 0 4 0 0,-1 0 0 0 0,1 0 0 0 0,-1 0 0 0 0,1 0 1 0 0,0 0-1 0 0,-1 0 0 0 0,1 0 0 0 0,0-1 0 0 0,-1 1 0 0 0,1 0 0 0 0,-1 0 0 0 0,1 0 0 0 0,0-1 0 0 0,-1 1 0 0 0,1 0 0 0 0,-1-1 0 0 0,1 1 0 0 0,-1 0 0 0 0,1-1 0 0 0,-1 1 0 0 0,1-1 0 0 0,-1 1 0 0 0,0-1 0 0 0,1 1 0 0 0,-1-1 0 0 0,0 1 0 0 0,1-1 0 0 0,-1 1 0 0 0,0-1 1 0 0,1 1-1 0 0,-1-1 0 0 0,0 0 0 0 0,0 1 0 0 0,0-1 0 0 0,0 1 0 0 0,0-1 0 0 0,1 0 0 0 0,-1 1 0 0 0,0-2 0 0 0,0 558 1807 0 0,-2-526-1708 0 0,0 1 1 0 0,-10 42-1 0 0,7-45 6 0 0,0 0-1 0 0,0 39 1 0 0,6-36-61 0 0,-3 47 171 0 0,1-73-235 0 0,0 1 0 0 0,0-1 1 0 0,0 1-1 0 0,0-1 0 0 0,-1 0 1 0 0,0 0-1 0 0,0 0 0 0 0,-1 0 0 0 0,1 0 1 0 0,-6 7-1 0 0,8-12-27 0 0,0 0-1 0 0,0 0 1 0 0,0-1 0 0 0,0 1 0 0 0,0 0-1 0 0,0 0 1 0 0,0 0 0 0 0,0 0-1 0 0,0 0 1 0 0,0 0 0 0 0,0 0-1 0 0,0-1 1 0 0,0 1 0 0 0,0 0-1 0 0,0 0 1 0 0,0 0 0 0 0,0 0-1 0 0,0 0 1 0 0,0 0 0 0 0,0 0-1 0 0,0 0 1 0 0,0 0 0 0 0,0-1-1 0 0,0 1 1 0 0,0 0 0 0 0,-1 0-1 0 0,1 0 1 0 0,0 0 0 0 0,0 0-1 0 0,0 0 1 0 0,0 0 0 0 0,0 0-1 0 0,0 0 1 0 0,0 0 0 0 0,0 0-1 0 0,-1 0 1 0 0,1 0 0 0 0,0 0 0 0 0,0 0-1 0 0,0 0 1 0 0,0 0 0 0 0,0 0-1 0 0,0 0 1 0 0,0 0 0 0 0,0 0-1 0 0,-1 0 1 0 0,1 0 0 0 0,0 0-1 0 0,0 0 1 0 0,0 0 0 0 0,0 0-1 0 0,0 0 1 0 0,3-14-984 0 0,27-33-2365 0 0,26-29-2507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49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82 1681 0 0,'0'-2'189'0'0,"-1"0"0"0"0,1 0 1 0 0,0-1-1 0 0,0 1 0 0 0,0 0 0 0 0,0 0 1 0 0,1-1-1 0 0,-1 1 0 0 0,0 0 1 0 0,1 0-1 0 0,0 0 0 0 0,-1-1 1 0 0,1 1-1 0 0,0 0 0 0 0,0 0 0 0 0,0 0 1 0 0,0 0-1 0 0,1 1 0 0 0,-1-1 1 0 0,0 0-1 0 0,1 0 0 0 0,-1 1 0 0 0,1-1 1 0 0,0 1-1 0 0,0-1 0 0 0,2 0 1 0 0,-3 0-152 0 0,9-23 2323 0 0,1 27-2186 0 0,18 4 175 0 0,-28-6-330 0 0,-1 1 0 0 0,1-1 0 0 0,0 0 0 0 0,0 1 0 0 0,0-1 0 0 0,-1 0 0 0 0,1 1 0 0 0,0-1 1 0 0,0 1-1 0 0,-1-1 0 0 0,1 1 0 0 0,0-1 0 0 0,-1 1 0 0 0,1 0 0 0 0,-1-1 0 0 0,1 1 0 0 0,-1 0 0 0 0,1-1 0 0 0,-1 1 0 0 0,1 0 1 0 0,-1 0-1 0 0,1 0 0 0 0,-1-1 0 0 0,0 1 0 0 0,0 0 0 0 0,1 1 0 0 0,-1-1-3 0 0,1 0 0 0 0,0 0-1 0 0,0 0 1 0 0,0 0 0 0 0,0-1 0 0 0,0 1 0 0 0,-1 0-1 0 0,1-1 1 0 0,1 1 0 0 0,-1-1 0 0 0,0 1-1 0 0,0-1 1 0 0,0 1 0 0 0,0-1 0 0 0,0 0 0 0 0,0 1-1 0 0,0-1 1 0 0,1 0 0 0 0,-1 0 0 0 0,0 0 0 0 0,2 0-1 0 0,-2 0 15 0 0,5 10 555 0 0,-7-7-482 0 0,1-8-20 0 0,0 4 263 0 0,-5-1 1611 0 0,-11-3-1479 0 0,16 5-473 0 0,0 0 0 0 0,0 0 0 0 0,-1 0 0 0 0,1 0 0 0 0,0 0 0 0 0,-1 0 1 0 0,1 0-1 0 0,0 0 0 0 0,0 0 0 0 0,-1 0 0 0 0,1 0 0 0 0,0 0 1 0 0,-1 0-1 0 0,1 0 0 0 0,0 0 0 0 0,0 0 0 0 0,-1 0 0 0 0,1 0 1 0 0,0 0-1 0 0,0 0 0 0 0,-1 0 0 0 0,1 1 0 0 0,0-1 0 0 0,-1 0 1 0 0,1 0-1 0 0,0 0 0 0 0,0 0 0 0 0,0 1 0 0 0,-1-1 0 0 0,1 0 1 0 0,0 0-1 0 0,0 0 0 0 0,0 1 0 0 0,0-1 0 0 0,-1 0 0 0 0,1 0 0 0 0,0 1 1 0 0,0-1-1 0 0,0 0 0 0 0,0 1 0 0 0,0-1 0 0 0,0 0 0 0 0,0 1 1 0 0,-5 1 219 0 0,-26 4-18 0 0,19-4-122 0 0,0 0 1 0 0,0 1-1 0 0,0 0 1 0 0,-15 6 0 0 0,15-5-30 0 0,0-1 1 0 0,0 0 0 0 0,-1-1-1 0 0,1 0 1 0 0,-19 0 0 0 0,-2 1-44 0 0,2-2 42 0 0,26-2-50 0 0,1 1 0 0 0,-1 0 0 0 0,0 0 0 0 0,0 1 0 0 0,1-1 0 0 0,-1 1 0 0 0,0 0 0 0 0,1 1-1 0 0,-1-1 1 0 0,1 1 0 0 0,-1-1 0 0 0,-3 4 0 0 0,-15 6 33 0 0,-15 9 96 0 0,-12 6 91 0 0,37-10-161 0 0,-9 6-63 0 0,21-22-3 0 0,-1 1-4 0 0,0 0 0 0 0,1-1-1 0 0,-1 1 1 0 0,0 0-1 0 0,1 1 1 0 0,-1-1 0 0 0,0 0-1 0 0,1 0 1 0 0,0 1-1 0 0,-1-1 1 0 0,1 1-1 0 0,0-1 1 0 0,0 1 0 0 0,-1 0-1 0 0,1-1 1 0 0,0 1-1 0 0,1 0 1 0 0,-1 0 0 0 0,0 0-1 0 0,0-1 1 0 0,1 1-1 0 0,-1 0 1 0 0,1 0 0 0 0,0 0-1 0 0,0 0 1 0 0,0 4-1 0 0,-1-1-2 0 0,0-1 0 0 0,0 0 0 0 0,0 1-1 0 0,0-1 1 0 0,-1 0 0 0 0,0 0 0 0 0,0 1 0 0 0,-4 5-1 0 0,5-8 10 0 0,-1 1-1 0 0,0-1 0 0 0,1 1 1 0 0,-1-1-1 0 0,1 1 0 0 0,0 0 0 0 0,0-1 1 0 0,0 1-1 0 0,0 0 0 0 0,0 0 1 0 0,0 0-1 0 0,1 0 0 0 0,0-1 0 0 0,-1 1 1 0 0,1 0-1 0 0,0 0 0 0 0,1 0 1 0 0,-1 0-1 0 0,0 0 0 0 0,1 0 1 0 0,0 0-1 0 0,-1 0 0 0 0,1 0 0 0 0,2 4 1 0 0,7 5-10 0 0,-8-11 12 0 0,-1 1 1 0 0,1-1 0 0 0,-1 1 0 0 0,0 0 0 0 0,0-1-1 0 0,0 1 1 0 0,0 0 0 0 0,0 0 0 0 0,0 0-1 0 0,0-1 1 0 0,0 1 0 0 0,-1 0 0 0 0,1 0 0 0 0,-1 0-1 0 0,0 0 1 0 0,1 0 0 0 0,-1 1 0 0 0,0-1 0 0 0,0 3-1 0 0,0-3-4 0 0,0 0 0 0 0,0 1 0 0 0,0-1 0 0 0,0 0 0 0 0,1 0 0 0 0,-1 0 0 0 0,1 0 0 0 0,0 0 0 0 0,0 0 0 0 0,0 0-1 0 0,0 0 1 0 0,0 0 0 0 0,0 0 0 0 0,0 0 0 0 0,0-1 0 0 0,1 1 0 0 0,-1 0 0 0 0,1-1 0 0 0,-1 1 0 0 0,1-1 0 0 0,0 0 0 0 0,-1 1-1 0 0,1-1 1 0 0,0 0 0 0 0,0 0 0 0 0,0 0 0 0 0,0 0 0 0 0,0-1 0 0 0,0 1 0 0 0,0 0 0 0 0,0-1 0 0 0,0 1 0 0 0,3-1 0 0 0,-1 1 5 0 0,1 1 1 0 0,-1-1-1 0 0,0 1 1 0 0,0 0 0 0 0,0 0-1 0 0,0 0 1 0 0,6 5-1 0 0,-1-1 0 0 0,1 0 0 0 0,-1 0-1 0 0,1-1 1 0 0,0 0 0 0 0,1-1-1 0 0,15 4 1 0 0,20 9-176 0 0,-30-12 168 0 0,0-2 0 0 0,1 0 0 0 0,22 2 1 0 0,-11-2 4 0 0,0 1-65 0 0,0-1 0 0 0,0-1 0 0 0,0-1 0 0 0,0-2 0 0 0,1-1 0 0 0,-1-1 0 0 0,0-1 0 0 0,0-1 0 0 0,45-16 0 0 0,-70 20 54 0 0,0 0 1 0 0,1 0-1 0 0,-1 0 1 0 0,0 0-1 0 0,0-1 0 0 0,0 0 1 0 0,0 1-1 0 0,0-1 1 0 0,0 0-1 0 0,-1 0 0 0 0,1-1 1 0 0,-1 1-1 0 0,1-1 1 0 0,-1 1-1 0 0,0-1 0 0 0,0 0 1 0 0,0 0-1 0 0,0 0 1 0 0,-1 0-1 0 0,1 0 0 0 0,-1 0 1 0 0,1 0-1 0 0,-1 0 1 0 0,1-7-1 0 0,-2 9 10 0 0,0 0 0 0 0,0 0 0 0 0,0 0 0 0 0,1 0 0 0 0,-1 0 0 0 0,0 0 0 0 0,0 0 0 0 0,1 0 0 0 0,-1 1 0 0 0,1-1 0 0 0,-1 0 0 0 0,1 0 0 0 0,-1 0 0 0 0,1 0 0 0 0,-1 1 0 0 0,1-1 0 0 0,0 0 0 0 0,-1 1 0 0 0,1-1 0 0 0,0 0 0 0 0,-1 1 0 0 0,1-1 0 0 0,0 1 0 0 0,0-1 0 0 0,0 1 0 0 0,1-1 0 0 0,-1 1 0 0 0,0-1 0 0 0,-1 1 0 0 0,1-1 0 0 0,0 1 0 0 0,0-1 0 0 0,0 1 0 0 0,0-1 0 0 0,0 0 0 0 0,-1 1 0 0 0,1-1 0 0 0,0 0 0 0 0,-1 0 0 0 0,1 0 0 0 0,0 0 0 0 0,-1 1 0 0 0,1-1 0 0 0,-1 0 0 0 0,0 0 0 0 0,1 0 0 0 0,-1 0 0 0 0,0 0 0 0 0,1 0 0 0 0,-1 0 0 0 0,0 0 0 0 0,0 0 0 0 0,0-2 0 0 0,1 0 0 0 0,-1 0 0 0 0,0 0 0 0 0,0 0 0 0 0,0 1 0 0 0,-1-1 0 0 0,1 0 0 0 0,-1 0 0 0 0,1 0 0 0 0,-1 0 0 0 0,0 0 0 0 0,0 0 0 0 0,0 1 0 0 0,-1-1 0 0 0,1 1 0 0 0,-1-1 0 0 0,1 1 0 0 0,-1-1 0 0 0,-3-3 0 0 0,-2-2 0 0 0,6 6 0 0 0,0 1 0 0 0,0-1 0 0 0,1 1 0 0 0,-1-1 0 0 0,0 0 0 0 0,1 0 0 0 0,-1 1 0 0 0,1-1 0 0 0,0 0 0 0 0,-1 0 0 0 0,1 1 0 0 0,0-1 0 0 0,0 0 0 0 0,0-2 0 0 0,-3-18 0 0 0,-47-36-13 0 0,46 52 5 0 0,1 0 0 0 0,-1 0 0 0 0,0 0 0 0 0,0 0 0 0 0,-1 1 1 0 0,0 0-1 0 0,0 0 0 0 0,0 0 0 0 0,0 1 0 0 0,-1-1 0 0 0,0 1 0 0 0,0 1 1 0 0,0-1-1 0 0,0 1 0 0 0,0 0 0 0 0,-10-3 0 0 0,7 3 28 0 0,-1-1 0 0 0,1 1 0 0 0,-1 1 0 0 0,0 0 0 0 0,0 0 0 0 0,0 1 0 0 0,0 0 0 0 0,0 1 0 0 0,-19 2 0 0 0,-9 0 74 0 0,33-1-79 0 0,-40-3-17 0 0,26 0-422 0 0,-16-1-2224 0 0,59 9-349 0 0,6 1-232 0 0,0 5-199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26 2401 0 0,'-31'-7'2665'0'0,"24"5"-2250"0"0,0 0 0 0 0,-1 0 0 0 0,1 1 1 0 0,-1 0-1 0 0,0 1 0 0 0,1-1 0 0 0,-1 1 0 0 0,1 1 0 0 0,-11 1 1 0 0,15-1-369 0 0,1-1 1 0 0,-1 0 0 0 0,1 0 0 0 0,-1 0 0 0 0,0 0 0 0 0,1 0 0 0 0,-1 0 0 0 0,1-1 0 0 0,-1 1 0 0 0,1-1 0 0 0,-1 0 0 0 0,1 1 0 0 0,0-1 0 0 0,-4-2 0 0 0,-8-2 193 0 0,9 4 839 0 0,6 2-1060 0 0,0 0-1 0 0,-1 0 1 0 0,1 1-1 0 0,0-1 0 0 0,0 0 1 0 0,0 0-1 0 0,0 0 0 0 0,0 0 1 0 0,0-1-1 0 0,0 1 1 0 0,0 0-1 0 0,0 0 0 0 0,0-1 1 0 0,0 1-1 0 0,0 0 0 0 0,1-1 1 0 0,-1 1-1 0 0,2 0 1 0 0,6 3 52 0 0,71 58 428 0 0,11 5-93 0 0,-4-18-183 0 0,-59-34-227 0 0,0 1-1 0 0,45 35 0 0 0,-62-43-163 0 0,1 0-1 0 0,0 0 0 0 0,1-1 1 0 0,-1 0-1 0 0,1-1 1 0 0,18 6-1 0 0,-21-9-686 0 0,0 0 0 0 0,0-1 1 0 0,0 0-1 0 0,0-1 0 0 0,12 1 0 0 0,-17-2-3668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91 408 1040 0 0,'-30'-6'2962'0'0,"0"-2"-561"0"0,30 2-560 0 0,-30-13-481 0 0,60-12-479 0 0,0-40-241 0 0,61-17-400 0 0,-31 24-240 0 0,31 12-80 0 0,-31 22-400 0 0,0 11-1041 0 0,-29 5-3841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26 220 880 0 0,'0'1'263'0'0,"0"0"-1"0"0,0 0 1 0 0,0 0-1 0 0,1 0 1 0 0,-1 0-1 0 0,-1 0 1 0 0,1 0-1 0 0,0 0 0 0 0,0 0 1 0 0,0 0-1 0 0,0 0 1 0 0,-1-1-1 0 0,1 1 1 0 0,0 0-1 0 0,-1 0 1 0 0,1 0-1 0 0,-1 0 1 0 0,1 0-1 0 0,-1-1 1 0 0,1 1-1 0 0,-1 0 0 0 0,0 0 1 0 0,1-1-1 0 0,-1 1 1 0 0,0 0-1 0 0,-1 0 1 0 0,-13-1 667 0 0,19-1 272 0 0,-3 0-1154 0 0,1 0-1 0 0,-1 0 0 0 0,1 0 0 0 0,-1 0 1 0 0,0 0-1 0 0,0 0 0 0 0,0 0 0 0 0,1 0 0 0 0,-1 0 1 0 0,0-1-1 0 0,0 1 0 0 0,0 0 0 0 0,-1-1 1 0 0,1 1-1 0 0,0-1 0 0 0,-1 1 0 0 0,1-1 1 0 0,0 1-1 0 0,-1-1 0 0 0,0 0 0 0 0,1-2 0 0 0,-1 2-29 0 0,1 0-1 0 0,-1 0 1 0 0,1 0-1 0 0,-1 0 0 0 0,1 1 1 0 0,0-1-1 0 0,0 0 0 0 0,0 0 1 0 0,0 0-1 0 0,0 1 0 0 0,0-1 1 0 0,0 1-1 0 0,1-1 1 0 0,-1 1-1 0 0,0-1 0 0 0,3-1 1 0 0,13-17 153 0 0,-1 0-39 0 0,-12 16-111 0 0,0-1 0 0 0,0 1-1 0 0,0-1 1 0 0,-1 0-1 0 0,0 0 1 0 0,0 0 0 0 0,0-1-1 0 0,0 1 1 0 0,-1-1 0 0 0,0 1-1 0 0,0-1 1 0 0,0-6-1 0 0,-2 11-14 0 0,0-1-1 0 0,0 1 1 0 0,0 0-1 0 0,0-1 1 0 0,1 1-1 0 0,-1 0 0 0 0,0 0 1 0 0,0-1-1 0 0,1 1 1 0 0,-1 0-1 0 0,1 0 0 0 0,-1 0 1 0 0,1 0-1 0 0,0-1 1 0 0,-1 1-1 0 0,1 0 0 0 0,0 0 1 0 0,0 0-1 0 0,-1 0 1 0 0,1 0-1 0 0,0 1 1 0 0,0-1-1 0 0,0 0 0 0 0,0 0 1 0 0,2 0-1 0 0,-2 0-1 0 0,0 0 0 0 0,0 1 0 0 0,0-1-1 0 0,0 0 1 0 0,0 0 0 0 0,0 0 0 0 0,0 1 0 0 0,-1-1 0 0 0,1 0-1 0 0,0 0 1 0 0,0 0 0 0 0,-1-1 0 0 0,1 1 0 0 0,-1 0 0 0 0,1 0-1 0 0,-1 0 1 0 0,1 0 0 0 0,-1-1 0 0 0,0 1 0 0 0,0 0-1 0 0,1 0 1 0 0,-1-1 0 0 0,0 1 0 0 0,0 0 0 0 0,0-2 0 0 0,-2-1 16 0 0,3 3-18 0 0,0 1 0 0 0,0-1 0 0 0,-1 1 0 0 0,1-1 0 0 0,0 1 0 0 0,0-1 1 0 0,0 1-1 0 0,0 0 0 0 0,0-1 0 0 0,0 1 0 0 0,0 0 0 0 0,0 0 0 0 0,0 0 1 0 0,0 0-1 0 0,0 0 0 0 0,0 0 0 0 0,0 0 0 0 0,0 0 0 0 0,0 0 1 0 0,0 0-1 0 0,0 0 0 0 0,-1 1 0 0 0,1-1 0 0 0,0 0 0 0 0,0 1 0 0 0,0-1 1 0 0,1 1-1 0 0,-2-1 0 0 0,0 0 0 0 0,1 0 0 0 0,-1 1 0 0 0,0-1 0 0 0,1 0 0 0 0,-1 0 0 0 0,0 0 0 0 0,0 0 1 0 0,1 1-1 0 0,-1-1 0 0 0,0 0 0 0 0,0 0 0 0 0,1 1 0 0 0,-1-1 0 0 0,0 0 0 0 0,0 0 0 0 0,0 1 1 0 0,1-1-1 0 0,-1 0 0 0 0,0 1 0 0 0,0-1 0 0 0,0 0 0 0 0,0 1 0 0 0,0-1 0 0 0,0 0 0 0 0,0 0 1 0 0,0 1-1 0 0,0-1 0 0 0,0 0 0 0 0,0 1 0 0 0,0-1 0 0 0,0 0 0 0 0,0 1 0 0 0,0-1 0 0 0,0 0 0 0 0,0 1 1 0 0,0-1-1 0 0,0 516 198 0 0,0-517-314 0 0,0-1 1 0 0,1 1-1 0 0,-1-1 1 0 0,0 1-1 0 0,1-1 1 0 0,-1 1-1 0 0,1-1 1 0 0,0 1-1 0 0,0-1 1 0 0,-1 1-1 0 0,1 0 1 0 0,0-1 0 0 0,0 1-1 0 0,0 0 1 0 0,0 0-1 0 0,1 0 1 0 0,-1 0-1 0 0,2-2 1 0 0,6-7-599 0 0,31-64-5998 0 0,-15 46 4162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83 400 0 0,'0'1'214'0'0,"-1"1"-1"0"0,0-1 0 0 0,0 0 0 0 0,1 0 1 0 0,-1 0-1 0 0,0 0 0 0 0,0 0 1 0 0,0 0-1 0 0,0 0 0 0 0,0 0 1 0 0,-1 0-1 0 0,1-1 0 0 0,0 1 1 0 0,0 0-1 0 0,0-1 0 0 0,-1 1 1 0 0,1-1-1 0 0,0 1 0 0 0,-3-1 1 0 0,-3 3 561 0 0,-9 8 415 0 0,0 0-1 0 0,1 0 0 0 0,1 1 0 0 0,-24 26 0 0 0,-14 10-571 0 0,50-46-609 0 0,0-1 0 0 0,-1 1 1 0 0,1 0-1 0 0,0-1 0 0 0,0 1 1 0 0,0 0-1 0 0,1 0 1 0 0,-1 0-1 0 0,0 0 0 0 0,1 1 1 0 0,-1-1-1 0 0,1 0 1 0 0,0 1-1 0 0,0-1 0 0 0,0 1 1 0 0,0-1-1 0 0,0 1 0 0 0,0-1 1 0 0,1 1-1 0 0,-1 0 1 0 0,1-1-1 0 0,0 1 0 0 0,0 0 1 0 0,0-1-1 0 0,0 1 1 0 0,1 4-1 0 0,0-4 2 0 0,0-1-1 0 0,0 0 1 0 0,0 1-1 0 0,0-1 1 0 0,0 0-1 0 0,0 0 1 0 0,1 0-1 0 0,-1 0 1 0 0,1 0-1 0 0,-1 0 1 0 0,1-1 0 0 0,0 1-1 0 0,0 0 1 0 0,0-1-1 0 0,0 1 1 0 0,0-1-1 0 0,0 0 1 0 0,0 0-1 0 0,0 0 1 0 0,1 0 0 0 0,-1 0-1 0 0,0 0 1 0 0,1-1-1 0 0,4 2 1 0 0,66 12 32 0 0,-54-12-57 0 0,1-2 1 0 0,-1 0 0 0 0,1-1-1 0 0,-1-2 1 0 0,0 1 0 0 0,1-2-1 0 0,-1-1 1 0 0,-1 0 0 0 0,1-1-1 0 0,-1-1 1 0 0,32-18 0 0 0,-44 21 4 0 0,-1 0-1 0 0,0-1 1 0 0,0 0 0 0 0,0 0 0 0 0,-1 0 0 0 0,0 0 0 0 0,0-1-1 0 0,0 0 1 0 0,-1 1 0 0 0,0-2 0 0 0,0 1 0 0 0,0 0 0 0 0,2-10-1 0 0,2-1 5 0 0,-4 9 15 0 0,0 0 0 0 0,-1-1 0 0 0,0 0 0 0 0,0 1 0 0 0,-1-1 0 0 0,0 0 0 0 0,0 0 0 0 0,-1 0 0 0 0,0 0 0 0 0,-2-10 0 0 0,1 16-7 0 0,1 0 0 0 0,-1-1 0 0 0,0 1 0 0 0,0 0 0 0 0,0 0 0 0 0,0-1 0 0 0,0 1 0 0 0,-1 0-1 0 0,0 0 1 0 0,1 0 0 0 0,-1 1 0 0 0,0-1 0 0 0,0 0 0 0 0,-1 1 0 0 0,1-1 0 0 0,-1 1 0 0 0,1 0 0 0 0,-1-1 0 0 0,0 1-1 0 0,1 1 1 0 0,-1-1 0 0 0,0 0 0 0 0,0 1 0 0 0,-1-1 0 0 0,1 1 0 0 0,0 0 0 0 0,0 0 0 0 0,-1 0 0 0 0,1 1-1 0 0,-6-1 1 0 0,-8 1 250 0 0,-26-1-3105 0 0,42 1 2558 0 0,0 0 0 0 0,-1 1 0 0 0,1-1 0 0 0,0 0-1 0 0,0 0 1 0 0,0-1 0 0 0,0 1 0 0 0,-1 0 0 0 0,1 0-1 0 0,0-1 1 0 0,0 1 0 0 0,0 0 0 0 0,0-1 0 0 0,0 1-1 0 0,0-1 1 0 0,0 1 0 0 0,0-1 0 0 0,0 0-1 0 0,0 1 1 0 0,-1-2 0 0 0,2-10-2200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18 165 1040 0 0,'-4'-8'6893'0'0,"-4"6"-4725"0"0,3 0-2365 0 0,17-11 991 0 0,-11 11-741 0 0,0 0 0 0 0,0 1 0 0 0,-1-1 0 0 0,1 0 0 0 0,0 0 0 0 0,-1 1 0 0 0,1-1 0 0 0,-1 0 0 0 0,1 0 0 0 0,-1 0 0 0 0,0 0 0 0 0,0 0 0 0 0,0 0-1 0 0,0 1 1 0 0,0-1 0 0 0,0 0 0 0 0,0 0 0 0 0,-1 0 0 0 0,1 0 0 0 0,-1-3 0 0 0,0 4-40 0 0,0-1-1 0 0,1 0 1 0 0,-1 0-1 0 0,1 0 1 0 0,0 0-1 0 0,0 0 0 0 0,0 0 1 0 0,0 0-1 0 0,0 1 1 0 0,0-1-1 0 0,0 0 1 0 0,0 0-1 0 0,1 0 1 0 0,-1 0-1 0 0,1 0 1 0 0,0 0-1 0 0,-1 1 1 0 0,1-1-1 0 0,0 0 1 0 0,2-2-1 0 0,6-3 0 0 0,3-7-36 0 0,-8-21-244 0 0,-4 38 389 0 0,0 1 0 0 0,0 0-1 0 0,0-1 1 0 0,1 1 0 0 0,0 0 0 0 0,0-1 0 0 0,0 1 0 0 0,0-1-1 0 0,0 1 1 0 0,1-1 0 0 0,2 5 0 0 0,9 25 470 0 0,-10 29 222 0 0,-3-48-683 0 0,0 0 0 0 0,1 0 1 0 0,5 27-1 0 0,5-11-93 0 0,-8-25-40 0 0,-1 0 1 0 0,0 0-1 0 0,-1 0 0 0 0,1 0 1 0 0,-1 0-1 0 0,0 1 1 0 0,0-1-1 0 0,0 9 0 0 0,0-7-326 0 0,1 0 0 0 0,0 0-1 0 0,0 0 1 0 0,0-1 0 0 0,1 1-1 0 0,0-1 1 0 0,1 1 0 0 0,-1-1-1 0 0,1 0 1 0 0,0 0 0 0 0,1-1-1 0 0,-1 1 1 0 0,1-1 0 0 0,0 0 0 0 0,7 5-1 0 0,18 21-4058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151 328 2561 0 0,'-151'12'11192'0'0,"267"-32"-10445"0"0,-17-5 48 0 0,164-65 0 0 0,-87 26-157 0 0,-70 29-422 0 0,0 5 1 0 0,3 5 0 0 0,177-19 0 0 0,-108 38 199 0 0,196 18 1 0 0,177 43 857 0 0,-453-44-1207 0 0,270 13 64 0 0,-319-22-102 0 0,-9 0-15 0 0,428 7 132 0 0,-411-13-333 0 0,-1-2 1 0 0,102-26-1 0 0,-143 30 541 0 0,-9 1-1158 0 0,-31 12-7670 0 0,0 5 3392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40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91 102 1681 0 0,'-30'38'7683'0'0,"0"-13"-3281"0"0,-1-25-3361 0 0,31 8-1041 0 0,31-8 160 0 0,-1 6 160 0 0,30 0-80 0 0,-30 1 0 0 0,31-1-160 0 0,-7 0 0 0 0,6 1 0 0 0,31-14-240 0 0,-31-5-240 0 0,1-7-560 0 0,-1-58-4083 0 0,-30-19-3681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40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1 560 0 0,'-30'5'2882'0'0,"30"9"399"0"0,-54 24 721 0 0,23 26-1121 0 0,31 11-2000 0 0,0-4-641 0 0,0 17 80 0 0,31 14 240 0 0,-31 0-320 0 0,30-6-160 0 0,-6-27-320 0 0,6-36-160 0 0,0-21-480 0 0,0-18-1602 0 0,31-33-3520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41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389 364 3842 0 0,'-22'5'3285'0'0,"13"-3"-2805"0"0,0 0 0 0 0,0 0-1 0 0,-1-1 1 0 0,1 0 0 0 0,-1-1 0 0 0,1 0-1 0 0,-14-2 1 0 0,21 2-298 0 0,0 0 0 0 0,0-1 0 0 0,-1 1 0 0 0,1-1 0 0 0,0 1 0 0 0,0-1 0 0 0,0 0 0 0 0,0 0 0 0 0,0 0 0 0 0,1 0 1 0 0,-1 0-1 0 0,0 0 0 0 0,0-1 0 0 0,1 1 0 0 0,-1 0 0 0 0,-2-4 0 0 0,3 4-165 0 0,1 0 1 0 0,-1 0-1 0 0,1 0 0 0 0,-1 0 1 0 0,0 0-1 0 0,1 0 1 0 0,-1 0-1 0 0,0 0 1 0 0,0 0-1 0 0,0 0 0 0 0,0 0 1 0 0,0 1-1 0 0,0-1 1 0 0,0 0-1 0 0,0 1 0 0 0,0-1 1 0 0,0 1-1 0 0,-2-2 1 0 0,-4-2 64 0 0,-24-41 332 0 0,30 42-385 0 0,0 0 1 0 0,0 0-1 0 0,0 0 1 0 0,0 0 0 0 0,0-1-1 0 0,1 1 1 0 0,0 0-1 0 0,-1-1 1 0 0,1 1-1 0 0,1-5 1 0 0,-5-27 205 0 0,-20-21 60 0 0,20 47-260 0 0,-1 0-1 0 0,1 0 1 0 0,0 0-1 0 0,1 0 1 0 0,0-1-1 0 0,1 1 1 0 0,0-1-1 0 0,0 1 1 0 0,0-15-1 0 0,2 23-27 0 0,1-1 0 0 0,-1 1-1 0 0,0 0 1 0 0,0 0-1 0 0,0-1 1 0 0,0 1 0 0 0,0 0-1 0 0,0 0 1 0 0,0-1 0 0 0,0 1-1 0 0,0 0 1 0 0,-1 0-1 0 0,1-1 1 0 0,0 1 0 0 0,-1 0-1 0 0,1 0 1 0 0,-1 0-1 0 0,0 0 1 0 0,1 0 0 0 0,-1 0-1 0 0,0 0 1 0 0,1 0 0 0 0,-1 0-1 0 0,0 0 1 0 0,0 0-1 0 0,0 0 1 0 0,0 0 0 0 0,0 1-1 0 0,0-1 1 0 0,0 0-1 0 0,0 1 1 0 0,0-1 0 0 0,-1 1-1 0 0,1-1 1 0 0,-1 0-1 0 0,-3-1 10 0 0,5 2-7 0 0,0 0 0 0 0,1 0 0 0 0,-1 0-1 0 0,0 0 1 0 0,1 0 0 0 0,-1 0 0 0 0,0 0 0 0 0,1 0 0 0 0,-1 0 0 0 0,0-1 0 0 0,0 1 0 0 0,1 0-1 0 0,-1 0 1 0 0,0 0 0 0 0,0 0 0 0 0,1-1 0 0 0,-1 1 0 0 0,0 0 0 0 0,0 0 0 0 0,0-1 0 0 0,1 1-1 0 0,-1 0 1 0 0,0 0 0 0 0,0-1 0 0 0,0 1 0 0 0,0 0 0 0 0,0-1 0 0 0,0 1 0 0 0,1 0 0 0 0,-1 0-1 0 0,0-1 1 0 0,0 1 0 0 0,0 0 0 0 0,0-1 0 0 0,0 1 0 0 0,0 0 0 0 0,0-1 0 0 0,0 1 0 0 0,0 0 0 0 0,0 0-1 0 0,-1-1 1 0 0,1 1 0 0 0,0 0 0 0 0,0-1 0 0 0,0 1 0 0 0,0 0 0 0 0,0 0 0 0 0,0-1 0 0 0,-1 1-1 0 0,1 0 1 0 0,0 0 0 0 0,0-1 0 0 0,0 1 0 0 0,-1 0 0 0 0,1 0 0 0 0,0 0 0 0 0,0-1 0 0 0,-1 1-1 0 0,1 0 1 0 0,0 0 0 0 0,0 0 0 0 0,-1 0 0 0 0,1 0 0 0 0,0-1 0 0 0,-1 1 0 0 0,1 0 0 0 0,0 0 0 0 0,-1 0-1 0 0,7 1-9 0 0,9 5 66 0 0,-11 21 138 0 0,-4-26-180 0 0,0 1-1 0 0,-1 0 0 0 0,1 0 1 0 0,-1 0-1 0 0,1 0 0 0 0,-1-1 1 0 0,1 1-1 0 0,-1 0 0 0 0,0 0 0 0 0,0-1 1 0 0,0 1-1 0 0,0-1 0 0 0,0 1 1 0 0,0-1-1 0 0,-1 1 0 0 0,-1 1 1 0 0,2-2 1 0 0,-1 1 0 0 0,1-1 0 0 0,0 0 0 0 0,-1 1 0 0 0,1-1 0 0 0,0 1 0 0 0,0 0 0 0 0,0-1 0 0 0,1 1-1 0 0,-1 0 1 0 0,0 0 0 0 0,1 0 0 0 0,-1-1 0 0 0,1 1 0 0 0,-1 0 0 0 0,1 3 0 0 0,0-4-2 0 0,0 1 0 0 0,0-1-1 0 0,-1 1 1 0 0,1 0 0 0 0,0-1 0 0 0,0 1-1 0 0,-1-1 1 0 0,1 1 0 0 0,-1-1-1 0 0,0 1 1 0 0,1-1 0 0 0,-1 0 0 0 0,0 1-1 0 0,0-1 1 0 0,0 0 0 0 0,0 1-1 0 0,0-1 1 0 0,0 0 0 0 0,0 0 0 0 0,-3 2-1 0 0,-5 7 97 0 0,3 2 32 0 0,-4 7 40 0 0,-1 0 0 0 0,-23 32 0 0 0,33-49-169 0 0,0 1 0 0 0,0-1 0 0 0,0 0 0 0 0,1 0 0 0 0,-1 1 0 0 0,0-1 0 0 0,1 0 0 0 0,0 1 0 0 0,-1-1 0 0 0,1 1 0 0 0,0-1 0 0 0,0 1 0 0 0,0-1 0 0 0,1 0 0 0 0,0 3 0 0 0,-1 4 3 0 0,0-5-16 0 0,0-1 1 0 0,0 1-1 0 0,0 0 0 0 0,0-1 0 0 0,1 1 0 0 0,-1-1 0 0 0,1 1 1 0 0,0-1-1 0 0,0 1 0 0 0,0-1 0 0 0,1 1 0 0 0,-1-1 0 0 0,1 0 0 0 0,0 0 1 0 0,0 0-1 0 0,2 3 0 0 0,3 5 40 0 0,-5-8-36 0 0,0 0-1 0 0,0-1 0 0 0,0 1 1 0 0,1-1-1 0 0,-1 0 1 0 0,1 1-1 0 0,-1-1 1 0 0,1 0-1 0 0,-1 0 0 0 0,1 0 1 0 0,0-1-1 0 0,0 1 1 0 0,0-1-1 0 0,5 2 1 0 0,56 7 10 0 0,-35-7 11 0 0,7 0-17 0 0,239 17-366 0 0,-239-21 193 0 0,-1-1-1 0 0,57-12 0 0 0,-76 10 72 0 0,0-1 0 0 0,0 0 0 0 0,0-1 0 0 0,-1-1 0 0 0,0 0 1 0 0,0-2-1 0 0,20-14 0 0 0,-32 21 88 0 0,0-1-1 0 0,0 0 1 0 0,-1 0 0 0 0,1 0 0 0 0,-1-1-1 0 0,0 1 1 0 0,1-1 0 0 0,-2 1 0 0 0,1-1 0 0 0,0 0-1 0 0,-1 1 1 0 0,0-1 0 0 0,1 0 0 0 0,-1 0-1 0 0,-1 0 1 0 0,1 0 0 0 0,-1 0 0 0 0,0 0 0 0 0,1 0-1 0 0,-2 0 1 0 0,1 0 0 0 0,-1-6 0 0 0,0-6 24 0 0,0 9-23 0 0,0 1 0 0 0,0 0 1 0 0,-1-1-1 0 0,0 1 0 0 0,0 0 1 0 0,-1 1-1 0 0,0-1 0 0 0,0 0 1 0 0,0 1-1 0 0,0-1 0 0 0,-1 1 1 0 0,0 0-1 0 0,0 0 0 0 0,-1 1 1 0 0,1-1-1 0 0,-1 1 0 0 0,0 0 1 0 0,0 0-1 0 0,0 0 0 0 0,-1 1 1 0 0,1 0-1 0 0,-1 0 0 0 0,-7-3 1 0 0,-7 5 76 0 0,16 5-30 0 0,8 7 60 0 0,29 81 1690 0 0,38 169 0 0 0,-30-94-878 0 0,2 43-641 0 0,-30-137-282 0 0,-10-50-113 0 0,-1 1-1 0 0,-2 34 1 0 0,0-34-424 0 0,0-23 408 0 0,0 0-1 0 0,0 0 0 0 0,0 0 1 0 0,0 0-1 0 0,0-1 0 0 0,0 1 1 0 0,0 0-1 0 0,0 0 1 0 0,0 0-1 0 0,0-1 0 0 0,-1 1 1 0 0,1 0-1 0 0,0 0 0 0 0,0 0 1 0 0,-1-1-1 0 0,1 1 0 0 0,-1 0 1 0 0,1-1-1 0 0,-1 1 0 0 0,1 0 1 0 0,-1-1-1 0 0,1 1 0 0 0,-1 0 1 0 0,1-1-1 0 0,-1 1 0 0 0,0-1 1 0 0,1 1-1 0 0,-1-1 0 0 0,0 0 1 0 0,0 1-1 0 0,1-1 0 0 0,-1 0 1 0 0,0 1-1 0 0,0-1 0 0 0,0 0 1 0 0,1 0-1 0 0,-1 0 0 0 0,0 1 1 0 0,0-1-1 0 0,0 0 0 0 0,0 0 1 0 0,1 0-1 0 0,-1-1 0 0 0,0 1 1 0 0,0 0-1 0 0,0 0 0 0 0,-1-1 1 0 0,-46-19-5783 0 0,31 12 3811 0 0,-43-19-5622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0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31 152 800 0 0,'-4'15'8340'0'0,"-13"-11"-5131"0"0,13-4-2939 0 0,-1 0 3318 0 0,5-1-3483 0 0,0-1 0 0 0,0 1 0 0 0,1 0-1 0 0,-1 0 1 0 0,0-1 0 0 0,1 1-1 0 0,-1 0 1 0 0,1 0 0 0 0,-1-1 0 0 0,1 1-1 0 0,0 0 1 0 0,-1 0 0 0 0,1 0-1 0 0,0 0 1 0 0,0 0 0 0 0,0 0 0 0 0,0 0-1 0 0,0 0 1 0 0,0 0 0 0 0,0 0-1 0 0,1 0 1 0 0,36-14 533 0 0,49 7-777 0 0,-76 7 324 0 0,283-10 245 0 0,125-7-4234 0 0,-415 18 3422 0 0,1 0-1 0 0,-1 0 1 0 0,0-1 0 0 0,0 1 0 0 0,0-1 0 0 0,0 0 0 0 0,0 0 0 0 0,0-1 0 0 0,0 1 0 0 0,0-1 0 0 0,-1 0 0 0 0,1 0 0 0 0,5-4-1 0 0,-7-3-1394 0 0,-14-6-181 0 0,-64-35-2457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2401 0 0,'0'0'186'0'0,"0"1"0"0"0,-1-1 0 0 0,1 1-1 0 0,0-1 1 0 0,0 0 0 0 0,0 1 0 0 0,0-1 0 0 0,0 0-1 0 0,-1 1 1 0 0,1-1 0 0 0,0 0 0 0 0,0 1 0 0 0,-1-1-1 0 0,1 0 1 0 0,0 1 0 0 0,-1-1 0 0 0,1 0 0 0 0,0 0-1 0 0,-1 1 1 0 0,1-1 0 0 0,0 0 0 0 0,-1 0 0 0 0,1 0-1 0 0,0 1 1 0 0,-1-1 0 0 0,1 0 0 0 0,-1 0 0 0 0,1 0-1 0 0,0 0 1 0 0,-1 0 0 0 0,1 0 0 0 0,-1 0 0 0 0,1 0-1 0 0,0 0 1 0 0,-1 0 0 0 0,0 0 0 0 0,1 0-97 0 0,-1 0 0 0 0,0 0 1 0 0,0 0-1 0 0,0 0 0 0 0,1 0 0 0 0,-1 0 1 0 0,0 0-1 0 0,1 1 0 0 0,-1-1 0 0 0,0 0 1 0 0,0 0-1 0 0,1 1 0 0 0,-1-1 0 0 0,0 1 1 0 0,1-1-1 0 0,-1 0 0 0 0,1 1 0 0 0,-1-1 1 0 0,0 1-1 0 0,1-1 0 0 0,-1 1 0 0 0,1 0 1 0 0,0-1-1 0 0,-1 1 0 0 0,1-1 0 0 0,-1 1 1 0 0,1 0-1 0 0,0-1 0 0 0,-1 1 0 0 0,1 0 1 0 0,0 0-1 0 0,0-1 0 0 0,0 1 0 0 0,-1 0 1 0 0,1 0-1 0 0,0-1 0 0 0,0 1 0 0 0,0 0 1 0 0,1 1-1 0 0,0 14 197 0 0,1-1 0 0 0,1 1 0 0 0,1-1-1 0 0,0 0 1 0 0,1 1 0 0 0,1-2 0 0 0,0 1 0 0 0,1-1 0 0 0,12 20 0 0 0,14 31 150 0 0,15 55-72 0 0,-37-84-498 0 0,3-1 0 0 0,0 0 0 0 0,3-1 0 0 0,0-1 0 0 0,43 60 0 0 0,-52-85-155 0 0,-1-1 1 0 0,1 0-1 0 0,1 0 1 0 0,-1 0-1 0 0,1-1 1 0 0,1-1-1 0 0,17 9 1 0 0,-24-12 5 0 0,0-1 0 0 0,1 1 0 0 0,-1-1 1 0 0,1 0-1 0 0,-1 0 0 0 0,1 0 0 0 0,-1 0 0 0 0,1-1 1 0 0,0 1-1 0 0,-1-1 0 0 0,1 0 0 0 0,0 0 0 0 0,-1 0 1 0 0,1-1-1 0 0,-1 1 0 0 0,1-1 0 0 0,0 0 0 0 0,-1 0 1 0 0,1 0-1 0 0,-1-1 0 0 0,0 1 0 0 0,1-1 0 0 0,-1 0 1 0 0,3-2-1 0 0,30-26-5960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54 109 480 0 0,'0'2'302'0'0,"0"-1"0"0"0,0 1-1 0 0,-1 0 1 0 0,1 0 0 0 0,-1 0 0 0 0,1 0 0 0 0,-1 0-1 0 0,1-1 1 0 0,-1 1 0 0 0,0 0 0 0 0,0 0-1 0 0,0-1 1 0 0,0 1 0 0 0,0-1 0 0 0,0 1-1 0 0,-1-1 1 0 0,-1 2 0 0 0,2-2 51 0 0,-1 1 1 0 0,1 0-1 0 0,0-1 0 0 0,0 1 1 0 0,-1 0-1 0 0,1-1 0 0 0,0 1 1 0 0,0 0-1 0 0,0 0 0 0 0,1 0 1 0 0,-1 0-1 0 0,0 0 1 0 0,1 0-1 0 0,0 0 0 0 0,-1 0 1 0 0,1 0-1 0 0,0 3 0 0 0,-5-4 461 0 0,-14-3-325 0 0,25-4-90 0 0,-4 5-386 0 0,-1 0 0 0 0,0 1 0 0 0,0-1-1 0 0,0 0 1 0 0,0 0 0 0 0,0 0 0 0 0,0 0 0 0 0,0 0 0 0 0,0 0 0 0 0,0 0 0 0 0,0 0 0 0 0,0-1 0 0 0,-1 1 0 0 0,1 0 0 0 0,0 0 0 0 0,-1-1 0 0 0,1 1 0 0 0,-1 0 0 0 0,1-2 0 0 0,-1 1-12 0 0,0 1-1 0 0,0 0 1 0 0,1 0 0 0 0,-1-1-1 0 0,0 1 1 0 0,1 0-1 0 0,-1 0 1 0 0,1-1-1 0 0,-1 1 1 0 0,1 0 0 0 0,0 0-1 0 0,0 0 1 0 0,-1 0-1 0 0,1 0 1 0 0,0 0 0 0 0,0 0-1 0 0,0 0 1 0 0,0 0-1 0 0,0 0 1 0 0,0 1 0 0 0,2-2-1 0 0,6-6 1 0 0,1-6-1 0 0,-8 12 0 0 0,0-1 0 0 0,0 1 0 0 0,0-1 0 0 0,0 1 0 0 0,0 0 0 0 0,0 0 0 0 0,1 0 0 0 0,-1 0 0 0 0,4-2 0 0 0,22-23-33 0 0,-26 24 28 0 0,0 0 1 0 0,0 0-1 0 0,1 1 0 0 0,0-1 0 0 0,-1 1 1 0 0,1-1-1 0 0,0 1 0 0 0,0 0 0 0 0,7-3 0 0 0,0 1 7 0 0,-9 4-1 0 0,0 0 0 0 0,0 0-1 0 0,0 0 1 0 0,0 0 0 0 0,-1-1 0 0 0,1 1 0 0 0,0 0 0 0 0,0 0-1 0 0,0-1 1 0 0,-1 1 0 0 0,1-1 0 0 0,0 1 0 0 0,0 0 0 0 0,-1-1 0 0 0,1 1-1 0 0,0-1 1 0 0,-1 0 0 0 0,1 1 0 0 0,-1-1 0 0 0,1 1 0 0 0,-1-1-1 0 0,1 0 1 0 0,-1 0 0 0 0,1 1 0 0 0,-1-1 0 0 0,1 0 0 0 0,-1 0-1 0 0,0 1 1 0 0,1-3 0 0 0,4 2 146 0 0,-3 2-107 0 0,0 0 1 0 0,0 0 0 0 0,1 0-1 0 0,-1 1 1 0 0,0-1-1 0 0,0 0 1 0 0,-1 1 0 0 0,1-1-1 0 0,0 1 1 0 0,0 0-1 0 0,-1 0 1 0 0,1-1 0 0 0,-1 1-1 0 0,1 0 1 0 0,1 5-1 0 0,20 43 713 0 0,-22-47-728 0 0,33 94 842 0 0,23 54 40 0 0,-50-131-720 0 0,0 0-1 0 0,6 27 0 0 0,-10-31-92 0 0,1 0-1 0 0,1-1 1 0 0,0 0 0 0 0,11 21-1 0 0,-12-30-69 0 0,-1 0-3 0 0,1-1 0 0 0,-1 1 0 0 0,0 0 0 0 0,-1 0 0 0 0,1 0 0 0 0,-1 0-1 0 0,0 1 1 0 0,-1-1 0 0 0,0 0 0 0 0,1 8 0 0 0,-2-13-53 0 0,0 0 0 0 0,0-1 0 0 0,1 1 0 0 0,-1 0 0 0 0,0 0 0 0 0,0-1 0 0 0,0 1 1 0 0,1 0-1 0 0,-1-1 0 0 0,0 1 0 0 0,1 0 0 0 0,-1-1 0 0 0,1 1 0 0 0,-1-1 0 0 0,0 1 0 0 0,1 0 0 0 0,-1-1 0 0 0,1 1 0 0 0,0-1 0 0 0,-1 1 1 0 0,1-1-1 0 0,-1 0 0 0 0,1 1 0 0 0,0-1 0 0 0,-1 0 0 0 0,1 1 0 0 0,0-1 0 0 0,-1 0 0 0 0,1 0 0 0 0,0 1 0 0 0,0-1 0 0 0,-1 0 0 0 0,1 0 1 0 0,0 0-1 0 0,0 0 0 0 0,-1 0 0 0 0,1 0 0 0 0,0 0 0 0 0,0-1 0 0 0,-1 1 0 0 0,1 0 0 0 0,0 0 0 0 0,-1 0 0 0 0,2-1 0 0 0,34-13-2066 0 0,-29 9 1796 0 0,-1-1 0 0 0,1 0 1 0 0,-1 0-1 0 0,0-1 0 0 0,0 0 0 0 0,-1 0 0 0 0,0 0 0 0 0,0 0 1 0 0,-1-1-1 0 0,0 0 0 0 0,0 0 0 0 0,-1 0 0 0 0,0-1 1 0 0,-1 1-1 0 0,3-9 0 0 0,7-20-1819 0 0,18-55-4535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1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14 4962 0 0,'-28'-6'4289'0'0,"5"1"-1002"0"0,38 3-2552 0 0,-10 2-549 0 0,-5 27 1589 0 0,1-18-1600 0 0,-2 0 1 0 0,1-1 0 0 0,-1 1-1 0 0,0 0 1 0 0,-1 0-1 0 0,0-1 1 0 0,-1 1 0 0 0,0-1-1 0 0,0 0 1 0 0,0 0 0 0 0,-9 14-1 0 0,-9 16 793 0 0,2 0 0 0 0,-24 71 0 0 0,41-102-910 0 0,-1 2 27 0 0,1 1 1 0 0,1-1-1 0 0,0 1 0 0 0,0-1 1 0 0,1 1-1 0 0,2 16 1 0 0,-1 2 116 0 0,-1-25-186 0 0,0 0 1 0 0,0 1-1 0 0,1-1 1 0 0,0 0-1 0 0,-1 0 1 0 0,1 1-1 0 0,1-1 1 0 0,-1 0-1 0 0,0 0 1 0 0,1 0-1 0 0,-1 0 1 0 0,1 0-1 0 0,0-1 1 0 0,0 1-1 0 0,0 0 1 0 0,0-1-1 0 0,1 0 1 0 0,-1 1-1 0 0,4 1 1 0 0,1 2 8 0 0,1-1 1 0 0,0-1 0 0 0,1 1 0 0 0,-1-1 0 0 0,1 0-1 0 0,15 4 1 0 0,7-1-43 0 0,-1-1-1 0 0,1-1 1 0 0,34 0-1 0 0,-36-4-232 0 0,0-2 0 0 0,1-1 0 0 0,-2-1 0 0 0,1-2 0 0 0,0 0 0 0 0,-1-2-1 0 0,41-16 1 0 0,-67 22 240 0 0,1-1-1 0 0,-1 1 0 0 0,0 0 0 0 0,0-1 0 0 0,1 1 1 0 0,-1-1-1 0 0,0 0 0 0 0,-1 0 0 0 0,1 1 1 0 0,0-1-1 0 0,0-1 0 0 0,-1 1 0 0 0,1 0 0 0 0,-1 0 1 0 0,0 0-1 0 0,0-1 0 0 0,0 1 0 0 0,0-1 1 0 0,0 1-1 0 0,0-1 0 0 0,0 1 0 0 0,-1-1 0 0 0,0 0 1 0 0,1 1-1 0 0,-1-1 0 0 0,0 1 0 0 0,0-1 1 0 0,0 0-1 0 0,-1 1 0 0 0,1-1 0 0 0,-1 0 0 0 0,1 1 1 0 0,-1-1-1 0 0,0 1 0 0 0,0-1 0 0 0,0 1 1 0 0,0 0-1 0 0,0-1 0 0 0,-1 1 0 0 0,1 0 1 0 0,-1 0-1 0 0,1 0 0 0 0,-1 0 0 0 0,0 0 0 0 0,0 0 1 0 0,0 0-1 0 0,0 1 0 0 0,0-1 0 0 0,0 1 1 0 0,-1-1-1 0 0,-3-1 0 0 0,-15-5 145 0 0,1 0 1 0 0,-1 2-1 0 0,-1 0 1 0 0,-28-3-1 0 0,13 2 48 0 0,14 1-124 0 0,-1 1 0 0 0,0 1 1 0 0,1 1-1 0 0,-1 2 1 0 0,0 0-1 0 0,0 1 0 0 0,-46 7 1 0 0,66-6-300 0 0,-21 7 1 0 0,19 6-3521 0 0,11-13 1320 0 0,81-6-7084 0 0,-56 4 6951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2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78 240 0 0,'-104'0'8230'0'0,"52"0"-1106"0"0,51 0-6994 0 0,0 0 1 0 0,0 0 0 0 0,0 0-1 0 0,0 0 1 0 0,0 0 0 0 0,0 0-1 0 0,0 0 1 0 0,0 0 0 0 0,0 0 0 0 0,1 0-1 0 0,-1-1 1 0 0,0 1 0 0 0,0 0-1 0 0,0-1 1 0 0,0 1 0 0 0,0-1-1 0 0,0 1 1 0 0,0-1 0 0 0,1 1-1 0 0,-1-1 1 0 0,0 1 0 0 0,-1-2-1 0 0,-1-30 2948 0 0,4 30-3055 0 0,-1 1-1 0 0,1-1 1 0 0,0 0 0 0 0,0 0 0 0 0,0 1 0 0 0,0-1 0 0 0,0 1 0 0 0,0-1 0 0 0,0 1 0 0 0,1-1 0 0 0,-1 1 0 0 0,0 0 0 0 0,1 0-1 0 0,-1-1 1 0 0,1 1 0 0 0,0 0 0 0 0,-1 0 0 0 0,1 1 0 0 0,0-1 0 0 0,-1 0 0 0 0,1 0 0 0 0,0 1 0 0 0,0-1 0 0 0,0 1-1 0 0,3-1 1 0 0,47-6-112 0 0,-1 8-50 0 0,1 3-1 0 0,73 15 1 0 0,-27 1-3338 0 0,-43-2-8075 0 0,-50-16 8044 0 0,-5 3 920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2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5282 0 0,'-71'12'5958'0'0,"-4"2"-3632"0"0,74-14-2324 0 0,0 1-1 0 0,0-1 1 0 0,0 0-1 0 0,0 1 1 0 0,0-1-1 0 0,0 0 1 0 0,0 0-1 0 0,0 0 1 0 0,0 0-1 0 0,0 0 0 0 0,0 0 1 0 0,0 0-1 0 0,0 0 1 0 0,-1 0-1 0 0,1-1 1 0 0,0 1-1 0 0,0 0 1 0 0,0-1-1 0 0,1 1 1 0 0,-3-1-1 0 0,-14-6 822 0 0,11 6-583 0 0,-3-1 42 0 0,-1 1 997 0 0,10 2-845 0 0,0-1-427 0 0,-1 0 1 0 0,1 0-1 0 0,0 0 1 0 0,0 1-1 0 0,0-1 1 0 0,0 0-1 0 0,0 0 1 0 0,0 0-1 0 0,0 0 1 0 0,0 0-1 0 0,0 1 1 0 0,0-1 0 0 0,0 0-1 0 0,0 0 1 0 0,0 0-1 0 0,0 0 1 0 0,0 0-1 0 0,0 1 1 0 0,0-1-1 0 0,0 0 1 0 0,0 0-1 0 0,0 0 1 0 0,0 0-1 0 0,0 0 1 0 0,1 1-1 0 0,-1-1 1 0 0,0 0-1 0 0,0 0 1 0 0,0 0-1 0 0,0 0 1 0 0,0 0-1 0 0,0 0 1 0 0,0 0-1 0 0,0 1 1 0 0,1-1-1 0 0,-1 0 1 0 0,0 0-1 0 0,0 0 1 0 0,0 0-1 0 0,0 0 1 0 0,0 0-1 0 0,1 0 1 0 0,-1 0-1 0 0,0 0 1 0 0,0 0-1 0 0,0 0 1 0 0,0 0-1 0 0,0 0 1 0 0,1 0-1 0 0,-1 0 1 0 0,0 0-1 0 0,0 0 1 0 0,0 0-1 0 0,0 0 1 0 0,0 0-1 0 0,1 0 1 0 0,-1 0-1 0 0,0 0 1 0 0,0 0-1 0 0,0 0 1 0 0,0 0-1 0 0,1-1 1 0 0,69 13 910 0 0,-25-3-716 0 0,54 8 80 0 0,128 15-2618 0 0,-168-34-216 0 0,-2-7-3900 0 0,-52 7 3291 0 0,-5-3 493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184 142 4402 0 0,'-23'-2'1631'0'0,"12"1"-504"0"0,-1-1-1 0 0,1 1 0 0 0,-18-7 0 0 0,28 7-1042 0 0,0-1-1 0 0,0 1 0 0 0,1-1 1 0 0,-1 0-1 0 0,0 1 0 0 0,1-1 1 0 0,0 0-1 0 0,-1 0 1 0 0,1 1-1 0 0,0-1 0 0 0,0 0 1 0 0,0 0-1 0 0,0 0 0 0 0,0 0 1 0 0,0 1-1 0 0,0-1 0 0 0,1 0 1 0 0,-1 0-1 0 0,1 1 1 0 0,-1-1-1 0 0,1 0 0 0 0,0 1 1 0 0,1-4-1 0 0,9-3-27 0 0,0 0 0 0 0,1 0 0 0 0,0 1 0 0 0,1 0 0 0 0,-1 1 0 0 0,1 1 0 0 0,26-8 0 0 0,-17 7-15 0 0,1 1 0 0 0,0 1 0 0 0,0 2 1 0 0,30-1-1 0 0,-46 2-12 0 0,0 0 0 0 0,0 1 0 0 0,1 0 1 0 0,-1 1-1 0 0,0 0 0 0 0,0 0 0 0 0,0 0 0 0 0,0 1 1 0 0,0 0-1 0 0,0 0 0 0 0,0 1 0 0 0,-1 0 1 0 0,1 0-1 0 0,-1 0 0 0 0,0 1 0 0 0,0 0 0 0 0,0 0 1 0 0,0 1-1 0 0,-1 0 0 0 0,7 6 0 0 0,-5-4 96 0 0,0 1 0 0 0,-1 0 0 0 0,1 0 0 0 0,-1 0 0 0 0,-1 1 0 0 0,8 16 0 0 0,-11-21-82 0 0,0 0 1 0 0,0 0-1 0 0,-1 1 0 0 0,0-1 1 0 0,0 1-1 0 0,0-1 0 0 0,0 1 0 0 0,-1 0 1 0 0,1-1-1 0 0,-1 1 0 0 0,0 0 1 0 0,-1-1-1 0 0,1 1 0 0 0,-1 0 1 0 0,0-1-1 0 0,0 1 0 0 0,-3 7 0 0 0,1-5 31 0 0,0-1 25 0 0,1 0 0 0 0,-1-1 1 0 0,0 1-1 0 0,0-1 0 0 0,-1 1 0 0 0,0-1 0 0 0,-6 7 0 0 0,-88 51 972 0 0,65-43-794 0 0,17-12-109 0 0,1 0 0 0 0,-1-1 0 0 0,-1-1 0 0 0,1 0 0 0 0,-1-1 1 0 0,0-1-1 0 0,-34 5 0 0 0,15-7 139 0 0,0 0 1 0 0,-63-7-1 0 0,93 4-281 0 0,0 0-1 0 0,1 0 0 0 0,-1-1 0 0 0,1 1 0 0 0,-1-1 1 0 0,1-1-1 0 0,-1 1 0 0 0,-5-4 0 0 0,10 3-51 0 0,0 0-1 0 0,0-1 0 0 0,0 1 1 0 0,0 0-1 0 0,1-1 0 0 0,-1 1 0 0 0,1 0 1 0 0,0-1-1 0 0,0 1 0 0 0,0 0 1 0 0,0-1-1 0 0,0 1 0 0 0,1 0 1 0 0,0-1-1 0 0,0 1 0 0 0,0 0 1 0 0,1-5-1 0 0,2 5 3 0 0,0 0 1 0 0,0 0-1 0 0,0 1 0 0 0,0-1 1 0 0,0 1-1 0 0,1 0 1 0 0,-1 0-1 0 0,1 0 0 0 0,-1 0 1 0 0,1 1-1 0 0,0 0 0 0 0,-1 0 1 0 0,1 0-1 0 0,0 1 1 0 0,0-1-1 0 0,0 1 0 0 0,0 0 1 0 0,-1 1-1 0 0,1-1 0 0 0,0 1 1 0 0,0 0-1 0 0,0 0 0 0 0,6 3 1 0 0,10 2 48 0 0,-1 2 1 0 0,0 0-1 0 0,-1 1 0 0 0,22 14 1 0 0,-9-4 64 0 0,-1 1 0 0 0,0 1 0 0 0,46 43 0 0 0,-74-62-255 0 0,-1 0 0 0 0,1-1 0 0 0,0 1 0 0 0,0 0 1 0 0,0-1-1 0 0,0 0 0 0 0,0 1 0 0 0,0-1 0 0 0,1-1 0 0 0,-1 1 0 0 0,0 0 0 0 0,0-1 0 0 0,1 0 1 0 0,-1 1-1 0 0,0-1 0 0 0,1-1 0 0 0,-1 1 0 0 0,6-1 0 0 0,-4 0-125 0 0,-1 0 0 0 0,1 1 0 0 0,-1-2 0 0 0,1 1 0 0 0,-1 0 0 0 0,0-1 0 0 0,0 0 0 0 0,0 0 0 0 0,0 0 0 0 0,8-6 0 0 0,15-33-3338 0 0,-25 35 3017 0 0,1 1 1 0 0,0 0-1 0 0,0 0 0 0 0,0 0 1 0 0,1 0-1 0 0,0 1 0 0 0,0 0 1 0 0,8-8-1 0 0,13-9-1630 0 0,-20-5 400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5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0 286 2001 0 0,'5'1'806'0'0,"-4"-1"-619"0"0,0 0 0 0 0,0 0 0 0 0,1 0 0 0 0,-1 0 0 0 0,0 0 1 0 0,0 0-1 0 0,0 0 0 0 0,0 1 0 0 0,0-1 0 0 0,0 0 0 0 0,1 1 0 0 0,-1-1 0 0 0,0 1 0 0 0,0-1 0 0 0,0 1 0 0 0,0 0 0 0 0,0-1 0 0 0,0 1 0 0 0,-1 0 0 0 0,1 0 0 0 0,0-1 1 0 0,0 1-1 0 0,0 1 0 0 0,0-1-48 0 0,-1 0 0 0 0,1 0 0 0 0,-1-1 0 0 0,1 1 0 0 0,0 0 0 0 0,0 0 0 0 0,-1-1 0 0 0,1 1 0 0 0,0 0 0 0 0,0-1 0 0 0,0 1 0 0 0,-1-1 0 0 0,1 1 0 0 0,0-1-1 0 0,0 1 1 0 0,0-1 0 0 0,0 0 0 0 0,0 1 0 0 0,0-1 0 0 0,0 0 0 0 0,0 0 0 0 0,0 0 0 0 0,0 0 0 0 0,0 0 0 0 0,2 0 0 0 0,-2 0 250 0 0,5-5 2223 0 0,-2-3-2156 0 0,8-3-341 0 0,-1-1 0 0 0,-1 0 0 0 0,0-1 0 0 0,0 0 0 0 0,-1-1 0 0 0,-1 0 0 0 0,8-19 0 0 0,4-22-49 0 0,-17 44-34 0 0,1 1-1 0 0,0-1 0 0 0,0 1 0 0 0,1-1 0 0 0,10-16 0 0 0,-14 26 7 0 0,0-1 0 0 0,0 0 0 0 0,0 1 0 0 0,-1-1 0 0 0,1 0 0 0 0,0 0 0 0 0,-1 1 0 0 0,0-1 0 0 0,1 0 0 0 0,-1 0 0 0 0,0 0 0 0 0,0 0 0 0 0,0 1 0 0 0,0-1 0 0 0,0 0 0 0 0,-1-2 0 0 0,0-3 437 0 0,6 7-128 0 0,-1 1-210 0 0,-1 1 1 0 0,1 0 0 0 0,-1 0 0 0 0,0 0-1 0 0,0 0 1 0 0,0 0 0 0 0,0 0-1 0 0,0 1 1 0 0,-1 0 0 0 0,1-1-1 0 0,-1 1 1 0 0,1 0 0 0 0,-1 0 0 0 0,0 1-1 0 0,2 3 1 0 0,29 59 1871 0 0,-32-64-1966 0 0,18 51 1238 0 0,-2 2 0 0 0,19 103 0 0 0,-8-30-629 0 0,-12-91-505 0 0,-16-37-178 0 0,0 1-1 0 0,1-1 0 0 0,-1 0 1 0 0,0 0-1 0 0,0 0 0 0 0,1 1 1 0 0,-1-1-1 0 0,0 0 0 0 0,0 1 1 0 0,0-1-1 0 0,1 0 0 0 0,-1 1 1 0 0,0-1-1 0 0,0 0 0 0 0,0 1 1 0 0,0-1-1 0 0,0 0 0 0 0,1 1 1 0 0,-1-1-1 0 0,0 0 0 0 0,0 1 1 0 0,0-1-1 0 0,0 0 1 0 0,0 1-1 0 0,0-1 0 0 0,0 0 1 0 0,0 1-1 0 0,-1-1 0 0 0,1 0 1 0 0,0 1-1 0 0,0-1 0 0 0,0 1 1 0 0,0-1-1 0 0,0 0 0 0 0,0 0 1 0 0,-1 1-1 0 0,1-1 0 0 0,0 0 1 0 0,0 1-1 0 0,-1-1 0 0 0,1 0 1 0 0,0 0-1 0 0,0 1 0 0 0,-1-1 1 0 0,1 0-1 0 0,0 0 0 0 0,-1 0 1 0 0,1 1-1 0 0,0-1 1 0 0,0 0-1 0 0,-1 0 0 0 0,1 0 1 0 0,-1 0-1 0 0,1 0 0 0 0,0 0 1 0 0,-1 0-1 0 0,1 1 0 0 0,-2-2-307 0 0,1 1 0 0 0,-1-1 0 0 0,1 1-1 0 0,0-1 1 0 0,-1 1 0 0 0,1-1-1 0 0,0 0 1 0 0,0 1 0 0 0,0-1 0 0 0,-1 0-1 0 0,1 0 1 0 0,0 0 0 0 0,0 0 0 0 0,0 0-1 0 0,0 0 1 0 0,-1-2 0 0 0,-28-34-4904 0 0,-25-38-1973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7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14 560 0 0,'-180'69'8658'0'0,"137"-61"-6823"0"0,40-8-885 0 0,10 0-193 0 0,11 0-404 0 0,654-46 477 0 0,-611 40-900 0 0,70-8-2104 0 0,-120 13 1715 0 0,0 1-516 0 0,0-1-1 0 0,0 0 1 0 0,0-1-1 0 0,15-4 1 0 0,-21 0-1973 0 0,-5-1 253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5:5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1121 0 0,'0'0'3201'0'0,"0"7"-640"0"0,-31 11-80 0 0,31 39-800 0 0,0 7-1441 0 0,31-1-480 0 0,-31-5 0 0 0,30 5-80 0 0,0-11-1201 0 0,0-27-3201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122 133 6403 0 0,'-32'3'2414'0'0,"21"-2"-1444"0"0,1 0-1 0 0,-1 0 0 0 0,1-1 1 0 0,-1-1-1 0 0,-20-3 0 0 0,26 3-462 0 0,5 1-495 0 0,0 0 0 0 0,0-1-1 0 0,0 1 1 0 0,0-1 0 0 0,0 1-1 0 0,-1 0 1 0 0,1-1 0 0 0,0 1-1 0 0,0 0 1 0 0,0-1 0 0 0,0 1-1 0 0,0-1 1 0 0,0 1 0 0 0,0 0-1 0 0,0-1 1 0 0,0 1 0 0 0,0-1-1 0 0,1 1 1 0 0,-1 0 0 0 0,0-1-1 0 0,0 1 1 0 0,0 0 0 0 0,0-1-1 0 0,1 1 1 0 0,-1 0 0 0 0,0-1-1 0 0,0 1 1 0 0,0 0 0 0 0,1-1-1 0 0,-1 1 1 0 0,0 0 0 0 0,1 0-1 0 0,-1-1 1 0 0,0 1 0 0 0,1 0-1 0 0,-1 0 1 0 0,0 0 0 0 0,1-1-1 0 0,-1 1 1 0 0,20-7 93 0 0,-1 1 0 0 0,1 1 0 0 0,-1 0 1 0 0,1 2-1 0 0,30-3 0 0 0,-2 1-42 0 0,389-30-117 0 0,-180 32-599 0 0,-136 7-2162 0 0,-121-5 2508 0 0,1 0 1 0 0,0 0-1 0 0,-1 0 0 0 0,1 0 0 0 0,-1 0 0 0 0,1 0 1 0 0,-1 0-1 0 0,0 0 0 0 0,1 0 0 0 0,-1 0 0 0 0,0 0 1 0 0,0 0-1 0 0,0 0 0 0 0,1 0 0 0 0,-1 0 0 0 0,0 0 0 0 0,-1 0 1 0 0,1 0-1 0 0,0 0 0 0 0,0 0 0 0 0,0 0 0 0 0,-1 0 1 0 0,1 0-1 0 0,0 0 0 0 0,-1 0 0 0 0,1 0 0 0 0,-1 0 1 0 0,1 0-1 0 0,-1 0 0 0 0,0-1 0 0 0,-24-14-2001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0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8 2161 0 0,'0'-8'2961'0'0,"-31"8"-399"0"0,1 8-722 0 0,30-2-239 0 0,-30 38 240 0 0,30 27-320 0 0,0 17-561 0 0,0 1-160 0 0,0 7-159 0 0,0-8 79 0 0,30-5 0 0 0,-30-12-159 0 0,30-21-321 0 0,1-12-720 0 0,-31-18-1121 0 0,30-26-1040 0 0,-6-8-1521 0 0,36-5-4242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0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54 400 0 0,'-5'0'4336'0'0,"-60"-4"270"0"0,47-1-4512 0 0,46 0 941 0 0,81-13-250 0 0,-66 9-457 0 0,51-3 0 0 0,-85 12-317 0 0,61 0 97 0 0,-65 0-112 0 0,-1 1 1 0 0,1 0-1 0 0,0 0 0 0 0,-1 1 0 0 0,1-1 1 0 0,-1 1-1 0 0,1 0 0 0 0,-1 0 1 0 0,0 0-1 0 0,0 1 0 0 0,0-1 0 0 0,0 1 1 0 0,6 6-1 0 0,-3-1-26 0 0,-1 1 1 0 0,0 0-1 0 0,0 0 0 0 0,-1 0 1 0 0,-1 1-1 0 0,1 0 0 0 0,-1 0 1 0 0,3 16-1 0 0,-6-24 35 0 0,0 0 0 0 0,-1 0 1 0 0,0 0-1 0 0,1 0 0 0 0,-1 0 0 0 0,0 0 0 0 0,0 0 0 0 0,0 0 1 0 0,0 0-1 0 0,0 0 0 0 0,-1 0 0 0 0,1 0 0 0 0,-1-1 0 0 0,1 1 1 0 0,-1 0-1 0 0,0 0 0 0 0,1 0 0 0 0,-1 0 0 0 0,0-1 0 0 0,0 1 1 0 0,0 0-1 0 0,-1-1 0 0 0,1 1 0 0 0,-3 2 0 0 0,-1-1 28 0 0,0 1 0 0 0,-1-1 0 0 0,1 0 0 0 0,-1 0 0 0 0,0-1 0 0 0,-8 3 0 0 0,-7 3 34 0 0,9-3 33 0 0,1-1 1 0 0,-1-1 0 0 0,0 0-1 0 0,0-1 1 0 0,-1 0-1 0 0,1 0 1 0 0,0-2-1 0 0,0 1 1 0 0,-1-2-1 0 0,1 1 1 0 0,0-2 0 0 0,-19-4-1 0 0,21-8 207 0 0,4 10-302 0 0,-7-7-4 0 0,37-2-117 0 0,-19 11 93 0 0,10-4 8 0 0,0 1 1 0 0,1 1 0 0 0,0 1 0 0 0,0 0 0 0 0,0 1 0 0 0,17 0 0 0 0,101 3 19 0 0,-124-1 11 0 0,-1 0 0 0 0,1 1-1 0 0,-1 0 1 0 0,0 1 0 0 0,0 0 0 0 0,0 0 0 0 0,0 1-1 0 0,0 0 1 0 0,0 1 0 0 0,14 8 0 0 0,-23-12-10 0 0,1 1 1 0 0,-1-1 0 0 0,0 0 0 0 0,1 1 0 0 0,-1-1 0 0 0,0 0-1 0 0,0 1 1 0 0,1-1 0 0 0,-1 1 0 0 0,0-1 0 0 0,0 0 0 0 0,0 1 0 0 0,1-1-1 0 0,-1 1 1 0 0,0-1 0 0 0,0 1 0 0 0,0-1 0 0 0,0 1 0 0 0,0-1-1 0 0,0 0 1 0 0,0 1 0 0 0,0-1 0 0 0,0 1 0 0 0,0-1 0 0 0,0 1-1 0 0,-1-1 1 0 0,1 1 0 0 0,0-1 0 0 0,0 1 0 0 0,0-1 0 0 0,0 0 0 0 0,-1 1-1 0 0,1-1 1 0 0,0 1 0 0 0,-1-1 0 0 0,1 0 0 0 0,0 1 0 0 0,-1-1-1 0 0,-7 11 129 0 0,0-1 0 0 0,0-1 0 0 0,-1 1 0 0 0,-1-1 0 0 0,0-1 0 0 0,0 0 0 0 0,0 0 0 0 0,-1-1 0 0 0,-14 7 0 0 0,-13 4 155 0 0,-62 20 1 0 0,69-28-767 0 0,-1 2 0 0 0,2 1 0 0 0,-36 21 0 0 0,66-34 434 0 0,0 0 1 0 0,0 0-1 0 0,0 0 1 0 0,0 0-1 0 0,0 0 0 0 0,1 0 1 0 0,-1 0-1 0 0,0 0 1 0 0,0 0-1 0 0,0 1 0 0 0,0-1 1 0 0,0 0-1 0 0,1 0 1 0 0,-1 0-1 0 0,0 0 0 0 0,0 0 1 0 0,0 0-1 0 0,0 0 0 0 0,0 0 1 0 0,0 1-1 0 0,0-1 1 0 0,0 0-1 0 0,0 0 0 0 0,1 0 1 0 0,-1 0-1 0 0,0 0 1 0 0,0 1-1 0 0,0-1 0 0 0,0 0 1 0 0,0 0-1 0 0,0 0 1 0 0,0 0-1 0 0,0 1 0 0 0,0-1 1 0 0,0 0-1 0 0,0 0 0 0 0,0 0 1 0 0,0 0-1 0 0,0 0 1 0 0,0 1-1 0 0,0-1 0 0 0,0 0 1 0 0,0 0-1 0 0,-1 0 1 0 0,1 0-1 0 0,0 0 0 0 0,0 1 1 0 0,0-1-1 0 0,0 0 1 0 0,0 0-1 0 0,0 0 0 0 0,0 0 1 0 0,0 0-1 0 0,-1 0 0 0 0,1 0 1 0 0,0 1-1 0 0,0-1 1 0 0,0 0-1 0 0,0 0 0 0 0,0 0 1 0 0,0 0-1 0 0,-1 0 1 0 0,1 0-1 0 0,0 0 0 0 0,0 0 1 0 0,0 0-1 0 0,25 6-5881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0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301 117 3442 0 0,'-3'-1'503'0'0,"-32"-10"2301"0"0,34 11-2782 0 0,0-1-1 0 0,-1 1 1 0 0,1 0-1 0 0,0-1 1 0 0,0 0-1 0 0,-1 1 1 0 0,1-1-1 0 0,0 0 1 0 0,0 0-1 0 0,0 1 1 0 0,0-1-1 0 0,0 0 1 0 0,0 0-1 0 0,0 0 1 0 0,1 0-1 0 0,-1 0 0 0 0,0-1 1 0 0,0 1-1 0 0,1 0 1 0 0,-1 0-1 0 0,1 0 1 0 0,-1-3-1 0 0,-1 2 13 0 0,1 0 0 0 0,0 0 0 0 0,-1 0 0 0 0,1 0 0 0 0,-1 0 0 0 0,0 0 0 0 0,0 1 0 0 0,1-1 0 0 0,-1 1 0 0 0,0-1 0 0 0,-1 1 0 0 0,1 0 0 0 0,0 0 0 0 0,0-1 0 0 0,0 2 0 0 0,-1-1 0 0 0,-2-1 0 0 0,-54-19 1128 0 0,-82-12 1840 0 0,137 33 121 0 0,11 5-2244 0 0,15 4-826 0 0,129 16 427 0 0,-104-17-704 0 0,-1-2-1 0 0,1-2 1 0 0,63-3 0 0 0,-94-1-26 0 0,-8 0-337 0 0,26-1 291 0 0,-33 1 89 0 0,-1 0 1 0 0,1 0-1 0 0,0 0 0 0 0,0-1 1 0 0,0 1-1 0 0,-1 0 0 0 0,1 0 1 0 0,0-1-1 0 0,0 1 0 0 0,-1 0 0 0 0,1-1 1 0 0,0 1-1 0 0,-1-1 0 0 0,1 1 1 0 0,0-1-1 0 0,-1 1 0 0 0,1-1 1 0 0,-1 1-1 0 0,1-1 0 0 0,0 0 1 0 0,-1 1-1 0 0,0-1 0 0 0,1 0 1 0 0,-1 1-1 0 0,1-1 0 0 0,-1 0 1 0 0,0 1-1 0 0,0-1 0 0 0,1 0 1 0 0,-1 0-1 0 0,0-1 0 0 0,-10 2-2821 0 0,-40 5-13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0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58 6003 0 0,'-61'20'6403'0'0,"31"-7"-4402"0"0,60-13-2161 0 0,61 6 720 0 0,0 0 160 0 0,120 7-160 0 0,-36-21-560 0 0,6-3-960 0 0,-30-8-641 0 0,-30-26-2801 0 0,-91 13-3441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8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2881 0 0,'-2'28'4650'0'0,"-9"-1"-3107"0"0,6-22-1529 0 0,1-1 1 0 0,-1 0 0 0 0,0 0-1 0 0,-1-1 1 0 0,1 1 0 0 0,0-1-1 0 0,-7 3 1 0 0,5-3 136 0 0,5-3-105 0 0,1 1-1 0 0,-1-1 1 0 0,1 1 0 0 0,-1-1 0 0 0,1 1-1 0 0,0 0 1 0 0,-1-1 0 0 0,1 1-1 0 0,0 0 1 0 0,0 0 0 0 0,0 0-1 0 0,0 0 1 0 0,-1 0 0 0 0,1 0 0 0 0,0 0-1 0 0,1 0 1 0 0,-2 3 1267 0 0,-22 3 848 0 0,24-7-2149 0 0,0 1 1 0 0,0-1 0 0 0,0 0-1 0 0,0 1 1 0 0,0-1-1 0 0,0 1 1 0 0,0-1-1 0 0,0 0 1 0 0,0 1-1 0 0,0-1 1 0 0,0 1 0 0 0,0-1-1 0 0,0 0 1 0 0,0 1-1 0 0,0-1 1 0 0,0 0-1 0 0,0 1 1 0 0,0-1-1 0 0,-1 1 1 0 0,1-1 0 0 0,0 0-1 0 0,0 1 1 0 0,0-1-1 0 0,-1 0 1 0 0,1 0-1 0 0,0 1 1 0 0,0-1 0 0 0,-1 0-1 0 0,1 1 1 0 0,0-1-1 0 0,-1 0 1 0 0,1 0-1 0 0,0 0 1 0 0,-1 1-1 0 0,1-1 1 0 0,0 0 0 0 0,-1 0-1 0 0,1 0 1 0 0,0 0-1 0 0,-1 0 1 0 0,1 0-1 0 0,-1 0 1 0 0,1 0-1 0 0,0 0 1 0 0,-1 1 0 0 0,1-2-1 0 0,0 1 1 0 0,-1 0-1 0 0,1 0 1 0 0,-1 0-1 0 0,1 0 1 0 0,0 0-1 0 0,-1 0 1 0 0,1 0 0 0 0,0 0-1 0 0,-1-1 1 0 0,-17 2 405 0 0,6 4-163 0 0,11-5-239 0 0,0 0 1 0 0,0 1-1 0 0,0-1 0 0 0,0 0 1 0 0,0 0-1 0 0,1 1 1 0 0,-1-1-1 0 0,0 1 1 0 0,0-1-1 0 0,0 1 1 0 0,1-1-1 0 0,-1 1 1 0 0,0-1-1 0 0,1 1 1 0 0,-1-1-1 0 0,0 1 0 0 0,1 0 1 0 0,-1 0-1 0 0,1-1 1 0 0,-1 1-1 0 0,1 0 1 0 0,-1 0-1 0 0,1 0 1 0 0,0-1-1 0 0,-1 1 1 0 0,1 0-1 0 0,0 0 1 0 0,0 0-1 0 0,0 0 0 0 0,-1 0 1 0 0,1 0-1 0 0,0-1 1 0 0,0 1-1 0 0,0 0 1 0 0,1 0-1 0 0,-1 0 1 0 0,0 2-1 0 0,0-4 6 0 0,0 0 1 0 0,0 1-1 0 0,1-1 0 0 0,-1 1 0 0 0,0-1 1 0 0,0 1-1 0 0,0-1 0 0 0,0 1 0 0 0,1-1 1 0 0,-1 1-1 0 0,0-1 0 0 0,0 1 0 0 0,1-1 1 0 0,-1 1-1 0 0,1-1 0 0 0,-1 1 0 0 0,0-1 1 0 0,1 1-1 0 0,-1 0 0 0 0,1-1 0 0 0,-1 1 1 0 0,1 0-1 0 0,-1-1 0 0 0,1 1 0 0 0,-1 0 1 0 0,1 0-1 0 0,-1 0 0 0 0,1-1 0 0 0,-1 1 1 0 0,1 0-1 0 0,-1 0 0 0 0,1 0 0 0 0,0 0 1 0 0,28-1 79 0 0,-6 1 93 0 0,173-6 632 0 0,276-5 454 0 0,-427 10-1156 0 0,69 0 373 0 0,134-19-1 0 0,146-25 504 0 0,1 18-1 0 0,399 24 0 0 0,-386 23-296 0 0,349 6-127 0 0,-706-27-524 0 0,-51 1-112 0 0,1 0 0 0 0,-1 0-1 0 0,1-1 1 0 0,-1 1-1 0 0,1 0 1 0 0,0 0-1 0 0,-1 0 1 0 0,1-1 0 0 0,-1 1-1 0 0,1 0 1 0 0,-1-1-1 0 0,0 1 1 0 0,1 0 0 0 0,-1-1-1 0 0,1 1 1 0 0,-1-1-1 0 0,0 1 1 0 0,1-1-1 0 0,-1 1 1 0 0,0-1 0 0 0,1 1-1 0 0,-1-1 1 0 0,0 1-1 0 0,0-1 1 0 0,1 1-1 0 0,-1-1 1 0 0,0 1 0 0 0,0-1-1 0 0,0 1 1 0 0,0-1-1 0 0,0 0 1 0 0,0 1-1 0 0,0-1 1 0 0,0 1 0 0 0,0-1-1 0 0,0 1 1 0 0,0-1-1 0 0,0 0 1 0 0,0 1 0 0 0,-1-1-1 0 0,1 1 1 0 0,0-1-1 0 0,0 1 1 0 0,-1-1-1 0 0,1 1 1 0 0,0-1 0 0 0,-1 1-1 0 0,1-1 1 0 0,0 1-1 0 0,-1 0 1 0 0,1-1-1 0 0,-1 1 1 0 0,1-1 0 0 0,-1 1-1 0 0,-31-10-2682 0 0,9 3-1116 0 0,-47-9 0 0 0,-36 3-2718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26 285 1921 0 0,'0'0'1854'0'0,"-5"0"-320"0"0,-15 0-320 0 0,20 0-1114 0 0,0 0 0 0 0,0 0 0 0 0,1 0 0 0 0,-1 0 0 0 0,0 0 0 0 0,0 1 0 0 0,1-1 0 0 0,-1 0 0 0 0,0 0 0 0 0,0 0 0 0 0,0 0 1 0 0,0 0-1 0 0,1 0 0 0 0,-1 1 0 0 0,0-1 0 0 0,0 0 0 0 0,0 0 0 0 0,0 0 0 0 0,1 0 0 0 0,-1 1 0 0 0,0-1 0 0 0,0 0 0 0 0,0 0 0 0 0,0 0 0 0 0,0 1 0 0 0,0-1 0 0 0,0 0 0 0 0,0 0 0 0 0,0 1 0 0 0,0-1 0 0 0,0 0 0 0 0,0 0 0 0 0,0 1 1 0 0,0-1-1 0 0,0 0 0 0 0,0 0 0 0 0,0 0 0 0 0,0 1 0 0 0,0-1 0 0 0,0 0 0 0 0,0 0 0 0 0,0 1 0 0 0,0-1 0 0 0,0 0 0 0 0,0 0 0 0 0,0 0 0 0 0,-1 1 0 0 0,1-1 0 0 0,0 0 0 0 0,0 0 0 0 0,0 0 0 0 0,0 0 0 0 0,0 1 0 0 0,-1-1 1 0 0,1 0-1 0 0,0 0 0 0 0,0 0 0 0 0,0 0 0 0 0,-1 0 0 0 0,1 0 0 0 0,0 0 0 0 0,0 1 0 0 0,-1-1 0 0 0,1 0 0 0 0,0 0 0 0 0,4-1-56 0 0,-4 1-37 0 0,1 1 0 0 0,0-1 0 0 0,0 0 0 0 0,0 0 0 0 0,-1 0 0 0 0,1 0 0 0 0,0-1 0 0 0,0 1 0 0 0,-1 0 1 0 0,1 0-1 0 0,0 0 0 0 0,0-1 0 0 0,-1 1 0 0 0,1 0 0 0 0,0-1 0 0 0,-1 1 0 0 0,1 0 0 0 0,0-1 0 0 0,-1 1 0 0 0,1-1 1 0 0,-1 1-1 0 0,1-1 0 0 0,-1 1 0 0 0,1-1 0 0 0,-1 0 0 0 0,1 1 0 0 0,-1-1 0 0 0,1 0 0 0 0,-1 1 0 0 0,0-1 0 0 0,1 0 1 0 0,-1 1-1 0 0,0-1 0 0 0,0 0 0 0 0,1 0 0 0 0,-1 1 0 0 0,0-1 0 0 0,0-1 0 0 0,1-1 0 0 0,-1 1 0 0 0,1-1 0 0 0,0 1 0 0 0,0 0 0 0 0,0-1 0 0 0,1 1-1 0 0,-1 0 1 0 0,1-1 0 0 0,-1 1 0 0 0,1 0 0 0 0,0 0 0 0 0,3-3 0 0 0,10-13 50 0 0,3-13-23 0 0,-13 21-8 0 0,0 1-1 0 0,1-1 0 0 0,0 1 0 0 0,9-10 0 0 0,27-40 45 0 0,-37 50-66 0 0,0 0 0 0 0,1 0 0 0 0,0 1 0 0 0,1 0-1 0 0,8-9 1 0 0,-15 17-4 0 0,1 0 0 0 0,-1-1 0 0 0,1 1 0 0 0,-1 0 0 0 0,0-1 0 0 0,1 1 0 0 0,-1 0 0 0 0,0-1 0 0 0,1 1 0 0 0,-1-1 0 0 0,0 1 0 0 0,1 0 0 0 0,-1-1 0 0 0,0 1 0 0 0,0-1 0 0 0,0 1 0 0 0,1-1 0 0 0,-1 1 0 0 0,0-1 0 0 0,0 1 0 0 0,0-1 0 0 0,0 1 0 0 0,0-1 0 0 0,0 1 0 0 0,0-1 0 0 0,0 0 0 0 0,4-6-13 0 0,-3 7 9 0 0,0 0 1 0 0,0-1-1 0 0,0 1 0 0 0,0 0 1 0 0,0 0-1 0 0,1 0 0 0 0,-1 0 0 0 0,0 0 1 0 0,0 1-1 0 0,0-1 0 0 0,0 0 1 0 0,0 0-1 0 0,0 1 0 0 0,0-1 1 0 0,0 1-1 0 0,0-1 0 0 0,0 1 1 0 0,0-1-1 0 0,0 1 0 0 0,0-1 1 0 0,-1 1-1 0 0,1 0 0 0 0,0 0 0 0 0,0-1 1 0 0,0 1-1 0 0,-1 0 0 0 0,1 0 1 0 0,0 2-1 0 0,26 43 151 0 0,-20-28-69 0 0,-2 0 0 0 0,0 1 0 0 0,-1 0 0 0 0,3 32 0 0 0,1 3 39 0 0,2-4-45 0 0,-5-31-44 0 0,-2 1 1 0 0,0-1 0 0 0,1 25 0 0 0,-5-16 11 0 0,0-18-14 0 0,1 0 1 0 0,0 0 0 0 0,0 0-1 0 0,1 0 1 0 0,1-1 0 0 0,2 11-1 0 0,7 6 182 0 0,-9-23-197 0 0,0 1 0 0 0,0 0 0 0 0,-1 0 1 0 0,1 0-1 0 0,-1 0 0 0 0,0 0 1 0 0,0 0-1 0 0,0 0 0 0 0,0 5 1 0 0,-1-8-43 0 0,0-1-1 0 0,0 1 1 0 0,0 0 0 0 0,0-1 0 0 0,0 1 0 0 0,1 0 0 0 0,-1-1 0 0 0,0 1 0 0 0,0 0 0 0 0,1-1 0 0 0,-1 1 0 0 0,0-1 0 0 0,1 1 0 0 0,-1 0-1 0 0,0-1 1 0 0,1 1 0 0 0,-1-1 0 0 0,1 1 0 0 0,-1-1 0 0 0,1 1 0 0 0,-1-1 0 0 0,1 0 0 0 0,-1 1 0 0 0,1-1 0 0 0,0 0 0 0 0,-1 1 0 0 0,1-1 0 0 0,0 0-1 0 0,-1 0 1 0 0,1 0 0 0 0,0 1 0 0 0,-1-1 0 0 0,1 0 0 0 0,0 0 0 0 0,-1 0 0 0 0,1 0 0 0 0,0 0 0 0 0,0 0 0 0 0,35-5-1014 0 0,-25 2 674 0 0,-2 2-43 0 0,0-1 1 0 0,0 0-1 0 0,0 0 1 0 0,-1-1-1 0 0,1 0 1 0 0,-1 0-1 0 0,0-1 1 0 0,0 0-1 0 0,0-1 0 0 0,-1 0 1 0 0,1 0-1 0 0,-1-1 1 0 0,0 1-1 0 0,-1-2 1 0 0,1 1-1 0 0,-1-1 1 0 0,7-10-1 0 0,17-27-3988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14 480 0 0,'-7'-11'7322'0'0,"7"10"-7280"0"0,-1 1 0 0 0,0 0 0 0 0,1-1 0 0 0,-1 1 0 0 0,0 0 0 0 0,1 0 0 0 0,-1 0 0 0 0,0 0 0 0 0,1 0-1 0 0,-1 0 1 0 0,0 0 0 0 0,0 0 0 0 0,1 0 0 0 0,-1 0 0 0 0,0 0 0 0 0,1 0 0 0 0,-1 0 0 0 0,0 0 0 0 0,1 1 0 0 0,-1-1-1 0 0,0 0 1 0 0,1 0 0 0 0,-1 1 0 0 0,1-1 0 0 0,-1 1 0 0 0,0-1 0 0 0,1 0 0 0 0,-1 1 0 0 0,1-1 0 0 0,-1 1 0 0 0,1-1-1 0 0,0 1 1 0 0,-1 0 0 0 0,1-1 0 0 0,-1 1 0 0 0,1-1 0 0 0,0 1 0 0 0,-1 0 0 0 0,1-1 0 0 0,0 1 0 0 0,0 0-1 0 0,0 0 175 0 0,-1-1-209 0 0,1 0 0 0 0,0 0 1 0 0,0 1-1 0 0,0-1 0 0 0,0 0 1 0 0,0 0-1 0 0,0 0 0 0 0,0 0 0 0 0,-1 1 1 0 0,1-1-1 0 0,0 0 0 0 0,0 0 1 0 0,0 0-1 0 0,0 1 0 0 0,0-1 1 0 0,0 0-1 0 0,0 0 0 0 0,0 0 0 0 0,0 1 1 0 0,0-1-1 0 0,0 0 0 0 0,0 0 1 0 0,0 0-1 0 0,0 1 0 0 0,0-1 0 0 0,0 0 1 0 0,0 0-1 0 0,1 0 0 0 0,-1 0 1 0 0,0 1-1 0 0,0-1 0 0 0,0 0 1 0 0,0 0-1 0 0,0 0 0 0 0,0 0 0 0 0,0 1 1 0 0,1-1-1 0 0,-1 0 0 0 0,0 0 1 0 0,0 0-1 0 0,0 0 0 0 0,0 0 0 0 0,1 0 1 0 0,-1 0-1 0 0,0 1 0 0 0,0-1 1 0 0,0 0-1 0 0,0 0 0 0 0,1 0 1 0 0,-1 0-1 0 0,0 0 0 0 0,0 0 0 0 0,0 0 1 0 0,1 0-1 0 0,-1 0 0 0 0,0 0 1 0 0,0 0-1 0 0,0 0 0 0 0,1 0 0 0 0,-1 0 1 0 0,0 0-1 0 0,0 0 0 0 0,1-1 1 0 0,6 4 68 0 0,-6-3-57 0 0,0 1 0 0 0,0-1 0 0 0,0 0 1 0 0,0 1-1 0 0,0-1 0 0 0,0 1 0 0 0,0-1 0 0 0,0 1 1 0 0,-1-1-1 0 0,1 1 0 0 0,0-1 0 0 0,0 1 1 0 0,-1 0-1 0 0,1-1 0 0 0,0 1 0 0 0,-1 0 0 0 0,1 0 1 0 0,-1 0-1 0 0,1-1 0 0 0,-1 1 0 0 0,1 0 0 0 0,-1 0 1 0 0,1 0-1 0 0,-1 0 0 0 0,0 0 0 0 0,0 0 1 0 0,1 0-1 0 0,-1 0 0 0 0,0 0 0 0 0,0 0 0 0 0,0 0 1 0 0,0 0-1 0 0,0 0 0 0 0,0 0 0 0 0,-1 0 1 0 0,1 1-1 0 0,5 2 7 0 0,15-3 41 0 0,-13 0 19 0 0,1 0 0 0 0,-1 0-1 0 0,1 1 1 0 0,-1 0 0 0 0,0 0 0 0 0,0 1 0 0 0,0-1-1 0 0,0 2 1 0 0,10 5 0 0 0,65 47 309 0 0,-30-20-61 0 0,-15-10-91 0 0,-24-16-195 0 0,0-1-1 0 0,1 0 1 0 0,0-1-1 0 0,21 9 1 0 0,15-2-35 0 0,-44-8-414 0 0,-7-11-2386 0 0,0 4 2550 0 0,0-1 0 0 0,0 0 0 0 0,0 1 0 0 0,0-1 0 0 0,-1 1 0 0 0,1-1 0 0 0,0 1-1 0 0,0-1 1 0 0,-1 1 0 0 0,1 0 0 0 0,0 0 0 0 0,-1 0 0 0 0,1-1 0 0 0,0 1 0 0 0,-1 1 0 0 0,1-1 0 0 0,0 0 0 0 0,-3 1 0 0 0,0-1-461 0 0,-26 0-2197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91 339 2161 0 0,'-30'-8'4642'0'0,"-1"2"-2001"0"0,1 1-1360 0 0,30-15-641 0 0,0-12-320 0 0,30-45-80 0 0,31-17-160 0 0,-31 36-80 0 0,30 33-240 0 0,1 12-960 0 0,-1 18-2402 0 0,-30-5 81 0 0,0 14 799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22 1441 0 0,'1'-2'179'0'0,"-1"1"0"0"0,1 0 1 0 0,0-1-1 0 0,0 1 0 0 0,-1 0 1 0 0,1 0-1 0 0,0 0 0 0 0,0 0 1 0 0,0 0-1 0 0,0 0 0 0 0,1 0 0 0 0,-1 0 1 0 0,0 0-1 0 0,0 0 0 0 0,1 0 1 0 0,-1 1-1 0 0,0-1 0 0 0,1 1 1 0 0,-1-1-1 0 0,0 1 0 0 0,1-1 1 0 0,-1 1-1 0 0,1 0 0 0 0,-1 0 1 0 0,1-1-1 0 0,-1 1 0 0 0,1 0 1 0 0,-1 0-1 0 0,1 1 0 0 0,-1-1 0 0 0,2 0 1 0 0,1 0-54 0 0,0 0 1 0 0,0 0-1 0 0,-1 1 1 0 0,1-1 0 0 0,0 1-1 0 0,-1 0 1 0 0,1 0-1 0 0,-1 0 1 0 0,1 0-1 0 0,-1 1 1 0 0,1-1 0 0 0,-1 1-1 0 0,6 3 1 0 0,-3 2-53 0 0,0 0 0 0 0,-1 1 0 0 0,1 0 1 0 0,-2 0-1 0 0,1 0 0 0 0,-1 0 0 0 0,0 1 0 0 0,0-1 1 0 0,-1 1-1 0 0,-1 0 0 0 0,3 12 0 0 0,-4-15-19 0 0,0 1 0 0 0,0-1 0 0 0,-1 0 0 0 0,0 0 0 0 0,0 1 0 0 0,0-1 0 0 0,-1 0 0 0 0,0 0 0 0 0,0 1 0 0 0,-1-1-1 0 0,0 0 1 0 0,0 0 0 0 0,0 0 0 0 0,0-1 0 0 0,-1 1 0 0 0,0 0 0 0 0,-1-1 0 0 0,-5 8 0 0 0,-13 10 432 0 0,-2-1 1 0 0,-41 31-1 0 0,60-49-402 0 0,-3 2 59 0 0,1 0-1 0 0,-1-1 1 0 0,-1 0-1 0 0,1 0 1 0 0,-1-1-1 0 0,0 0 0 0 0,0 0 1 0 0,0-1-1 0 0,0 0 1 0 0,-14 1-1 0 0,16-3-153 0 0,0-1 0 0 0,0 0 0 0 0,0-1 0 0 0,0 1 0 0 0,0-1 0 0 0,0-1 0 0 0,0 1 0 0 0,0-1 0 0 0,0-1 0 0 0,1 1 0 0 0,-1-1 0 0 0,1 0 0 0 0,-1 0 0 0 0,-5-5 0 0 0,3 2-93 0 0,3 3 38 0 0,0-1 0 0 0,1 1-1 0 0,0-1 1 0 0,0 0 0 0 0,0-1 0 0 0,-7-7-1 0 0,10 10 52 0 0,1 0 0 0 0,0 0 1 0 0,0-1-1 0 0,0 1 0 0 0,0 0 0 0 0,1 0 0 0 0,-1 0 0 0 0,0-1 0 0 0,1 1 0 0 0,0 0 0 0 0,-1-1 0 0 0,1 1 0 0 0,0 0 0 0 0,0-1 0 0 0,1 1 0 0 0,-1 0 0 0 0,0 0 1 0 0,1-1-1 0 0,-1 1 0 0 0,1 0 0 0 0,0 0 0 0 0,0-1 0 0 0,1-2 0 0 0,8-11-60 0 0,-8 14 57 0 0,0 0 1 0 0,-1 0-1 0 0,1-1 1 0 0,-1 1-1 0 0,0-1 0 0 0,0 1 1 0 0,0-1-1 0 0,0 1 0 0 0,0-1 1 0 0,0 0-1 0 0,-1 1 0 0 0,1-1 1 0 0,-1-4-1 0 0,1 6 10 0 0,-1 0 0 0 0,0 0 0 0 0,0 0 0 0 0,1-1 0 0 0,-1 1 0 0 0,1 0 0 0 0,-1 0 0 0 0,1 0 0 0 0,-1 0 0 0 0,1 0 0 0 0,-1 0 0 0 0,1 0 0 0 0,0 1 0 0 0,0-1 0 0 0,0 0 0 0 0,-1 0 0 0 0,1 0 0 0 0,0 1 0 0 0,0-1-1 0 0,0 0 1 0 0,0 1 0 0 0,0-1 0 0 0,0 1 0 0 0,0-1 0 0 0,0 1 0 0 0,0 0 0 0 0,1-1 0 0 0,-1 1 0 0 0,0 0 0 0 0,0 0 0 0 0,0 0 0 0 0,2 0 0 0 0,0-1-14 0 0,-1 0 10 0 0,1 1 0 0 0,-1 0 0 0 0,0 0 0 0 0,1-1 0 0 0,-1 1 0 0 0,1 1 0 0 0,-1-1 0 0 0,1 0 0 0 0,-1 1 1 0 0,4 0-1 0 0,34 22 131 0 0,0 4 115 0 0,-9-8 39 0 0,-2 1 0 0 0,0 2 1 0 0,-1 1-1 0 0,-1 1 0 0 0,46 53 1 0 0,-68-70-249 0 0,0 1-60 0 0,0 0 0 0 0,0-1 0 0 0,1 0 0 0 0,1 0 0 0 0,-1 0 0 0 0,1-1 0 0 0,0 0 0 0 0,0 0 1 0 0,1-1-1 0 0,8 5 0 0 0,-16-9 11 0 0,1-1-1 0 0,-1 0 1 0 0,0 0 0 0 0,1 0 0 0 0,-1 0 0 0 0,0 0 0 0 0,0 1 0 0 0,1-1-1 0 0,-1 0 1 0 0,0 0 0 0 0,1 0 0 0 0,-1 0 0 0 0,0 0 0 0 0,1 0 0 0 0,-1 0-1 0 0,0 0 1 0 0,1 0 0 0 0,-1 0 0 0 0,0 0 0 0 0,1 0 0 0 0,-1 0-1 0 0,0 0 1 0 0,0-1 0 0 0,1 1 0 0 0,-1 0 0 0 0,0 0 0 0 0,1 0 0 0 0,-1 0-1 0 0,0 0 1 0 0,0-1 0 0 0,1 1 0 0 0,-1 0 0 0 0,0-1 0 0 0,4-1-202 0 0,0-1 1 0 0,0 0 0 0 0,0 0 0 0 0,0 0 0 0 0,-1-1 0 0 0,1 1-1 0 0,-1-1 1 0 0,0 0 0 0 0,0 0 0 0 0,-1 0 0 0 0,1 0-1 0 0,-1 0 1 0 0,0-1 0 0 0,0 1 0 0 0,0-1 0 0 0,-1 1-1 0 0,2-6 1 0 0,10-24-2117 0 0,37-59-4355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08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146 148 2801 0 0,'-10'1'1064'0'0,"-1"0"-1"0"0,1-1 0 0 0,-1 0 0 0 0,-17-2 1 0 0,-7-9 573 0 0,34 10-1585 0 0,0 1-1 0 0,0-1 1 0 0,0 0-1 0 0,0 1 1 0 0,0-1-1 0 0,0 0 1 0 0,0 0 0 0 0,0 1-1 0 0,1-1 1 0 0,-1 0-1 0 0,0 0 1 0 0,1 0-1 0 0,-1 0 1 0 0,1 0-1 0 0,-1 0 1 0 0,1 0-1 0 0,-1 0 1 0 0,1 0-1 0 0,-1 0 1 0 0,1 0-1 0 0,0 0 1 0 0,0 0-1 0 0,0-2 1 0 0,-1 2-27 0 0,1-1 0 0 0,0 1 0 0 0,0-1 0 0 0,-1 1 0 0 0,1-1-1 0 0,-1 1 1 0 0,1-1 0 0 0,-1 1 0 0 0,0-1 0 0 0,1 1 0 0 0,-1 0 0 0 0,0 0 0 0 0,0-1 0 0 0,0 1 0 0 0,0 0 0 0 0,-2-2 0 0 0,-5-10 71 0 0,16 1-42 0 0,-7 11-49 0 0,0 1-1 0 0,0-1 1 0 0,0 0-1 0 0,0 0 1 0 0,0 0 0 0 0,-1 1-1 0 0,1-1 1 0 0,0 0-1 0 0,-1 0 1 0 0,1 0 0 0 0,0 0-1 0 0,-1 0 1 0 0,1 0 0 0 0,-1 0-1 0 0,0-1 1 0 0,1 1-1 0 0,-1 0 1 0 0,0 0 0 0 0,0 0-1 0 0,1 0 1 0 0,-1 0-1 0 0,0-2 1 0 0,0 2-5 0 0,0-1-1 0 0,1 1 1 0 0,-1-1 0 0 0,1 1-1 0 0,-1 0 1 0 0,1-1 0 0 0,0 1-1 0 0,0 0 1 0 0,-1 0-1 0 0,1-1 1 0 0,0 1 0 0 0,0 0-1 0 0,0 0 1 0 0,0 0 0 0 0,0 0-1 0 0,1 0 1 0 0,-1 0 0 0 0,0 0-1 0 0,0 1 1 0 0,1-1 0 0 0,-1 0-1 0 0,2 0 1 0 0,35-10-72 0 0,4 9-26 0 0,-32 5 80 0 0,-2 1 1 0 0,-1-3 37 0 0,0 1 0 0 0,-1 0 1 0 0,1 1-1 0 0,-1 0 1 0 0,0 0-1 0 0,1 0 0 0 0,-2 1 1 0 0,11 7-1 0 0,-14-10 18 0 0,0 0 0 0 0,0 1 0 0 0,-1-1 0 0 0,1 1 0 0 0,-1-1 0 0 0,1 1 0 0 0,-1 0 0 0 0,1 0 0 0 0,-1-1 0 0 0,0 1 0 0 0,0 0 1 0 0,0 0-1 0 0,0 0 0 0 0,0 0 0 0 0,-1 0 0 0 0,1 0 0 0 0,0 1 0 0 0,-1-1 0 0 0,0 0 0 0 0,1 0 0 0 0,-1 0 0 0 0,0 0 0 0 0,0 1 0 0 0,0-1 0 0 0,-1 0 0 0 0,1 0 0 0 0,0 0 0 0 0,-1 1 0 0 0,0-1 0 0 0,1 0 0 0 0,-2 2 0 0 0,-7 11 440 0 0,0-1 0 0 0,-1 0 0 0 0,0-1 0 0 0,-1 0 0 0 0,-26 22 0 0 0,30-31-349 0 0,-1 0 0 0 0,1-1-1 0 0,-1 0 1 0 0,0 0 0 0 0,0-1-1 0 0,0 0 1 0 0,0-1 0 0 0,-1 1-1 0 0,1-2 1 0 0,0 1 0 0 0,0-1-1 0 0,-1 0 1 0 0,1-1 0 0 0,0 0-1 0 0,-1 0 1 0 0,-8-3 0 0 0,525 146-1503 0 0,-418-121 628 0 0,-60-15-629 0 0,-10-5-92 0 0,-19-1 1416 0 0,-1 0 0 0 0,0 0 1 0 0,1-1-1 0 0,-1 1 0 0 0,0 0 0 0 0,0 0 1 0 0,1 0-1 0 0,-1 0 0 0 0,0-1 1 0 0,0 1-1 0 0,0 0 0 0 0,1 0 1 0 0,-1-1-1 0 0,0 1 0 0 0,0 0 1 0 0,0 0-1 0 0,0-1 0 0 0,1 1 0 0 0,-1 0 1 0 0,0 0-1 0 0,0-1 0 0 0,0 1 1 0 0,0 0-1 0 0,0-1 0 0 0,0 1 1 0 0,0 0-1 0 0,0-1 0 0 0,0 1 1 0 0,0 0-1 0 0,0 0 0 0 0,0-1 1 0 0,0 1-1 0 0,0 0 0 0 0,0-1 0 0 0,0 1 1 0 0,0 0-1 0 0,0 0 0 0 0,-1-1 1 0 0,1 1-1 0 0,0 0 0 0 0,0-1 1 0 0,0 1-1 0 0,0 0 0 0 0,-1 0 1 0 0,1 0-1 0 0,0-1 0 0 0,0 1 0 0 0,0 0 1 0 0,-1 0-1 0 0,1 0 0 0 0,0-1 1 0 0,0 1-1 0 0,-1 0 0 0 0,0 0 1 0 0,-24-13-2245 0 0,-5-5-693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8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6243 0 0,'-30'25'4962'0'0,"0"14"-4322"0"0,30-26-1120 0 0,30-7-720 0 0,30 0-1442 0 0,-30-6-239 0 0,31-6 160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39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5763 0 0,'-121'31'6563'0'0,"61"-4"-4883"0"0,30-22-2080 0 0,30-18-2161 0 0,30 7-160 0 0,-30-7-321 0 0,0 7 81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3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276 115 2961 0 0,'4'-6'5070'0'0,"7"6"-4513"0"0,-6-1-421 0 0,-25-4 838 0 0,20 5-936 0 0,0 0 0 0 0,0 0 0 0 0,0 0 0 0 0,0-1 0 0 0,0 1 0 0 0,0 0 0 0 0,-1 0 0 0 0,1 0 0 0 0,0 0 0 0 0,0-1 0 0 0,0 1 0 0 0,0 0 0 0 0,0 0 0 0 0,0-1 0 0 0,0 1 0 0 0,0 0 0 0 0,0 0 0 0 0,0 0 0 0 0,0-1 0 0 0,0 1 0 0 0,0 0 0 0 0,0 0 0 0 0,0 0 0 0 0,0-1 0 0 0,0 1 0 0 0,0 0 0 0 0,1 0 0 0 0,-1 0 0 0 0,0 0 0 0 0,0-1 0 0 0,0 1 0 0 0,0 0 0 0 0,0 0 0 0 0,0 0 0 0 0,1 0 0 0 0,-1-1 0 0 0,0 1 0 0 0,0 0 0 0 0,0 0 0 0 0,0 0 0 0 0,1 0 1 0 0,-1 0-1 0 0,0 0 0 0 0,0 0 0 0 0,0 0 0 0 0,0-1 0 0 0,1 1 0 0 0,-1 0 0 0 0,0 0 0 0 0,0 0 0 0 0,0 0 0 0 0,1 0 0 0 0,-1 0 0 0 0,0 0 0 0 0,0 0 0 0 0,0 0 0 0 0,1 0 0 0 0,-1 0 0 0 0,0 1 0 0 0,18-4 171 0 0,0-1 0 0 0,-1 0 0 0 0,1-1 0 0 0,-1-1 0 0 0,0-1 0 0 0,-1 0 0 0 0,0-1 0 0 0,18-13 0 0 0,-33 21-204 0 0,-1 0 1 0 0,1 0 0 0 0,-1 0 0 0 0,1 0-1 0 0,-1 0 1 0 0,0-1 0 0 0,1 1 0 0 0,-1 0-1 0 0,1 0 1 0 0,-1-1 0 0 0,0 1 0 0 0,1 0-1 0 0,-1-1 1 0 0,0 1 0 0 0,1 0 0 0 0,-1-1-1 0 0,0 1 1 0 0,0-1 0 0 0,0 1 0 0 0,1 0-1 0 0,-1-1 1 0 0,0 1 0 0 0,0-1 0 0 0,0 1-1 0 0,0-1 1 0 0,1 1 0 0 0,-1 0-1 0 0,0-1 1 0 0,0 1 0 0 0,0-1 0 0 0,0 1-1 0 0,0-1 1 0 0,0 1 0 0 0,0-1 0 0 0,-1 1-1 0 0,1-1 1 0 0,0 1 0 0 0,0 0 0 0 0,0-1-1 0 0,0 1 1 0 0,-1-1 0 0 0,1 1 0 0 0,0-1-1 0 0,0 1 1 0 0,-1 0 0 0 0,1-1 0 0 0,0 1-1 0 0,0 0 1 0 0,-1-1 0 0 0,1 1 0 0 0,0 0-1 0 0,-1 0 1 0 0,1-1 0 0 0,-1 1 0 0 0,1 0-1 0 0,0 0 1 0 0,-1-1 0 0 0,1 1 0 0 0,-1 0-1 0 0,0 0 1 0 0,-24-9 111 0 0,-11 8-30 0 0,-1 1 0 0 0,1 2 1 0 0,0 1-1 0 0,0 2 1 0 0,0 1-1 0 0,0 2 1 0 0,1 1-1 0 0,-64 28 1 0 0,96-36-81 0 0,1 0 1 0 0,0 0 0 0 0,0 0-1 0 0,-1 1 1 0 0,1-1 0 0 0,0 1-1 0 0,0 0 1 0 0,0 0 0 0 0,1 0 0 0 0,-1 0-1 0 0,0 0 1 0 0,1 0 0 0 0,-1 0-1 0 0,1 0 1 0 0,0 0 0 0 0,-1 1 0 0 0,1-1-1 0 0,0 1 1 0 0,1-1 0 0 0,-1 1-1 0 0,-1 4 1 0 0,1 4 29 0 0,0 0-1 0 0,1 0 1 0 0,0-1 0 0 0,2 13-1 0 0,0 10-2 0 0,-2-28-43 0 0,1 0-1 0 0,0 0 1 0 0,0 0-1 0 0,1 0 1 0 0,-1-1-1 0 0,1 1 1 0 0,0 0-1 0 0,0-1 1 0 0,1 1-1 0 0,3 5 1 0 0,8 15-20 0 0,-8-17 35 0 0,0 1-1 0 0,0-1 1 0 0,1 0-1 0 0,1 0 1 0 0,-1 0 0 0 0,1-1-1 0 0,0-1 1 0 0,1 1-1 0 0,-1-1 1 0 0,20 9 0 0 0,17 14 92 0 0,-36-23-102 0 0,1 0 0 0 0,0-1-1 0 0,0-1 1 0 0,1 0 0 0 0,-1 0 0 0 0,1-1 0 0 0,0 0-1 0 0,-1-1 1 0 0,1 0 0 0 0,17 0 0 0 0,9 0-86 0 0,70-7-1 0 0,-67 1 89 0 0,-1-1 0 0 0,-1-2 0 0 0,1-2-1 0 0,-1-1 1 0 0,55-24 0 0 0,-85 29 2 0 0,0 0 0 0 0,-1-1 0 0 0,0 0 0 0 0,0-1 0 0 0,-1 0 0 0 0,1 0 0 0 0,-2 0 0 0 0,1-1 0 0 0,-1 1 0 0 0,0-1 0 0 0,0-1 0 0 0,-1 1 0 0 0,0-1 0 0 0,3-10 0 0 0,-6 14 5 0 0,-1 1 1 0 0,1 0-1 0 0,-1 0 1 0 0,1 0-1 0 0,-1-1 1 0 0,-1 1-1 0 0,1 0 0 0 0,-1 0 1 0 0,1-1-1 0 0,-1 1 1 0 0,0 0-1 0 0,-1 0 1 0 0,1 0-1 0 0,-1 0 0 0 0,0 1 1 0 0,1-1-1 0 0,-2 0 1 0 0,1 1-1 0 0,0-1 1 0 0,-1 1-1 0 0,0-1 0 0 0,1 1 1 0 0,-1 0-1 0 0,-1 0 1 0 0,1 1-1 0 0,0-1 1 0 0,-8-3-1 0 0,-8-7-20 0 0,0 1 1 0 0,-1 1-1 0 0,-35-13 1 0 0,45 20 0 0 0,-6-3-20 0 0,-1 0-1 0 0,1 2 1 0 0,-1 0-1 0 0,0 1 1 0 0,0 0-1 0 0,0 2 1 0 0,-1 0-1 0 0,1 1 1 0 0,-1 0-1 0 0,1 2 1 0 0,-32 4 0 0 0,49-5-26 0 0,-1 1 1 0 0,1-1 0 0 0,-1 0 0 0 0,1 1-1 0 0,-1-1 1 0 0,1 1 0 0 0,0 0 0 0 0,-1-1 0 0 0,1 1-1 0 0,0-1 1 0 0,-1 1 0 0 0,1-1 0 0 0,0 1 0 0 0,0 0-1 0 0,0-1 1 0 0,0 1 0 0 0,-1 0 0 0 0,1-1-1 0 0,0 1 1 0 0,0-1 0 0 0,0 1 0 0 0,0 0 0 0 0,0-1-1 0 0,0 1 1 0 0,1 0 0 0 0,-1-1 0 0 0,0 1 0 0 0,0 0-1 0 0,0-1 1 0 0,1 1 0 0 0,-1-1 0 0 0,0 1-1 0 0,0 0 1 0 0,1-1 0 0 0,-1 1 0 0 0,1-1 0 0 0,-1 1-1 0 0,0-1 1 0 0,1 1 0 0 0,0 0 0 0 0,23 5-1404 0 0,0-1 0 0 0,0-1 0 0 0,0-1 0 0 0,1-1 0 0 0,42-3 1 0 0,-49 1 768 0 0,67 0-1481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31 880 0 0,'-1'-2'205'0'0,"0"1"0"0"0,0-1 0 0 0,0 1-1 0 0,0 0 1 0 0,-1-1 0 0 0,1 1-1 0 0,0 0 1 0 0,0 0 0 0 0,-1-1 0 0 0,1 1-1 0 0,-1 0 1 0 0,1 0 0 0 0,-1 1-1 0 0,0-1 1 0 0,1 0 0 0 0,-1 0 0 0 0,0 1-1 0 0,1-1 1 0 0,-1 1 0 0 0,0 0-1 0 0,0-1 1 0 0,1 1 0 0 0,-3 0 0 0 0,-49-8 2779 0 0,52 8-2931 0 0,-7 0 400 0 0,0 0 0 0 0,-1 1 1 0 0,1-1-1 0 0,0 2 0 0 0,-11 2 1 0 0,-6 9 580 0 0,24-12-1015 0 0,1 0 1 0 0,0-1-1 0 0,-1 1 0 0 0,1 0 1 0 0,-1-1-1 0 0,1 1 1 0 0,0 0-1 0 0,-1 0 0 0 0,1-1 1 0 0,0 1-1 0 0,0 0 0 0 0,0 0 1 0 0,0-1-1 0 0,0 1 1 0 0,0 0-1 0 0,0 0 0 0 0,0 0 1 0 0,0-1-1 0 0,0 1 0 0 0,0 0 1 0 0,0 0-1 0 0,0 0 0 0 0,1-1 1 0 0,-1 1-1 0 0,0 0 1 0 0,1 0-1 0 0,-1-1 0 0 0,0 1 1 0 0,2 0-1 0 0,7 12 46 0 0,2 0 0 0 0,0-1-1 0 0,0 0 1 0 0,1-1 0 0 0,0-1 0 0 0,1 0 0 0 0,0 0-1 0 0,17 7 1 0 0,-7-1-90 0 0,38 31 1 0 0,-49-38 12 0 0,0 0 1 0 0,0-1 0 0 0,1 0 0 0 0,16 6-1 0 0,-20-10-135 0 0,0 0-1 0 0,0 1 0 0 0,-1 0 1 0 0,1 0-1 0 0,-1 1 0 0 0,0 0 1 0 0,-1 0-1 0 0,1 1 0 0 0,-1 0 1 0 0,9 12-1 0 0,-15-17-189 0 0,0 1-1 0 0,0 0 1 0 0,0-1 0 0 0,0 1 0 0 0,-1 0 0 0 0,1 0 0 0 0,-1 0-1 0 0,0 0 1 0 0,0-1 0 0 0,0 1 0 0 0,0 0 0 0 0,-1 0-1 0 0,1 0 1 0 0,-1 0 0 0 0,1-1 0 0 0,-1 1 0 0 0,-2 5-1 0 0,-22 14-5531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0 356 1841 0 0,'30'-44'3281'0'0,"-30"-33"561"0"0,30-5-1681 0 0,31 24-2081 0 0,-31 14-720 0 0,30 19-641 0 0,31 0-2801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14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90 1361 0 0,'-5'-2'654'0'0,"0"1"0"0"0,-1-1 0 0 0,1 1 0 0 0,0-1 0 0 0,-1 2 1 0 0,1-1-1 0 0,-8 0 0 0 0,8 1 129 0 0,-2-6 2728 0 0,14-14-2807 0 0,1 15-579 0 0,-1 0-111 0 0,-1 1 0 0 0,1 0 1 0 0,1 0-1 0 0,-1 1 0 0 0,0 0 0 0 0,1 0 0 0 0,0 0 0 0 0,-1 1 1 0 0,10-1-1 0 0,69-9-108 0 0,-45 10 14 0 0,-31 5 83 0 0,-1 1-6 0 0,-5-3 13 0 0,-1 1 1 0 0,0-1-1 0 0,1 1 0 0 0,-1 0 0 0 0,0 0 0 0 0,0 0 0 0 0,0 0 0 0 0,0 0 0 0 0,0 1 0 0 0,-1-1 1 0 0,1 1-1 0 0,-1 0 0 0 0,0 0 0 0 0,1 0 0 0 0,-1 0 0 0 0,0 0 0 0 0,-1 1 0 0 0,1-1 0 0 0,-1 0 0 0 0,1 1 1 0 0,-1-1-1 0 0,0 1 0 0 0,0 0 0 0 0,-1-1 0 0 0,1 1 0 0 0,-1 0 0 0 0,0-1 0 0 0,0 1 0 0 0,0 0 1 0 0,0-1-1 0 0,-1 1 0 0 0,-1 6 0 0 0,-5 7 136 0 0,-1-1-1 0 0,-1 0 1 0 0,-1 0 0 0 0,0-1-1 0 0,-1 0 1 0 0,0-1 0 0 0,-20 19 0 0 0,13-12 249 0 0,4-7-259 0 0,0-1 1 0 0,0-1 0 0 0,-2 0 0 0 0,1-1 0 0 0,-1 0-1 0 0,-1-2 1 0 0,-21 10 0 0 0,1 1 343 0 0,29-16-490 0 0,1-1 0 0 0,-1 0 0 0 0,0-1 1 0 0,1 0-1 0 0,-1 0 0 0 0,0 0 0 0 0,0-1 1 0 0,-1 0-1 0 0,1-1 0 0 0,0 0 0 0 0,0 0 1 0 0,0-1-1 0 0,0 0 0 0 0,0 0 0 0 0,0-1 1 0 0,0 0-1 0 0,0 0 0 0 0,1-1 0 0 0,-1 0 1 0 0,1 0-1 0 0,-1-1 0 0 0,1 0 0 0 0,0 0 1 0 0,1 0-1 0 0,-8-7 0 0 0,9-7-69 0 0,0-1 51 0 0,-2 12 9 0 0,6 6 18 0 0,0 1-1 0 0,0-1 1 0 0,0 1 0 0 0,0-1-1 0 0,0 0 1 0 0,0 1 0 0 0,1-1-1 0 0,-1 0 1 0 0,0 0 0 0 0,0 0 0 0 0,1 0-1 0 0,-1 0 1 0 0,0 1 0 0 0,1-1-1 0 0,-1 0 1 0 0,1 0 0 0 0,-1-1-1 0 0,1 1 1 0 0,-1 0 0 0 0,1 0-1 0 0,0 0 1 0 0,0 0 0 0 0,0 0-1 0 0,-1 0 1 0 0,1 0 0 0 0,0-1 0 0 0,0 1-1 0 0,0 0 1 0 0,1 0 0 0 0,-1 0-1 0 0,0 0 1 0 0,0 0 0 0 0,1 0-1 0 0,-1 0 1 0 0,1-2 0 0 0,9-4-9 0 0,-9 7 7 0 0,0 0 0 0 0,-1-1 0 0 0,1 1 0 0 0,0-1 1 0 0,0 1-1 0 0,0-1 0 0 0,0 1 0 0 0,-1-1 0 0 0,1 0 0 0 0,0 1 0 0 0,0-1 0 0 0,-1 0 0 0 0,1 0 0 0 0,-1 0 0 0 0,1 1 0 0 0,-1-1 0 0 0,1 0 0 0 0,-1 0 0 0 0,1 0 0 0 0,-1 0 1 0 0,0 0-1 0 0,1 0 0 0 0,-1-2 0 0 0,1 2 0 0 0,0 1 1 0 0,0-1 0 0 0,0 0-1 0 0,0 1 1 0 0,0-1 0 0 0,0 0-1 0 0,0 1 1 0 0,0-1-1 0 0,0 1 1 0 0,0-1 0 0 0,0 1-1 0 0,0 0 1 0 0,0 0 0 0 0,0-1-1 0 0,1 1 1 0 0,-1 0 0 0 0,0 0-1 0 0,0 0 1 0 0,0 0-1 0 0,0 0 1 0 0,1 0 0 0 0,-1 1-1 0 0,0-1 1 0 0,0 0 0 0 0,0 0-1 0 0,0 1 1 0 0,2 0-1 0 0,0-1 3 0 0,23 5 78 0 0,0 1-1 0 0,-1 1 1 0 0,0 1-1 0 0,25 11 1 0 0,-15-5 41 0 0,245 92 681 0 0,-266-100-853 0 0,-1-2-1 0 0,1 0 1 0 0,0-1 0 0 0,18 2-1 0 0,-29-4-57 0 0,0-1 0 0 0,1 0-1 0 0,-1 0 1 0 0,0 0-1 0 0,1-1 1 0 0,-1 1 0 0 0,0-1-1 0 0,0 0 1 0 0,1 0 0 0 0,-1 0-1 0 0,0 0 1 0 0,0 0-1 0 0,0-1 1 0 0,0 1 0 0 0,0-1-1 0 0,-1 0 1 0 0,1 0 0 0 0,0 0-1 0 0,2-3 1 0 0,-4 5 73 0 0,-1-1 0 0 0,0 1 0 0 0,1-1 0 0 0,-1 1 0 0 0,0 0 0 0 0,0-1 0 0 0,1 1 1 0 0,-1 0-1 0 0,0-1 0 0 0,0 1 0 0 0,0-1 0 0 0,1 1 0 0 0,-1-1 0 0 0,0 1 0 0 0,0-1 0 0 0,0 1 0 0 0,0 0 0 0 0,0-1 0 0 0,0 1 1 0 0,0-1-1 0 0,0 1 0 0 0,0-1 0 0 0,0 1 0 0 0,0-1 0 0 0,0 1 0 0 0,0-1 0 0 0,-1 1 0 0 0,1-1 0 0 0,0 1 0 0 0,0 0 1 0 0,0-1-1 0 0,-1 1 0 0 0,1-1 0 0 0,0 1 0 0 0,-1 0 0 0 0,1-1 0 0 0,-1 0 0 0 0,-38-30-2950 0 0,-62-37-3095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7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94 253 4562 0 0,'-39'-8'4177'0'0,"-3"-9"-2631"0"0,41 16-1488 0 0,-1-1-1 0 0,1 0 1 0 0,0 0 0 0 0,0 0 0 0 0,0 0 0 0 0,0 0 0 0 0,0 0-1 0 0,0 0 1 0 0,1 0 0 0 0,-1 0 0 0 0,1 0 0 0 0,-1 0 0 0 0,1-1 0 0 0,0 1-1 0 0,0 0 1 0 0,0 0 0 0 0,0-3 0 0 0,0 3 0 0 0,0 1-1 0 0,0-1 1 0 0,0 1 0 0 0,0-1 0 0 0,0 1-1 0 0,1-1 1 0 0,-1 1 0 0 0,1-1 0 0 0,-1 1-1 0 0,1-1 1 0 0,-1 1 0 0 0,1 0 0 0 0,0-1-1 0 0,1-1 1 0 0,23-19 655 0 0,-11 9-281 0 0,0 1 0 0 0,2 0 0 0 0,31-18 0 0 0,8-10 215 0 0,-25 17-493 0 0,-28 22-150 0 0,-1 0 0 0 0,0 0 0 0 0,0 0 0 0 0,0 1 0 0 0,1-1 0 0 0,-1 0 0 0 0,0 1 0 0 0,1-1 0 0 0,-1 1 0 0 0,1 0 0 0 0,-1-1 1 0 0,0 1-1 0 0,1 0 0 0 0,-1 0 0 0 0,3 0 0 0 0,3 0 24 0 0,-2-4 25 0 0,-5 5-57 0 0,0 1-1 0 0,0-1 0 0 0,0 0 0 0 0,0 1 0 0 0,1-1 0 0 0,-1 1 0 0 0,1-1 1 0 0,-1 0-1 0 0,1 1 0 0 0,-1-1 0 0 0,1 0 0 0 0,0 0 0 0 0,-1 1 0 0 0,1-1 0 0 0,0 0 1 0 0,0 0-1 0 0,0 0 0 0 0,0 0 0 0 0,2 2 0 0 0,9 10-4 0 0,8 43 164 0 0,-5-11-97 0 0,-10-37-126 0 0,-1 1 0 0 0,0-1 0 0 0,-1 1 1 0 0,0-1-1 0 0,0 1 0 0 0,-1 0 0 0 0,0 0 0 0 0,0 0 0 0 0,-1 1 0 0 0,0 15 0 0 0,-1 70-2240 0 0,1-93 2096 0 0,0-1 0 0 0,0 0-1 0 0,0 0 1 0 0,0 1-1 0 0,0-1 1 0 0,1 0-1 0 0,-1 0 1 0 0,0 0 0 0 0,0-1-1 0 0,1 1 1 0 0,-1 0-1 0 0,1 0 1 0 0,-1-1-1 0 0,1 1 1 0 0,-1-1 0 0 0,3 1-1 0 0,-3 0-257 0 0,4-1-3279 0 0,-5-12 388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0 400 0 0,'13'3'309'0'0,"-4"0"1764"0"0,-14-2 794 0 0,-7 1-1459 0 0,7 6 3071 0 0,5-6-4366 0 0,-1 0 0 0 0,1 0-1 0 0,0 0 1 0 0,0 0-1 0 0,0 1 1 0 0,1-1 0 0 0,-1 0-1 0 0,1 0 1 0 0,-1 0-1 0 0,1 0 1 0 0,0 0-1 0 0,-1 0 1 0 0,2 2 0 0 0,25 26 514 0 0,51 45 1 0 0,-12-12-283 0 0,-46-45-573 0 0,0-1 0 0 0,2 0-1 0 0,-1-2 1 0 0,2-1-1 0 0,0-1 1 0 0,1 0-1 0 0,40 14 1 0 0,-59-26-521 0 0,0 1 0 0 0,0-1 0 0 0,0 0 0 0 0,0 0 0 0 0,1 0 0 0 0,9 0 1 0 0,-31-1-3294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7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91 477 4322 0 0,'-30'0'3922'0'0,"0"-6"-1761"0"0,0-1-1281 0 0,30 1-480 0 0,0-8-160 0 0,0 3 1 0 0,30-8-81 0 0,0-14 400 0 0,30-25 240 0 0,31-5-159 0 0,30-6-802 0 0,-31 11-1119 0 0,-29 14-401 0 0,-1-8-560 0 0,24 15-2641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14 1201 0 0,'0'1'10511'0'0,"5"-3"-9937"0"0,14-2-232 0 0,-12 2-322 0 0,1 0-1 0 0,-1 0 1 0 0,0 1 0 0 0,1 0-1 0 0,-1 1 1 0 0,1 0-1 0 0,9 1 1 0 0,-14-1-25 0 0,-1 1 1 0 0,1 0-1 0 0,-1 0 0 0 0,1 0 1 0 0,-1 0-1 0 0,0 1 0 0 0,1-1 1 0 0,-1 0-1 0 0,0 1 0 0 0,0 0 1 0 0,0-1-1 0 0,0 1 0 0 0,0 0 1 0 0,0 0-1 0 0,-1 0 0 0 0,1 0 1 0 0,-1 1-1 0 0,1-1 0 0 0,-1 0 1 0 0,0 1-1 0 0,0-1 0 0 0,0 1 1 0 0,0-1-1 0 0,0 1 0 0 0,-1-1 1 0 0,2 6-1 0 0,0 8 33 0 0,0-1-1 0 0,0 1 1 0 0,-1 0 0 0 0,-3 20-1 0 0,2-27 1 0 0,-1 0-1 0 0,0 0 1 0 0,-1 0-1 0 0,0 0 1 0 0,0 0-1 0 0,-1 0 1 0 0,0-1-1 0 0,-1 0 0 0 0,0 1 1 0 0,-5 8-1 0 0,-17 13 147 0 0,-54 50-1 0 0,46-48-240 0 0,25-22 25 0 0,-1-1-1 0 0,1 0 0 0 0,-2-1 0 0 0,1 0 0 0 0,-1 0 0 0 0,0-1 1 0 0,-1-1-1 0 0,1 0 0 0 0,-1 0 0 0 0,-1-1 0 0 0,1-1 1 0 0,-1 0-1 0 0,1-1 0 0 0,-1 0 0 0 0,0-1 0 0 0,0 0 0 0 0,0-1 1 0 0,-16-1-1 0 0,14-7 43 0 0,-4-6-4 0 0,17 12 1 0 0,0 0 0 0 0,-1 0 0 0 0,1-1 0 0 0,0 1 0 0 0,0-1 0 0 0,0 1 0 0 0,0-1 0 0 0,0 0 1 0 0,0 0-1 0 0,1 0 0 0 0,-1 0 0 0 0,0 0 0 0 0,1 0 0 0 0,0 0 0 0 0,-1 0 0 0 0,1-1 0 0 0,0 1 0 0 0,0 0 0 0 0,1-1 0 0 0,-1 1 0 0 0,0-1 0 0 0,1 1 1 0 0,-1-1-1 0 0,1 1 0 0 0,0-4 0 0 0,0 5 1 0 0,0 0 1 0 0,0 0-1 0 0,0 0 0 0 0,0 0 1 0 0,0 0-1 0 0,0 0 1 0 0,1 0-1 0 0,-1 0 0 0 0,0 0 1 0 0,1 1-1 0 0,-1-1 1 0 0,0 0-1 0 0,1 0 1 0 0,-1 0-1 0 0,1 1 0 0 0,-1-1 1 0 0,1 0-1 0 0,0 0 1 0 0,-1 1-1 0 0,1-1 0 0 0,0 1 1 0 0,-1-1-1 0 0,1 0 1 0 0,0 1-1 0 0,0-1 1 0 0,0 1-1 0 0,-1 0 0 0 0,2-1 1 0 0,-1 1 6 0 0,0-1-1 0 0,0 1 1 0 0,0-1 0 0 0,0 1 0 0 0,0-1 0 0 0,0 1-1 0 0,-1-1 1 0 0,1 0 0 0 0,0 1 0 0 0,0-1 0 0 0,-1 0-1 0 0,1 0 1 0 0,0 1 0 0 0,-1-1 0 0 0,1 0 0 0 0,-1 0-1 0 0,1 0 1 0 0,-1 0 0 0 0,0 0 0 0 0,1 0 0 0 0,-1 0-1 0 0,0 0 1 0 0,1 0 0 0 0,-1 0 0 0 0,0 0 0 0 0,0 0-1 0 0,0 0 1 0 0,0-1 0 0 0,1 0 24 0 0,0-1 0 0 0,0 1 0 0 0,0 0 0 0 0,0-1 0 0 0,1 1 0 0 0,-1 0 0 0 0,1 0 0 0 0,0 0 0 0 0,-1 0 0 0 0,1 0 0 0 0,0 1 0 0 0,0-1 0 0 0,0 1 0 0 0,0-1 0 0 0,0 1 0 0 0,1-1 0 0 0,-1 1 0 0 0,0 0 0 0 0,3-1 0 0 0,1-1 14 0 0,0 1 0 0 0,0-1 0 0 0,0 1 0 0 0,0 0 0 0 0,0 0 0 0 0,12-1-1 0 0,-7 3-42 0 0,0 1 0 0 0,1 0 0 0 0,-1 1-1 0 0,0 0 1 0 0,0 1 0 0 0,0 0 0 0 0,0 1-1 0 0,0 0 1 0 0,19 11 0 0 0,-3 2-160 0 0,-1 1 0 0 0,29 26 0 0 0,-52-42 149 0 0,22 16-69 0 0,-15-62-520 0 0,50-76-4243 0 0,-10 34-1720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212 205 720 0 0,'-4'-22'7531'0'0,"-10"17"-5126"0"0,7 4-2309 0 0,7 1-32 0 0,-1 0 0 0 0,1-1 0 0 0,0 1 0 0 0,-1 0 0 0 0,1 0 0 0 0,-1-1 0 0 0,1 1 0 0 0,0 0 0 0 0,-1-1 0 0 0,1 1 0 0 0,0-1 0 0 0,0 1 0 0 0,-1 0 0 0 0,1-1 0 0 0,0 1 0 0 0,0-1 0 0 0,0 1 0 0 0,-1-1 0 0 0,1 1 0 0 0,0-1 0 0 0,0 1 0 0 0,0-1 0 0 0,0 1 0 0 0,0-1 0 0 0,0 1 0 0 0,0-1 0 0 0,0 0 0 0 0,-4-11 318 0 0,-3 8-259 0 0,6 4-110 0 0,0 0 0 0 0,0-1 0 0 0,0 1-1 0 0,0 0 1 0 0,0-1 0 0 0,0 1 0 0 0,0-1-1 0 0,0 1 1 0 0,1-1 0 0 0,-1 0 0 0 0,0 1 0 0 0,0-1-1 0 0,1 0 1 0 0,-1 0 0 0 0,1 1 0 0 0,-1-1-1 0 0,0 0 1 0 0,1 0 0 0 0,-1 0 0 0 0,1 0-1 0 0,0 0 1 0 0,-1 0 0 0 0,1 0 0 0 0,0 0-1 0 0,-1 1 1 0 0,1-1 0 0 0,0 0 0 0 0,0-2-1 0 0,0 2-5 0 0,0 0-1 0 0,0-1 1 0 0,0 1-1 0 0,0 0 1 0 0,-1-1-1 0 0,1 1 1 0 0,0 0-1 0 0,-1-1 1 0 0,1 1-1 0 0,-1 0 0 0 0,1 0 1 0 0,-1-1-1 0 0,0 1 1 0 0,0 0-1 0 0,1 0 1 0 0,-1 0-1 0 0,0 0 1 0 0,0 0-1 0 0,0 0 0 0 0,0 0 1 0 0,0 0-1 0 0,-2 0 1 0 0,2 0-2 0 0,0 0 0 0 0,0 0 0 0 0,0 0 0 0 0,0 0 1 0 0,0 0-1 0 0,0 0 0 0 0,0 0 0 0 0,0 0 0 0 0,0 0 0 0 0,0 0 0 0 0,1-1 1 0 0,-1 1-1 0 0,0 0 0 0 0,1 0 0 0 0,-1-1 0 0 0,1 1 0 0 0,0 0 1 0 0,-1-1-1 0 0,1 1 0 0 0,0-1 0 0 0,0 1 0 0 0,0-3 0 0 0,0 3 2 0 0,0-1 0 0 0,-1 0-1 0 0,1 0 1 0 0,0 0-1 0 0,-1 0 1 0 0,1 1 0 0 0,-1-1-1 0 0,1 0 1 0 0,-1 0 0 0 0,0 1-1 0 0,0-1 1 0 0,0 1 0 0 0,0-1-1 0 0,0 1 1 0 0,0-1 0 0 0,0 1-1 0 0,-2-2 1 0 0,1 1 4 0 0,1 1 0 0 0,-1-1 0 0 0,1 0 0 0 0,0 0 1 0 0,-1 1-1 0 0,1-1 0 0 0,0 0 0 0 0,0 0 0 0 0,0 0 0 0 0,1 0 0 0 0,-1 0 1 0 0,0 0-1 0 0,1 0 0 0 0,-1 0 0 0 0,1 0 0 0 0,0 0 0 0 0,0-4 0 0 0,-9 23 64 0 0,6-14-82 0 0,1 0 1 0 0,0 0 0 0 0,0 0 0 0 0,0 1-1 0 0,0-1 1 0 0,1 1 0 0 0,-1-1 0 0 0,1 1-1 0 0,0-1 1 0 0,0 1 0 0 0,0 0 0 0 0,0 0-1 0 0,0 6 1 0 0,1-4 1 0 0,0 1 0 0 0,-1-1 0 0 0,0 0 0 0 0,-1 1 0 0 0,1-1 0 0 0,-1 0 0 0 0,0 0 0 0 0,-1 0 0 0 0,0 0 1 0 0,-6 10-1 0 0,8-15 6 0 0,0 1 6 0 0,1 1 0 0 0,-1-1 1 0 0,0 0-1 0 0,1 1 0 0 0,-1-1 0 0 0,1 1 1 0 0,0-1-1 0 0,0 0 0 0 0,0 1 1 0 0,0-1-1 0 0,0 4 0 0 0,1-4-2 0 0,-1 0-1 0 0,0 0 1 0 0,0 0-1 0 0,0-1 1 0 0,0 1-1 0 0,0 0 1 0 0,0 0-1 0 0,-1 0 1 0 0,1 0 0 0 0,-1 0-1 0 0,1 0 1 0 0,-1 0-1 0 0,0 0 1 0 0,1-1-1 0 0,-3 4 1 0 0,-5 4 19 0 0,6-8 14 0 0,1 1 0 0 0,-1 0 1 0 0,1-1-1 0 0,-1 1 0 0 0,1 0 0 0 0,0 0 0 0 0,0-1 0 0 0,0 1 0 0 0,0 0 0 0 0,0 0 1 0 0,0 0-1 0 0,1 0 0 0 0,-1 0 0 0 0,1 1 0 0 0,-1-1 0 0 0,1 0 0 0 0,0 0 1 0 0,0 0-1 0 0,0 4 0 0 0,5-6 29 0 0,15 2-32 0 0,0 1 1 0 0,28 7-1 0 0,5 0 19 0 0,73 3-41 0 0,-116-13-13 0 0,0 0 0 0 0,0 0 0 0 0,0-1 0 0 0,13-2 0 0 0,4-1 0 0 0,3 0 9 0 0,-27 1 17 0 0,0-1 19 0 0,15-3 34 0 0,-18 7-76 0 0,0 0-1 0 0,1 0 1 0 0,-1-1 0 0 0,0 1 0 0 0,1 0-1 0 0,-1 0 1 0 0,1 0 0 0 0,-1 0 0 0 0,0-1-1 0 0,1 1 1 0 0,-1 0 0 0 0,0 0-1 0 0,1-1 1 0 0,-1 1 0 0 0,0 0 0 0 0,0 0-1 0 0,1-1 1 0 0,-1 1 0 0 0,0 0 0 0 0,0-1-1 0 0,1 1 1 0 0,-1 0 0 0 0,0-1 0 0 0,0 1-1 0 0,0-1 1 0 0,0 1 0 0 0,0 0-1 0 0,0-1 1 0 0,0 1 0 0 0,0-1 0 0 0,1 1-1 0 0,-1 0 1 0 0,0-1 0 0 0,-1 1 0 0 0,1-1-1 0 0,0 1 1 0 0,0 0 0 0 0,0-1-1 0 0,0 1 1 0 0,0-1 0 0 0,0 1 0 0 0,0 0-1 0 0,-1-1 1 0 0,1 1 0 0 0,0 0 0 0 0,0-1-1 0 0,0 1 1 0 0,-1 0 0 0 0,1-1 0 0 0,0 1-1 0 0,0 0 1 0 0,-1 0 0 0 0,1-1-1 0 0,0 1 1 0 0,-1 0 0 0 0,1 0 0 0 0,0-1-1 0 0,-1 1 1 0 0,-1-1 8 0 0,0 0 0 0 0,0 0 0 0 0,0 0 0 0 0,0-1-1 0 0,1 1 1 0 0,-1 0 0 0 0,1-1 0 0 0,-1 1 0 0 0,1-1 0 0 0,-1 0 0 0 0,-1-2-1 0 0,0-33 100 0 0,2 36-107 0 0,1 1 1 0 0,0 0-1 0 0,0-1 0 0 0,0 1 1 0 0,-1 0-1 0 0,1-1 0 0 0,0 1 0 0 0,0-1 1 0 0,0 1-1 0 0,0 0 0 0 0,0-1 0 0 0,0 1 1 0 0,0-1-1 0 0,0 1 0 0 0,0 0 1 0 0,0-1-1 0 0,0 1 0 0 0,0-1 0 0 0,0 1 1 0 0,0 0-1 0 0,1-1 0 0 0,-1 1 0 0 0,0-1 1 0 0,0 1-1 0 0,0 0 0 0 0,1-1 1 0 0,-1 1-1 0 0,0 0 0 0 0,0-1 0 0 0,1 1 1 0 0,-1 0-1 0 0,0 0 0 0 0,0-1 0 0 0,1 1 1 0 0,-1 0-1 0 0,0 0 0 0 0,1-1 1 0 0,-1 1-1 0 0,1 0 0 0 0,13 15 207 0 0,8 13 49 0 0,7 1 176 0 0,-1 3 0 0 0,-2 0 0 0 0,-1 2 0 0 0,38 68 0 0 0,-60-96-405 0 0,5 8 20 0 0,0 1 1 0 0,-1 0-1 0 0,0 1 0 0 0,-1-1 1 0 0,-1 1-1 0 0,0 1 0 0 0,-2-1 1 0 0,0 1-1 0 0,2 32 0 0 0,-7-30-1091 0 0,-4-18-328 0 0,-10-29-2067 0 0,5 7 732 0 0,-9 1-658 0 0,19 18 3065 0 0,0 1 1 0 0,0-1-1 0 0,1 0 0 0 0,-1 0 0 0 0,1 0 0 0 0,-1 1 1 0 0,1-1-1 0 0,0 0 0 0 0,0 0 0 0 0,0 0 0 0 0,0-3 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42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0 1 1121 0 0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4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2801 0 0,'31'-19'2561'0'0,"-1"5"-560"0"0,-30 1-720 0 0,0-4-1361 0 0,0-16-1921 0 0,0 0-480 0 0,0 2 240 0 0,0 12 560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0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1761 0 0,'0'0'7350'0'0,"0"-21"-3615"0"0,0 19-3713 0 0,0 0 0 0 0,0-1 0 0 0,1 1 1 0 0,-1 0-1 0 0,1 0 0 0 0,0 0 0 0 0,-1 0 0 0 0,1 0 0 0 0,0 1 1 0 0,0-1-1 0 0,0 0 0 0 0,1 0 0 0 0,1-2 0 0 0,10-18 15 0 0,-3-33-24 0 0,-10 53-13 0 0,30-99 0 0 0,-28 93 0 0 0,2 1 0 0 0,-1-1 0 0 0,1 0 0 0 0,0 1 0 0 0,0 0 0 0 0,1 0 0 0 0,0 0 0 0 0,0 0 0 0 0,9-7 0 0 0,-1 1 0 0 0,-13 12 0 0 0,1 0-1 0 0,0 0 0 0 0,-1 0 0 0 0,1 1 1 0 0,0-1-1 0 0,0 0 0 0 0,-1 1 1 0 0,1-1-1 0 0,0 0 0 0 0,0 1 0 0 0,0-1 1 0 0,0 1-1 0 0,0-1 0 0 0,0 1 1 0 0,0 0-1 0 0,0-1 0 0 0,0 1 0 0 0,1 0 1 0 0,3-2-54 0 0,0-4 41 0 0,-4 6 13 0 0,0 0 0 0 0,0-1 0 0 0,0 1 0 0 0,0 0 0 0 0,0 0 0 0 0,0 0 0 0 0,-1 0 0 0 0,1 0 0 0 0,0 0 0 0 0,0 0 0 0 0,0 0 0 0 0,0 0 0 0 0,0 0 0 0 0,0 0 0 0 0,0 0 0 0 0,0 1 0 0 0,-1-1 0 0 0,1 0 0 0 0,0 1 0 0 0,0-1 0 0 0,0 0 0 0 0,-1 1 0 0 0,1-1 0 0 0,0 1 0 0 0,0-1 0 0 0,-1 1 0 0 0,1 0 0 0 0,1 1 0 0 0,-2-1 2 0 0,1-1 1 0 0,0 1-1 0 0,0 0 1 0 0,-1 0-1 0 0,1 0 1 0 0,0 0-1 0 0,0-1 1 0 0,0 1-1 0 0,0 0 1 0 0,0-1-1 0 0,0 1 1 0 0,0-1-1 0 0,0 1 1 0 0,1-1-1 0 0,-1 1 0 0 0,0-1 1 0 0,0 0-1 0 0,0 0 1 0 0,2 1-1 0 0,1 0 29 0 0,36 30 240 0 0,-38-29-245 0 0,1 0 1 0 0,-1 0-1 0 0,0 0 0 0 0,0 0 1 0 0,0 0-1 0 0,-1 1 1 0 0,1-1-1 0 0,0 1 0 0 0,-1-1 1 0 0,1 1-1 0 0,-1-1 1 0 0,0 1-1 0 0,1 4 0 0 0,-2-6-14 0 0,0 1-1 0 0,0-1 1 0 0,0 0-1 0 0,1 0 1 0 0,-1 0-1 0 0,0 1 1 0 0,1-1-1 0 0,-1 0 1 0 0,0 0-1 0 0,1 0 1 0 0,-1 0-1 0 0,1 0 1 0 0,0 0-1 0 0,-1 0 1 0 0,1 0-1 0 0,0 0 1 0 0,0 0-1 0 0,0 0 1 0 0,-1 0-1 0 0,2 1 1 0 0,7 9 80 0 0,-6 0 55 0 0,-1 0 0 0 0,0 1 0 0 0,-1-1 0 0 0,0 1 1 0 0,0 0-1 0 0,-2-1 0 0 0,-2 19 0 0 0,1 11 477 0 0,1-15-498 0 0,3 26 118 0 0,-2-50-240 0 0,0-1 0 0 0,0 0 0 0 0,1 1 0 0 0,-1-1 0 0 0,0 0 0 0 0,1 1 0 0 0,-1-1 0 0 0,1 0 0 0 0,0 0-1 0 0,-1 0 1 0 0,1 1 0 0 0,0-1 0 0 0,0 0 0 0 0,0 0 0 0 0,0 0 0 0 0,0 0 0 0 0,0 0 0 0 0,0 0 0 0 0,0-1 0 0 0,0 1-1 0 0,0 0 1 0 0,0 0 0 0 0,0-1 0 0 0,1 1 0 0 0,-1-1 0 0 0,0 1 0 0 0,2 0 0 0 0,3-7-496 0 0,-1 0-43 0 0,1 4 406 0 0,-5 2 109 0 0,-1 0 0 0 0,1 0 0 0 0,0 0 0 0 0,0-1 0 0 0,0 1 0 0 0,-1 0 0 0 0,1 0 0 0 0,0-1 1 0 0,0 1-1 0 0,-1 0 0 0 0,1-1 0 0 0,0 1 0 0 0,0 0 0 0 0,-1-1 0 0 0,1 1 0 0 0,-1-1 0 0 0,1 0 0 0 0,0 1 0 0 0,-1-1 0 0 0,1 1 0 0 0,-1-1 0 0 0,1 0 0 0 0,-1 1 0 0 0,0-1 0 0 0,1 0 0 0 0,-1 0 0 0 0,0 1 0 0 0,1-1 0 0 0,-1 0 0 0 0,0 0 0 0 0,0 1 1 0 0,1-1-1 0 0,-1 0 0 0 0,0-1 0 0 0,1-3-178 0 0,1 0 0 0 0,0 1 1 0 0,0-1-1 0 0,0 0 0 0 0,0 1 1 0 0,1 0-1 0 0,0-1 0 0 0,0 1 1 0 0,0 0-1 0 0,1 1 0 0 0,-1-1 1 0 0,1 0-1 0 0,5-3 0 0 0,8-10-1250 0 0,7-11-2807 0 0,43-38 0 0 0,-37 45 2614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08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152 135 1521 0 0,'5'7'6742'0'0,"20"-2"-5361"0"0,-25-6-732 0 0,0 1-629 0 0,0-1 1 0 0,0 1-1 0 0,0 0 0 0 0,0 0 0 0 0,0 0 0 0 0,0 0 1 0 0,0-1-1 0 0,0 1 0 0 0,0 0 0 0 0,0 0 0 0 0,0 0 1 0 0,0 0-1 0 0,0-1 0 0 0,0 1 0 0 0,0 0 0 0 0,0 0 1 0 0,0 0-1 0 0,0 0 0 0 0,0-1 0 0 0,0 1 1 0 0,0 0-1 0 0,0 0 0 0 0,0 0 0 0 0,0 0 0 0 0,0-1 1 0 0,0 1-1 0 0,1 0 0 0 0,-1 0 0 0 0,0 0 0 0 0,0 0 1 0 0,0 0-1 0 0,0 0 0 0 0,0 0 0 0 0,0-1 1 0 0,1 1-1 0 0,-1 0 0 0 0,0 0 0 0 0,0 0 0 0 0,0 0 1 0 0,0 0-1 0 0,0 0 0 0 0,1 0 0 0 0,-1 0 0 0 0,0 0 1 0 0,0 0-1 0 0,0 0 0 0 0,0 0 0 0 0,1 0 1 0 0,-1 0-1 0 0,0 0 0 0 0,0 0 0 0 0,0 0 0 0 0,0 0 1 0 0,1 0-1 0 0,-1 0 0 0 0,0 0 0 0 0,20-4 234 0 0,-15 3 52 0 0,-10 1 1 0 0,-10 0 75 0 0,0 1 0 0 0,0 0 0 0 0,0 1 0 0 0,0 0 0 0 0,0 1-1 0 0,0 1 1 0 0,-26 11 0 0 0,37-13-329 0 0,-1 1 1 0 0,1 1-1 0 0,0-1 0 0 0,0 1 1 0 0,0 0-1 0 0,0 0 0 0 0,1 0 1 0 0,-1 0-1 0 0,1 0 0 0 0,-3 6 1 0 0,-4 5-14 0 0,9-13-35 0 0,0 0 0 0 0,0 0 1 0 0,1 0-1 0 0,-1 0 0 0 0,1 0 0 0 0,-1 0 0 0 0,1 0 1 0 0,0 0-1 0 0,0 0 0 0 0,0 1 0 0 0,0-1 1 0 0,0 0-1 0 0,0 0 0 0 0,0 0 0 0 0,1 0 0 0 0,-1 0 1 0 0,1 0-1 0 0,0 0 0 0 0,-1 0 0 0 0,1 0 0 0 0,0 0 1 0 0,0 0-1 0 0,0 0 0 0 0,0 0 0 0 0,1 0 1 0 0,-1-1-1 0 0,3 3 0 0 0,-2-1 11 0 0,0 0 0 0 0,0 0 0 0 0,-1-1 0 0 0,1 1 0 0 0,-1 0 0 0 0,0 0 1 0 0,0 0-1 0 0,0 1 0 0 0,1 4 0 0 0,-1-6-15 0 0,-1 0 0 0 0,1-1 1 0 0,0 1-1 0 0,-1 0 0 0 0,1-1 1 0 0,0 1-1 0 0,0-1 1 0 0,0 1-1 0 0,0-1 0 0 0,1 0 1 0 0,-1 1-1 0 0,0-1 0 0 0,0 0 1 0 0,1 0-1 0 0,-1 0 0 0 0,1 0 1 0 0,-1 0-1 0 0,1 0 0 0 0,-1 0 1 0 0,1 0-1 0 0,2 0 0 0 0,44 18-10 0 0,-33-14 2 0 0,9 5-8 0 0,-3 0-23 0 0,0-2 1 0 0,0 0-1 0 0,1-2 1 0 0,0 0-1 0 0,28 3 1 0 0,-6-5 97 0 0,30-4-52 0 0,-59-1-45 0 0,-1-1 1 0 0,1 0-1 0 0,15-5 0 0 0,13-12-177 0 0,-38 16 195 0 0,0 0 0 0 0,-1 0 0 0 0,1-1 0 0 0,-1 0 1 0 0,0 0-1 0 0,0 0 0 0 0,-1 0 0 0 0,1-1 0 0 0,-1 0 0 0 0,0 1 1 0 0,0-1-1 0 0,0 0 0 0 0,-1 0 0 0 0,0-1 0 0 0,0 1 1 0 0,0 0-1 0 0,0-1 0 0 0,-1 1 0 0 0,0-1 0 0 0,0 0 1 0 0,-1 1-1 0 0,0-1 0 0 0,0 0 0 0 0,0 1 0 0 0,0-1 1 0 0,-1 1-1 0 0,0-1 0 0 0,-2-6 0 0 0,1 2 25 0 0,-2-1-1 0 0,1 0 1 0 0,-1 1 0 0 0,-1 0-1 0 0,0 0 1 0 0,0 0-1 0 0,-1 0 1 0 0,0 1 0 0 0,-1 0-1 0 0,0 1 1 0 0,0-1-1 0 0,-1 1 1 0 0,-10-8 0 0 0,-10-6 227 0 0,-55-30 0 0 0,73 46-229 0 0,0 1 0 0 0,0 0 0 0 0,-1 1 0 0 0,0 0 0 0 0,0 1 0 0 0,0 0 0 0 0,0 1 0 0 0,0 0 1 0 0,-13 0-1 0 0,23 2-107 0 0,1 1 0 0 0,-1-1 1 0 0,1 1-1 0 0,-1 0 0 0 0,1-1 1 0 0,-1 1-1 0 0,1 0 0 0 0,0-1 1 0 0,-1 1-1 0 0,1 0 1 0 0,0-1-1 0 0,0 1 0 0 0,0 0 1 0 0,-1-1-1 0 0,1 1 0 0 0,0 0 1 0 0,0 0-1 0 0,0-1 0 0 0,0 1 1 0 0,0 0-1 0 0,0 0 1 0 0,0-1-1 0 0,1 1 0 0 0,-1 0 1 0 0,0 0-1 0 0,0-1 0 0 0,1 1 1 0 0,-1 0-1 0 0,0-1 0 0 0,1 1 1 0 0,-1 0-1 0 0,0-1 0 0 0,1 1 1 0 0,-1 0-1 0 0,2 0 1 0 0,5 4-614 0 0,0-1 0 0 0,0 1 0 0 0,0-1 1 0 0,1-1-1 0 0,0 0 0 0 0,0 0 1 0 0,0 0-1 0 0,12 1 0 0 0,15 7-2260 0 0,-4-4 828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09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147 206 400 0 0,'-44'13'3705'0'0,"28"-9"-2042"0"0,1 0 0 0 0,-1 1 0 0 0,1 1-1 0 0,-25 13 1 0 0,40-19-1647 0 0,0 0 0 0 0,0 0 0 0 0,0 0 0 0 0,1 0 0 0 0,-1 0 0 0 0,0 0 0 0 0,0 0 0 0 0,0 0 0 0 0,0 0 1 0 0,0 1-1 0 0,0-1 0 0 0,0 0 0 0 0,1 0 0 0 0,-1 0 0 0 0,0 0 0 0 0,0 0 0 0 0,0 0 0 0 0,0 0 0 0 0,0 1 0 0 0,0-1 0 0 0,0 0 0 0 0,0 0 0 0 0,0 0 0 0 0,0 0 0 0 0,0 0 0 0 0,0 0 0 0 0,0 1 0 0 0,0-1 1 0 0,0 0-1 0 0,0 0 0 0 0,0 0 0 0 0,0 0 0 0 0,0 0 0 0 0,0 1 0 0 0,0-1 0 0 0,0 0 0 0 0,0 0 0 0 0,0 0 0 0 0,0 0 0 0 0,0 0 0 0 0,0 0 0 0 0,0 1 0 0 0,0-1 0 0 0,0 0 0 0 0,0 0 0 0 0,0 0 0 0 0,-1 0 1 0 0,1 0-1 0 0,0 0 0 0 0,0 0 0 0 0,0 0 0 0 0,0 1 0 0 0,0-1 0 0 0,0 0 0 0 0,0 0 0 0 0,-1 0 0 0 0,1 0 0 0 0,0 0 0 0 0,12 1-48 0 0,1 0-1 0 0,0-1 1 0 0,-1 0 0 0 0,1-1-1 0 0,-1-1 1 0 0,1 0-1 0 0,12-3 1 0 0,84-28 72 0 0,-100 29-48 0 0,1 0 26 0 0,0 0 1 0 0,0-1-1 0 0,-1 0 0 0 0,0-1 0 0 0,0 0 0 0 0,10-9 0 0 0,1-1 82 0 0,-12 9-1 0 0,0 0 0 0 0,-1-1 0 0 0,0 1 0 0 0,0-2 0 0 0,-1 1 0 0 0,6-10 0 0 0,-12 17-85 0 0,2-4 63 0 0,-1 0 1 0 0,1 0-1 0 0,-1 0 1 0 0,0 1-1 0 0,-1-1 0 0 0,1 0 1 0 0,-1 0-1 0 0,0 0 0 0 0,-1 0 1 0 0,1 0-1 0 0,-1 0 1 0 0,0 0-1 0 0,0 0 0 0 0,-3-7 1 0 0,-11 1 334 0 0,7 17 499 0 0,6 38 723 0 0,2-25-1603 0 0,3 27 939 0 0,16 78 1 0 0,-16-102-818 0 0,3 11 42 0 0,-5-22-140 0 0,1 1 1 0 0,0 0 0 0 0,1-1-1 0 0,0 1 1 0 0,1-1 0 0 0,0 0 0 0 0,7 12-1 0 0,-4-8-243 0 0,1 0 0 0 0,0 0 0 0 0,2-1 0 0 0,0 0 0 0 0,0-1 0 0 0,1 0 0 0 0,1-1 0 0 0,0 0-1 0 0,15 11 1 0 0,-26-22-99 0 0,0 0 0 0 0,0 0 0 0 0,0-1 0 0 0,1 1 0 0 0,-1 0 0 0 0,0-1-1 0 0,0 1 1 0 0,0-1 0 0 0,1 1 0 0 0,-1-1 0 0 0,0 0 0 0 0,0 1 0 0 0,1-1-1 0 0,-1 0 1 0 0,0 0 0 0 0,1 0 0 0 0,-1 0 0 0 0,0 0 0 0 0,1 0-1 0 0,-1-1 1 0 0,0 1 0 0 0,3-1 0 0 0,-1 0-632 0 0,23-10-6071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1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169 287 2081 0 0,'-96'11'8380'0'0,"51"-5"-6702"0"0,21-3-1111 0 0,21-1-512 0 0,15-1-237 0 0,97-4 1516 0 0,-77 0-951 0 0,0-1 1 0 0,-1-1-1 0 0,41-13 1 0 0,134-48 817 0 0,-157 55-1137 0 0,0 2 0 0 0,0 2 0 0 0,1 3-1 0 0,64 1 1 0 0,-59 2-50 0 0,-12 0 23 0 0,323-3 265 0 0,-280 8-130 0 0,1 3-1 0 0,100 22 1 0 0,-42 12 79 0 0,-53-14-102 0 0,-39-13-61 0 0,-18-3-7 0 0,0-2 0 0 0,0-1 0 0 0,1-2 0 0 0,0-2 0 0 0,71 1 0 0 0,193-25 92 0 0,-195 14-143 0 0,0 3 0 0 0,0 6 0 0 0,154 23 0 0 0,-204-24-83 0 0,241 16 119 0 0,-274-18-66 0 0,-1-1 0 0 0,1 0 0 0 0,39-9 0 0 0,-36 8 14 0 0,181-15 306 0 0,-187 14-203 0 0,-12 0-101 0 0,33 1 91 0 0,551-16 3276 0 0,-198-20-1977 0 0,-310 27-1129 0 0,43-6 271 0 0,173-1 1 0 0,-283 19-470 0 0,0 0 1 0 0,-1 1 0 0 0,26 7-1 0 0,-9-2-10 0 0,93 18 18 0 0,10 3 36 0 0,178 14 0 0 0,-153-43-55 0 0,288-41-1 0 0,-433 40-55 0 0,457-89 26 0 0,-311 55-129 0 0,20-7 171 0 0,-130 31 93 0 0,-43 8 102 0 0,-9 0-398 0 0,-18-1-740 0 0,5 1 387 0 0,-71-21-3739 0 0,-126-36-5617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1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183 120 1281 0 0,'21'0'712'0'0,"-8"1"186"0"0,0-1 0 0 0,1-1 0 0 0,-1 0 0 0 0,24-5 0 0 0,-16 4 638 0 0,-8 3-44 0 0,-13 4-1026 0 0,0-9-278 0 0,0 3 452 0 0,0 0-423 0 0,0 1-212 0 0,0 0-1 0 0,0 0 0 0 0,0-1 1 0 0,0 1-1 0 0,0 0 0 0 0,0 0 1 0 0,0 0-1 0 0,0 0 1 0 0,0-1-1 0 0,0 1 0 0 0,0 0 1 0 0,0 0-1 0 0,0 0 1 0 0,0 0-1 0 0,0-1 0 0 0,0 1 1 0 0,0 0-1 0 0,0 0 0 0 0,0 0 1 0 0,0 0-1 0 0,0-1 1 0 0,0 1-1 0 0,0 0 0 0 0,0 0 1 0 0,0 0-1 0 0,0 0 0 0 0,-1-1 1 0 0,1 1-1 0 0,0 0 1 0 0,0 0-1 0 0,0 0 0 0 0,0 0 1 0 0,0 0-1 0 0,0 0 0 0 0,-1 0 1 0 0,1-1-1 0 0,0 1 1 0 0,0 0-1 0 0,0 0 0 0 0,0 0 1 0 0,-1 0-1 0 0,1 0 1 0 0,0 0-1 0 0,0 0 0 0 0,0 0 1 0 0,0 0-1 0 0,-1 0 0 0 0,1 0 1 0 0,0 0-1 0 0,0 0 1 0 0,0 0-1 0 0,0 0 0 0 0,-1 0 1 0 0,1 0-1 0 0,0 0 0 0 0,0 0 1 0 0,-20-4 102 0 0,-11-5 306 0 0,-209-2 2362 0 0,215 18-2602 0 0,24-7-169 0 0,1 1-1 0 0,-1-1 0 0 0,1 0 1 0 0,0 1-1 0 0,-1-1 1 0 0,1 1-1 0 0,-1-1 1 0 0,1 0-1 0 0,0 1 1 0 0,-1-1-1 0 0,1 1 1 0 0,0-1-1 0 0,0 1 0 0 0,-1-1 1 0 0,1 1-1 0 0,0-1 1 0 0,0 1-1 0 0,0-1 1 0 0,0 1-1 0 0,0 0 1 0 0,-1-1-1 0 0,1 1 1 0 0,0-1-1 0 0,0 1 1 0 0,0-1-1 0 0,1 2 0 0 0,0 7 37 0 0,-1 108 454 0 0,0-116-492 0 0,0 0-1 0 0,0 0 1 0 0,0 0-1 0 0,1 0 1 0 0,-1 0-1 0 0,0 0 1 0 0,1 0-1 0 0,-1 0 1 0 0,1 0-1 0 0,-1 0 1 0 0,1 0-1 0 0,-1 0 1 0 0,1-1-1 0 0,-1 1 1 0 0,1 0-1 0 0,0 0 1 0 0,0-1-1 0 0,-1 1 1 0 0,1 0 0 0 0,0-1-1 0 0,0 1 1 0 0,1 0-1 0 0,-1 0 1 0 0,0-1 0 0 0,1 1 0 0 0,-1 0 0 0 0,0 0-1 0 0,0 0 1 0 0,0 0 0 0 0,0 0 0 0 0,0 0 0 0 0,0 0 0 0 0,-1 0 0 0 0,1 0 0 0 0,0 0-1 0 0,-1 1 1 0 0,1-1 0 0 0,0 0 0 0 0,-1 0 0 0 0,1 1 0 0 0,-1-1 0 0 0,0 0 0 0 0,1 1-1 0 0,-1-1 1 0 0,0 1 0 0 0,0 1 0 0 0,0-3-2 0 0,0 1 0 0 0,0-1 0 0 0,0 1 0 0 0,0-1 0 0 0,0 1 0 0 0,0-1 0 0 0,0 1 0 0 0,0 0 0 0 0,0-1 0 0 0,0 1 0 0 0,0-1 0 0 0,0 1 0 0 0,0-1 0 0 0,1 1 0 0 0,-1-1 0 0 0,0 1 0 0 0,0-1 0 0 0,1 0 0 0 0,-1 1 0 0 0,0-1 0 0 0,1 1 0 0 0,-1-1 0 0 0,0 1 0 0 0,1-1 0 0 0,-1 0 0 0 0,1 1 0 0 0,-1-1 0 0 0,0 0 0 0 0,1 0 0 0 0,-1 1 0 0 0,1-1 0 0 0,-1 0 0 0 0,1 0 0 0 0,-1 0 0 0 0,1 1 0 0 0,-1-1 0 0 0,1 0 0 0 0,0 0 0 0 0,-1 0 0 0 0,1 0 0 0 0,-1 0 0 0 0,1 0 0 0 0,-1 0 0 0 0,1 0 0 0 0,-1 0 0 0 0,2-1 0 0 0,-2 1 0 0 0,1 0 0 0 0,-1 0 0 0 0,1 0 0 0 0,-1 0 0 0 0,0 0 0 0 0,1 0 0 0 0,-1 0 0 0 0,1 0 0 0 0,-1 0 0 0 0,1 0 0 0 0,-1 0 0 0 0,1 0 0 0 0,-1 0 0 0 0,1 0 0 0 0,-1 0 0 0 0,1 1 0 0 0,-1-1 0 0 0,1 0 0 0 0,-1 0 0 0 0,0 1 0 0 0,1-1 0 0 0,-1 0 0 0 0,0 0 0 0 0,1 1 0 0 0,-1-1 0 0 0,1 0 0 0 0,-1 1 0 0 0,0-1 0 0 0,0 1 0 0 0,1-1 0 0 0,-1 0 0 0 0,0 1 0 0 0,0-1 0 0 0,1 1 0 0 0,-1-1 0 0 0,0 1 0 0 0,0-1 0 0 0,0 0 0 0 0,0 1 0 0 0,0-1 0 0 0,0 1 0 0 0,0-1 0 0 0,0 1 0 0 0,0-1 0 0 0,0 1 0 0 0,0 0 0 0 0,1 1 3 0 0,-1 0 0 0 0,1 0 0 0 0,0 0 0 0 0,0 0 0 0 0,0-1 1 0 0,0 1-1 0 0,0 0 0 0 0,1-1 0 0 0,-1 1 0 0 0,0 0 0 0 0,1-1 0 0 0,-1 0 0 0 0,1 1 0 0 0,-1-1 0 0 0,1 0 0 0 0,0 0 1 0 0,0 0-1 0 0,0 0 0 0 0,-1 0 0 0 0,4 1 0 0 0,-3-1 1 0 0,0 0 0 0 0,0-1 0 0 0,-1 1-1 0 0,1 0 1 0 0,0 0 0 0 0,-1 0 0 0 0,1 1 0 0 0,0-1 0 0 0,-1 0 0 0 0,0 1 0 0 0,1-1 0 0 0,-1 1 0 0 0,0-1-1 0 0,1 1 1 0 0,-1-1 0 0 0,0 1 0 0 0,0 0 0 0 0,-1 0 0 0 0,1 0 0 0 0,1 1 0 0 0,-2-1-3 0 0,1-1-1 0 0,-1 1 1 0 0,1-1 0 0 0,0 0 0 0 0,0 0-1 0 0,0 1 1 0 0,0-1 0 0 0,0 0 0 0 0,0 0-1 0 0,0 0 1 0 0,0 0 0 0 0,0 0 0 0 0,1 0-1 0 0,-1-1 1 0 0,0 1 0 0 0,1 0 0 0 0,-1 0-1 0 0,0-1 1 0 0,3 1 0 0 0,8 6-3 0 0,-3-1 2 0 0,0 0 0 0 0,1-1 0 0 0,0 0 0 0 0,0 0 0 0 0,1-1 0 0 0,-1-1 0 0 0,1 0 0 0 0,0 0 0 0 0,12 1 0 0 0,38 8 0 0 0,-47-8 0 0 0,1-1 0 0 0,-1 0 0 0 0,1-1 0 0 0,0 0 0 0 0,0-2 0 0 0,0 0 0 0 0,28-3 0 0 0,-33 3 12 0 0,0-1 1 0 0,0 0-1 0 0,0-1 0 0 0,0 0 0 0 0,0 0 1 0 0,-1-1-1 0 0,1 0 0 0 0,-1-1 0 0 0,1 0 0 0 0,-1 0 1 0 0,10-7-1 0 0,0-4 43 0 0,-13 11-35 0 0,0 0 0 0 0,0 0-1 0 0,-1-1 1 0 0,1 0 0 0 0,6-9-1 0 0,-5 5-19 0 0,-5 8 0 0 0,0-1 0 0 0,0 0 0 0 0,-1 0 0 0 0,1-1 0 0 0,-1 1 0 0 0,0 0 0 0 0,0 0 0 0 0,1-1 0 0 0,-1 1 0 0 0,-1 0 0 0 0,1-1 0 0 0,0 1 0 0 0,-1-1 0 0 0,1 1 0 0 0,-1-1 0 0 0,0 0 0 0 0,0 1 0 0 0,0-5 0 0 0,0 3 4 0 0,-1 1 0 0 0,1-1 0 0 0,0 0 0 0 0,0 1-1 0 0,0-1 1 0 0,1 0 0 0 0,-1 1 0 0 0,1-1 0 0 0,0 0-1 0 0,0 1 1 0 0,0-1 0 0 0,0 1 0 0 0,1 0 0 0 0,-1-1-1 0 0,1 1 1 0 0,0 0 0 0 0,0 0 0 0 0,0 0 0 0 0,1 0 0 0 0,3-4-1 0 0,-4 4-3 0 0,-1-1 0 0 0,0 1 0 0 0,0-1 0 0 0,0 1 0 0 0,0-1 0 0 0,0 1 0 0 0,-1-1 0 0 0,0 0 0 0 0,1 1 0 0 0,-1-1 0 0 0,-1 0 0 0 0,1 1 0 0 0,-2-7 0 0 0,1-4 0 0 0,1 13 0 0 0,0 0 0 0 0,0 0 0 0 0,0 1 0 0 0,0-1 0 0 0,0 0 0 0 0,0 0 0 0 0,-1 1 0 0 0,1-1-1 0 0,0 0 1 0 0,0 0 0 0 0,-1 1 0 0 0,1-1 0 0 0,-1 0 0 0 0,1 1 0 0 0,-1-1 0 0 0,1 0 0 0 0,-1 1 0 0 0,1-1-1 0 0,-1 1 1 0 0,1-1 0 0 0,-1 1 0 0 0,0-1 0 0 0,1 1 0 0 0,-1-1 0 0 0,0 1 0 0 0,1 0 0 0 0,-1-1 0 0 0,0 1-1 0 0,0 0 1 0 0,1 0 0 0 0,-1-1 0 0 0,-1 1 0 0 0,1 0 1 0 0,1 0-1 0 0,-1 0 1 0 0,0 0-1 0 0,1 0 1 0 0,-1-1-1 0 0,0 1 1 0 0,1 0-1 0 0,-1 0 1 0 0,1-1-1 0 0,-1 1 1 0 0,1 0-1 0 0,-1-1 1 0 0,1 1-1 0 0,-1 0 1 0 0,1-1-1 0 0,-1 1 1 0 0,1-1-1 0 0,-1 1 1 0 0,1-1-1 0 0,0 1 1 0 0,-1-1-1 0 0,1 1 1 0 0,0-1-1 0 0,-1 1 1 0 0,1-1 0 0 0,0 1-1 0 0,0-1 1 0 0,0 0-1 0 0,-1 1 1 0 0,1-1-1 0 0,0-1 1 0 0,-1 1 4 0 0,0-1 0 0 0,0 1 0 0 0,0-1 0 0 0,-1 1 0 0 0,1-1 0 0 0,-1 1 0 0 0,1 0 0 0 0,-1-1 0 0 0,1 1 0 0 0,-1 0 0 0 0,1 0 0 0 0,-1 0 1 0 0,0 1-1 0 0,-2-2 0 0 0,-7-5 79 0 0,-6-1-11 0 0,1 1 1 0 0,-1 0-1 0 0,-1 1 0 0 0,1 0 1 0 0,-21-2-1 0 0,-20-8 220 0 0,2 1 272 0 0,-110-17-1 0 0,133 29-669 0 0,0 1 0 0 0,-61 4 0 0 0,75-1-637 0 0,-10 3 541 0 0,20 6-2659 0 0,6 8-4048 0 0,3 0 1892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17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303 119 1121 0 0,'-1'1'138'0'0,"0"0"0"0"0,0 0 1 0 0,0 0-1 0 0,0-1 0 0 0,0 1 1 0 0,0 0-1 0 0,0-1 1 0 0,0 1-1 0 0,0 0 0 0 0,0-1 1 0 0,0 1-1 0 0,0-1 0 0 0,0 0 1 0 0,-1 1-1 0 0,1-1 1 0 0,0 0-1 0 0,0 0 0 0 0,0 1 1 0 0,-1-1-1 0 0,-1-1 0 0 0,2 2 65 0 0,-4-1 1637 0 0,5 19-349 0 0,0-13-1163 0 0,0-10 121 0 0,0 3-302 0 0,0 9 880 0 0,-5-9-934 0 0,-24-1-10 0 0,-9-2 135 0 0,-5 3 282 0 0,38 1-20 0 0,0 0-400 0 0,-51 7 240 0 0,55-7-305 0 0,0 0 0 0 0,-1 0 0 0 0,1 0-1 0 0,0 1 1 0 0,-1-1 0 0 0,1 0 0 0 0,0 0 0 0 0,0 1 0 0 0,-1-1-1 0 0,1 1 1 0 0,0-1 0 0 0,0 1 0 0 0,0-1 0 0 0,-1 1-1 0 0,1 0 1 0 0,0 0 0 0 0,0-1 0 0 0,0 1 0 0 0,0 0 0 0 0,0 0-1 0 0,1 0 1 0 0,-1 0 0 0 0,0 0 0 0 0,0 0 0 0 0,1 0 0 0 0,-2 2-1 0 0,-3 0 53 0 0,4-3-60 0 0,0 0-2 0 0,0 0 0 0 0,-1 0 0 0 0,1 0-1 0 0,0 0 1 0 0,-1 0 0 0 0,1 1 0 0 0,-1-1 0 0 0,1 0-1 0 0,0 1 1 0 0,-1-1 0 0 0,1 1 0 0 0,0 0 0 0 0,0-1-1 0 0,0 1 1 0 0,-1 0 0 0 0,1 0 0 0 0,-1 1-1 0 0,2-1 477 0 0,-5-1-415 0 0,-15 0-39 0 0,15 0 427 0 0,10 0-361 0 0,4 0-38 0 0,0-1 1 0 0,0-1-1 0 0,-1 1 1 0 0,1-1-1 0 0,0-1 0 0 0,-1 1 1 0 0,1-2-1 0 0,-1 1 1 0 0,0-1-1 0 0,0 0 0 0 0,0-1 1 0 0,10-8-1 0 0,33-20 105 0 0,-36 17-72 0 0,-14 15-79 0 0,1 0-1 0 0,0-1 0 0 0,-1 1 0 0 0,1-1 0 0 0,-1 1 0 0 0,0-1 0 0 0,1 0 1 0 0,-1 1-1 0 0,0-1 0 0 0,0 0 0 0 0,0 0 0 0 0,0 0 0 0 0,-1 0 1 0 0,1 0-1 0 0,0 0 0 0 0,0-4 0 0 0,-1 5-7 0 0,0 0 0 0 0,0 0-1 0 0,0 0 1 0 0,0 0 0 0 0,0 0 0 0 0,0 0 0 0 0,0 0-1 0 0,1 0 1 0 0,-1 0 0 0 0,0 0 0 0 0,1 0 0 0 0,-1 0-1 0 0,1 0 1 0 0,-1 0 0 0 0,1 1 0 0 0,-1-1 0 0 0,1 0-1 0 0,0 0 1 0 0,-1 0 0 0 0,1 1 0 0 0,0-1-1 0 0,-1 0 1 0 0,1 1 0 0 0,0-1 0 0 0,0 0 0 0 0,1 0-1 0 0,0 0-3 0 0,-1 1-1 0 0,0-1 0 0 0,0 0 0 0 0,0 0 1 0 0,0 0-1 0 0,0 0 0 0 0,0 0 0 0 0,0 0 1 0 0,0 0-1 0 0,0 0 0 0 0,0 0 0 0 0,-1-1 1 0 0,1 1-1 0 0,0 0 0 0 0,-1-1 0 0 0,1 1 1 0 0,-1 0-1 0 0,1-1 0 0 0,-1 1 0 0 0,0 0 1 0 0,0-1-1 0 0,1 1 0 0 0,-1-1 0 0 0,0 1 1 0 0,0 0-1 0 0,-1-3 0 0 0,1 0-66 0 0,0 6 30 0 0,0 6 30 0 0,5-1 63 0 0,2-5-26 0 0,-6-2-21 0 0,0 0 1 0 0,0 1-1 0 0,-1-1 1 0 0,1 0-1 0 0,0 0 1 0 0,0 1-1 0 0,0-1 1 0 0,0 1-1 0 0,0-1 1 0 0,-1 1-1 0 0,1-1 1 0 0,0 1-1 0 0,-1-1 1 0 0,1 1-1 0 0,0 0 1 0 0,-1-1-1 0 0,1 1 1 0 0,0 0-1 0 0,-1-1 1 0 0,1 1-1 0 0,-1 0 1 0 0,0 0-1 0 0,1 0 0 0 0,-1 0 1 0 0,0-1-1 0 0,1 1 1 0 0,-1 0-1 0 0,0 0 1 0 0,0 0-1 0 0,0 0 1 0 0,1 0-1 0 0,-1 0 1 0 0,0 0-1 0 0,-1 1 1 0 0,2 2 31 0 0,-1 1 0 0 0,0-1 0 0 0,1 1 0 0 0,0-1 0 0 0,0 0 0 0 0,1 0 0 0 0,-1 1 0 0 0,1-1 0 0 0,3 6 0 0 0,6 19 155 0 0,-6 0 15 0 0,-2 0 0 0 0,-1 0 0 0 0,-1 0-1 0 0,-4 34 1 0 0,1 4 234 0 0,2 190 932 0 0,0-257-1396 0 0,0 0 0 0 0,0 1 0 0 0,0-1 0 0 0,0 0 0 0 0,0 1-1 0 0,0-1 1 0 0,0 0 0 0 0,0 1 0 0 0,0-1 0 0 0,0 0 0 0 0,1 0 0 0 0,-1 1 0 0 0,0-1 0 0 0,0 0-1 0 0,0 0 1 0 0,1 1 0 0 0,-1-1 0 0 0,0 0 0 0 0,0 0 0 0 0,1 0 0 0 0,-1 1 0 0 0,0-1 0 0 0,0 0 0 0 0,1 0-1 0 0,-1 0 1 0 0,0 0 0 0 0,0 0 0 0 0,1 1 0 0 0,-1-1 0 0 0,0 0 0 0 0,1 0 0 0 0,-1 0 0 0 0,0 0-1 0 0,1 0 1 0 0,-1 0 0 0 0,0 0 0 0 0,1 0 0 0 0,-1 0 0 0 0,0 0 0 0 0,1 0 0 0 0,-1 0 0 0 0,0-1 0 0 0,0 1-1 0 0,1 0 1 0 0,-1 0 0 0 0,0 0 0 0 0,1 0 0 0 0,-1 0 0 0 0,0-1 0 0 0,0 1 0 0 0,1 0 0 0 0,-1 0 0 0 0,0-1-1 0 0,18-9-1384 0 0,17-27-3369 0 0,20-37-3374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1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92 204 1521 0 0,'-4'-6'2877'0'0,"-18"0"-1951"0"0,12 5 9597 0 0,-10 1-10123 0 0,15 0-26 0 0,5-1-341 0 0,0 0 0 0 0,0 1 0 0 0,0-1 0 0 0,0 0 0 0 0,0 0 0 0 0,0 0-1 0 0,-1 1 1 0 0,1-1 0 0 0,0 0 0 0 0,-1 1 0 0 0,1-1 0 0 0,0 0 0 0 0,-1 1 0 0 0,1-1 0 0 0,-1 0 0 0 0,1 1 0 0 0,-1-1 0 0 0,1 1 0 0 0,-1-1 0 0 0,1 1 0 0 0,-1-1 0 0 0,0 1-1 0 0,1-1 1 0 0,-1 1 0 0 0,0 0 0 0 0,1-1 0 0 0,-1 1 0 0 0,-1-1 0 0 0,1 1-31 0 0,0 0-1 0 0,0-1 1 0 0,0 1-1 0 0,0-1 1 0 0,0 0-1 0 0,0 1 1 0 0,0-1-1 0 0,0 0 1 0 0,1 1-1 0 0,-1-1 1 0 0,0 0-1 0 0,0 0 1 0 0,1 0-1 0 0,-1 0 1 0 0,0 0-1 0 0,1 0 1 0 0,-1 0-1 0 0,1 0 1 0 0,-1 0-1 0 0,1 0 1 0 0,0 0-1 0 0,-1 0 1 0 0,1 0-1 0 0,0 0 1 0 0,0 0-1 0 0,0-1 1 0 0,0 1-1 0 0,0 0 1 0 0,0-1-1 0 0,0-79-27 0 0,0 80 23 0 0,0 1 0 0 0,0-1 0 0 0,0 0 0 0 0,0 0 0 0 0,0 0 0 0 0,1 1 0 0 0,-1-1 0 0 0,0 0 0 0 0,0 0 0 0 0,1 1 0 0 0,-1-1 0 0 0,0 0 0 0 0,1 1 0 0 0,-1-1 0 0 0,1 0 0 0 0,-1 1 0 0 0,1-1 0 0 0,-1 1 1 0 0,1-1-1 0 0,-1 0 0 0 0,1 1 0 0 0,0-1 0 0 0,-1 1 0 0 0,1 0 0 0 0,0-1 0 0 0,-1 1 0 0 0,1 0 0 0 0,0-1 0 0 0,-1 1 0 0 0,1 0 0 0 0,0 0 0 0 0,0-1 0 0 0,1 1 0 0 0,-2 0-1 0 0,1 0 1 0 0,0 0-1 0 0,-1 0 0 0 0,1 0 0 0 0,-1 0 0 0 0,1-1 0 0 0,-1 1 1 0 0,1 0-1 0 0,0 0 0 0 0,-1-1 0 0 0,1 1 0 0 0,-1 0 0 0 0,1-1 1 0 0,-1 1-1 0 0,1 0 0 0 0,-1-1 0 0 0,0 1 0 0 0,1-1 1 0 0,-1 1-1 0 0,1-1 0 0 0,-1 1 0 0 0,0-1 0 0 0,1 1 0 0 0,-1-1 1 0 0,0 1-1 0 0,0-1 0 0 0,0 1 0 0 0,1-1 0 0 0,-1 0 0 0 0,0 1 1 0 0,0-1-1 0 0,0 0 0 0 0,0 0 1 0 0,0 1-1 0 0,1-1 1 0 0,-1 1 0 0 0,0-1 0 0 0,0 1-1 0 0,1-1 1 0 0,-1 1 0 0 0,0-1 0 0 0,0 1-1 0 0,1-1 1 0 0,-1 1 0 0 0,0-1 0 0 0,1 1-1 0 0,-1 0 1 0 0,1-1 0 0 0,-1 1 0 0 0,1 0-1 0 0,-1-1 1 0 0,1 1 0 0 0,-1 0 0 0 0,1 0-1 0 0,-1-1 1 0 0,1 1 0 0 0,-1 0-1 0 0,1 0 1 0 0,-1 0 0 0 0,1 0 0 0 0,-1 0-1 0 0,1-1 1 0 0,-1 1 0 0 0,1 0 0 0 0,0 0-1 0 0,-1 1 1 0 0,2-1 0 0 0,-2 0-3 0 0,1 0 0 0 0,-1 0 0 0 0,1 0 0 0 0,-1 0 0 0 0,1 0 1 0 0,-1 0-1 0 0,1 0 0 0 0,-1 0 0 0 0,1 0 0 0 0,-1 0 0 0 0,1 0 0 0 0,0-1 0 0 0,-1 1 0 0 0,0 0 1 0 0,1 0-1 0 0,-1 0 0 0 0,1-1 0 0 0,-1 1 0 0 0,1 0 0 0 0,-1-1 0 0 0,1 1 0 0 0,-1 0 0 0 0,0-1 1 0 0,1 1-1 0 0,-1-1 0 0 0,0 1 0 0 0,1 0 0 0 0,-1-1 0 0 0,0 1 0 0 0,0-1 0 0 0,1 1 0 0 0,-1-1 1 0 0,0 1-1 0 0,0-1 0 0 0,3-1-28 0 0,-1 1 0 0 0,0 0 0 0 0,1-1 0 0 0,-1 1 0 0 0,1 0 0 0 0,0 0 0 0 0,-1 1 0 0 0,1-1 0 0 0,-1 1 0 0 0,1-1 0 0 0,0 1 0 0 0,0 0 0 0 0,4 0 0 0 0,38-2-197 0 0,45 7-36 0 0,-73-4 249 0 0,0 0-1 0 0,0 1 1 0 0,-1 1 0 0 0,1 0-1 0 0,-1 2 1 0 0,0-1 0 0 0,19 10-1 0 0,-35-14 19 0 0,10 14 0 0 0,-3-11 6 0 0,-6-3-4 0 0,0 0 0 0 0,0 1 0 0 0,0-1 1 0 0,0 0-1 0 0,-1 1 0 0 0,1-1 0 0 0,0 1 0 0 0,0-1 1 0 0,0 1-1 0 0,0 0 0 0 0,0-1 0 0 0,-1 1 0 0 0,1 0 0 0 0,0 0 1 0 0,-1-1-1 0 0,1 1 0 0 0,0 0 0 0 0,-1 0 0 0 0,1 0 1 0 0,-1 0-1 0 0,1 0 0 0 0,-1 0 0 0 0,0 0 0 0 0,1 0 0 0 0,-1 0 1 0 0,0 0-1 0 0,1 1 0 0 0,-1-1 1 0 0,0 0 0 0 0,0 0 0 0 0,0 0 0 0 0,0 0 0 0 0,1 0-1 0 0,-1 0 1 0 0,0 0 0 0 0,1 0 0 0 0,-1 0 0 0 0,0 0 0 0 0,1 0 0 0 0,0 0 0 0 0,-1 0 0 0 0,1-1 0 0 0,-1 1-1 0 0,1 0 1 0 0,0 0 0 0 0,0 0 0 0 0,-1-1 0 0 0,1 1 0 0 0,0-1 0 0 0,0 1 0 0 0,1 0 0 0 0,-1 0 1 0 0,0 0 1 0 0,1-1 0 0 0,-1 1-1 0 0,0 0 1 0 0,0 0 0 0 0,0 0-1 0 0,0 0 1 0 0,0 0 0 0 0,-1 0-1 0 0,1 0 1 0 0,0 0 0 0 0,0 0 0 0 0,-1 1-1 0 0,1-1 1 0 0,0 0 0 0 0,-1 0-1 0 0,0 1 1 0 0,1-1 0 0 0,-1 0-1 0 0,0 1 1 0 0,1-1 0 0 0,-1 0-1 0 0,0 1 1 0 0,0 1 0 0 0,0 0 12 0 0,1 1-1 0 0,-1-1 1 0 0,0 1 0 0 0,0 0 0 0 0,0-1 0 0 0,-1 1-1 0 0,1-1 1 0 0,-1 1 0 0 0,0-1 0 0 0,0 1 0 0 0,0-1 0 0 0,0 1-1 0 0,-1-1 1 0 0,0 0 0 0 0,1 0 0 0 0,-1 1 0 0 0,0-2-1 0 0,0 1 1 0 0,-1 0 0 0 0,1 0 0 0 0,-1-1 0 0 0,-3 4 0 0 0,1 0 29 0 0,1 0 1 0 0,0 0 0 0 0,0 0-1 0 0,1 0 1 0 0,-5 11 0 0 0,6-12 8 0 0,-1 1 0 0 0,0 0 0 0 0,0-1 0 0 0,0 0 0 0 0,0 1 0 0 0,-1-1 0 0 0,-8 8 0 0 0,-16 16 284 0 0,23-24-240 0 0,0 1-1 0 0,-1-1 1 0 0,1 0 0 0 0,-1 0-1 0 0,0-1 1 0 0,0 1 0 0 0,0-1-1 0 0,-11 5 1 0 0,12-7-112 0 0,1 0-1 0 0,0 0 1 0 0,-1 0 0 0 0,0-1-1 0 0,1 1 1 0 0,-1-1 0 0 0,0 0-1 0 0,0-1 1 0 0,0 1 0 0 0,0-1-1 0 0,1 0 1 0 0,-1 0 0 0 0,0 0-1 0 0,0-1 1 0 0,0 0 0 0 0,0 0-1 0 0,1 0 1 0 0,-1 0 0 0 0,0-1-1 0 0,1 0 1 0 0,-1 0 0 0 0,1 0-1 0 0,0 0 1 0 0,0-1 0 0 0,0 0-1 0 0,0 0 1 0 0,0 0 0 0 0,0 0-1 0 0,1 0 1 0 0,-1-1 0 0 0,-3-6-1 0 0,6 9 10 0 0,0 0-1 0 0,1-1 0 0 0,-1 1 1 0 0,0-1-1 0 0,1 1 0 0 0,-1 0 1 0 0,1-1-1 0 0,0 1 0 0 0,0-1 1 0 0,-1 0-1 0 0,1 1 0 0 0,0-1 0 0 0,1-2 1 0 0,-6-21-24 0 0,-1 17-1 0 0,-14-27 1 0 0,19 33 25 0 0,1 1 0 0 0,-1 0-1 0 0,1-1 1 0 0,-1 1 0 0 0,1 0 0 0 0,0-1 0 0 0,0 1-1 0 0,0 0 1 0 0,-1-1 0 0 0,1 1 0 0 0,0 0 0 0 0,0-1-1 0 0,1 1 1 0 0,-1 0 0 0 0,0-1 0 0 0,0 1-1 0 0,1 0 1 0 0,-1-1 0 0 0,1 1 0 0 0,-1 0 0 0 0,1-1-1 0 0,0 1 1 0 0,-1 0 0 0 0,1 0 0 0 0,0 0 0 0 0,0 0-1 0 0,1-1 1 0 0,-1 1-6 0 0,0 0 0 0 0,0 0 0 0 0,1 0 0 0 0,-1 1 0 0 0,0-1 0 0 0,1 0 0 0 0,-1 1 0 0 0,0-1 0 0 0,1 1 0 0 0,-1 0 0 0 0,1-1 0 0 0,-1 1 0 0 0,1 0 0 0 0,-1 0 0 0 0,1 0 0 0 0,-1 0 0 0 0,1 0-1 0 0,-1 0 1 0 0,1 0 0 0 0,-1 1 0 0 0,1-1 0 0 0,-1 0 0 0 0,0 1 0 0 0,1 0 0 0 0,-1-1 0 0 0,3 2 0 0 0,46 34 80 0 0,77 86 600 0 0,-80-74-78 0 0,1-1-1 0 0,3-3 1 0 0,58 38-1 0 0,-107-80-591 0 0,0-1 1 0 0,0 0-1 0 0,0 1 0 0 0,0-1 0 0 0,1 0 0 0 0,-1-1 1 0 0,1 1-1 0 0,-1 0 0 0 0,1-1 0 0 0,4 1 0 0 0,-3-1-113 0 0,0-1-1 0 0,0 0 0 0 0,1 0 0 0 0,-1-1 0 0 0,0 1 1 0 0,0-1-1 0 0,0 0 0 0 0,3-3 0 0 0,-6 5 49 0 0,0 0-1 0 0,0 0 0 0 0,0-1 1 0 0,0 1-1 0 0,0-1 0 0 0,0 1 1 0 0,0-1-1 0 0,-1 1 0 0 0,1-1 1 0 0,0 0-1 0 0,0 1 0 0 0,-1-1 1 0 0,1 0-1 0 0,0 1 0 0 0,-1-1 1 0 0,1 0-1 0 0,-1 0 0 0 0,1 0 1 0 0,-1 0-1 0 0,1 0 0 0 0,-1 1 1 0 0,0-1-1 0 0,1 0 0 0 0,-1 0 1 0 0,0 0-1 0 0,0 0 0 0 0,1 0 1 0 0,-1 0-1 0 0,0 0 0 0 0,0 0 1 0 0,0 0-1 0 0,-1 0 0 0 0,1 0 1 0 0,0 0-1 0 0,0 0 0 0 0,0 0 1 0 0,-1 0-1 0 0,1 0 1 0 0,-1-1-1 0 0,-6-7-628 0 0,4 5-7 0 0,0 0-1 0 0,0 0 1 0 0,0 0-1 0 0,0 0 1 0 0,1 0-1 0 0,0-1 1 0 0,-2-6 0 0 0,-21-34-5490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2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91 166 1441 0 0,'-22'-9'4758'0'0,"9"7"422"0"0,1 3-3975 0 0,-16-1 1757 0 0,27 0-2919 0 0,0-1 1 0 0,0 1-1 0 0,1 0 1 0 0,-1-1-1 0 0,0 1 1 0 0,0 0-1 0 0,1-1 1 0 0,-1 1-1 0 0,0-1 1 0 0,1 1-1 0 0,-1-1 1 0 0,0 1-1 0 0,1-1 1 0 0,-1 1-1 0 0,1-1 1 0 0,-1 0-1 0 0,1 1 1 0 0,-1-1-1 0 0,1 0 1 0 0,0 1-1 0 0,-1-1 1 0 0,1 0-1 0 0,0 0 1 0 0,0 1-1 0 0,-1-1 1 0 0,1 0-1 0 0,0 0 1 0 0,0 0-1 0 0,0 1 1 0 0,0-1-1 0 0,0 0 1 0 0,0-1-1 0 0,0 2-39 0 0,0 0 1 0 0,0-1-1 0 0,0 1 0 0 0,0-1 0 0 0,0 1 0 0 0,1 0 1 0 0,-1-1-1 0 0,0 1 0 0 0,0 0 0 0 0,0-1 0 0 0,0 1 1 0 0,1 0-1 0 0,-1-1 0 0 0,0 1 0 0 0,0 0 0 0 0,1 0 1 0 0,-1-1-1 0 0,0 1 0 0 0,1 0 0 0 0,-1 0 0 0 0,0-1 1 0 0,1 1-1 0 0,-1 0 0 0 0,0 0 0 0 0,1 0 0 0 0,-1 0 1 0 0,0 0-1 0 0,1-1 0 0 0,-1 1 0 0 0,0 0 0 0 0,1 0 1 0 0,-1 0-1 0 0,1 0 0 0 0,-1 0 0 0 0,0 0 0 0 0,1 0 1 0 0,-1 0-1 0 0,0 0 0 0 0,1 0 0 0 0,-1 1 0 0 0,1-1 1 0 0,-1 0-1 0 0,1 0 0 0 0,-1 0 0 0 0,1 1 1 0 0,-1-1-1 0 0,1 0 0 0 0,-1 0 0 0 0,1 0 1 0 0,-1 0-1 0 0,1 0 0 0 0,0 0 1 0 0,-1 0-1 0 0,1 0 0 0 0,-1 0 1 0 0,1 0-1 0 0,-1 0 0 0 0,1 0 0 0 0,-1 0 1 0 0,1 0-1 0 0,-1-1 0 0 0,1 1 1 0 0,-1 0-1 0 0,1 0 0 0 0,-1-1 0 0 0,1 1 1 0 0,-1 0-1 0 0,1-1 0 0 0,-1 1 1 0 0,0 0-1 0 0,1-1 0 0 0,-1 1 1 0 0,1-1-1 0 0,-1 1 0 0 0,0 0 0 0 0,0-1 1 0 0,1 1-1 0 0,-1-1 0 0 0,0 1 1 0 0,0-1-1 0 0,1 1 0 0 0,-1-1 1 0 0,0 1-1 0 0,0-1 0 0 0,0 1 0 0 0,0-1 1 0 0,0 0-1 0 0,0 1 0 0 0,0-1 1 0 0,0 0-1 0 0,0 1-1 0 0,0-1 0 0 0,0 0 0 0 0,0 1 0 0 0,0-1 0 0 0,1 0 0 0 0,-1 1 0 0 0,0-1 0 0 0,0 1 0 0 0,1-1 0 0 0,-1 0 0 0 0,0 1 1 0 0,0-1-1 0 0,1 1 0 0 0,-1-1 0 0 0,1 1 0 0 0,-1-1 0 0 0,0 1 0 0 0,1-1 0 0 0,-1 1 0 0 0,1 0 0 0 0,-1-1 0 0 0,1 1 0 0 0,0 0 0 0 0,-1-1 0 0 0,1 1 0 0 0,-1 0 0 0 0,1 0 0 0 0,-1-1 0 0 0,1 1 0 0 0,0 0 0 0 0,-1 0 0 0 0,1 0 0 0 0,0 0 1 0 0,-1 0-1 0 0,2 0 0 0 0,-1 0 2 0 0,-1 0 1 0 0,1 0-1 0 0,-1 0 1 0 0,1 0-1 0 0,-1 0 0 0 0,1 0 1 0 0,-1 0-1 0 0,1-1 1 0 0,0 1-1 0 0,-1 0 1 0 0,1 0-1 0 0,-1 0 1 0 0,1-1-1 0 0,-1 1 1 0 0,1 0-1 0 0,-1-1 1 0 0,0 1-1 0 0,1 0 1 0 0,-1-1-1 0 0,1 1 1 0 0,-1 0-1 0 0,0-1 1 0 0,1 1-1 0 0,-1-1 1 0 0,0 1-1 0 0,1-1 0 0 0,-1 1 1 0 0,0-1-1 0 0,0 1 1 0 0,1-1-1 0 0,-1 1 1 0 0,0-1-1 0 0,0 1 1 0 0,0-1-1 0 0,0 0 1 0 0,1 0 2 0 0,-1-1 0 0 0,1 1 0 0 0,-1 0 0 0 0,1 0 0 0 0,0 0 0 0 0,0 0 0 0 0,-1 0 0 0 0,1 0 1 0 0,0 0-1 0 0,0 0 0 0 0,0 0 0 0 0,0 0 0 0 0,0 0 0 0 0,0 0 0 0 0,1 1 0 0 0,-1-1 0 0 0,0 0 0 0 0,2 0 0 0 0,14-10 92 0 0,-10 6-89 0 0,1 0-1 0 0,1 0 1 0 0,-1 1 0 0 0,1 0-1 0 0,-1 1 1 0 0,1 0-1 0 0,16-3 1 0 0,63-11-96 0 0,-72 14 46 0 0,1 1 0 0 0,1 1 0 0 0,19 1 0 0 0,5 0-32 0 0,-9 1 8 0 0,50 6 0 0 0,-74-6 73 0 0,-1 1-1 0 0,1-1 1 0 0,-1 1-1 0 0,0 1 0 0 0,1-1 1 0 0,-1 1-1 0 0,0 1 1 0 0,-1 0-1 0 0,1 0 0 0 0,-1 0 1 0 0,14 11-1 0 0,-20-14 3 0 0,0 0-1 0 0,-1 0 1 0 0,1 0-1 0 0,0 1 1 0 0,0-1-1 0 0,-1 0 1 0 0,1 0 0 0 0,-1 1-1 0 0,1-1 1 0 0,-1 0-1 0 0,0 1 1 0 0,1-1-1 0 0,-1 1 1 0 0,0-1-1 0 0,0 0 1 0 0,0 1 0 0 0,0-1-1 0 0,0 1 1 0 0,0-1-1 0 0,0 0 1 0 0,-1 1-1 0 0,1-1 1 0 0,-1 0-1 0 0,1 1 1 0 0,0-1 0 0 0,-1 0-1 0 0,0 1 1 0 0,1-1-1 0 0,-3 2 1 0 0,1 1 50 0 0,-1-1 1 0 0,1 0 0 0 0,-1 0 0 0 0,0 1-1 0 0,0-2 1 0 0,-1 1 0 0 0,1 0-1 0 0,0-1 1 0 0,-7 4 0 0 0,-26 10 464 0 0,0-2 0 0 0,-1-2 0 0 0,0-1 0 0 0,0-2-1 0 0,-1-2 1 0 0,0-1 0 0 0,-75 2 0 0 0,108-8-460 0 0,211-12-1285 0 0,-19 0-606 0 0,154 24-1510 0 0,-315-10 3107 0 0,37 6-129 0 0,-61-8 362 0 0,1 1 0 0 0,0 0 0 0 0,-1 0 0 0 0,1 0 0 0 0,0 0 0 0 0,-1 0 0 0 0,1 1 0 0 0,-1-1 0 0 0,0 1 0 0 0,0 0 0 0 0,1-1 0 0 0,-1 1 0 0 0,0 0 0 0 0,0 0 0 0 0,-1 1 0 0 0,4 2 0 0 0,-5-4 7 0 0,1 0 0 0 0,-1 1 0 0 0,0-1-1 0 0,1 0 1 0 0,-1 0 0 0 0,0 0-1 0 0,0 0 1 0 0,0 1 0 0 0,1-1 0 0 0,-1 0-1 0 0,-1 0 1 0 0,1 1 0 0 0,0-1 0 0 0,0 0-1 0 0,0 0 1 0 0,-1 0 0 0 0,1 0-1 0 0,0 1 1 0 0,-1-1 0 0 0,1 0 0 0 0,-1 0-1 0 0,1 0 1 0 0,-1 0 0 0 0,0 0-1 0 0,1 0 1 0 0,-1 0 0 0 0,0 0 0 0 0,0 0-1 0 0,0-1 1 0 0,-1 2 0 0 0,-39 27 678 0 0,30-22-336 0 0,-23 13 313 0 0,-1-1 1 0 0,0-2-1 0 0,-2-2 1 0 0,0-1-1 0 0,-1-2 1 0 0,0-1-1 0 0,0-2 1 0 0,-57 5-1 0 0,88-13-773 0 0,-41 1 106 0 0,46-3-129 0 0,0 1 0 0 0,-1 0 0 0 0,1-1 0 0 0,0 0 1 0 0,-1 1-1 0 0,1-1 0 0 0,0 0 0 0 0,0 0 0 0 0,-1 0 0 0 0,1-1 0 0 0,0 1 0 0 0,0 0 0 0 0,0-1 0 0 0,0 1 0 0 0,1-1 0 0 0,-1 0 0 0 0,0 1 1 0 0,-1-3-1 0 0,-9-10-1108 0 0,-16-17-1039 0 0,28 30 2116 0 0,-1 0 0 0 0,0 0 0 0 0,0 0 1 0 0,0 0-1 0 0,1-1 0 0 0,-1 1 0 0 0,1 0 0 0 0,-1-1 0 0 0,1 1 0 0 0,-1 0 1 0 0,1-1-1 0 0,0 1 0 0 0,0-1 0 0 0,-1 1 0 0 0,1-1 0 0 0,0 1 0 0 0,1 0 0 0 0,-1-1 1 0 0,0 1-1 0 0,0-1 0 0 0,0 1 0 0 0,1 0 0 0 0,0-3 0 0 0,4-4-1646 0 0,1 1 0 0 0,-1-1-1 0 0,1 1 1 0 0,1 0 0 0 0,9-8 0 0 0,-11 1-730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2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115 274 2161 0 0,'-5'2'592'0'0,"4"-1"-450"0"0,-1-1 0 0 0,1 0 0 0 0,0 1 0 0 0,0-1 0 0 0,0 1 0 0 0,0-1 0 0 0,1 1-1 0 0,-1 0 1 0 0,0-1 0 0 0,0 1 0 0 0,0 0 0 0 0,0 0 0 0 0,1-1 0 0 0,-1 1 0 0 0,0 0 0 0 0,1 0 0 0 0,-1 0 0 0 0,0 0 0 0 0,1 0-1 0 0,-1 0 1 0 0,1 0 0 0 0,0 0 0 0 0,-1 0 0 0 0,1 0 0 0 0,0 2 0 0 0,-1-2-21 0 0,1 0 0 0 0,-1 0 0 0 0,1-1 0 0 0,-1 1 0 0 0,0 0 0 0 0,1 0 0 0 0,-1-1 0 0 0,0 1 0 0 0,1 0 0 0 0,-1-1 0 0 0,0 1 0 0 0,0-1 0 0 0,0 1 0 0 0,0-1 0 0 0,1 1 0 0 0,-1-1 0 0 0,0 1 0 0 0,0-1 0 0 0,0 0 0 0 0,0 0 0 0 0,0 1 0 0 0,0-1 0 0 0,-2 0 0 0 0,-27 5 790 0 0,25-4-524 0 0,4-2-315 0 0,1 0 0 0 0,-1-1 0 0 0,0 1 0 0 0,1 0 0 0 0,-1 0 0 0 0,1-1 0 0 0,-1 1 0 0 0,1 0 0 0 0,0-1 0 0 0,-1 1 0 0 0,1 0 0 0 0,0-1 0 0 0,0 1 0 0 0,0 0 0 0 0,0-1 0 0 0,0 1 0 0 0,0 0 0 0 0,0-1 0 0 0,1-1 0 0 0,-1 0 182 0 0,-1-10 128 0 0,1 9-308 0 0,-1 0-1 0 0,0 0 1 0 0,1 0 0 0 0,0 0-1 0 0,0 0 1 0 0,0 0 0 0 0,1 0 0 0 0,-1 1-1 0 0,1-1 1 0 0,0 0 0 0 0,0 0 0 0 0,0 1-1 0 0,2-5 1 0 0,5 2 28 0 0,-7 5-85 0 0,0 0 0 0 0,1 0 0 0 0,-1 0 0 0 0,0 0 0 0 0,0 0 0 0 0,0 0 0 0 0,0 0 0 0 0,0 0 0 0 0,0 0 0 0 0,0-1 0 0 0,0 1 0 0 0,-1 0 0 0 0,1 0 0 0 0,0-1 0 0 0,-1 1 0 0 0,1-1 0 0 0,-1 1 0 0 0,1 0 0 0 0,-1-1 0 0 0,0 1 0 0 0,0-1 0 0 0,0-2 1 0 0,1 2 2 0 0,-1 0 1 0 0,0-1 0 0 0,0 1 0 0 0,1 0-1 0 0,-1 0 1 0 0,1 0 0 0 0,0 0 0 0 0,-1 0-1 0 0,1 0 1 0 0,0 1 0 0 0,0-1 0 0 0,1 0-1 0 0,-1 0 1 0 0,0 1 0 0 0,0-1 0 0 0,2-1-1 0 0,-1 1 0 0 0,-1 1 0 0 0,1-1 0 0 0,-1 0 1 0 0,0 1-1 0 0,0-1 0 0 0,1 0 0 0 0,-1 0 0 0 0,-1 0 0 0 0,1 0 0 0 0,0 0 0 0 0,0 0 0 0 0,-1 0 0 0 0,1 0 0 0 0,-1 0 0 0 0,0 0 0 0 0,1-3 0 0 0,-2 3-5 0 0,1 0 0 0 0,0 0 0 0 0,0-1-1 0 0,0 1 1 0 0,0 0 0 0 0,0 0 0 0 0,0-1 0 0 0,1 1-1 0 0,-1 0 1 0 0,1 0 0 0 0,0 0 0 0 0,0 0 0 0 0,-1 0-1 0 0,1 0 1 0 0,0 0 0 0 0,1 0 0 0 0,-1 0 0 0 0,0 0-1 0 0,0 0 1 0 0,1 1 0 0 0,-1-1 0 0 0,3-2 0 0 0,-1 2-9 0 0,-2 1 3 0 0,-1 0 0 0 0,1 0 1 0 0,0 0-1 0 0,-1 0 0 0 0,1 0 0 0 0,-1 0 1 0 0,1 0-1 0 0,-1 0 0 0 0,0 0 0 0 0,1 0 0 0 0,-1-1 1 0 0,0 1-1 0 0,0 0 0 0 0,0 0 0 0 0,1 0 1 0 0,-1 0-1 0 0,-1-1 0 0 0,1 1 0 0 0,0 0 0 0 0,0 0 1 0 0,0 0-1 0 0,-1 0 0 0 0,1-1 0 0 0,0 1 1 0 0,-1 0-1 0 0,1 0 0 0 0,-1 0 0 0 0,1 0 0 0 0,-1 0 1 0 0,0 0-1 0 0,1 0 0 0 0,-1 0 0 0 0,0 0 1 0 0,0 1-1 0 0,0-1 0 0 0,1 0 0 0 0,-1 0 0 0 0,0 1 1 0 0,0-1-1 0 0,0 0 0 0 0,-2 0 0 0 0,-7-12 551 0 0,10 12-146 0 0,0 4-304 0 0,1 0 1 0 0,-1 0 0 0 0,0 0 0 0 0,0 0 0 0 0,0 1 0 0 0,0-1-1 0 0,-1 0 1 0 0,1 0 0 0 0,-1 0 0 0 0,0 0 0 0 0,0 0-1 0 0,-1 4 1 0 0,-1-5-104 0 0,1 0 0 0 0,0 0 0 0 0,0 0 0 0 0,0 0 0 0 0,0 1 0 0 0,0-1 0 0 0,0 1 0 0 0,1-1 0 0 0,-1 1 0 0 0,1-1 0 0 0,0 1 0 0 0,0 0-1 0 0,0 0 1 0 0,0 0 0 0 0,0 0 0 0 0,1 0 0 0 0,-1 0 0 0 0,1 0 0 0 0,0 0 0 0 0,0 0 0 0 0,0 0 0 0 0,0 0 0 0 0,0 0 0 0 0,1 3 0 0 0,0-4 3 0 0,-1 0-1 0 0,0 0 1 0 0,0 0 0 0 0,0 0 0 0 0,0 0 0 0 0,0 1 0 0 0,-1-1 0 0 0,1 0 0 0 0,-1-1-1 0 0,1 1 1 0 0,-1 0 0 0 0,0 0 0 0 0,0 0 0 0 0,0 0 0 0 0,0 0 0 0 0,0-1 0 0 0,0 1-1 0 0,0 0 1 0 0,0-1 0 0 0,-1 1 0 0 0,1-1 0 0 0,-1 1 0 0 0,1-1 0 0 0,-3 2 0 0 0,-1 1-17 0 0,2 5 45 0 0,3-8-34 0 0,0-1-1 0 0,0 1 1 0 0,0-1-1 0 0,0 0 1 0 0,0 1-1 0 0,-1-1 1 0 0,1 1-1 0 0,0-1 1 0 0,0 1-1 0 0,0-1 1 0 0,0 1-1 0 0,0-1 1 0 0,-1 0-1 0 0,1 1 1 0 0,0-1-1 0 0,0 1 1 0 0,-1-1-1 0 0,1 0 1 0 0,0 1 0 0 0,-1-1-1 0 0,1 0 1 0 0,0 1-1 0 0,-1-1 1 0 0,1 0-1 0 0,-1 0 1 0 0,0 1-1 0 0,0 0 1 0 0,-1 0 0 0 0,0 0 0 0 0,1 0 0 0 0,-1 0 0 0 0,1 0 0 0 0,-1 0 0 0 0,1 0-1 0 0,0 1 1 0 0,0-1 0 0 0,-1 0 0 0 0,1 1 0 0 0,0-1 0 0 0,0 1 0 0 0,0 0 0 0 0,0 2 0 0 0,-3 34 173 0 0,5-36-179 0 0,0-1 0 0 0,0 1 0 0 0,0-1 0 0 0,1 0 0 0 0,-1 0 0 0 0,0 1 0 0 0,1-1 0 0 0,-1 0 0 0 0,1 0 0 0 0,-1 0 0 0 0,1-1 0 0 0,-1 1 0 0 0,1 0 0 0 0,0-1-1 0 0,-1 1 1 0 0,1 0 0 0 0,3-1 0 0 0,1 3 39 0 0,9 2-43 0 0,1 0-1 0 0,-1-1 0 0 0,1 0 1 0 0,-1-1-1 0 0,1-1 0 0 0,0-1 1 0 0,20 0-1 0 0,79 2 130 0 0,-70 0-177 0 0,0-1 0 0 0,0-3 1 0 0,0-1-1 0 0,-1-3 0 0 0,1-1 0 0 0,49-15 1 0 0,-90 21 47 0 0,-1-1 0 0 0,1 0 0 0 0,-1-1 0 0 0,1 1 1 0 0,-1-1-1 0 0,1 0 0 0 0,-1 1 0 0 0,0-1 0 0 0,0-1 1 0 0,0 1-1 0 0,0 0 0 0 0,0-1 0 0 0,3-4 0 0 0,-4 3 20 0 0,0 0-1 0 0,0-1 1 0 0,-1 1-1 0 0,1 0 1 0 0,-1-1-1 0 0,-1 1 0 0 0,1-1 1 0 0,0 1-1 0 0,-1-1 1 0 0,0 1-1 0 0,0-6 1 0 0,0-104 706 0 0,0 113-640 0 0,0 16 253 0 0,0-12-313 0 0,0 0 0 0 0,0-1-1 0 0,1 1 1 0 0,0-1 0 0 0,-1 1-1 0 0,1-1 1 0 0,0 1-1 0 0,0-1 1 0 0,0 1 0 0 0,1-1-1 0 0,-1 0 1 0 0,0 1 0 0 0,4 2-1 0 0,10 18 107 0 0,-10-11-45 0 0,0 1 1 0 0,-1 0-1 0 0,0 0 1 0 0,3 20-1 0 0,3 15 205 0 0,-2-20 58 0 0,1 0-1 0 0,2-1 1 0 0,1 0 0 0 0,21 36-1 0 0,-23-47-464 0 0,0-1 0 0 0,0 0-1 0 0,2-1 1 0 0,0 0 0 0 0,0-1 0 0 0,2 0 0 0 0,-1-1-1 0 0,21 14 1 0 0,-30-24-474 0 0,0 0-1 0 0,0 0 1 0 0,0 0-1 0 0,0 0 1 0 0,0-1-1 0 0,1 0 1 0 0,-1 1-1 0 0,0-2 1 0 0,1 1-1 0 0,-1 0 1 0 0,0-1-1 0 0,1 0 1 0 0,6-1-1 0 0,44 1-6967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2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117 306 4402 0 0,'-46'46'3362'0'0,"46"-45"-3332"0"0,-1-1 0 0 0,1 1 0 0 0,-1-1 0 0 0,1 1 0 0 0,-1-1 0 0 0,1 1 0 0 0,-1-1 0 0 0,1 1 0 0 0,0 0 0 0 0,-1-1 0 0 0,1 1 1 0 0,0 0-1 0 0,-1-1 0 0 0,1 1 0 0 0,0 0 0 0 0,0-1 0 0 0,0 1 0 0 0,-1 0 0 0 0,1 0 0 0 0,0-1 0 0 0,0 1 0 0 0,0 0 0 0 0,0-1 1 0 0,1 2-1 0 0,-6 0-309 0 0,-18 4 126 0 0,-7 1 233 0 0,25-3-67 0 0,5-3 67 0 0,25-1 560 0 0,-20 0-79 0 0,-5 0-526 0 0,0 0 0 0 0,0 1 0 0 0,0-1 0 0 0,0 0 0 0 0,-1 1 0 0 0,1-1 0 0 0,0 0 0 0 0,0 1 0 0 0,0-1 0 0 0,-1 0 0 0 0,1 1 0 0 0,0-1 0 0 0,0 0 0 0 0,-1 0 0 0 0,1 1 0 0 0,0-1 0 0 0,-1 0 0 0 0,1 0 0 0 0,0 0 0 0 0,-1 1 0 0 0,1-1 0 0 0,0 0 0 0 0,-1 0 0 0 0,1 0 0 0 0,0 0 0 0 0,-1 0 0 0 0,1 0 0 0 0,0 0 0 0 0,-1 0 0 0 0,1 0 0 0 0,-1 0 0 0 0,1 0 0 0 0,0 0 0 0 0,-1 0 0 0 0,1 0 0 0 0,0 0 0 0 0,-1 0 0 0 0,1 0 0 0 0,-1-1 0 0 0,1 1-1 0 0,-1 0 1 0 0,0 0-1 0 0,1 0 1 0 0,-1 0 0 0 0,1 0-1 0 0,-1 0 1 0 0,1 0-1 0 0,-1 0 1 0 0,0 0-1 0 0,1 0 1 0 0,-1 0 0 0 0,1 0-1 0 0,-1 0 1 0 0,1 0-1 0 0,-1 0 1 0 0,0 1 0 0 0,1-1-1 0 0,-1 0 1 0 0,1 0-1 0 0,-1 1 1 0 0,1-1-1 0 0,-1 0 1 0 0,1 1 0 0 0,-1-1-1 0 0,1 0 1 0 0,0 1-1 0 0,-1-1 1 0 0,1 1-1 0 0,-1-1 1 0 0,1 1 0 0 0,0-1-1 0 0,0 1 1 0 0,-1-1-1 0 0,1 1 1 0 0,0-1-1 0 0,0 1 1 0 0,-1-1 0 0 0,1 1-1 0 0,0 0 1 0 0,0-1-1 0 0,0 1 1 0 0,0-1-1 0 0,0 2 1 0 0,0-2-18 0 0,0 1 0 0 0,-1-1 0 0 0,1 1 0 0 0,0-1 1 0 0,0 0-1 0 0,0 1 0 0 0,0-1 0 0 0,0 1 0 0 0,0-1 0 0 0,0 1 0 0 0,0-1 0 0 0,0 1 0 0 0,0-1 0 0 0,0 0 1 0 0,0 1-1 0 0,0-1 0 0 0,1 1 0 0 0,-1-1 0 0 0,0 1 0 0 0,0-1 0 0 0,0 0 0 0 0,1 1 0 0 0,-1-1 0 0 0,0 1 1 0 0,0-1-1 0 0,1 0 0 0 0,-1 1 0 0 0,0-1 0 0 0,1 0 0 0 0,-1 0 0 0 0,0 1 0 0 0,1-1 0 0 0,-1 0 0 0 0,0 0 1 0 0,1 1-1 0 0,-1-1 0 0 0,1 0 0 0 0,-1 0 0 0 0,0 0 0 0 0,1 0 0 0 0,-1 1 0 0 0,1-1 0 0 0,-1 0 0 0 0,1 0 1 0 0,-1 0-1 0 0,1 0 0 0 0,-1 0 0 0 0,1 0 0 0 0,-1 0 0 0 0,0-1 0 0 0,1 1 0 0 0,-1 0 0 0 0,1 0 0 0 0,-1 0 1 0 0,1 0-1 0 0,-1 0 0 0 0,0-1 0 0 0,1 1 0 0 0,-1 0 0 0 0,0 0 0 0 0,1-1 0 0 0,-1 1 0 0 0,0 0 0 0 0,1-1 1 0 0,-1 1-1 0 0,0 0 0 0 0,1-1 0 0 0,-1 0 0 0 0,7-2-50 0 0,-6 1 84 0 0,0 0 0 0 0,0 0 0 0 0,0 0 1 0 0,0 0-1 0 0,-1 0 0 0 0,1 0 0 0 0,-1 0 0 0 0,1 0 0 0 0,-1 0 0 0 0,0-1 0 0 0,0 1 0 0 0,0 0 0 0 0,0 0 0 0 0,0 0 0 0 0,0 0 0 0 0,-1-4 1 0 0,0 1 106 0 0,0-11 89 0 0,0 11-192 0 0,1 1 0 0 0,-1 0 0 0 0,1 0 0 0 0,0-1 0 0 0,0 1-1 0 0,0 0 1 0 0,0 0 0 0 0,1-1 0 0 0,0 1 0 0 0,0 0 0 0 0,0 0 0 0 0,3-7 0 0 0,4 4-15 0 0,-7 6-35 0 0,0 1 1 0 0,1-1-1 0 0,-1 0 1 0 0,0 0-1 0 0,0 0 1 0 0,0 0-1 0 0,0 0 1 0 0,0-1-1 0 0,0 1 0 0 0,0 0 1 0 0,0 0-1 0 0,-1-1 1 0 0,1 1-1 0 0,0 0 1 0 0,-1-1-1 0 0,1 1 1 0 0,-1 0-1 0 0,0-1 0 0 0,1 1 1 0 0,-1-1-1 0 0,0-2 1 0 0,1 0 0 0 0,-1 1 0 0 0,1 0 0 0 0,-1 0 1 0 0,1 0-1 0 0,0-1 0 0 0,0 1 0 0 0,1 0 0 0 0,-1 0 0 0 0,1 0 1 0 0,-1 1-1 0 0,1-1 0 0 0,3-4 0 0 0,12-21 87 0 0,-13 20-82 0 0,1 0 0 0 0,1 0 0 0 0,-1 1 0 0 0,1 0 0 0 0,11-10 0 0 0,15-21 3 0 0,-28 32-14 0 0,0 0 0 0 0,1 0 0 0 0,-1 0 0 0 0,1 0 0 0 0,0 1 0 0 0,1 0 0 0 0,9-8 0 0 0,7-5 0 0 0,4 5 0 0 0,4 7-3 0 0,-26 10 7 0 0,-3-1 9 0 0,4 2 18 0 0,0 1 1 0 0,0-1-1 0 0,-1 1 1 0 0,1-1-1 0 0,-1 1 1 0 0,0 0-1 0 0,-1 1 0 0 0,0-1 1 0 0,0 1-1 0 0,0-1 1 0 0,-1 1-1 0 0,0 0 1 0 0,0 0-1 0 0,0 0 1 0 0,-1 0-1 0 0,0 14 1 0 0,5 15 126 0 0,3 6 23 0 0,-4-21-83 0 0,-1 0 0 0 0,0-1 1 0 0,-1 33-1 0 0,-3 188 462 0 0,6-205-443 0 0,-6-35-123 0 0,1 1 0 0 0,0-1 0 0 0,0 0 0 0 0,0 0 0 0 0,0 0 0 0 0,0 0 0 0 0,0 0-1 0 0,0 0 1 0 0,0 0 0 0 0,0 0 0 0 0,0 0 0 0 0,0-1 0 0 0,1 1 0 0 0,-1 0 0 0 0,0-1 0 0 0,3 1-1 0 0,6-2-486 0 0,23-19-528 0 0,-19 13 465 0 0,-1-1 0 0 0,0 0 0 0 0,-1 0 0 0 0,1-2 0 0 0,-2 1 0 0 0,1-2 0 0 0,-2 0 0 0 0,1 0 0 0 0,-1 0 0 0 0,9-15 0 0 0,-11 9-1281 0 0,-1-1-1 0 0,0 0 1 0 0,6-28-1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3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0 160 0 0,'0'12'5122'0'0,"-54"1"-720"0"0,24-1-2000 0 0,0-4-1362 0 0,30-16-1600 0 0,30 2-1 0 0,-30 0-879 0 0,0-1-961 0 0,30 1-240 0 0,-30 0 239 0 0,0 0 482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2161 0 0,'3'26'8834'0'0,"-3"-25"-8712"0"0,1 1 0 0 0,0-1 0 0 0,0 1 0 0 0,0-1 0 0 0,0 1 0 0 0,0-1 0 0 0,0 0 0 0 0,0 1 0 0 0,0-1 0 0 0,1 0 0 0 0,-1 0-1 0 0,0 0 1 0 0,1 0 0 0 0,1 1 0 0 0,7 5 47 0 0,18 14 266 0 0,28 23 290 0 0,-30-15-375 0 0,-21-23-310 0 0,0 1-1 0 0,0-2 1 0 0,1 1 0 0 0,-1-1-1 0 0,1 1 1 0 0,0-2 0 0 0,1 1-1 0 0,8 4 1 0 0,136 69-1054 0 0,-144-75 627 0 0,0 1-1 0 0,0 0 0 0 0,0 1 0 0 0,-1 0 1 0 0,1 0-1 0 0,-1 0 0 0 0,0 1 0 0 0,-1 0 1 0 0,1 0-1 0 0,-1 0 0 0 0,0 1 1 0 0,-1 0-1 0 0,0 0 0 0 0,4 8 0 0 0,-3 23-6121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61 485 1441 0 0,'0'-14'3121'0'0,"0"-5"-320"0"0,-30-25 401 0 0,0-26-801 0 0,60-20-1441 0 0,0 27-1040 0 0,0-1-160 0 0,31-5 80 0 0,-31 44-640 0 0,30 17-2642 0 0,1-11-4081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79 105 1921 0 0,'0'-16'2214'0'0,"0"-43"4990"0"0,1 58-7122 0 0,-1 0 1 0 0,1-1 0 0 0,-1 1 0 0 0,1 0 0 0 0,0 0-1 0 0,-1 0 1 0 0,1 0 0 0 0,0 0 0 0 0,0 0 0 0 0,0 0-1 0 0,0 0 1 0 0,0 1 0 0 0,0-1 0 0 0,0 0 0 0 0,0 0 0 0 0,0 1-1 0 0,0-1 1 0 0,0 1 0 0 0,0-1 0 0 0,0 1 0 0 0,1-1-1 0 0,-1 1 1 0 0,0 0 0 0 0,3-1 0 0 0,31-5 381 0 0,-19 4-480 0 0,0 1 0 0 0,0 1 0 0 0,0 0 0 0 0,0 2 0 0 0,19 3 0 0 0,-33-5 9 0 0,1 0 0 0 0,0 1-1 0 0,-1-1 1 0 0,1 1 0 0 0,-1 0-1 0 0,1 0 1 0 0,-1 0 0 0 0,1 0 0 0 0,-1 0-1 0 0,1 0 1 0 0,-1 1 0 0 0,0-1 0 0 0,0 1-1 0 0,0 0 1 0 0,0-1 0 0 0,0 1-1 0 0,0 0 1 0 0,0 0 0 0 0,-1 0 0 0 0,1 1-1 0 0,-1-1 1 0 0,1 0 0 0 0,-1 1 0 0 0,0-1-1 0 0,0 0 1 0 0,0 1 0 0 0,0-1-1 0 0,0 1 1 0 0,-1 0 0 0 0,1-1 0 0 0,-1 1-1 0 0,0 0 1 0 0,0-1 0 0 0,0 1 0 0 0,0 0-1 0 0,0-1 1 0 0,0 1 0 0 0,-1 0-1 0 0,0 3 1 0 0,-50 236 1088 0 0,50-235-1006 0 0,-2 1 1 0 0,1-1 0 0 0,-1 0 0 0 0,0 0 0 0 0,-1 0 0 0 0,1 0-1 0 0,-1-1 1 0 0,-1 1 0 0 0,1-1 0 0 0,-1 0 0 0 0,-10 10-1 0 0,-23 28 363 0 0,35-40-430 0 0,0 1-1 0 0,0-1 1 0 0,0 0 0 0 0,-1-1 0 0 0,1 1-1 0 0,-1-1 1 0 0,0 1 0 0 0,0-1 0 0 0,0 0-1 0 0,0-1 1 0 0,-1 1 0 0 0,1-1 0 0 0,-1 1-1 0 0,1-1 1 0 0,-1-1 0 0 0,0 1 0 0 0,0-1-1 0 0,0 0 1 0 0,0 0 0 0 0,0 0 0 0 0,0-1-1 0 0,0 1 1 0 0,0-1 0 0 0,0 0 0 0 0,0-1-1 0 0,0 0 1 0 0,0 1 0 0 0,0-1 0 0 0,0-1-1 0 0,-8-2 1 0 0,7-6-238 0 0,2 0 167 0 0,0 6 57 0 0,-5-9-2 0 0,20 0-3 0 0,-9 11 9 0 0,-2 2-3 0 0,1-1 0 0 0,0 0 1 0 0,-1 1-1 0 0,1-1 0 0 0,-1 0 0 0 0,0 0 0 0 0,1 0 1 0 0,-1 1-1 0 0,0-1 0 0 0,1 0 0 0 0,-1 0 0 0 0,0 0 1 0 0,0 0-1 0 0,0 1 0 0 0,0-1 0 0 0,1 0 0 0 0,-1 0 1 0 0,0 0-1 0 0,-1 0 0 0 0,1 0 0 0 0,0-1 0 0 0,0 1 0 0 0,-1 0 0 0 0,1 1 0 0 0,0-1-1 0 0,0 0 1 0 0,0 0 0 0 0,0 0 0 0 0,0 0-1 0 0,0 1 1 0 0,0-1 0 0 0,0 0-1 0 0,1 0 1 0 0,-1 0 0 0 0,0 1 0 0 0,0-1-1 0 0,1 0 1 0 0,-1 0 0 0 0,0 1 0 0 0,1-1-1 0 0,-1 0 1 0 0,1 0 0 0 0,-1 1-1 0 0,2-2 1 0 0,5-1 0 0 0,1-1 1 0 0,-1 1-1 0 0,1 1 0 0 0,0 0 0 0 0,0 0 1 0 0,0 0-1 0 0,0 1 0 0 0,0 0 0 0 0,0 1 1 0 0,0 0-1 0 0,0 0 0 0 0,1 0 0 0 0,8 3 0 0 0,15 1 62 0 0,0 1 0 0 0,0 1-1 0 0,-1 2 1 0 0,0 1-1 0 0,34 16 1 0 0,-7-4 57 0 0,12 4 153 0 0,77 39 0 0 0,-143-62-314 0 0,0 0 1 0 0,0-1 0 0 0,0 1 0 0 0,0-1 0 0 0,1 0-1 0 0,-1 0 1 0 0,1 0 0 0 0,-1-1 0 0 0,0 0 0 0 0,1 1-1 0 0,5-2 1 0 0,-9 1-35 0 0,1 0-1 0 0,-1 0 1 0 0,0-1 0 0 0,0 1-1 0 0,1 0 1 0 0,-1-1 0 0 0,0 1-1 0 0,0 0 1 0 0,0-1-1 0 0,0 0 1 0 0,1 1 0 0 0,-1-1-1 0 0,0 0 1 0 0,0 1-1 0 0,0-1 1 0 0,-1 0 0 0 0,1 0-1 0 0,0 0 1 0 0,0 0-1 0 0,0 0 1 0 0,0 0 0 0 0,-1 0-1 0 0,1 0 1 0 0,-1 0 0 0 0,1 0-1 0 0,-1 0 1 0 0,1-1-1 0 0,-1 1 1 0 0,0 0 0 0 0,1 0-1 0 0,-1-1 1 0 0,0 1-1 0 0,0-2 1 0 0,-20-43-3921 0 0,-10-65-4482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5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183 168 160 0 0,'-33'-18'4778'0'0,"-54"-23"0"0"0,61 29-2302 0 0,25 12-2419 0 0,1 0-1 0 0,0 0 1 0 0,-1-1-1 0 0,1 1 1 0 0,-1 0-1 0 0,1-1 1 0 0,0 1-1 0 0,-1 0 1 0 0,1-1-1 0 0,0 1 1 0 0,-1 0-1 0 0,1-1 1 0 0,0 1-1 0 0,0-1 1 0 0,-1 1-1 0 0,1-1 1 0 0,0 1-1 0 0,0-1 1 0 0,0 1-1 0 0,0-1 1 0 0,0 1-1 0 0,0-1 1 0 0,0 1-1 0 0,0-1 1 0 0,0 1-1 0 0,0-1 1 0 0,0 1-1 0 0,0-1 1 0 0,0 1-1 0 0,0-1 1 0 0,0 1-1 0 0,0 0 1 0 0,1-2-1 0 0,-1 2-29 0 0,0-1 0 0 0,0 0-1 0 0,0 1 1 0 0,1-1 0 0 0,-1 1-1 0 0,0-1 1 0 0,0 0 0 0 0,0 1-1 0 0,0-1 1 0 0,0 0 0 0 0,0 1-1 0 0,0-1 1 0 0,-1 1 0 0 0,1-1-1 0 0,0 0 1 0 0,0 1 0 0 0,0-1-1 0 0,-1 1 1 0 0,1-1 0 0 0,0 1-1 0 0,0-1 1 0 0,-1 1 0 0 0,1-1-1 0 0,-1 1 1 0 0,1-1 0 0 0,0 1-1 0 0,-1-1 1 0 0,0 0 0 0 0,-1 0-12 0 0,1 1-1 0 0,-1-1 1 0 0,1 0 0 0 0,-1 0 0 0 0,1 0 0 0 0,0 0-1 0 0,0 0 1 0 0,-1 0 0 0 0,1-1 0 0 0,0 1 0 0 0,0 0 0 0 0,0-1-1 0 0,0 1 1 0 0,0 0 0 0 0,-1-3 0 0 0,3 3-11 0 0,-1 0-1 0 0,0 0 1 0 0,1 0 0 0 0,-1 0-1 0 0,1 0 1 0 0,-1 0 0 0 0,1 0-1 0 0,0 1 1 0 0,-1-1 0 0 0,1 0 0 0 0,0 0-1 0 0,-1 1 1 0 0,1-1 0 0 0,0 0-1 0 0,0 1 1 0 0,0-1 0 0 0,0 1 0 0 0,0-1-1 0 0,0 1 1 0 0,-1-1 0 0 0,1 1-1 0 0,0 0 1 0 0,0-1 0 0 0,0 1 0 0 0,2 0-1 0 0,2-6 64 0 0,-5-12 253 0 0,0 17-146 0 0,-5 1-28 0 0,-5-1-62 0 0,-2-1 15 0 0,14 4 852 0 0,-1-2-924 0 0,0 0 0 0 0,1 0-1 0 0,-1 1 1 0 0,0-1 0 0 0,1 0-1 0 0,-1 1 1 0 0,0-1 0 0 0,0 1-1 0 0,1 0 1 0 0,-1-1 0 0 0,0 1-1 0 0,0 0 1 0 0,0 0 0 0 0,0 0-1 0 0,0-1 1 0 0,0 1 0 0 0,0 0-1 0 0,0 1 1 0 0,0-1 0 0 0,-1 0-1 0 0,1 0 1 0 0,0 0 0 0 0,-1 0-1 0 0,1 1 1 0 0,-1-1 0 0 0,1 0-1 0 0,-1 0 1 0 0,0 1 0 0 0,1-1 0 0 0,-1 0-1 0 0,0 1 1 0 0,0-1 0 0 0,0 0-1 0 0,0 1 1 0 0,0-1 0 0 0,0 0-1 0 0,0 1 1 0 0,0-1 0 0 0,-1 0-1 0 0,1 1 1 0 0,-1-1 0 0 0,1 0-1 0 0,-1 1 1 0 0,1-1 0 0 0,-1 0-1 0 0,1 0 1 0 0,-1 0 0 0 0,0 0-1 0 0,-1 2 1 0 0,-2 2-5 0 0,1 1 1 0 0,0-1-1 0 0,0 1 0 0 0,1 0 0 0 0,-1 0 0 0 0,1 0 1 0 0,0 1-1 0 0,1-1 0 0 0,0 0 0 0 0,0 1 1 0 0,0-1-1 0 0,1 0 0 0 0,0 1 0 0 0,1 9 1 0 0,-1 46 257 0 0,0-61-507 0 0,5-1 240 0 0,231-6-66 0 0,-175 2-40 0 0,-52 3 77 0 0,-8 2 13 0 0,-1-1 1 0 0,1 0-1 0 0,0 0 0 0 0,-1 0 1 0 0,1 0-1 0 0,-1 1 0 0 0,1-1 1 0 0,0 0-1 0 0,-1 0 1 0 0,1 0-1 0 0,0-1 0 0 0,-1 1 1 0 0,1 0-1 0 0,0 0 1 0 0,-1 0-1 0 0,1 0 0 0 0,0-1 1 0 0,-1 1-1 0 0,1 0 1 0 0,-1 0-1 0 0,1-1 0 0 0,-1 1 1 0 0,1-1-1 0 0,-1 1 0 0 0,1 0 1 0 0,-1-1-1 0 0,1 1 1 0 0,-1-1-1 0 0,1 1 0 0 0,-1-1 1 0 0,0 1-1 0 0,1-1 1 0 0,-1 0-1 0 0,0 1 0 0 0,1-1 1 0 0,-1 1-1 0 0,0-1 0 0 0,0 0 1 0 0,0 1-1 0 0,1-1 1 0 0,-1 0-1 0 0,0 1 0 0 0,0-1 1 0 0,0-1-1 0 0,0 2 13 0 0,-1-1 0 0 0,1 1 0 0 0,0-1-1 0 0,-1 1 1 0 0,1-1 0 0 0,0 1 0 0 0,-1-1 0 0 0,1 1 0 0 0,-1-1-1 0 0,1 1 1 0 0,0 0 0 0 0,-1-1 0 0 0,1 1 0 0 0,-1-1-1 0 0,1 1 1 0 0,-1 0 0 0 0,1 0 0 0 0,-1-1 0 0 0,0 1 0 0 0,1 0-1 0 0,-1 0 1 0 0,1 0 0 0 0,-1 0 0 0 0,1 0 0 0 0,-1-1-1 0 0,0 1 1 0 0,1 0 0 0 0,-1 0 0 0 0,0 1 0 0 0,0-1-2 0 0,0 0 0 0 0,1 0 0 0 0,-1 0 0 0 0,1 0 0 0 0,-1 0-1 0 0,0 0 1 0 0,1 0 0 0 0,-1-1 0 0 0,1 1 0 0 0,-1 0 0 0 0,1 0 0 0 0,-1 0 0 0 0,0-1 0 0 0,1 1 0 0 0,-1 0 0 0 0,1 0 0 0 0,-1-1 0 0 0,1 1 0 0 0,-1 0 0 0 0,1-1 0 0 0,0 1 0 0 0,-1-1 0 0 0,1 1 0 0 0,-1-1 0 0 0,1 1 0 0 0,0-1 0 0 0,-1 1 0 0 0,1-1 0 0 0,0 0 0 0 0,0 0 379 0 0,2 2-384 0 0,0 0 1 0 0,0 0 0 0 0,0 0-1 0 0,0 0 1 0 0,0 1 0 0 0,0-1-1 0 0,0 0 1 0 0,0 1 0 0 0,0 0-1 0 0,-1-1 1 0 0,1 1 0 0 0,-1 0-1 0 0,1 0 1 0 0,1 2 0 0 0,-2-2-6 0 0,9 13-17 0 0,-1 0 0 0 0,0 1-1 0 0,-2 0 1 0 0,1 1 0 0 0,7 28 0 0 0,17 38 254 0 0,-12-48-85 0 0,-14-24-102 0 0,0-1-1 0 0,-1 1 0 0 0,0 0 1 0 0,4 14-1 0 0,20 60-541 0 0,-29-84 410 0 0,1 0 0 0 0,-1 1 0 0 0,1-1-1 0 0,-1 1 1 0 0,1-1 0 0 0,-1 1 0 0 0,0 0-1 0 0,0-1 1 0 0,0 1 0 0 0,0-1 0 0 0,0 1-1 0 0,0-1 1 0 0,-1 1 0 0 0,1-1 0 0 0,0 1-1 0 0,-1-1 1 0 0,1 1 0 0 0,-1-1 0 0 0,1 1 0 0 0,-1-1-1 0 0,0 0 1 0 0,-1 3 0 0 0,1-4 8 0 0,1 1 0 0 0,0-1 1 0 0,-1 0-1 0 0,1 1 0 0 0,0-1 1 0 0,-1 0-1 0 0,1 0 0 0 0,0 1 1 0 0,-1-1-1 0 0,1 0 0 0 0,-1 0 1 0 0,1 0-1 0 0,-1 0 0 0 0,1 0 1 0 0,0 1-1 0 0,-1-1 0 0 0,1 0 0 0 0,-1 0 1 0 0,1 0-1 0 0,-1 0 0 0 0,1 0 1 0 0,-1 0-1 0 0,1-1 0 0 0,0 1 1 0 0,-1 0-1 0 0,1 0 0 0 0,-1 0 1 0 0,-12-17-3899 0 0,-8-19-2376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06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274 286 2561 0 0,'-11'8'1064'0'0,"0"0"0"0"0,-1-1 0 0 0,0-1 0 0 0,0 0-1 0 0,-1-1 1 0 0,-15 5 0 0 0,-1-3 2 0 0,-49 6-1 0 0,69-12-978 0 0,0 1-1 0 0,1 0 1 0 0,-1 0 0 0 0,1 1-1 0 0,-10 4 1 0 0,11-4 2936 0 0,14-3-480 0 0,19-1-1493 0 0,-27 0-1039 0 0,1 1-1 0 0,0-1 0 0 0,0 1 0 0 0,0-1 0 0 0,0 0 0 0 0,0 1 0 0 0,0-1 0 0 0,1 1 0 0 0,-1-1 0 0 0,0 1 0 0 0,0-1 0 0 0,0 1 0 0 0,0-1 0 0 0,1 1 0 0 0,-1-1 0 0 0,0 1 0 0 0,0-1 0 0 0,1 1 0 0 0,-1-1 0 0 0,0 1 0 0 0,1-1 0 0 0,-1 1 0 0 0,2-1 0 0 0,42-21 73 0 0,-1-1 0 0 0,-1-2 1 0 0,65-52-1 0 0,-67 48-66 0 0,-35 26-17 0 0,0 0 0 0 0,0 0-1 0 0,0-1 1 0 0,-1 0 0 0 0,0 0-1 0 0,0 0 1 0 0,0 0 0 0 0,0-1-1 0 0,0 1 1 0 0,-1-1 0 0 0,6-10-1 0 0,41-37-92 0 0,-46 45 93 0 0,1 0 0 0 0,0 0 0 0 0,1 1 0 0 0,-1-1 0 0 0,1 1 0 0 0,1 0 0 0 0,-1 1 0 0 0,10-7 0 0 0,-11 4-21 0 0,0 3-25 0 0,15 5 20 0 0,-19 0 22 0 0,-1 0 0 0 0,0 0 0 0 0,1 0 1 0 0,-1 0-1 0 0,0 0 0 0 0,1 0 0 0 0,-1 1 1 0 0,0-1-1 0 0,0 0 0 0 0,1 0 0 0 0,-1 0 1 0 0,0 0-1 0 0,0 0 0 0 0,1 1 0 0 0,-1-1 1 0 0,0 0-1 0 0,0 0 0 0 0,0 1 0 0 0,1-1 1 0 0,-1 0-1 0 0,0 0 0 0 0,0 1 0 0 0,0-1 1 0 0,0 0-1 0 0,1 0 0 0 0,-1 1 0 0 0,0-1 1 0 0,0 0-1 0 0,0 0 0 0 0,0 1 0 0 0,0-1 1 0 0,0 0-1 0 0,0 1 0 0 0,0-1 0 0 0,0 0 1 0 0,0 1-1 0 0,0-1 0 0 0,0 0 0 0 0,0 0 1 0 0,0 1-1 0 0,0-1 0 0 0,0 0 0 0 0,0 1 1 0 0,0-1-1 0 0,-1 0 0 0 0,1 1 0 0 0,0 7-6 0 0,-1 14 65 0 0,1 7 98 0 0,6 53-1 0 0,0-51-67 0 0,3 23 97 0 0,-19 5 112 0 0,8-52-238 0 0,0 1 0 0 0,1-1 0 0 0,0 1 0 0 0,0-1 0 0 0,0 1 0 0 0,1 0 0 0 0,0-1 0 0 0,1 1 0 0 0,1 8 0 0 0,6 19 189 0 0,-3-19-155 0 0,-1 0-1 0 0,-1 0 1 0 0,-1 0 0 0 0,1 19-1 0 0,-3 66 31 0 0,0-100-142 0 0,0 1 0 0 0,0-1 1 0 0,0 0-1 0 0,0 1 0 0 0,0-1 0 0 0,1 0 0 0 0,-1 1 0 0 0,0-1 0 0 0,1 0 0 0 0,0 1 0 0 0,-1-1 0 0 0,1 0 0 0 0,-1 0 1 0 0,1 0-1 0 0,0 1 0 0 0,0-1 0 0 0,0 0 0 0 0,0 0 0 0 0,0 0 0 0 0,0 0 0 0 0,0-1 0 0 0,0 1 0 0 0,0 0 0 0 0,0 0 0 0 0,1-1 1 0 0,-1 1-1 0 0,0 0 0 0 0,0-1 0 0 0,1 1 0 0 0,-1-1 0 0 0,0 0 0 0 0,1 1 0 0 0,-1-1 0 0 0,0 0 0 0 0,1 0 0 0 0,-1 0 1 0 0,1 0-1 0 0,-1 0 0 0 0,0 0 0 0 0,1 0 0 0 0,-1-1 0 0 0,0 1 0 0 0,1 0 0 0 0,-1-1 0 0 0,2 0 0 0 0,10-2-576 0 0,-1-1 0 0 0,1 0-1 0 0,19-9 1 0 0,-14 3-206 0 0,-1-1 1 0 0,-1 0-1 0 0,0-1 0 0 0,0 0 1 0 0,19-22-1 0 0,2 0-1244 0 0,49-44-4422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0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19 960 0 0,'-7'7'5961'0'0,"-8"-3"-3600"0"0,-16-3-1143 0 0,29-1-713 0 0,1 0-466 0 0,1-1 0 0 0,-1 1 0 0 0,1 0 0 0 0,0 0 0 0 0,-1-1 0 0 0,1 1 0 0 0,-1 0 0 0 0,1-1 0 0 0,0 1 0 0 0,0 0 0 0 0,-1-1 0 0 0,1 1 0 0 0,0-1 0 0 0,-1 1 0 0 0,1-1 0 0 0,0 1 0 0 0,0 0 0 0 0,0-1 0 0 0,0 1 0 0 0,0-1 0 0 0,-1 1 0 0 0,1-1 0 0 0,0 1 0 0 0,0-1 0 0 0,0 1 0 0 0,0-1 0 0 0,0 1 0 0 0,0-1 0 0 0,0 1 0 0 0,1-1 0 0 0,-1 1 0 0 0,0-1 0 0 0,0 1 0 0 0,0-1 0 0 0,1 1-1 0 0,-1-1-15 0 0,0 1-1 0 0,0-1 0 0 0,0 1 0 0 0,1-1 0 0 0,-1 1 0 0 0,0-1 1 0 0,0 1-1 0 0,0-1 0 0 0,0 1 0 0 0,0-1 0 0 0,0 1 0 0 0,0-1 1 0 0,0 1-1 0 0,0-1 0 0 0,0 1 0 0 0,0-1 0 0 0,-1 1 0 0 0,1 0 0 0 0,0-1 1 0 0,0 1-1 0 0,0-1 0 0 0,-1 1 0 0 0,1-1 0 0 0,0 1 0 0 0,0 0 1 0 0,-1-1-1 0 0,1 1 0 0 0,0-1 0 0 0,-1 1 0 0 0,1 0 0 0 0,0-1 0 0 0,-1 1 1 0 0,1 0-1 0 0,-1 0 0 0 0,1-1 0 0 0,-15 2 237 0 0,1 1 0 0 0,0 0 0 0 0,0 1 0 0 0,0 1 0 0 0,0 0 0 0 0,1 1 0 0 0,-1 1 0 0 0,1-1 0 0 0,0 2 0 0 0,1 0 0 0 0,-15 11 0 0 0,24-16-229 0 0,1-2-15 0 0,1 1 0 0 0,-1 0 0 0 0,0 0-1 0 0,1 0 1 0 0,-1 0 0 0 0,1 0 0 0 0,0 0 0 0 0,-1 0 0 0 0,1 0 0 0 0,0 1 0 0 0,0-1-1 0 0,-1 1 1 0 0,1-1 0 0 0,0 0 0 0 0,1 1 0 0 0,-1 0 0 0 0,0-1 0 0 0,0 1 0 0 0,1 0-1 0 0,-1-1 1 0 0,0 1 0 0 0,1 0 0 0 0,-1 3 0 0 0,1-4-11 0 0,0 1 0 0 0,0-1 1 0 0,0 1-1 0 0,-1-1 0 0 0,1 0 0 0 0,0 1 1 0 0,-1-1-1 0 0,0 1 0 0 0,1-1 0 0 0,-1 0 1 0 0,0 0-1 0 0,1 1 0 0 0,-1-1 0 0 0,0 0 0 0 0,0 0 1 0 0,0 0-1 0 0,0 0 0 0 0,0 0 0 0 0,-2 2 1 0 0,1-2-1 0 0,1 0 1 0 0,0 0-1 0 0,0 0 0 0 0,0 0 1 0 0,0 0-1 0 0,0 0 1 0 0,0 0-1 0 0,0 1 1 0 0,0-1-1 0 0,0 0 0 0 0,1 1 1 0 0,-1-1-1 0 0,0 1 1 0 0,1-1-1 0 0,-1 1 1 0 0,1-1-1 0 0,0 1 1 0 0,-1-1-1 0 0,1 4 0 0 0,-1 15 21 0 0,0-16 2 0 0,1 1 0 0 0,-1 0-1 0 0,1 0 1 0 0,0 0 0 0 0,1 0 0 0 0,-1 0 0 0 0,1-1 0 0 0,0 1 0 0 0,0 0 0 0 0,3 9 0 0 0,6-3-19 0 0,-8-10-3 0 0,-1 1-1 0 0,0-1 1 0 0,1 1 0 0 0,-1-1-1 0 0,0 1 1 0 0,0 0 0 0 0,0 0-1 0 0,0-1 1 0 0,0 1 0 0 0,0 0-1 0 0,-1 0 1 0 0,1 0 0 0 0,0 0-1 0 0,-1 0 1 0 0,0 0 0 0 0,1 0 0 0 0,-1 0-1 0 0,0 0 1 0 0,0 0 0 0 0,-1 3-1 0 0,0 12 54 0 0,1-14-52 0 0,-1 1 1 0 0,1 0-1 0 0,0-1 0 0 0,-1 1 1 0 0,2-1-1 0 0,-1 1 0 0 0,0-1 1 0 0,1 1-1 0 0,-1-1 1 0 0,1 1-1 0 0,0-1 0 0 0,0 1 1 0 0,2 3-1 0 0,7 3 39 0 0,-6-4-48 0 0,1 0 0 0 0,0-1 0 0 0,1 1 0 0 0,0-1 0 0 0,-1 0 0 0 0,1-1 0 0 0,1 1 0 0 0,-1-1 0 0 0,1 0 0 0 0,0-1 0 0 0,0 0 0 0 0,0 0 0 0 0,0 0 0 0 0,14 2 0 0 0,-5-1-11 0 0,1-2-1 0 0,-1 0 1 0 0,1-1-1 0 0,0 0 1 0 0,-1-1-1 0 0,1-1 1 0 0,-1-1-1 0 0,1-1 1 0 0,-1 0-1 0 0,0-1 1 0 0,19-7 0 0 0,-11 3-39 0 0,-2-2 1 0 0,1 0-1 0 0,-2-2 0 0 0,1 0 1 0 0,-1-1-1 0 0,-1-1 1 0 0,-1-2-1 0 0,0 1 1 0 0,-1-2-1 0 0,0-1 1 0 0,-2 0-1 0 0,0-1 1 0 0,-1 0-1 0 0,-1-2 1 0 0,14-26-1 0 0,-27 46 53 0 0,0 0 0 0 0,-1 0 0 0 0,1 0 0 0 0,-1-1 0 0 0,1 1 0 0 0,-1 0 0 0 0,0 0 0 0 0,1-1 0 0 0,-1 1 0 0 0,0 0 0 0 0,0-1 0 0 0,0 1 0 0 0,0 0 0 0 0,0-1 0 0 0,0 1 0 0 0,0 0 0 0 0,0-1 0 0 0,-1 1 0 0 0,1 0 0 0 0,0 0 0 0 0,-1-1 0 0 0,1 1 0 0 0,-1 0 0 0 0,0 0 0 0 0,1 0 0 0 0,-1 0 0 0 0,0-1 0 0 0,0 1 0 0 0,1 0 0 0 0,-3-1 0 0 0,-34-20 67 0 0,24 16-67 0 0,-18-9 70 0 0,0 2-1 0 0,-1 1 1 0 0,-40-9 0 0 0,3 1 118 0 0,61 19-208 0 0,1-1 1 0 0,0 1-1 0 0,-1 0 1 0 0,1 1-1 0 0,0 0 0 0 0,-1 0 1 0 0,1 1-1 0 0,-1 0 1 0 0,1 0-1 0 0,0 1 1 0 0,0-1-1 0 0,0 2 0 0 0,0-1 1 0 0,-7 4-1 0 0,13-5-86 0 0,1-1-1 0 0,-1 1 0 0 0,0 0 0 0 0,1 0 1 0 0,-1 0-1 0 0,1-1 0 0 0,-1 1 1 0 0,1 0-1 0 0,0 0 0 0 0,-1 0 0 0 0,1 0 1 0 0,0 0-1 0 0,0 0 0 0 0,0 0 1 0 0,-1 0-1 0 0,1 0 0 0 0,0 0 0 0 0,0 0 1 0 0,0-1-1 0 0,1 1 0 0 0,-1 0 1 0 0,0 0-1 0 0,0 0 0 0 0,0 0 0 0 0,1 0 1 0 0,-1 0-1 0 0,0 0 0 0 0,1 0 1 0 0,-1 0-1 0 0,1-1 0 0 0,-1 1 0 0 0,1 0 1 0 0,-1 0-1 0 0,2 0 0 0 0,7 2-915 0 0,0 0 1 0 0,0 0-1 0 0,0-1 0 0 0,0-1 0 0 0,18 2 1 0 0,22 1-2400 0 0,6 2 1154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1921 0 0,'30'-11'3441'0'0,"-30"16"1362"0"0,0 1-3443 0 0,31-6-719 0 0,-1 8-1202 0 0,0-8-1280 0 0,0 0-640 0 0,31 0 0 0 0,-1 0 160 0 0,0-8 320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6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207 110 1121 0 0,'-4'4'744'0'0,"0"-1"0"0"0,0 0 1 0 0,-1-1-1 0 0,1 1 1 0 0,-1-1-1 0 0,1 0 1 0 0,-1 0-1 0 0,0 0 1 0 0,0-1-1 0 0,-8 2 0 0 0,6-2-444 0 0,0-1-1 0 0,0 0 0 0 0,0 0 0 0 0,1-1 0 0 0,-1 0 0 0 0,0 0 0 0 0,0 0 1 0 0,0-1-1 0 0,1 0 0 0 0,-1 0 0 0 0,-6-4 0 0 0,-26 2 1640 0 0,18 3-1183 0 0,53 6-276 0 0,1-1 0 0 0,63 0 0 0 0,-13-4-507 0 0,212-4-325 0 0,-234 0-735 0 0,-1-2-1 0 0,109-26 1 0 0,-167 32 892 0 0,-1 0-1 0 0,1 0 1 0 0,-1-1 0 0 0,1 1 0 0 0,-1 0 0 0 0,1-1-1 0 0,0 1 1 0 0,-1-1 0 0 0,0 1 0 0 0,1-1 0 0 0,-1 0 0 0 0,1 0-1 0 0,-1 0 1 0 0,0 1 0 0 0,1-1 0 0 0,-1 0 0 0 0,0-1-1 0 0,0 1 1 0 0,0 0 0 0 0,0 0 0 0 0,0 0 0 0 0,0-1-1 0 0,0 1 1 0 0,0 0 0 0 0,-1-1 0 0 0,1 1 0 0 0,0-1-1 0 0,-1 1 1 0 0,1-1 0 0 0,-1 1 0 0 0,0-1 0 0 0,1 1-1 0 0,-1-1 1 0 0,0 0 0 0 0,0 1 0 0 0,0-1 0 0 0,0 1 0 0 0,0-1-1 0 0,-1 0 1 0 0,1 1 0 0 0,-1-3 0 0 0,1 0-198 0 0,0-27-2488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6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 0 0,'0'5'2801'0'0,"0"9"1"0"0,0-1-161 0 0,0 18-80 0 0,0 40-1120 0 0,30 4-1121 0 0,-30-17-240 0 0,31 5 80 0 0,-31 1-80 0 0,0-7-80 0 0,30-18 0 0 0,-30-20-160 0 0,30-19-560 0 0,0-6-561 0 0,31-13-4241 0 0,-31 0 79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8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58 800 0 0,'-1'-2'212'0'0,"1"1"-1"0"0,0-1 0 0 0,0 1 0 0 0,0-1 0 0 0,0 0 0 0 0,0 1 0 0 0,0-1 0 0 0,1 1 1 0 0,-1-1-1 0 0,0 0 0 0 0,1 1 0 0 0,-1-1 0 0 0,1 1 0 0 0,0-1 0 0 0,-1 1 1 0 0,1 0-1 0 0,0-1 0 0 0,0 1 0 0 0,0 0 0 0 0,0-1 0 0 0,0 1 0 0 0,0 0 1 0 0,0 0-1 0 0,1 0 0 0 0,-1 0 0 0 0,0 0 0 0 0,0 0 0 0 0,4-1 0 0 0,-1-1-77 0 0,-4 3-106 0 0,0 0 1 0 0,0 0-1 0 0,0 0 1 0 0,1 0-1 0 0,-1 0 1 0 0,0 0-1 0 0,0 0 1 0 0,0 0-1 0 0,0 0 1 0 0,1-1-1 0 0,-1 1 1 0 0,0 0-1 0 0,0 0 1 0 0,0 0-1 0 0,0 0 1 0 0,0 0-1 0 0,0-1 1 0 0,0 1-1 0 0,0 0 1 0 0,1 0-1 0 0,-1 0 1 0 0,0 0-1 0 0,0-1 1 0 0,0 1-1 0 0,0 0 1 0 0,0 0-1 0 0,0 0 1 0 0,0-1-1 0 0,0 1 1 0 0,0 0-1 0 0,0 0 1 0 0,0 0-1 0 0,0 0 1 0 0,0-1-1 0 0,0 1 1 0 0,0 0-1 0 0,0 0 1 0 0,-1 0-1 0 0,1-1 1 0 0,0 1-1 0 0,0 0 1 0 0,0 0-1 0 0,0 0 1 0 0,0 0-1 0 0,0 0 1 0 0,0-1-1 0 0,0 1 1 0 0,-1 0-1 0 0,1 0 1 0 0,0 0-1 0 0,0 0 1 0 0,0 0-1 0 0,0 0 1 0 0,-1 0-1 0 0,1-1 1 0 0,0 1-1 0 0,0 0 1 0 0,0 0-1 0 0,0 0 1 0 0,-1 0-1 0 0,1 0 1 0 0,0 0-1 0 0,0 0 1 0 0,0 0-1 0 0,0 0 1 0 0,-1 0-1 0 0,-17-4 473 0 0,13 2 1451 0 0,0 3-1459 0 0,-91 24 321 0 0,43-16-751 0 0,27-5 48 0 0,-1 1 1 0 0,1 1 0 0 0,0 1 0 0 0,0 1 0 0 0,-47 22-1 0 0,62-24 28 0 0,0 1 0 0 0,1 0 0 0 0,-1 0-1 0 0,-10 12 1 0 0,-29 11 195 0 0,49-29-334 0 0,0 0 1 0 0,0 0-1 0 0,1 0 1 0 0,-1 1-1 0 0,1-1 1 0 0,-1 0-1 0 0,1 1 1 0 0,-1-1-1 0 0,1 0 1 0 0,0 1-1 0 0,0-1 1 0 0,0 1-1 0 0,0-1 1 0 0,0 0-1 0 0,0 1 1 0 0,0-1-1 0 0,0 0 1 0 0,0 1-1 0 0,1-1 1 0 0,-1 0-1 0 0,0 1 1 0 0,1-1-1 0 0,-1 0 0 0 0,1 1 1 0 0,0-1-1 0 0,1 2 1 0 0,8 22-11 0 0,-8-17 18 0 0,0-1 0 0 0,1-1 0 0 0,0 1 1 0 0,0 0-1 0 0,1-1 0 0 0,0 1 0 0 0,0-1 0 0 0,0 0 1 0 0,1-1-1 0 0,6 8 0 0 0,-3-7 6 0 0,-1 1 0 0 0,0 0 0 0 0,-1 0 0 0 0,12 16 0 0 0,-13-15-8 0 0,0-1 0 0 0,0 0 1 0 0,1 0-1 0 0,0-1 1 0 0,1 1-1 0 0,-1-1 0 0 0,1-1 1 0 0,0 0-1 0 0,13 8 0 0 0,8-1-24 0 0,0 0-1 0 0,1-2 0 0 0,1-1 0 0 0,-1-2 0 0 0,1 0 0 0 0,1-2 0 0 0,30 1 1 0 0,-39-5-12 0 0,0-1 0 0 0,0-1 0 0 0,0 0 0 0 0,-1-2 0 0 0,1 0 0 0 0,-1-2 0 0 0,1 0 0 0 0,-1-2 0 0 0,-1 0 0 0 0,32-16 0 0 0,-47 20 10 0 0,1-1 1 0 0,-1 0-1 0 0,-1 0 0 0 0,1 0 0 0 0,-1 0 0 0 0,1-1 0 0 0,-1 0 0 0 0,0 0 1 0 0,-1 0-1 0 0,1 0 0 0 0,-1-1 0 0 0,0 1 0 0 0,-1-1 0 0 0,1 0 1 0 0,-1 0-1 0 0,0 0 0 0 0,0 0 0 0 0,-1 0 0 0 0,0 0 0 0 0,0 0 1 0 0,-1 0-1 0 0,1-10 0 0 0,-1 5 15 0 0,-1 0-1 0 0,0 0 1 0 0,0 0 0 0 0,-1 0-1 0 0,0 0 1 0 0,-1 0 0 0 0,-1 1-1 0 0,1-1 1 0 0,-2 1 0 0 0,1 0-1 0 0,-10-14 1 0 0,5 12 43 0 0,-2 1 0 0 0,1 0 1 0 0,-1 1-1 0 0,-1 0 0 0 0,0 0 0 0 0,0 1 1 0 0,-1 1-1 0 0,0 0 0 0 0,0 1 0 0 0,-1 1 0 0 0,0 0 1 0 0,-16-5-1 0 0,3 2 17 0 0,-1 2 0 0 0,0 0 0 0 0,0 2 0 0 0,0 1 0 0 0,-41 0 0 0 0,64 4-228 0 0,6 3-788 0 0,3 8-399 0 0,8-7 364 0 0,0 1 1 0 0,0-2-1 0 0,0 0 1 0 0,0 0-1 0 0,1-1 1 0 0,-1 0-1 0 0,14-1 1 0 0,9 0-1486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9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 1441 0 0,'0'0'3361'0'0,"-30"0"-1280"0"0,-1-8-3201 0 0,31 3-2242 0 0,0-1 1761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3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27 240 0 0,'-46'-5'2464'0'0,"26"4"-1113"0"0,0-1-1 0 0,1-1 1 0 0,-1-1 0 0 0,-25-8 0 0 0,44 12-1297 0 0,1 0 0 0 0,-1 0 1 0 0,1 1-1 0 0,0-1 1 0 0,-1 0-1 0 0,1 0 1 0 0,-1 0-1 0 0,1 1 0 0 0,0-1 1 0 0,-1 0-1 0 0,1 0 1 0 0,0 1-1 0 0,-1-1 0 0 0,1 0 1 0 0,0 1-1 0 0,-1-1 1 0 0,1 0-1 0 0,0 1 1 0 0,0-1-1 0 0,-1 0 0 0 0,1 1 1 0 0,0-1-1 0 0,0 1 1 0 0,0-1-1 0 0,-1 0 0 0 0,1 1 1 0 0,0-1-1 0 0,0 1 1 0 0,0-1-1 0 0,0 1 1 0 0,0-1-1 0 0,0 1 0 0 0,0-1 1 0 0,0 0-1 0 0,0 1 1 0 0,0-1-1 0 0,0 1 0 0 0,0-1 1 0 0,1 1-1 0 0,-1-1 1 0 0,0 0-1 0 0,0 1 1 0 0,0-1-1 0 0,1 1 0 0 0,-1-1 1 0 0,0 0-1 0 0,0 1 1 0 0,1-1-1 0 0,-1 0 0 0 0,0 1 1 0 0,1-1-1 0 0,-1 0 1 0 0,0 1-1 0 0,1-1 1 0 0,-1 0-1 0 0,0 0 0 0 0,1 0 1 0 0,-1 1-1 0 0,1-1 1 0 0,-1 0-1 0 0,0 0 0 0 0,2 0 1 0 0,52 36 9 0 0,-2 2 0 0 0,-1 2 0 0 0,-2 2 0 0 0,66 73 0 0 0,-38-45 47 0 0,-62-58-89 0 0,0 1-1 0 0,-1 0 1 0 0,-1 0-1 0 0,0 2 1 0 0,16 21-1 0 0,-17-17-114 0 0,-5-5-467 0 0,-19-15-407 0 0,-25-6-307 0 0,-19-3-2075 0 0,-4-3-1293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31 356 2881 0 0,'-30'0'3042'0'0,"30"-5"1360"0"0,0-1-3042 0 0,30-2-479 0 0,-6-3-321 0 0,97-47-560 0 0,90-63-320 0 0,-90 38-721 0 0,-91 58-2960 0 0,0-13-3523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0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 1040 0 0,'7'-8'5839'0'0,"10"8"-5073"0"0,-16 0-74 0 0,4 0 1029 0 0,0 0-547 0 0,4 1-1001 0 0,0 0 0 0 0,-1 0 0 0 0,0 1 0 0 0,1 0 0 0 0,-1 0 0 0 0,0 1-1 0 0,13 5 1 0 0,14 6-316 0 0,-21-9 125 0 0,-1 1-1 0 0,1 0 0 0 0,-1 2 1 0 0,-1-1-1 0 0,1 1 0 0 0,-1 1 1 0 0,-1 0-1 0 0,1 1 0 0 0,15 18 1 0 0,-18-16 100 0 0,0 1 0 0 0,0 0 0 0 0,12 29 0 0 0,-18-36-30 0 0,0 0-1 0 0,-1 0 1 0 0,0 0 0 0 0,-1 0-1 0 0,0 0 1 0 0,0 1 0 0 0,0-1 0 0 0,0 0-1 0 0,-1 1 1 0 0,0-1 0 0 0,-1 1-1 0 0,-1 9 1 0 0,-28 102 1055 0 0,27-112-1049 0 0,0 0 0 0 0,0 0 0 0 0,0-1-1 0 0,-1 1 1 0 0,0-1 0 0 0,0 0 0 0 0,-1 0 0 0 0,1 0 0 0 0,-1-1-1 0 0,0 1 1 0 0,0-1 0 0 0,-1 0 0 0 0,-9 5 0 0 0,4-1-1 0 0,1-3-47 0 0,1 0 0 0 0,0 0 0 0 0,-1 0 0 0 0,0-1 0 0 0,0-1 0 0 0,-1 0 0 0 0,1 0 0 0 0,0-1 0 0 0,-1 0 0 0 0,0-1 0 0 0,1 0 0 0 0,-1-1 0 0 0,0 0 0 0 0,0-1-1 0 0,1 0 1 0 0,-1 0 0 0 0,1-1 0 0 0,-1-1 0 0 0,-12-4 0 0 0,-10-5-108 0 0,1-1-1 0 0,0-2 1 0 0,0-1-1 0 0,-37-26 1 0 0,69 42 80 0 0,-8-10-31 0 0,15 6 28 0 0,19 5-38 0 0,139 20 219 0 0,-18 7 9 0 0,99 14-271 0 0,-235-40-56 0 0,-1-1 86 0 0,0 0 0 0 0,-1 0-1 0 0,1-1 1 0 0,12-1 0 0 0,-21 1 23 0 0,0 0 0 0 0,0 0-1 0 0,0 0 1 0 0,0-1 0 0 0,1 1 0 0 0,-1 0 0 0 0,0 0-1 0 0,0-1 1 0 0,0 1 0 0 0,0-1 0 0 0,0 1-1 0 0,0-1 1 0 0,0 1 0 0 0,-1-1 0 0 0,1 0-1 0 0,0 1 1 0 0,0-1 0 0 0,0 0 0 0 0,-1 0-1 0 0,1 0 1 0 0,0 1 0 0 0,-1-1 0 0 0,1 0-1 0 0,0 0 1 0 0,-1 0 0 0 0,1 0 0 0 0,-1 0-1 0 0,0 0 1 0 0,1 0 0 0 0,-1 0 0 0 0,0 0-1 0 0,0 0 1 0 0,1 0 0 0 0,-1-1 0 0 0,0 1-1 0 0,0 0 1 0 0,0 0 0 0 0,0 0 0 0 0,-1 0 0 0 0,1 0-1 0 0,0 0 1 0 0,0 0 0 0 0,-1 0 0 0 0,0-2-1 0 0,-24-69-4418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25 2161 0 0,'-2'-7'4509'0'0,"-9"4"-2599"0"0,10 3-1818 0 0,0 0 0 0 0,1 0 1 0 0,-1 0-1 0 0,1 0 0 0 0,-1 0 0 0 0,0 0 1 0 0,1 0-1 0 0,-1 0 0 0 0,1 0 1 0 0,-1 0-1 0 0,0 0 0 0 0,1-1 0 0 0,-1 1 1 0 0,1 0-1 0 0,-1 0 0 0 0,1-1 1 0 0,-1 1-1 0 0,1 0 0 0 0,-1-1 0 0 0,1 1 1 0 0,-1-1-1 0 0,1 1 0 0 0,0 0 1 0 0,-1-1-1 0 0,1 1 0 0 0,-1-1 0 0 0,1 1 1 0 0,0-1-1 0 0,0 0 0 0 0,-1 1 1 0 0,1-1-1 0 0,0 1 0 0 0,0-1 0 0 0,0 1 1 0 0,-1-1-1 0 0,1 0 0 0 0,0 1 1 0 0,0-2-1 0 0,5 1 722 0 0,26 2-765 0 0,-1 0-1 0 0,0 2 1 0 0,0 2 0 0 0,0 0 0 0 0,51 17 0 0 0,-57-16-22 0 0,-18 3 676 0 0,-7-6-345 0 0,1-7-152 0 0,-5 3 168 0 0,-20 0 9 0 0,0-1 1 0 0,1-1-1 0 0,-37-9 1 0 0,56 11-144 0 0,2-1-220 0 0,31-8-40 0 0,-18 5 18 0 0,4 2-34 0 0,2 4-6 0 0,8 0-25 0 0,-12 0 90 0 0,-1 1 1 0 0,0 0-1 0 0,0 1 1 0 0,0 0-1 0 0,13 5 1 0 0,-21-6-1 0 0,0 0-1 0 0,-1 0 1 0 0,1 0 0 0 0,-1 0-1 0 0,1 0 1 0 0,-1 1 0 0 0,0-1 0 0 0,1 1-1 0 0,-1-1 1 0 0,-1 1 0 0 0,4 6-1 0 0,-4-8-1 0 0,0 1 0 0 0,-1-1 0 0 0,1 1 0 0 0,-1-1 0 0 0,0 1 0 0 0,1 0 0 0 0,-1-1 0 0 0,0 1 0 0 0,0 0 0 0 0,0-1-1 0 0,0 1 1 0 0,0 0 0 0 0,0-1 0 0 0,-1 1 0 0 0,1 0 0 0 0,0-1 0 0 0,-1 1 0 0 0,1-1 0 0 0,-1 1 0 0 0,0-1 0 0 0,0 1-1 0 0,1-1 1 0 0,-1 1 0 0 0,0-1 0 0 0,0 1 0 0 0,0-1 0 0 0,0 0 0 0 0,-3 2 0 0 0,0 1 76 0 0,0 0-1 0 0,-1 0 1 0 0,1-1 0 0 0,-1 1 0 0 0,0-1-1 0 0,0 0 1 0 0,0-1 0 0 0,-1 1 0 0 0,-5 1-1 0 0,-16 4 241 0 0,0-2-1 0 0,0-1 1 0 0,0-2-1 0 0,-1 0 1 0 0,1-2-1 0 0,-1-1 1 0 0,0-1-1 0 0,-35-6 1 0 0,63 7-357 0 0,-1-1 1 0 0,1 1 0 0 0,-1-1 0 0 0,1 1 0 0 0,-1 0-1 0 0,1-1 1 0 0,-1 0 0 0 0,1 1 0 0 0,0-1 0 0 0,-1 1-1 0 0,1-1 1 0 0,0 1 0 0 0,0-1 0 0 0,0 0 0 0 0,-1 1-1 0 0,1-1 1 0 0,0 0 0 0 0,0 1 0 0 0,0-1 0 0 0,0 0-1 0 0,0 1 1 0 0,0-1 0 0 0,0 1 0 0 0,0-1 0 0 0,0 0-1 0 0,0 1 1 0 0,1-1 0 0 0,-1 0 0 0 0,0 1 0 0 0,0-1-1 0 0,1 1 1 0 0,-1-1 0 0 0,0 0 0 0 0,1 1 0 0 0,-1-1-1 0 0,0 1 1 0 0,1-1 0 0 0,-1 1 0 0 0,1-1 0 0 0,0 0 0 0 0,24-9-309 0 0,1 2 1 0 0,-1 0 0 0 0,2 2 0 0 0,-1 1 0 0 0,1 1 0 0 0,49-2-1 0 0,-39 6 114 0 0,-1 2 0 0 0,0 1 0 0 0,-1 1-1 0 0,56 15 1 0 0,-82-17 244 0 0,32 14-16 0 0,-40-16 24 0 0,0 1 0 0 0,0 0 0 0 0,1 0 0 0 0,-1 1 0 0 0,0-1 1 0 0,0 0-1 0 0,0 0 0 0 0,0 0 0 0 0,-1 1 0 0 0,1-1 0 0 0,0 1 0 0 0,0-1 0 0 0,-1 0 0 0 0,1 1 1 0 0,-1-1-1 0 0,1 1 0 0 0,-1-1 0 0 0,0 1 0 0 0,0-1 0 0 0,0 1 0 0 0,0 0 0 0 0,0 1 0 0 0,0-1 42 0 0,-1-1 0 0 0,1 1 0 0 0,-1 0 0 0 0,0-1 0 0 0,0 1 0 0 0,0-1 1 0 0,1 0-1 0 0,-1 1 0 0 0,-1-1 0 0 0,1 0 0 0 0,0 1 0 0 0,0-1 0 0 0,0 0 0 0 0,-1 0 0 0 0,1 0 0 0 0,-3 1 0 0 0,-33 21 985 0 0,28-18-676 0 0,-12 6-288 0 0,0 0 1 0 0,0-1-1 0 0,-1-1 1 0 0,-1-1-1 0 0,1-2 0 0 0,-1 0 1 0 0,-1-1-1 0 0,1-1 0 0 0,-33 1 1 0 0,54-5-437 0 0,0 0 0 0 0,-1 0-1 0 0,1 0 1 0 0,0-1 0 0 0,0 1 0 0 0,0-1 0 0 0,-1 1 0 0 0,1-1-1 0 0,0 0 1 0 0,0 0 0 0 0,0 0 0 0 0,0 0 0 0 0,0 0 0 0 0,0-1 0 0 0,0 1-1 0 0,1-1 1 0 0,-1 1 0 0 0,0-1 0 0 0,1 1 0 0 0,-1-1 0 0 0,1 0 0 0 0,-1 0-1 0 0,1 0 1 0 0,0 0 0 0 0,0 0 0 0 0,0 0 0 0 0,0 0 0 0 0,-1-3-1 0 0,-1-1-707 0 0,0 0-1 0 0,0 1 1 0 0,-1-1-1 0 0,0 1 1 0 0,-7-8-1 0 0,-65-41-4452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1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31 160 1201 0 0,'0'-1'135'0'0,"0"0"0"0"0,0 0 0 0 0,0 0 0 0 0,0 1 0 0 0,0-1 0 0 0,-1 0 0 0 0,1 0 0 0 0,0 0 0 0 0,-1 0 0 0 0,1 1 0 0 0,0-1 1 0 0,-1 0-1 0 0,1 0 0 0 0,-1 1 0 0 0,1-1 0 0 0,-1 0 0 0 0,1 1 0 0 0,-1-1 0 0 0,1 0 0 0 0,-1 1 0 0 0,0-1 0 0 0,1 1 1 0 0,-1-1-1 0 0,0 1 0 0 0,0-1 0 0 0,1 1 0 0 0,-1 0 0 0 0,0-1 0 0 0,0 1 0 0 0,0 0 0 0 0,-1-1 0 0 0,1 1 61 0 0,1 0 1 0 0,-1 0-1 0 0,0 0 0 0 0,1 0 0 0 0,-1 0 0 0 0,1-1 1 0 0,-1 1-1 0 0,1 0 0 0 0,-1 0 0 0 0,0-1 0 0 0,1 1 1 0 0,-1 0-1 0 0,1-1 0 0 0,-1 1 0 0 0,1-1 0 0 0,0 1 1 0 0,-1-1-1 0 0,1 1 0 0 0,-1-1 0 0 0,1 1 0 0 0,0-1 1 0 0,-1 1-1 0 0,1-1 0 0 0,0 1 0 0 0,0-1 0 0 0,-1 1 1 0 0,1-1-1 0 0,0 0 0 0 0,0 1 0 0 0,0-2 0 0 0,47 3 2285 0 0,-20-1-2267 0 0,717-36-428 0 0,-716 33-6 0 0,0-1 0 0 0,0-2 0 0 0,0 0 0 0 0,0-2 0 0 0,-1-1 0 0 0,37-18 0 0 0,-64 27 213 0 0,23-7-1167 0 0,-4 1-966 0 0,0-1-2683 0 0,6-1 1301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6:2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0 880 0 0,'0'14'4643'0'0,"-30"5"-321"0"0,0 12-1841 0 0,-1 13-1601 0 0,31 27-1360 0 0,31 12 0 0 0,-1 24 560 0 0,-30 1 80 0 0,30-25-80 0 0,0-26-240 0 0,0-12-881 0 0,0-7-2640 0 0,1-25-3763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3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69 5683 0 0,'-45'11'3157'0'0,"-24"-8"-20"0"0,67-3-3109 0 0,-3 0 746 0 0,35-11-380 0 0,-24 10-348 0 0,33-6 23 0 0,1 3 1 0 0,0 1-1 0 0,44 4 0 0 0,-51-1-39 0 0,235-6-214 0 0,-94-3-2713 0 0,-129 3-132 0 0,-44 6 2880 0 0,0-1 0 0 0,0 1 0 0 0,0 0 0 0 0,0-1 0 0 0,0 1 0 0 0,0-1 0 0 0,0 1 0 0 0,0-1 0 0 0,0 1 0 0 0,0-1 1 0 0,0 0-1 0 0,-1 1 0 0 0,1-1 0 0 0,0 0 0 0 0,0 0 0 0 0,-1 0 0 0 0,1 0 0 0 0,-1 1 0 0 0,1-1 0 0 0,0 0 0 0 0,-1 0 0 0 0,0 0 0 0 0,1 0 1 0 0,-1 0-1 0 0,0 0 0 0 0,1 0 0 0 0,-1 0 0 0 0,0-1 0 0 0,0 0 0 0 0,0-11-2079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1441 0 0,'0'0'6723'0'0,"0"14"-5443"0"0,24 5-399 0 0,-24 50 159 0 0,60 27-400 0 0,-30-7-399 0 0,1-7-161 0 0,-1-11-80 0 0,0-13 0 0 0,-30-20-240 0 0,30-20-321 0 0,0-5-1119 0 0,1-26-3843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0 331 1201 0 0,'0'-16'8263'0'0,"0"-19"-5121"0"0,1 34-3123 0 0,-1-1 1 0 0,1 1 0 0 0,-1 0 0 0 0,1-1-1 0 0,0 1 1 0 0,0 0 0 0 0,-1 0-1 0 0,1-1 1 0 0,0 1 0 0 0,0 0-1 0 0,0 0 1 0 0,0 0 0 0 0,0 0-1 0 0,0 0 1 0 0,1 0 0 0 0,-1 1-1 0 0,0-1 1 0 0,0 0 0 0 0,3 0 0 0 0,1-2 13 0 0,18-21-66 0 0,-16 17-4 0 0,-1 1 0 0 0,0-1-1 0 0,0 0 1 0 0,0-1 0 0 0,-1 1-1 0 0,6-12 1 0 0,-2 5-5 0 0,-7 12 43 0 0,-1 0 0 0 0,1-1 0 0 0,0 1 0 0 0,-1-1 0 0 0,0 1 0 0 0,1-1 0 0 0,-1 0 0 0 0,0 0 0 0 0,0 0 0 0 0,-1 1 0 0 0,1-1 0 0 0,-1 0 0 0 0,1 0 0 0 0,-1-4 0 0 0,0-72 1133 0 0,0 78-1121 0 0,0 0 0 0 0,0 0-1 0 0,0 0 1 0 0,0 0 0 0 0,0 1-1 0 0,1-1 1 0 0,-1 0-1 0 0,0 0 1 0 0,0 0 0 0 0,1 1-1 0 0,-1-1 1 0 0,0 0 0 0 0,1 0-1 0 0,-1 1 1 0 0,1-1 0 0 0,-1 0-1 0 0,1 0 1 0 0,-1 1 0 0 0,1-1-1 0 0,0 1 1 0 0,-1-1-1 0 0,1 1 1 0 0,0-1 0 0 0,-1 1-1 0 0,1-1 1 0 0,0 1 0 0 0,0-1-1 0 0,0 1 1 0 0,-1 0 0 0 0,1 0-1 0 0,0-1 1 0 0,0 1 0 0 0,1 0-1 0 0,-1 0-3 0 0,-1 0-1 0 0,1 0 1 0 0,-1 0 0 0 0,1 0-1 0 0,-1-1 1 0 0,1 1 0 0 0,-1 0-1 0 0,1 0 1 0 0,-1 0 0 0 0,1-1-1 0 0,-1 1 1 0 0,1 0 0 0 0,-1 0-1 0 0,1-1 1 0 0,-1 1 0 0 0,0 0-1 0 0,1-1 1 0 0,-1 1 0 0 0,1-1-1 0 0,-1 1 1 0 0,0 0 0 0 0,0-1-1 0 0,1 1 1 0 0,-1-1 0 0 0,0 1-1 0 0,0-1 1 0 0,1 1 0 0 0,-1-1-1 0 0,0 1 1 0 0,0-1 0 0 0,0 0-1 0 0,0 0 86 0 0,5 24 253 0 0,81 166-1188 0 0,-77-169 960 0 0,-2 0-1 0 0,0 1 1 0 0,5 24 0 0 0,-7-24-86 0 0,1-1 0 0 0,13 32 0 0 0,-18-50-113 0 0,0 0 0 0 0,1 0 0 0 0,-1 0 0 0 0,0 0 0 0 0,1-1 0 0 0,-1 1 1 0 0,1 0-1 0 0,-1-1 0 0 0,1 1 0 0 0,0-1 0 0 0,-1 0 0 0 0,1 1 0 0 0,0-1 0 0 0,0 0 1 0 0,0 0-1 0 0,0 0 0 0 0,0 0 0 0 0,1-1 0 0 0,-1 1 0 0 0,0-1 0 0 0,0 1 0 0 0,0-1 1 0 0,1 0-1 0 0,-1 1 0 0 0,0-1 0 0 0,0 0 0 0 0,1-1 0 0 0,-1 1 0 0 0,0 0 0 0 0,0-1 1 0 0,0 1-1 0 0,0-1 0 0 0,4-1 0 0 0,0 0-324 0 0,-1 0 1 0 0,0 0-1 0 0,1-1 0 0 0,-1 0 1 0 0,0 0-1 0 0,0 0 0 0 0,-1-1 1 0 0,1 0-1 0 0,-1 1 0 0 0,1-2 0 0 0,-1 1 1 0 0,4-6-1 0 0,-3-11-2504 0 0,-5-4 334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0 560 0 0,'-1'3'9777'0'0,"7"17"-8295"0"0,8 2-1145 0 0,1 0 1 0 0,0-1 0 0 0,2-1 0 0 0,28 26-1 0 0,15 20 189 0 0,-14 0-139 0 0,-34-47-329 0 0,1-1 1 0 0,1-1 0 0 0,0 0 0 0 0,23 19-1 0 0,-9-14-226 0 0,-23-18 200 0 0,1 0-1 0 0,-1 0 1 0 0,0 0 0 0 0,0 0 0 0 0,0 1 0 0 0,-1 0 0 0 0,6 8 0 0 0,-8-10-416 0 0,0 0 0 0 0,-1 1 1 0 0,1-1-1 0 0,-1 1 0 0 0,0-1 0 0 0,0 1 0 0 0,0 0 1 0 0,-1-1-1 0 0,1 1 0 0 0,-1 7 0 0 0,-5-5-3564 0 0,-20 0-2602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61 192 1681 0 0,'-31'0'6643'0'0,"1"0"-2641"0"0,30-7-2802 0 0,30 1-399 0 0,1 0-321 0 0,-1-13-320 0 0,30-6-400 0 0,-30-8-721 0 0,31 8-1680 0 0,-31-7-1361 0 0,0 7 321 0 0,0 11 799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2161 0 0,'0'19'2881'0'0,"-31"-1"-2400"0"0,31-11-1042 0 0,0-14-719 0 0,31 20 239 0 0,-31-19-1200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7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52 400 0 0,'-4'-32'7326'0'0,"3"31"-7208"0"0,0 0 0 0 0,1 0 0 0 0,-1 0 0 0 0,0 0 0 0 0,0 1 0 0 0,0-1 0 0 0,0 0-1 0 0,0 1 1 0 0,0-1 0 0 0,0 0 0 0 0,0 1 0 0 0,0-1 0 0 0,0 1 0 0 0,0 0 0 0 0,0-1 0 0 0,0 1 0 0 0,0 0 0 0 0,0 0 0 0 0,-2-1 0 0 0,3 1-59 0 0,0 0 1 0 0,0 0 0 0 0,0 0 0 0 0,1 0 0 0 0,-1 0 0 0 0,0-1 0 0 0,0 1 0 0 0,0 0 0 0 0,0 0-1 0 0,0 0 1 0 0,0 0 0 0 0,0 0 0 0 0,0-1 0 0 0,1 1 0 0 0,-1 0 0 0 0,0 0 0 0 0,0 0-1 0 0,0 0 1 0 0,0-1 0 0 0,0 1 0 0 0,0 0 0 0 0,0 0 0 0 0,0 0 0 0 0,0 0 0 0 0,0-1-1 0 0,0 1 1 0 0,0 0 0 0 0,0 0 0 0 0,0 0 0 0 0,0 0 0 0 0,0-1 0 0 0,-1 1 0 0 0,1 0 0 0 0,0 0-1 0 0,0 0 1 0 0,0 0 0 0 0,0 0 0 0 0,0-1 0 0 0,0 1 0 0 0,0 0 0 0 0,0 0 0 0 0,-1 0-1 0 0,1 0 1 0 0,0 0 0 0 0,0-1-62 0 0,1 1-6 0 0,0 0-1 0 0,0 0 1 0 0,0 0-1 0 0,0-1 1 0 0,0 1-1 0 0,0 0 1 0 0,0 0 0 0 0,0 0-1 0 0,0 0 1 0 0,0 1-1 0 0,0-1 1 0 0,0 0-1 0 0,0 0 1 0 0,0 1-1 0 0,0-1 1 0 0,0 0-1 0 0,0 1 1 0 0,0-1 0 0 0,0 1-1 0 0,0-1 1 0 0,-1 1-1 0 0,1 0 1 0 0,0-1-1 0 0,1 2 1 0 0,-1-1 0 0 0,0 0 1 0 0,0 0 0 0 0,0 0 0 0 0,0 0-1 0 0,0 0 1 0 0,0 0 0 0 0,0-1 0 0 0,0 1-1 0 0,0 0 1 0 0,0-1 0 0 0,0 1-1 0 0,1-1 1 0 0,-1 1 0 0 0,0-1 0 0 0,0 0-1 0 0,1 0 1 0 0,1 1 0 0 0,5 2-22 0 0,-2 0 25 0 0,-1 0 1 0 0,1 1-1 0 0,-1-1 1 0 0,0 1-1 0 0,0 0 1 0 0,0 1-1 0 0,-1-1 1 0 0,0 1 0 0 0,0 0-1 0 0,0 0 1 0 0,0 1-1 0 0,-1-1 1 0 0,0 1-1 0 0,0-1 1 0 0,0 1-1 0 0,-1 0 1 0 0,0 0-1 0 0,0 0 1 0 0,2 9 0 0 0,0 11 63 0 0,0-1 1 0 0,-2 1-1 0 0,0 38 1 0 0,-3-51-22 0 0,0 0 0 0 0,-1 0-1 0 0,0 0 1 0 0,-9 23 0 0 0,3-5 34 0 0,6-23-9 0 0,0 1 1 0 0,0-1-1 0 0,-1 0 1 0 0,0 0-1 0 0,-1 0 1 0 0,0 0-1 0 0,0 0 1 0 0,0-1-1 0 0,-1 0 1 0 0,0 0-1 0 0,0 0 1 0 0,-1 0-1 0 0,0-1 1 0 0,0 0-1 0 0,-1 0 0 0 0,0-1 1 0 0,-14 10-1 0 0,14-12-4 0 0,0 0 0 0 0,0-1 0 0 0,-1 0 0 0 0,1 0 0 0 0,-1 0 0 0 0,1-1 0 0 0,-1 0 0 0 0,1 0 0 0 0,-1-1 0 0 0,0 0 0 0 0,1 0 0 0 0,-1-1 0 0 0,-9-2 0 0 0,15 3-59 0 0,-10-3-49 0 0,0-1 0 0 0,0 0 0 0 0,0 0 0 0 0,0-1 0 0 0,1-1 0 0 0,0 0 0 0 0,-18-13 0 0 0,20 13 18 0 0,3 2 23 0 0,1-1-1 0 0,1 0 1 0 0,-1-1-1 0 0,1 1 1 0 0,0-1-1 0 0,0 0 1 0 0,0 0-1 0 0,1 0 1 0 0,0 0-1 0 0,0-1 1 0 0,1 1-1 0 0,-1-1 1 0 0,2 0-1 0 0,-1 0 1 0 0,-1-10-1 0 0,23-49-58 0 0,-20 66 65 0 0,0-1 1 0 0,0 1 0 0 0,0-1 0 0 0,0 1 0 0 0,0-1 0 0 0,0 1 0 0 0,0-1 0 0 0,0 1 0 0 0,1-1 0 0 0,-1 1-1 0 0,0 0 1 0 0,0-1 0 0 0,0 1 0 0 0,0-1 0 0 0,1 1 0 0 0,-1-1 0 0 0,0 1 0 0 0,0 0 0 0 0,1-1 0 0 0,-1 1 0 0 0,0 0-1 0 0,1-1 1 0 0,-1 1 0 0 0,0 0 0 0 0,1-1 0 0 0,-1 1 0 0 0,0 0 0 0 0,1 0 0 0 0,-1-1 0 0 0,1 1 0 0 0,-1 0 0 0 0,0 0-1 0 0,1 0 1 0 0,-1 0 0 0 0,1 0 0 0 0,-1-1 0 0 0,1 1 0 0 0,-1 0 0 0 0,1 0 0 0 0,-1 0 0 0 0,1 0 0 0 0,-1 0-1 0 0,0 0 1 0 0,2 1 0 0 0,20 8 98 0 0,-16-6-61 0 0,1 0 0 0 0,1 0 1 0 0,-1 0-1 0 0,0-1 0 0 0,12 2 0 0 0,17 5 60 0 0,311 110 557 0 0,-290-106-910 0 0,-55-13 200 0 0,0 0 0 0 0,0 0 0 0 0,0 0 0 0 0,0-1 0 0 0,1 1 0 0 0,-1 0 0 0 0,0-1 0 0 0,0 0 0 0 0,0 1 0 0 0,0-1 0 0 0,0 0 0 0 0,0 0-1 0 0,-1 0 1 0 0,1 0 0 0 0,0 0 0 0 0,0 0 0 0 0,-1-1 0 0 0,3-1 0 0 0,-3 0-52 0 0,1 1 1 0 0,-1-1-1 0 0,0 1 0 0 0,0-1 0 0 0,-1 0 0 0 0,1 1 1 0 0,0-1-1 0 0,-1 0 0 0 0,0 0 0 0 0,0 1 1 0 0,1-1-1 0 0,-2 0 0 0 0,1 0 0 0 0,0 0 0 0 0,-2-4 1 0 0,1-21-1370 0 0,1-85-5313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152 173 320 0 0,'-31'-23'3709'0'0,"2"1"-521"0"0,25 20-2973 0 0,0 0 0 0 0,0 1 1 0 0,1-1-1 0 0,0 0 1 0 0,-1-1-1 0 0,1 1 0 0 0,0-1 1 0 0,0 1-1 0 0,0-1 1 0 0,0 0-1 0 0,0 0 1 0 0,1 0-1 0 0,0 0 0 0 0,-1-1 1 0 0,1 1-1 0 0,0-1 1 0 0,1 1-1 0 0,-1-1 0 0 0,1 0 1 0 0,-1 0-1 0 0,1 0 1 0 0,0 0-1 0 0,0 1 0 0 0,1-1 1 0 0,-1 0-1 0 0,1-7 1 0 0,1 8-197 0 0,0 1 1 0 0,0 0 0 0 0,0 1 0 0 0,1-1 0 0 0,-1 0-1 0 0,0 0 1 0 0,1 0 0 0 0,-1 1 0 0 0,1-1-1 0 0,0 1 1 0 0,-1-1 0 0 0,1 1 0 0 0,0 0-1 0 0,0 0 1 0 0,0 0 0 0 0,0 0 0 0 0,0 0 0 0 0,0 0-1 0 0,0 0 1 0 0,1 0 0 0 0,-1 1 0 0 0,0 0-1 0 0,0-1 1 0 0,0 1 0 0 0,4 0 0 0 0,4-2-38 0 0,1 0 1 0 0,0 1-1 0 0,-1 0 1 0 0,20 2-1 0 0,-17 0 48 0 0,-1 2 0 0 0,1 0-1 0 0,-1 0 1 0 0,1 1-1 0 0,-1 1 1 0 0,-1 0-1 0 0,1 0 1 0 0,-1 1-1 0 0,1 1 1 0 0,11 9-1 0 0,-17-11 10 0 0,0-1 0 0 0,-1 1 1 0 0,0 0-1 0 0,0 0 0 0 0,-1 1 0 0 0,1 0 0 0 0,-1 0 0 0 0,0 0 0 0 0,-1 0 0 0 0,0 0 1 0 0,1 1-1 0 0,-2-1 0 0 0,1 1 0 0 0,-1 0 0 0 0,0 0 0 0 0,-1 0 0 0 0,0 0 0 0 0,0 0 1 0 0,0 8-1 0 0,-1-13-19 0 0,0 1 1 0 0,0-1-1 0 0,0 0 1 0 0,0 1 0 0 0,-1-1-1 0 0,1 0 1 0 0,-1 0-1 0 0,0 1 1 0 0,1-1 0 0 0,-1 0-1 0 0,0 0 1 0 0,0 0-1 0 0,-1 0 1 0 0,1 0-1 0 0,0 0 1 0 0,-1 0 0 0 0,1 0-1 0 0,-3 1 1 0 0,-4 7 108 0 0,5-6-95 0 0,1-1 0 0 0,-1 0 1 0 0,-1 0-1 0 0,1 0 0 0 0,0 0 0 0 0,-1-1 1 0 0,1 1-1 0 0,-1-1 0 0 0,0 0 0 0 0,1 0 1 0 0,-1 0-1 0 0,-8 1 0 0 0,1 1 115 0 0,-1-1 0 0 0,1-1 0 0 0,-1 0 0 0 0,-18 0 0 0 0,9-2 20 0 0,0-1-1 0 0,0-1 1 0 0,0 0-1 0 0,1-2 1 0 0,-25-6-1 0 0,5-8-245 0 0,38 17 73 0 0,1 0-1 0 0,0 0 1 0 0,-1 0 0 0 0,1 0-1 0 0,0 0 1 0 0,-1 0-1 0 0,1-1 1 0 0,0 1 0 0 0,0 0-1 0 0,0-1 1 0 0,0 1-1 0 0,0-1 1 0 0,1 1 0 0 0,-1-1-1 0 0,0 0 1 0 0,1 1-1 0 0,-1-1 1 0 0,1 0 0 0 0,0 1-1 0 0,-1-1 1 0 0,1-2 0 0 0,1 3-4 0 0,0 0 1 0 0,0 0-1 0 0,1 0 1 0 0,-1 0 0 0 0,0 0-1 0 0,0 1 1 0 0,1-1-1 0 0,-1 0 1 0 0,0 1 0 0 0,1 0-1 0 0,-1-1 1 0 0,1 1 0 0 0,-1 0-1 0 0,1-1 1 0 0,-1 1-1 0 0,1 0 1 0 0,1 0 0 0 0,36-2-7 0 0,-9 6 61 0 0,-1 1 1 0 0,51 15-1 0 0,-48-11 11 0 0,420 142 395 0 0,-443-148-639 0 0,-1-1 0 0 0,1 1 0 0 0,0-2 0 0 0,0 1 0 0 0,0-1 0 0 0,13 0 0 0 0,56-5-5452 0 0,-24 1-3095 0 0,-49 3 7025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4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289 374 1281 0 0,'-28'7'2995'0'0,"20"-5"-2325"0"0,1 0 0 0 0,-1-1 0 0 0,1 1 1 0 0,-1-1-1 0 0,0-1 0 0 0,0 0 1 0 0,1 0-1 0 0,-1 0 0 0 0,-10-3 0 0 0,17 3-640 0 0,0-1-1 0 0,1 0 0 0 0,-1 0 0 0 0,1 0 0 0 0,-1 0 0 0 0,1 1 1 0 0,-1-1-1 0 0,1 0 0 0 0,0 0 0 0 0,-1 0 0 0 0,1 0 1 0 0,0 0-1 0 0,0 0 0 0 0,0 0 0 0 0,0 0 0 0 0,0 0 0 0 0,0 0 1 0 0,0 0-1 0 0,0 0 0 0 0,0 0 0 0 0,0 0 0 0 0,0 0 0 0 0,1 0 1 0 0,-1 0-1 0 0,0 0 0 0 0,1 0 0 0 0,-1 0 0 0 0,1 0 1 0 0,-1 0-1 0 0,1 0 0 0 0,1-1 0 0 0,8-6-35 0 0,1 1 0 0 0,1 0 0 0 0,-1 0 1 0 0,1 1-1 0 0,1 0 0 0 0,-1 1 0 0 0,1 1 0 0 0,20-5 0 0 0,-27 7 10 0 0,0 1 0 0 0,-1 0 0 0 0,1 1 1 0 0,0-1-1 0 0,0 1 0 0 0,-1 0 0 0 0,1 0 0 0 0,0 1 0 0 0,0 0 0 0 0,-1 0 0 0 0,1 0 0 0 0,-1 1 0 0 0,1-1 0 0 0,-1 1 1 0 0,1 1-1 0 0,-1-1 0 0 0,0 1 0 0 0,0 0 0 0 0,0 0 0 0 0,-1 0 0 0 0,1 1 0 0 0,-1 0 0 0 0,1 0 0 0 0,-1 0 0 0 0,6 9 0 0 0,-1-1 54 0 0,-2 1-1 0 0,1-1 0 0 0,4 15 1 0 0,-9-22-30 0 0,-1 1 1 0 0,0-1-1 0 0,-1 1 1 0 0,0-1-1 0 0,1 1 1 0 0,-2 0 0 0 0,1 0-1 0 0,-1-1 1 0 0,1 1-1 0 0,-2 0 1 0 0,1 0-1 0 0,-2 5 1 0 0,2-8-9 0 0,-1 0 0 0 0,0-1 0 0 0,0 1 0 0 0,0-1 0 0 0,-1 1 1 0 0,1-1-1 0 0,-1 0 0 0 0,1 1 0 0 0,-1-1 0 0 0,0 0 0 0 0,0 0 0 0 0,0 0 0 0 0,0 0 1 0 0,0-1-1 0 0,0 1 0 0 0,0 0 0 0 0,-1-1 0 0 0,1 0 0 0 0,-1 1 0 0 0,1-1 0 0 0,-1 0 1 0 0,1 0-1 0 0,-1-1 0 0 0,0 1 0 0 0,-3 0 0 0 0,-7 1 93 0 0,0 0 1 0 0,1-2-1 0 0,-1 0 1 0 0,-14-1-1 0 0,18 1 11 0 0,-15-2 42 0 0,0-1 0 0 0,0 0 0 0 0,0-2 1 0 0,1-1-1 0 0,0-1 0 0 0,-22-9 0 0 0,33 11-93 0 0,0-1 0 0 0,0 0-1 0 0,0 0 1 0 0,1-2-1 0 0,0 1 1 0 0,1-1 0 0 0,0-1-1 0 0,0 0 1 0 0,1 0-1 0 0,0-1 1 0 0,0 0 0 0 0,-9-16-1 0 0,15 23-66 0 0,1 0 0 0 0,0 0 0 0 0,1-1 1 0 0,-1 1-1 0 0,1-1 0 0 0,-1 0 0 0 0,1 1 0 0 0,0-1 0 0 0,0 0 0 0 0,1 0 0 0 0,-1 0 0 0 0,1 0 0 0 0,0 0 0 0 0,0 1 0 0 0,0-1 0 0 0,0 0 0 0 0,1 0 0 0 0,0 0 0 0 0,0 0 1 0 0,0 1-1 0 0,2-7 0 0 0,1 4-5 0 0,0 0 0 0 0,0 0 0 0 0,1 1 0 0 0,-1 0 0 0 0,1-1 0 0 0,1 1 0 0 0,-1 1 0 0 0,1-1 0 0 0,0 1 0 0 0,0 0 0 0 0,0 0 0 0 0,13-5 0 0 0,16-6 132 0 0,0 2 0 0 0,1 1 0 0 0,1 2 0 0 0,0 1-1 0 0,0 2 1 0 0,76-4 0 0 0,-49 9-606 0 0,0 3 1 0 0,-1 2-1 0 0,84 16 1 0 0,-118-14 461 0 0,-1 1 0 0 0,0 2 1 0 0,-1 1-1 0 0,42 19 0 0 0,-64-25 3 0 0,0 0 1 0 0,0 0-1 0 0,0 1 0 0 0,-1-1 1 0 0,1 1-1 0 0,-1 0 0 0 0,0 0 0 0 0,0 1 1 0 0,-1-1-1 0 0,1 1 0 0 0,-1 0 0 0 0,0 0 1 0 0,0 0-1 0 0,-1 0 0 0 0,0 1 0 0 0,4 10 1 0 0,-5-13 40 0 0,-1 0 0 0 0,1 0 0 0 0,0 1 1 0 0,-1-1-1 0 0,0 0 0 0 0,0 1 1 0 0,0-1-1 0 0,0 0 0 0 0,0 1 0 0 0,-1-1 1 0 0,0 0-1 0 0,1 0 0 0 0,-1 0 1 0 0,0 1-1 0 0,-1-1 0 0 0,1 0 0 0 0,0 0 1 0 0,-1 0-1 0 0,0-1 0 0 0,0 1 1 0 0,0 0-1 0 0,0-1 0 0 0,0 1 0 0 0,0-1 1 0 0,-1 1-1 0 0,1-1 0 0 0,-6 3 1 0 0,-7 4 140 0 0,-1-2 0 0 0,0 0 0 0 0,0 0 1 0 0,-1-2-1 0 0,0 0 0 0 0,0-1 1 0 0,-26 3-1 0 0,4-3 6 0 0,-1-1 0 0 0,-51-4 0 0 0,59 0-142 0 0,1-2 1 0 0,-1-1-1 0 0,0-2 1 0 0,1-1-1 0 0,-42-15 1 0 0,64 19-40 0 0,-1-1 1 0 0,1 0 0 0 0,0-1 0 0 0,1 0 0 0 0,-1-1-1 0 0,1 1 1 0 0,0-2 0 0 0,0 1 0 0 0,1-1 0 0 0,-1 0 0 0 0,2-1-1 0 0,-1 1 1 0 0,1-2 0 0 0,0 1 0 0 0,1 0 0 0 0,0-1-1 0 0,0 0 1 0 0,1 0 0 0 0,0-1 0 0 0,-5-19 0 0 0,8 24 66 0 0,0 0 1 0 0,0 0 0 0 0,1-1 0 0 0,0 1 0 0 0,0 0 0 0 0,0-1 0 0 0,1 1-1 0 0,-1 0 1 0 0,1-1 0 0 0,0 1 0 0 0,1 0 0 0 0,-1 0 0 0 0,1 0-1 0 0,0 0 1 0 0,1 0 0 0 0,-1 0 0 0 0,1 1 0 0 0,0-1 0 0 0,0 1 0 0 0,0 0-1 0 0,1 0 1 0 0,4-4 0 0 0,7-7-151 0 0,2 2 0 0 0,0 0-1 0 0,0 1 1 0 0,24-12 0 0 0,-38 22 35 0 0,11-5-30 0 0,0 0 1 0 0,0 1 0 0 0,1 1-1 0 0,0 0 1 0 0,0 1 0 0 0,0 1-1 0 0,0 0 1 0 0,0 1-1 0 0,1 1 1 0 0,-1 0 0 0 0,1 1-1 0 0,0 1 1 0 0,-1 0 0 0 0,0 1-1 0 0,21 5 1 0 0,-33-6 113 0 0,0-1 1 0 0,0 1 0 0 0,1 0-1 0 0,-1 0 1 0 0,0 0-1 0 0,0 1 1 0 0,0-1-1 0 0,0 1 1 0 0,0-1 0 0 0,-1 1-1 0 0,1 0 1 0 0,0 0-1 0 0,-1 0 1 0 0,1 1-1 0 0,-1-1 1 0 0,0 1 0 0 0,0-1-1 0 0,0 1 1 0 0,0 0-1 0 0,0-1 1 0 0,0 1-1 0 0,-1 0 1 0 0,0 0 0 0 0,1 0-1 0 0,-1 1 1 0 0,1 4-1 0 0,-1 1 175 0 0,0 1 0 0 0,-1-1 1 0 0,0 0-1 0 0,0 1 0 0 0,-1-1 0 0 0,0 0 0 0 0,-4 14 0 0 0,3-17-124 0 0,0 0-1 0 0,0-1 1 0 0,0 1-1 0 0,-1 0 1 0 0,0-1-1 0 0,0 1 1 0 0,0-1-1 0 0,-1 0 1 0 0,0 0-1 0 0,0-1 1 0 0,0 1-1 0 0,0-1 1 0 0,-1 0-1 0 0,0 0 1 0 0,-6 4-1 0 0,-7 4-308 0 0,0-2 1 0 0,-37 16-1 0 0,36-17-63 0 0,3-2 217 0 0,0-1 0 0 0,0 0 0 0 0,-1-1 0 0 0,0-1 0 0 0,0-1 0 0 0,0 0 1 0 0,0-1-1 0 0,-21 0 0 0 0,27-3-102 0 0,0 1 0 0 0,-1-2 0 0 0,1 1 0 0 0,0-2 0 0 0,0 1 1 0 0,0-1-1 0 0,0-1 0 0 0,1 0 0 0 0,-1-1 0 0 0,1 0 0 0 0,0 0 0 0 0,-15-12 0 0 0,22 16 27 0 0,1-1 1 0 0,0 1-1 0 0,0-1 0 0 0,0 0 0 0 0,0 0 1 0 0,0 0-1 0 0,0 0 0 0 0,0 0 0 0 0,0-1 0 0 0,1 1 1 0 0,-1 0-1 0 0,1-1 0 0 0,0 1 0 0 0,0-1 1 0 0,-1 0-1 0 0,2 1 0 0 0,-1-1 0 0 0,0 0 0 0 0,1 1 1 0 0,-1-1-1 0 0,1 0 0 0 0,0 0 0 0 0,0 0 0 0 0,0 1 1 0 0,0-1-1 0 0,0 0 0 0 0,1 0 0 0 0,-1 0 1 0 0,1 1-1 0 0,1-5 0 0 0,2-1-511 0 0,0 0 0 0 0,1 0 0 0 0,0 1 0 0 0,0-1 0 0 0,1 1 0 0 0,0 0 0 0 0,7-6-1 0 0,22-29-5653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0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61 135 1361 0 0,'-30'-58'3841'0'0,"-1"8"-3200"0"0,31 23-3923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1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799 496 1281 0 0,'-7'5'451'0'0,"0"-1"0"0"0,-1 0 0 0 0,1-1 0 0 0,-1 0 1 0 0,0 0-1 0 0,0 0 0 0 0,0-1 0 0 0,-1-1 1 0 0,1 1-1 0 0,0-1 0 0 0,-11 0 0 0 0,-25 5 1325 0 0,26-3-869 0 0,1-1 0 0 0,-29 0 0 0 0,41-7 274 0 0,14-1-763 0 0,12-1-163 0 0,175-29 668 0 0,227-13 1 0 0,-339 41-770 0 0,621-23-26 0 0,-531 28-189 0 0,-99 0-5 0 0,177 6-335 0 0,-230 1 355 0 0,-39-1 79 0 0,-48 1 60 0 0,-242 5 694 0 0,-550 59 3036 0 0,26 0-243 0 0,455-66-2966 0 0,310-9-788 0 0,65 7 171 0 0,1 0 0 0 0,0 0 0 0 0,0 0 0 0 0,0 0 0 0 0,-1 0 0 0 0,1 0 0 0 0,0 0 0 0 0,0 0 0 0 0,0 0 0 0 0,-1 0 0 0 0,1 0 0 0 0,0 0 0 0 0,0-1 0 0 0,0 1 0 0 0,-1 0 0 0 0,1 0 0 0 0,0 0-1 0 0,0 0 1 0 0,0 0 0 0 0,0 0 0 0 0,0 0 0 0 0,-1-1 0 0 0,1 1 0 0 0,0 0 0 0 0,0 0 0 0 0,0 0 0 0 0,0 0 0 0 0,0-1 0 0 0,0 1 0 0 0,0 0 0 0 0,0 0 0 0 0,-1 0 0 0 0,1-1 0 0 0,0 1 0 0 0,0 0 0 0 0,0 0-1 0 0,0 0 1 0 0,0 0 0 0 0,0-1 0 0 0,0 1 0 0 0,0 0 0 0 0,0 0 0 0 0,0 0 0 0 0,0-1 0 0 0,0 1 0 0 0,1 0 0 0 0,19-10-120 0 0,324-76 63 0 0,-281 73 66 0 0,1022-199-473 0 0,-570 135-1175 0 0,-394 65 224 0 0,2 5 0 0 0,133 9 0 0 0,-236-1 1135 0 0,0 0 1 0 0,0 2-1 0 0,0 1 0 0 0,36 11 0 0 0,-55-15 284 0 0,0 0 0 0 0,0 0-1 0 0,0 0 1 0 0,0 1 0 0 0,0-1-1 0 0,0 0 1 0 0,-1 1 0 0 0,1-1-1 0 0,0 1 1 0 0,0-1 0 0 0,0 1-1 0 0,0 0 1 0 0,-1-1 0 0 0,1 1-1 0 0,0 0 1 0 0,-1-1 0 0 0,1 1-1 0 0,-1 0 1 0 0,1 0 0 0 0,0 0-1 0 0,-1-1 1 0 0,0 1 0 0 0,1 0-1 0 0,-1 0 1 0 0,1 0 0 0 0,-1 0-1 0 0,0 0 1 0 0,0 0 0 0 0,0 0-1 0 0,1 0 1 0 0,-1 0 0 0 0,0 0-1 0 0,0 0 1 0 0,0 0 0 0 0,-1 0-1 0 0,1 0 1 0 0,0 0 0 0 0,0 0-1 0 0,0-1 1 0 0,-1 1 0 0 0,1 0-1 0 0,0 0 1 0 0,-1 0 0 0 0,1 0-1 0 0,-1 0 1 0 0,1 0 0 0 0,-1-1-1 0 0,1 1 1 0 0,-1 0 0 0 0,0 0-1 0 0,1-1 1 0 0,-1 1 0 0 0,0 0-1 0 0,0-1 1 0 0,0 1 0 0 0,1-1-1 0 0,-1 1 1 0 0,0-1 0 0 0,-1 1-1 0 0,-13 9 190 0 0,0 0-1 0 0,-1-1 0 0 0,0 0 0 0 0,0-1 1 0 0,-19 5-1 0 0,-113 35 1063 0 0,-818 172 3817 0 0,966-220-5068 0 0,-107 22 332 0 0,-2-4 0 0 0,-157 6 1 0 0,206-30-374 0 0,60 6 35 0 0,-1 0 0 0 0,1 0 1 0 0,0 0-1 0 0,-1 0 1 0 0,1 0-1 0 0,0 0 1 0 0,-1 0-1 0 0,1 0 1 0 0,0 0-1 0 0,-1 0 1 0 0,1 0-1 0 0,0-1 1 0 0,-1 1-1 0 0,1 0 1 0 0,0 0-1 0 0,0 0 1 0 0,-1-1-1 0 0,1 1 1 0 0,0 0-1 0 0,0 0 1 0 0,-1-1-1 0 0,1 1 1 0 0,0 0-1 0 0,0 0 0 0 0,0-1 1 0 0,-1 1-1 0 0,1 0 1 0 0,0-1-1 0 0,0 1 1 0 0,0 0-1 0 0,0-1 1 0 0,0 1-1 0 0,0 0 1 0 0,0-1-1 0 0,0 1 1 0 0,0 0-1 0 0,0-1 1 0 0,0 1-1 0 0,0 0 1 0 0,0-1-1 0 0,0 1 1 0 0,0 0-1 0 0,0-1 1 0 0,0 1-1 0 0,0 0 1 0 0,0-1-1 0 0,0 1 1 0 0,0 0-1 0 0,1-1 0 0 0,-1 1 1 0 0,0 0-1 0 0,0 0 1 0 0,0-1-1 0 0,1 1 1 0 0,-1 0-1 0 0,0-1 1 0 0,0 1-1 0 0,1 0 1 0 0,3-5-30 0 0,0 1 1 0 0,0 0 0 0 0,0 0-1 0 0,0 0 1 0 0,1 1 0 0 0,0-1-1 0 0,5-2 1 0 0,61-35 38 0 0,1 3 1 0 0,101-37-1 0 0,174-47-1210 0 0,-220 79 73 0 0,349-112-8873 0 0,-290 99 1068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140 198 880 0 0,'-21'0'2634'0'0,"11"-1"-1607"0"0,-1 1-1 0 0,0 0 1 0 0,1 1-1 0 0,-1 0 1 0 0,1 0-1 0 0,-1 1 1 0 0,1 1-1 0 0,-11 3 1 0 0,8 1-817 0 0,26-9 33 0 0,14-4 265 0 0,-12 3-431 0 0,0 0-1 0 0,1 1 0 0 0,22-1 1 0 0,675-65-64 0 0,-686 64-208 0 0,0-2 0 0 0,35-11 0 0 0,-51 12-262 0 0,0 0-1 0 0,1-1 0 0 0,-2 0 1 0 0,1-1-1 0 0,-1 0 0 0 0,10-9 1 0 0,6-9-4012 0 0,-21-2-1067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2241 0 0,'-31'25'3682'0'0,"31"65"1360"0"0,31 5-2721 0 0,-1 1-1841 0 0,0-8-160 0 0,0-5 81 0 0,0-26-81 0 0,1-32-400 0 0,-31-11-641 0 0,30-28-319 0 0,0-5-81 0 0,-30-25-2560 0 0,0-25-4163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3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25 400 0 0,'0'8'3762'0'0,"-30"-8"-2161"0"0,30 6-481 0 0,0-12 241 0 0,-30-2-881 0 0,30 3-400 0 0,0-1-160 0 0,0-2-400 0 0,0 2-961 0 0,0 12-2801 0 0,0 8 2721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387 170 1441 0 0,'-25'-6'6950'0'0,"55"5"-6070"0"0,-10 2-707 0 0,-15-1 147 0 0,0 0-146 0 0,46 0 1640 0 0,-51 0-1804 0 0,0 0 1 0 0,0 0-1 0 0,1 0 0 0 0,-1 0 1 0 0,0 0-1 0 0,1 0 0 0 0,-1 0 1 0 0,0-1-1 0 0,0 1 0 0 0,1 0 1 0 0,-1 0-1 0 0,0 0 0 0 0,0-1 1 0 0,1 1-1 0 0,-1 0 0 0 0,0 0 1 0 0,0-1-1 0 0,0 1 0 0 0,1 0 1 0 0,-1 0-1 0 0,0-1 0 0 0,0 1 1 0 0,0 0-1 0 0,0-1 0 0 0,0 1 1 0 0,0 0-1 0 0,0-1 0 0 0,0 1 1 0 0,1 0-1 0 0,-1-1 0 0 0,0 1 1 0 0,0 0-1 0 0,-1 0 0 0 0,1-1 0 0 0,0 1 1 0 0,0 0-1 0 0,0-1 0 0 0,0 1 1 0 0,0 0-1 0 0,0-1 0 0 0,0 1 1 0 0,0 0-1 0 0,0-1 0 0 0,-1 1 1 0 0,1 0-1 0 0,0 0 0 0 0,0-1 1 0 0,0 1-1 0 0,-1 0 0 0 0,1 0 1 0 0,0 0-1 0 0,0-1 0 0 0,-1 1 1 0 0,1 0-1 0 0,0 0 0 0 0,0 0 1 0 0,-1 0-1 0 0,1-1 0 0 0,0 1 1 0 0,-1 0-1 0 0,1 0 0 0 0,-22-1 21 0 0,1 0-1 0 0,0 2 0 0 0,0 0 1 0 0,0 2-1 0 0,0 0 0 0 0,0 1 1 0 0,0 1-1 0 0,1 1 0 0 0,0 1 1 0 0,-23 11-1 0 0,32-14-12 0 0,0 1 1 0 0,0 1-1 0 0,0-1 1 0 0,1 2-1 0 0,0-1 1 0 0,0 2-1 0 0,1-1 1 0 0,-1 1-1 0 0,2 0 1 0 0,-1 1-1 0 0,1 0 0 0 0,-9 14 1 0 0,14-19-20 0 0,-1-1 0 0 0,0 1 1 0 0,0-1-1 0 0,0 0 0 0 0,0 0 0 0 0,0-1 0 0 0,-8 5 1 0 0,9-6 1 0 0,-1 0 1 0 0,2 0 0 0 0,-1 1 0 0 0,0-1 0 0 0,0 1 0 0 0,0 0-1 0 0,1 0 1 0 0,-1 0 0 0 0,1 0 0 0 0,-1 0 0 0 0,1 1 0 0 0,0-1-1 0 0,0 1 1 0 0,0-1 0 0 0,0 1 0 0 0,1 0 0 0 0,-3 5 0 0 0,4-6 118 0 0,0 35-107 0 0,1-34-9 0 0,0 0-1 0 0,1 0 1 0 0,-1-1 0 0 0,1 1 0 0 0,0 0-1 0 0,0-1 1 0 0,0 1 0 0 0,0-1-1 0 0,0 0 1 0 0,0 0 0 0 0,1 1 0 0 0,-1-2-1 0 0,1 1 1 0 0,-1 0 0 0 0,1 0-1 0 0,0-1 1 0 0,0 0 0 0 0,5 3 0 0 0,6 3 5 0 0,30 19 12 0 0,2-3 1 0 0,73 27-1 0 0,-32-14-5 0 0,-61-25-16 0 0,1-2 0 0 0,1 0 0 0 0,-1-2 0 0 0,2 0 0 0 0,-1-2 0 0 0,0-2 0 0 0,1 0 0 0 0,0-2 0 0 0,-1-1 0 0 0,1-1 0 0 0,55-10 0 0 0,-75 9-18 0 0,0 0 1 0 0,0 0-1 0 0,0-1 0 0 0,-1 0 0 0 0,1-1 0 0 0,-1 0 1 0 0,0 0-1 0 0,0 0 0 0 0,-1-1 0 0 0,1-1 0 0 0,11-10 1 0 0,-17 13 13 0 0,0-1-1 0 0,-1 0 1 0 0,1 0 0 0 0,-1 0 0 0 0,0 0 0 0 0,0 0 0 0 0,0 0 0 0 0,0-6 0 0 0,2-10-13 0 0,1 6 1 0 0,-1 0-1 0 0,-1-1 1 0 0,-1 1 0 0 0,0-1-1 0 0,0 0 1 0 0,-1 0-1 0 0,-1 1 1 0 0,-1-1 0 0 0,0 0-1 0 0,-1 1 1 0 0,0 0-1 0 0,-8-20 1 0 0,-1 6-1 0 0,-1 1 0 0 0,-1 0 0 0 0,-1 1 0 0 0,-2 1 0 0 0,0 0 1 0 0,-2 1-1 0 0,-30-30 0 0 0,42 46 19 0 0,-2 1-1 0 0,1 0 1 0 0,-1 0 0 0 0,0 0 0 0 0,-1 1-1 0 0,1 1 1 0 0,-1 0 0 0 0,0 0-1 0 0,-1 0 1 0 0,1 2 0 0 0,-1-1 0 0 0,1 1-1 0 0,-1 1 1 0 0,0 0 0 0 0,0 0 0 0 0,-1 1-1 0 0,1 1 1 0 0,0 0 0 0 0,0 0 0 0 0,0 1-1 0 0,0 1 1 0 0,0 0 0 0 0,-17 5-1 0 0,25-6-10 0 0,-15 4-2 0 0,1 1-1 0 0,0 1 0 0 0,0 0 1 0 0,-20 13-1 0 0,35-19 0 0 0,-1 1 1 0 0,0-1-1 0 0,1 1 0 0 0,0 0 0 0 0,-1-1 0 0 0,1 1 0 0 0,0 0 1 0 0,0 1-1 0 0,0-1 0 0 0,0 0 0 0 0,0 0 0 0 0,1 1 0 0 0,-1-1 0 0 0,0 1 1 0 0,1 0-1 0 0,0-1 0 0 0,0 1 0 0 0,0 0 0 0 0,0 0 0 0 0,0-1 1 0 0,1 1-1 0 0,-1 0 0 0 0,1 0 0 0 0,0 0 0 0 0,-1 0 0 0 0,1 0 1 0 0,1 0-1 0 0,-1 0 0 0 0,0 0 0 0 0,1 0 0 0 0,0 0 0 0 0,-1-1 0 0 0,1 1 1 0 0,0 0-1 0 0,3 4 0 0 0,3 5-132 0 0,1-1 1 0 0,0 0-1 0 0,1-1 1 0 0,0 1-1 0 0,1-2 0 0 0,0 1 1 0 0,1-1-1 0 0,18 12 1 0 0,-1-3-996 0 0,2 0 0 0 0,37 15 0 0 0,29 7-5090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5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11 1121 0 0,'0'0'2134'0'0,"-5"-1"-160"0"0,-45-8 2281 0 0,84 35-1327 0 0,33 27-3014 0 0,58 31 246 0 0,91 57 147 0 0,-133-91-231 0 0,-60-34-78 0 0,0-2 0 0 0,1 0 0 0 0,1-2 0 0 0,33 12 0 0 0,-43-19-111 0 0,0-1-1 0 0,1-1 1 0 0,-1 0-1 0 0,1-1 1 0 0,-1 0-1 0 0,25-2 1 0 0,14-11-4509 0 0,-23 0-2181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121 471 7283 0 0,'-91'6'4963'0'0,"61"-6"-4163"0"0,30-6-1360 0 0,30-7 640 0 0,-30-6 0 0 0,61-18 0 0 0,29-78 80 0 0,1 7-160 0 0,-7 31-320 0 0,-23 20-481 0 0,-1 32-1680 0 0,31 5-4162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6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0 1521 0 0,'5'11'5083'0'0,"11"-10"-2703"0"0,-12-1-2226 0 0,6 7 1526 0 0,-2-3-1645 0 0,0-1 0 0 0,0 2 0 0 0,0-1 0 0 0,-1 1-1 0 0,0 0 1 0 0,0 1 0 0 0,0-1 0 0 0,-1 2 0 0 0,0-1 0 0 0,0 0-1 0 0,0 1 1 0 0,-1 0 0 0 0,0 1 0 0 0,-1-1 0 0 0,1 1 0 0 0,-1 0-1 0 0,5 16 1 0 0,-5-13 15 0 0,-1-1 1 0 0,0 1-1 0 0,-1 0 0 0 0,-1 0 0 0 0,1 0 0 0 0,-2 1 1 0 0,1-1-1 0 0,-2 0 0 0 0,1 0 0 0 0,-2 0 0 0 0,1 0 1 0 0,-2 0-1 0 0,-6 21 0 0 0,4-9 61 0 0,2-11-46 0 0,-1 1-1 0 0,0 0 1 0 0,0-1-1 0 0,-2 0 1 0 0,1 0-1 0 0,-2-1 1 0 0,0 1-1 0 0,0-1 1 0 0,0-1 0 0 0,-2 1-1 0 0,1-1 1 0 0,-1-1-1 0 0,-14 12 1 0 0,15-15-23 0 0,-1 1 1 0 0,0-1-1 0 0,-1-1 1 0 0,0 0 0 0 0,0 0-1 0 0,0-1 1 0 0,0 0-1 0 0,0-1 1 0 0,-1 0-1 0 0,0 0 1 0 0,1-1 0 0 0,-1-1-1 0 0,0 0 1 0 0,0 0-1 0 0,0-1 1 0 0,-20-2-1 0 0,7-2-32 0 0,0 0-1 0 0,0-2 1 0 0,1 0 0 0 0,-28-12-1 0 0,42 14-20 0 0,1 0 0 0 0,-1 0 0 0 0,1 0-1 0 0,0-1 1 0 0,0 0 0 0 0,0-1 0 0 0,1 0 0 0 0,0 0-1 0 0,0-1 1 0 0,0 1 0 0 0,1-2 0 0 0,0 1 0 0 0,1-1-1 0 0,-7-11 1 0 0,10 18 2 0 0,1-1 0 0 0,0 0 0 0 0,0 0 0 0 0,1 0-1 0 0,-1 0 1 0 0,0 0 0 0 0,1 0 0 0 0,-1-1 0 0 0,1 1 0 0 0,0 0-1 0 0,-1 0 1 0 0,1 0 0 0 0,0 0 0 0 0,0-1 0 0 0,1 1 0 0 0,-1 0-1 0 0,0 0 1 0 0,2-3 0 0 0,-2 4 5 0 0,1 0 0 0 0,0 0 1 0 0,0 0-1 0 0,0 0 0 0 0,0 0 0 0 0,0 0 0 0 0,0 0 0 0 0,0 0 1 0 0,1 0-1 0 0,-1 0 0 0 0,0 1 0 0 0,0-1 0 0 0,1 1 0 0 0,-1-1 0 0 0,0 1 1 0 0,1-1-1 0 0,-1 1 0 0 0,1 0 0 0 0,-1-1 0 0 0,3 1 0 0 0,10 0 50 0 0,0 1-1 0 0,1 0 0 0 0,-1 1 0 0 0,22 6 0 0 0,-25-6 38 0 0,398 115 1245 0 0,-366-103-1296 0 0,-33-10-156 0 0,1-1 0 0 0,-1 0 0 0 0,1-1 0 0 0,0 0 0 0 0,0-1-1 0 0,0 0 1 0 0,12 0 0 0 0,-20-2 22 0 0,0 1-1 0 0,1-1 1 0 0,-1 1 0 0 0,0-1-1 0 0,0 0 1 0 0,0 0-1 0 0,0-1 1 0 0,0 1 0 0 0,0-1-1 0 0,0 1 1 0 0,0-1-1 0 0,0 0 1 0 0,-1 0 0 0 0,1 0-1 0 0,-1-1 1 0 0,1 1-1 0 0,-1 0 1 0 0,0-1 0 0 0,0 0-1 0 0,0 1 1 0 0,0-1-1 0 0,1-4 1 0 0,-2 4-108 0 0,0 1 0 0 0,0-1 0 0 0,-1 0 1 0 0,1 1-1 0 0,-1-1 0 0 0,0 0 0 0 0,0 1 0 0 0,0-1 0 0 0,0 0 0 0 0,0 1 0 0 0,-1-1 1 0 0,1 0-1 0 0,-1 0 0 0 0,-1-3 0 0 0,-23-89-7514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6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1 216 1441 0 0,'21'7'2187'0'0,"-20"-6"-1682"0"0,-1-1 0 0 0,1 1 0 0 0,0-1 0 0 0,-1 1 0 0 0,1-1 0 0 0,-1 1 1 0 0,1 0-1 0 0,-1-1 0 0 0,1 1 0 0 0,-1 0 0 0 0,1-1 0 0 0,-1 1 0 0 0,0 0 0 0 0,1 0 0 0 0,-1-1 0 0 0,0 1 1 0 0,1 0-1 0 0,-1 0 0 0 0,0 0 0 0 0,0-1 0 0 0,0 3 0 0 0,0-9-432 0 0,1 1-1 0 0,0-1 1 0 0,0 1-1 0 0,0-1 1 0 0,0 1-1 0 0,1 0 1 0 0,0 0-1 0 0,4-9 1 0 0,-3 10-92 0 0,-1-1 0 0 0,0 0-1 0 0,0-1 1 0 0,0 1 0 0 0,-1 0 0 0 0,0 0 0 0 0,0-1-1 0 0,0-8 1 0 0,-1-108 33 0 0,0 121-2 0 0,1 1 1 0 0,-1 0-1 0 0,0-1 0 0 0,0 1 1 0 0,0 0-1 0 0,1-1 1 0 0,-1 1-1 0 0,0 0 1 0 0,1 0-1 0 0,-1-1 1 0 0,0 1-1 0 0,1 0 1 0 0,-1 0-1 0 0,0-1 1 0 0,1 1-1 0 0,-1 0 1 0 0,0 0-1 0 0,1 0 0 0 0,-1 0 1 0 0,0 0-1 0 0,1-1 1 0 0,-1 1-1 0 0,1 0 1 0 0,-1 0-1 0 0,0 0 1 0 0,1 0-1 0 0,-1 0 1 0 0,1 0-1 0 0,-1 0 1 0 0,0 0-1 0 0,1 1 0 0 0,-1-1 1 0 0,1 0-1 0 0,-1 0 1 0 0,0 0-1 0 0,1 1 1 0 0,1-1 36 0 0,-1 1 1 0 0,1 0 0 0 0,-1 0-1 0 0,1 0 1 0 0,-1 0 0 0 0,0 0-1 0 0,0 0 1 0 0,1 0 0 0 0,-1 0-1 0 0,0 0 1 0 0,0 1 0 0 0,0-1-1 0 0,0 0 1 0 0,0 1-1 0 0,-1-1 1 0 0,1 1 0 0 0,0-1-1 0 0,-1 1 1 0 0,1 2 0 0 0,18 38 1078 0 0,34 59 0 0 0,-9-18-610 0 0,12 4-2505 0 0,-52-76 1345 0 0,-4-9 404 0 0,1 0 1 0 0,0 0-1 0 0,0 1 0 0 0,0-1 1 0 0,0 0-1 0 0,0 0 0 0 0,0 0 1 0 0,1 0-1 0 0,-1 0 0 0 0,1 0 1 0 0,-1-1-1 0 0,1 1 0 0 0,0 0 1 0 0,-1-1-1 0 0,1 0 0 0 0,4 3 1 0 0,4 1-2298 0 0,15-15-2441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6 160 0 0,'-30'0'1841'0'0,"30"-6"-721"0"0,0 12-799 0 0,0-12-3283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208 199 720 0 0,'-6'-9'4184'0'0,"-11"5"-3732"0"0,15 4 35 0 0,-8-8 1834 0 0,-15 2-1508 0 0,-31-18 1415 0 0,51 23-1748 0 0,0 1-26 0 0,-60 0 1435 0 0,49 0-962 0 0,47 0-435 0 0,98 2-115 0 0,104-2-393 0 0,-179-2-784 0 0,-1-3-1 0 0,66-14 0 0 0,-92 6-429 0 0,-26 13 1084 0 0,0-1-1 0 0,-1 0 1 0 0,1 1-1 0 0,-1-1 1 0 0,0 0-1 0 0,1 1 1 0 0,-1-1-1 0 0,0 0 1 0 0,1 1 0 0 0,-1-1-1 0 0,0 0 1 0 0,1 0-1 0 0,-1 0 1 0 0,0 1-1 0 0,0-1 1 0 0,0 0-1 0 0,0 0 1 0 0,0 0-1 0 0,0 1 1 0 0,0-1 0 0 0,-1-1-1 0 0,0-3-329 0 0,-1 1 1 0 0,0 0-1 0 0,0 0 0 0 0,-1 0 1 0 0,0 0-1 0 0,1 1 0 0 0,-1-1 1 0 0,0 1-1 0 0,-1-1 0 0 0,-3-2 1 0 0,-43-41-3167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1 480 0 0,'0'0'4962'0'0,"-30"6"-1520"0"0,0 13-1361 0 0,30 25-640 0 0,0 20-721 0 0,60 5-480 0 0,1 2 80 0 0,-1-8-80 0 0,0 1-400 0 0,1-12-480 0 0,-1-16-160 0 0,0-3-721 0 0,1-20-4402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2 161 1040 0 0,'-2'13'9275'0'0,"4"-24"-5422"0"0,3 2-5162 0 0,3 2 1355 0 0,-7 6-44 0 0,0 0-1 0 0,1 0 1 0 0,-1-1 0 0 0,0 1-1 0 0,1-1 1 0 0,-1 1-1 0 0,0-1 1 0 0,0 1-1 0 0,0-1 1 0 0,0 1-1 0 0,0-1 1 0 0,-1 0-1 0 0,1 0 1 0 0,0 1-1 0 0,-1-1 1 0 0,1 0 0 0 0,-1 0-1 0 0,0 0 1 0 0,0 0-1 0 0,0 1 1 0 0,0-3-1 0 0,0 1-11 0 0,1 0 0 0 0,-1 1 0 0 0,0-1 0 0 0,1 0 0 0 0,-1 1 0 0 0,1-1 0 0 0,0 1 0 0 0,0-1 0 0 0,0 1 0 0 0,0 0 0 0 0,0-1 0 0 0,1 1 0 0 0,-1 0 0 0 0,1 0 0 0 0,-1-1 0 0 0,1 1 0 0 0,0 1 0 0 0,0-1 0 0 0,0 0 0 0 0,0 0 0 0 0,0 1 0 0 0,4-3 0 0 0,18-18-120 0 0,-23 20 136 0 0,1-1 1 0 0,0 1-1 0 0,-1-1 1 0 0,1 1-1 0 0,0 0 0 0 0,1 0 1 0 0,-1 0-1 0 0,0 0 0 0 0,1 0 1 0 0,-1 0-1 0 0,1 1 0 0 0,-1-1 1 0 0,1 1-1 0 0,0 0 1 0 0,-1 0-1 0 0,1 0 0 0 0,3-1 1 0 0,-2 3 50 0 0,-1 0 1 0 0,0 0-1 0 0,0 0 0 0 0,0 0 1 0 0,0 0-1 0 0,0 1 1 0 0,0 0-1 0 0,0-1 1 0 0,0 1-1 0 0,0 0 0 0 0,-1 1 1 0 0,1-1-1 0 0,-1 0 1 0 0,0 1-1 0 0,1-1 1 0 0,-1 1-1 0 0,0 0 0 0 0,-1 0 1 0 0,1-1-1 0 0,1 5 1 0 0,168 278 3277 0 0,-170-285-3386 0 0,-1 1 1 0 0,1 0-1 0 0,-1-1 1 0 0,0 1-1 0 0,0-1 1 0 0,1 1 0 0 0,-1 0-1 0 0,0-1 1 0 0,0 1-1 0 0,0 0 1 0 0,1 0-1 0 0,-1-1 1 0 0,0 1 0 0 0,0 0-1 0 0,0-1 1 0 0,0 1-1 0 0,0 0 1 0 0,-1 0-1 0 0,1-1 1 0 0,0 1 0 0 0,0 0-1 0 0,0-1 1 0 0,-1 1-1 0 0,1 0 1 0 0,0-1-1 0 0,-1 1 1 0 0,1-1 0 0 0,0 1-1 0 0,-1 0 1 0 0,1-1-1 0 0,-1 1 1 0 0,1-1-1 0 0,-1 1 1 0 0,1-1 0 0 0,-1 1-1 0 0,1-1 1 0 0,-1 0-1 0 0,0 1 1 0 0,1-1-1 0 0,-2 1 1 0 0,-11 1-3218 0 0,19-6 2593 0 0,-5 4 450 0 0,0 0 0 0 0,0-1 0 0 0,0 0 0 0 0,1 1 0 0 0,-1-1 0 0 0,0 0 0 0 0,0 1 0 0 0,0-1 0 0 0,0 0 0 0 0,-1 0 0 0 0,1 0-1 0 0,0 0 1 0 0,0 0 0 0 0,0 0 0 0 0,-1 0 0 0 0,1 0 0 0 0,0 0 0 0 0,-1-1 0 0 0,1 1 0 0 0,-1 0 0 0 0,0 0 0 0 0,1 0 0 0 0,-1-1 0 0 0,0 1-1 0 0,0 0 1 0 0,0 0 0 0 0,0-3 0 0 0,0-20-3336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9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7523 0 0,'60'58'4402'0'0,"1"-20"-4161"0"0,-31-7-962 0 0,30-4 481 0 0,1-2 240 0 0,-1-6-480 0 0,-30 0-1361 0 0,-30-13-4002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7:5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31 268 5843 0 0,'-30'0'7043'0'0,"30"-6"-6403"0"0,0-2-560 0 0,30-9-80 0 0,0-16-320 0 0,61-55-1041 0 0,-31-28-3441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8:00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58 320 0 0,'0'-30'7563'0'0,"0"9"-4201"0"0,1 20-3342 0 0,1 0 0 0 0,-1 1 0 0 0,0-1-1 0 0,1 0 1 0 0,-1 1 0 0 0,0-1 0 0 0,1 1-1 0 0,-1-1 1 0 0,1 1 0 0 0,-1 0 0 0 0,1 0 0 0 0,-1-1-1 0 0,1 1 1 0 0,-1 0 0 0 0,1 0 0 0 0,-1 1-1 0 0,1-1 1 0 0,-1 0 0 0 0,3 1 0 0 0,42 3 245 0 0,-38-3-246 0 0,7 1 19 0 0,-1 0 0 0 0,1 0 0 0 0,-1 2 0 0 0,0 0-1 0 0,22 9 1 0 0,-30-10-7 0 0,0 0 0 0 0,0 0 1 0 0,0 0-1 0 0,-1 1 0 0 0,1 0 0 0 0,-1 0 0 0 0,0 1 0 0 0,0-1 0 0 0,-1 1 0 0 0,1 0 1 0 0,-1 0-1 0 0,0 1 0 0 0,0-1 0 0 0,3 8 0 0 0,16 24 619 0 0,-20-32-510 0 0,1 0-1 0 0,0 1 1 0 0,-1-1-1 0 0,0 0 0 0 0,-1 1 1 0 0,1 0-1 0 0,-1 0 0 0 0,0 0 1 0 0,0 0-1 0 0,-1 0 0 0 0,0 0 1 0 0,0 0-1 0 0,0 8 0 0 0,-1-13-129 0 0,1 7 94 0 0,0 1 1 0 0,-1-1-1 0 0,0 0 0 0 0,-1 1 0 0 0,0-1 1 0 0,0 1-1 0 0,-1-1 0 0 0,0 0 1 0 0,0 0-1 0 0,-1 0 0 0 0,0 0 0 0 0,-1 0 1 0 0,0 0-1 0 0,-5 8 0 0 0,3-7-50 0 0,-1 0-1 0 0,-1 0 0 0 0,1-1 1 0 0,-1 0-1 0 0,-1 0 1 0 0,0 0-1 0 0,0-1 0 0 0,0-1 1 0 0,-1 0-1 0 0,1 0 0 0 0,-2-1 1 0 0,1 0-1 0 0,0 0 0 0 0,-1-1 1 0 0,0-1-1 0 0,0 0 0 0 0,-19 3 1 0 0,0 0 14 0 0,0-1-1 0 0,-40 2 1 0 0,62-7-15 0 0,-1 1 1 0 0,1-1-1 0 0,-1-1 0 0 0,1 1 0 0 0,-1-2 0 0 0,1 1 0 0 0,-1-1 0 0 0,1 0 0 0 0,0-1 0 0 0,0 0 1 0 0,0 0-1 0 0,0-1 0 0 0,-11-6 0 0 0,19 10-52 0 0,-1-1 0 0 0,1 1 0 0 0,-1 0 0 0 0,1 0 0 0 0,0-1 1 0 0,-1 1-1 0 0,1 0 0 0 0,-1-1 0 0 0,1 1 0 0 0,0 0 0 0 0,-1-1 0 0 0,1 1 0 0 0,0-1 0 0 0,-1 1 0 0 0,1 0 1 0 0,0-1-1 0 0,0 1 0 0 0,-1-1 0 0 0,1 1 0 0 0,0-1 0 0 0,0 1 0 0 0,0-1 0 0 0,0 1 0 0 0,0-1 0 0 0,-1 1 1 0 0,1-1-1 0 0,0 1 0 0 0,0-1 0 0 0,0 1 0 0 0,0-1 0 0 0,1 1 0 0 0,-1-1 0 0 0,0 1 0 0 0,0-1 1 0 0,0 1-1 0 0,0-1 0 0 0,0 1 0 0 0,1-1 0 0 0,-1 1 0 0 0,0-1 0 0 0,1 1 0 0 0,-1-1 0 0 0,0 1 0 0 0,0 0 1 0 0,1-1-1 0 0,-1 1 0 0 0,1-1 0 0 0,-1 1 0 0 0,0 0 0 0 0,1 0 0 0 0,-1-1 0 0 0,1 1 0 0 0,-1 0 0 0 0,2-1 1 0 0,14-5-56 0 0,-8 5 74 0 0,10-1-20 0 0,27-2 4 0 0,1 2 1 0 0,47 3-1 0 0,293 33 62 0 0,-125-8-1012 0 0,-245-24 292 0 0,0-1 0 0 0,0 0 1 0 0,-1-1-1 0 0,1-1 0 0 0,0-1 1 0 0,20-4-1 0 0,-35 6 458 0 0,0 0-1 0 0,1 0 1 0 0,-1 0-1 0 0,1 0 1 0 0,-1 0 0 0 0,1-1-1 0 0,-1 1 1 0 0,0 0-1 0 0,1-1 1 0 0,-1 1-1 0 0,0-1 1 0 0,1 0 0 0 0,-1 1-1 0 0,0-1 1 0 0,0 0-1 0 0,0 0 1 0 0,0 0-1 0 0,1 0 1 0 0,-1 0 0 0 0,0 0-1 0 0,0 0 1 0 0,-1 0-1 0 0,1 0 1 0 0,0 0-1 0 0,0 0 1 0 0,-1-1 0 0 0,1 1-1 0 0,0 0 1 0 0,-1-1-1 0 0,1 1 1 0 0,-1 0 0 0 0,0-1-1 0 0,1 1 1 0 0,-1-1-1 0 0,0 1 1 0 0,0 0-1 0 0,0-1 1 0 0,0 1 0 0 0,0-2-1 0 0,0-23-4992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8:0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451 161 640 0 0,'0'0'2175'0'0,"-5"0"-1"0"0,-7-1-1512 0 0,0-1 0 0 0,0 0 0 0 0,0-1 0 0 0,0 0 0 0 0,1-1 0 0 0,-1 0 0 0 0,-15-9 0 0 0,16 6-584 0 0,0 1 0 0 0,0 0 0 0 0,0 1 1 0 0,0 1-1 0 0,-1 0 0 0 0,-18-5 0 0 0,1 1 215 0 0,7 1 69 0 0,-1 1-1 0 0,-23-2 1 0 0,39 7-197 0 0,0 0 0 0 0,-1 0 0 0 0,1 1 0 0 0,0 0 0 0 0,-1 1 0 0 0,1-1 0 0 0,0 2 0 0 0,-1-1 0 0 0,-11 4 0 0 0,9 8 555 0 0,5-11-627 0 0,5-2-80 0 0,-1-1 1 0 0,0 1-1 0 0,0 1 0 0 0,1-1 1 0 0,-1 0-1 0 0,0 0 0 0 0,0 0 1 0 0,1 0-1 0 0,-1 0 0 0 0,0 1 1 0 0,1-1-1 0 0,-1 0 0 0 0,0 0 1 0 0,1 1-1 0 0,-1-1 0 0 0,0 1 1 0 0,1-1-1 0 0,-1 1 1 0 0,1-1-1 0 0,-1 1 0 0 0,1-1 1 0 0,-1 1-1 0 0,1-1 0 0 0,-1 1 1 0 0,1-1-1 0 0,-1 1 0 0 0,1 0 1 0 0,0-1-1 0 0,-1 1 0 0 0,1 0 1 0 0,0 0-1 0 0,0-1 0 0 0,0 1 1 0 0,-1 0-1 0 0,1-1 0 0 0,0 1 1 0 0,0 0-1 0 0,0 0 1 0 0,0-1-1 0 0,0 1 0 0 0,0 0 1 0 0,0 0-1 0 0,1-1 0 0 0,-1 1 1 0 0,0 0-1 0 0,0-1 0 0 0,1 1 1 0 0,-1 0-1 0 0,0 0 0 0 0,1-1 1 0 0,0 2-1 0 0,7 13 39 0 0,2 0 0 0 0,0-1 0 0 0,1 0 0 0 0,0-1 0 0 0,1 0 0 0 0,1 0 0 0 0,0-1-1 0 0,0-1 1 0 0,1 0 0 0 0,0-1 0 0 0,1-1 0 0 0,1 0 0 0 0,28 11 0 0 0,3-2 80 0 0,1-2-1 0 0,0-2 1 0 0,77 11 0 0 0,-116-24-136 0 0,22 5-251 0 0,1-2 0 0 0,45 1 0 0 0,-69-5 186 0 0,0 0-1 0 0,-1 0 1 0 0,1-1-1 0 0,0-1 1 0 0,-1 1-1 0 0,1-1 1 0 0,-1 0-1 0 0,0-1 1 0 0,0 0-1 0 0,0 0 1 0 0,0-1-1 0 0,0 1 1 0 0,0-2-1 0 0,-1 1 1 0 0,7-6-1 0 0,-11 8 18 0 0,0 0 0 0 0,0 0 0 0 0,0 0 0 0 0,0-1 0 0 0,0 1 0 0 0,-1 0 0 0 0,1-1 0 0 0,-1 1 0 0 0,1 0 0 0 0,-1-1 0 0 0,0 0 0 0 0,0 1 0 0 0,0-1 0 0 0,-1 0 0 0 0,1 0 0 0 0,-1 1 0 0 0,1-1 0 0 0,-1 0 0 0 0,0 0-1 0 0,0 0 1 0 0,0-2 0 0 0,-2 0 15 0 0,1 0 0 0 0,0 1-1 0 0,-1-1 1 0 0,0 1 0 0 0,0 0-1 0 0,0-1 1 0 0,-1 1 0 0 0,0 0-1 0 0,1 0 1 0 0,-1 1 0 0 0,-6-6-1 0 0,-8-7 21 0 0,-1 0-1 0 0,-1 2 0 0 0,0 0 1 0 0,-25-12-1 0 0,-6 1 224 0 0,-1 3 0 0 0,-2 2-1 0 0,-54-13 1 0 0,82 25 225 0 0,4 2 27 0 0,1 1 0 0 0,-39-5 0 0 0,55 9-464 0 0,0 0-1 0 0,0 1 1 0 0,0 0 0 0 0,0 0-1 0 0,0 0 1 0 0,0 0 0 0 0,1 1-1 0 0,-1-1 1 0 0,0 1 0 0 0,0 0-1 0 0,0 0 1 0 0,0 1 0 0 0,1-1-1 0 0,-1 1 1 0 0,0 0-1 0 0,1 0 1 0 0,0 0 0 0 0,-1 0-1 0 0,1 1 1 0 0,-4 3 0 0 0,7-6-17 0 0,0 1-1 0 0,-1 0 1 0 0,1 0 0 0 0,0 0 0 0 0,0-1 0 0 0,-1 1-1 0 0,1 0 1 0 0,0 0 0 0 0,0 0 0 0 0,0 0-1 0 0,0 0 1 0 0,0 0 0 0 0,0-1 0 0 0,0 1 0 0 0,1 0-1 0 0,-1 0 1 0 0,0 0 0 0 0,0 0 0 0 0,1-1 0 0 0,-1 1-1 0 0,0 0 1 0 0,1 0 0 0 0,-1 0 0 0 0,1-1-1 0 0,-1 1 1 0 0,1 0 0 0 0,-1-1 0 0 0,1 1 0 0 0,0 0-1 0 0,-1-1 1 0 0,1 1 0 0 0,0-1 0 0 0,-1 1 0 0 0,1-1-1 0 0,0 1 1 0 0,0-1 0 0 0,-1 0 0 0 0,1 1-1 0 0,0-1 1 0 0,0 0 0 0 0,1 1 0 0 0,4 2-216 0 0,1 4-709 0 0,0-1 0 0 0,1 0 1 0 0,-1 0-1 0 0,16 7 0 0 0,-10-5-343 0 0,47 29-6699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26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 36 80 0 0,'0'0'196'0'0,"0"1"1"0"0,0-1-1 0 0,0 0 1 0 0,0 0-1 0 0,0 1 0 0 0,0-1 1 0 0,0 0-1 0 0,0 1 1 0 0,0-1-1 0 0,0 0 1 0 0,0 1-1 0 0,0-1 0 0 0,0 0 1 0 0,0 1-1 0 0,0-1 1 0 0,0 0-1 0 0,-1 0 0 0 0,1 1 1 0 0,0-1-1 0 0,0 0 1 0 0,0 1-1 0 0,0-1 0 0 0,-1 0 1 0 0,1 0-1 0 0,0 0 1 0 0,0 1-1 0 0,0-1 0 0 0,-1 0 1 0 0,1 0-1 0 0,0 0 1 0 0,-1 1-1 0 0,1-1 1 0 0,0 0-1 0 0,0 0 0 0 0,-1 0 1 0 0,1 0-1 0 0,0 0 1 0 0,-1 0-1 0 0,1 0 0 0 0,0 0 1 0 0,0 0-1 0 0,-1 0 1 0 0,-9-2 2382 0 0,2 0-3279 0 0,3-4 1131 0 0,5 6-402 0 0,0 0 0 0 0,0-1 0 0 0,0 1 0 0 0,0 0 0 0 0,0 0 0 0 0,0 0-1 0 0,0 0 1 0 0,0-1 0 0 0,0 1 0 0 0,0 0 0 0 0,0 0 0 0 0,0 0 0 0 0,0 0 0 0 0,0-1 0 0 0,-1 1 0 0 0,1 0-1 0 0,0 0 1 0 0,0 0 0 0 0,0 0 0 0 0,0-1 0 0 0,0 1 0 0 0,0 0 0 0 0,0 0 0 0 0,-1 0 0 0 0,1 0 0 0 0,0 0-1 0 0,0 0 1 0 0,0 0 0 0 0,0-1 0 0 0,-1 1 0 0 0,1 0 0 0 0,0 0 0 0 0,0 0 0 0 0,0 0 0 0 0,0 0 0 0 0,-1 0-1 0 0,1 0 1 0 0,0 0 0 0 0,0 0 0 0 0,0 0 0 0 0,0 0 0 0 0,-1 0 0 0 0,1 0 0 0 0,0 0 0 0 0,0 0 0 0 0,-21 0 117 0 0,16 0 335 0 0,0 0-388 0 0,-39-2 150 0 0,41 2-211 0 0,0 0 0 0 0,0 0 0 0 0,-1-1 0 0 0,1 1 0 0 0,0-1 0 0 0,0 1 0 0 0,0-1 0 0 0,0 0 0 0 0,0 0 0 0 0,0 0 0 0 0,-4-3 0 0 0,2 3 75 0 0,-106-5 1800 0 0,106 6-1760 0 0,0 0-54 0 0,-15 0-13 0 0,15 0 80 0 0,0 0-93 0 0,0 0-52 0 0,-26-1 45 0 0,30 1-57 0 0,1 0 0 0 0,-1 0 1 0 0,0 0-1 0 0,0 0 1 0 0,0 0-1 0 0,0 0 0 0 0,1 0 1 0 0,-1 0-1 0 0,0 0 1 0 0,0 1-1 0 0,0-1 1 0 0,1 0-1 0 0,-1 0 0 0 0,0 1 1 0 0,0-1-1 0 0,1 1 1 0 0,-1-1-1 0 0,0 0 1 0 0,0 1-1 0 0,1-1 0 0 0,-1 1 1 0 0,1 0-1 0 0,-1-1 1 0 0,-1 2-1 0 0,-87 22 331 0 0,64-18-268 0 0,0-4-52 0 0,10 3 3 0 0,1-1 1 0 0,0 2-1 0 0,-20 10 1 0 0,20-9-8 0 0,14-7-9 0 0,-1 0-1 0 0,1 0 1 0 0,0 0 0 0 0,-1 0 0 0 0,1 1 0 0 0,0-1 0 0 0,-1 0 0 0 0,1 0 0 0 0,0 1 0 0 0,-1-1 0 0 0,1 0-1 0 0,0 0 1 0 0,0 1 0 0 0,-1-1 0 0 0,1 0 0 0 0,0 1 0 0 0,0-1 0 0 0,0 0 0 0 0,-1 1 0 0 0,1-1-1 0 0,0 1 1 0 0,0-1 0 0 0,0 0 0 0 0,0 1 0 0 0,0-1 0 0 0,0 1 0 0 0,0-1 0 0 0,0 0 0 0 0,0 2 0 0 0,-4 6 38 0 0,-4-5-28 0 0,7-3-10 0 0,1 0-1 0 0,-1 0 1 0 0,0 0-1 0 0,0 0 1 0 0,0 1-1 0 0,1-1 1 0 0,-1 0-1 0 0,0 1 1 0 0,1-1-1 0 0,-1 0 1 0 0,0 1-1 0 0,1-1 1 0 0,-1 1-1 0 0,0-1 1 0 0,1 1-1 0 0,-1-1 1 0 0,1 1-1 0 0,-1-1 1 0 0,1 1-1 0 0,-1 0 1 0 0,1-1-1 0 0,-1 1 1 0 0,1 0-1 0 0,-1-1 1 0 0,1 1-1 0 0,0 0 1 0 0,0 0-1 0 0,-1-1 1 0 0,1 1-1 0 0,0 0 1 0 0,0 1-1 0 0,0-1 2 0 0,0 0 0 0 0,-1-1 0 0 0,1 1-1 0 0,0 0 1 0 0,0 0 0 0 0,-1-1 0 0 0,1 1 0 0 0,0 0 0 0 0,-1 0 0 0 0,1-1-1 0 0,-1 1 1 0 0,1 0 0 0 0,-1-1 0 0 0,1 1 0 0 0,-1-1 0 0 0,0 1 0 0 0,1-1-1 0 0,-1 1 1 0 0,1-1 0 0 0,-1 1 0 0 0,0-1 0 0 0,0 1 0 0 0,1-1 0 0 0,-1 0-1 0 0,0 1 1 0 0,0-1 0 0 0,1 0 0 0 0,-1 0 0 0 0,0 0 0 0 0,0 0-1 0 0,0 0 1 0 0,-1 0 0 0 0,-3 2 4 0 0,0 4 7 0 0,0-4 40 0 0,-10 0-70 0 0,17-3-33 0 0,2 1 20 0 0,-16 6 74 0 0,9 2-10 0 0,3-8-35 0 0,0 1 0 0 0,0-1 0 0 0,0 0 0 0 0,0 1 0 0 0,0-1 0 0 0,0 0 0 0 0,0 1 0 0 0,-1-1 0 0 0,1 0 0 0 0,0 1 0 0 0,0-1 0 0 0,0 0-1 0 0,0 1 1 0 0,0-1 0 0 0,0 0 0 0 0,-1 1 0 0 0,1-1 0 0 0,0 0 0 0 0,0 1 0 0 0,0-1 0 0 0,-1 0 0 0 0,1 0 0 0 0,0 1 0 0 0,0-1 0 0 0,-1 0 0 0 0,1 0 0 0 0,0 0 0 0 0,-1 1 0 0 0,1-1 0 0 0,0 0 0 0 0,-1 0 0 0 0,0 0 0 0 0,-19 6-12 0 0,15 2 13 0 0,5-7 0 0 0,0 0 0 0 0,0 0 0 0 0,-1 0 0 0 0,1 0 0 0 0,0-1 0 0 0,-1 1 0 0 0,1 0 0 0 0,0 0 0 0 0,-1-1 0 0 0,1 1 0 0 0,-1 0 0 0 0,0-1 0 0 0,1 1 0 0 0,-1 0 0 0 0,1-1 0 0 0,-1 1 0 0 0,0-1 0 0 0,1 1 0 0 0,-1-1 0 0 0,0 1 0 0 0,0-1 0 0 0,0 0 0 0 0,1 1 0 0 0,-1-1 0 0 0,0 0 0 0 0,0 1 0 0 0,0-1 0 0 0,-1 0 0 0 0,-5 3 0 0 0,2 7 0 0 0,5 23 0 0 0,0-33 0 0 0,0 1 1 0 0,0-1-1 0 0,1 1 1 0 0,-1-1 0 0 0,0 1-1 0 0,0-1 1 0 0,0 1-1 0 0,1-1 1 0 0,-1 0 0 0 0,0 1-1 0 0,0-1 1 0 0,1 1-1 0 0,-1-1 1 0 0,1 0-1 0 0,-1 1 1 0 0,0-1 0 0 0,1 0-1 0 0,-1 1 1 0 0,0-1-1 0 0,1 0 1 0 0,-1 0-1 0 0,1 1 1 0 0,-1-1 0 0 0,1 0-1 0 0,-1 0 1 0 0,1 0-1 0 0,-1 0 1 0 0,1 0 0 0 0,-1 0-1 0 0,1 1 1 0 0,-1-1-1 0 0,1 0 1 0 0,0-1-1 0 0,0 1 2 0 0,-1 0-1 0 0,1 0 0 0 0,0 0 1 0 0,0 0-1 0 0,-1 1 0 0 0,1-1 0 0 0,0 0 1 0 0,-1 0-1 0 0,1 0 0 0 0,-1 1 0 0 0,1-1 1 0 0,0 0-1 0 0,-1 0 0 0 0,1 1 0 0 0,0-1 1 0 0,-1 1-1 0 0,1-1 0 0 0,-1 0 1 0 0,1 1-1 0 0,-1-1 0 0 0,1 1 0 0 0,-1 0 1 0 0,0-1-1 0 0,1 1 0 0 0,-1-1 0 0 0,0 1 1 0 0,1-1-1 0 0,-1 1 0 0 0,0 0 1 0 0,1-1-1 0 0,-1 1 0 0 0,0 0 0 0 0,0-1 1 0 0,0 1-1 0 0,0 0 0 0 0,0 0 0 0 0,0 8 11 0 0,-1-7-11 0 0,1 0-1 0 0,-1 0 0 0 0,1 0 0 0 0,0-1 0 0 0,0 1 0 0 0,0 0 0 0 0,0 0 0 0 0,0 0 0 0 0,0-1 0 0 0,1 1 0 0 0,-1 0 0 0 0,1 0 0 0 0,-1-1 0 0 0,1 1 1 0 0,-1 0-1 0 0,1-1 0 0 0,0 1 0 0 0,1 2 0 0 0,6 1 2 0 0,-7-4-1 0 0,0 0 0 0 0,1 0 0 0 0,-1 0 0 0 0,0 0 0 0 0,0 0-1 0 0,0 0 1 0 0,1 1 0 0 0,-1-1 0 0 0,-1 0 0 0 0,1 1 0 0 0,0-1 0 0 0,0 0 0 0 0,0 1 0 0 0,-1-1 0 0 0,1 1 0 0 0,-1-1-1 0 0,1 1 1 0 0,-1-1 0 0 0,1 1 0 0 0,-1 0 0 0 0,0-1 0 0 0,0 1 0 0 0,0-1 0 0 0,0 1 0 0 0,0 0 0 0 0,-1 1-1 0 0,2-2 0 0 0,-1 1-1 0 0,0-1 0 0 0,0 1 0 0 0,1-1 0 0 0,-1 1 0 0 0,1-1 1 0 0,-1 0-1 0 0,1 1 0 0 0,-1-1 0 0 0,1 0 0 0 0,0 0 1 0 0,0 1-1 0 0,0-1 0 0 0,-1 0 0 0 0,1 0 0 0 0,0 0 0 0 0,1 0 1 0 0,1 2-1 0 0,-2-2 1 0 0,0 0 0 0 0,1 0 0 0 0,-1 0 0 0 0,0 1 0 0 0,0-1 0 0 0,0 0 1 0 0,0 1-1 0 0,0-1 0 0 0,0 1 0 0 0,0-1 0 0 0,-1 1 0 0 0,1-1 0 0 0,0 1 0 0 0,-1 0 1 0 0,1-1-1 0 0,-1 1 0 0 0,0 0 0 0 0,0 0 0 0 0,1 1 0 0 0,-1-2 3 0 0,0 0 0 0 0,0 0 0 0 0,0 0 0 0 0,0 0 0 0 0,0 0 0 0 0,1 0 0 0 0,-1 0 0 0 0,0 0-1 0 0,1 0 1 0 0,-1 0 0 0 0,1 0 0 0 0,-1 0 0 0 0,1 0 0 0 0,-1 0 0 0 0,1 0 0 0 0,0-1 0 0 0,-1 1 0 0 0,1 0 0 0 0,0-1 0 0 0,-1 1 0 0 0,1 0 0 0 0,0-1-1 0 0,0 1 1 0 0,1 0 0 0 0,-1 0-6 0 0,1-1-1 0 0,-1 1 1 0 0,0 0 0 0 0,0 0-1 0 0,0 0 1 0 0,0 0-1 0 0,0 0 1 0 0,0 0-1 0 0,0 0 1 0 0,-1 0-1 0 0,1 0 1 0 0,0 0-1 0 0,-1 0 1 0 0,1 0-1 0 0,0 0 1 0 0,-1 1-1 0 0,0-1 1 0 0,1 0 0 0 0,-1 1-1 0 0,0-1 1 0 0,1 0-1 0 0,-1 0 1 0 0,0 1-1 0 0,0 2 1 0 0,0-3 2 0 0,1 0-1 0 0,-1 1 1 0 0,1-1 0 0 0,-1 0 0 0 0,1 1 0 0 0,0-1-1 0 0,0 0 1 0 0,0 0 0 0 0,-1 0 0 0 0,1 0 0 0 0,0 0-1 0 0,0 0 1 0 0,1 0 0 0 0,-1 0 0 0 0,0 0 0 0 0,0-1-1 0 0,0 1 1 0 0,0 0 0 0 0,1-1 0 0 0,-1 1 0 0 0,0-1-1 0 0,1 1 1 0 0,-1-1 0 0 0,3 1 0 0 0,45 10-43 0 0,-35-8 38 0 0,25 8 23 0 0,63 26 0 0 0,-68-24 3 0 0,0 0-1 0 0,48 10 1 0 0,-66-18 15 0 0,34 8-3 0 0,-38-8-8 0 0,-9-4-20 0 0,0 1 1 0 0,0-1-1 0 0,1 1 0 0 0,-1-1 1 0 0,1 0-1 0 0,-1-1 0 0 0,1 1 0 0 0,-1-1 1 0 0,1 1-1 0 0,-1-1 0 0 0,1 0 1 0 0,3-1-1 0 0,58 6 63 0 0,-39-4 39 0 0,0 0 1 0 0,43 9 0 0 0,-44-8-81 0 0,66-2 121 0 0,60-8 93 0 0,-92 5-85 0 0,112-20 1 0 0,-15 0 13 0 0,-65 9-75 0 0,-36-5-96 0 0,-20 6-10 0 0,-27 9-4 0 0,-1 0-1 0 0,-1 0 1 0 0,1-1-1 0 0,0 0 1 0 0,-1 0-1 0 0,0 0 1 0 0,0-1-1 0 0,-1 0 1 0 0,0 0-1 0 0,0 0 1 0 0,7-13-1 0 0,4-1-25 0 0,-7 10 15 0 0,-7 8 17 0 0,-1 1 0 0 0,1-1 1 0 0,-1 0-1 0 0,1 0 0 0 0,-1 1 1 0 0,0-1-1 0 0,0 0 0 0 0,0 0 1 0 0,0 0-1 0 0,0-1 0 0 0,0 1 1 0 0,-1 0-1 0 0,1 0 0 0 0,-1 0 1 0 0,1 0-1 0 0,-1-1 1 0 0,0 1-1 0 0,0 0 0 0 0,0 0 1 0 0,0-1-1 0 0,-1-3 0 0 0,5 2 232 0 0,-7 2-197 0 0,0-1-1 0 0,0 1 1 0 0,-1 0-1 0 0,1 0 1 0 0,0 0-1 0 0,-1 1 1 0 0,0-1-1 0 0,1 1 1 0 0,-6-2-1 0 0,-6-4-14 0 0,1 0 1 0 0,0 0-1 0 0,0-2 0 0 0,0 0 0 0 0,2 0 1 0 0,-1-2-1 0 0,1 1 0 0 0,-21-24 0 0 0,23 23-8 0 0,2 3 9 0 0,0 0 1 0 0,0 0 0 0 0,-1 1-1 0 0,0 0 1 0 0,0 1 0 0 0,-1 0-1 0 0,-15-7 1 0 0,-2 0 44 0 0,-6-1-45 0 0,-52-12-15 0 0,14 2 74 0 0,-164-40 37 0 0,186 48-157 0 0,0 3 0 0 0,-1 1 0 0 0,-99-9 0 0 0,139 22-186 0 0,0 0 0 0 0,1 0 0 0 0,-1 1 0 0 0,-15 5 0 0 0,21-6 12 0 0,0 0-1 0 0,1 0 0 0 0,-1 1 1 0 0,1-1-1 0 0,-1 1 1 0 0,1 0-1 0 0,0 0 0 0 0,0 0 1 0 0,0 0-1 0 0,0 0 1 0 0,0 1-1 0 0,0 0 0 0 0,1-1 1 0 0,-5 7-1 0 0,6-5-338 0 0,-1 0-1 0 0,2 1 0 0 0,-1-1 1 0 0,0 1-1 0 0,1 0 1 0 0,0-1-1 0 0,0 7 0 0 0,0 38-6759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28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0 342 2401 0 0,'19'-8'2432'0'0,"1"-1"1"0"0,27-17-1 0 0,-27 14-1954 0 0,2 1 1 0 0,0 0-1 0 0,0 2 1 0 0,1 0 0 0 0,0 2-1 0 0,46-9 1 0 0,160-7 658 0 0,-223 22-1102 0 0,1240-34 2726 0 0,-587 28-1814 0 0,-584 5-1407 0 0,141-19 0 0 0,-127 9 375 0 0,1 4 1 0 0,175 9-1 0 0,-106 2 259 0 0,142 16-201 0 0,-11-3 83 0 0,-222-13-32 0 0,15-3 76 0 0,-63-1 22 0 0,-1 0 0 0 0,1 2 0 0 0,-1 0 0 0 0,1 1 1 0 0,-1 1-1 0 0,1 1 0 0 0,-1 0 0 0 0,0 2 0 0 0,19 7 0 0 0,-18-4 26 0 0,0-2 0 0 0,1 0 0 0 0,1-1 0 0 0,-1-1 0 0 0,1-1 1 0 0,0-1-1 0 0,39 0 0 0 0,-49-2-53 0 0,268-5 1632 0 0,-213 1-1413 0 0,630-41 1658 0 0,-309 17-1423 0 0,-343 22-957 0 0,73-19-1 0 0,16 0 146 0 0,468-15 2050 0 0,-240 25-1293 0 0,146-17 186 0 0,-67 18-226 0 0,-320 10-319 0 0,-66 0 31 0 0,102 9 0 0 0,101 15 154 0 0,-34-4 27 0 0,85-7 178 0 0,-106-9-317 0 0,167 2 80 0 0,34 1 425 0 0,-216-6-60 0 0,-44-2-332 0 0,117 21 324 0 0,-45-1-437 0 0,-5-3-48 0 0,-246-8-7470 0 0,-36-10-240 0 0,-65-3-4442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1 147 720 0 0,'0'0'97'0'0,"0"-1"0"0"0,0 1 0 0 0,0-1 0 0 0,0 1-1 0 0,1-1 1 0 0,-1 1 0 0 0,0-1 0 0 0,0 1 0 0 0,0-1 0 0 0,1 0-1 0 0,-1 1 1 0 0,0 0 0 0 0,1-1 0 0 0,-1 1 0 0 0,0-1-1 0 0,1 1 1 0 0,-1-1 0 0 0,1 1 0 0 0,-1 0 0 0 0,1-1 0 0 0,-1 1-1 0 0,1 0 1 0 0,-1-1 0 0 0,1 1 0 0 0,-1 0 0 0 0,1 0 0 0 0,-1 0-1 0 0,1-1 1 0 0,-1 1 0 0 0,2 0 0 0 0,-2 0-20 0 0,1 0 1 0 0,0 0-1 0 0,-1 0 1 0 0,1-1-1 0 0,-1 1 1 0 0,1 0-1 0 0,-1 0 0 0 0,1 0 1 0 0,-1-1-1 0 0,1 1 1 0 0,-1 0-1 0 0,1-1 1 0 0,-1 1-1 0 0,1-1 1 0 0,-1 1-1 0 0,1 0 0 0 0,-1-1 1 0 0,0 1-1 0 0,1-1 1 0 0,-1 1-1 0 0,0-1 1 0 0,1 1-1 0 0,-1-1 1 0 0,0 1-1 0 0,0-1 1 0 0,0 1-1 0 0,1-1 0 0 0,-1 0 1 0 0,0 1-1 0 0,0-2 1 0 0,35-23 2736 0 0,86-33-773 0 0,-115 54-1986 0 0,0 2-1 0 0,-1-1 1 0 0,1 0-1 0 0,1 1 0 0 0,-1 1 1 0 0,0-1-1 0 0,0 1 1 0 0,1 0-1 0 0,-1 0 0 0 0,9 0 1 0 0,30-4 387 0 0,29-2 275 0 0,0 3 0 0 0,0 3 0 0 0,121 14 0 0 0,-192-12-703 0 0,5-1 40 0 0,-1 1-1 0 0,1 1 1 0 0,0-1 0 0 0,0 1 0 0 0,0 1 0 0 0,12 5-1 0 0,-19-7-36 0 0,0-1 0 0 0,1 1-1 0 0,-1 0 1 0 0,0 0 0 0 0,0 0-1 0 0,0 0 1 0 0,0 0 0 0 0,0 0-1 0 0,0 0 1 0 0,0 1 0 0 0,0-1-1 0 0,-1 0 1 0 0,1 0 0 0 0,0 1-1 0 0,-1-1 1 0 0,1 0 0 0 0,-1 1-1 0 0,1 1 1 0 0,-1 0 18 0 0,0-1-1 0 0,0 1 1 0 0,0-1 0 0 0,0 1-1 0 0,-1-1 1 0 0,1 1 0 0 0,-1-1-1 0 0,0 1 1 0 0,1-1 0 0 0,-1 0-1 0 0,0 1 1 0 0,0-1 0 0 0,-1 0-1 0 0,-1 3 1 0 0,-11 11 160 0 0,0 0 0 0 0,-1-1-1 0 0,0-1 1 0 0,-28 19 0 0 0,35-25-158 0 0,-1-2-1 0 0,-1 0 1 0 0,1 0 0 0 0,-1 0 0 0 0,0-1-1 0 0,0-1 1 0 0,0 0 0 0 0,-1 0 0 0 0,-14 3 0 0 0,6-2 48 0 0,11-1-67 0 0,-1-1-1 0 0,0-1 0 0 0,0 0 0 0 0,0 0 0 0 0,-1-1 0 0 0,1 0 0 0 0,0-1 1 0 0,-1 1-1 0 0,1-2 0 0 0,0 0 0 0 0,0 0 0 0 0,-1 0 0 0 0,-11-5 0 0 0,20 6-22 0 0,1 0-1 0 0,-1 0 1 0 0,1 0-1 0 0,0 0 1 0 0,-1 0-1 0 0,1-1 1 0 0,0 1-1 0 0,-1 0 1 0 0,1 0-1 0 0,0-1 0 0 0,-1 1 1 0 0,1 0-1 0 0,0-1 1 0 0,0 1-1 0 0,-1 0 1 0 0,1-1-1 0 0,0 1 1 0 0,0 0-1 0 0,-1-1 1 0 0,1 1-1 0 0,0 0 0 0 0,0-1 1 0 0,0 1-1 0 0,0 0 1 0 0,0-1-1 0 0,0 1 1 0 0,0-1-1 0 0,0 1 1 0 0,0 0-1 0 0,0-1 1 0 0,0 1-1 0 0,0-1 0 0 0,0 1 1 0 0,0-1-1 0 0,0 1 1 0 0,0 0-1 0 0,0-1 1 0 0,0 1-1 0 0,0 0 1 0 0,1-1-1 0 0,-1 1 1 0 0,0-1-1 0 0,0 1 0 0 0,0 0 1 0 0,1-1-1 0 0,-1 1 1 0 0,0 0-1 0 0,1 0 1 0 0,-1-1-1 0 0,0 1 1 0 0,0 0-1 0 0,1 0 0 0 0,-1-1 1 0 0,0 1-1 0 0,1 0 1 0 0,-1 0-1 0 0,1 0 1 0 0,-1 0-1 0 0,0-1 1 0 0,1 1-1 0 0,-1 0 1 0 0,1 0-1 0 0,-1 0 1 0 0,19-8-41 0 0,-6-1 34 0 0,-9 6 12 0 0,0 0 0 0 0,0 1 0 0 0,0 0 0 0 0,0 0 0 0 0,0 0 0 0 0,1 0 0 0 0,-1 1-1 0 0,0-1 1 0 0,1 1 0 0 0,0 0 0 0 0,5 0 0 0 0,25-4 27 0 0,0 2-1 0 0,0 2 1 0 0,0 1 0 0 0,0 2-1 0 0,0 1 1 0 0,-1 2 0 0 0,1 1-1 0 0,62 20 1 0 0,-89-23-25 0 0,-1 1 0 0 0,0 0 0 0 0,0 0 0 0 0,0 1 0 0 0,0 0-1 0 0,-1 0 1 0 0,0 0 0 0 0,0 1 0 0 0,0 0 0 0 0,-1 0 0 0 0,0 1 0 0 0,0-1 0 0 0,4 9 0 0 0,-8-14 12 0 0,-1 1-1 0 0,1-1 1 0 0,-1 1 0 0 0,0-1 0 0 0,0 1 0 0 0,1 0-1 0 0,-1-1 1 0 0,0 1 0 0 0,0-1 0 0 0,0 1 0 0 0,-1 0-1 0 0,1-1 1 0 0,0 1 0 0 0,-1-1 0 0 0,1 1 0 0 0,-1-1-1 0 0,1 1 1 0 0,-1-1 0 0 0,0 1 0 0 0,1-1 0 0 0,-1 1-1 0 0,0-1 1 0 0,0 0 0 0 0,0 1 0 0 0,0-1 0 0 0,0 0-1 0 0,-1 0 1 0 0,1 0 0 0 0,0 0 0 0 0,0 0 0 0 0,-1 0-1 0 0,1 0 1 0 0,-1 0 0 0 0,-2 0 0 0 0,-54 26 422 0 0,52-25-395 0 0,-22 7-85 0 0,-1 0-1 0 0,0-2 1 0 0,-1-1-1 0 0,1-1 1 0 0,-1-2-1 0 0,0-1 1 0 0,0-1-1 0 0,-56-6 1 0 0,71 2-633 0 0,-1 0 1 0 0,0-2-1 0 0,-17-6 1 0 0,23 7 221 0 0,8 4 328 0 0,0-1 1 0 0,1 1-1 0 0,-1-1 1 0 0,1 1-1 0 0,-1-1 1 0 0,0 0-1 0 0,1 0 1 0 0,-1 0-1 0 0,1 1 1 0 0,-1-2-1 0 0,1 1 1 0 0,0 0-1 0 0,0 0 1 0 0,-2-2-1 0 0,9-10-1725 0 0,-5 12 1625 0 0,1 0-1 0 0,-1 0 1 0 0,0-1-1 0 0,0 1 1 0 0,0-1-1 0 0,0 1 1 0 0,0-1-1 0 0,-1 1 0 0 0,1-1 1 0 0,0 1-1 0 0,-1-1 1 0 0,1 0-1 0 0,-1 1 1 0 0,0-1-1 0 0,1-3 1 0 0,4-11-2588 0 0,20-7-13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62 1521 0 0,'-5'0'1974'0'0,"4"0"-1629"0"0,0 1-223 0 0,0-1 0 0 0,0 0 0 0 0,0 0-1 0 0,0 0 1 0 0,0 0 0 0 0,0 0 0 0 0,0 0 0 0 0,0 0-1 0 0,0 0 1 0 0,0 0 0 0 0,0 0 0 0 0,0 0-1 0 0,0-1 1 0 0,0 1 0 0 0,0 0 0 0 0,0-1 0 0 0,1 1-1 0 0,-1-1 1 0 0,0 1 0 0 0,0-1 0 0 0,0 1 0 0 0,0-1-1 0 0,-1-1 1 0 0,-3 1 1065 0 0,-9 1-728 0 0,1 2-1 0 0,-1 0 0 0 0,0 0 1 0 0,1 1-1 0 0,0 1 0 0 0,-1 0 1 0 0,-21 11-1 0 0,26-11-229 0 0,1 0 0 0 0,0 1 0 0 0,-1 0 0 0 0,1 1 0 0 0,1-1 0 0 0,-1 1 0 0 0,1 1 0 0 0,0-1 0 0 0,1 2 0 0 0,0-1-1 0 0,0 0 1 0 0,-6 11 0 0 0,10-11-137 0 0,0 0-1 0 0,0-1 0 0 0,1 1 0 0 0,0 0 0 0 0,0 0 1 0 0,0 1-1 0 0,1-1 0 0 0,0 0 0 0 0,1 0 0 0 0,1 8 1 0 0,0 17 158 0 0,-2-29-233 0 0,0-1 0 0 0,0 1 0 0 0,1-1 0 0 0,-1 1 0 0 0,1-1 0 0 0,0 1 0 0 0,0-1 0 0 0,0 0 0 0 0,0 1 0 0 0,0-1 0 0 0,0 0 0 0 0,0 0 0 0 0,1 1-1 0 0,-1-1 1 0 0,1-1 0 0 0,0 1 0 0 0,0 0 0 0 0,-1 0 0 0 0,1 0 0 0 0,0-1 0 0 0,4 3 0 0 0,1 0 18 0 0,0 0 0 0 0,1-1-1 0 0,0 0 1 0 0,0 0 0 0 0,-1 0-1 0 0,15 2 1 0 0,9 0-28 0 0,0-2 0 0 0,45 0 0 0 0,-74-3-17 0 0,32 0-64 0 0,-1-1-1 0 0,0-2 0 0 0,0-1 0 0 0,51-13 1 0 0,-71 14 58 0 0,149-40-250 0 0,-145 38 183 0 0,0-2 0 0 0,0 0-1 0 0,0-1 1 0 0,-1-1 0 0 0,-1 0 0 0 0,1-1 0 0 0,15-13 0 0 0,-29 20 61 0 0,1 1-1 0 0,0-1 1 0 0,0 0 0 0 0,-1 1 0 0 0,0-1 0 0 0,1 0 0 0 0,-1-1 0 0 0,0 1 0 0 0,-1 0 0 0 0,1 0 0 0 0,-1-1 0 0 0,1 1 0 0 0,-1-1 0 0 0,0 0 0 0 0,0 1 0 0 0,0-1 0 0 0,-1-4 0 0 0,0 5 9 0 0,0 0 1 0 0,-1-1 0 0 0,0 1 0 0 0,0 0-1 0 0,0 0 1 0 0,0-1 0 0 0,0 1 0 0 0,-1 0 0 0 0,1 0-1 0 0,-1 0 1 0 0,0 0 0 0 0,0 1 0 0 0,0-1 0 0 0,0 0-1 0 0,0 1 1 0 0,-1 0 0 0 0,1-1 0 0 0,-1 1-1 0 0,0 0 1 0 0,-2-2 0 0 0,-16-10 14 0 0,0 1 1 0 0,0 1-1 0 0,-1 1 1 0 0,-1 1-1 0 0,0 0 1 0 0,0 2-1 0 0,0 1 0 0 0,-1 0 1 0 0,0 2-1 0 0,-38-3 1 0 0,43 8-23 0 0,1 1 1 0 0,0 1-1 0 0,-24 6 1 0 0,35-7-64 0 0,0 1 0 0 0,0 0 1 0 0,0 1-1 0 0,0-1 0 0 0,1 1 1 0 0,0 1-1 0 0,-1-1 0 0 0,1 1 1 0 0,0 0-1 0 0,-6 6 1 0 0,11-9 44 0 0,1-1 0 0 0,0 1 1 0 0,-1 0-1 0 0,1-1 1 0 0,0 1-1 0 0,0 0 0 0 0,-1-1 1 0 0,1 1-1 0 0,0 0 1 0 0,0-1-1 0 0,0 1 1 0 0,0 0-1 0 0,0 0 0 0 0,0-1 1 0 0,0 1-1 0 0,0 0 1 0 0,0-1-1 0 0,0 1 0 0 0,0 0 1 0 0,1 0-1 0 0,-1-1 1 0 0,0 1-1 0 0,0 0 1 0 0,1-1-1 0 0,-1 1 0 0 0,1-1 1 0 0,-1 1-1 0 0,0 0 1 0 0,1-1-1 0 0,-1 1 0 0 0,1-1 1 0 0,-1 1-1 0 0,1-1 1 0 0,-1 1-1 0 0,1-1 1 0 0,0 0-1 0 0,-1 1 0 0 0,1-1 1 0 0,0 0-1 0 0,-1 1 1 0 0,1-1-1 0 0,0 0 0 0 0,-1 0 1 0 0,1 1-1 0 0,0-1 1 0 0,0 0-1 0 0,39 16-1874 0 0,-37-16 1655 0 0,11 5-1151 0 0,1-1-1 0 0,-1 0 0 0 0,1-2 1 0 0,17 2-1 0 0,23-3-992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69 2321 0 0,'-10'0'2294'0'0,"-54"3"624"0"0,-68 12-1 0 0,6 1-281 0 0,117-16-2423 0 0,0 2 1 0 0,0-1-1 0 0,0 1 0 0 0,0 1 1 0 0,0-1-1 0 0,0 1 0 0 0,1 1 1 0 0,-14 7-1 0 0,19-9-175 0 0,1-1 0 0 0,0 1 0 0 0,0 0 0 0 0,0-1 0 0 0,0 1 0 0 0,0 0 0 0 0,0 0 1 0 0,0 0-1 0 0,1 1 0 0 0,-1-1 0 0 0,1 0 0 0 0,0 1 0 0 0,0-1 0 0 0,0 1 0 0 0,0-1 0 0 0,0 1 0 0 0,0-1 0 0 0,0 1 0 0 0,1 0 1 0 0,0 0-1 0 0,-1-1 0 0 0,1 1 0 0 0,0 0 0 0 0,0-1 0 0 0,0 1 0 0 0,1 0 0 0 0,-1-1 0 0 0,1 1 0 0 0,-1 0 0 0 0,1-1 1 0 0,0 1-1 0 0,0-1 0 0 0,3 5 0 0 0,-1-1-18 0 0,0-1 1 0 0,0 0 0 0 0,0 0-1 0 0,1 0 1 0 0,0-1 0 0 0,0 1-1 0 0,0-1 1 0 0,1 0 0 0 0,-1 0-1 0 0,9 5 1 0 0,58 31 107 0 0,-46-28-43 0 0,9 5-69 0 0,1-2 1 0 0,0-2-1 0 0,1-1 1 0 0,1-2-1 0 0,0-2 1 0 0,0-1-1 0 0,1-2 0 0 0,0-1 1 0 0,0-2-1 0 0,0-2 1 0 0,-1-1-1 0 0,55-9 0 0 0,-82 8-28 0 0,0-1-1 0 0,0 0 1 0 0,0 0-1 0 0,0-1 0 0 0,-1-1 1 0 0,0 0-1 0 0,0 0 1 0 0,0 0-1 0 0,0-1 1 0 0,9-9-1 0 0,-14 12 22 0 0,-1-1 0 0 0,1 1 0 0 0,-1-1 0 0 0,0 0 0 0 0,0 0-1 0 0,0 0 1 0 0,0-1 0 0 0,-1 1 0 0 0,0-1 0 0 0,0 1 0 0 0,0-1 0 0 0,-1 0 0 0 0,1 1 0 0 0,-1-1 0 0 0,0 0 0 0 0,0 0 0 0 0,-1 0 0 0 0,1 0-1 0 0,-1 0 1 0 0,-1 0 0 0 0,1 0 0 0 0,-2-10 0 0 0,0 5 0 0 0,0 1 1 0 0,-1-1-1 0 0,0 0 0 0 0,-1 1 1 0 0,1 0-1 0 0,-2 0 0 0 0,1 0 1 0 0,-2 0-1 0 0,1 1 1 0 0,-1 0-1 0 0,0 0 0 0 0,0 0 1 0 0,-1 1-1 0 0,0 0 0 0 0,-1 0 1 0 0,0 1-1 0 0,0 0 0 0 0,0 0 1 0 0,-12-6-1 0 0,-16-1 3 0 0,0 1 0 0 0,-1 2 0 0 0,0 1 0 0 0,-1 2 0 0 0,-45-3 0 0 0,54 7-17 0 0,-3-1-152 0 0,-1 3 1 0 0,0 0 0 0 0,-63 8 0 0 0,66-2-1588 0 0,0 1 0 0 0,-38 13 1 0 0,65-18 1265 0 0,0 0 0 0 0,1 0 1 0 0,-1 0-1 0 0,0 0 1 0 0,0 0-1 0 0,1 1 1 0 0,-1-1-1 0 0,0 1 1 0 0,-2 2-1 0 0,4-3 9 0 0,1 1 0 0 0,-1-1 1 0 0,0 0-1 0 0,1 1 0 0 0,-1-1 0 0 0,1 1 1 0 0,0-1-1 0 0,-1 1 0 0 0,1-1 0 0 0,0 1 0 0 0,0-1 1 0 0,0 1-1 0 0,0 2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5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112 146 3522 0 0,'-25'0'2614'0'0,"20"0"-1173"0"0,0 0-761 0 0,-15 0-400 0 0,15 0 401 0 0,0 1-455 0 0,-15 3 28 0 0,15-3 306 0 0,5-1-521 0 0,0 0-1 0 0,0 1 1 0 0,0-1-1 0 0,0 0 1 0 0,0 0-1 0 0,0 0 0 0 0,0 0 1 0 0,0 0-1 0 0,1 1 1 0 0,-1-1-1 0 0,0 0 1 0 0,0 0-1 0 0,0 0 1 0 0,0 0-1 0 0,0 0 1 0 0,0 1-1 0 0,0-1 1 0 0,0 0-1 0 0,0 0 1 0 0,0 0-1 0 0,0 0 1 0 0,0 1-1 0 0,0-1 1 0 0,0 0-1 0 0,0 0 1 0 0,0 0-1 0 0,0 0 1 0 0,0 1-1 0 0,-1-1 1 0 0,1 0-1 0 0,0 0 1 0 0,0 0-1 0 0,0 0 1 0 0,0 0-1 0 0,0 1 1 0 0,0-1-1 0 0,0 0 1 0 0,0 0-1 0 0,-1 0 1 0 0,1 0-1 0 0,0 0 1 0 0,0 0-1 0 0,0 0 1 0 0,0 0-1 0 0,0 1 1 0 0,-1-1-1 0 0,1 0 1 0 0,0 0-1 0 0,0 0 1 0 0,0 0-1 0 0,0 0 1 0 0,-1 0-1 0 0,1 0 1 0 0,0 0-1 0 0,0 0 1 0 0,0 0-1 0 0,0 0 1 0 0,-1 0-1 0 0,1 0 1 0 0,0 0-1 0 0,0 0 1 0 0,0 0-1 0 0,0 0 1 0 0,-1-1-1 0 0,1 1 1 0 0,0 0-1 0 0,0 0 1 0 0,0 0-1 0 0,0 0 1 0 0,-17 0 1006 0 0,34 0-410 0 0,-17 0-627 0 0,0 0-1 0 0,0 0 0 0 0,0 0 0 0 0,0 0 1 0 0,0-1-1 0 0,0 1 0 0 0,1 0 0 0 0,-1 0 1 0 0,0 0-1 0 0,0 0 0 0 0,0 0 0 0 0,0 0 1 0 0,0 0-1 0 0,1 0 0 0 0,-1 0 0 0 0,0 0 1 0 0,0 0-1 0 0,0 0 0 0 0,0 0 0 0 0,0 0 1 0 0,1 0-1 0 0,-1 0 0 0 0,0 0 0 0 0,0 0 1 0 0,0 1-1 0 0,0-1 0 0 0,0 0 0 0 0,0 0 1 0 0,1 0-1 0 0,-1 0 0 0 0,0 0 0 0 0,0 0 1 0 0,0 0-1 0 0,0 0 0 0 0,0 0 0 0 0,0 1 1 0 0,0-1-1 0 0,0 0 0 0 0,0 0 0 0 0,1 0 0 0 0,-1 0 1 0 0,0 0-1 0 0,0 0 0 0 0,0 1 0 0 0,0-1 1 0 0,0 0-1 0 0,0 0 0 0 0,0 0 0 0 0,0 0 1 0 0,0 0-1 0 0,0 1 0 0 0,0-1 0 0 0,0 0 1 0 0,0 0-1 0 0,0 0 0 0 0,0 0 0 0 0,0 0 1 0 0,0 0-1 0 0,0 1 0 0 0,0-1 22 0 0,0 0 0 0 0,-1 0-1 0 0,1 0 1 0 0,0 0 0 0 0,0 1 0 0 0,0-1 0 0 0,0 0-1 0 0,0 0 1 0 0,0 0 0 0 0,0 0 0 0 0,0 0-1 0 0,0 1 1 0 0,0-1 0 0 0,0 0 0 0 0,0 0-1 0 0,1 0 1 0 0,-1 0 0 0 0,0 0 0 0 0,0 1 0 0 0,0-1-1 0 0,0 0 1 0 0,0 0 0 0 0,0 0 0 0 0,0 0-1 0 0,0 0 1 0 0,0 0 0 0 0,0 0 0 0 0,0 1-1 0 0,1-1 1 0 0,-1 0 0 0 0,0 0 0 0 0,0 0 0 0 0,0 0-1 0 0,0 0 1 0 0,0 0 0 0 0,0 0 0 0 0,1 0-1 0 0,-1 0 1 0 0,0 0 0 0 0,0 0 0 0 0,0 0-1 0 0,0 0 1 0 0,0 0 0 0 0,1 0 0 0 0,-1 0 0 0 0,0 0-1 0 0,0 0 1 0 0,0 0 0 0 0,0 0 0 0 0,0 0-1 0 0,0 0 1 0 0,1 0 0 0 0,-1 0 0 0 0,0 0 0 0 0,0 0-1 0 0,0 0 1 0 0,0 0 0 0 0,0 0 0 0 0,1 0-1 0 0,19 0 79 0 0,-15 0 200 0 0,0 1-147 0 0,86 4 452 0 0,-11-1-264 0 0,-44 1-32 0 0,48 1-1 0 0,7 2 15 0 0,-74-5-262 0 0,-1-2 1 0 0,0 0-1 0 0,1-1 0 0 0,18-2 1 0 0,-17 0 3 0 0,-1 2 1 0 0,27 2 0 0 0,409 47 901 0 0,-436-48-918 0 0,1 0 0 0 0,-1-2 0 0 0,22-2 0 0 0,21-1 120 0 0,133-9 733 0 0,0 1 330 0 0,140 12 1242 0 0,-214 14-1467 0 0,-71-5-632 0 0,-36-6-288 0 0,0-1 1 0 0,0 0-1 0 0,20 0 1 0 0,60-1 514 0 0,9 1 394 0 0,159-18 0 0 0,363-109 1523 0 0,-582 113-2526 0 0,79-16 0 0 0,-95 28 0 0 0,65-6 0 0 0,-81 6 0 0 0,-2 0 0 0 0,0 0 0 0 0,-1-1 0 0 0,1 0 0 0 0,0 0 0 0 0,10-3 0 0 0,8 3 0 0 0,302-6 0 0 0,-43 2 0 0 0,-202 6 0 0 0,-26 4 0 0 0,34 1 0 0 0,-75-6 0 0 0,0 0 0 0 0,-1 1 0 0 0,1 0 0 0 0,16 4 0 0 0,0 1 0 0 0,150 13 0 0 0,-147-18 0 0 0,53 6 0 0 0,-67-6 0 0 0,50 10 0 0 0,-13-3 0 0 0,0-2 0 0 0,0-2 0 0 0,58-5 0 0 0,170-21 0 0 0,-203 14 0 0 0,340-43 0 0 0,-276 32 0 0 0,126-2 0 0 0,-208 18 0 0 0,354 9 0 0 0,-119-5 0 0 0,-157-3 0 0 0,14-4 0 0 0,-126 6 0 0 0,1 1 0 0 0,-1 5 0 0 0,30 0 0 0 0,20 7 0 0 0,-38-6 0 0 0,73 5 0 0 0,37-11 0 0 0,122-2 0 0 0,-101 0 0 0 0,71-5 0 0 0,67-1 0 0 0,-300 7 0 0 0,657-6 0 0 0,-522 1 0 0 0,-166 4-760 0 0,0 2-1 0 0,0 1 1 0 0,-33 7-1 0 0,0 0-1346 0 0,-33 6-6046 0 0,-165 52 0 0 0,126-18 1563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57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4242 0 0,'-30'19'3522'0'0,"0"-13"-1922"0"0,30 1-1119 0 0,0-14-642 0 0,-31 7 1 0 0,31 7 80 0 0,-30-7 80 0 0,30 6 80 0 0,0 0-240 0 0,-30 0-640 0 0,0-6-1921 0 0,30 7-1841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0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83 1521 0 0,'-176'0'1841'0'0,"171"0"840"0"0,0 0-1934 0 0,-76-5 1601 0 0,94 10-313 0 0,-14-2-2004 0 0,-11-5 610 0 0,33 8-227 0 0,-16-5 1013 0 0,0-1-947 0 0,103 15 1880 0 0,-15 0-1598 0 0,-51-13-450 0 0,524 22 2804 0 0,-269-36-1502 0 0,94 23 1601 0 0,-194-14-1163 0 0,297-41 1 0 0,0-2-1036 0 0,-457 45-901 0 0,198 0 409 0 0,-19 8-58 0 0,-40-7 79 0 0,35 6-140 0 0,121 13-366 0 0,-297-12-40 0 0,-10-6 0 0 0,0 0 0 0 0,-15 3 0 0 0,16-2 0 0 0,154 17 0 0 0,-47-17 0 0 0,143-15 0 0 0,28-2 0 0 0,114 1 0 0 0,-206 5 0 0 0,2-1 0 0 0,-68 10 0 0 0,66-12 0 0 0,-182 11 0 0 0,0 1 0 0 0,10-1 0 0 0,-32 2 0 0 0,9 5 0 0 0,8-5 0 0 0,6-1 0 0 0,234-7 0 0 0,-235 7 0 0 0,1 0 0 0 0,-1 0 0 0 0,105 4 0 0 0,-29-2 0 0 0,246-20 0 0 0,-161 6 0 0 0,-100 9 0 0 0,84-6 0 0 0,-114 14 0 0 0,-31-5 0 0 0,-1 0 0 0 0,-3 0 0 0 0,3 0 0 0 0,2 0 0 0 0,-1 0 0 0 0,126 0 0 0 0,201-6 0 0 0,-1-1 0 0 0,-144 7 0 0 0,-87 6 0 0 0,-74-5 0 0 0,461-1 0 0 0,-469-2 0 0 0,-43 2 0 0 0,78 9 0 0 0,-48-5 0 0 0,0-2 0 0 0,60 11 0 0 0,-27-4 0 0 0,19 0 0 0 0,-69-7 0 0 0,35 2 0 0 0,-41-3 0 0 0,-1-1 0 0 0,1 0 0 0 0,0 0 0 0 0,0 0 0 0 0,0-1 0 0 0,0 0 0 0 0,0 0 0 0 0,7-4 0 0 0,7 0 0 0 0,15-2 0 0 0,-26 0 1037 0 0,-21 5-5337 0 0,-29 6-8570 0 0,-15 7 1438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06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270 116 880 0 0,'0'0'2148'0'0,"-5"0"-467"0"0,-12 0 1143 0 0,39 0-1006 0 0,-28 0 1459 0 0,-18-4-3019 0 0,19 3-98 0 0,-15 1-13 0 0,15 0 280 0 0,0 0-214 0 0,-15 0-40 0 0,15 0 81 0 0,0 0-107 0 0,4 0-124 0 0,0-1-7 0 0,0 1 1 0 0,0 0-1 0 0,0 0 1 0 0,0 0-1 0 0,-1 0 1 0 0,1 0-1 0 0,0 0 1 0 0,0 0-1 0 0,0 0 1 0 0,0 0-1 0 0,0 0 1 0 0,0 1 0 0 0,-1-1-1 0 0,1 0 1 0 0,0 1-1 0 0,0-1 1 0 0,0 1-1 0 0,0-1 1 0 0,0 1-1 0 0,0 0 1 0 0,-1 0-1 0 0,2 1-2 0 0,-1-1-1 0 0,0 0 1 0 0,1 0-1 0 0,-1 0 1 0 0,0 1-1 0 0,0-1 1 0 0,0 0-1 0 0,0 0 0 0 0,0 0 1 0 0,-1 0-1 0 0,1-1 1 0 0,0 1-1 0 0,0 0 1 0 0,0 0-1 0 0,-1-1 1 0 0,1 1-1 0 0,0-1 0 0 0,-1 1 1 0 0,1-1-1 0 0,-1 0 1 0 0,1 1-1 0 0,0-1 1 0 0,-3 0-1 0 0,3 0-6 0 0,-1 0 0 0 0,1 1 0 0 0,-1-1-1 0 0,1 0 1 0 0,-1 1 0 0 0,1-1 0 0 0,-1 1 0 0 0,1-1 0 0 0,0 1-1 0 0,-1-1 1 0 0,1 1 0 0 0,0 0 0 0 0,-1 0 0 0 0,1 0 0 0 0,0 0-1 0 0,0 0 1 0 0,0 0 0 0 0,0 0 0 0 0,0 0 0 0 0,0 0 0 0 0,0 1-1 0 0,0-1 1 0 0,0 0 0 0 0,0 2 0 0 0,1-2-2 0 0,0 0-1 0 0,0-1 1 0 0,0 1-1 0 0,0 0 1 0 0,0-1-1 0 0,0 1 1 0 0,-1 0 0 0 0,1-1-1 0 0,0 1 1 0 0,0 0-1 0 0,-1-1 1 0 0,1 1-1 0 0,0 0 1 0 0,-1-1 0 0 0,1 1-1 0 0,-1-1 1 0 0,1 1-1 0 0,0-1 1 0 0,-1 1-1 0 0,0-1 1 0 0,1 1 0 0 0,-1-1-1 0 0,1 1 1 0 0,-1-1-1 0 0,1 1 1 0 0,-1-1-1 0 0,0 0 1 0 0,1 0 0 0 0,-1 1-1 0 0,0-1 1 0 0,1 0-1 0 0,-1 0 1 0 0,-1 0-1 0 0,2 1 4 0 0,-1-1 0 0 0,0 0-1 0 0,0 0 1 0 0,1 0-1 0 0,-1 0 1 0 0,0 1 0 0 0,1-1-1 0 0,-1 0 1 0 0,0 1-1 0 0,1-1 1 0 0,-1 1 0 0 0,0-1-1 0 0,1 1 1 0 0,-1-1-1 0 0,1 1 1 0 0,-1-1-1 0 0,1 1 1 0 0,-1-1 0 0 0,1 1-1 0 0,-1 0 1 0 0,1-1-1 0 0,0 1 1 0 0,-1 0 0 0 0,1-1-1 0 0,0 1 1 0 0,0 0-1 0 0,-1-1 1 0 0,1 1 0 0 0,0 0-1 0 0,0 0 1 0 0,0-1-1 0 0,0 1 1 0 0,0 1 0 0 0,-5 0 58 0 0,4-2-54 0 0,0 0-4 0 0,0 0 0 0 0,-1 0 1 0 0,1 0-1 0 0,-1 1 0 0 0,1-1 0 0 0,0 0 1 0 0,-1 1-1 0 0,1-1 0 0 0,0 1 0 0 0,-1-1 1 0 0,1 1-1 0 0,0-1 0 0 0,0 1 0 0 0,-1 0 1 0 0,1 0-1 0 0,0-1 0 0 0,-1 3 0 0 0,2-2 46 0 0,5 0-81 0 0,15 4 80 0 0,-19-4-49 0 0,-1 0-1 0 0,1 0 0 0 0,-1 0 0 0 0,1-1 0 0 0,0 1 0 0 0,-1 0 1 0 0,1 0-1 0 0,-1 0 0 0 0,0 0 0 0 0,1 0 0 0 0,-1 0 0 0 0,0 0 1 0 0,0 0-1 0 0,0 1 0 0 0,0-1 0 0 0,0 0 0 0 0,0 0 0 0 0,0 0 1 0 0,0 0-1 0 0,0 0 0 0 0,0 0 0 0 0,-1 2 0 0 0,1-1 4 0 0,1 7-5 0 0,-1-6 2 0 0,1-1 0 0 0,-1 0 0 0 0,0 1-1 0 0,0-1 1 0 0,0 0 0 0 0,0 1 0 0 0,0-1 0 0 0,0 0 0 0 0,0 1-1 0 0,-1-1 1 0 0,1 0 0 0 0,-1 0 0 0 0,0 1 0 0 0,0-1-1 0 0,0 0 1 0 0,-1 3 0 0 0,-1-3-3 0 0,1 0-1 0 0,0 1 1 0 0,0 0 0 0 0,0-1-1 0 0,0 1 1 0 0,0 0 0 0 0,0 0-1 0 0,1 0 1 0 0,-1 0-1 0 0,1 0 1 0 0,0 0 0 0 0,0 1-1 0 0,0-1 1 0 0,0 0 0 0 0,1 0-1 0 0,-1 1 1 0 0,1-1-1 0 0,0 1 1 0 0,0-1 0 0 0,1 6-1 0 0,-1-9 4 0 0,0 1-1 0 0,0 0 1 0 0,0 0 0 0 0,0 0-1 0 0,-1 0 1 0 0,1 0-1 0 0,0 0 1 0 0,0-1-1 0 0,-1 1 1 0 0,1 0-1 0 0,0 0 1 0 0,-1 0-1 0 0,1-1 1 0 0,-1 1-1 0 0,1 0 1 0 0,-1-1 0 0 0,1 1-1 0 0,-1 0 1 0 0,1-1-1 0 0,-1 1 1 0 0,0 0-1 0 0,1-1 1 0 0,-1 1-1 0 0,0-1 1 0 0,0 1-1 0 0,0 0 0 0 0,0-1 0 0 0,0 1-1 0 0,0 0 1 0 0,0-1-1 0 0,0 1 1 0 0,0 0 0 0 0,1 0-1 0 0,-1-1 1 0 0,0 1 0 0 0,1 0-1 0 0,-1 0 1 0 0,0 0-1 0 0,1 0 1 0 0,0 0 0 0 0,-1 0-1 0 0,1 0 1 0 0,-1 0 0 0 0,1 1-1 0 0,0-1 1 0 0,0 0-1 0 0,-1 0 1 0 0,1 0 0 0 0,0 0-1 0 0,0 0 1 0 0,1 2-1 0 0,-3 30-37 0 0,1-22 61 0 0,0-1 0 0 0,1 1 0 0 0,0-1 0 0 0,1 1 0 0 0,0 0 0 0 0,5 18 0 0 0,-3-21-38 0 0,0-1-1 0 0,1 1 0 0 0,0-1 1 0 0,1 0-1 0 0,0 0 1 0 0,0 0-1 0 0,0-1 0 0 0,10 9 1 0 0,0-3-2 0 0,0-1 1 0 0,27 15-1 0 0,-23-14 35 0 0,-9-7-64 0 0,-1 0 0 0 0,1-1 1 0 0,0 0-1 0 0,0-1 0 0 0,0 1 1 0 0,1-2-1 0 0,-1 0 0 0 0,1 0 1 0 0,14 0-1 0 0,-19-2 0 0 0,-1-1-1 0 0,1 0 1 0 0,0 0 0 0 0,-1 0-1 0 0,1-1 1 0 0,-1 0-1 0 0,0 0 1 0 0,1 0 0 0 0,-1 0-1 0 0,0-1 1 0 0,0 0 0 0 0,-1 0-1 0 0,1 0 1 0 0,-1-1 0 0 0,9-7-1 0 0,2-29 58 0 0,30-29 124 0 0,-25 41-14 0 0,20-39 0 0 0,-27 42-43 0 0,1-2 125 0 0,20-57 1 0 0,-33 78-200 0 0,0 0 0 0 0,-1 0-1 0 0,1-1 1 0 0,-1 1 0 0 0,-1 0 0 0 0,1 0 0 0 0,-1 0-1 0 0,0-1 1 0 0,0 1 0 0 0,-1 0 0 0 0,0 0-1 0 0,-4-9 1 0 0,3 7 12 0 0,0 0-1 0 0,1 0 1 0 0,0 0 0 0 0,0-1-1 0 0,0-12 1 0 0,2 12 7 0 0,0 0-1 0 0,-1 1 1 0 0,0-1 0 0 0,0 0 0 0 0,0 1-1 0 0,-1-1 1 0 0,-1 1 0 0 0,0 0-1 0 0,-3-9 1 0 0,3 13-13 0 0,0-1 0 0 0,0 1 0 0 0,0 0 1 0 0,0 0-1 0 0,-1 0 0 0 0,0 0 0 0 0,0 1 0 0 0,0 0 0 0 0,0-1 0 0 0,0 1 1 0 0,-1 1-1 0 0,1-1 0 0 0,-1 1 0 0 0,0-1 0 0 0,1 1 0 0 0,-1 1 1 0 0,-6-2-1 0 0,-10-1-277 0 0,-1 1-1 0 0,0 1 1 0 0,0 1 0 0 0,-32 2 0 0 0,44 0-303 0 0,-1 0 0 0 0,1 1 0 0 0,0-1 0 0 0,-1 2 0 0 0,1 0 1 0 0,0 0-1 0 0,-13 7 0 0 0,-38 30-6863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1172 132 1281 0 0,'1'-1'198'0'0,"-1"0"0"0"0,0 0 0 0 0,0 0 0 0 0,0-1 0 0 0,0 1 0 0 0,-1 0 0 0 0,1 0 1 0 0,0 0-1 0 0,0 0 0 0 0,-1-1 0 0 0,1 1 0 0 0,-1 0 0 0 0,1 0 0 0 0,-1 0 0 0 0,1 0 0 0 0,-1 0 1 0 0,0 0-1 0 0,1 0 0 0 0,-1 0 0 0 0,0 0 0 0 0,0 1 0 0 0,0-1 0 0 0,0 0 0 0 0,0 0 0 0 0,0 1 1 0 0,0-1-1 0 0,0 0 0 0 0,0 1 0 0 0,0-1 0 0 0,0 1 0 0 0,0-1 0 0 0,-2 1 0 0 0,-1-2-26 0 0,4 2-156 0 0,0 0 0 0 0,0 0 0 0 0,-1 0 0 0 0,1 0 0 0 0,0 0 0 0 0,0 0 0 0 0,-1 0 0 0 0,1 0 0 0 0,0 0 0 0 0,0 0 0 0 0,-1 0 0 0 0,1 0 0 0 0,0-1 0 0 0,0 1 0 0 0,0 0 0 0 0,-1 0-1 0 0,1 0 1 0 0,0 0 0 0 0,0 0 0 0 0,0-1 0 0 0,-1 1 0 0 0,1 0 0 0 0,0 0 0 0 0,0 0 0 0 0,0-1 0 0 0,0 1 0 0 0,0 0 0 0 0,0 0 0 0 0,-1 0 0 0 0,1-1 0 0 0,0 1 0 0 0,0 0 0 0 0,0 0 0 0 0,0-1 0 0 0,0 1-1 0 0,0 0 1 0 0,0 0 0 0 0,0-1 0 0 0,0 1 0 0 0,0 0 0 0 0,0 0 0 0 0,0-1 0 0 0,0 1 0 0 0,0 0 0 0 0,0 0 0 0 0,0-1 0 0 0,1 1 0 0 0,-1 0 0 0 0,0 0 0 0 0,0 0 0 0 0,0-1 0 0 0,0 1 0 0 0,0 0-13 0 0,0 0 1 0 0,0 0-1 0 0,0 0 1 0 0,0 0 0 0 0,0 1-1 0 0,0-1 1 0 0,0 0 0 0 0,-1 0-1 0 0,1 0 1 0 0,0 0-1 0 0,0 0 1 0 0,0 0 0 0 0,0 0-1 0 0,0 0 1 0 0,0 0 0 0 0,0 0-1 0 0,-1 0 1 0 0,1 0-1 0 0,0 0 1 0 0,0 0 0 0 0,0 0-1 0 0,0 0 1 0 0,0 0-1 0 0,0 0 1 0 0,-1 0 0 0 0,1 0-1 0 0,0 0 1 0 0,0 0 0 0 0,0 0-1 0 0,0 0 1 0 0,0 0-1 0 0,0 0 1 0 0,-1 0 0 0 0,1 0-1 0 0,0 0 1 0 0,0 0 0 0 0,0 0-1 0 0,0-1 1 0 0,0 1-1 0 0,0 0 1 0 0,0 0 0 0 0,0 0-1 0 0,0 0 1 0 0,-1 0-1 0 0,1 0 1 0 0,0 0 0 0 0,0 0-1 0 0,0-1 1 0 0,0 1 0 0 0,0 0-1 0 0,0 0 1 0 0,0 0-1 0 0,0 0 1 0 0,0 0 0 0 0,0 0-1 0 0,0-1 1 0 0,0 1 0 0 0,0 0-1 0 0,0 0 1 0 0,0 0-1 0 0,0 0 1 0 0,0 0 0 0 0,0 0-1 0 0,0-1 1 0 0,-1 1 55 0 0,0 1-32 0 0,0-1 0 0 0,0 0 0 0 0,0 0 0 0 0,0 0 0 0 0,0 0 0 0 0,0 0 0 0 0,0 0 0 0 0,0 0 0 0 0,0 0 0 0 0,0 0 0 0 0,0 0 0 0 0,0-1 0 0 0,0 1 0 0 0,0 0 0 0 0,0 0 0 0 0,0-1 0 0 0,0 1 0 0 0,1-1 0 0 0,-1 1 0 0 0,0-1 0 0 0,0 0 0 0 0,0 1 0 0 0,-1-2 0 0 0,-3 1 466 0 0,-86-11 2007 0 0,60 7-1762 0 0,-53-3 0 0 0,-92 13 1329 0 0,171-5-1907 0 0,0 0-53 0 0,-15 0 26 0 0,9 7 54 0 0,-36-1 15 0 0,37-6-159 0 0,0 1 0 0 0,0 0 0 0 0,0 1 0 0 0,0 0 0 0 0,1 1 1 0 0,-1 0-1 0 0,-13 6 0 0 0,5 1 34 0 0,1 1-1 0 0,1 1 1 0 0,-19 17 0 0 0,-56 35 43 0 0,91-63-116 0 0,-1 0 0 0 0,0 0 0 0 0,1 0-1 0 0,-1 0 1 0 0,0 0 0 0 0,1 0 0 0 0,-1 0 0 0 0,1 0 0 0 0,0 0 0 0 0,-1 0 0 0 0,1 0 0 0 0,0 0 0 0 0,0 0 0 0 0,-1 1-1 0 0,1-1 1 0 0,0 0 0 0 0,0 0 0 0 0,0 0 0 0 0,1 0 0 0 0,-1 0 0 0 0,0 1 0 0 0,1 0 0 0 0,-1-1-2 0 0,0 1 0 0 0,0-1 0 0 0,1 0 0 0 0,-1 0 1 0 0,0 0-1 0 0,0 1 0 0 0,0-1 0 0 0,0 0 0 0 0,-1 0 0 0 0,1 0 1 0 0,0 0-1 0 0,0 1 0 0 0,-1-1 0 0 0,1 0 0 0 0,0 0 1 0 0,-1 0-1 0 0,0 0 0 0 0,1 0 0 0 0,-2 1 0 0 0,-6 4 8 0 0,7-6-8 0 0,0 1 0 0 0,0-1 0 0 0,0 0 1 0 0,0 1-1 0 0,0-1 0 0 0,0 1 0 0 0,1-1 0 0 0,-1 1 0 0 0,0 0 0 0 0,0-1 0 0 0,1 1 0 0 0,-1 0 1 0 0,0-1-1 0 0,1 1 0 0 0,-1 0 0 0 0,1 0 0 0 0,-1 0 0 0 0,1 0 0 0 0,-1-1 0 0 0,1 1 0 0 0,-1 0 0 0 0,1 0 1 0 0,0 0-1 0 0,0 0 0 0 0,0 0 0 0 0,-1 2 0 0 0,1-2 1 0 0,0 1 0 0 0,0-1-1 0 0,0 1 1 0 0,-1-1 0 0 0,1 1 0 0 0,-1-1 0 0 0,1 1-1 0 0,-1-1 1 0 0,1 0 0 0 0,-1 1 0 0 0,0-1 0 0 0,0 0-1 0 0,0 1 1 0 0,0-1 0 0 0,1 0 0 0 0,-2 0 0 0 0,1 0 0 0 0,0 0-1 0 0,0 0 1 0 0,-1 1 0 0 0,-8 8 31 0 0,-5 16 37 0 0,12-18-69 0 0,-1-1 1 0 0,0-1-1 0 0,0 1 1 0 0,0 0-1 0 0,-1-1 1 0 0,0 0 0 0 0,-1 0-1 0 0,-9 8 1 0 0,11-10 6 0 0,0-1-1 0 0,0 1 1 0 0,0 0 0 0 0,1 0 0 0 0,-1 0 0 0 0,1 0 0 0 0,-3 6 0 0 0,-23 25 53 0 0,15-23-50 0 0,8-8-10 0 0,0 1 1 0 0,0 0-1 0 0,1 0 1 0 0,-1 0-1 0 0,-6 10 1 0 0,2 1 30 0 0,-1 1 0 0 0,-1-2 1 0 0,-15 18-1 0 0,26-32-35 0 0,0 0-1 0 0,0 1 1 0 0,1-1-1 0 0,-1 0 1 0 0,0 1-1 0 0,1-1 1 0 0,0 0 0 0 0,-1 1-1 0 0,1-1 1 0 0,0 1-1 0 0,-1-1 1 0 0,1 0-1 0 0,0 1 1 0 0,0-1-1 0 0,0 1 1 0 0,0-1-1 0 0,1 1 1 0 0,-1-1-1 0 0,0 0 1 0 0,1 2 0 0 0,-1-2 7 0 0,1 1 1 0 0,-1-1-1 0 0,0 0 0 0 0,1 0 1 0 0,-1 0-1 0 0,0 0 1 0 0,0 1-1 0 0,0-1 1 0 0,0 0-1 0 0,0 0 1 0 0,0 0-1 0 0,-1 1 1 0 0,1-1-1 0 0,0 0 1 0 0,0 0-1 0 0,-1 0 1 0 0,1 0-1 0 0,-1 0 1 0 0,1 0-1 0 0,-1 1 1 0 0,0-1-1 0 0,1 0 1 0 0,-2 1-1 0 0,-1 0-11 0 0,1 0 0 0 0,0 0 0 0 0,0 1 0 0 0,0-1 0 0 0,0 0 0 0 0,0 1-1 0 0,0-1 1 0 0,1 1 0 0 0,-1 0 0 0 0,1 0 0 0 0,0 0 0 0 0,0-1 0 0 0,0 1 0 0 0,0 0-1 0 0,0 0 1 0 0,1 0 0 0 0,-1 1 0 0 0,1-1 0 0 0,0 0 0 0 0,0 0 0 0 0,0 0 0 0 0,0 0 0 0 0,1 5-1 0 0,0 9 18 0 0,0-12-5 0 0,0 1 0 0 0,0-1 0 0 0,-1 1-1 0 0,0-1 1 0 0,0 1 0 0 0,-1-1 0 0 0,0 1-1 0 0,1-1 1 0 0,-2 0 0 0 0,1 1 0 0 0,-3 4 0 0 0,0-5-5 0 0,2-3 2 0 0,0 0 1 0 0,0 0 0 0 0,0 0-1 0 0,1 0 1 0 0,-1 1-1 0 0,0-1 1 0 0,1 0-1 0 0,0 1 1 0 0,0-1 0 0 0,-1 1-1 0 0,1 0 1 0 0,1-1-1 0 0,-1 1 1 0 0,0 0-1 0 0,1 0 1 0 0,-1 0 0 0 0,1-1-1 0 0,0 1 1 0 0,0 0-1 0 0,0 0 1 0 0,1 5 0 0 0,-1-6 3 0 0,0 0 1 0 0,0 0 0 0 0,0 1 0 0 0,0-1 0 0 0,1 0 0 0 0,-1 0 0 0 0,1 0 0 0 0,-1 0 0 0 0,1 0 0 0 0,0 0 0 0 0,0 0 0 0 0,0 0 0 0 0,0 0 0 0 0,0 0 0 0 0,0 0 0 0 0,0 0 0 0 0,1-1 0 0 0,-1 1 0 0 0,1-1 0 0 0,3 4 0 0 0,0 0-29 0 0,-4-4 21 0 0,-1-1-1 0 0,0 1 1 0 0,1-1-1 0 0,-1 0 1 0 0,0 1 0 0 0,0-1-1 0 0,0 1 1 0 0,1-1-1 0 0,-1 1 1 0 0,0-1-1 0 0,0 1 1 0 0,0-1-1 0 0,0 1 1 0 0,0 0 0 0 0,0-1-1 0 0,0 1 1 0 0,0-1-1 0 0,0 1 1 0 0,0-1-1 0 0,0 1 1 0 0,0-1-1 0 0,-1 1 1 0 0,1-1 0 0 0,0 1-1 0 0,0-1 1 0 0,0 1-1 0 0,-1-1 1 0 0,1 0-1 0 0,0 1 1 0 0,-1-1-1 0 0,1 1 1 0 0,0-1 0 0 0,-1 0-1 0 0,1 1 1 0 0,0-1-1 0 0,-1 1 1 0 0,-15 11 2 0 0,14-11-1 0 0,2 0-2 0 0,0-1 1 0 0,-1 1-1 0 0,1 0 0 0 0,0-1 0 0 0,-1 1 1 0 0,1-1-1 0 0,0 1 0 0 0,0-1 1 0 0,0 1-1 0 0,-1 0 0 0 0,1-1 0 0 0,0 1 1 0 0,0 0-1 0 0,0-1 0 0 0,0 1 1 0 0,0 0-1 0 0,0-1 0 0 0,0 1 0 0 0,1-1 1 0 0,-1 1-1 0 0,0 0 0 0 0,0-1 1 0 0,0 1-1 0 0,1-1 0 0 0,-1 1 0 0 0,0 0 1 0 0,0-1-1 0 0,1 1 0 0 0,-1-1 1 0 0,1 1-1 0 0,0 0 0 0 0,14 15-22 0 0,-12-13 29 0 0,-1 0-1 0 0,-1-1 0 0 0,0 1 0 0 0,0 0 1 0 0,0 0-1 0 0,-1 0 0 0 0,1 0 0 0 0,-1 0 0 0 0,1 0 0 0 0,-1 0 1 0 0,0 1-1 0 0,0-1 0 0 0,0 0 0 0 0,-1 0 0 0 0,1 0 0 0 0,-2 4 0 0 0,1-5-1 0 0,1 1 0 0 0,-1 0 0 0 0,1 0 0 0 0,-1-1-1 0 0,1 1 1 0 0,0 0 0 0 0,0 0 0 0 0,0 0-1 0 0,1-1 1 0 0,-1 1 0 0 0,1 0 0 0 0,-1 0 0 0 0,1-1-1 0 0,0 1 1 0 0,0-1 0 0 0,2 6 0 0 0,3-2-5 0 0,-4-3-1 0 0,0-1 0 0 0,0 0 0 0 0,0 1 0 0 0,-1-1 0 0 0,1 1 0 0 0,-1 0 0 0 0,1 0-1 0 0,-1-1 1 0 0,0 1 0 0 0,0 0 0 0 0,0 0 0 0 0,-1 0 0 0 0,1 0 0 0 0,-1 0 0 0 0,1 0 0 0 0,-1 0 0 0 0,0 1 0 0 0,0 2 0 0 0,0-4-3 0 0,0-1 0 0 0,0 0 0 0 0,0 1 0 0 0,0-1 0 0 0,0 1 0 0 0,1-1 0 0 0,-1 0 1 0 0,0 1-1 0 0,1-1 0 0 0,0 1 0 0 0,-1-1 0 0 0,1 0 0 0 0,0 0 0 0 0,-1 1 0 0 0,1-1 1 0 0,0 0-1 0 0,0 0 0 0 0,0 0 0 0 0,0 0 0 0 0,0 0 0 0 0,0 0 0 0 0,2 1 0 0 0,-2-1 8 0 0,0-1-1 0 0,0 1 1 0 0,0 0 0 0 0,0 0-1 0 0,0 0 1 0 0,0 0-1 0 0,0 0 1 0 0,0 0-1 0 0,0 0 1 0 0,-1 0 0 0 0,1 1-1 0 0,0-1 1 0 0,-1 0-1 0 0,1 0 1 0 0,-1 1-1 0 0,1-1 1 0 0,-1 0-1 0 0,0 1 1 0 0,0-1 0 0 0,1 0-1 0 0,-1 1 1 0 0,0 1-1 0 0,0-1-3 0 0,1 0 1 0 0,-1 1-1 0 0,1-1 0 0 0,0 0 0 0 0,-1 1 0 0 0,1-1 0 0 0,0 0 1 0 0,0 0-1 0 0,1 0 0 0 0,-1 0 0 0 0,0 0 0 0 0,1 0 0 0 0,-1 0 0 0 0,1 0 1 0 0,0-1-1 0 0,0 1 0 0 0,-1-1 0 0 0,1 1 0 0 0,0-1 0 0 0,0 0 1 0 0,0 1-1 0 0,5 0 0 0 0,1 2 5 0 0,1 0 0 0 0,-1-1-1 0 0,1 0 1 0 0,12 2 0 0 0,10 1-4 0 0,30 7-115 0 0,115 7-1 0 0,-56-9 134 0 0,150 28 142 0 0,-169-25-13 0 0,-6 0-70 0 0,0-4 0 0 0,1-4 1 0 0,0-5-1 0 0,170-19 0 0 0,-148 2 250 0 0,187-1 0 0 0,-272 17-113 0 0,0 2-1 0 0,52 9 0 0 0,482 44 1388 0 0,-415-41-927 0 0,57 0 346 0 0,-192-14-962 0 0,13 0 292 0 0,0-1 0 0 0,44-7-1 0 0,39-2 434 0 0,-19 3-298 0 0,-38 3-219 0 0,91 5 0 0 0,-55 1-78 0 0,-45 1-140 0 0,-37-2 28 0 0,0 0 0 0 0,1-1 1 0 0,-1 0-1 0 0,0 0 0 0 0,1-1 0 0 0,-1 0 0 0 0,0-1 0 0 0,17-5 1 0 0,124-37 870 0 0,-35 20-294 0 0,5-10-412 0 0,-61 9-175 0 0,-35 19 13 0 0,0-1-1 0 0,46-21 1 0 0,-47 18-61 0 0,-21 8-12 0 0,1 0 1 0 0,-1 1 0 0 0,0-1-1 0 0,0-1 1 0 0,0 1 0 0 0,0 0-1 0 0,0-1 1 0 0,2-2 0 0 0,-2 2 4 0 0,0 0 0 0 0,-1 1 0 0 0,1-1 0 0 0,0 1 0 0 0,0 0 0 0 0,0 0 1 0 0,1 0-1 0 0,2-1 0 0 0,1 0 7 0 0,-6 3-16 0 0,0 0 0 0 0,0 0-1 0 0,0-1 1 0 0,0 1 0 0 0,0-1 0 0 0,1 1 0 0 0,-1-1 0 0 0,0 1 0 0 0,0-1 0 0 0,0 1-1 0 0,0-1 1 0 0,0 0 0 0 0,-1 1 0 0 0,1-1 0 0 0,0 0 0 0 0,0 0 0 0 0,0 0 0 0 0,-1 0-1 0 0,1 0 1 0 0,0 0 0 0 0,-1 0 0 0 0,1 0 0 0 0,-1 0 0 0 0,1 0 0 0 0,-1 0 0 0 0,1 0-1 0 0,-1-1 1 0 0,0 1 0 0 0,0 0 0 0 0,0 0 0 0 0,1 0 0 0 0,-1-2 0 0 0,0 3 0 0 0,0-1 1 0 0,0 0 0 0 0,0 1-1 0 0,0-1 1 0 0,0 1-1 0 0,1-1 1 0 0,-1 1-1 0 0,0-1 1 0 0,0 1 0 0 0,1-1-1 0 0,-1 0 1 0 0,0 1-1 0 0,1 0 1 0 0,-1-1 0 0 0,0 1-1 0 0,1-1 1 0 0,-1 1-1 0 0,1-1 1 0 0,-1 1-1 0 0,1 0 1 0 0,-1-1 0 0 0,1 1-1 0 0,-1 0 1 0 0,1 0-1 0 0,-1-1 1 0 0,1 1 0 0 0,-1 0-1 0 0,1 0 1 0 0,0 0-1 0 0,0 0 1 0 0,0-1 2 0 0,0 1 0 0 0,0 0 1 0 0,0 0-1 0 0,0-1 0 0 0,-1 1 0 0 0,1 0 1 0 0,0-1-1 0 0,0 1 0 0 0,0-1 0 0 0,-1 1 1 0 0,1-1-1 0 0,0 1 0 0 0,-1-1 0 0 0,1 1 1 0 0,0-1-1 0 0,-1 0 0 0 0,1 1 0 0 0,-1-1 1 0 0,1 0-1 0 0,-1 0 0 0 0,1 1 0 0 0,-1-1 1 0 0,0 0-1 0 0,1 0 0 0 0,-1 0 0 0 0,0 1 1 0 0,0-1-1 0 0,1 0 0 0 0,-1 0 0 0 0,0 0 1 0 0,0 0-1 0 0,0-1 0 0 0,0-1 9 0 0,0 0 0 0 0,1 0 0 0 0,-1 0 1 0 0,1 0-1 0 0,0 1 0 0 0,0-1 0 0 0,0 0 0 0 0,0 1 0 0 0,0-1 0 0 0,0 0 0 0 0,1 1 0 0 0,3-5 0 0 0,5-11 30 0 0,20-49 89 0 0,-20 14-186 0 0,0 40 53 0 0,-9 12 0 0 0,1-1 0 0 0,-1 0 0 0 0,1 0 0 0 0,-1 0 0 0 0,0 0 0 0 0,0 0 0 0 0,0 0 0 0 0,0 0 0 0 0,0 0 0 0 0,0 0 0 0 0,0 0 0 0 0,-1 0 0 0 0,1-1 0 0 0,-1 1 0 0 0,0-4 0 0 0,0 5 2 0 0,0-1-1 0 0,0 1 1 0 0,0-1-1 0 0,1 1 1 0 0,-1 0 0 0 0,0-1-1 0 0,0 1 1 0 0,1 0-1 0 0,-1-1 1 0 0,1 1 0 0 0,-1 0-1 0 0,1-1 1 0 0,0 1 0 0 0,0 0-1 0 0,-1 0 1 0 0,1 0-1 0 0,0 0 1 0 0,0-1 0 0 0,0 1-1 0 0,0 0 1 0 0,0 1-1 0 0,0-1 1 0 0,2-1 0 0 0,-2 1 3 0 0,0 1 1 0 0,0-1-1 0 0,0 0 1 0 0,0 0 0 0 0,0 0-1 0 0,0 0 1 0 0,0 0 0 0 0,0 0-1 0 0,-1 0 1 0 0,1 0-1 0 0,0-1 1 0 0,-1 1 0 0 0,1 0-1 0 0,0 0 1 0 0,-1 0-1 0 0,0-1 1 0 0,1 1 0 0 0,-1 0-1 0 0,0-1 1 0 0,0 1 0 0 0,1 0-1 0 0,-1-1 1 0 0,0-1-1 0 0,1-23 124 0 0,0 19-103 0 0,0 0 0 0 0,-1 0 0 0 0,1 0-1 0 0,-2 0 1 0 0,1 0 0 0 0,-1 0 0 0 0,0 0 0 0 0,0 1-1 0 0,-4-13 1 0 0,-7 4-1 0 0,-1 1 1 0 0,1 1-1 0 0,-2 0 0 0 0,0 1 0 0 0,-1 0 0 0 0,0 1 1 0 0,-27-14-1 0 0,2-1-53 0 0,-49-32 58 0 0,-3 4 0 0 0,-3 4 0 0 0,-131-50 0 0 0,115 59-194 0 0,-230-100 461 0 0,230 96-207 0 0,77 32-113 0 0,-5-1 25 0 0,-1 2 1 0 0,-64-11-1 0 0,10 3-156 0 0,-29-6 3 0 0,-249-20 0 0 0,-117 42 160 0 0,364 11-193 0 0,1 6 1 0 0,1 5-1 0 0,-224 63 1 0 0,140-8-3053 0 0,174-58 553 0 0,1 1 1 0 0,0 1-1 0 0,-56 42 1 0 0,28-10-5082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5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483 281 880 0 0,'11'-13'1571'0'0,"88"-124"6890"0"0,-96 114-8047 0 0,-3 22-375 0 0,0 0 0 0 0,0-1 0 0 0,0 1-1 0 0,0 0 1 0 0,0 0 0 0 0,0 0 0 0 0,0 0-1 0 0,0-1 1 0 0,0 1 0 0 0,0 0 0 0 0,1 0-1 0 0,-1 0 1 0 0,0 0 0 0 0,1 0 0 0 0,-1 0-1 0 0,1-1 1 0 0,-1 1 0 0 0,1 0 0 0 0,0 1-1 0 0,0-1 1 0 0,0-1 0 0 0,2 1 107 0 0,-2 1-102 0 0,0-1 0 0 0,0 1-1 0 0,1 0 1 0 0,-1-1 0 0 0,0 1-1 0 0,0-1 1 0 0,0 1 0 0 0,0-1-1 0 0,0 1 1 0 0,0-1 0 0 0,0 0-1 0 0,0 0 1 0 0,0 1 0 0 0,0-1-1 0 0,0 0 1 0 0,0 0 0 0 0,0 0-1 0 0,-1 0 1 0 0,1 0 0 0 0,0 0-1 0 0,0-2 1 0 0,-1 2-22 0 0,0 0 0 0 0,0 1 0 0 0,1-1 0 0 0,-1 1 0 0 0,0-1-1 0 0,0 0 1 0 0,0 1 0 0 0,0-1 0 0 0,1 1 0 0 0,-1-1 0 0 0,0 0 0 0 0,1 1 0 0 0,-1-1 0 0 0,0 1 0 0 0,1-1-1 0 0,-1 1 1 0 0,1 0 0 0 0,-1-1 0 0 0,1 1 0 0 0,-1-1 0 0 0,1 1 0 0 0,-1 0 0 0 0,1-1 0 0 0,-1 1-1 0 0,1 0 1 0 0,-1-1 0 0 0,1 1 0 0 0,0 0 0 0 0,-1 0 0 0 0,1 0 0 0 0,0 0 0 0 0,-1-1 0 0 0,1 1 0 0 0,-1 0-1 0 0,2 0 1 0 0,-1 0 3 0 0,-1 1-1 0 0,1-1 1 0 0,-1-1-1 0 0,1 1 0 0 0,0 0 1 0 0,-1 0-1 0 0,1 0 1 0 0,-1 0-1 0 0,1 0 1 0 0,-1 0-1 0 0,1-1 0 0 0,-1 1 1 0 0,1 0-1 0 0,-1 0 1 0 0,1-1-1 0 0,-1 1 0 0 0,1 0 1 0 0,-1-1-1 0 0,1 1 1 0 0,-1 0-1 0 0,0-1 1 0 0,1 1-1 0 0,-1-1 0 0 0,0 1 1 0 0,1-1-1 0 0,-1 1 1 0 0,0-1-1 0 0,0 1 1 0 0,1-1-1 0 0,-1 1 0 0 0,0-1 1 0 0,0 1-1 0 0,0-1 1 0 0,0 1-1 0 0,1-2 1 0 0,-1 2-3 0 0,0-1 0 0 0,0 0 0 0 0,0 1 0 0 0,0-1 1 0 0,0 1-1 0 0,0-1 0 0 0,0 0 0 0 0,1 1 0 0 0,-1-1 1 0 0,0 0-1 0 0,0 1 0 0 0,1-1 0 0 0,-1 1 0 0 0,1-1 1 0 0,-1 1-1 0 0,0-1 0 0 0,1 1 0 0 0,-1-1 1 0 0,1 1-1 0 0,-1-1 0 0 0,1 1 0 0 0,-1-1 0 0 0,1 1 1 0 0,0 0-1 0 0,-1-1 0 0 0,1 1 0 0 0,-1 0 0 0 0,1 0 1 0 0,0 0-1 0 0,-1-1 0 0 0,1 1 0 0 0,0 0 1 0 0,0 0 44 0 0,0 0 1 0 0,0-1 0 0 0,0 1 0 0 0,-1 0 0 0 0,1 0 0 0 0,0-1 0 0 0,0 1 0 0 0,-1-1 0 0 0,1 1 0 0 0,0 0 0 0 0,-1-1 0 0 0,1 0 0 0 0,0 1 0 0 0,-1-1-1 0 0,1 1 1 0 0,-1-1 0 0 0,1 0 0 0 0,-1 1 0 0 0,1-1 0 0 0,-1 0 0 0 0,1 0 0 0 0,-1 1 0 0 0,0-1 0 0 0,1 0 0 0 0,-1 0 0 0 0,0 1 0 0 0,0-1 0 0 0,1 0 0 0 0,-1 0-1 0 0,0 0 1 0 0,0 0 0 0 0,0-1 0 0 0,0 1 813 0 0,-44 21 21 0 0,27-14-764 0 0,-3 5 19 0 0,0 1-1 0 0,1 0 0 0 0,0 2 1 0 0,-24 21-1 0 0,23-18-58 0 0,-23 30 215 0 0,17-16-145 0 0,-120 140 539 0 0,121-143-674 0 0,1 0 0 0 0,1 1 1 0 0,2 1-1 0 0,1 2 0 0 0,-23 46 1 0 0,1-6 63 0 0,33-59-80 0 0,0 0 1 0 0,1 1-1 0 0,0 0 1 0 0,1 0-1 0 0,1 1 1 0 0,0 0-1 0 0,1 0 1 0 0,1 0-1 0 0,0 1 1 0 0,1 0-1 0 0,-2 28 1 0 0,7-22-52 0 0,0-1-1 0 0,1 0 1 0 0,0 0 0 0 0,2 0 0 0 0,1 0 0 0 0,1-1 0 0 0,0 0 0 0 0,19 35 0 0 0,-24-49-179 0 0,1 0 1 0 0,0-1-1 0 0,0 0 0 0 0,1 1 1 0 0,-1-1-1 0 0,1 0 1 0 0,0 0-1 0 0,0-1 0 0 0,1 1 1 0 0,0-1-1 0 0,-1 0 1 0 0,11 6-1 0 0,-9-8-325 0 0,0 1 0 0 0,1-1 0 0 0,-1 0-1 0 0,1-1 1 0 0,-1 1 0 0 0,1-1 0 0 0,0-1 0 0 0,0 1 0 0 0,-1-1-1 0 0,1 0 1 0 0,0-1 0 0 0,0 1 0 0 0,9-3 0 0 0,94-23-7679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54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116 195 1040 0 0,'-5'-1'816'0'0,"4"1"-677"0"0,0 0 0 0 0,0 0 1 0 0,0 0-1 0 0,0 0 1 0 0,0 0-1 0 0,0 0 1 0 0,0 0-1 0 0,0-1 0 0 0,0 1 1 0 0,0 0-1 0 0,0 0 1 0 0,1-1-1 0 0,-1 1 0 0 0,0-1 1 0 0,0 1-1 0 0,0-1 1 0 0,0 1-1 0 0,1-1 0 0 0,-1 1 1 0 0,0-1-1 0 0,1 0 1 0 0,-1 1-1 0 0,0-1 1 0 0,1 0-1 0 0,-1 0 0 0 0,1 1 1 0 0,-1-1-1 0 0,1 0 1 0 0,-1 0-1 0 0,1 0 0 0 0,0 0 1 0 0,-1-1-1 0 0,-2 0 223 0 0,-1 0-1 0 0,1 1 0 0 0,-1 0 0 0 0,1-1 1 0 0,-1 1-1 0 0,0 1 0 0 0,1-1 0 0 0,-1 0 0 0 0,0 1 1 0 0,-6 0-1 0 0,1-1 67 0 0,4 0 386 0 0,5-19 333 0 0,0 19-1114 0 0,0 0-1 0 0,0-1 0 0 0,0 1 0 0 0,0 0 1 0 0,0-1-1 0 0,0 1 0 0 0,1 0 1 0 0,-1-1-1 0 0,1 1 0 0 0,-1 0 1 0 0,1 0-1 0 0,-1-1 0 0 0,1 1 1 0 0,0 0-1 0 0,0 0 0 0 0,-1 0 1 0 0,1 0-1 0 0,0 0 0 0 0,0 0 1 0 0,0 0-1 0 0,0 0 0 0 0,0 0 1 0 0,1 0-1 0 0,0 0 0 0 0,-1 0 1 0 0,0 1-1 0 0,0-1 1 0 0,0 1-1 0 0,-1-1 1 0 0,1 0-1 0 0,0 0 1 0 0,0 1-1 0 0,0-1 0 0 0,-1 0 1 0 0,1 0-1 0 0,0 0 1 0 0,-1 0-1 0 0,1 0 1 0 0,-1 0-1 0 0,1 0 1 0 0,-1 0-1 0 0,1 0 1 0 0,-1 0-1 0 0,0 0 1 0 0,0 0-1 0 0,1 0 1 0 0,-1 0-1 0 0,0-2 1 0 0,0 2-10 0 0,0 0 0 0 0,0 0 0 0 0,0 0 1 0 0,0 0-1 0 0,1 0 0 0 0,-1 0 1 0 0,0 0-1 0 0,1 0 0 0 0,-1 0 0 0 0,1 0 1 0 0,-1 0-1 0 0,1 1 0 0 0,-1-1 1 0 0,1 0-1 0 0,-1 0 0 0 0,1 0 1 0 0,0 1-1 0 0,0-1 0 0 0,-1 0 0 0 0,1 1 1 0 0,0-1-1 0 0,0 1 0 0 0,0-1 1 0 0,0 1-1 0 0,-1-1 0 0 0,3 0 0 0 0,-2 1 7 0 0,0 0 0 0 0,-1-1-1 0 0,1 1 1 0 0,0 0-1 0 0,0-1 1 0 0,-1 1-1 0 0,1-1 1 0 0,0 1 0 0 0,-1 0-1 0 0,1-1 1 0 0,0 0-1 0 0,-1 1 1 0 0,1-1-1 0 0,-1 1 1 0 0,1-1 0 0 0,-1 0-1 0 0,1 1 1 0 0,-1-1-1 0 0,0 0 1 0 0,1 0-1 0 0,-1 1 1 0 0,0-1 0 0 0,0 0-1 0 0,1 0 1 0 0,-1 0-1 0 0,0 0 1 0 0,0 0-14 0 0,0 0 0 0 0,0 1 0 0 0,0-1 0 0 0,1 1 0 0 0,-1-1-1 0 0,0 0 1 0 0,0 1 0 0 0,0-1 0 0 0,1 0 0 0 0,-1 1 0 0 0,0-1 0 0 0,1 1 0 0 0,-1-1 0 0 0,1 1 0 0 0,-1-1 0 0 0,1 1 0 0 0,-1-1-1 0 0,0 1 1 0 0,1-1 0 0 0,0 1 0 0 0,-1 0 0 0 0,1-1 0 0 0,-1 1 0 0 0,1 0 0 0 0,-1-1 0 0 0,1 1 0 0 0,0 0 0 0 0,-1 0 0 0 0,1 0-1 0 0,0 0 1 0 0,-1 0 0 0 0,1-1 0 0 0,0 1 0 0 0,1 0 0 0 0,-2 1-4 0 0,1-1 1 0 0,-1 0-1 0 0,1 0 0 0 0,-1 0 0 0 0,1-1 1 0 0,-1 1-1 0 0,1 0 0 0 0,-1 0 0 0 0,1 0 1 0 0,-1 0-1 0 0,1 0 0 0 0,-1-1 0 0 0,1 1 1 0 0,-1 0-1 0 0,1 0 0 0 0,-1-1 0 0 0,1 1 1 0 0,-1 0-1 0 0,0-1 0 0 0,1 1 0 0 0,-1 0 1 0 0,0-1-1 0 0,1 1 0 0 0,-1-1 0 0 0,0 1 1 0 0,1-1-1 0 0,-1 1 0 0 0,0 0 0 0 0,0-1 1 0 0,1 1-1 0 0,-1-1 0 0 0,0 1 0 0 0,0-2 1 0 0,1 2 6 0 0,-1-1 0 0 0,1 0 1 0 0,-1 0-1 0 0,1 1 1 0 0,0-1-1 0 0,-1 0 0 0 0,1 1 1 0 0,0-1-1 0 0,0 0 0 0 0,0 1 1 0 0,-1-1-1 0 0,1 1 1 0 0,0 0-1 0 0,0-1 0 0 0,0 1 1 0 0,0 0-1 0 0,0-1 0 0 0,0 1 1 0 0,0 0-1 0 0,0 0 1 0 0,1 0-1 0 0,33-6 154 0 0,-23 4 28 0 0,48-2 9 0 0,-5 2-100 0 0,18-2-53 0 0,-1 4 0 0 0,0 2-1 0 0,74 12 1 0 0,-144-13-57 0 0,1 0 0 0 0,0-1 1 0 0,0 1-1 0 0,-1 0 0 0 0,1 1 1 0 0,0-1-1 0 0,-1 0 0 0 0,1 1 0 0 0,-1 0 1 0 0,0-1-1 0 0,1 1 0 0 0,-1 0 0 0 0,0 0 1 0 0,0 0-1 0 0,0 0 0 0 0,-1 1 0 0 0,1-1 1 0 0,0 1-1 0 0,-1-1 0 0 0,1 1 0 0 0,-1-1 1 0 0,0 1-1 0 0,0 0 0 0 0,0-1 0 0 0,0 1 1 0 0,-1 0-1 0 0,1 0 0 0 0,-1 0 1 0 0,1 0-1 0 0,-1 5 0 0 0,0-2 34 0 0,0 1-1 0 0,0-1 1 0 0,0 0 0 0 0,-1 1 0 0 0,0-1-1 0 0,0 0 1 0 0,0 0 0 0 0,-1 1 0 0 0,0-1-1 0 0,-1 0 1 0 0,1-1 0 0 0,-1 1-1 0 0,-6 10 1 0 0,1-6 59 0 0,-1 0-1 0 0,0 0 0 0 0,0-1 1 0 0,-1 0-1 0 0,0-1 0 0 0,-1 0 1 0 0,0-1-1 0 0,0 0 0 0 0,0 0 1 0 0,-1-2-1 0 0,0 1 0 0 0,-20 6 1 0 0,-79 26 881 0 0,104-37-911 0 0,0-1 1 0 0,0 1-1 0 0,0-2 1 0 0,0 1-1 0 0,0-1 1 0 0,0 0 0 0 0,0 0-1 0 0,0-1 1 0 0,-7-2-1 0 0,0 1 22 0 0,14 3-85 0 0,0 0-1 0 0,0 0 1 0 0,-1-1 0 0 0,1 1 0 0 0,0 0 0 0 0,0 0-1 0 0,-1 0 1 0 0,1 0 0 0 0,0 0 0 0 0,0 0 0 0 0,-1-1-1 0 0,1 1 1 0 0,0 0 0 0 0,0 0 0 0 0,0 0 0 0 0,-1-1-1 0 0,1 1 1 0 0,0 0 0 0 0,0 0 0 0 0,0-1-1 0 0,0 1 1 0 0,-1 0 0 0 0,1 0 0 0 0,0-1 0 0 0,0 1-1 0 0,0 0 1 0 0,0 0 0 0 0,0-1 0 0 0,0 1 0 0 0,0 0-1 0 0,0-1 1 0 0,0 1 0 0 0,0 0 0 0 0,0-1 0 0 0,0 1-1 0 0,0 0 1 0 0,0 0 0 0 0,0-1 0 0 0,0 1-1 0 0,0 0 1 0 0,0 0 0 0 0,1-1 0 0 0,-1 1 0 0 0,0 0-1 0 0,0 0 1 0 0,0-1 0 0 0,0 1 0 0 0,0 0 0 0 0,1 0-1 0 0,-1-1 1 0 0,0 1 0 0 0,0 0 0 0 0,1 0 0 0 0,-1 0-1 0 0,0 0 1 0 0,0-1 0 0 0,1 1 0 0 0,-1 0 0 0 0,0 0-1 0 0,0 0 1 0 0,1 0 0 0 0,-1 0 0 0 0,0 0 0 0 0,27-6-71 0 0,-1 1 0 0 0,1 2 0 0 0,0 1 0 0 0,0 0 0 0 0,0 3 0 0 0,32 3 0 0 0,-8 3 85 0 0,-1 3 1 0 0,77 24-1 0 0,-96-24-4 0 0,6 1 21 0 0,1 1 0 0 0,-2 2 0 0 0,48 26-1 0 0,-82-39-31 0 0,1 1 0 0 0,0-1 0 0 0,-1 1 0 0 0,0 0 0 0 0,1-1 0 0 0,-1 1 0 0 0,0 1-1 0 0,0-1 1 0 0,0 0 0 0 0,0 0 0 0 0,0 1 0 0 0,0-1 0 0 0,-1 1 0 0 0,1-1 0 0 0,-1 1 0 0 0,0 0-1 0 0,0 0 1 0 0,0-1 0 0 0,1 6 0 0 0,-2-5 20 0 0,0 0-1 0 0,0-1 1 0 0,-1 1-1 0 0,1 0 1 0 0,-1-1-1 0 0,0 1 1 0 0,0 0-1 0 0,0-1 1 0 0,0 1-1 0 0,0-1 1 0 0,0 1-1 0 0,-1-1 1 0 0,1 1-1 0 0,-1-1 1 0 0,1 0-1 0 0,-5 4 1 0 0,-4 3 184 0 0,0-1 1 0 0,0 0-1 0 0,-1 0 1 0 0,0-1-1 0 0,0-1 1 0 0,-1 1 0 0 0,-17 5-1 0 0,-32 8 881 0 0,-2-3-1 0 0,0-2 0 0 0,-112 10 1 0 0,156-23-922 0 0,-96 8 233 0 0,-163-8 0 0 0,132-4-3360 0 0,159 1-3221 0 0,6-1 2775 0 0,15-3 96 0 0,77-6-5929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2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1167 128 1121 0 0,'6'-1'233'0'0,"-5"1"-134"0"0,0 0 1 0 0,0 0 0 0 0,0 0 0 0 0,0 0-1 0 0,0 0 1 0 0,0 0 0 0 0,-1 0 0 0 0,1 0-1 0 0,0-1 1 0 0,0 1 0 0 0,0 0-1 0 0,0-1 1 0 0,0 1 0 0 0,-1 0 0 0 0,1-1-1 0 0,0 1 1 0 0,0-1 0 0 0,0 1 0 0 0,-1-1-1 0 0,1 0 1 0 0,0 1 0 0 0,-1-1-1 0 0,1 0 1 0 0,-1 1 0 0 0,1-1 0 0 0,-1 0-1 0 0,1 0 1 0 0,-1 0 0 0 0,1 1 0 0 0,-1-1-1 0 0,0 0 1 0 0,1 0 0 0 0,-1 0-1 0 0,0 0 1 0 0,0 0 0 0 0,0 0 0 0 0,0 0-1 0 0,0 0 1 0 0,0 1 0 0 0,0-3-1 0 0,5 3-18 0 0,15 0-1 0 0,-15 0 1614 0 0,-10 0-1227 0 0,-15 0 13 0 0,15 0 0 0 0,0 0 14 0 0,-52-1 1181 0 0,31-1-1126 0 0,-1 1 1 0 0,1 1-1 0 0,-1 1 1 0 0,1 2 0 0 0,0 0-1 0 0,-45 13 1 0 0,37-4-323 0 0,25-9-187 0 0,0 0 0 0 0,0 0 0 0 0,0 1 0 0 0,1 0 0 0 0,-9 6 0 0 0,8-5 4 0 0,1 0-1 0 0,-1 0 1 0 0,0-1 0 0 0,-1 0-1 0 0,1-1 1 0 0,-1 0 0 0 0,1 0-1 0 0,-1-1 1 0 0,0 0 0 0 0,-13 0-1 0 0,18-2 37 0 0,0 1 0 0 0,-27 4 33 0 0,13 0-99 0 0,15 5 166 0 0,3-8-175 0 0,1-1 0 0 0,-1 1 0 0 0,1-1 0 0 0,-1 0 1 0 0,0 1-1 0 0,0-1 0 0 0,1 0 0 0 0,-1 0 0 0 0,0 0 0 0 0,0 1 0 0 0,0-1 0 0 0,0 0 0 0 0,-1 0 0 0 0,1 0 1 0 0,0-1-1 0 0,0 1 0 0 0,-3 1 0 0 0,-13 12 23 0 0,-63 50 279 0 0,70-57-279 0 0,0 0 1 0 0,0-1-1 0 0,-1 0 0 0 0,1 0 1 0 0,-1-1-1 0 0,-15 4 0 0 0,-17 8 161 0 0,37-15-163 0 0,5-2-24 0 0,0 0 0 0 0,0 0 0 0 0,1 0 0 0 0,-1 1 0 0 0,0-1 0 0 0,0 0 0 0 0,0 0 0 0 0,1 1 0 0 0,-1-1 0 0 0,0 0 0 0 0,0 1 0 0 0,1-1 0 0 0,-1 1 0 0 0,0-1 0 0 0,1 1 1 0 0,-1-1-1 0 0,1 1 0 0 0,-1-1 0 0 0,0 1 0 0 0,1-1 0 0 0,-1 1 0 0 0,1 0 0 0 0,0-1 0 0 0,-1 1 0 0 0,1 0 0 0 0,-1 0 0 0 0,1-1 0 0 0,0 1 0 0 0,0 0 0 0 0,-1 0 0 0 0,1 0 0 0 0,0 1 0 0 0,0-1 4 0 0,-1 0 0 0 0,1 1 0 0 0,-1-1 0 0 0,1 1 0 0 0,-1-1 0 0 0,1 0 0 0 0,-1 1 0 0 0,0-1 0 0 0,0 0 0 0 0,1 0 0 0 0,-1 0 0 0 0,0 1 0 0 0,0-1 0 0 0,0 0 0 0 0,0 0 0 0 0,-1 0 0 0 0,1-1 0 0 0,0 1 0 0 0,0 0 0 0 0,-2 1 0 0 0,-13 11 82 0 0,-21 40-36 0 0,30-41-44 0 0,0-1 0 0 0,0 0 1 0 0,-1 0-1 0 0,-11 11 0 0 0,-15 24-11 0 0,18-21 19 0 0,-44 43 184 0 0,59-67-201 0 0,0-1-1 0 0,1 1 0 0 0,-1 0 0 0 0,1 0 0 0 0,-1 0 1 0 0,1 0-1 0 0,-1 0 0 0 0,1 0 0 0 0,0 0 0 0 0,-1-1 1 0 0,1 1-1 0 0,0 0 0 0 0,0 0 0 0 0,0 0 0 0 0,-1 0 1 0 0,1 0-1 0 0,1 2 0 0 0,-6 13-6 0 0,-17 1 104 0 0,19-15-96 0 0,0-1-1 0 0,1 1 1 0 0,-1-1 0 0 0,1 1 0 0 0,0 0 0 0 0,-1 0 0 0 0,1 0 0 0 0,0 0-1 0 0,0 0 1 0 0,0 0 0 0 0,1 1 0 0 0,-1-1 0 0 0,-2 5 0 0 0,4-6 0 0 0,0 0 1 0 0,-1 0-1 0 0,1 0 1 0 0,-1 0-1 0 0,1 0 1 0 0,-1 0-1 0 0,1-1 1 0 0,-1 1-1 0 0,0 0 1 0 0,1 0-1 0 0,-1 0 1 0 0,0-1-1 0 0,0 1 0 0 0,1 0 1 0 0,-1-1-1 0 0,0 1 1 0 0,0 0-1 0 0,0-1 1 0 0,0 1-1 0 0,0-1 1 0 0,0 0-1 0 0,0 1 1 0 0,-1-1-1 0 0,-5 4 15 0 0,1 2-22 0 0,-18 12-79 0 0,23-17 94 0 0,0 0 0 0 0,0 0 0 0 0,1 0 0 0 0,-1 1 0 0 0,1-1 0 0 0,-1 0 0 0 0,1 0 0 0 0,-1 1 0 0 0,1-1 0 0 0,0 0 0 0 0,-1 1 0 0 0,1-1 0 0 0,0 0-1 0 0,0 1 1 0 0,0-1 0 0 0,0 0 0 0 0,0 1 0 0 0,0-1 0 0 0,1 0 0 0 0,-1 2 0 0 0,1 2 12 0 0,-1 103-220 0 0,0-107 209 0 0,0 0 0 0 0,0 0 0 0 0,0 1 0 0 0,0-1 1 0 0,0 0-1 0 0,1 0 0 0 0,-1 0 0 0 0,0 0 0 0 0,1 0 0 0 0,-1 0 1 0 0,1-1-1 0 0,-1 1 0 0 0,1 0 0 0 0,0 0 0 0 0,-1 0 1 0 0,1 0-1 0 0,0 0 0 0 0,-1-1 0 0 0,1 1 0 0 0,0 0 0 0 0,0-1 1 0 0,0 1-1 0 0,-1-1 0 0 0,3 2 0 0 0,-2-2-9 0 0,0 1 0 0 0,0 0 0 0 0,0-1 0 0 0,0 1 0 0 0,0 0 0 0 0,0 0-1 0 0,0 0 1 0 0,0 0 0 0 0,0 0 0 0 0,-1 0 0 0 0,1 0 0 0 0,0 0 0 0 0,0 0 0 0 0,-1 1 0 0 0,1-1-1 0 0,-1 0 1 0 0,1 0 0 0 0,-1 0 0 0 0,0 1 0 0 0,1-1 0 0 0,-1 0 0 0 0,0 1 0 0 0,0-1 0 0 0,0 3-1 0 0,0-3 4 0 0,0 1-1 0 0,-1-1 0 0 0,1 1 1 0 0,0 0-1 0 0,1-1 0 0 0,-1 1 0 0 0,0-1 1 0 0,0 1-1 0 0,1 0 0 0 0,-1-1 0 0 0,1 1 1 0 0,-1-1-1 0 0,1 1 0 0 0,0-1 1 0 0,0 1-1 0 0,-1-1 0 0 0,1 0 0 0 0,0 1 1 0 0,0-1-1 0 0,0 0 0 0 0,1 0 1 0 0,-1 0-1 0 0,0 0 0 0 0,0 0 0 0 0,1 0 1 0 0,-1 0-1 0 0,0 0 0 0 0,3 1 0 0 0,-1 0-1 0 0,-2-2-1 0 0,-1 1 0 0 0,1 0 0 0 0,0 0 0 0 0,-1-1 0 0 0,1 1-1 0 0,-1 0 1 0 0,1 0 0 0 0,-1 0 0 0 0,1-1 0 0 0,-1 1 0 0 0,0 0 0 0 0,1 0 0 0 0,-1 0-1 0 0,0 0 1 0 0,0 0 0 0 0,0 0 0 0 0,0 0 0 0 0,0 0 0 0 0,0 0 0 0 0,0 0 0 0 0,0-1-1 0 0,0 1 1 0 0,0 0 0 0 0,0 0 0 0 0,-1 1 0 0 0,1-1 1 0 0,0 0-1 0 0,-1 0 1 0 0,1 0 0 0 0,0 0 0 0 0,0 0 0 0 0,0 0-1 0 0,0 1 1 0 0,0-1 0 0 0,0 0 0 0 0,0 0 0 0 0,1 0-1 0 0,-1 0 1 0 0,0 0 0 0 0,0 0 0 0 0,1 0 0 0 0,-1 0-1 0 0,1 0 1 0 0,-1-1 0 0 0,1 1 0 0 0,0 1 0 0 0,16 11 28 0 0,-13-10-25 0 0,0-1 0 0 0,-1 0 0 0 0,1 1 0 0 0,-1 0 0 0 0,0 0 1 0 0,0 0-1 0 0,0 0 0 0 0,3 6 0 0 0,4 11-8 0 0,-8-16 8 0 0,-1-1-1 0 0,1 1 1 0 0,1 0-1 0 0,-1 0 0 0 0,0-1 1 0 0,1 1-1 0 0,0-1 0 0 0,5 5 1 0 0,47 62 63 0 0,-54-69-66 0 0,-1-1 1 0 0,1 1 0 0 0,0 0 0 0 0,-1 0 0 0 0,1 0-1 0 0,-1 0 1 0 0,0-1 0 0 0,1 1 0 0 0,-1 0 0 0 0,0 0-1 0 0,1 0 1 0 0,-1 0 0 0 0,0 0 0 0 0,0 0 0 0 0,0 0 0 0 0,0 0-1 0 0,0 0 1 0 0,0 1 0 0 0,3 12-36 0 0,-1-11 42 0 0,1-1 1 0 0,0 0 0 0 0,-1 0 0 0 0,1 0-1 0 0,0 0 1 0 0,0 0 0 0 0,0-1 0 0 0,5 3-1 0 0,7 4-33 0 0,-2 5-26 0 0,10 6 22 0 0,32 24-118 0 0,-45-31 147 0 0,76 14-80 0 0,-79-23 103 0 0,0-1-1 0 0,1 1 1 0 0,-1 0-1 0 0,0 0 1 0 0,10 8-1 0 0,20 9 70 0 0,-31-18-84 0 0,2 1 2 0 0,-1 1 1 0 0,1-1-1 0 0,-1 1 0 0 0,0 1 0 0 0,0-1 1 0 0,8 9-1 0 0,-5-8-3 0 0,-1 0 0 0 0,1-1 0 0 0,0 0-1 0 0,0-1 1 0 0,0 0 0 0 0,1-1 0 0 0,-1 0 0 0 0,16 1 0 0 0,14 4 11 0 0,111 18-71 0 0,-60-16 166 0 0,-32-5-13 0 0,11-2 33 0 0,80-6 0 0 0,-18-1 1 0 0,-95 5-132 0 0,-2 1 81 0 0,-1-1 0 0 0,0-2 0 0 0,43-9 0 0 0,-46 6 93 0 0,55-3 0 0 0,-54 7 121 0 0,54-11 1 0 0,-2 1 122 0 0,-12 4 67 0 0,113-12 1034 0 0,248 6-1 0 0,-195 22-464 0 0,17 1-204 0 0,126 9 362 0 0,-232 2-666 0 0,40 3 331 0 0,-88-10-174 0 0,-61-7-331 0 0,0-1 0 0 0,44-1 1 0 0,148 1 1492 0 0,-214-8-1440 0 0,29-2-280 0 0,-20 2-146 0 0,0-1 1 0 0,28-7 0 0 0,-38 7-2 0 0,21-7 0 0 0,40-2 0 0 0,-48 5 0 0 0,-19 2 0 0 0,1 0 0 0 0,-1-2 0 0 0,0 1 0 0 0,19-17 0 0 0,9-5 0 0 0,-27 21 0 0 0,3-2 0 0 0,-2 0 0 0 0,1-1 0 0 0,-1 0 0 0 0,16-17 0 0 0,-26 24 0 0 0,-2 1 0 0 0,1 0 0 0 0,1 0 0 0 0,-1 1 0 0 0,0-1 0 0 0,0 0 0 0 0,1 1 0 0 0,-1 0 0 0 0,1-1 0 0 0,-1 1 0 0 0,1 0 0 0 0,0 0 0 0 0,-1 0 0 0 0,1 1 0 0 0,0-1 0 0 0,3 0 0 0 0,35-11 0 0 0,-11 5 0 0 0,25 0 0 0 0,-55 7 0 0 0,1 0 0 0 0,-1 0 0 0 0,0 0 0 0 0,0 0 0 0 0,1 0 0 0 0,-1 0 0 0 0,0 0 0 0 0,0 0 0 0 0,1 0 0 0 0,-1-1 0 0 0,0 1 0 0 0,0 0 0 0 0,1 0 0 0 0,-1 0 0 0 0,0 0 0 0 0,0 0 0 0 0,0 0 0 0 0,1 0 0 0 0,-1-1 0 0 0,0 1 0 0 0,0 0 0 0 0,0 0 0 0 0,1 0 0 0 0,-1-1 0 0 0,0 1 0 0 0,0 0 0 0 0,0 0 0 0 0,0 0 0 0 0,0-1 0 0 0,1 1 0 0 0,-1 0 0 0 0,0 0 0 0 0,0-1 0 0 0,0 1 0 0 0,0 0 0 0 0,0 0 0 0 0,0-1 0 0 0,0 1 0 0 0,0 0 0 0 0,0 0 0 0 0,0-1 0 0 0,0 1 0 0 0,3-5 0 0 0,-2 5 0 0 0,0 1 0 0 0,1-1 0 0 0,-1 0 0 0 0,0 0 0 0 0,0 0 0 0 0,0 0 0 0 0,1 0 0 0 0,-1 0 0 0 0,0 0 0 0 0,0-1 0 0 0,0 1 0 0 0,0 0 0 0 0,1-1 0 0 0,-1 1 0 0 0,0-1 0 0 0,0 1 0 0 0,0-1 0 0 0,0 0 0 0 0,0 1 0 0 0,1-2 0 0 0,-1 1 0 0 0,-1 1 0 0 0,0-1 0 0 0,0 1 0 0 0,0 0 0 0 0,1-1 0 0 0,-1 1 0 0 0,0 0 0 0 0,1-1 0 0 0,-1 1 0 0 0,0 0 0 0 0,1-1 0 0 0,-1 1 0 0 0,0 0 0 0 0,1 0 0 0 0,-1-1 0 0 0,1 1 0 0 0,-1 0 0 0 0,0 0 0 0 0,1 0 0 0 0,-1-1 0 0 0,1 1 0 0 0,-1 0 0 0 0,1 0 0 0 0,-1 0 0 0 0,1 0 0 0 0,-1 0 0 0 0,1 0 0 0 0,-1 0 0 0 0,1 0 0 0 0,-1 0 0 0 0,0 0 0 0 0,1 0 0 0 0,-1 0 0 0 0,2 1 0 0 0,-2-1 0 0 0,1 0 0 0 0,-1 0 0 0 0,1 1 0 0 0,-1-1 0 0 0,1 0 0 0 0,-1 0 0 0 0,1 0 0 0 0,-1 0 0 0 0,1 0 0 0 0,-1 0 0 0 0,1 0 0 0 0,-1 0 0 0 0,1 0 0 0 0,-1 0 0 0 0,1-1 0 0 0,-1 1 0 0 0,1 0 0 0 0,-1 0 0 0 0,1 0 0 0 0,-1-1 0 0 0,0 1 0 0 0,1 0 0 0 0,-1 0 0 0 0,1-1 0 0 0,-1 1 0 0 0,0 0 0 0 0,1-1 0 0 0,-1 1 0 0 0,0-1 0 0 0,1 1 0 0 0,-1 0 0 0 0,0-1 0 0 0,1 1 0 0 0,-1-1 0 0 0,0 1 0 0 0,1-1 0 0 0,-3-2 0 0 0,3 3 0 0 0,25-4 0 0 0,4-3 0 0 0,-16 2 0 0 0,7 4 0 0 0,9 1 0 0 0,-17-2 0 0 0,35-2 0 0 0,-18 4 0 0 0,0-1 0 0 0,0-3 0 0 0,-9 3 0 0 0,0-1 0 0 0,-1-2 0 0 0,28-7 0 0 0,-13 2 0 0 0,-23 4 0 0 0,36-9 0 0 0,-42 13 0 0 0,-5 1 0 0 0,0 0 0 0 0,0 0 0 0 0,0 0 0 0 0,0 0 0 0 0,0 0 0 0 0,0 0 0 0 0,0 0 0 0 0,0-1 0 0 0,0 1 0 0 0,0 0 0 0 0,0-1 0 0 0,0 1 0 0 0,0 0 0 0 0,0-1 0 0 0,0 0 0 0 0,0 1 0 0 0,0-1 0 0 0,0 1 0 0 0,0-1 0 0 0,-1 0 0 0 0,1 0 0 0 0,0 1 0 0 0,0-1 0 0 0,-1 0 0 0 0,2-1 0 0 0,-2 1 0 0 0,0 0 0 0 0,0 0 0 0 0,0 1 0 0 0,0-1 0 0 0,0 0 0 0 0,0 1 0 0 0,1-1 0 0 0,-1 0 0 0 0,0 1 0 0 0,0-1 0 0 0,1 0 0 0 0,-1 1 0 0 0,1-1 0 0 0,-1 1 0 0 0,0-1 0 0 0,1 0 0 0 0,-1 1 0 0 0,1-1 0 0 0,-1 1 0 0 0,1-1 0 0 0,0 1 0 0 0,-1 0 0 0 0,1-1 0 0 0,-1 1 0 0 0,1 0 0 0 0,0-1 0 0 0,-1 1 0 0 0,1 0 0 0 0,0-1 0 0 0,0 1 0 0 0,0 0 0 0 0,0-1 0 0 0,0 1 0 0 0,0-1 0 0 0,0 1 0 0 0,0-1 0 0 0,0 0 0 0 0,0 1 0 0 0,0-1 0 0 0,0 0 0 0 0,-1 0 0 0 0,1 1 0 0 0,0-1 0 0 0,-1 0 0 0 0,1 0 0 0 0,0 0 0 0 0,-1 0 0 0 0,1 0 0 0 0,-1 0 0 0 0,0 0 0 0 0,1 0 0 0 0,-1 0 0 0 0,0 0 0 0 0,1 0 0 0 0,-1 0 0 0 0,0 0 0 0 0,0 0 0 0 0,0 0 0 0 0,0-3 0 0 0,0-92 0 0 0,0 94 0 0 0,0 0 0 0 0,0 0 0 0 0,-1 0 0 0 0,1 1 0 0 0,0-1 0 0 0,-1 0 0 0 0,1 1 0 0 0,-1-1 0 0 0,0 0 0 0 0,0 1 0 0 0,1-1 0 0 0,-1 0 0 0 0,0 1 0 0 0,0 0 0 0 0,0-1 0 0 0,-1 1 0 0 0,-1-3 0 0 0,-8-10 0 0 0,1-15 0 0 0,-2 6 0 0 0,-1 0 0 0 0,0 1 0 0 0,-2 0 0 0 0,-18-20 0 0 0,0-5 0 0 0,30 41 0 0 0,0 0 0 0 0,-1 0 0 0 0,0 0 0 0 0,0 1 0 0 0,0 0 0 0 0,0 0 0 0 0,-1 0 0 0 0,0 0 0 0 0,0 1 0 0 0,-6-5 0 0 0,2 5 0 0 0,8 4 0 0 0,0-1 0 0 0,0 1 0 0 0,0 0 0 0 0,0-1 0 0 0,0 1 0 0 0,0-1 0 0 0,0 1 0 0 0,0-1 0 0 0,0 0 0 0 0,0 1 0 0 0,0-1 0 0 0,0 0 0 0 0,0 0 0 0 0,1 0 0 0 0,-1 1 0 0 0,0-1 0 0 0,1 0 0 0 0,-1 0 0 0 0,0 0 0 0 0,1 0 0 0 0,-1 0 0 0 0,1 0 0 0 0,0-1 0 0 0,-1 1 0 0 0,1 0 0 0 0,0 0 0 0 0,-1-1 0 0 0,1 0 0 0 0,-1-1 0 0 0,1 1 0 0 0,-1 0 0 0 0,0 0 0 0 0,0 0 0 0 0,0 0 0 0 0,0 0 0 0 0,0 0 0 0 0,-1 0 0 0 0,1 1 0 0 0,0-1 0 0 0,-1 0 0 0 0,1 1 0 0 0,-1-1 0 0 0,0 1 0 0 0,-2-2 0 0 0,-9-10 0 0 0,-37-24 0 0 0,40 23 0 0 0,8 11 0 0 0,0 1 0 0 0,0-1 0 0 0,0 1 0 0 0,0-1 0 0 0,0 1 0 0 0,-1 0 0 0 0,1 0 0 0 0,0 0 0 0 0,-4-2 0 0 0,-1 0 0 0 0,1-1 0 0 0,0 0 0 0 0,1-1 0 0 0,-11-12 0 0 0,13 13 0 0 0,-1 1 0 0 0,0-1 0 0 0,0 1 0 0 0,-1-1 0 0 0,0 1 0 0 0,1 1 0 0 0,-1-1 0 0 0,-1 1 0 0 0,-5-4 0 0 0,-135-62 0 0 0,112 57 0 0 0,24 9 0 0 0,-1 0 0 0 0,1-1 0 0 0,0-1 0 0 0,-15-8 0 0 0,8 4 0 0 0,-1 0 0 0 0,0 2 0 0 0,-36-11 0 0 0,31 11 0 0 0,1 0 0 0 0,-33-17 0 0 0,22 9 0 0 0,-1 0 0 0 0,-56-15 0 0 0,-18-6 0 0 0,76 22 0 0 0,0 2 0 0 0,-55-13 0 0 0,-39-8 0 0 0,65 20 0 0 0,-556-101 0 0 0,562 106 0 0 0,-107-9 0 0 0,66 10 0 0 0,34 2 0 0 0,-70 3 0 0 0,-24-1 0 0 0,-61 15 0 0 0,-159 0 0 0 0,250-18 0 0 0,96 5 0 0 0,-91-13 0 0 0,-120-14 0 0 0,185 20 0 0 0,-3 2 0 0 0,7 4 0 0 0,-1 3 0 0 0,-70 9 0 0 0,79-5 0 0 0,21-2 0 0 0,-1 2 0 0 0,1 0 0 0 0,-27 11 0 0 0,27-9 0 0 0,-1-1 0 0 0,1-1 0 0 0,-38 3 0 0 0,10-2 0 0 0,-1-3-439 0 0,-31-3-5496 0 0,-7 0-3544 0 0,50 10 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153 191 560 0 0,'5'-7'1418'0'0,"10"-19"1939"0"0,-19 22-1740 0 0,-12 8-525 0 0,11-2-942 0 0,3-1-158 0 0,1-1-1 0 0,-1 0 1 0 0,1 1 0 0 0,-1-1-1 0 0,1 1 1 0 0,0-1-1 0 0,-1 1 1 0 0,1 0 0 0 0,0 0-1 0 0,-1 0 1 0 0,1-1 0 0 0,0 1-1 0 0,0 1 1 0 0,0-1 0 0 0,-1 0-1 0 0,1 0 1 0 0,-1 2 0 0 0,7-2-86 0 0,-4-1 96 0 0,0 0 0 0 0,0 0 1 0 0,0 0 0 0 0,0-1 0 0 0,0 1-1 0 0,0 0 1 0 0,0 0 0 0 0,0 0-1 0 0,0 0 1 0 0,0 0 0 0 0,0 1 0 0 0,0-1-1 0 0,0 0 1 0 0,0 0 0 0 0,0 1-1 0 0,0-1 1 0 0,0 0 0 0 0,0 1 0 0 0,0-1-1 0 0,-1 1 1 0 0,1 0 0 0 0,0-1 0 0 0,0 1-1 0 0,1 1 1 0 0,-2-1 64 0 0,0 0 13 0 0,5 3 0 0 0,45-8 240 0 0,-19-6 334 0 0,-31 10-619 0 0,1 0 0 0 0,-1-1 0 0 0,0 1 0 0 0,1-1 0 0 0,-1 1 0 0 0,1-1 0 0 0,-1 1 0 0 0,0-1 0 0 0,1 1 0 0 0,-1-1 0 0 0,0 1 0 0 0,1-1 0 0 0,-1 1 0 0 0,0-1 0 0 0,0 1 0 0 0,0-1 0 0 0,0 0 1 0 0,0 1-1 0 0,1-1 0 0 0,-1 1 0 0 0,0-1 0 0 0,0 0 0 0 0,0 1 0 0 0,-1-1 0 0 0,1 1 0 0 0,0-1 0 0 0,0 0 0 0 0,0 1 0 0 0,0-1 0 0 0,0 1 0 0 0,-1-1 0 0 0,1 0 0 0 0,0 1 0 0 0,-1-1 0 0 0,1 1 1 0 0,0-1-1 0 0,-1 1 0 0 0,1-1 0 0 0,0 1 0 0 0,-1 0 0 0 0,1-1 0 0 0,-1 0 0 0 0,0 1-1 0 0,0 1-23 0 0,0-1 1 0 0,0 0-1 0 0,0 0 1 0 0,0 0-1 0 0,-1 0 1 0 0,1 0-1 0 0,0 0 1 0 0,0 0-1 0 0,0 0 0 0 0,0 0 1 0 0,0-1-1 0 0,1 1 1 0 0,-1 0-1 0 0,0-1 1 0 0,0 1-1 0 0,0-1 1 0 0,0 1-1 0 0,0-1 0 0 0,0 1 1 0 0,0-1-1 0 0,1 1 1 0 0,-1-1-1 0 0,0 0 1 0 0,-1-1-1 0 0,7-3 69 0 0,16 4 0 0 0,9-4 94 0 0,-25 4-28 0 0,-6 0 110 0 0,7-4-178 0 0,-1 4 8 0 0,1-2 0 0 0,0 1 0 0 0,-1 0 0 0 0,0-1 0 0 0,0 0 0 0 0,0 0 0 0 0,0-1 1 0 0,0 0-1 0 0,-1 1 0 0 0,5-6 0 0 0,8-5 161 0 0,-14 12-213 0 0,0 1 1 0 0,0-1-1 0 0,0 0 1 0 0,-1 0 0 0 0,1-1-1 0 0,0 1 1 0 0,-1-1-1 0 0,0 1 1 0 0,0-1 0 0 0,1 0-1 0 0,-2 0 1 0 0,1 0-1 0 0,0 0 1 0 0,-1 0 0 0 0,3-4-1 0 0,-4 6-29 0 0,-1 0 0 0 0,2 1 0 0 0,-1-1 0 0 0,0 1 0 0 0,0-1 0 0 0,0 0 0 0 0,0 1-1 0 0,0-1 1 0 0,0 0 0 0 0,1 1 0 0 0,-1-1 0 0 0,0 1 0 0 0,0-1 0 0 0,1 1 0 0 0,-1-1 0 0 0,1 1 0 0 0,-1-1 0 0 0,0 1-1 0 0,1-1 1 0 0,-1 1 0 0 0,1-1 0 0 0,-1 1 0 0 0,1 0 0 0 0,-1-1 0 0 0,1 1 0 0 0,-1 0 0 0 0,1-1 0 0 0,-1 1-1 0 0,1 0 1 0 0,0 0 0 0 0,-1 0 0 0 0,1-1 0 0 0,-1 1 0 0 0,1 0 0 0 0,0 0 0 0 0,-1 0 0 0 0,2 0 0 0 0,-2 0 4 0 0,1 0 1 0 0,0 0 0 0 0,-1 0 0 0 0,1 0 0 0 0,-1 0 0 0 0,1 0-1 0 0,0 0 1 0 0,-1-1 0 0 0,1 1 0 0 0,-1 0 0 0 0,1 0 0 0 0,-1 0 0 0 0,1-1-1 0 0,-1 1 1 0 0,1 0 0 0 0,-1-1 0 0 0,1 1 0 0 0,-1-1 0 0 0,1 1-1 0 0,-1 0 1 0 0,1-1 0 0 0,-1 1 0 0 0,0-1 0 0 0,1 1 0 0 0,-1-1-1 0 0,0 1 1 0 0,1-1 0 0 0,-1 1 0 0 0,0-1 0 0 0,0 0 0 0 0,0 1-1 0 0,0-1 1 0 0,1 1 0 0 0,-1-1 0 0 0,0 1 0 0 0,0-1 0 0 0,0 0-1 0 0,0 0 779 0 0,0 1-777 0 0,0 0 0 0 0,0 0 0 0 0,0 1 0 0 0,0-1 0 0 0,1 0 1 0 0,-1 1-1 0 0,0-1 0 0 0,0 0 0 0 0,0 1 0 0 0,0-1 0 0 0,0 0 1 0 0,0 1-1 0 0,0-1 0 0 0,0 0 0 0 0,0 1 0 0 0,0-1 0 0 0,0 0 1 0 0,0 1-1 0 0,0-1 0 0 0,0 0 0 0 0,-1 1 0 0 0,1-1 0 0 0,0 0 1 0 0,0 1-1 0 0,0-1 0 0 0,0 0 0 0 0,-1 0 0 0 0,1 1 0 0 0,0-1 1 0 0,0 0-1 0 0,0 0 0 0 0,-1 1 0 0 0,1-1 0 0 0,0 0 0 0 0,-1 0 1 0 0,1 0-1 0 0,0 1 0 0 0,0-1 0 0 0,-1 0 0 0 0,1 0 0 0 0,0 0 1 0 0,-1 0-1 0 0,-60 47 175 0 0,30-27-72 0 0,-53 45-1 0 0,78-60-96 0 0,0 0 1 0 0,-1-1-1 0 0,1 0 0 0 0,-1 0 0 0 0,-9 4 1 0 0,12-7-17 0 0,0 1 1 0 0,-1 1-1 0 0,1-1 1 0 0,0 0-1 0 0,0 1 1 0 0,1 0-1 0 0,-1 0 1 0 0,0 0-1 0 0,1 0 1 0 0,-6 8-1 0 0,-51 33 199 0 0,51-37-204 0 0,8-6 4 0 0,0-1-1 0 0,0 1 1 0 0,-1 0 0 0 0,1 1-1 0 0,0-1 1 0 0,0 0 0 0 0,0 0-1 0 0,0 0 1 0 0,0 1 0 0 0,0-1-1 0 0,0 0 1 0 0,1 1 0 0 0,-1-1-1 0 0,0 1 1 0 0,1-1 0 0 0,-1 1-1 0 0,1-1 1 0 0,0 1 0 0 0,-1-1-1 0 0,1 1 1 0 0,0 0-1 0 0,0-1 1 0 0,0 1 0 0 0,0-1-1 0 0,0 4 1 0 0,2-2 43 0 0,-29 1-19 0 0,-3 3 2 0 0,30-7-26 0 0,0 0 0 0 0,-1 0 0 0 0,1 0 0 0 0,0 0 0 0 0,-1 0 0 0 0,1-1 0 0 0,0 1 0 0 0,-1 0 0 0 0,1 0 0 0 0,0 0 0 0 0,0 0 0 0 0,-1 0 0 0 0,1-1 0 0 0,0 1 0 0 0,0 0 0 0 0,0 0 0 0 0,-1-1 0 0 0,1 1 0 0 0,0 0 0 0 0,0 0 0 0 0,0-1 0 0 0,-1 1 0 0 0,1 0 0 0 0,0 0 0 0 0,0-1 0 0 0,0 1 0 0 0,0 0 0 0 0,0-1 0 0 0,0 1 0 0 0,0 0 0 0 0,0 0 0 0 0,0-1 0 0 0,0 1 0 0 0,0 0 0 0 0,0-1 0 0 0,0 1 0 0 0,0 0 0 0 0,0-1 0 0 0,0 1 0 0 0,0 0 0 0 0,0 0 0 0 0,0-1 0 0 0,0 1 0 0 0,0 0 0 0 0,0-1 0 0 0,1 1 0 0 0,-1 0 0 0 0,0 0 0 0 0,0-1 0 0 0,0 1 0 0 0,1 0 0 0 0,-1 0 0 0 0,0 0 0 0 0,0-1 0 0 0,0 1 0 0 0,1 0 0 0 0,-1 0 0 0 0,0 0 0 0 0,1-1 0 0 0,-1 1 0 0 0,0 0 0 0 0,0 0 0 0 0,1 0 0 0 0,-1 0 0 0 0,0 0 0 0 0,1 0 0 0 0,231-114 467 0 0,19-7-133 0 0,-249 120-335 0 0,38-11-82 0 0,-39 12 82 0 0,-1 0-1 0 0,1 0 0 0 0,-1 0 0 0 0,1 0 0 0 0,-1 0 0 0 0,1 0 1 0 0,0 0-1 0 0,-1 0 0 0 0,1 0 0 0 0,-1 0 0 0 0,1 1 0 0 0,-1-1 1 0 0,1 0-1 0 0,-1 0 0 0 0,1 1 0 0 0,-1-1 0 0 0,1 0 1 0 0,-1 1-1 0 0,1-1 0 0 0,-1 0 0 0 0,0 1 0 0 0,1-1 0 0 0,-1 1 1 0 0,1-1-1 0 0,-1 0 0 0 0,0 1 0 0 0,0-1 0 0 0,1 2 0 0 0,-1-1 1 0 0,0 1-1 0 0,1 0 1 0 0,-1 0-1 0 0,0 0 1 0 0,-1 0-1 0 0,1 0 0 0 0,0 0 1 0 0,-1 0-1 0 0,1 0 1 0 0,-1 0-1 0 0,1-1 0 0 0,-1 1 1 0 0,0 0-1 0 0,-1 1 1 0 0,-25 55 38 0 0,14-33 30 0 0,1 1 1 0 0,-16 50 0 0 0,21-46 2 0 0,5-21-57 0 0,0 0 0 0 0,0 0 0 0 0,-1 0-1 0 0,0 0 1 0 0,-1 0 0 0 0,-8 14 0 0 0,7-13-88 0 0,0-1 1 0 0,1 1-1 0 0,0 0 1 0 0,0 0 0 0 0,1 0-1 0 0,1 0 1 0 0,0 1-1 0 0,0-1 1 0 0,1 1-1 0 0,0-1 1 0 0,1 1-1 0 0,2 20 1 0 0,-1 1-372 0 0,-1-32 330 0 0,0 1 0 0 0,0 0 0 0 0,0 0 0 0 0,0-1 0 0 0,1 1 0 0 0,-1 0 0 0 0,0 0 0 0 0,0-1 0 0 0,1 1 0 0 0,-1 0 0 0 0,1-1-1 0 0,-1 1 1 0 0,1 0 0 0 0,-1-1 0 0 0,1 1 0 0 0,-1-1 0 0 0,1 1 0 0 0,-1-1 0 0 0,1 1 0 0 0,0-1 0 0 0,-1 0 0 0 0,1 1 0 0 0,0-1 0 0 0,-1 1 0 0 0,1-1 0 0 0,0 0 0 0 0,-1 0 0 0 0,1 0 0 0 0,0 1 0 0 0,0-1 0 0 0,-1 0 0 0 0,1 0 0 0 0,0 0 0 0 0,0 0 0 0 0,0 0 0 0 0,-1 0 0 0 0,1 0 0 0 0,0 0-1 0 0,0-1 1 0 0,-1 1 0 0 0,1 0 0 0 0,0 0 0 0 0,-1-1 0 0 0,2 1 0 0 0,2-1-371 0 0,26-4-3355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334 130 2001 0 0,'0'0'149'0'0,"0"1"0"0"0,0 0 0 0 0,-1 0 0 0 0,1 0 0 0 0,0 0 0 0 0,-1 0 0 0 0,1-1 0 0 0,0 1 0 0 0,-1 0 0 0 0,1 0 0 0 0,-1-1-1 0 0,0 1 1 0 0,1 0 0 0 0,-1-1 0 0 0,1 1 0 0 0,-1 0 0 0 0,0-1 0 0 0,0 1 0 0 0,1-1 0 0 0,-1 1 0 0 0,0-1 0 0 0,0 0 0 0 0,-1 1 0 0 0,-29 10 1569 0 0,11-5-621 0 0,-17 7 120 0 0,13-6-619 0 0,0 2-1 0 0,1 0 1 0 0,0 1-1 0 0,1 1 0 0 0,-26 18 1 0 0,37-21-350 0 0,9-7-224 0 0,0 0-1 0 0,1 0 1 0 0,-1 0 0 0 0,1 0-1 0 0,-1 0 1 0 0,1 0-1 0 0,-1 1 1 0 0,1-1-1 0 0,0 1 1 0 0,0-1 0 0 0,-1 1-1 0 0,1-1 1 0 0,0 1-1 0 0,0 0 1 0 0,1-1 0 0 0,-1 1-1 0 0,0 0 1 0 0,0 0-1 0 0,0 2 1 0 0,1-3-13 0 0,0 1 1 0 0,0-1-1 0 0,0 0 0 0 0,0 0 0 0 0,0 1 1 0 0,-1-1-1 0 0,1 0 0 0 0,0 0 0 0 0,-1 0 1 0 0,1 1-1 0 0,-1-1 0 0 0,0 0 0 0 0,1 0 1 0 0,-1 0-1 0 0,0 0 0 0 0,0 0 0 0 0,1 0 1 0 0,-1 0-1 0 0,0 0 0 0 0,0 0 0 0 0,0-1 1 0 0,-2 2-1 0 0,2-1 1 0 0,0 0 0 0 0,-1 0 0 0 0,1 0 0 0 0,0 0 0 0 0,0 0 0 0 0,0 0 0 0 0,0 0 0 0 0,0 0 0 0 0,1 0 0 0 0,-1 0 0 0 0,0 1 0 0 0,0-1 0 0 0,1 0 0 0 0,-1 0 0 0 0,1 1 0 0 0,-1-1 0 0 0,1 0 0 0 0,0 1 0 0 0,-1-1 0 0 0,1 1 0 0 0,0-1 0 0 0,0 1 0 0 0,0 0 0 0 0,-1 0 1 0 0,1 0-1 0 0,31 7-10 0 0,101 14 38 0 0,-113-21-34 0 0,0-1 1 0 0,0 0 0 0 0,0-2-1 0 0,0 0 1 0 0,26-5 0 0 0,6-2-10 0 0,-40 6 6 0 0,1 0 0 0 0,0 0 1 0 0,0-1-1 0 0,16-6 0 0 0,-23 7 2 0 0,12-4 52 0 0,0-1-1 0 0,0-1 1 0 0,16-9-1 0 0,-29 15-30 0 0,-1 0 0 0 0,1-1 0 0 0,-1 1 0 0 0,0 0 0 0 0,0-1 0 0 0,0 0 0 0 0,0 1-1 0 0,0-1 1 0 0,-1 0 0 0 0,1-1 0 0 0,-1 1 0 0 0,0 0 0 0 0,0-1 0 0 0,0 1-1 0 0,-1-1 1 0 0,1 0 0 0 0,-1 1 0 0 0,0-1 0 0 0,1 0 0 0 0,-2 0 0 0 0,2-5-1 0 0,-4-4 60 0 0,1 0 0 0 0,-2 1 0 0 0,1-1 0 0 0,-2 1 0 0 0,0 0 0 0 0,0 0 0 0 0,-1 0-1 0 0,-1 1 1 0 0,0-1 0 0 0,-12-16 0 0 0,14 21-58 0 0,-1 1 1 0 0,0-1-1 0 0,0 1 0 0 0,-1 0 1 0 0,0 1-1 0 0,0 0 0 0 0,0 0 0 0 0,-1 0 1 0 0,1 0-1 0 0,-1 1 0 0 0,0 0 1 0 0,0 1-1 0 0,-1 0 0 0 0,1 0 0 0 0,-15-3 1 0 0,13 3-346 0 0,0 2 0 0 0,0-1 0 0 0,-1 1 0 0 0,1 1 0 0 0,0-1 0 0 0,0 2 0 0 0,-19 2 0 0 0,26-3-159 0 0,0 1 0 0 0,0 0 1 0 0,-1 0-1 0 0,1 0 0 0 0,0 0 1 0 0,0 0-1 0 0,0 0 0 0 0,1 0 1 0 0,-1 1-1 0 0,0-1 0 0 0,0 1 1 0 0,1-1-1 0 0,-1 1 0 0 0,-1 2 1 0 0,2-3 63 0 0,0 1 0 0 0,1-1 1 0 0,-1 0-1 0 0,1 1 1 0 0,-1-1-1 0 0,1 1 1 0 0,-1-1-1 0 0,1 1 0 0 0,0 0 1 0 0,0-1-1 0 0,0 1 1 0 0,0-1-1 0 0,0 3 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24 1521 0 0,'-57'29'5422'0'0,"47"-23"-4977"0"0,0 0 0 0 0,-1-1 1 0 0,-17 6-1 0 0,23-9-364 0 0,-1 0 0 0 0,1 0 0 0 0,-1 1 0 0 0,1 0 0 0 0,0 0 0 0 0,0 0 0 0 0,1 1 0 0 0,-9 6 0 0 0,7-4-10 0 0,5-5-61 0 0,1-1 0 0 0,-1 1 0 0 0,1 0-1 0 0,-1-1 1 0 0,1 1 0 0 0,-1 0 0 0 0,1 0-1 0 0,-1-1 1 0 0,1 1 0 0 0,0 0 0 0 0,0 0-1 0 0,-1 0 1 0 0,1 0 0 0 0,0-1 0 0 0,0 1-1 0 0,0 0 1 0 0,0 0 0 0 0,0 0 0 0 0,0 1-1 0 0,-4 16 103 0 0,2-15-114 0 0,-1 2 29 0 0,0 0 0 0 0,0 0-1 0 0,1 0 1 0 0,-1 0 0 0 0,1 0 0 0 0,1 0 0 0 0,-1 1 0 0 0,1-1 0 0 0,0 1-1 0 0,0 0 1 0 0,0-1 0 0 0,1 8 0 0 0,0-12-22 0 0,0 1 0 0 0,0-1-1 0 0,0 0 1 0 0,1 0 0 0 0,-1 1 0 0 0,0-1 0 0 0,1 0-1 0 0,-1 0 1 0 0,1 0 0 0 0,-1 1 0 0 0,1-1 0 0 0,-1 0 0 0 0,1 0-1 0 0,0 0 1 0 0,0 0 0 0 0,0 0 0 0 0,0 0 0 0 0,-1 0-1 0 0,1 0 1 0 0,0-1 0 0 0,1 1 0 0 0,1 1 0 0 0,6 7 31 0 0,0 6 21 0 0,-8-13-50 0 0,0 0-1 0 0,0 0 1 0 0,1 0-1 0 0,-1 0 0 0 0,0 0 1 0 0,1-1-1 0 0,-1 1 1 0 0,1 0-1 0 0,-1-1 0 0 0,1 1 1 0 0,0-1-1 0 0,-1 0 1 0 0,1 0-1 0 0,0 0 0 0 0,2 2 1 0 0,-1-2 5 0 0,0 1 0 0 0,0 0-1 0 0,0 0 1 0 0,0 0 0 0 0,0 1 0 0 0,0-1 0 0 0,-1 1 0 0 0,0 0 0 0 0,3 3 0 0 0,-3-3 1 0 0,1-1 1 0 0,-1 1-1 0 0,1 0 0 0 0,-1-1 1 0 0,1 1-1 0 0,0-1 1 0 0,0 0-1 0 0,0 0 1 0 0,4 2-1 0 0,8 3 17 0 0,0 0-1 0 0,1-1 1 0 0,0-1-1 0 0,0-1 0 0 0,0 0 1 0 0,0-1-1 0 0,1-1 1 0 0,-1 0-1 0 0,1-1 1 0 0,0-1-1 0 0,0-1 0 0 0,-1 0 1 0 0,19-4-1 0 0,-10-1 68 0 0,-1 0 0 0 0,1-2 0 0 0,-2 0 0 0 0,1-2 0 0 0,-1-1 0 0 0,-1 0 0 0 0,38-27-1 0 0,-54 33-29 0 0,0 1 0 0 0,-1-1 0 0 0,0 0 0 0 0,0 0 0 0 0,0-1 0 0 0,-1 0 0 0 0,0 1 0 0 0,0-2-1 0 0,0 1 1 0 0,-1 0 0 0 0,0-1 0 0 0,0 1 0 0 0,-1-1 0 0 0,1 0 0 0 0,-1 0 0 0 0,-1 0 0 0 0,0 0-1 0 0,1-13 1 0 0,-1 14-33 0 0,-1 0 0 0 0,-1 0 0 0 0,1 1-1 0 0,-1-1 1 0 0,0 0 0 0 0,0 1 0 0 0,-1-1-1 0 0,1 1 1 0 0,-1-1 0 0 0,-1 1 0 0 0,1 0-1 0 0,-1 0 1 0 0,0 0 0 0 0,0 0 0 0 0,0 0-1 0 0,0 0 1 0 0,-1 1 0 0 0,0 0 0 0 0,0 0-1 0 0,0 0 1 0 0,-1 0 0 0 0,1 1 0 0 0,-11-6-1 0 0,1 1-100 0 0,0 2-1 0 0,0 0 0 0 0,-1 0 1 0 0,0 1-1 0 0,-1 1 1 0 0,1 1-1 0 0,-1 0 0 0 0,1 1 1 0 0,-1 1-1 0 0,0 0 0 0 0,0 1 1 0 0,0 1-1 0 0,-16 2 0 0 0,31-3 16 0 0,0 0-1 0 0,0 0 1 0 0,-1 0-1 0 0,1 0 1 0 0,0 1-1 0 0,0-1 1 0 0,0 0-1 0 0,0 0 1 0 0,0 1-1 0 0,0-1 0 0 0,0 1 1 0 0,-1-1-1 0 0,1 1 1 0 0,0-1-1 0 0,1 1 1 0 0,-1 0-1 0 0,0-1 1 0 0,0 1-1 0 0,0 0 1 0 0,0 0-1 0 0,0 0 1 0 0,1 0-1 0 0,-1 0 1 0 0,0 0-1 0 0,1 0 0 0 0,-1 0 1 0 0,1 0-1 0 0,-1 0 1 0 0,1 0-1 0 0,0 0 1 0 0,-1 0-1 0 0,1 2 1 0 0,0-1-99 0 0,1-1 1 0 0,-1 1 0 0 0,1-1-1 0 0,0 1 1 0 0,0 0-1 0 0,0-1 1 0 0,0 0 0 0 0,0 1-1 0 0,0-1 1 0 0,0 1-1 0 0,1-1 1 0 0,-1 0 0 0 0,0 0-1 0 0,1 0 1 0 0,-1 0-1 0 0,1 0 1 0 0,-1 0 0 0 0,1 0-1 0 0,-1-1 1 0 0,1 1-1 0 0,2 0 1 0 0,26 11-2758 0 0,0-5-280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3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81 320 0 0,'5'0'2068'0'0,"15"0"-121"0"0,-15 0-333 0 0,0 0-333 0 0,15 0-307 0 0,-20 0-929 0 0,0-1-1 0 0,0 1 1 0 0,0 0 0 0 0,0 0 0 0 0,-1 0 0 0 0,1 0 0 0 0,0 0 0 0 0,0 0-1 0 0,0-1 1 0 0,0 1 0 0 0,0 0 0 0 0,0 0 0 0 0,0 0 0 0 0,0 0-1 0 0,-1 0 1 0 0,1-1 0 0 0,0 1 0 0 0,0 0 0 0 0,0 0 0 0 0,0 0-1 0 0,0-1 1 0 0,0 1 0 0 0,0 0 0 0 0,0 0 0 0 0,0 0 0 0 0,0 0 0 0 0,0-1-1 0 0,0 1 1 0 0,0 0 0 0 0,0 0 0 0 0,0 0 0 0 0,1 0 0 0 0,-1-1-1 0 0,0 1 1 0 0,0 0 0 0 0,0 0 0 0 0,0 0 0 0 0,0 0 0 0 0,0 0-1 0 0,0-1 1 0 0,0 1 0 0 0,1 0 0 0 0,-1 0 0 0 0,0 0 0 0 0,0 0 0 0 0,0 0-1 0 0,-26-5 475 0 0,-1 3-1 0 0,0 0 0 0 0,0 1 1 0 0,1 2-1 0 0,-1 1 0 0 0,-43 8 1 0 0,4 12 788 0 0,50-20-1113 0 0,11-1-152 0 0,0-1 1 0 0,0 1-1 0 0,0 0 1 0 0,1 0 0 0 0,-1 0-1 0 0,0 1 1 0 0,1-1-1 0 0,-1 1 1 0 0,1 0-1 0 0,0 1 1 0 0,-1-1-1 0 0,-3 4 1 0 0,-8 9 165 0 0,14-14-199 0 0,1 0 0 0 0,-1 0 0 0 0,1 0 0 0 0,0 0 1 0 0,-1 1-1 0 0,1-1 0 0 0,0 0 0 0 0,0 1 0 0 0,0-1 0 0 0,0 1 0 0 0,0-1 0 0 0,1 1 1 0 0,-1-1-1 0 0,0 1 0 0 0,1-1 0 0 0,-1 1 0 0 0,1 0 0 0 0,-1-1 0 0 0,1 1 0 0 0,0 0 0 0 0,0 0 1 0 0,0-1-1 0 0,0 3 0 0 0,0-3-7 0 0,0 0 0 0 0,0 0 0 0 0,0 0 0 0 0,0 0-1 0 0,-1 0 1 0 0,1 0 0 0 0,0 0 0 0 0,0 0 0 0 0,-1 0 0 0 0,1 0 0 0 0,0-1 0 0 0,-1 1 0 0 0,1 0 0 0 0,-1 0 0 0 0,1 0 0 0 0,-1-1 0 0 0,0 1 0 0 0,1 0 0 0 0,-1-1-1 0 0,0 1 1 0 0,1 0 0 0 0,-1-1 0 0 0,0 1 0 0 0,0-1 0 0 0,-1 2 0 0 0,-5 7 15 0 0,9-5-10 0 0,1 0 1 0 0,1 1 0 0 0,-1-1 0 0 0,1 0-1 0 0,-1-1 1 0 0,1 1 0 0 0,0 0 0 0 0,1-1 0 0 0,-1 0-1 0 0,0 0 1 0 0,6 2 0 0 0,55 38 139 0 0,-38-31-143 0 0,1-2 0 0 0,0-1-1 0 0,0-1 1 0 0,0-1 0 0 0,1-1 0 0 0,35 1 0 0 0,-41-5-35 0 0,-1-1 0 0 0,1-1 0 0 0,-1-1-1 0 0,1-1 1 0 0,-1-1 0 0 0,0 0 0 0 0,0-2-1 0 0,34-12 1 0 0,-10-11-102 0 0,-29 17 105 0 0,1-2 0 0 0,23-20 0 0 0,-35 26 28 0 0,1 0 1 0 0,-1 0-1 0 0,0 0 0 0 0,0-1 1 0 0,-1 1-1 0 0,0-2 1 0 0,0 1-1 0 0,-1 0 0 0 0,5-15 1 0 0,-8 20 5 0 0,0-1 1 0 0,-1 1-1 0 0,1-1 1 0 0,-1 1-1 0 0,0-1 1 0 0,0 1-1 0 0,-1-1 1 0 0,1 1-1 0 0,-1-1 1 0 0,1 1-1 0 0,-1-1 1 0 0,0 1-1 0 0,0-1 1 0 0,-1 1-1 0 0,1 0 0 0 0,-1 0 1 0 0,1 0-1 0 0,-1 0 1 0 0,0 0-1 0 0,0 0 1 0 0,-1 0-1 0 0,1 1 1 0 0,-1-1-1 0 0,1 1 1 0 0,-1-1-1 0 0,0 1 1 0 0,1 0-1 0 0,-7-3 1 0 0,-5-3 26 0 0,0 0 0 0 0,0 0 0 0 0,-1 2 0 0 0,0 0 0 0 0,-23-6 1 0 0,26 9-69 0 0,-1 0 1 0 0,0 1-1 0 0,-1 1 1 0 0,1 0-1 0 0,0 0 1 0 0,0 2-1 0 0,-1-1 1 0 0,1 2-1 0 0,0 0 1 0 0,0 0 0 0 0,-19 7-1 0 0,31-9-40 0 0,0 0 0 0 0,0 0-1 0 0,0 0 1 0 0,-1 1 0 0 0,1-1 0 0 0,0 0-1 0 0,0 1 1 0 0,0-1 0 0 0,0 1 0 0 0,0-1 0 0 0,0 1-1 0 0,0 0 1 0 0,0-1 0 0 0,0 1 0 0 0,0 0-1 0 0,0 0 1 0 0,0-1 0 0 0,1 1 0 0 0,-1 0-1 0 0,0 0 1 0 0,1 0 0 0 0,-1 0 0 0 0,0 0 0 0 0,1 0-1 0 0,-1 0 1 0 0,1 0 0 0 0,0 1 0 0 0,-1-1-1 0 0,1 0 1 0 0,0 0 0 0 0,-1 0 0 0 0,1 0 0 0 0,0 2-1 0 0,1 0-231 0 0,0 0 0 0 0,1 0 0 0 0,-1 0 0 0 0,1-1 0 0 0,-1 1 0 0 0,1-1 0 0 0,0 1 0 0 0,0-1 0 0 0,0 0 0 0 0,0 1 0 0 0,0-1 0 0 0,4 2-1 0 0,25 16-3146 0 0,-1-12-55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627 101 2161 0 0,'-57'7'3818'0'0,"-124"17"3717"0"0,97-10-5661 0 0,-97 29-1 0 0,171-41-1824 0 0,0 1 0 0 0,0 1 0 0 0,0 0 0 0 0,0 0 0 0 0,1 0 0 0 0,0 1 0 0 0,0 1 0 0 0,0 0-1 0 0,1 0 1 0 0,-1 1 0 0 0,-8 8 0 0 0,17-14-44 0 0,-1 0 0 0 0,1 0 0 0 0,-1 0 0 0 0,1 1 0 0 0,0-1 0 0 0,-1 0 0 0 0,1 0 0 0 0,0 0 0 0 0,0 0 0 0 0,-1 0 0 0 0,1 0 0 0 0,0 0 0 0 0,0 0-1 0 0,0 1 1 0 0,1-1 0 0 0,-1 0 0 0 0,0 0 0 0 0,0 0 0 0 0,1 0 0 0 0,-1 0 0 0 0,0 0 0 0 0,1 0 0 0 0,-1 0 0 0 0,1 0 0 0 0,-1 0 0 0 0,1 0 0 0 0,0 0 0 0 0,0 1 0 0 0,27 23 131 0 0,-15-17-151 0 0,2-1 0 0 0,-1 0 0 0 0,1-1 0 0 0,0 0 0 0 0,0-2 0 0 0,25 6 0 0 0,-1-1-40 0 0,31 12 51 0 0,-9-2 7 0 0,121 20 1 0 0,-166-37-35 0 0,0 0 0 0 0,0-1 0 0 0,0-1 0 0 0,0 0 0 0 0,0-2 0 0 0,0 1 0 0 0,-1-2 0 0 0,1 0 0 0 0,-1-1 0 0 0,1-1 0 0 0,-1 0 0 0 0,25-13 0 0 0,-34 15 47 0 0,-1 0 0 0 0,1-1 0 0 0,-1 0 0 0 0,0 0 0 0 0,0 0 0 0 0,0-1 0 0 0,0 0 0 0 0,-1 0-1 0 0,0 0 1 0 0,0 0 0 0 0,0-1 0 0 0,0 1 0 0 0,-1-1 0 0 0,0 0 0 0 0,-1 0 0 0 0,1 0 0 0 0,-1-1 0 0 0,0 1 0 0 0,-1 0 0 0 0,1-1 0 0 0,-1 0 0 0 0,-1 1 0 0 0,1-1-1 0 0,-1 1 1 0 0,0-1 0 0 0,-1 0 0 0 0,1 1 0 0 0,-1-1 0 0 0,-1 1 0 0 0,1-1 0 0 0,-1 1 0 0 0,0 0 0 0 0,0-1 0 0 0,-1 1 0 0 0,-5-8 0 0 0,-1 0-53 0 0,-2 0 1 0 0,0 1 0 0 0,0 0 0 0 0,-1 0 0 0 0,-1 1-1 0 0,0 1 1 0 0,-1 0 0 0 0,0 1 0 0 0,0 1 0 0 0,-1 0-1 0 0,0 1 1 0 0,-1 0 0 0 0,-25-8 0 0 0,15 7-680 0 0,-1 2-1 0 0,1 0 1 0 0,-30-3 0 0 0,28 7-1615 0 0,-1 1 0 0 0,-48 3 0 0 0,-13 10-4566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3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0,'0'5'4962'0'0,"0"3"-2401"0"0,0-2-1920 0 0,31-6-1041 0 0,-1-6-3042 0 0,-30-2 1121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92 114 1361 0 0,'-3'1'5435'0'0,"-11"-1"-4571"0"0,6-1-254 0 0,-52-5 2192 0 0,60 6-2621 0 0,-1 0 0 0 0,1 0 0 0 0,0 0 1 0 0,-1 0-1 0 0,1 0 0 0 0,0 0 0 0 0,-1-1 1 0 0,1 1-1 0 0,0 0 0 0 0,-1 0 0 0 0,1-1 1 0 0,0 1-1 0 0,0 0 0 0 0,-1 0 0 0 0,1-1 1 0 0,0 1-1 0 0,0 0 0 0 0,-1 0 0 0 0,1-1 1 0 0,0 1-1 0 0,0 0 0 0 0,0-1 0 0 0,0 1 1 0 0,0 0-1 0 0,0-1 0 0 0,-1 1 0 0 0,1 0 1 0 0,0-1-1 0 0,0 1 0 0 0,0 0 0 0 0,0-1 1 0 0,0 1-1 0 0,0-1 0 0 0,0 1 0 0 0,0 0 1 0 0,0-1-1 0 0,1 1 0 0 0,-1 0 0 0 0,0-1 1 0 0,0 1-1 0 0,0 0 0 0 0,1-1 0 0 0,-1-6 1070 0 0,5 7-1211 0 0,15 0-13 0 0,-15 0 39 0 0,-5-1 1 0 0,0-3-67 0 0,42-11 133 0 0,72-15 1 0 0,-1 15-49 0 0,-15 4-10 0 0,73-1 45 0 0,-166 12-334 0 0,-5 3-719 0 0,-5 24-2709 0 0,-20 50-4909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0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558 3 1601 0 0,'-5'1'2001'0'0,"-15"5"-361"0"0,-10 5 1415 0 0,20-2-2068 0 0,-5-4-710 0 0,1-1-1 0 0,-1 0 1 0 0,0-1-1 0 0,0-1 0 0 0,-16 1 1 0 0,9-1 419 0 0,0 1 1 0 0,-36 10 0 0 0,18-4 147 0 0,35-8-768 0 0,1-1-1 0 0,-1 1 0 0 0,1 0 0 0 0,0 0 1 0 0,0 0-1 0 0,-1 1 0 0 0,1 0 0 0 0,0 0 0 0 0,0 0 1 0 0,0 0-1 0 0,-3 3 0 0 0,-17 6 188 0 0,-8 5-86 0 0,10 0-24 0 0,18-14-128 0 0,0 1 1 0 0,-1-1 0 0 0,1 1 0 0 0,0 0-1 0 0,1 0 1 0 0,-1 0 0 0 0,0 1 0 0 0,1-1 0 0 0,0 1-1 0 0,0 0 1 0 0,0 0 0 0 0,0 0 0 0 0,0 0-1 0 0,1 1 1 0 0,0-1 0 0 0,0 1 0 0 0,0-1 0 0 0,1 1-1 0 0,-1 0 1 0 0,0 6 0 0 0,1-3-1 0 0,0-1 1 0 0,-1 0 0 0 0,1 0-1 0 0,-2-1 1 0 0,1 1-1 0 0,-1 0 1 0 0,0-1-1 0 0,0 1 1 0 0,-4 5-1 0 0,3-6-3 0 0,1 0 0 0 0,0-1 0 0 0,0 1 0 0 0,1 0 0 0 0,-1 1 0 0 0,1-1 0 0 0,1 0 0 0 0,-2 12 0 0 0,4-11 17 0 0,0 0-1 0 0,1-1 0 0 0,0 1 0 0 0,0-1 1 0 0,0 0-1 0 0,1 0 0 0 0,0 0 0 0 0,0 0 1 0 0,1 0-1 0 0,0-1 0 0 0,0 1 0 0 0,0-1 1 0 0,0 0-1 0 0,7 5 0 0 0,4-2 2 0 0,0 0-1 0 0,0-2 1 0 0,1 0 0 0 0,0-1 0 0 0,0 0-1 0 0,1-1 1 0 0,-1-1 0 0 0,19 1-1 0 0,18-1 70 0 0,59-3-1 0 0,-63-3-72 0 0,-1-2 0 0 0,0-2 0 0 0,0-2 1 0 0,0-2-1 0 0,-1-2 0 0 0,83-35 0 0 0,-93 29-16 0 0,-1 0 0 0 0,-1-3 0 0 0,63-49 0 0 0,-92 66-25 0 0,0-1 1 0 0,0 1-1 0 0,0-1 0 0 0,-1 0 0 0 0,1 0 1 0 0,-2-1-1 0 0,1 0 0 0 0,-1 0 0 0 0,0 0 1 0 0,0 0-1 0 0,-1-1 0 0 0,0 1 0 0 0,4-16 0 0 0,-1 7-4 0 0,-5 14 14 0 0,0 1 0 0 0,0-1 1 0 0,0 1-1 0 0,-1-1 0 0 0,1 1 0 0 0,0-1 0 0 0,-1 0 0 0 0,1 1 0 0 0,-1-1 0 0 0,0 0 0 0 0,0 1 0 0 0,0-1 0 0 0,0 0 0 0 0,0 1 0 0 0,0-1 0 0 0,0 0 1 0 0,0 1-1 0 0,-1-1 0 0 0,1 0 0 0 0,0 1 0 0 0,-1-1 0 0 0,0 0 0 0 0,1 1 0 0 0,-1-1 0 0 0,0 1 0 0 0,0-1 0 0 0,0 1 0 0 0,0 0 0 0 0,0-1 0 0 0,0 1 1 0 0,0 0-1 0 0,0-1 0 0 0,-1 1 0 0 0,1 0 0 0 0,-2-1 0 0 0,-5-6 79 0 0,0-1-56 0 0,0 1 1 0 0,-1-1-1 0 0,0 1 1 0 0,-1 1 0 0 0,0 0-1 0 0,0 0 1 0 0,0 1-1 0 0,-1 0 1 0 0,0 1 0 0 0,0 0-1 0 0,-20-5 1 0 0,12 6-375 0 0,-1 1 1 0 0,0 1 0 0 0,0 1 0 0 0,-39 3-1 0 0,47-1-138 0 0,0 0 0 0 0,-1 1 0 0 0,1 1 0 0 0,0 0 0 0 0,1 1 0 0 0,-1 0 0 0 0,1 1 0 0 0,-16 9 0 0 0,26-14 339 0 0,0 1-1 0 0,0 0 1 0 0,0 0 0 0 0,0 0 0 0 0,0 0-1 0 0,0 0 1 0 0,0 0 0 0 0,1 0 0 0 0,-1 0-1 0 0,0 1 1 0 0,1-1 0 0 0,-1 0-1 0 0,1 0 1 0 0,0 0 0 0 0,-1 1 0 0 0,1-1-1 0 0,0 0 1 0 0,0 1 0 0 0,-1-1 0 0 0,1 0-1 0 0,0 0 1 0 0,0 1 0 0 0,0-1 0 0 0,1 0-1 0 0,-1 1 1 0 0,0-1 0 0 0,1 2 0 0 0,0 2-790 0 0,-1 15-3080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01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1040 0 0,'0'7'2642'0'0,"0"5"-401"0"0,0 1-320 0 0,0 12 480 0 0,-30 33 320 0 0,30-14-1440 0 0,0 1-1041 0 0,0-1-80 0 0,0-6-80 0 0,0 6-160 0 0,0-11-160 0 0,0-19-1281 0 0,0-28-7123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0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77 640 0 0,'1'-1'253'0'0,"1"0"0"0"0,-1 0 0 0 0,0 0 0 0 0,0 0 0 0 0,0 0 0 0 0,1 0 0 0 0,-1 0 0 0 0,0 1 0 0 0,1-1 0 0 0,-1 1 0 0 0,1-1 0 0 0,-1 1 0 0 0,1-1 0 0 0,-1 1 0 0 0,1 0 0 0 0,-1-1 0 0 0,1 1 0 0 0,-1 0 0 0 0,1 0 0 0 0,-1 0 0 0 0,1 0 0 0 0,1 1 0 0 0,47-2 1650 0 0,-43 2-1648 0 0,48-1 1119 0 0,-50 0 1534 0 0,-5-1-2867 0 0,1 1 0 0 0,-1 0-1 0 0,0 0 1 0 0,0 0 0 0 0,0-1 0 0 0,0 1-1 0 0,0 0 1 0 0,0 0 0 0 0,0 0 0 0 0,0-1-1 0 0,0 1 1 0 0,1 0 0 0 0,-1 0 0 0 0,0-1-1 0 0,0 1 1 0 0,0 0 0 0 0,0 0 0 0 0,0 0-1 0 0,0-1 1 0 0,-1 1 0 0 0,1 0 0 0 0,0 0-1 0 0,0-1 1 0 0,0 1 0 0 0,0 0 0 0 0,0 0-1 0 0,0 0 1 0 0,0-1 0 0 0,0 1 0 0 0,0 0-1 0 0,-1 0 1 0 0,1 0 0 0 0,0-1 0 0 0,0 1-1 0 0,0 0 1 0 0,0 0 0 0 0,-1 0 0 0 0,1 0-1 0 0,0 0 1 0 0,0 0 0 0 0,0-1 0 0 0,-1 1-1 0 0,1 0 1 0 0,0 0 0 0 0,0 0 0 0 0,-1 0-1 0 0,1 0 1 0 0,0 0 0 0 0,0 0 0 0 0,0 0-1 0 0,-1 0 1 0 0,1 0 0 0 0,0 0 0 0 0,-1 0-1 0 0,-19-4 721 0 0,-50-10 1880 0 0,70 14-2640 0 0,-23-2 303 0 0,0 2 0 0 0,0 0-1 0 0,-28 3 1 0 0,44-2-250 0 0,1 0-1 0 0,0 1 1 0 0,0-1-1 0 0,0 1 0 0 0,0 1 1 0 0,0-1-1 0 0,1 1 0 0 0,-8 4 1 0 0,11-6-46 0 0,0 1-1 0 0,0-1 1 0 0,0 1 0 0 0,1 0 0 0 0,-1 0-1 0 0,0 0 1 0 0,1 0 0 0 0,-1 0 0 0 0,1 0-1 0 0,0 0 1 0 0,0 0 0 0 0,-1 0 0 0 0,1 1-1 0 0,1-1 1 0 0,-1 0 0 0 0,0 1 0 0 0,1-1-1 0 0,-1 1 1 0 0,1-1 0 0 0,0 1 0 0 0,-1 2-1 0 0,2-2-6 0 0,-1 0 0 0 0,0 0 0 0 0,1 0-1 0 0,-1 0 1 0 0,1 0 0 0 0,0-1 0 0 0,0 1 0 0 0,0 0-1 0 0,0 0 1 0 0,0-1 0 0 0,1 1 0 0 0,-1-1-1 0 0,1 1 1 0 0,0-1 0 0 0,0 0 0 0 0,0 1-1 0 0,0-1 1 0 0,0 0 0 0 0,3 2 0 0 0,2 1-10 0 0,-1-1 0 0 0,1 0 0 0 0,0-1 1 0 0,0 1-1 0 0,0-2 0 0 0,0 1 0 0 0,12 2 1 0 0,-1-1-39 0 0,1-1 1 0 0,0 0-1 0 0,0-2 1 0 0,0 0-1 0 0,34-3 1 0 0,-41 0-8 0 0,-1-1 1 0 0,1 0 0 0 0,-1 0-1 0 0,1-1 1 0 0,-1-1 0 0 0,0 0-1 0 0,-1 0 1 0 0,1-1 0 0 0,-1-1-1 0 0,-1 1 1 0 0,17-15 0 0 0,-25 17 41 0 0,1 1 1 0 0,-1-1 0 0 0,0 1 0 0 0,0-1 0 0 0,-1 1-1 0 0,1-1 1 0 0,-1 0 0 0 0,1 0 0 0 0,-1 1 0 0 0,0-1-1 0 0,-1 0 1 0 0,0-6 0 0 0,0-4 10 0 0,1 12 2 0 0,0 1 1 0 0,0 0-1 0 0,0-1 0 0 0,0 1 1 0 0,-1 0-1 0 0,1-1 0 0 0,0 1 1 0 0,-1 0-1 0 0,1 0 0 0 0,-1-1 1 0 0,1 1-1 0 0,-1 0 0 0 0,0 0 1 0 0,1 0-1 0 0,-1 0 0 0 0,0 0 1 0 0,0 0-1 0 0,0 0 1 0 0,1 0-1 0 0,-1 0 0 0 0,0 0 1 0 0,-1 0-1 0 0,1 0 0 0 0,-1 0 1 0 0,1 1 3 0 0,0-1 0 0 0,0 0 0 0 0,0 1 1 0 0,0-1-1 0 0,0 0 0 0 0,1 0 0 0 0,-1 1 1 0 0,0-1-1 0 0,0 0 0 0 0,1 0 0 0 0,-1 0 1 0 0,0 0-1 0 0,1 0 0 0 0,-1 0 1 0 0,1 0-1 0 0,-1 0 0 0 0,1 0 0 0 0,0 0 1 0 0,-1 0-1 0 0,1 0 0 0 0,0-1 0 0 0,0 1 1 0 0,0-2-1 0 0,-1 2 4 0 0,1 1-1 0 0,0-1 1 0 0,0 0-1 0 0,-1 0 1 0 0,1 1 0 0 0,0-1-1 0 0,-1 0 1 0 0,1 1-1 0 0,-1-1 1 0 0,1 1 0 0 0,-1-1-1 0 0,1 0 1 0 0,-1 1 0 0 0,1-1-1 0 0,-1 1 1 0 0,0 0-1 0 0,1-1 1 0 0,-1 1 0 0 0,0-1-1 0 0,1 1 1 0 0,-1 0-1 0 0,0-1 1 0 0,0 1 0 0 0,1 0-1 0 0,-1 0 1 0 0,0 0 0 0 0,0 0-1 0 0,1 0 1 0 0,-1 0-1 0 0,0 0 1 0 0,0 0 0 0 0,0 0-1 0 0,1 0 1 0 0,-1 0-1 0 0,0 0 1 0 0,0 0 0 0 0,1 0-1 0 0,-1 1 1 0 0,0-1 0 0 0,1 0-1 0 0,-1 1 1 0 0,0-1-1 0 0,1 1 1 0 0,-1-1 0 0 0,0 0-1 0 0,1 1 1 0 0,-1 0-1 0 0,2 16 73 0 0,1 0 0 0 0,2 0 0 0 0,-1-1 0 0 0,2 1 0 0 0,0-1 0 0 0,1 0 0 0 0,12 22 0 0 0,-8-14-8 0 0,0 0 0 0 0,11 44 0 0 0,-18-45-11 0 0,-1 0-1 0 0,0 0 1 0 0,-3 27-1 0 0,0-8 94 0 0,1-14-43 0 0,-2 0 0 0 0,-1 1 1 0 0,-1-1-1 0 0,-15 50 0 0 0,14-61-179 0 0,-2 1 1 0 0,0-2-1 0 0,0 1 0 0 0,-2-1 0 0 0,0 0 0 0 0,-1 0 0 0 0,0-1 1 0 0,-19 19-1 0 0,-21 16-2361 0 0,35-31-3415 0 0,-10-27-3134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0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19 640 0 0,'0'0'343'0'0,"0"-1"0"0"0,1 0 1 0 0,-1 0-1 0 0,0 0 0 0 0,-1 1 0 0 0,1-1 0 0 0,0 0 0 0 0,0 0 0 0 0,0 0 0 0 0,0 1 0 0 0,-1-1 0 0 0,1 0 0 0 0,0 0 0 0 0,-1 1 0 0 0,1-1 0 0 0,0 0 0 0 0,-1 1 1 0 0,1-1-1 0 0,-1 0 0 0 0,1 1 0 0 0,-1-1 0 0 0,0 0 0 0 0,-13-1 1850 0 0,9 2-2552 0 0,0 0 719 0 0,5 0-346 0 0,0 1 0 0 0,0-1 0 0 0,0 0 1 0 0,-1 0-1 0 0,1 0 0 0 0,0 0 0 0 0,0 0 0 0 0,0 1 1 0 0,0-1-1 0 0,0 0 0 0 0,0 0 0 0 0,0 0 0 0 0,0 1 1 0 0,0-1-1 0 0,0 0 0 0 0,0 0 0 0 0,0 0 0 0 0,0 1 0 0 0,0-1 1 0 0,0 0-1 0 0,0 0 0 0 0,0 0 0 0 0,0 0 0 0 0,0 1 1 0 0,0-1-1 0 0,0 0 0 0 0,0 0 0 0 0,0 0 0 0 0,0 1 0 0 0,0-1 1 0 0,1 0-1 0 0,-1 0 0 0 0,0 0 0 0 0,0 0 0 0 0,0 0 1 0 0,0 1-1 0 0,0-1 0 0 0,1 0 0 0 0,-1 0 0 0 0,0 0 1 0 0,0 0-1 0 0,0 0 0 0 0,0 0 0 0 0,1 0 0 0 0,-1 0 0 0 0,0 1 1 0 0,0-1-1 0 0,0 0 0 0 0,0 0 0 0 0,1 0 0 0 0,-1 0 1 0 0,0 0-1 0 0,0 0 0 0 0,0 0 0 0 0,1 0 0 0 0,-1 0 1 0 0,0 0-1 0 0,0 0 0 0 0,0 0 0 0 0,1 0 0 0 0,-1-1 0 0 0,0 1 1 0 0,7 3 173 0 0,0-1 1 0 0,0 1 0 0 0,-1 0 0 0 0,1 1 0 0 0,-1 0 0 0 0,0 0-1 0 0,0 0 1 0 0,0 1 0 0 0,0 0 0 0 0,6 7 0 0 0,38 30 775 0 0,-18-18-270 0 0,52 50-1 0 0,-3-1-72 0 0,-43-41-124 0 0,44 48-1 0 0,-78-74-443 0 0,0-1 0 0 0,0 1 1 0 0,-1-1-1 0 0,0 1 0 0 0,0 0 0 0 0,0 0 0 0 0,-1 1 0 0 0,0-1 0 0 0,0 0 0 0 0,0 1 0 0 0,-1 0 0 0 0,1 10 0 0 0,3 16 164 0 0,4 3 30 0 0,-5-26-160 0 0,-2 0 1 0 0,1-1-1 0 0,-1 1 0 0 0,-1 1 1 0 0,0-1-1 0 0,0 0 1 0 0,-1 0-1 0 0,-1 0 1 0 0,-1 12-1 0 0,-4 7 111 0 0,-2-1 1 0 0,0 0-1 0 0,-3 0 1 0 0,0 0-1 0 0,-1-2 1 0 0,-2 1-1 0 0,-31 45 0 0 0,-12 13 20 0 0,35-49-216 0 0,-2-1 0 0 0,-1-1-1 0 0,-2-1 1 0 0,-35 33 0 0 0,30-38-415 0 0,-2-1-1 0 0,-1-1 1 0 0,-64 34-1 0 0,95-58 43 0 0,-1 0 0 0 0,1 0-1 0 0,0 0 1 0 0,-1 0 0 0 0,1-1-1 0 0,-1 0 1 0 0,0 0 0 0 0,0 0 0 0 0,1-1-1 0 0,-1 0 1 0 0,-6 0 0 0 0,1-1-1251 0 0,1-2 0 0 0,-1 1-1 0 0,1-1 1 0 0,-13-6 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1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0 240 0 0,'-25'5'2948'0'0,"20"-4"-480"0"0,0 0-614 0 0,-50 11 1921 0 0,55-10-3614 0 0,-1-1 0 0 0,1 0 0 0 0,0 1 0 0 0,0-1 0 0 0,1 0 0 0 0,-1 1 0 0 0,0-1 0 0 0,0 1 0 0 0,1-1 0 0 0,-1 0 0 0 0,1 0 0 0 0,-1 1 0 0 0,1-1 0 0 0,1 2 0 0 0,12 18 249 0 0,0-2 1 0 0,2 0-1 0 0,0-1 1 0 0,2 0-1 0 0,-1-1 1 0 0,2-1 0 0 0,0-1-1 0 0,29 17 1 0 0,28 10 202 0 0,1-2 1 0 0,157 55-1 0 0,-209-88-1159 0 0,-24-7 437 0 0,-1 0 0 0 0,0 0 0 0 0,0 1 0 0 0,0-1 1 0 0,0 0-1 0 0,0 0 0 0 0,1 0 0 0 0,-1 0 0 0 0,0 0 1 0 0,0 0-1 0 0,0 0 0 0 0,0 0 0 0 0,0 0 0 0 0,1 0 1 0 0,-1 0-1 0 0,0 0 0 0 0,0 0 0 0 0,0 0 0 0 0,0 0 1 0 0,1 0-1 0 0,-1 0 0 0 0,0 0 0 0 0,0 0 0 0 0,0 0 1 0 0,0 0-1 0 0,0 0 0 0 0,1 0 0 0 0,-1 0 0 0 0,0 0 1 0 0,0-1-1 0 0,0 1 0 0 0,0 0 0 0 0,0 0 1 0 0,0 0-1 0 0,1 0 0 0 0,-1 0 0 0 0,0 0 0 0 0,0 0 1 0 0,0-1-1 0 0,0 1 0 0 0,0 0 0 0 0,0 0 0 0 0,0 0 1 0 0,0 0-1 0 0,0 0 0 0 0,0-1 0 0 0,0 1 0 0 0,1 0 1 0 0,-1 0-1 0 0,-1-12-5690 0 0,0 3 4579 0 0,-4 0-1942 0 0,-20-3 414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1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30 287 1761 0 0,'0'-6'2401'0'0,"0"-2"-240"0"0,0 2-320 0 0,-30-7-160 0 0,60 1-161 0 0,-30-7-79 0 0,30-14-161 0 0,31 3-239 0 0,-1 3-241 0 0,1-4-239 0 0,-1 6-81 0 0,0 6-320 0 0,1 5-961 0 0,-1-5-1440 0 0,0 8-1920 0 0,1 3-402 0 0,-37 2 722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3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 3602 0 0,'0'-6'2881'0'0,"0"12"-2161"0"0,-30-12-3281 0 0,30 0 480 0 0,0-7 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2401 0 0,'-70'2'4709'0'0,"33"0"-3742"0"0,-67-5 0 0 0,78 2-647 0 0,26 1-305 0 0,0 0-1 0 0,0 0 0 0 0,0 0 1 0 0,0 0-1 0 0,-1 0 0 0 0,1 0 1 0 0,0 0-1 0 0,0 0 0 0 0,0 0 1 0 0,-1 0-1 0 0,1 0 0 0 0,0 0 1 0 0,0 0-1 0 0,0 0 0 0 0,0 0 1 0 0,-1 0-1 0 0,1 0 0 0 0,0 0 1 0 0,0 0-1 0 0,0 0 0 0 0,0 0 1 0 0,-1 0-1 0 0,1 1 0 0 0,0-1 1 0 0,0 0-1 0 0,0 0 0 0 0,0 0 1 0 0,0 0-1 0 0,0 0 0 0 0,0 1 1 0 0,-1-1-1 0 0,1 0 0 0 0,0 0 1 0 0,0 0-1 0 0,0 0 0 0 0,0 1 1 0 0,0-1-1 0 0,0 0 0 0 0,0 0 1 0 0,0 0-1 0 0,0 1 0 0 0,0-1 1 0 0,0 0-1 0 0,0 0 0 0 0,0 0 1 0 0,0 0-1 0 0,0 1 0 0 0,0-1 1 0 0,0 0-1 0 0,0 0-2 0 0,0 1 0 0 0,0-1 0 0 0,0 0 1 0 0,0 0-1 0 0,1 1 0 0 0,-1-1 0 0 0,0 0 0 0 0,-1 0 0 0 0,1 1 0 0 0,0-1 0 0 0,0 0 1 0 0,0 0-1 0 0,0 0 0 0 0,0 1 0 0 0,0-1 0 0 0,0 0 0 0 0,0 0 0 0 0,0 0 0 0 0,0 1 1 0 0,0-1-1 0 0,-1 0 0 0 0,1 0 0 0 0,0 0 0 0 0,0 1 0 0 0,0-1 0 0 0,0 0 0 0 0,-1 0 1 0 0,1 0-1 0 0,0 0 0 0 0,0 0 0 0 0,0 1 0 0 0,0-1 0 0 0,-1 0 0 0 0,1 0 0 0 0,0 0 1 0 0,0 0-1 0 0,-1 0 0 0 0,1 0 0 0 0,0 0 0 0 0,-1 0 0 0 0,-49 6 709 0 0,66-9 612 0 0,-32 6-452 0 0,14-3-782 0 0,0 1 1 0 0,-1-1-1 0 0,1 1 1 0 0,0-1 0 0 0,0 1-1 0 0,0 0 1 0 0,0 0-1 0 0,0 0 1 0 0,0 0-1 0 0,0 0 1 0 0,0 1-1 0 0,-2 1 1 0 0,4-2 300 0 0,0 0 734 0 0,59-8-734 0 0,79 2 137 0 0,263 26 1 0 0,-136-1-186 0 0,-120-14-293 0 0,144 9 266 0 0,-212-8-177 0 0,127 30 1 0 0,-165-27 7 0 0,142 29 381 0 0,-68-21-16 0 0,156 5-1 0 0,-86-29 1196 0 0,-1-8 0 0 0,236-48 1 0 0,78-11 1015 0 0,-458 68-2623 0 0,29-2 71 0 0,107 1 0 0 0,-230 5-4440 0 0,-39-6-4352 0 0,-141-10-6409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3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122 112 1761 0 0,'-25'0'2134'0'0,"20"0"1868"0"0,5 0-3941 0 0,0-1 0 0 0,1 1 0 0 0,-1 0 1 0 0,0-1-1 0 0,0 1 0 0 0,0 0 0 0 0,0-1 0 0 0,0 1 0 0 0,0 0 1 0 0,0-1-1 0 0,0 1 0 0 0,0-1 0 0 0,0 1 0 0 0,0 0 0 0 0,0-1 1 0 0,0 1-1 0 0,0-1 0 0 0,0 1 0 0 0,0 0 0 0 0,0-1 0 0 0,0 1 1 0 0,0 0-1 0 0,-1-1 0 0 0,1 1 0 0 0,0 0 0 0 0,0-1 0 0 0,0 1 1 0 0,-1 0-1 0 0,1-1 0 0 0,0 1 0 0 0,0 0 0 0 0,-1 0 0 0 0,1-1 1 0 0,0 1-1 0 0,-1 0 0 0 0,1 0 0 0 0,0-1 0 0 0,-1 1 0 0 0,1 0 1 0 0,-1 0-1 0 0,-19 0 19 0 0,15 0 0 0 0,0 0 0 0 0,-15 0 0 0 0,15 0 80 0 0,0 0-93 0 0,-16-1-41 0 0,21 1-23 0 0,0 0-1 0 0,0 0 0 0 0,-1 0 0 0 0,1-1 0 0 0,0 1 1 0 0,-1 0-1 0 0,1 0 0 0 0,0 0 0 0 0,0 0 1 0 0,-1 0-1 0 0,1 0 0 0 0,0-1 0 0 0,0 1 0 0 0,-1 0 1 0 0,1 0-1 0 0,0 0 0 0 0,0-1 0 0 0,0 1 1 0 0,0 0-1 0 0,-1 0 0 0 0,1-1 0 0 0,0 1 1 0 0,0 0-1 0 0,0 0 0 0 0,0-1 0 0 0,0 1 0 0 0,0 0 1 0 0,-1-1-1 0 0,1 1 0 0 0,0 0 0 0 0,0 0 1 0 0,0-1-1 0 0,0 1 0 0 0,0 0 0 0 0,0-1 0 0 0,0 1 1 0 0,0 0-1 0 0,0-1 0 0 0,1 1 0 0 0,-1 0 1 0 0,0 0-1 0 0,0-1 0 0 0,0 1 0 0 0,0 0 0 0 0,0 0 1 0 0,0-1-1 0 0,1 1 0 0 0,-1 0 0 0 0,0 0 1 0 0,0-1-1 0 0,0 1 0 0 0,1 0 0 0 0,-1 0 0 0 0,0 0 1 0 0,0-1-1 0 0,1 1 0 0 0,-1 0 0 0 0,0 0 1 0 0,0 0-1 0 0,1 0 0 0 0,-1 0 0 0 0,0 0 0 0 0,0-1 1 0 0,1 1-1 0 0,-1 0 0 0 0,1 0 10 0 0,0 0-5 0 0,0 0 0 0 0,1 0-1 0 0,-1 0 1 0 0,0 0 0 0 0,0 0 0 0 0,0 0-1 0 0,0 0 1 0 0,0-1 0 0 0,1 1-1 0 0,-1 0 1 0 0,0-1 0 0 0,0 1 0 0 0,0-1-1 0 0,0 0 1 0 0,0 1 0 0 0,0-1 0 0 0,0 0-1 0 0,0 1 1 0 0,0-1 0 0 0,-1 0-1 0 0,3-2 1 0 0,-3 3-1 0 0,0-1 0 0 0,1 0 0 0 0,-1 0 0 0 0,1 0 0 0 0,-1 0 0 0 0,1 0 0 0 0,-1 1 0 0 0,1-1-1 0 0,-1 0 1 0 0,1 1 0 0 0,0-1 0 0 0,-1 0 0 0 0,1 1 0 0 0,0-1 0 0 0,0 1 0 0 0,0-1 0 0 0,-1 1 0 0 0,1-1 0 0 0,0 1 0 0 0,0-1-1 0 0,0 1 1 0 0,2 0 0 0 0,28-10 59 0 0,-19 7-12 0 0,20-8 114 0 0,0 2 1 0 0,0 1-1 0 0,1 2 1 0 0,0 1-1 0 0,1 1 1 0 0,-1 2-1 0 0,1 2 0 0 0,35 3 1 0 0,-68-3-150 0 0,1 0-1 0 0,-1 0 1 0 0,0 0-1 0 0,1 0 1 0 0,-1 0 0 0 0,0 1-1 0 0,1-1 1 0 0,-1 0-1 0 0,0 1 1 0 0,1-1 0 0 0,-1 1-1 0 0,0 0 1 0 0,0-1 0 0 0,0 1-1 0 0,0 0 1 0 0,0-1-1 0 0,1 1 1 0 0,-1 0 0 0 0,1 2-1 0 0,2 34 538 0 0,-4-31-508 0 0,0 0 0 0 0,-1-1 0 0 0,0 1 0 0 0,0-1 0 0 0,0 1 0 0 0,-1-1 0 0 0,0 1-1 0 0,0-1 1 0 0,0 0 0 0 0,-1 0 0 0 0,1 0 0 0 0,-6 6 0 0 0,1-1 20 0 0,-1-1 1 0 0,-1 0-1 0 0,1 0 0 0 0,-2-1 1 0 0,-13 10-1 0 0,18-14-48 0 0,-1-1 0 0 0,1 0 1 0 0,-1-1-1 0 0,1 1 0 0 0,-1-1 0 0 0,0 0 0 0 0,0 0 1 0 0,0-1-1 0 0,0 0 0 0 0,0 0 0 0 0,0 0 1 0 0,-11-1-1 0 0,-18 3 131 0 0,5-2-3 0 0,28-1-148 0 0,1 1 1 0 0,-1-1 0 0 0,1 0-1 0 0,-1 0 1 0 0,1 0 0 0 0,-1 0-1 0 0,1 0 1 0 0,-1 0 0 0 0,0 0-1 0 0,1 0 1 0 0,-1 0-1 0 0,1-1 1 0 0,-1 1 0 0 0,1-1-1 0 0,0 1 1 0 0,-1-1 0 0 0,1 1-1 0 0,-1-1 1 0 0,1 0 0 0 0,-2-1-1 0 0,10-6-262 0 0,-6 8 254 0 0,30-9 37 0 0,1 1 0 0 0,1 2 1 0 0,0 1-1 0 0,0 1 0 0 0,0 2 1 0 0,0 2-1 0 0,61 6 0 0 0,-87-6-19 0 0,0 2-1 0 0,1-1 0 0 0,-1 1 0 0 0,0 0 0 0 0,0 1 0 0 0,0 0 0 0 0,0 0 1 0 0,0 0-1 0 0,-1 1 0 0 0,0 0 0 0 0,10 7 0 0 0,-14-9-1 0 0,-1-1-1 0 0,0 1 1 0 0,1-1-1 0 0,-1 1 1 0 0,0 0-1 0 0,1-1 1 0 0,-1 1 0 0 0,0 0-1 0 0,0 0 1 0 0,-1 0-1 0 0,1 0 1 0 0,0 0-1 0 0,-1 0 1 0 0,1 0 0 0 0,-1 0-1 0 0,1 0 1 0 0,-1 0-1 0 0,0 3 1 0 0,0-2 6 0 0,-1 0 1 0 0,0-1 0 0 0,0 1-1 0 0,0 0 1 0 0,0 0-1 0 0,0-1 1 0 0,-1 1-1 0 0,1-1 1 0 0,-1 1 0 0 0,0-1-1 0 0,0 1 1 0 0,1-1-1 0 0,-1 0 1 0 0,-1 0 0 0 0,1 0-1 0 0,0 0 1 0 0,-3 1-1 0 0,-6 4 41 0 0,0 0-1 0 0,0-1 1 0 0,0-1-1 0 0,-1 0 1 0 0,0 0 0 0 0,-24 5-1 0 0,3-3-14 0 0,-50 6 1 0 0,63-12-290 0 0,0-1 0 0 0,1-1-1 0 0,-1-1 1 0 0,1 0 0 0 0,-1-1 0 0 0,1-1 0 0 0,-25-9 0 0 0,42 12 161 0 0,0 1 1 0 0,1-1 0 0 0,-1 1-1 0 0,0-1 1 0 0,1 0-1 0 0,-1 0 1 0 0,1 0-1 0 0,-1 0 1 0 0,1 0-1 0 0,-1 0 1 0 0,1 0-1 0 0,0 0 1 0 0,0 0 0 0 0,0-1-1 0 0,-1 1 1 0 0,0-2-1 0 0,2 2-33 0 0,0 0 0 0 0,-1 0 0 0 0,1 0 0 0 0,0 0 0 0 0,0 0 0 0 0,0 0-1 0 0,0 0 1 0 0,0 0 0 0 0,0 0 0 0 0,0 0 0 0 0,0 0 0 0 0,0 0 0 0 0,0 0 0 0 0,1 0 0 0 0,-1 0-1 0 0,0 0 1 0 0,1 0 0 0 0,-1 0 0 0 0,2-2 0 0 0,2-3-689 0 0,1-1 1 0 0,0 1-1 0 0,0 0 1 0 0,1 1-1 0 0,10-9 1 0 0,-9 9 335 0 0,23-20-2220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5 1921 0 0,'-1'1'254'0'0,"0"1"0"0"0,0 0-1 0 0,0-1 1 0 0,-1 1 0 0 0,1-1 0 0 0,0 1 0 0 0,-1-1 0 0 0,1 0 0 0 0,-1 0-1 0 0,1 1 1 0 0,-1-1 0 0 0,0 0 0 0 0,1 0 0 0 0,-1-1 0 0 0,0 1 0 0 0,0 0-1 0 0,0 0 1 0 0,1-1 0 0 0,-1 1 0 0 0,0-1 0 0 0,0 0 0 0 0,0 0 0 0 0,0 1-1 0 0,-2-1 1 0 0,-64 7 517 0 0,57-6-285 0 0,-31 3 81 0 0,0 2 0 0 0,1 1 0 0 0,-65 21 0 0 0,101-26-479 0 0,0 0 1 0 0,1 0-1 0 0,-1 1 0 0 0,1-1 1 0 0,0 1-1 0 0,0 0 0 0 0,0 0 0 0 0,0 0 1 0 0,0 0-1 0 0,1 1 0 0 0,-1 0 1 0 0,1-1-1 0 0,0 1 0 0 0,0 0 0 0 0,-3 8 1 0 0,4-9-24 0 0,1 0 0 0 0,0 1 0 0 0,0-1-1 0 0,0 0 1 0 0,0 1 0 0 0,0-1 0 0 0,1 0 0 0 0,0 1 0 0 0,-1-1 0 0 0,1 1 0 0 0,1-1 0 0 0,-1 0 0 0 0,0 1 0 0 0,1-1 0 0 0,0 0 0 0 0,-1 1 0 0 0,1-1 0 0 0,1 0 0 0 0,-1 0-1 0 0,0 1 1 0 0,4 4 0 0 0,8 7 46 0 0,1 0-1 0 0,0-2 0 0 0,0 1 1 0 0,2-2-1 0 0,-1 0 0 0 0,2-1 1 0 0,0 0-1 0 0,0-1 1 0 0,0-1-1 0 0,35 12 0 0 0,-6-8-34 0 0,-1-2 1 0 0,1-1-1 0 0,1-3 0 0 0,0-2 0 0 0,0-1 1 0 0,62-5-1 0 0,-88 0-90 0 0,0 0 0 0 0,0-2 0 0 0,0 0 0 0 0,0-2 0 0 0,21-7 0 0 0,-35 10 6 0 0,1-1 0 0 0,-1 0-1 0 0,0 0 1 0 0,0-1-1 0 0,0 0 1 0 0,0 0-1 0 0,0-1 1 0 0,-1 1 0 0 0,0-1-1 0 0,0-1 1 0 0,0 1-1 0 0,-1-1 1 0 0,0 0-1 0 0,0-1 1 0 0,0 1-1 0 0,3-9 1 0 0,-5 8-25 0 0,0 0 0 0 0,-1 0 0 0 0,-1-1 1 0 0,1 1-1 0 0,-1 0 0 0 0,0-1 0 0 0,-1 0 0 0 0,0 1 0 0 0,0-1 0 0 0,0 1 0 0 0,-1-1 1 0 0,0 1-1 0 0,-1-1 0 0 0,0 1 0 0 0,0 0 0 0 0,0-1 0 0 0,-1 1 0 0 0,0 0 0 0 0,0 1 1 0 0,-1-1-1 0 0,0 0 0 0 0,0 1 0 0 0,-1 0 0 0 0,0 0 0 0 0,0 0 0 0 0,0 1 1 0 0,-12-10-1 0 0,4 4-48 0 0,0 1 0 0 0,-1 1 0 0 0,0 0 0 0 0,-1 1 0 0 0,0 1 0 0 0,0 0 0 0 0,-1 1 0 0 0,1 0 0 0 0,-1 1 0 0 0,0 1 0 0 0,-1 1 0 0 0,1 0 0 0 0,-20 0 0 0 0,15 3-200 0 0,0 0 1 0 0,0 2 0 0 0,-25 5-1 0 0,41-6 104 0 0,-1 1 0 0 0,1 0-1 0 0,0 0 1 0 0,-1 0 0 0 0,1 0-1 0 0,0 1 1 0 0,-8 6-1 0 0,11-8 38 0 0,0 0 0 0 0,0 1-1 0 0,1 0 1 0 0,-1-1-1 0 0,1 1 1 0 0,-1 0-1 0 0,1 0 1 0 0,0 0-1 0 0,0 0 1 0 0,0 0 0 0 0,0 0-1 0 0,0 0 1 0 0,0 1-1 0 0,0-1 1 0 0,1 0-1 0 0,-1 0 1 0 0,1 1 0 0 0,0-1-1 0 0,0 4 1 0 0,-1-5-27 0 0,1 1 1 0 0,1 0 0 0 0,-1 0-1 0 0,0 0 1 0 0,0-1 0 0 0,1 1 0 0 0,-1 0-1 0 0,1-1 1 0 0,-1 1 0 0 0,1 0-1 0 0,0-1 1 0 0,-1 1 0 0 0,1-1-1 0 0,0 1 1 0 0,0-1 0 0 0,0 1 0 0 0,1-1-1 0 0,-1 0 1 0 0,0 1 0 0 0,0-1-1 0 0,1 0 1 0 0,-1 0 0 0 0,1 0 0 0 0,-1 0-1 0 0,1 0 1 0 0,-1 0 0 0 0,1 0-1 0 0,-1-1 1 0 0,4 2 0 0 0,25 6-3196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4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53 960 0 0,'0'-1'532'0'0,"1"-2"35"0"0,-13 1 2897 0 0,-43 6-1768 0 0,-1 2 1 0 0,0 2 0 0 0,1 3 0 0 0,-90 31-1 0 0,131-38-1360 0 0,0 1-1 0 0,1 1 0 0 0,-1 1 1 0 0,1 0-1 0 0,1 0 1 0 0,-15 12-1 0 0,23-16-256 0 0,0 1 1 0 0,0-1-1 0 0,0 1 0 0 0,1-1 1 0 0,-1 1-1 0 0,1 0 0 0 0,0 1 1 0 0,0-1-1 0 0,1 0 0 0 0,0 1 1 0 0,-1-1-1 0 0,1 1 0 0 0,1 0 1 0 0,-1 0-1 0 0,1 0 0 0 0,0 0 1 0 0,0 0-1 0 0,-1 9 1 0 0,3-8-21 0 0,-1-1 1 0 0,1 1 0 0 0,0 0 0 0 0,1-1 0 0 0,-1 1 0 0 0,1-1 0 0 0,0 1 0 0 0,1-1 0 0 0,-1 0 0 0 0,1 0 0 0 0,0 0 0 0 0,0 0-1 0 0,1 0 1 0 0,0-1 0 0 0,-1 0 0 0 0,1 0 0 0 0,6 5 0 0 0,0-1 7 0 0,0 0 0 0 0,1 0 0 0 0,0-1 0 0 0,0-1 0 0 0,0 0 0 0 0,1 0 0 0 0,14 4 0 0 0,40 8 22 0 0,1-3-1 0 0,87 9 1 0 0,-122-20-100 0 0,1-2 1 0 0,-1-1-1 0 0,1-2 0 0 0,-1-1 0 0 0,0-1 0 0 0,0-2 0 0 0,0-1 0 0 0,0-2 0 0 0,-1-1 0 0 0,60-26 0 0 0,-78 28 1 0 0,1 0 1 0 0,-1-1-1 0 0,0 0 0 0 0,-1-1 0 0 0,0-1 0 0 0,0 0 0 0 0,-1-1 0 0 0,12-14 1 0 0,-19 21-51 0 0,0-1 0 0 0,-1 0 0 0 0,1 0 0 0 0,-1 0 0 0 0,-1 0 0 0 0,1-1 0 0 0,-1 1 0 0 0,0-1 0 0 0,0 1 0 0 0,0-1 0 0 0,-1 0 0 0 0,0 0 0 0 0,0 0 0 0 0,0 0 0 0 0,-1 0 1 0 0,0 0-1 0 0,0 0 0 0 0,0 0 0 0 0,-1 0 0 0 0,0 0 0 0 0,0 1 0 0 0,-4-10 0 0 0,1 6-191 0 0,-1 0-1 0 0,0 0 1 0 0,0 1-1 0 0,-1-1 1 0 0,0 1-1 0 0,-1 1 1 0 0,0-1-1 0 0,0 1 1 0 0,-1 0-1 0 0,1 1 1 0 0,-1 0-1 0 0,-1 0 1 0 0,-15-8-1 0 0,3 3-476 0 0,-1 1-1 0 0,0 1 1 0 0,0 1-1 0 0,-43-10 1 0 0,40 13-379 0 0,1 2-1 0 0,-49-1 1 0 0,-72 11-4242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83 1521 0 0,'-1'-1'248'0'0,"0"0"0"0"0,1 0 0 0 0,-1 0 0 0 0,0 0 1 0 0,0 1-1 0 0,0-1 0 0 0,0 0 0 0 0,0 0 0 0 0,0 1 0 0 0,-1-1 1 0 0,1 1-1 0 0,0-1 0 0 0,0 1 0 0 0,0-1 0 0 0,0 1 0 0 0,-1 0 0 0 0,1-1 1 0 0,0 1-1 0 0,0 0 0 0 0,-3 0 0 0 0,4 0 157 0 0,18 2 7619 0 0,5-1-3630 0 0,61-6-2841 0 0,-34 1-184 0 0,75-1 585 0 0,132-10-1160 0 0,-246 13-1760 0 0,-1 0 1 0 0,0-1-1 0 0,1 0 1 0 0,-1-1-1 0 0,0 0 0 0 0,10-6 1 0 0,19-6-8297 0 0,-64 15 1659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6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 80 0 0,'-30'-8'4242'0'0,"0"8"960"0"0,0 8-4321 0 0,30-3-81 0 0,0 1 1201 0 0,0 2-720 0 0,30-8-321 0 0,0 6-160 0 0,31-1 1 0 0,-1 3-161 0 0,0 4-160 0 0,61 1 81 0 0,-6-7-321 0 0,6 7-1761 0 0,-1 6-3841 0 0,-29-7-3122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20 800 0 0,'-11'8'1918'0'0,"0"-1"-1"0"0,-1 0 1 0 0,0 0 0 0 0,0-1-1 0 0,0 0 1 0 0,-1-1-1 0 0,-20 5 1 0 0,33-10-1878 0 0,0 0 1 0 0,0 0-1 0 0,0 0 1 0 0,-1 0 0 0 0,1 0-1 0 0,0 0 1 0 0,0 0-1 0 0,0 0 1 0 0,0 0 0 0 0,0 1-1 0 0,-1-1 1 0 0,1 0-1 0 0,0 0 1 0 0,0 0 0 0 0,0 0-1 0 0,0 0 1 0 0,0 0-1 0 0,-1-1 1 0 0,1 1-1 0 0,0 0 1 0 0,0 0 0 0 0,0 0-1 0 0,0 0 1 0 0,0 0-1 0 0,-1 0 1 0 0,1 0 0 0 0,0 0-1 0 0,0 0 1 0 0,0 0-1 0 0,0 0 1 0 0,0 0-1 0 0,0-1 1 0 0,-1 1 0 0 0,1 0-1 0 0,0 0 1 0 0,0 0-1 0 0,0 0 1 0 0,0 0 0 0 0,0 0-1 0 0,0-1 1 0 0,0 1-1 0 0,0 0 1 0 0,0 0 0 0 0,0 0-1 0 0,0 0 1 0 0,0 0-1 0 0,0-1 1 0 0,0 1-1 0 0,0 0 1 0 0,0 0 0 0 0,0 0-1 0 0,0 0 1 0 0,0-1-1 0 0,0 1 1 0 0,0 0 0 0 0,0 0-1 0 0,0 0 1 0 0,0 0-1 0 0,0 0 1 0 0,0-1 0 0 0,0 1-1 0 0,0 0 1 0 0,0 0 8 0 0,0 0 0 0 0,0-1 1 0 0,1 1-1 0 0,-1 0 0 0 0,0 0 1 0 0,0 0-1 0 0,0-1 1 0 0,0 1-1 0 0,0 0 0 0 0,0 0 1 0 0,0-1-1 0 0,0 1 0 0 0,0 0 1 0 0,0 0-1 0 0,0 0 0 0 0,0-1 1 0 0,0 1-1 0 0,-1 0 1 0 0,1 0-1 0 0,0 0 0 0 0,0-1 1 0 0,0 1-1 0 0,0 0 0 0 0,0 0 1 0 0,0 0-1 0 0,0-1 0 0 0,-1 1 1 0 0,1 0-1 0 0,0 0 0 0 0,0 0 1 0 0,0 0-1 0 0,0 0 1 0 0,-1-1-1 0 0,1 1 0 0 0,0 0 1 0 0,0 0-1 0 0,0 0 0 0 0,-1 0 1 0 0,1 0-1 0 0,0 0 0 0 0,0 0 1 0 0,0 0-1 0 0,-1 0 1 0 0,1 0-1 0 0,0 0 0 0 0,0 0 1 0 0,0 0-1 0 0,-1 0 0 0 0,-15 0 842 0 0,32 0-328 0 0,-11 0-149 0 0,-4-1-328 0 0,-1 0 1 0 0,1 0-1 0 0,-1 0 1 0 0,1 1-1 0 0,0-1 1 0 0,-1 0 0 0 0,1 1-1 0 0,0-1 1 0 0,0 0-1 0 0,0 1 1 0 0,-1-1-1 0 0,1 1 1 0 0,0-1-1 0 0,0 1 1 0 0,0-1-1 0 0,0 1 1 0 0,0 0-1 0 0,0 0 1 0 0,0-1-1 0 0,0 1 1 0 0,1 0-1 0 0,31-6 104 0 0,-24 4 91 0 0,199-31 1256 0 0,-121 28-4861 0 0,-71 4 3273 0 0,-7-2-7272 0 0,-18 2-1241 0 0,-7 1 6307 0 0,-14 5-1598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3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 3121 0 0,'0'0'3442'0'0,"-30"0"880"0"0,30 5 160 0 0,30-5-3682 0 0,30 0 1 0 0,1-5-161 0 0,-1 5-80 0 0,31-6-79 0 0,-31 6-161 0 0,31 0-240 0 0,23 0-2001 0 0,-23 11-4002 0 0,-61-11-1280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185 165 160 0 0,'-2'-1'196'0'0,"1"0"0"0"0,-1 0 0 0 0,1-1 0 0 0,-1 1 0 0 0,1-1 0 0 0,-1 1 0 0 0,1-1 0 0 0,0 1 0 0 0,0-1 0 0 0,0 0 0 0 0,0 1 0 0 0,-1-4 0 0 0,7-11 1700 0 0,-3 13-1644 0 0,0 1 1 0 0,-1 0-1 0 0,0-1 0 0 0,0 1 1 0 0,0-1-1 0 0,0 1 0 0 0,0-1 1 0 0,0 1-1 0 0,0-1 1 0 0,-1 1-1 0 0,0-1 0 0 0,1 0 1 0 0,-1-3-1 0 0,0 4-131 0 0,0 0 0 0 0,1-1 0 0 0,-1 1 0 0 0,1 0-1 0 0,-1 0 1 0 0,1-1 0 0 0,0 1 0 0 0,0 0 0 0 0,0 0 0 0 0,0 0 0 0 0,0 0 0 0 0,1 0 0 0 0,-1 0-1 0 0,1 0 1 0 0,-1 0 0 0 0,1 0 0 0 0,2-1 0 0 0,2-2 58 0 0,-1 1-1 0 0,1 0 1 0 0,0 1 0 0 0,0-1 0 0 0,0 1-1 0 0,8-3 1 0 0,-2 2-42 0 0,0 0 0 0 0,0 1 0 0 0,1 0 0 0 0,-1 1-1 0 0,0 0 1 0 0,1 1 0 0 0,18 1 0 0 0,-15 2-21 0 0,-1 0-1 0 0,29 9 1 0 0,-38-10-70 0 0,-1 1 0 0 0,0 0 1 0 0,0 0-1 0 0,0 0 0 0 0,0 1 0 0 0,0 0 0 0 0,-1 0 0 0 0,1 0 1 0 0,-1 0-1 0 0,1 1 0 0 0,-1 0 0 0 0,4 4 0 0 0,-1 2 121 0 0,-5-6-113 0 0,0-1 0 0 0,0 0 0 0 0,1 0 0 0 0,-1 0 0 0 0,1 0 1 0 0,0 0-1 0 0,0-1 0 0 0,5 5 0 0 0,-3-2 50 0 0,1 0 0 0 0,-2 1 0 0 0,1-1 0 0 0,-1 1 0 0 0,0 0 0 0 0,0 0 0 0 0,0 1 0 0 0,3 9 0 0 0,6 7 134 0 0,-13-22-224 0 0,0 0 0 0 0,1 0 0 0 0,-1 1 0 0 0,0-1 0 0 0,1 0 0 0 0,-1 0 0 0 0,0 0 0 0 0,0 0 0 0 0,0 0 0 0 0,0 0 0 0 0,0 1 0 0 0,0-1 0 0 0,0 0 0 0 0,-1 0 1 0 0,1 0-1 0 0,0 0 0 0 0,0 0 0 0 0,-1 0 0 0 0,1 0 0 0 0,-1 0 0 0 0,1 0 0 0 0,-1 0 0 0 0,0 0 0 0 0,1 0 0 0 0,-1 0 0 0 0,0 0 0 0 0,1 0 0 0 0,-1-1 0 0 0,0 1 0 0 0,0 0 0 0 0,0 0 0 0 0,0-1 1 0 0,0 1-1 0 0,0-1 0 0 0,0 1 0 0 0,0-1 0 0 0,-2 2 0 0 0,-6 4 119 0 0,2 1 1 0 0,-1 0 1 0 0,1 1 0 0 0,1 0 0 0 0,-1 0-1 0 0,1 0 1 0 0,1 1 0 0 0,0 0 0 0 0,0 0-1 0 0,-4 11 1 0 0,5-14-72 0 0,0 0 1 0 0,-1-1-1 0 0,1 0 1 0 0,-1 0-1 0 0,0 0 0 0 0,0 0 1 0 0,-1-1-1 0 0,1 0 1 0 0,-12 6-1 0 0,-4 4 117 0 0,1 2 96 0 0,-1 0 1 0 0,-1-2 0 0 0,0 0 0 0 0,-1-1 0 0 0,0-2-1 0 0,-1 0 1 0 0,-37 10 0 0 0,26-9 36 0 0,16-5-176 0 0,0-1 0 0 0,0 0-1 0 0,-1-2 1 0 0,0 0 0 0 0,-29 2 0 0 0,22-12-148 0 0,20-5-35 0 0,16-6-57 0 0,7-4 8 0 0,-11 14 58 0 0,0 1-1 0 0,0 0 0 0 0,0 0 1 0 0,1 0-1 0 0,7-6 1 0 0,11-13-69 0 0,-22 23 84 0 0,0-1-1 0 0,0 0 0 0 0,0 1 1 0 0,0-1-1 0 0,1 1 0 0 0,-1 0 1 0 0,1 0-1 0 0,-1 0 0 0 0,1 0 1 0 0,0 0-1 0 0,0 1 0 0 0,5-3 0 0 0,-2 2 7 0 0,0 0-1 0 0,1 0 0 0 0,0 0 0 0 0,0 1 0 0 0,-1 0 1 0 0,1 1-1 0 0,0-1 0 0 0,0 1 0 0 0,0 1 0 0 0,-1-1 0 0 0,1 1 1 0 0,7 2-1 0 0,-3 1 71 0 0,-1 1 0 0 0,0 0 0 0 0,0 0 0 0 0,0 1 0 0 0,-1 0 0 0 0,0 1 0 0 0,14 12 0 0 0,188 183 1160 0 0,-209-200-1218 0 0,-1 0-1 0 0,1 0 1 0 0,0-1 0 0 0,0 1 0 0 0,0-1-1 0 0,0 0 1 0 0,0 1 0 0 0,0-1 0 0 0,1 0-1 0 0,-1 0 1 0 0,0 0 0 0 0,4 0 0 0 0,-2 0-509 0 0,-1-1 0 0 0,0 0 0 0 0,0 0 0 0 0,1 0 0 0 0,-1 0 0 0 0,0-1 0 0 0,0 1 0 0 0,1-1 0 0 0,-1 0 1 0 0,0 0-1 0 0,0 0 0 0 0,0 0 0 0 0,5-3 0 0 0,-2 0-603 0 0,0 1-1 0 0,-1-1 1 0 0,1 0 0 0 0,-1-1-1 0 0,0 1 1 0 0,0-1 0 0 0,-1 0-1 0 0,1 0 1 0 0,-1-1 0 0 0,6-9-1 0 0,-5-15-1444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5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2081 0 0,'30'0'2881'0'0,"-60"0"-79"0"0,30 11-1 0 0,0 9 240 0 0,-30 32 401 0 0,0 3-1281 0 0,30-9-1761 0 0,0-21-480 0 0,0 0-240 0 0,30-11-1521 0 0,0-3-3281 0 0,0-16-3362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6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26 204 2561 0 0,'-4'-2'5101'0'0,"-9"0"-3617"0"0,5-1 3070 0 0,28-4-4001 0 0,0-1 0 0 0,-1-1 0 0 0,1-1 0 0 0,-2-1 1 0 0,0-1-1 0 0,20-15 0 0 0,15-9-277 0 0,-11-2-99 0 0,-37 33-143 0 0,-1 0 0 0 0,1 0 0 0 0,0 0-1 0 0,1 1 1 0 0,-1 0 0 0 0,8-5 0 0 0,-8 7 366 0 0,-10 13 267 0 0,-1-4-540 0 0,1 1 0 0 0,0-1 1 0 0,0 1-1 0 0,0 0 0 0 0,1 1 0 0 0,0-1 0 0 0,0 1 1 0 0,1 0-1 0 0,1 0 0 0 0,-1 0 0 0 0,1 0 1 0 0,-1 19-1 0 0,-6 22 273 0 0,-1-11-191 0 0,6-26-157 0 0,1-1-1 0 0,0 0 1 0 0,1 1-1 0 0,-1 22 1 0 0,2-19-4 0 0,0-1-1 0 0,-2 1 1 0 0,1-1 0 0 0,-6 16-1 0 0,3-16 12 0 0,2 0 0 0 0,0 0 0 0 0,1 0 0 0 0,0 16 1 0 0,2 76-19 0 0,0-37-3884 0 0,5-37-2133 0 0,20-2-2308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1040 0 0,'0'-6'2322'0'0,"31"6"1599"0"0,-31 6-2400 0 0,60 33 320 0 0,0 32 80 0 0,1-21-1041 0 0,-31-18-640 0 0,0-7-160 0 0,0-5-160 0 0,0-9-160 0 0,-30-3-800 0 0,0 3-481 0 0,31-3-240 0 0,-31-2-480 0 0,-31 0-1280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7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31 185 320 0 0,'0'0'4482'0'0,"0"-6"-1280"0"0,0 0-881 0 0,-30-1-1761 0 0,30 1-80 0 0,30-7 0 0 0,-30-7 81 0 0,30 9-1 0 0,30-14-160 0 0,-29 6-160 0 0,29-1-480 0 0,0 1-800 0 0,-30 6-1281 0 0,31-1-721 0 0,-31 8-159 0 0,0 6 399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8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27 1281 0 0,'-85'41'5309'0'0,"80"-38"-4482"0"0,5-3-799 0 0,0-1 0 0 0,0 0 1 0 0,0 1-1 0 0,0-1 1 0 0,0 0-1 0 0,0 1 0 0 0,0-1 1 0 0,0 0-1 0 0,0 1 0 0 0,0-1 1 0 0,0 0-1 0 0,0 1 0 0 0,0-1 1 0 0,-1 0-1 0 0,1 1 0 0 0,0-1 1 0 0,0 0-1 0 0,-1 1 1 0 0,1-1-1 0 0,-1 1 0 0 0,1-1 1 0 0,0 1-1 0 0,-1-1 0 0 0,1 1 1 0 0,-1-1-1 0 0,1 1 0 0 0,-1-1 1 0 0,1 1-1 0 0,-1-1 0 0 0,0 1 1 0 0,1 0-1 0 0,-1-1 1 0 0,1 1-1 0 0,-1 0 0 0 0,0 0 1 0 0,1 0-1 0 0,-1-1 0 0 0,0 1 1 0 0,1 0-1 0 0,-1 0 0 0 0,0 0 1 0 0,0 0-1 0 0,1 0 1 0 0,-1 0-1 0 0,0 0 0 0 0,1 0 1 0 0,-1 0-1 0 0,0 1 0 0 0,-4-1 63 0 0,0 0 1003 0 0,0 0-747 0 0,-16 0 13 0 0,21-1-324 0 0,-1 1 0 0 0,1-1 0 0 0,-1 0 0 0 0,0 0-1 0 0,1 0 1 0 0,0 0 0 0 0,-1 0 0 0 0,1 0 0 0 0,-1 0 0 0 0,1 0 0 0 0,0 0-1 0 0,0 1 1 0 0,0-1 0 0 0,0 0 0 0 0,-1 0 0 0 0,1 0 0 0 0,1 0 0 0 0,-1 0-1 0 0,0 0 1 0 0,0 0 0 0 0,0 0 0 0 0,0 0 0 0 0,1 0 0 0 0,-1 0-1 0 0,0 0 1 0 0,1 0 0 0 0,-1 0 0 0 0,1 0 0 0 0,-1 0 0 0 0,1 0 0 0 0,0-1-1 0 0,2 2 8 0 0,-2 0-34 0 0,1 0-1 0 0,-1 0 1 0 0,0 0-1 0 0,0-1 0 0 0,0 1 1 0 0,-1 0-1 0 0,1 0 1 0 0,0 0-1 0 0,0-1 1 0 0,0 1-1 0 0,0-1 0 0 0,0 1 1 0 0,0-1-1 0 0,0 1 1 0 0,0-1-1 0 0,-1 1 1 0 0,1-1-1 0 0,0 0 0 0 0,0 1 1 0 0,-1-1-1 0 0,1 0 1 0 0,0 0-1 0 0,-1 0 0 0 0,2-1 1 0 0,-1 1 14 0 0,1 0 1 0 0,0 0-1 0 0,-1 0 1 0 0,1 1 0 0 0,0-1-1 0 0,0 0 1 0 0,0 1-1 0 0,-1-1 1 0 0,1 1-1 0 0,0 0 1 0 0,0-1-1 0 0,0 1 1 0 0,0 0-1 0 0,0 0 1 0 0,0 0 0 0 0,4 1-1 0 0,0 0 19 0 0,-5-1-36 0 0,0 0 1 0 0,0 0-1 0 0,0 0 0 0 0,-1 0 1 0 0,1 0-1 0 0,0 0 0 0 0,0 0 1 0 0,0 0-1 0 0,-1 1 0 0 0,1-1 1 0 0,0 0-1 0 0,0 1 0 0 0,-1-1 1 0 0,1 0-1 0 0,0 1 0 0 0,-1-1 1 0 0,1 1-1 0 0,-1-1 0 0 0,1 1 1 0 0,0 0-1 0 0,-1-1 0 0 0,1 1 1 0 0,-1-1-1 0 0,1 1 0 0 0,-1 0 1 0 0,0-1-1 0 0,1 1 0 0 0,-1 0 1 0 0,0 0-1 0 0,1-1 0 0 0,-1 1 1 0 0,0 0-1 0 0,0 0 0 0 0,0 0 1 0 0,0-1-1 0 0,1 1 1 0 0,-1 0-1 0 0,0 0 0 0 0,0 0 1 0 0,-1-1-1 0 0,1 1 0 0 0,0 0 1 0 0,0 0-1 0 0,0 0 0 0 0,-1 1 1 0 0,0 14 115 0 0,-1 0 1 0 0,-1 0 0 0 0,-7 24 0 0 0,1-4 39 0 0,2-4-53 0 0,4-13-83 0 0,-1-1 0 0 0,-1-1 0 0 0,-11 28 1 0 0,-1-10 6 0 0,5-9 10 0 0,-15 42 1 0 0,17-23-231 0 0,3-32-89 0 0,0 3-684 0 0,8-15 889 0 0,-1-1 0 0 0,1 0 0 0 0,-1 1 0 0 0,0-1 0 0 0,1 0 0 0 0,0 1 0 0 0,-1-1 0 0 0,1 0 0 0 0,-1 1 0 0 0,1-1 0 0 0,-1 0 0 0 0,1 0 0 0 0,-1 0 0 0 0,1 1 0 0 0,0-1 0 0 0,-1 0 0 0 0,1 0 0 0 0,0 0 0 0 0,-1 0 0 0 0,1 0 0 0 0,-1 0 0 0 0,1 0 0 0 0,0 0 0 0 0,-1-1 0 0 0,1 1 0 0 0,-1 0 0 0 0,1 0 0 0 0,0 0 0 0 0,-1-1 0 0 0,1 1 0 0 0,0-1 0 0 0,29-14-4131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1:5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207 138 160 0 0,'1'1'133'0'0,"-1"-1"0"0"0,0 0 0 0 0,0 1 0 0 0,0-1 0 0 0,0 0 0 0 0,0 1 1 0 0,0-1-1 0 0,1 0 0 0 0,-1 1 0 0 0,0-1 0 0 0,0 1 0 0 0,0-1 0 0 0,0 0 0 0 0,0 1 0 0 0,0-1 0 0 0,-1 1 0 0 0,1-1 0 0 0,0 0 0 0 0,0 1 0 0 0,0-1 0 0 0,0 0 0 0 0,0 1 0 0 0,-1-1 1 0 0,1 0-1 0 0,0 1 0 0 0,0-1 0 0 0,0 0 0 0 0,-1 1 0 0 0,1-1 0 0 0,0 0 0 0 0,0 1 0 0 0,-1-1 0 0 0,1 0 0 0 0,0 0 0 0 0,-1 0 0 0 0,1 1 0 0 0,0-1 0 0 0,-1 0 0 0 0,0 0 1 0 0,-164 75 5588 0 0,163-75-5682 0 0,0 1 0 0 0,0 0 0 0 0,0 0 0 0 0,0 1 0 0 0,0-1 0 0 0,0 0 0 0 0,0 0 0 0 0,0 1 0 0 0,0 0 0 0 0,1-1 0 0 0,-1 1 0 0 0,0 0 0 0 0,1 0 0 0 0,0-1 0 0 0,-1 1 1 0 0,1 0-1 0 0,0 1 0 0 0,0-1 0 0 0,0 0 0 0 0,0 0 0 0 0,1 0 0 0 0,-1 1 0 0 0,0-1 0 0 0,1 0 0 0 0,0 0 0 0 0,-1 1 0 0 0,1-1 0 0 0,0 1 0 0 0,0-1 0 0 0,1 0 0 0 0,-1 1 0 0 0,1 2 0 0 0,-1 9 173 0 0,1-12-200 0 0,0 1 0 0 0,1 0 0 0 0,-1-1 0 0 0,0 1-1 0 0,1-1 1 0 0,0 0 0 0 0,-1 0 0 0 0,1 0 0 0 0,0 1 0 0 0,0-1-1 0 0,0-1 1 0 0,1 1 0 0 0,-1 0 0 0 0,0-1 0 0 0,1 1 0 0 0,-1-1-1 0 0,5 2 1 0 0,50 21 130 0 0,-34-19-130 0 0,0 0 1 0 0,0-2 0 0 0,0-1-1 0 0,1-1 1 0 0,45-4-1 0 0,-56 1-32 0 0,0 0-1 0 0,0-1 1 0 0,-1 0-1 0 0,1-1 0 0 0,-1-1 1 0 0,1 0-1 0 0,-1 0 0 0 0,-1-1 1 0 0,1-1-1 0 0,-1 0 1 0 0,0 0-1 0 0,15-15 0 0 0,-8 5-73 0 0,0-1 0 0 0,-1 0-1 0 0,-1-2 1 0 0,0 0-1 0 0,-2 0 1 0 0,23-44 0 0 0,-36 62 90 0 0,0-1 1 0 0,0 0-1 0 0,0-1 1 0 0,0 1-1 0 0,0 0 1 0 0,-1 0-1 0 0,1 0 1 0 0,-1 0-1 0 0,0 0 0 0 0,0-1 1 0 0,0 1-1 0 0,-1 0 1 0 0,1 0-1 0 0,-1 0 1 0 0,1 0-1 0 0,-1-1 1 0 0,0 1-1 0 0,0 0 1 0 0,-1 0-1 0 0,1 1 1 0 0,0-1-1 0 0,-1 0 1 0 0,0 0-1 0 0,0 1 1 0 0,0-1-1 0 0,0 1 1 0 0,0-1-1 0 0,0 1 1 0 0,-1 0-1 0 0,1 0 1 0 0,-1 0-1 0 0,-4-2 1 0 0,-1-1 14 0 0,-1 1 0 0 0,1 0 1 0 0,-1 1-1 0 0,0 0 1 0 0,0 0-1 0 0,0 1 0 0 0,0 0 1 0 0,-1 1-1 0 0,1 0 1 0 0,-12 0-1 0 0,15 2-235 0 0,0 0 0 0 0,1 0 0 0 0,-1 0 1 0 0,1 0-1 0 0,-1 1 0 0 0,1 0 0 0 0,0 0 0 0 0,-1 0 0 0 0,1 1 1 0 0,0 0-1 0 0,0 0 0 0 0,1 0 0 0 0,-1 1 0 0 0,1-1 0 0 0,-1 1 0 0 0,-3 4 1 0 0,-22 29-4567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0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76 1040 0 0,'-3'9'4895'0'0,"-9"-8"-3406"0"0,-4-3-1310 0 0,17 0 81 0 0,-2 2-245 0 0,1 0 0 0 0,0-1 0 0 0,0 1 0 0 0,0 0 0 0 0,0 0 0 0 0,0 0 0 0 0,0-1 0 0 0,0 1 0 0 0,0 0 0 0 0,0 0 0 0 0,0 0 0 0 0,0-1 0 0 0,0 1 0 0 0,0 0 0 0 0,0 0 0 0 0,0 0 0 0 0,0-1 0 0 0,0 1 0 0 0,0 0 0 0 0,0 0 0 0 0,0 0 0 0 0,0 0 0 0 0,0-1 0 0 0,0 1 0 0 0,1 0 0 0 0,-1 0 0 0 0,0 0 0 0 0,0 0 0 0 0,0-1 0 0 0,0 1 0 0 0,0 0 0 0 0,1 0 0 0 0,-1 0 0 0 0,0 0 0 0 0,0 0 1 0 0,0 0-1 0 0,0-1 0 0 0,1 1 0 0 0,-1 0 0 0 0,0 0 0 0 0,0 0 0 0 0,0 0 0 0 0,0 0 0 0 0,1 0 0 0 0,-1 0 0 0 0,0 0 0 0 0,0 0 0 0 0,0 0 0 0 0,1 0 0 0 0,-1 0 0 0 0,0 0 0 0 0,26-5 1666 0 0,-25 4-1554 0 0,-7-3-94 0 0,-28 1 489 0 0,0 2 0 0 0,-40 3 0 0 0,15-1 473 0 0,44 0-637 0 0,-1 0 1 0 0,-29 7-1 0 0,30-5 324 0 0,0 0 0 0 0,-30 1 0 0 0,40 22 105 0 0,-1-20-762 0 0,4-5-14 0 0,1 1 1 0 0,-1-1-1 0 0,1 1 1 0 0,-1 0-1 0 0,1-1 1 0 0,0 1-1 0 0,0 0 1 0 0,-1 0-1 0 0,1 0 0 0 0,0 0 1 0 0,1 0-1 0 0,-1 0 1 0 0,0 0-1 0 0,1 0 1 0 0,-1 0-1 0 0,1 0 1 0 0,-1 0-1 0 0,1 1 0 0 0,0 3 1 0 0,0-5-9 0 0,0 0 1 0 0,0 0-1 0 0,0 0 1 0 0,0 0-1 0 0,0 0 0 0 0,-1 0 1 0 0,1 0-1 0 0,0 0 1 0 0,-1 0-1 0 0,1 0 0 0 0,-1 0 1 0 0,1 0-1 0 0,-1 0 1 0 0,1 0-1 0 0,-1 0 1 0 0,0 0-1 0 0,1 0 0 0 0,-1 0 1 0 0,0-1-1 0 0,0 1 1 0 0,1 0-1 0 0,-3 0 0 0 0,3 0-3 0 0,-1-1-1 0 0,1 1 1 0 0,-1-1-1 0 0,1 0 1 0 0,-1 1-1 0 0,0-1 1 0 0,1 1-1 0 0,0-1 1 0 0,-1 1-1 0 0,1-1 1 0 0,-1 1-1 0 0,1 0 0 0 0,0-1 1 0 0,-1 1-1 0 0,1 0 1 0 0,0-1-1 0 0,0 1 1 0 0,0 0-1 0 0,-1-1 1 0 0,1 1-1 0 0,0 1 1 0 0,3 6-23 0 0,0 1 1 0 0,1-1 0 0 0,0 0-1 0 0,1 0 1 0 0,0 0 0 0 0,10 13 0 0 0,-9-12 18 0 0,1 2-19 0 0,-6-10 19 0 0,0 1 0 0 0,0-1 0 0 0,-1 0 0 0 0,1 1 0 0 0,0-1 0 0 0,1 0-1 0 0,-1 0 1 0 0,0 1 0 0 0,0-1 0 0 0,0 0 0 0 0,1 0 0 0 0,-1 0 0 0 0,1-1 0 0 0,-1 1 0 0 0,0 0 0 0 0,1 0 0 0 0,-1-1 0 0 0,1 1 0 0 0,0-1 0 0 0,-1 0 0 0 0,1 1 0 0 0,-1-1 0 0 0,4 0-1 0 0,27 6-77 0 0,2-2-1 0 0,-1-1 0 0 0,0-2 1 0 0,35-3-1 0 0,-55 0-42 0 0,0 0 0 0 0,-1-1 1 0 0,1 0-1 0 0,-1-1 0 0 0,0 0 0 0 0,16-9 1 0 0,-22 10 80 0 0,-1 1 1 0 0,1-2 0 0 0,-1 1 0 0 0,0-1 0 0 0,0 1 0 0 0,0-1-1 0 0,0-1 1 0 0,-1 1 0 0 0,1-1 0 0 0,-1 0 0 0 0,-1 1 0 0 0,1-2 0 0 0,0 1-1 0 0,3-9 1 0 0,-5 5 6 0 0,0 0 0 0 0,-1 0 0 0 0,0 0-1 0 0,0 0 1 0 0,-1 0 0 0 0,-1-17 0 0 0,0 2-10 0 0,1 21 48 0 0,1 0 0 0 0,-1 0 0 0 0,0 0 0 0 0,0 0 0 0 0,0 1 0 0 0,-1-1 0 0 0,1 0 0 0 0,-1 0 0 0 0,1 1 0 0 0,-1-1 0 0 0,0 0 0 0 0,0 0 0 0 0,0 1 0 0 0,-1-1 0 0 0,1 1-1 0 0,0-1 1 0 0,-1 1 0 0 0,0 0 0 0 0,0 0 0 0 0,1 0 0 0 0,-1 0 0 0 0,0 0 0 0 0,-1 0 0 0 0,1 0 0 0 0,0 0 0 0 0,0 1 0 0 0,-1-1 0 0 0,1 1 0 0 0,-1 0 0 0 0,0 0 0 0 0,-2-1 0 0 0,-36-23 22 0 0,40 21-21 0 0,-3-2-2 0 0,-21 4-16 0 0,24 2-12 0 0,0 0-1 0 0,-1-1 1 0 0,1 1-1 0 0,0 0 1 0 0,-1 0-1 0 0,1 1 1 0 0,0-1-1 0 0,-1 0 1 0 0,1 0-1 0 0,0 0 1 0 0,0 1-1 0 0,-1-1 1 0 0,1 1-1 0 0,0-1 1 0 0,0 1-1 0 0,0 0 1 0 0,-1-1-1 0 0,1 1 1 0 0,-1 1-1 0 0,2-1-43 0 0,0-1 1 0 0,0 1-1 0 0,-1 0 0 0 0,1 0 0 0 0,0-1 1 0 0,1 1-1 0 0,-1 0 0 0 0,0-1 0 0 0,0 1 1 0 0,0 0-1 0 0,0-1 0 0 0,1 1 0 0 0,-1 0 1 0 0,0-1-1 0 0,0 1 0 0 0,1-1 0 0 0,-1 1 1 0 0,0 0-1 0 0,1-1 0 0 0,-1 1 0 0 0,1-1 1 0 0,-1 1-1 0 0,1-1 0 0 0,-1 1 0 0 0,1-1 1 0 0,44 32-4737 0 0,-9-19 1500 0 0,19-6 187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0 1040 0 0,'0'0'4523'0'0,"1"2"-2831"0"0,-7 1-1357 0 0,-59 9 1759 0 0,-197 47 2722 0 0,250-54-4561 0 0,0 1 0 0 0,1 0 0 0 0,-1 0 0 0 0,1 1 0 0 0,1 0 0 0 0,-1 1-1 0 0,1 1 1 0 0,-17 18 0 0 0,27-26-238 0 0,-1 1 0 0 0,1-1-1 0 0,0 1 1 0 0,-1 0-1 0 0,1-1 1 0 0,0 1 0 0 0,0 0-1 0 0,0-1 1 0 0,0 1-1 0 0,0 0 1 0 0,1-1 0 0 0,-1 1-1 0 0,0-1 1 0 0,1 1 0 0 0,-1 0-1 0 0,1-1 1 0 0,0 1-1 0 0,-1-1 1 0 0,1 1 0 0 0,0-1-1 0 0,0 0 1 0 0,0 1-1 0 0,0-1 1 0 0,0 0 0 0 0,0 0-1 0 0,1 1 1 0 0,1 0-1 0 0,3 6 40 0 0,-2-3-36 0 0,-1-1 1 0 0,1 0 0 0 0,-1 0-1 0 0,1 0 1 0 0,0-1 0 0 0,1 1-1 0 0,-1-1 1 0 0,1 0-1 0 0,-1 0 1 0 0,1-1 0 0 0,0 1-1 0 0,0-1 1 0 0,0 0 0 0 0,0-1-1 0 0,1 1 1 0 0,-1-1 0 0 0,7 1-1 0 0,15 3-59 0 0,53 1 0 0 0,-68-5 26 0 0,-5 0-32 0 0,1 0 0 0 0,0 0 0 0 0,0-1 0 0 0,0 0 0 0 0,0-1 0 0 0,0 0 0 0 0,-1 0 1 0 0,1-1-1 0 0,0 0 0 0 0,-1 0 0 0 0,1 0 0 0 0,8-5 0 0 0,5-2-172 0 0,-17 6 173 0 0,0 1-1 0 0,0-1 1 0 0,0 0-1 0 0,0 0 1 0 0,-1 0-1 0 0,1 0 0 0 0,-1-1 1 0 0,0 0-1 0 0,0 1 1 0 0,-1-1-1 0 0,5-7 1 0 0,-6 9 26 0 0,1-1 0 0 0,0 0 0 0 0,-1 0 1 0 0,1-1-1 0 0,-1 1 0 0 0,0 0 1 0 0,0 0-1 0 0,0-1 0 0 0,-1 1 0 0 0,1 0 1 0 0,-1-1-1 0 0,0 1 0 0 0,0 0 1 0 0,0-1-1 0 0,0 1 0 0 0,-1-1 0 0 0,0-4 1 0 0,-27-31-84 0 0,5 9 42 0 0,20 24 61 0 0,0-1 1 0 0,-1 1-1 0 0,0 0 0 0 0,0 0 1 0 0,-1 0-1 0 0,-8-8 1 0 0,11 12-69 0 0,0 1-1 0 0,0-1 1 0 0,-1 1 0 0 0,1 0 0 0 0,0 0 0 0 0,-1-1-1 0 0,1 1 1 0 0,-1 1 0 0 0,1-1 0 0 0,-1 0-1 0 0,0 1 1 0 0,1-1 0 0 0,-1 1 0 0 0,0 0-1 0 0,1 0 1 0 0,-1 0 0 0 0,0 0 0 0 0,1 0 0 0 0,-5 2-1 0 0,37 28-5709 0 0,0-22 2468 0 0,26 3-80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46 1441 0 0,'0'-2'261'0'0,"0"0"0"0"0,0 1 0 0 0,0-1 0 0 0,0 0 0 0 0,0 1 0 0 0,0-1 0 0 0,-1 0 0 0 0,1 1 0 0 0,0-1 0 0 0,-1 1 1 0 0,0-1-1 0 0,1 1 0 0 0,-1-1 0 0 0,0 1 0 0 0,0-1 0 0 0,1 1 0 0 0,-1 0 0 0 0,0-1 0 0 0,0 1 0 0 0,-1 0 0 0 0,1 0 0 0 0,0-1 0 0 0,0 1 1 0 0,-1 0-1 0 0,1 1 0 0 0,0-1 0 0 0,-1 0 0 0 0,-1-1 0 0 0,-2 1-80 0 0,-1 0 0 0 0,1 0 0 0 0,-1 0 0 0 0,1 1 0 0 0,-1-1 0 0 0,-9 2 1 0 0,0-1 250 0 0,-15 1 214 0 0,-1 2 0 0 0,0 0 0 0 0,1 2 0 0 0,0 2 0 0 0,0 0 0 0 0,-29 13 0 0 0,49-17-438 0 0,0 2 0 0 0,1 0 1 0 0,0 0-1 0 0,0 0 0 0 0,0 1 1 0 0,1 1-1 0 0,0-1 0 0 0,0 2 1 0 0,0-1-1 0 0,-11 15 0 0 0,17-19-174 0 0,0-1-1 0 0,0 1 1 0 0,0-1 0 0 0,0 1-1 0 0,1 0 1 0 0,-1 0-1 0 0,1 0 1 0 0,0 0 0 0 0,0 0-1 0 0,0 0 1 0 0,0 0-1 0 0,1 0 1 0 0,-1 1 0 0 0,1-1-1 0 0,0 0 1 0 0,0 0-1 0 0,0 0 1 0 0,0 1 0 0 0,0-1-1 0 0,1 0 1 0 0,-1 0-1 0 0,1 0 1 0 0,0 1 0 0 0,0-1-1 0 0,0 0 1 0 0,1 0 0 0 0,-1-1-1 0 0,1 1 1 0 0,-1 0-1 0 0,1 0 1 0 0,0-1 0 0 0,0 1-1 0 0,0-1 1 0 0,1 1-1 0 0,-1-1 1 0 0,4 3 0 0 0,4 2-23 0 0,0 1 1 0 0,1-2-1 0 0,0 0 1 0 0,0 0-1 0 0,0-1 1 0 0,1 0-1 0 0,0-1 1 0 0,0 0 0 0 0,0-1-1 0 0,0 0 1 0 0,24 1-1 0 0,-15-3-23 0 0,0 0 0 0 0,0-2 0 0 0,0-1-1 0 0,0 0 1 0 0,0-2 0 0 0,20-6 0 0 0,-37 10 20 0 0,-1-1-1 0 0,0 1 1 0 0,0-1-1 0 0,0 0 1 0 0,0-1 0 0 0,0 1-1 0 0,0 0 1 0 0,0-1 0 0 0,0 0-1 0 0,0 1 1 0 0,0-1-1 0 0,-1 0 1 0 0,1-1 0 0 0,-1 1-1 0 0,0 0 1 0 0,1-1 0 0 0,-1 1-1 0 0,0-1 1 0 0,-1 0 0 0 0,1 1-1 0 0,0-1 1 0 0,-1 0-1 0 0,1 0 1 0 0,1-6 0 0 0,4-6 41 0 0,0 1 15 0 0,-5 12-50 0 0,0-1 1 0 0,0 1-1 0 0,0-1 0 0 0,0 0 1 0 0,-1 1-1 0 0,1-1 0 0 0,-1 0 1 0 0,0 0-1 0 0,0 0 1 0 0,0 0-1 0 0,0 0 0 0 0,0 0 1 0 0,-1 0-1 0 0,0 0 0 0 0,1-1 1 0 0,-1 1-1 0 0,0 0 0 0 0,0 0 1 0 0,-1 0-1 0 0,1 0 0 0 0,-1 0 1 0 0,0 0-1 0 0,1-1 1 0 0,-1 1-1 0 0,-1 1 0 0 0,1-1 1 0 0,0 0-1 0 0,-3-4 0 0 0,-3-1 11 0 0,-1 1-1 0 0,0 1 0 0 0,0-1 0 0 0,0 2 1 0 0,-1-1-1 0 0,0 1 0 0 0,0 0 1 0 0,0 1-1 0 0,0 0 0 0 0,-1 0 0 0 0,0 1 1 0 0,-18-4-1 0 0,15 5-515 0 0,0 0 1 0 0,0 1-1 0 0,0 0 0 0 0,0 1 0 0 0,0 1 1 0 0,-1 0-1 0 0,1 1 0 0 0,0 0 0 0 0,1 1 1 0 0,-18 5-1 0 0,-30 20-5405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4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39 1121 0 0,'0'0'1627'0'0,"-5"0"-280"0"0,-6 1-872 0 0,-1-2 1217 0 0,10-11 2371 0 0,-2 10-3983 0 0,-16 0 47 0 0,20-3-64 0 0,0 5-60 0 0,-1 0 0 0 0,1 0 0 0 0,0 0 0 0 0,0 0 0 0 0,0 0 0 0 0,0 1 0 0 0,0-1 0 0 0,0 0 0 0 0,-1 0 0 0 0,1 0 0 0 0,0 0-1 0 0,0 0 1 0 0,0 0 0 0 0,0 0 0 0 0,0 0 0 0 0,0 0 0 0 0,-1 0 0 0 0,1 0 0 0 0,0 0 0 0 0,0 0 0 0 0,0 0 0 0 0,0 0 0 0 0,0 0 0 0 0,-1 0 0 0 0,1 0-1 0 0,0 0 1 0 0,0 0 0 0 0,0 0 0 0 0,0 0 0 0 0,0-1 0 0 0,0 1 0 0 0,-1 0 0 0 0,1 0 0 0 0,0 0 0 0 0,0 0 0 0 0,0 0 0 0 0,0 0 0 0 0,0 0 0 0 0,0 0-1 0 0,0-1 1 0 0,0 1 0 0 0,0 0 0 0 0,0 0 0 0 0,-1 0 0 0 0,1 0 0 0 0,0 0 0 0 0,0 0 0 0 0,0-1 0 0 0,0 1 0 0 0,0 0 0 0 0,0 0 0 0 0,0 0 0 0 0,0 0-1 0 0,0 0 1 0 0,0 0 0 0 0,0-1 0 0 0,0 1 0 0 0,0 0 0 0 0,0 0 0 0 0,0 0 0 0 0,0 0 0 0 0,0 0 0 0 0,0-1 0 0 0,1 1 0 0 0,-1 0 0 0 0,0 0 0 0 0,-1 0 36 0 0,0 0 0 0 0,0-1 0 0 0,0 1 0 0 0,0 0 0 0 0,0 0 0 0 0,0 0 0 0 0,0 0 0 0 0,0 1 0 0 0,0-1 1 0 0,0 0-1 0 0,0 0 0 0 0,0 1 0 0 0,0-1 0 0 0,0 0 0 0 0,0 1 0 0 0,1-1 0 0 0,-1 1 0 0 0,0-1 0 0 0,0 1 1 0 0,0-1-1 0 0,1 1 0 0 0,-1 0 0 0 0,0-1 0 0 0,1 1 0 0 0,-1 0 0 0 0,0 0 0 0 0,1 0 0 0 0,-1 0 0 0 0,6-1 122 0 0,220-5 1919 0 0,-165-1-1666 0 0,-55 6-187 0 0,1 0-147 0 0,14 0-54 0 0,-15 0-306 0 0,-17-2-6683 0 0,1-2 5685 0 0,9 3 609 0 0,-4-6-2493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 0 0,'0'0'7764'0'0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45 800 0 0,'-5'0'1548'0'0,"-9"0"-664"0"0,3 0 2434 0 0,-7 0-2237 0 0,36 0-802 0 0,-18 0-274 0 0,0 0 0 0 0,0 0 0 0 0,0 0-1 0 0,0 0 1 0 0,0 0 0 0 0,1 0 0 0 0,-1-1 0 0 0,0 1-1 0 0,0 0 1 0 0,0 0 0 0 0,0 0 0 0 0,0 0 0 0 0,0 0-1 0 0,0 0 1 0 0,0 0 0 0 0,0 0 0 0 0,0 0 0 0 0,0 0-1 0 0,0-1 1 0 0,0 1 0 0 0,0 0 0 0 0,0 0 0 0 0,0 0-1 0 0,0 0 1 0 0,0 0 0 0 0,0 0 0 0 0,0 0 0 0 0,0-1-1 0 0,0 1 1 0 0,0 0 0 0 0,0 0 0 0 0,0 0 0 0 0,0 0-1 0 0,0 0 1 0 0,0 0 0 0 0,0 0 0 0 0,0 0 0 0 0,0 0-1 0 0,0-1 1 0 0,0 1 0 0 0,0 0 0 0 0,0 0 0 0 0,0 0-1 0 0,0 0 1 0 0,0 0 0 0 0,0 0 0 0 0,0 0 0 0 0,-1 0-1 0 0,1 0 1 0 0,0 0 0 0 0,0 0 0 0 0,0 0 0 0 0,0-1-1 0 0,0 1 1 0 0,0 0 0 0 0,0 0 0 0 0,0 0 0 0 0,0 0-1 0 0,-1 0 1 0 0,2 0 22 0 0,-1 0-1 0 0,0 0 1 0 0,0 0-1 0 0,1 0 1 0 0,-1-1-1 0 0,0 1 1 0 0,0 0-1 0 0,0 0 0 0 0,1-1 1 0 0,-1 1-1 0 0,0 0 1 0 0,0 0-1 0 0,0 0 1 0 0,0-1-1 0 0,0 1 1 0 0,1 0-1 0 0,-1-1 1 0 0,0 1-1 0 0,0 0 1 0 0,0 0-1 0 0,0-1 1 0 0,0 1-1 0 0,0 0 0 0 0,0-1 1 0 0,0 1-1 0 0,0 0 1 0 0,0 0-1 0 0,0-1 1 0 0,0 1-1 0 0,0 0 1 0 0,0-1-1 0 0,0 1 1 0 0,0 0-1 0 0,-1 0 1 0 0,1-1-1 0 0,0 1 1 0 0,-3-1 62 0 0,0 0 1 0 0,0 0 0 0 0,0 0 0 0 0,0 0-1 0 0,0 1 1 0 0,0-1 0 0 0,0 1-1 0 0,0 0 1 0 0,0 0 0 0 0,-4 1 0 0 0,-44 5 457 0 0,21 1-214 0 0,25-7-173 0 0,0 0-93 0 0,-11 0 249 0 0,32 0-139 0 0,-11 0-97 0 0,0 0 0 0 0,20-1 14 0 0,155-16 466 0 0,-128 13-271 0 0,-22 2-256 0 0,-1-1-1 0 0,32-7 1 0 0,-56 9-153 0 0,-12 9-6042 0 0,-10-4 5055 0 0,15-3 199 0 0,-3 5-1920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19 3282 0 0,'0'1'102'0'0,"-1"0"1"0"0,1-1 0 0 0,-1 1 0 0 0,1 0 0 0 0,-1-1 0 0 0,1 1 0 0 0,-1-1 0 0 0,1 1 0 0 0,-1-1 0 0 0,0 1 0 0 0,1-1 0 0 0,-1 1 0 0 0,0-1 0 0 0,0 0 0 0 0,1 1 0 0 0,-1-1 0 0 0,0 0 0 0 0,0 0 0 0 0,0 1 0 0 0,1-1 0 0 0,-1 0 0 0 0,0 0 0 0 0,0 0 0 0 0,0 0 0 0 0,1 0 0 0 0,-1 0 0 0 0,0 0 0 0 0,0-1 0 0 0,0 1 0 0 0,1 0 0 0 0,-3-1 0 0 0,-3 1 830 0 0,6-2-808 0 0,0 2-121 0 0,0 0-1 0 0,0 0 0 0 0,0 0 1 0 0,0-1-1 0 0,0 1 1 0 0,1 0-1 0 0,-1 0 0 0 0,0 0 1 0 0,0 0-1 0 0,0-1 0 0 0,0 1 1 0 0,0 0-1 0 0,0 0 0 0 0,0 0 1 0 0,0 0-1 0 0,0-1 1 0 0,0 1-1 0 0,0 0 0 0 0,0 0 1 0 0,-1 0-1 0 0,1 0 0 0 0,0-1 1 0 0,0 1-1 0 0,0 0 0 0 0,0 0 1 0 0,0 0-1 0 0,0 0 0 0 0,0-1 1 0 0,0 1-1 0 0,0 0 1 0 0,-1 0-1 0 0,1 0 0 0 0,0 0 1 0 0,0 0-1 0 0,0 0 0 0 0,0 0 1 0 0,0-1-1 0 0,0 1 0 0 0,-1 0 1 0 0,1 0-1 0 0,0 0 1 0 0,0 0-1 0 0,0 0 0 0 0,0 0 1 0 0,-1 0-1 0 0,1 0 0 0 0,0 0 1 0 0,0 0-1 0 0,0 0 0 0 0,-1 0 1 0 0,1 0-1 0 0,0 0 0 0 0,0 0 1 0 0,0 0-1 0 0,0 0 1 0 0,-1 0-1 0 0,1 0 0 0 0,-80-5 744 0 0,75 5-440 0 0,4-1-297 0 0,0 0 1 0 0,0 0-1 0 0,0 1 0 0 0,0-1 0 0 0,0 1 0 0 0,0-1 1 0 0,0 1-1 0 0,0-1 0 0 0,0 1 0 0 0,0 0 1 0 0,-1-1-1 0 0,1 1 0 0 0,0 0 0 0 0,0 0 1 0 0,0 0-1 0 0,0 0 0 0 0,0 0 0 0 0,-1 0 0 0 0,1 0 1 0 0,0 0-1 0 0,-1 1 0 0 0,1-1 5 0 0,2 0-4 0 0,-1 0 1 0 0,0 0-1 0 0,0-1 0 0 0,0 1 0 0 0,0 0 1 0 0,0 0-1 0 0,1 0 0 0 0,-1 0 0 0 0,0 0 1 0 0,0 0-1 0 0,0-1 0 0 0,0 1 0 0 0,0 0 1 0 0,0 0-1 0 0,0 0 0 0 0,1 0 0 0 0,-1-1 1 0 0,0 1-1 0 0,0 0 0 0 0,0 0 0 0 0,0 0 1 0 0,0 0-1 0 0,0-1 0 0 0,0 1 0 0 0,0 0 1 0 0,0 0-1 0 0,0 0 0 0 0,0-1 0 0 0,0 1 1 0 0,0 0-1 0 0,0 0 0 0 0,0 0 0 0 0,0 0 1 0 0,0-1-1 0 0,-1 1 0 0 0,1 0 0 0 0,0 0 1 0 0,0 0-1 0 0,0 0 0 0 0,0-1 0 0 0,0 1 1 0 0,0 0-1 0 0,0 0 0 0 0,0 0 0 0 0,-1 0 1 0 0,1 0-1 0 0,0 0 0 0 0,0-1 0 0 0,0 1 1 0 0,-1 0-1 0 0,790 32 2470 0 0,-683-13-2735 0 0,-84-21-30 0 0,-22 2 193 0 0,0 0 1 0 0,-1 0-1 0 0,1-1 1 0 0,0 1-1 0 0,0 0 0 0 0,0 0 1 0 0,-1 0-1 0 0,1 0 1 0 0,0-1-1 0 0,0 1 0 0 0,0 0 1 0 0,0 0-1 0 0,0-1 1 0 0,-1 1-1 0 0,1 0 0 0 0,0 0 1 0 0,0-1-1 0 0,0 1 1 0 0,0 0-1 0 0,0 0 1 0 0,0-1-1 0 0,0 1 0 0 0,0 0 1 0 0,0 0-1 0 0,0-1 1 0 0,0 1-1 0 0,0 0 0 0 0,0 0 1 0 0,0-1-1 0 0,0 1 1 0 0,0 0-1 0 0,0-1 0 0 0,0 1 1 0 0,1 0-1 0 0,-1 0 1 0 0,0 0-1 0 0,0-1 1 0 0,0 1-1 0 0,0 0 0 0 0,0 0 1 0 0,1-1-1 0 0,-1 1 1 0 0,0 0-1 0 0,0 0 0 0 0,0 0 1 0 0,1 0-1 0 0,-1-1 1 0 0,0 1-1 0 0,0 0 0 0 0,1 0 1 0 0,-1 0-1 0 0,0 0 1 0 0,0 0-1 0 0,1 0 1 0 0,-1 0-1 0 0,0 0 0 0 0,0 0 1 0 0,1 0-1 0 0,-26-11-3164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0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3041 0 0,'0'0'5843'0'0,"30"0"-5683"0"0,0 0 80 0 0,31 0-80 0 0,29 6-400 0 0,146 5-2641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8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28 1441 0 0,'-29'2'1669'0'0,"-58"8"3732"0"0,87-10-5388 0 0,-7 4 486 0 0,34-1-38 0 0,-26-3-504 0 0,-1 0 0 0 0,0 0 0 0 0,1-1-1 0 0,-1 1 1 0 0,0 0 0 0 0,1 0 0 0 0,-1 0-1 0 0,0-1 1 0 0,0 1 0 0 0,1 0 0 0 0,-1 0-1 0 0,0-1 1 0 0,0 1 0 0 0,1 0 0 0 0,-1 0 0 0 0,0-1-1 0 0,0 1 1 0 0,0 0 0 0 0,1-1 0 0 0,-1 1-1 0 0,0 0 1 0 0,0-1 0 0 0,0 1 0 0 0,0 0-1 0 0,0-1 1 0 0,0 1 0 0 0,0 0 0 0 0,0-1-1 0 0,0 1 1 0 0,0 0 0 0 0,0-1 0 0 0,0 1-1 0 0,0 0 1 0 0,0-1 0 0 0,0 1 0 0 0,0-1 0 0 0,0 1-1 0 0,0 0 1 0 0,0 0 0 0 0,-1-1 0 0 0,1 1-1 0 0,0 0 1 0 0,0-1 0 0 0,0 1 0 0 0,-1 0-1 0 0,1-1 1 0 0,0 1 0 0 0,0 0 0 0 0,-1 0-1 0 0,1 0 1 0 0,0-1 0 0 0,-1 1 0 0 0,1 0-1 0 0,0 0 1 0 0,0 0 0 0 0,-1-1 0 0 0,0 1 0 0 0,-19-16-2745 0 0,15 2-120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9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1441 0 0,'0'6'2481'0'0,"30"0"960"0"0,-30 1-2320 0 0,0 5-241 0 0,0-4-319 0 0,0-3-81 0 0,0 1-240 0 0,0 2-160 0 0,0-2-320 0 0,30-6-320 0 0,-30-6-961 0 0,31-8-880 0 0,-31-11-240 0 0,0-7 79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1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45 1761 0 0,'0'6'7283'0'0,"0"-12"-8003"0"0,-30 0-1201 0 0,30-7-640 0 0,-60-12-241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2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2241 0 0,'30'5'7604'0'0,"-30"-10"-8245"0"0,0-9-1200 0 0,0-11-960 0 0,0-8-160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2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146 242 2001 0 0,'-58'-3'6699'0'0,"42"1"-6120"0"0,-1 0 1 0 0,1-1 0 0 0,-17-6-1 0 0,33 9-565 0 0,-1-1 1 0 0,1 1-1 0 0,-1-1 0 0 0,1 0 0 0 0,-1 1 0 0 0,1-1 0 0 0,0 0 0 0 0,-1 1 0 0 0,1-1 0 0 0,0 0 0 0 0,-1 0 0 0 0,1 1 0 0 0,0-1 1 0 0,0 0-1 0 0,0 0 0 0 0,0 1 0 0 0,0-1 0 0 0,0 0 0 0 0,0 0 0 0 0,0 1 0 0 0,0-1 0 0 0,0 0 0 0 0,0 0 0 0 0,0 1 0 0 0,0-1 0 0 0,1 0 1 0 0,-1 0-1 0 0,0 1 0 0 0,1-1 0 0 0,-1 0 0 0 0,0 1 0 0 0,1-1 0 0 0,-1 0 0 0 0,1 1 0 0 0,0-2 0 0 0,60-99 880 0 0,-57 97-853 0 0,0-1 0 0 0,0 1 0 0 0,0 0 0 0 0,1 1 0 0 0,0-1 0 0 0,0 1 0 0 0,0-1 0 0 0,0 2 0 0 0,0-1 0 0 0,1 0 0 0 0,0 1 0 0 0,6-2 0 0 0,27-13 266 0 0,-30 12-265 0 0,0 1 0 0 0,0 0 0 0 0,1 1 0 0 0,-1 0 0 0 0,1 1 0 0 0,-1-1-1 0 0,1 2 1 0 0,10-1 0 0 0,11-3 102 0 0,-8 4-32 0 0,0 0 0 0 0,0 2 0 0 0,0 0 0 0 0,26 6 0 0 0,-29-2-11 0 0,0 2 1 0 0,-1 1-1 0 0,0 0 0 0 0,-1 2 1 0 0,1 0-1 0 0,-2 0 1 0 0,1 2-1 0 0,-2 0 0 0 0,29 28 1 0 0,-41-35-46 0 0,0 0 0 0 0,0 1 0 0 0,-1-1 0 0 0,1 1 0 0 0,-1 0 0 0 0,-1-1 0 0 0,1 2 0 0 0,-1-1 0 0 0,0 0 0 0 0,-1 0 0 0 0,1 1 0 0 0,-1-1 0 0 0,0 0 0 0 0,-1 1 0 0 0,0-1 0 0 0,0 1 0 0 0,0-1 0 0 0,-1 1 0 0 0,0-1 0 0 0,0 1 0 0 0,0-1 0 0 0,-1 0 0 0 0,0 1 0 0 0,0-1 0 0 0,-1 0 0 0 0,0 0 0 0 0,0-1 0 0 0,0 1 0 0 0,-6 6 0 0 0,-16 32-16 0 0,21-35 13 0 0,0 0-1 0 0,-1 1 1 0 0,0-2-1 0 0,-1 1 1 0 0,0 0-1 0 0,0-1 1 0 0,-1 0-1 0 0,0-1 1 0 0,0 1-1 0 0,-1-2 1 0 0,0 1-1 0 0,-9 6 1 0 0,7-5 25 0 0,-8 5 290 0 0,0-1 0 0 0,-1 0-1 0 0,0-2 1 0 0,0 0 0 0 0,-29 9 0 0 0,-103 28 1426 0 0,151-47-1793 0 0,-19 6 132 0 0,0-2 0 0 0,-34 5 1 0 0,9-7-220 0 0,35-6-7 0 0,2 0-35 0 0,3 3 30 0 0,0 0-1 0 0,1 0 0 0 0,-1 0 1 0 0,0 0-1 0 0,1-1 1 0 0,-1 1-1 0 0,1-1 1 0 0,0 0-1 0 0,0 0 1 0 0,-1 0-1 0 0,1 0 1 0 0,0 0-1 0 0,1-1 1 0 0,-1 0-1 0 0,0 1 0 0 0,1-1 1 0 0,-1 0-1 0 0,1 0 1 0 0,-2-4-1 0 0,3 6 82 0 0,1 1 9 0 0,-12-19-423 0 0,19 3 90 0 0,-2 7 254 0 0,0-16-180 0 0,0 1 41 0 0,-1 19 188 0 0,0 0 1 0 0,0 1-1 0 0,0-1 0 0 0,0 1 1 0 0,0 0-1 0 0,1 1 1 0 0,0-1-1 0 0,0 1 0 0 0,0 0 1 0 0,6-3-1 0 0,25-5-76 0 0,-25 13 99 0 0,-3 1-2 0 0,-1-2 40 0 0,0 0 1 0 0,0 1 0 0 0,0 0 0 0 0,-1 0 0 0 0,1 1-1 0 0,0 0 1 0 0,-1 0 0 0 0,0 1 0 0 0,0-1 0 0 0,0 1-1 0 0,10 9 1 0 0,3 5 220 0 0,31 37 0 0 0,-26-27-57 0 0,2 1-120 0 0,-9-9-574 0 0,1 0 0 0 0,1-2 0 0 0,22 18 0 0 0,-35-32-32 0 0,0 0 0 0 0,0-1 0 0 0,0 1 0 0 0,1-2 1 0 0,0 1-1 0 0,-1-1 0 0 0,1 1 0 0 0,0-2 0 0 0,0 1 0 0 0,0-1 0 0 0,0 0 0 0 0,8-1 0 0 0,7 2-1059 0 0,43 6-4578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2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61 221 2481 0 0,'-15'0'1395'0'0,"12"1"-726"0"0,0-1 1 0 0,0 0-1 0 0,1 0 1 0 0,-1 0-1 0 0,0 0 0 0 0,0-1 1 0 0,0 1-1 0 0,1-1 1 0 0,-1 0-1 0 0,-3-1 1 0 0,5 1-534 0 0,0 0 0 0 0,0 0 0 0 0,0 0 0 0 0,0 0 0 0 0,0-1 0 0 0,0 1 0 0 0,1 0 0 0 0,-1-1 0 0 0,0 1 0 0 0,1-1 0 0 0,-1 1 0 0 0,1-1 0 0 0,-1 1 1 0 0,1-1-1 0 0,0 1 0 0 0,-1-1 0 0 0,1 1 0 0 0,0-1 0 0 0,0 1 0 0 0,0-1 0 0 0,1-2 0 0 0,-1 3-115 0 0,0 0 0 0 0,0 0 0 0 0,0 0 0 0 0,1 0 0 0 0,-1 0-1 0 0,0 0 1 0 0,0 0 0 0 0,1 0 0 0 0,-1 0 0 0 0,1 0 0 0 0,-1 0 0 0 0,1 0 0 0 0,-1 0-1 0 0,1 1 1 0 0,0-1 0 0 0,-1 0 0 0 0,1 0 0 0 0,0 1 0 0 0,0-1 0 0 0,0 0-1 0 0,-1 1 1 0 0,1-1 0 0 0,0 1 0 0 0,0-1 0 0 0,0 1 0 0 0,2-1 0 0 0,5-4 136 0 0,4-11 170 0 0,-11 14-293 0 0,1 0 0 0 0,-1 0 0 0 0,1 1 0 0 0,-1-1-1 0 0,1 0 1 0 0,0 1 0 0 0,-1-1 0 0 0,1 1 0 0 0,0-1 0 0 0,0 1-1 0 0,3-2 1 0 0,56-42 993 0 0,-37 25-751 0 0,-20 17-222 0 0,0-1 0 0 0,0 1 0 0 0,0 0 0 0 0,1 0 0 0 0,-1 0 0 0 0,7-3 0 0 0,44-17 346 0 0,-50 22-306 0 0,-4 0-76 0 0,0 0 0 0 0,0 1 0 0 0,0-1 0 0 0,0 1 1 0 0,0-1-1 0 0,0 1 0 0 0,0 0 0 0 0,0-1 1 0 0,-1 1-1 0 0,1 0 0 0 0,1 0 0 0 0,-1-1 0 0 0,0 1 1 0 0,0 0-1 0 0,0 0 0 0 0,0 0 0 0 0,0 0 1 0 0,0 0-1 0 0,0 1 0 0 0,0-1 0 0 0,0 0 1 0 0,0 0-1 0 0,0 1 0 0 0,0-1 0 0 0,0 1 0 0 0,0-1 1 0 0,-1 0-1 0 0,1 1 0 0 0,2 1 0 0 0,2 14 876 0 0,2-6-764 0 0,0 1 0 0 0,-1 1-1 0 0,0-1 1 0 0,-1 1 0 0 0,0 0-1 0 0,-1 0 1 0 0,0 1 0 0 0,-1-1-1 0 0,0 1 1 0 0,1 21 0 0 0,-1 21 249 0 0,-3 68 1 0 0,-2-46-85 0 0,1-46-396 0 0,0-18-163 0 0,0-1 1 0 0,1 0-1 0 0,3 20 1 0 0,-3-29-57 0 0,1 0 0 0 0,0 0 0 0 0,0 1 1 0 0,0-1-1 0 0,0-1 0 0 0,0 1 1 0 0,1 0-1 0 0,-1 0 0 0 0,1 0 1 0 0,0-1-1 0 0,0 1 0 0 0,0-1 1 0 0,0 1-1 0 0,0-1 0 0 0,0 0 0 0 0,1 0 1 0 0,-1 0-1 0 0,5 3 0 0 0,49 16-6790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2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152 103 2961 0 0,'0'-1'185'0'0,"0"0"-1"0"0,0 1 0 0 0,0-1 0 0 0,0 0 0 0 0,0 0 1 0 0,0 0-1 0 0,0 0 0 0 0,-1 0 0 0 0,1 0 0 0 0,0 0 0 0 0,0 1 1 0 0,-1-1-1 0 0,1 0 0 0 0,0 0 0 0 0,-1 0 0 0 0,1 1 1 0 0,-1-1-1 0 0,1 0 0 0 0,-1 0 0 0 0,0 1 0 0 0,1-1 1 0 0,-1 0-1 0 0,0 1 0 0 0,1-1 0 0 0,-1 1 0 0 0,0-1 1 0 0,1 1-1 0 0,-1-1 0 0 0,0 1 0 0 0,0 0 0 0 0,-1-1 1 0 0,1 1-102 0 0,0-1 0 0 0,0 1 0 0 0,0-1 0 0 0,0 1 0 0 0,1-1 0 0 0,-1 1 0 0 0,0-1 0 0 0,0 0 0 0 0,0 1 0 0 0,1-1 0 0 0,-1 0 0 0 0,0 1 0 0 0,1-1 0 0 0,-1 0 0 0 0,1 0 0 0 0,-1 0 0 0 0,1 0 0 0 0,-1 0 0 0 0,1 1 0 0 0,-1-1 0 0 0,1 0 0 0 0,0 0 0 0 0,-1 0 0 0 0,1 0 0 0 0,0 0 0 0 0,0 0 0 0 0,0 0 0 0 0,0 0 0 0 0,0 0 0 0 0,0 0 0 0 0,0-2 0 0 0,0 2-41 0 0,0 1 1 0 0,0-1-1 0 0,0 0 0 0 0,1 0 1 0 0,-1 0-1 0 0,0 1 1 0 0,0-1-1 0 0,0 0 0 0 0,1 0 1 0 0,-1 0-1 0 0,0 1 0 0 0,1-1 1 0 0,-1 0-1 0 0,1 1 1 0 0,-1-1-1 0 0,1 0 0 0 0,-1 1 1 0 0,1-1-1 0 0,-1 1 1 0 0,1-1-1 0 0,-1 0 0 0 0,1 1 1 0 0,0 0-1 0 0,-1-1 0 0 0,1 1 1 0 0,0-1-1 0 0,0 1 1 0 0,-1 0-1 0 0,1-1 0 0 0,0 1 1 0 0,1 0-1 0 0,-1 0-12 0 0,-1-1 0 0 0,1 1-1 0 0,0 0 1 0 0,0 0 0 0 0,-1-1-1 0 0,1 1 1 0 0,0 0 0 0 0,-1-1 0 0 0,1 1-1 0 0,0 0 1 0 0,-1-1 0 0 0,1 1 0 0 0,-1-1-1 0 0,1 1 1 0 0,-1-1 0 0 0,1 0 0 0 0,-1 1-1 0 0,1-1 1 0 0,-1 1 0 0 0,0-1 0 0 0,1 0-1 0 0,-1 1 1 0 0,0-1 0 0 0,1 0 0 0 0,-1 1-1 0 0,0-1 1 0 0,0 0 0 0 0,0 0-1 0 0,0 1 1 0 0,1-1 0 0 0,-1-1 0 0 0,0 1 4 0 0,1 0 0 0 0,-1 0 0 0 0,1 0 0 0 0,-1 1 0 0 0,1-1 0 0 0,0 0 1 0 0,-1 0-1 0 0,1 1 0 0 0,0-1 0 0 0,0 0 0 0 0,0 1 0 0 0,-1-1 0 0 0,1 1 0 0 0,0-1 1 0 0,0 1-1 0 0,0-1 0 0 0,0 1 0 0 0,2-1 0 0 0,6-1 379 0 0,-9 6 1674 0 0,-11 7-1951 0 0,0 0 1 0 0,1 1 0 0 0,1 1 0 0 0,0-1-1 0 0,1 1 1 0 0,0 1 0 0 0,-7 17 0 0 0,5 14-17 0 0,-10-4 26 0 0,10 7 28 0 0,0-22-57 0 0,7-20-93 0 0,1 1-1 0 0,-1-1 1 0 0,2 0 0 0 0,-1 1-1 0 0,0-1 1 0 0,1 1 0 0 0,0 11 0 0 0,0-10-7 0 0,1 0 0 0 0,-2 0 0 0 0,1 0 0 0 0,-1-1 0 0 0,0 1 1 0 0,-5 11-1 0 0,4-11 0 0 0,0-1 0 0 0,1 1 0 0 0,0-1 0 0 0,0 1 0 0 0,1 0 1 0 0,-1 13-1 0 0,2-21-34 0 0,-1 1-1 0 0,1 0 1 0 0,0 0 0 0 0,0 0 0 0 0,1-1 0 0 0,-1 1 0 0 0,0 0 0 0 0,0 0-1 0 0,0 0 1 0 0,0-1 0 0 0,1 1 0 0 0,-1 0 0 0 0,0 0 0 0 0,1-1 0 0 0,-1 1-1 0 0,1 0 1 0 0,-1-1 0 0 0,0 1 0 0 0,1 0 0 0 0,0-1 0 0 0,-1 1 0 0 0,1-1 0 0 0,-1 1-1 0 0,1-1 1 0 0,0 1 0 0 0,-1-1 0 0 0,1 1 0 0 0,0-1 0 0 0,-1 0 0 0 0,2 1-1 0 0,1-1-197 0 0,-1 1 0 0 0,0-1 1 0 0,0 0-1 0 0,1 0 0 0 0,-1 0 0 0 0,0-1 0 0 0,1 1 0 0 0,-1 0 0 0 0,0-1 0 0 0,4-1 0 0 0,2-1-739 0 0,0 0 1 0 0,0-1-1 0 0,0 0 1 0 0,-1 0-1 0 0,8-6 0 0 0,71-42-4768 0 0,-52 27 3307 0 0,16 0 201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2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18 480 0 0,'0'-2'5469'0'0,"-5"4"-4161"0"0,-57 13 906 0 0,1 2 0 0 0,-83 35 1 0 0,106-33-1121 0 0,-65 44-1 0 0,93-56-909 0 0,1 0 1 0 0,0 0-1 0 0,0 1 0 0 0,1 1 0 0 0,0-1 0 0 0,0 1 0 0 0,1 1 0 0 0,-8 12 0 0 0,13-20-156 0 0,1 1-1 0 0,-1-1 0 0 0,1 0 1 0 0,0 1-1 0 0,0-1 0 0 0,0 1 0 0 0,0 0 1 0 0,0-1-1 0 0,0 1 0 0 0,1 0 0 0 0,-1-1 1 0 0,1 1-1 0 0,0 0 0 0 0,0 0 1 0 0,0 0-1 0 0,0-1 0 0 0,0 1 0 0 0,1 0 1 0 0,-1-1-1 0 0,1 1 0 0 0,0 0 0 0 0,0-1 1 0 0,0 1-1 0 0,0 0 0 0 0,0-1 1 0 0,0 0-1 0 0,1 1 0 0 0,-1-1 0 0 0,1 0 1 0 0,0 1-1 0 0,-1-1 0 0 0,1 0 0 0 0,0 0 1 0 0,1-1-1 0 0,-1 1 0 0 0,0 0 0 0 0,0-1 1 0 0,1 1-1 0 0,2 0 0 0 0,18 9-29 0 0,1-1-1 0 0,0-2 1 0 0,0 0 0 0 0,1-2-1 0 0,-1-1 1 0 0,2 0-1 0 0,-1-2 1 0 0,0-1 0 0 0,32-2-1 0 0,-5-1-17 0 0,1-3-1 0 0,-1-2 0 0 0,66-17 1 0 0,-100 18 24 0 0,0-1 0 0 0,-1-1 1 0 0,0 0-1 0 0,0-1 1 0 0,-1-1-1 0 0,0-1 1 0 0,0 0-1 0 0,-1-1 1 0 0,-1-1-1 0 0,0 0 0 0 0,20-23 1 0 0,-32 32-7 0 0,1 0 0 0 0,0 0 0 0 0,-1-1 0 0 0,1 1 0 0 0,-1-1-1 0 0,0 1 1 0 0,0-1 0 0 0,-1 0 0 0 0,1 0 0 0 0,-1 0 0 0 0,1 0 0 0 0,-1 0 0 0 0,0-8 0 0 0,-1 5 0 0 0,-1 0 0 0 0,0-1 0 0 0,0 1 1 0 0,0 0-1 0 0,-1 0 0 0 0,-3-7 0 0 0,4 11 4 0 0,-3-6 21 0 0,0 1 0 0 0,0 0 0 0 0,-1 1 0 0 0,0-1 1 0 0,0 1-1 0 0,0 0 0 0 0,-1 0 0 0 0,0 0 0 0 0,-1 1 0 0 0,0 0 0 0 0,0 0 1 0 0,0 1-1 0 0,0 0 0 0 0,-1 0 0 0 0,0 1 0 0 0,0 0 0 0 0,0 0 0 0 0,0 1 1 0 0,-1 0-1 0 0,-16-4 0 0 0,8 3-274 0 0,-1 1 0 0 0,1 0 1 0 0,0 1-1 0 0,-25 1 0 0 0,26 1-852 0 0,1 1 0 0 0,-1 1 0 0 0,0 0 0 0 0,-25 8 0 0 0,32-7 18 0 0,9-3 917 0 0,-1 0 0 0 0,0 0 0 0 0,0 0 0 0 0,0 0 0 0 0,0 0 0 0 0,0 0 0 0 0,1 0 0 0 0,-1 1 0 0 0,0-1 0 0 0,0 0 0 0 0,0 1 0 0 0,0-1 0 0 0,1 0 0 0 0,-1 1 0 0 0,0-1 0 0 0,1 1 0 0 0,-1-1 0 0 0,0 1 0 0 0,1 0 0 0 0,-1-1 0 0 0,0 1-1 0 0,1 0 1 0 0,-1-1 0 0 0,1 1 0 0 0,-1 0 0 0 0,1 0 0 0 0,0-1 0 0 0,-1 1 0 0 0,1 0 0 0 0,0 0 0 0 0,0 0 0 0 0,-1 0 0 0 0,1 7-3180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61 1681 0 0,'-1'-1'146'0'0,"0"0"0"0"0,0 0 0 0 0,0 0 0 0 0,0 1 0 0 0,1-1 0 0 0,-1 0 0 0 0,0 0 0 0 0,-1 1 0 0 0,1-1 0 0 0,0 0 0 0 0,0 1 0 0 0,0-1 0 0 0,0 1 0 0 0,0-1 0 0 0,-1 1 0 0 0,1 0 0 0 0,0 0 0 0 0,0-1 0 0 0,-1 1 0 0 0,-1 0-1 0 0,3 0 98 0 0,-1 0-193 0 0,1 0 0 0 0,0 0 0 0 0,0 0 0 0 0,-1 0-1 0 0,1 0 1 0 0,0 0 0 0 0,0 0 0 0 0,0 0 0 0 0,-1 0 0 0 0,1 0 0 0 0,0 0 0 0 0,0 0 0 0 0,0 0 0 0 0,-1 0 0 0 0,1-1-1 0 0,0 1 1 0 0,0 0 0 0 0,0 0 0 0 0,0 0 0 0 0,-1 0 0 0 0,1 0 0 0 0,0-1 0 0 0,0 1 0 0 0,0 0 0 0 0,0 0-1 0 0,0 0 1 0 0,-1 0 0 0 0,1-1 0 0 0,0 1 0 0 0,0 0 0 0 0,0 0 0 0 0,0 0 0 0 0,0-1 0 0 0,0 1 0 0 0,0 0-1 0 0,0 0 1 0 0,0 0 0 0 0,0-1 0 0 0,0 1 0 0 0,0 0 0 0 0,0 0 0 0 0,0-1 0 0 0,0 1 0 0 0,0 0 0 0 0,0-1-37 0 0,0 1 1 0 0,0 0 0 0 0,0 0 0 0 0,0 0 0 0 0,0 0-1 0 0,0-1 1 0 0,0 1 0 0 0,0 0 0 0 0,0 0 0 0 0,0 0-1 0 0,0 0 1 0 0,0-1 0 0 0,0 1 0 0 0,0 0 0 0 0,0 0-1 0 0,0 0 1 0 0,0 0 0 0 0,0-1 0 0 0,0 1 0 0 0,0 0-1 0 0,0 0 1 0 0,0 0 0 0 0,0 0 0 0 0,-1 0 0 0 0,1-1-1 0 0,0 1 1 0 0,0 0 0 0 0,0 0 0 0 0,0 0 0 0 0,0 0-1 0 0,-1 0 1 0 0,1 0 0 0 0,0 0 0 0 0,0 0 0 0 0,0-1-1 0 0,0 1 1 0 0,0 0 0 0 0,-1 0 0 0 0,1 0 0 0 0,0 0-1 0 0,0 0 1 0 0,0 0 0 0 0,-1 0 0 0 0,1 0 0 0 0,0 0-1 0 0,0 0 1 0 0,-1 0 0 0 0,-84-14 3468 0 0,70 14-2692 0 0,0 0 0 0 0,-1 1 1 0 0,-24 5-1 0 0,-51 12 570 0 0,60-13-933 0 0,1 1 0 0 0,-48 16 0 0 0,76-21-401 0 0,-1 0-1 0 0,1 0 1 0 0,0 0 0 0 0,-1 1-1 0 0,1-1 1 0 0,0 1 0 0 0,0 0-1 0 0,0-1 1 0 0,-3 5 0 0 0,-10 7 64 0 0,7-9-56 0 0,0 0 1 0 0,0 1-1 0 0,1 0 1 0 0,0 0-1 0 0,0 0 1 0 0,0 1-1 0 0,1 0 1 0 0,0 1-1 0 0,0-1 1 0 0,1 1-1 0 0,-6 8 1 0 0,-3 4 38 0 0,12-17-64 0 0,0 0 0 0 0,0 0-1 0 0,0 1 1 0 0,0-1 0 0 0,1 0 0 0 0,-1 1-1 0 0,1-1 1 0 0,0 1 0 0 0,0 0 0 0 0,0-1-1 0 0,0 1 1 0 0,0 0 0 0 0,0 0 0 0 0,1-1-1 0 0,-1 7 1 0 0,1-7-8 0 0,0 1 0 0 0,0-1-1 0 0,-1 0 1 0 0,1 1 0 0 0,-1-1 0 0 0,1 0 0 0 0,-1 1-1 0 0,0-1 1 0 0,0 0 0 0 0,0 0 0 0 0,0 0 0 0 0,0 0 0 0 0,-1 0-1 0 0,1 0 1 0 0,-3 3 0 0 0,3-4 5 0 0,-1 1 0 0 0,0 0 0 0 0,1 0-1 0 0,0 1 1 0 0,-1-1 0 0 0,1 0 0 0 0,0 0 0 0 0,0 1 0 0 0,1-1 0 0 0,-1 1-1 0 0,0-1 1 0 0,1 0 0 0 0,-1 1 0 0 0,1-1 0 0 0,0 5 0 0 0,-1 15 72 0 0,0-18-76 0 0,1 1 0 0 0,-1-1 1 0 0,1 1-1 0 0,0-1 0 0 0,0 1 1 0 0,0-1-1 0 0,0 1 0 0 0,1-1 0 0 0,0 1 1 0 0,0-1-1 0 0,0 1 0 0 0,1-1 1 0 0,-1 0-1 0 0,1 0 0 0 0,0 0 1 0 0,0 0-1 0 0,1 0 0 0 0,-1 0 1 0 0,1 0-1 0 0,0-1 0 0 0,-1 1 0 0 0,2-1 1 0 0,4 5-1 0 0,10 2 4 0 0,0 0 0 0 0,0-2 0 0 0,1 0 0 0 0,1 0 0 0 0,-1-2 0 0 0,1-1 0 0 0,0 0 0 0 0,41 3 0 0 0,10-2 47 0 0,88-5 0 0 0,-122-2-102 0 0,0-2 0 0 0,0-2-1 0 0,40-10 1 0 0,-61 11-57 0 0,1-1 1 0 0,-1 0-1 0 0,0-2 0 0 0,0 0 1 0 0,-1 0-1 0 0,0-1 0 0 0,0-1 1 0 0,-1-1-1 0 0,14-11 0 0 0,-24 16-19 0 0,0 1-1 0 0,-1 0 1 0 0,1-1 0 0 0,-1 0-1 0 0,0 0 1 0 0,0 0 0 0 0,-1 0-1 0 0,0 0 1 0 0,0-1-1 0 0,0 1 1 0 0,0-1 0 0 0,-1 1-1 0 0,0-1 1 0 0,1-8 0 0 0,-1 6-104 0 0,-1-1 1 0 0,0 1 0 0 0,0 0 0 0 0,-1-1 0 0 0,0 1 0 0 0,-1 0 0 0 0,1-1 0 0 0,-2 1-1 0 0,-3-10 1 0 0,-2 0-2 0 0,-1 1 0 0 0,-1 0-1 0 0,-1 0 1 0 0,0 1-1 0 0,-1 0 1 0 0,0 1-1 0 0,-2 1 1 0 0,0 0 0 0 0,0 0-1 0 0,-17-10 1 0 0,13 13 292 0 0,-1 1 0 0 0,0 1 0 0 0,-1 1 0 0 0,-34-9 0 0 0,48 15-112 0 0,0 0 0 0 0,1 1 0 0 0,-1 0 0 0 0,0 0 1 0 0,0 0-1 0 0,0 1 0 0 0,0 0 0 0 0,0 0 0 0 0,0 0 0 0 0,1 1 0 0 0,-1 0 0 0 0,0 0 1 0 0,0 1-1 0 0,1-1 0 0 0,-1 1 0 0 0,0 0 0 0 0,1 1 0 0 0,0 0 0 0 0,0-1 1 0 0,0 2-1 0 0,-7 4 0 0 0,11-6-202 0 0,0 0 1 0 0,0 0 0 0 0,0 0-1 0 0,0 0 1 0 0,1 0-1 0 0,-1 0 1 0 0,1 0 0 0 0,-1 0-1 0 0,1 0 1 0 0,0 0-1 0 0,0 0 1 0 0,0 0 0 0 0,0 0-1 0 0,0 0 1 0 0,1 3-1 0 0,0 3-1821 0 0,-1 4-689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1 1121 0 0,'0'1'348'0'0,"0"0"0"0"0,-1 0 1 0 0,1 0-1 0 0,-1 0 0 0 0,1 0 1 0 0,-1 0-1 0 0,1 0 0 0 0,-1 0 1 0 0,0 0-1 0 0,0 0 0 0 0,1 0 1 0 0,-1 0-1 0 0,0-1 0 0 0,0 1 1 0 0,0 0-1 0 0,0 0 0 0 0,0-1 1 0 0,0 1-1 0 0,0-1 0 0 0,0 1 1 0 0,-2 0-1 0 0,-40 14 1832 0 0,-46 2-1299 0 0,27-6 679 0 0,-85 26-1 0 0,35-8-609 0 0,100-27-814 0 0,1 1 1 0 0,0 1-1 0 0,-1 0 0 0 0,2 1 1 0 0,-1 0-1 0 0,1 0 0 0 0,-1 1 1 0 0,2 1-1 0 0,-1 0 1 0 0,1 0-1 0 0,0 0 0 0 0,0 1 1 0 0,1 1-1 0 0,0 0 0 0 0,0 0 1 0 0,1 0-1 0 0,-10 18 0 0 0,17-26-127 0 0,-1 1 0 0 0,1 0-1 0 0,-1 0 1 0 0,1 0 0 0 0,0 0-1 0 0,0 0 1 0 0,0 0-1 0 0,0 0 1 0 0,0 0 0 0 0,0 0-1 0 0,0 0 1 0 0,1 0 0 0 0,-1-1-1 0 0,1 1 1 0 0,-1 0 0 0 0,1 0-1 0 0,0 0 1 0 0,-1 0-1 0 0,1-1 1 0 0,0 1 0 0 0,0 0-1 0 0,1-1 1 0 0,-1 1 0 0 0,0-1-1 0 0,3 3 1 0 0,44 36 113 0 0,-30-29-133 0 0,1 0 0 0 0,0-1-1 0 0,1-1 1 0 0,0-1 0 0 0,0-1-1 0 0,1-1 1 0 0,-1 0 0 0 0,2-2-1 0 0,-1 0 1 0 0,0-2 0 0 0,1 0-1 0 0,-1-1 1 0 0,1-1 0 0 0,-1-1-1 0 0,1-1 1 0 0,-1-1-1 0 0,0-1 1 0 0,0-1 0 0 0,29-10-1 0 0,-42 11 16 0 0,1-1 0 0 0,-1 0 0 0 0,0-1-1 0 0,0 0 1 0 0,0 0 0 0 0,-1 0 0 0 0,0-1-1 0 0,0 0 1 0 0,-1-1 0 0 0,0 1-1 0 0,10-16 1 0 0,-8 9 24 0 0,-1 0 0 0 0,0 0 1 0 0,0-1-1 0 0,-1 1 0 0 0,6-30 0 0 0,-10 39-26 0 0,-2 0 0 0 0,1 0 0 0 0,-1 0 0 0 0,1 1-1 0 0,-1-1 1 0 0,0 0 0 0 0,-1 0 0 0 0,1 0 0 0 0,-1 1 0 0 0,0-1 0 0 0,0 0 0 0 0,-1 1 0 0 0,0-1 0 0 0,1 1-1 0 0,-1-1 1 0 0,-1 1 0 0 0,1 0 0 0 0,-1 0 0 0 0,1 0 0 0 0,-1 0 0 0 0,-4-4 0 0 0,-16-26 89 0 0,20 30-65 0 0,0 0 0 0 0,-1 0 0 0 0,1 1 0 0 0,-1-1 0 0 0,0 1 0 0 0,0-1 0 0 0,0 1 0 0 0,0 1 0 0 0,0-1 0 0 0,-1 1 0 0 0,1-1-1 0 0,-1 1 1 0 0,0 0 0 0 0,0 1 0 0 0,0-1 0 0 0,-9-1 0 0 0,-7 0-49 0 0,0 0-1 0 0,0 1 1 0 0,-22 1-1 0 0,39 1-108 0 0,1 0-1 0 0,-1 0 1 0 0,0 1-1 0 0,1-1 1 0 0,-1 1-1 0 0,0 0 1 0 0,1 0-1 0 0,-1 0 1 0 0,1 1-1 0 0,0-1 1 0 0,-1 1-1 0 0,1 0 1 0 0,0 0-1 0 0,-3 3 1 0 0,5-5 82 0 0,1 0 0 0 0,0 1 0 0 0,-1-1 0 0 0,1 1 0 0 0,0-1 0 0 0,0 0 1 0 0,-1 1-1 0 0,1-1 0 0 0,0 1 0 0 0,0-1 0 0 0,0 1 0 0 0,0-1 0 0 0,-1 1 1 0 0,1-1-1 0 0,0 1 0 0 0,0-1 0 0 0,0 1 0 0 0,0-1 0 0 0,0 1 1 0 0,0-1-1 0 0,0 0 0 0 0,0 1 0 0 0,1-1 0 0 0,-1 1 0 0 0,0-1 0 0 0,0 1 1 0 0,0-1-1 0 0,0 1 0 0 0,1-1 0 0 0,-1 1 0 0 0,0-1 0 0 0,0 0 1 0 0,1 1-1 0 0,-1-1 0 0 0,0 0 0 0 0,1 1 0 0 0,-1-1 0 0 0,0 0 0 0 0,1 1 1 0 0,-1-1-1 0 0,1 0 0 0 0,-1 1 0 0 0,1-1 0 0 0,19 12-1366 0 0,-18-11 1130 0 0,13 7-1170 0 0,40 16-4171 0 0,26-5 1732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1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0 400 0 0,'-57'11'4141'0'0,"-123"27"3764"0"0,162-32-7428 0 0,-177 58 3351 0 0,168-53-3339 0 0,1 2 0 0 0,1 1 0 0 0,0 0 0 0 0,-45 37-1 0 0,63-46-411 0 0,0 2 1 0 0,1-1-1 0 0,0 1 0 0 0,0 0 0 0 0,1 0 0 0 0,0 1 0 0 0,-6 9 0 0 0,10-14-58 0 0,-1 0 0 0 0,1 0 1 0 0,-1 0-1 0 0,1 1 0 0 0,0-1 0 0 0,0 0 1 0 0,1 0-1 0 0,-1 1 0 0 0,1-1 1 0 0,-1 0-1 0 0,1 1 0 0 0,0-1 0 0 0,0 1 1 0 0,1-1-1 0 0,-1 0 0 0 0,1 1 1 0 0,-1-1-1 0 0,1 0 0 0 0,0 1 0 0 0,0-1 1 0 0,3 4-1 0 0,3 3 2 0 0,1 0-1 0 0,1 0 1 0 0,0-1 0 0 0,0 0-1 0 0,1 0 1 0 0,0-1-1 0 0,1-1 1 0 0,-1 0 0 0 0,1 0-1 0 0,1-1 1 0 0,21 9 0 0 0,0-2-47 0 0,1-2 1 0 0,0-1 0 0 0,37 6 0 0 0,-41-10-38 0 0,1-2 0 0 0,0-2 1 0 0,35 0-1 0 0,-50-3 36 0 0,-1-1 0 0 0,0 0 0 0 0,0 0 0 0 0,0-2 0 0 0,0 0 0 0 0,0-1 0 0 0,22-10 0 0 0,-29 11 6 0 0,0 0 1 0 0,0 0-1 0 0,-1-1 1 0 0,1 0-1 0 0,-1 0 1 0 0,0 0-1 0 0,-1-1 1 0 0,0 0-1 0 0,0-1 1 0 0,0 1-1 0 0,0-1 1 0 0,-1 0-1 0 0,0-1 0 0 0,-1 1 1 0 0,0-1-1 0 0,0 0 1 0 0,3-9-1 0 0,-5 8 10 0 0,0-1-1 0 0,-1 0 0 0 0,0 1 0 0 0,0-1 0 0 0,-1 0 0 0 0,0 0 1 0 0,-1 0-1 0 0,0 1 0 0 0,-1-1 0 0 0,0 0 0 0 0,0 1 0 0 0,-1-1 1 0 0,0 1-1 0 0,-6-12 0 0 0,4 12-1 0 0,0-1 0 0 0,-1 1 1 0 0,0 0-1 0 0,-1 1 0 0 0,0-1 1 0 0,0 1-1 0 0,-1 1 0 0 0,0-1 1 0 0,0 1-1 0 0,-1 1 0 0 0,1 0 0 0 0,-1 0 1 0 0,-1 0-1 0 0,1 1 0 0 0,-20-7 1 0 0,0 2-239 0 0,1 1 1 0 0,-1 1 0 0 0,-1 2 0 0 0,-50-5 0 0 0,37 9-937 0 0,1 1-1 0 0,-1 2 1 0 0,-74 12 0 0 0,-50 25-4869 0 0,47-2-574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59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6403 0 0,'30'-11'5362'0'0,"-60"11"-5282"0"0,30-8-480 0 0,0 2-80 0 0,0-7-560 0 0,0 1-961 0 0,0-7-721 0 0,0 0 1 0 0,0-6 320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0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56 3682 0 0,'-30'-19'5362'0'0,"30"13"-4241"0"0,-31 0-1361 0 0,62 12-161 0 0,-1-6-1680 0 0,0-6-240 0 0,0-7-160 0 0,0 1 80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0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 3362 0 0,'-5'1'349'0'0,"4"-1"-304"0"0,0 0 1 0 0,0 0-1 0 0,-1 0 0 0 0,1 0 1 0 0,0 1-1 0 0,0-1 1 0 0,0 0-1 0 0,-1 1 0 0 0,1-1 1 0 0,0 1-1 0 0,0-1 0 0 0,0 1 1 0 0,0-1-1 0 0,0 1 0 0 0,0 0 1 0 0,0 0-1 0 0,0-1 0 0 0,0 1 1 0 0,0 0-1 0 0,0 0 0 0 0,-1 2 1 0 0,1-2-60 0 0,1 0-1 0 0,-1 0 1 0 0,0 0 0 0 0,0 0-1 0 0,0 0 1 0 0,0 0 0 0 0,0-1-1 0 0,0 1 1 0 0,0 0 0 0 0,-1 0-1 0 0,1-1 1 0 0,0 1 0 0 0,0-1-1 0 0,0 1 1 0 0,-1-1 0 0 0,1 1 0 0 0,0-1-1 0 0,-1 0 1 0 0,1 0 0 0 0,0 0-1 0 0,-1 1 1 0 0,-1-2 0 0 0,2 1 34 0 0,-1 0 0 0 0,1 0 0 0 0,-1 1 0 0 0,1-1 0 0 0,-1 0 0 0 0,1 0 0 0 0,-1 1 0 0 0,1-1 1 0 0,0 1-1 0 0,-1-1 0 0 0,1 1 0 0 0,-1-1 0 0 0,1 1 0 0 0,0 0 0 0 0,0 0 0 0 0,0 0 0 0 0,-1-1 1 0 0,1 1-1 0 0,0 1 0 0 0,0-1 0 0 0,0 0 0 0 0,0 0 0 0 0,0 0 0 0 0,0 2 0 0 0,1-3 0 0 0,1 1 0 0 0,-1 0-1 0 0,0 0 1 0 0,1 0 0 0 0,-1-1-1 0 0,1 1 1 0 0,0 0 0 0 0,-1-1-1 0 0,1 1 1 0 0,-1 0 0 0 0,1-1 0 0 0,0 1-1 0 0,0-1 1 0 0,-1 1 0 0 0,1-1-1 0 0,0 0 1 0 0,0 1 0 0 0,0-1-1 0 0,-1 0 1 0 0,1 1 0 0 0,0-1-1 0 0,0 0 1 0 0,0 0 0 0 0,0 0-1 0 0,0 0 1 0 0,-1 0 0 0 0,1 0 0 0 0,2 0-1 0 0,0 1 37 0 0,2 4-56 0 0,0-5-80 0 0,5-4-423 0 0,0-1 0 0 0,-1 1 0 0 0,0-1 0 0 0,0-1 0 0 0,0 0 0 0 0,16-13 0 0 0,-20-1-1165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5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45 160 240 0 0,'6'-16'1791'0'0,"-2"-1"0"0"0,0 0 0 0 0,2-21-1 0 0,-6 37-1684 0 0,0 0 0 0 0,1-1 0 0 0,-2 1 0 0 0,1 0 0 0 0,0 0 0 0 0,0 0-1 0 0,0 0 1 0 0,0-1 0 0 0,-1 1 0 0 0,1 0 0 0 0,-1 0 0 0 0,1 0 0 0 0,0 0-1 0 0,-1 0 1 0 0,0 0 0 0 0,1 0 0 0 0,-1 0 0 0 0,0 0 0 0 0,0 0-1 0 0,1 0 1 0 0,-1 0 0 0 0,0 1 0 0 0,0-1 0 0 0,0 0 0 0 0,0 0 0 0 0,0 1-1 0 0,0-1 1 0 0,0 1 0 0 0,0-1 0 0 0,-2 0 0 0 0,-5-2 44 0 0,-27-11 262 0 0,33 8-321 0 0,17 0 16 0 0,0 1-18 0 0,-16 2-61 0 0,1 1-23 0 0,7 1 5 0 0,62 0 98 0 0,-9 1-28 0 0,-47 1 44 0 0,-1 1-1 0 0,1 0 1 0 0,-1 1 0 0 0,0 1-1 0 0,0 0 1 0 0,14 6-1 0 0,-10-4-14 0 0,-6 8 211 0 0,12-3-136 0 0,16 9 6 0 0,-31-17-178 0 0,-6-3-9 0 0,0 1 0 0 0,0-1-1 0 0,0 0 1 0 0,0 1-1 0 0,-1-1 1 0 0,1 1 0 0 0,0-1-1 0 0,0 1 1 0 0,0 0-1 0 0,0-1 1 0 0,0 1 0 0 0,-1 0-1 0 0,1-1 1 0 0,0 1-1 0 0,-1 0 1 0 0,1 0 0 0 0,0 0-1 0 0,-1 0 1 0 0,1 0-1 0 0,-1 0 1 0 0,0 0 0 0 0,1 0-1 0 0,-1 0 1 0 0,0 0 0 0 0,1 0-1 0 0,-1 0 1 0 0,0 0-1 0 0,0 0 1 0 0,0 0 0 0 0,0 1-1 0 0,1 3 11 0 0,-1 0 0 0 0,1 0 0 0 0,0 0 0 0 0,1-1 0 0 0,-1 1 0 0 0,1 0 0 0 0,0-1 0 0 0,3 7 0 0 0,-3-8-7 0 0,0 0 1 0 0,-1-1-1 0 0,1 1 1 0 0,-1 0-1 0 0,0 1 1 0 0,0-1-1 0 0,0 0 1 0 0,0 0-1 0 0,0 0 1 0 0,-1 1-1 0 0,1-1 1 0 0,-1 0-1 0 0,0 0 1 0 0,0 1-1 0 0,-1-1 1 0 0,1 0-1 0 0,0 1 1 0 0,-3 5-1 0 0,-7 12 41 0 0,7-18-49 0 0,2 1-1 0 0,-1-1 1 0 0,0 1-1 0 0,1-1 0 0 0,-1 1 1 0 0,1 0-1 0 0,0-1 1 0 0,1 1-1 0 0,-1 0 0 0 0,1 0 1 0 0,-1 0-1 0 0,1 5 1 0 0,0-6 17 0 0,0 1 1 0 0,0 0 0 0 0,0-1-1 0 0,0 1 1 0 0,-1-1 0 0 0,0 1-1 0 0,0-1 1 0 0,0 1 0 0 0,0-1-1 0 0,0 1 1 0 0,-1-1 0 0 0,0 0-1 0 0,1 0 1 0 0,-5 6 0 0 0,-2 3-25 0 0,7-10 9 0 0,0 0 0 0 0,1 0 0 0 0,-1 0 0 0 0,0 1 0 0 0,1-1 0 0 0,0 0 0 0 0,-1 1 1 0 0,1-1-1 0 0,0 0 0 0 0,0 0 0 0 0,1 5 0 0 0,-1-6 4 0 0,1 1 1 0 0,-1 0 0 0 0,0 0-1 0 0,0-1 1 0 0,0 1 0 0 0,0 0-1 0 0,0 0 1 0 0,-1 0 0 0 0,1-1 0 0 0,0 1-1 0 0,-1 0 1 0 0,0 0 0 0 0,1-1-1 0 0,-1 1 1 0 0,0-1 0 0 0,-1 3-1 0 0,-9 7 38 0 0,3 1-5 0 0,27-1-22 0 0,-19-11-12 0 0,0 0-1 0 0,0 0 1 0 0,1 0 0 0 0,-1 0 0 0 0,0 0-1 0 0,0 0 1 0 0,0 0 0 0 0,0 0 0 0 0,1 0-1 0 0,-1 0 1 0 0,0 0 0 0 0,0 0 0 0 0,0 0-1 0 0,1 0 1 0 0,-1 0 0 0 0,0 0 0 0 0,0 0-1 0 0,0 0 1 0 0,0 0 0 0 0,1 0 0 0 0,-1 0-1 0 0,0 0 1 0 0,0 0 0 0 0,0 0 0 0 0,0 0-1 0 0,0-1 1 0 0,1 1 0 0 0,-1 0 0 0 0,0 0-1 0 0,0 0 1 0 0,0 0 0 0 0,0 0 0 0 0,0 0-1 0 0,0-1 1 0 0,0 1 0 0 0,0 0 0 0 0,1 0-1 0 0,-1 0 1 0 0,0 0 0 0 0,0-1 0 0 0,0 1-1 0 0,0 0 1 0 0,0 0 0 0 0,0 0 0 0 0,0 0-1 0 0,0-1 1 0 0,0 1 0 0 0,0 0 0 0 0,0 0-1 0 0,0 0 1 0 0,0-1 0 0 0,0 1 0 0 0,4-8 78 0 0,3 5-56 0 0,-6 3-19 0 0,0 0 0 0 0,-1 0 1 0 0,1 0-1 0 0,0-1 0 0 0,0 1 0 0 0,0 0 0 0 0,0-1 0 0 0,0 1 0 0 0,-1-1 0 0 0,1 1 1 0 0,0-1-1 0 0,0 1 0 0 0,-1-1 0 0 0,1 1 0 0 0,0-1 0 0 0,-1 0 0 0 0,1 1 1 0 0,-1-1-1 0 0,1 0 0 0 0,-1 0 0 0 0,1 1 0 0 0,-1-1 0 0 0,1 0 0 0 0,-1 0 0 0 0,0 0 1 0 0,1 0-1 0 0,-1 0 0 0 0,0 1 0 0 0,0-1 0 0 0,0 0 0 0 0,0 0 0 0 0,0 0 0 0 0,0 0 1 0 0,0-1-1 0 0,0-2 19 0 0,1 0 0 0 0,-1 0 1 0 0,1 0-1 0 0,0 0 0 0 0,0 0 0 0 0,0 0 1 0 0,1 1-1 0 0,-1-1 0 0 0,1 0 1 0 0,0 1-1 0 0,4-7 0 0 0,6-12 85 0 0,-4 7-43 0 0,14-31 142 0 0,3 1 0 0 0,41-58 0 0 0,-11 32-116 0 0,-53 62-52 0 0,1-4 43 0 0,-2 13-82 0 0,1-1-1 0 0,-1 0 0 0 0,0 0 1 0 0,1 1-1 0 0,-1-1 0 0 0,1 0 1 0 0,-1 1-1 0 0,0 0 1 0 0,1-1-1 0 0,-1 1 0 0 0,1 0 1 0 0,0 0-1 0 0,-1 0 0 0 0,1 0 1 0 0,2 0-1 0 0,1 0-68 0 0,0 0 1 0 0,1 1 66 0 0,0 0 0 0 0,-1 0 0 0 0,1 1 0 0 0,0 0 0 0 0,0 0 0 0 0,-1 0 0 0 0,1 0 0 0 0,-1 1 0 0 0,0 0 0 0 0,0 1 0 0 0,0-1 0 0 0,0 1 0 0 0,-1 0 0 0 0,1 0 0 0 0,-1 0 0 0 0,0 0 0 0 0,0 1 0 0 0,0 0 0 0 0,-1 0 0 0 0,0 0 0 0 0,5 10 0 0 0,-5-3 14 0 0,-1 0 1 0 0,0 0 0 0 0,-1 0-1 0 0,0 1 1 0 0,-1-1 0 0 0,0 0-1 0 0,-1 1 1 0 0,-1-1 0 0 0,-4 18-1 0 0,-3-11-36 0 0,6-16 24 0 0,1 1 0 0 0,0 0-1 0 0,1 0 1 0 0,-1 0 0 0 0,1 0-1 0 0,-1 0 1 0 0,1 1 0 0 0,1-1 0 0 0,-1 0-1 0 0,0 1 1 0 0,1-1 0 0 0,0 6-1 0 0,0-9 2 0 0,0 0 1 0 0,0-1-1 0 0,0 1 0 0 0,0 0 0 0 0,-1 0 0 0 0,1 0 0 0 0,0 0 0 0 0,0-1 0 0 0,-1 1 0 0 0,1 0 0 0 0,-1 0 1 0 0,1-1-1 0 0,-1 1 0 0 0,1 0 0 0 0,-1-1 0 0 0,1 1 0 0 0,-1 0 0 0 0,1-1 0 0 0,-1 1 0 0 0,0-1 0 0 0,0 1 1 0 0,1-1-1 0 0,-1 0 0 0 0,0 1 0 0 0,0-1 0 0 0,1 1 0 0 0,-1-1 0 0 0,0 0 0 0 0,0 0 0 0 0,0 0 1 0 0,1 1-1 0 0,-1-1 0 0 0,0 0 0 0 0,0 0 0 0 0,0 0 0 0 0,0 0 0 0 0,-3 0 29 0 0,-1 1 35 0 0,5-14-120 0 0,-1 9 73 0 0,1 0 1 0 0,0 1 0 0 0,0-1-1 0 0,0 0 1 0 0,0 0-1 0 0,1 1 1 0 0,-1-1-1 0 0,1 1 1 0 0,0-1 0 0 0,2-5-1 0 0,21-44 124 0 0,-19 40-119 0 0,0-1 1 0 0,1 1-1 0 0,1 1 0 0 0,0-1 0 0 0,0 1 0 0 0,17-20 0 0 0,-5 9-11 0 0,-17 21-15 0 0,0 0 1 0 0,-1-1-1 0 0,1 1 0 0 0,0 0 0 0 0,0 0 0 0 0,0 0 0 0 0,0 0 0 0 0,1 0 0 0 0,-1 1 0 0 0,0-1 0 0 0,1 1 0 0 0,-1-1 0 0 0,1 1 0 0 0,3-1 0 0 0,-4 1-6 0 0,1 0 0 0 0,-1 0 0 0 0,1 1-1 0 0,-1-1 1 0 0,1 1 0 0 0,-1 0 0 0 0,1 0 0 0 0,0 0-1 0 0,-1 0 1 0 0,1 0 0 0 0,-1 0 0 0 0,1 1-1 0 0,-1-1 1 0 0,1 1 0 0 0,-1-1 0 0 0,1 1 0 0 0,2 2-1 0 0,4 2 13 0 0,-1 1 0 0 0,0 0-1 0 0,0 1 1 0 0,12 13 0 0 0,-12-12 11 0 0,4 2 29 0 0,-2 1 0 0 0,0-1 0 0 0,0 2 0 0 0,-1-1 0 0 0,0 1 0 0 0,-1 1 0 0 0,0-1 0 0 0,-1 2 0 0 0,7 18 0 0 0,-9-12-7 0 0,-5-18-33 0 0,1 1-1 0 0,-1-1 0 0 0,0 1 1 0 0,1-1-1 0 0,0 1 0 0 0,0-1 1 0 0,0 1-1 0 0,0-1 1 0 0,0 0-1 0 0,0 0 0 0 0,1 1 1 0 0,-1-1-1 0 0,1 0 0 0 0,-1 0 1 0 0,1 0-1 0 0,0-1 0 0 0,0 1 1 0 0,0 0-1 0 0,0-1 0 0 0,0 1 1 0 0,2 1-1 0 0,14 10 112 0 0,0-2-2246 0 0,0-21 788 0 0,-16 9 1048 0 0,1-1-1 0 0,0 1 1 0 0,0-1 0 0 0,-1 0 0 0 0,1 0-1 0 0,-1 0 1 0 0,0 0 0 0 0,0 0 0 0 0,1-1-1 0 0,-1 1 1 0 0,-1 0 0 0 0,1-1 0 0 0,0 0-1 0 0,-1 1 1 0 0,1-1 0 0 0,-1 0 0 0 0,0 0-1 0 0,0 0 1 0 0,0 0 0 0 0,0 0 0 0 0,0 0-1 0 0,-1 0 1 0 0,1-3 0 0 0,24-68-5856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2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355 176 560 0 0,'-1'0'259'0'0,"0"1"0"0"0,-1-1 0 0 0,1 0 0 0 0,0 0 0 0 0,-1 0 0 0 0,1 0 0 0 0,0-1 0 0 0,-1 1 1 0 0,1 0-1 0 0,0 0 0 0 0,-1-1 0 0 0,1 1 0 0 0,0-1 0 0 0,-1 1 0 0 0,1-1 0 0 0,0 0 0 0 0,0 1 0 0 0,0-1 0 0 0,-1-1 0 0 0,-2-25 3519 0 0,4 16-4106 0 0,0 9 349 0 0,1 0-1 0 0,-1 0 1 0 0,1 0 0 0 0,0 0-1 0 0,-1 0 1 0 0,1 0 0 0 0,0 0-1 0 0,0 1 1 0 0,0-1 0 0 0,0 0 0 0 0,1 0-1 0 0,-1 1 1 0 0,0-1 0 0 0,1 1-1 0 0,-1-1 1 0 0,1 1 0 0 0,-1 0-1 0 0,1 0 1 0 0,0-1 0 0 0,-1 1 0 0 0,1 0-1 0 0,0 0 1 0 0,4-1 0 0 0,17-14 122 0 0,-16 8-103 0 0,1 1-1 0 0,0 0 1 0 0,1 1 0 0 0,-1 0-1 0 0,1 0 1 0 0,1 0-1 0 0,16-6 1 0 0,-20 9-33 0 0,0 0 1 0 0,0 1-1 0 0,1 0 0 0 0,-1 0 1 0 0,0 0-1 0 0,1 1 0 0 0,-1 0 1 0 0,1 0-1 0 0,-1 1 0 0 0,1 0 1 0 0,-1 0-1 0 0,1 0 0 0 0,0 1 1 0 0,9 2-1 0 0,7 4 40 0 0,-18-6-38 0 0,0 0 0 0 0,0 0-1 0 0,0 1 1 0 0,0 0 0 0 0,0 0 0 0 0,0 0-1 0 0,7 5 1 0 0,-11-6-1 0 0,1 1 0 0 0,-1-1 1 0 0,0 0-1 0 0,0 1 0 0 0,0-1 0 0 0,0 1 0 0 0,0 0 1 0 0,0-1-1 0 0,0 1 0 0 0,-1 0 0 0 0,1-1 1 0 0,0 1-1 0 0,-1 0 0 0 0,1 0 0 0 0,-1 0 0 0 0,0 0 1 0 0,0-1-1 0 0,0 1 0 0 0,0 0 0 0 0,0 0 0 0 0,0 0 1 0 0,0 0-1 0 0,-1 0 0 0 0,1-1 0 0 0,0 1 0 0 0,-1 0 1 0 0,-1 2-1 0 0,-2 7 67 0 0,0-1 1 0 0,-1-1 0 0 0,0 1-1 0 0,0-1 1 0 0,-1 1-1 0 0,0-2 1 0 0,-1 1 0 0 0,0-1-1 0 0,-1 0 1 0 0,1 0-1 0 0,-1-1 1 0 0,-1 0 0 0 0,0-1-1 0 0,-11 8 1 0 0,-22 14 766 0 0,32-20-467 0 0,-1 0 1 0 0,0-1-1 0 0,0-1 0 0 0,-1 0 1 0 0,-22 9-1 0 0,-1-5 308 0 0,-1 0 0 0 0,1-2-1 0 0,-1-2 1 0 0,-1-1-1 0 0,-50 0 1 0 0,64-5-561 0 0,7 1-91 0 0,1 0 0 0 0,-1-1-1 0 0,1-1 1 0 0,-1-1 0 0 0,-24-5-1 0 0,40 7-29 0 0,0 0-1 0 0,0 0 0 0 0,0 0 0 0 0,-1 0 0 0 0,1 0 0 0 0,0 0 0 0 0,0 0 0 0 0,0-1 0 0 0,0 1 0 0 0,-1 0 0 0 0,1 0 0 0 0,0 0 0 0 0,0 0 0 0 0,0 0 1 0 0,0 0-1 0 0,0 0 0 0 0,0 0 0 0 0,-1 0 0 0 0,1-1 0 0 0,0 1 0 0 0,0 0 0 0 0,0 0 0 0 0,0 0 0 0 0,0 0 0 0 0,0 0 0 0 0,0-1 0 0 0,0 1 0 0 0,0 0 1 0 0,0 0-1 0 0,0 0 0 0 0,-1 0 0 0 0,1 0 0 0 0,0-1 0 0 0,0 1 0 0 0,0 0 0 0 0,0 0 0 0 0,0 0 0 0 0,0 0 0 0 0,0-1 0 0 0,1 1 0 0 0,-1 0 1 0 0,0 0-1 0 0,0 0 0 0 0,0 0 0 0 0,0-1 0 0 0,0 1 0 0 0,0 0 0 0 0,0 0 0 0 0,0 0 0 0 0,0 0 0 0 0,0 0 0 0 0,0 0 0 0 0,0-1 0 0 0,1 1 0 0 0,-1 0 1 0 0,0 0-1 0 0,0 0 0 0 0,0 0 0 0 0,0 0 0 0 0,1 0 0 0 0,12-8 1 0 0,0 0-33 0 0,-11 6 9 0 0,-1 1 0 0 0,0-1 0 0 0,1 1 0 0 0,-1-1 0 0 0,1 1 1 0 0,-1 0-1 0 0,1 0 0 0 0,0 0 0 0 0,0 0 0 0 0,-1 0 0 0 0,1 0 0 0 0,0 0 1 0 0,0 1-1 0 0,0-1 0 0 0,0 1 0 0 0,0-1 0 0 0,0 1 0 0 0,0 0 0 0 0,0 0 0 0 0,4 0 1 0 0,18-1-102 0 0,1 0 1 0 0,-1 2-1 0 0,38 7 1 0 0,23 17-90 0 0,-31-8 209 0 0,-1 3 1 0 0,0 1 0 0 0,84 50-1 0 0,-105-50 25 0 0,62 39 107 0 0,-88-57-269 0 0,0 0 1 0 0,0 0 0 0 0,1-1 0 0 0,-1 0 0 0 0,0 0-1 0 0,1 0 1 0 0,0-1 0 0 0,-1 0 0 0 0,1 0 0 0 0,0-1-1 0 0,12 0 1 0 0,-14-2-407 0 0,0 1 0 0 0,0-1 0 0 0,-1 0 1 0 0,1 0-1 0 0,0 0 0 0 0,-1-1 0 0 0,0 1 0 0 0,1-1 0 0 0,-1 0 0 0 0,-1-1 0 0 0,1 1 0 0 0,0-1 0 0 0,5-6 0 0 0,21-26-4188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0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83 960 0 0,'25'0'2415'0'0,"-20"0"-361"0"0,-4-9 2189 0 0,-1 8-4296 0 0,0 0-1 0 0,1 0 1 0 0,-1 0-1 0 0,0 0 1 0 0,0 0 0 0 0,0 0-1 0 0,0 0 1 0 0,0 0-1 0 0,-1 0 1 0 0,1 1 0 0 0,0-1-1 0 0,0 0 1 0 0,-1 0-1 0 0,1 0 1 0 0,0 0 0 0 0,-1 0-1 0 0,1 0 1 0 0,-1 1-1 0 0,1-1 1 0 0,-1 0 0 0 0,1 0-1 0 0,-2 0 1 0 0,-12-6-756 0 0,17 2 67 0 0,-1 4 577 0 0,-1 1-1 0 0,0-1 1 0 0,0 0-1 0 0,0 0 1 0 0,0 1-1 0 0,0-1 1 0 0,-1 0-1 0 0,1 0 1 0 0,0 0-1 0 0,0 0 1 0 0,-1 0-1 0 0,1 0 1 0 0,0 0-1 0 0,-1-1 1 0 0,1 1-1 0 0,-1 0 1 0 0,1 0-1 0 0,-1 0 1 0 0,0 0-1 0 0,1-1 1 0 0,-1 1-1 0 0,0 0 1 0 0,0-3-1 0 0,0-9-2115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13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2801 0 0,'37'-26'3124'0'0,"50"-44"0"0"0,0-1-1461 0 0,-60 43-1346 0 0,-25 24-264 0 0,1 1 1 0 0,-1-1 0 0 0,1 1-1 0 0,0 0 1 0 0,0 0 0 0 0,1 0 0 0 0,-1 0-1 0 0,7-4 1 0 0,-1 3 36 0 0,-7 4-74 0 0,-1 0 0 0 0,0 0 0 0 0,0-1 1 0 0,0 1-1 0 0,0 0 0 0 0,0-1 0 0 0,0 1 1 0 0,0-1-1 0 0,-1 1 0 0 0,1-1 0 0 0,0 0 0 0 0,0 1 1 0 0,0-1-1 0 0,0 0 0 0 0,-1 0 0 0 0,1 1 1 0 0,0-1-1 0 0,-1 0 0 0 0,1 0 0 0 0,-1 0 0 0 0,1 0 1 0 0,-1 0-1 0 0,1 0 0 0 0,-1 0 0 0 0,1 0 1 0 0,-1 0-1 0 0,0 0 0 0 0,1-2 0 0 0,-1 2-5 0 0,0 1-1 0 0,0-1 1 0 0,0 0-1 0 0,0 1 1 0 0,0-1-1 0 0,0 0 1 0 0,1 1-1 0 0,-1-1 1 0 0,0 0-1 0 0,0 1 1 0 0,1-1-1 0 0,-1 0 1 0 0,0 1-1 0 0,1-1 1 0 0,-1 1-1 0 0,1-1 1 0 0,-1 1-1 0 0,1-1 1 0 0,-1 1-1 0 0,1-1 1 0 0,-1 1-1 0 0,1 0 1 0 0,-1-1-1 0 0,1 1 1 0 0,0 0-1 0 0,-1-1 0 0 0,1 1 1 0 0,0 0-1 0 0,-1 0 1 0 0,1 0-1 0 0,0-1 1 0 0,-1 1-1 0 0,1 0 1 0 0,0 0-1 0 0,-1 0 1 0 0,2 0-1 0 0,-2 0 3 0 0,1 0-1 0 0,-1 0 0 0 0,1 0 0 0 0,-1 0 0 0 0,1 0 0 0 0,-1 0 0 0 0,1 0 0 0 0,-1 0 1 0 0,1 0-1 0 0,-1 0 0 0 0,1 0 0 0 0,-1-1 0 0 0,1 1 0 0 0,-1 0 0 0 0,0 0 0 0 0,1-1 0 0 0,-1 1 1 0 0,1 0-1 0 0,-1-1 0 0 0,0 1 0 0 0,1 0 0 0 0,-1-1 0 0 0,0 1 0 0 0,1 0 0 0 0,-1-1 1 0 0,0 1-1 0 0,1-1 0 0 0,-1 1 0 0 0,0-1 0 0 0,0 1 0 0 0,0-1 0 0 0,0 1 0 0 0,1-1 1 0 0,-1 0-5 0 0,0 1 0 0 0,0-1 1 0 0,0 0-1 0 0,0 1 1 0 0,1-1-1 0 0,-1 1 1 0 0,0-1-1 0 0,0 1 1 0 0,1-1-1 0 0,-1 1 1 0 0,0 0-1 0 0,1-1 1 0 0,-1 1-1 0 0,0-1 1 0 0,1 1-1 0 0,-1 0 1 0 0,1-1-1 0 0,-1 1 0 0 0,1 0 1 0 0,-1-1-1 0 0,1 1 1 0 0,-1 0-1 0 0,1 0 1 0 0,-1-1-1 0 0,1 1 1 0 0,-1 0-1 0 0,1 0 1 0 0,-1 0-1 0 0,1 0 1 0 0,0 0-1 0 0,0-1 16 0 0,0 1-1 0 0,0 0 1 0 0,0 0-1 0 0,-1 0 1 0 0,1-1 0 0 0,0 1-1 0 0,0 0 1 0 0,0-1-1 0 0,-1 1 1 0 0,1 0-1 0 0,0-1 1 0 0,-1 1 0 0 0,1-1-1 0 0,0 0 1 0 0,-1 1-1 0 0,1-1 1 0 0,-1 1-1 0 0,1-1 1 0 0,-1 0 0 0 0,1 0-1 0 0,-1 1 1 0 0,1-1-1 0 0,-1 0 1 0 0,1 0-1 0 0,-1 1 1 0 0,0-1 0 0 0,0 0-1 0 0,1 0 1 0 0,-1 0-1 0 0,0 0 1 0 0,0 1-1 0 0,0-3 1 0 0,5 2 163 0 0,15 1 40 0 0,-15 0 493 0 0,-6 46 391 0 0,0-25-932 0 0,1 0 0 0 0,1 0 0 0 0,5 29 0 0 0,4-10 5 0 0,-6-26-132 0 0,0 1-1 0 0,-2 0 0 0 0,1 0 0 0 0,-1 21 1 0 0,-1-20 3 0 0,1 0-1 0 0,0 1 1 0 0,8 24 0 0 0,-7-29-46 0 0,0-1-1 0 0,0 1 0 0 0,-1 0 0 0 0,-1 0 0 0 0,0 0 0 0 0,-1 0 1 0 0,0 0-1 0 0,-3 20 0 0 0,-3-3-25 0 0,0-3-46 0 0,1 1 1 0 0,1-1 0 0 0,0 32-1 0 0,4-57-72 0 0,0 0 0 0 0,0 0 0 0 0,0 0 0 0 0,-1 0 0 0 0,1 0 0 0 0,0 0 0 0 0,-1 0 0 0 0,1 0 0 0 0,-1-1 0 0 0,1 1 0 0 0,-1 0 0 0 0,1 0 0 0 0,-1 0 0 0 0,0 0 0 0 0,0-1 0 0 0,1 1 0 0 0,-1 0-1 0 0,0-1 1 0 0,0 1 0 0 0,1-1 0 0 0,-1 1 0 0 0,0-1 0 0 0,0 1 0 0 0,0-1 0 0 0,0 1 0 0 0,0-1 0 0 0,-1 1 0 0 0,15-1-4688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1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36 5042 0 0,'0'-1'75'0'0,"0"1"-1"0"0,0-1 1 0 0,-1 1-1 0 0,1-1 1 0 0,0 1-1 0 0,0 0 1 0 0,0-1 0 0 0,0 1-1 0 0,-1 0 1 0 0,1-1-1 0 0,0 1 1 0 0,0 0-1 0 0,-1-1 1 0 0,1 1-1 0 0,0 0 1 0 0,0-1-1 0 0,-1 1 1 0 0,1 0-1 0 0,0 0 1 0 0,-1-1-1 0 0,1 1 1 0 0,0 0-1 0 0,-1 0 1 0 0,1 0 0 0 0,-1-1-1 0 0,1 1 1 0 0,0 0-1 0 0,-1 0 1 0 0,1 0-1 0 0,-1 0 1 0 0,1 0-1 0 0,0 0 1 0 0,-1 0-1 0 0,1 0 1 0 0,-1 0-1 0 0,1 0 1 0 0,-1 0-1 0 0,1 0 1 0 0,0 0-1 0 0,-1 0 1 0 0,1 0-1 0 0,-1 1 1 0 0,1-1 0 0 0,0 0-1 0 0,-1 0 1 0 0,1 0-1 0 0,0 1 1 0 0,-1-1-1 0 0,1 0 1 0 0,0 0-1 0 0,-1 1 1 0 0,1-1-1 0 0,0 0 1 0 0,0 1-1 0 0,-1-1 1 0 0,1 1-70 0 0,0-1 0 0 0,0 0 0 0 0,-1 0 0 0 0,1 1 0 0 0,0-1-1 0 0,0 0 1 0 0,-1 0 0 0 0,1 0 0 0 0,0 1 0 0 0,0-1 0 0 0,-1 0 0 0 0,1 0 0 0 0,0 0 0 0 0,0 0 0 0 0,-1 0 0 0 0,1 0 0 0 0,0 1 0 0 0,-1-1 0 0 0,1 0 0 0 0,0 0 0 0 0,0 0-1 0 0,-1 0 1 0 0,1 0 0 0 0,0 0 0 0 0,-1 0 0 0 0,1 0 0 0 0,0 0 0 0 0,-1 0 0 0 0,1 0 0 0 0,0-1 0 0 0,0 1 0 0 0,-1 0 0 0 0,1 0 0 0 0,0 0 0 0 0,-1 0 0 0 0,1 0-1 0 0,0 0 1 0 0,0-1 0 0 0,-1 1 0 0 0,1 0 0 0 0,0 0 0 0 0,0 0 0 0 0,0-1 0 0 0,-1 1 0 0 0,1 0 0 0 0,0 0 0 0 0,0-1 0 0 0,0 1 0 0 0,0-1 1022 0 0,0-6-800 0 0,0 6-208 0 0,0 0 1 0 0,0 0-1 0 0,0 0 1 0 0,0 1 0 0 0,0-1-1 0 0,0 0 1 0 0,-1 0 0 0 0,1 0-1 0 0,0 1 1 0 0,0-1 0 0 0,0 0-1 0 0,-1 0 1 0 0,1 0-1 0 0,0 1 1 0 0,-1-1 0 0 0,1 0-1 0 0,-1 1 1 0 0,1-1 0 0 0,-1 0-1 0 0,1 1 1 0 0,-1-1-1 0 0,1 1 1 0 0,-1-1 0 0 0,0 1-1 0 0,1-1 1 0 0,-1 1 0 0 0,0-1-1 0 0,0 1 1 0 0,1-1 0 0 0,-1 1-1 0 0,0 0 1 0 0,0 0-1 0 0,1-1 1 0 0,-1 1 0 0 0,0 0-1 0 0,0 0 1 0 0,0 0 0 0 0,1 0-1 0 0,-1 0 1 0 0,0 0-1 0 0,0 0 1 0 0,0 0 0 0 0,0 0-1 0 0,1 0 1 0 0,-1 0 0 0 0,0 1-1 0 0,0-1 1 0 0,1 0 0 0 0,-1 1-1 0 0,0-1 1 0 0,0 0-1 0 0,-1 2 1 0 0,2 42 794 0 0,0-43-809 0 0,0 0 0 0 0,0 0 0 0 0,0 0 0 0 0,0 0 0 0 0,0 0 1 0 0,-1 0-1 0 0,1 0 0 0 0,0 0 0 0 0,0-1 0 0 0,-1 1 0 0 0,1 0 0 0 0,-1 0 0 0 0,1 0 1 0 0,-1 0-1 0 0,1-1 0 0 0,-1 1 0 0 0,0 0 0 0 0,1 0 0 0 0,-1-1 0 0 0,0 1 0 0 0,0-1 0 0 0,1 1 1 0 0,-1 0-1 0 0,0-1 0 0 0,-1 1 0 0 0,1 0 8 0 0,0-1 1 0 0,-1 1-1 0 0,1 0 0 0 0,0 0 1 0 0,0-1-1 0 0,0 1 0 0 0,0 0 1 0 0,1 0-1 0 0,-1 0 0 0 0,0 0 1 0 0,0 0-1 0 0,0 0 0 0 0,1 1 1 0 0,-1-1-1 0 0,1 0 1 0 0,-1 0-1 0 0,1 0 0 0 0,-1 1 1 0 0,1-1-1 0 0,0 0 0 0 0,-1 1 1 0 0,1-1-1 0 0,0 0 0 0 0,0 1 1 0 0,0 1-1 0 0,2 30 281 0 0,-1-22-224 0 0,0 0 0 0 0,-1 0 0 0 0,0 0 0 0 0,-1 0 0 0 0,0 0 0 0 0,-1-1 0 0 0,-3 14 0 0 0,-5-6-44 0 0,8-15-14 0 0,0 0-1 0 0,0 0 0 0 0,1 0 1 0 0,-1 0-1 0 0,1 1 0 0 0,0-1 0 0 0,0 0 1 0 0,0 1-1 0 0,0-1 0 0 0,1 1 1 0 0,-1-1-1 0 0,1 4 0 0 0,0 7 36 0 0,1-9-33 0 0,-1 0 0 0 0,0 0 0 0 0,0-1 0 0 0,0 1 0 0 0,-1 0 0 0 0,1-1 0 0 0,-1 1 0 0 0,-3 8 1 0 0,3-12-14 0 0,-3 8 31 0 0,0-1 0 0 0,1 1-1 0 0,0 0 1 0 0,0 0 0 0 0,1 1 0 0 0,0-1 0 0 0,1 0 0 0 0,0 1 0 0 0,0 13 0 0 0,0 1 23 0 0,0-18-45 0 0,0 0 1 0 0,1 1-1 0 0,0-1 1 0 0,0 0-1 0 0,0 1 1 0 0,1-1-1 0 0,0 0 1 0 0,1 1-1 0 0,2 7 1 0 0,5 1 24 0 0,-7-13-27 0 0,0 1 1 0 0,0 0-1 0 0,-1 0 0 0 0,1 0 1 0 0,-1 0-1 0 0,0 0 0 0 0,0 0 1 0 0,0 0-1 0 0,0 0 0 0 0,0 0 1 0 0,-1 0-1 0 0,1 1 0 0 0,-1-1 0 0 0,0 5 1 0 0,0-8-9 0 0,0 1 0 0 0,-1 0 0 0 0,1 0 0 0 0,0 0 0 0 0,0 0 0 0 0,0 1 0 0 0,0-1 0 0 0,0 0 0 0 0,0 0 0 0 0,0 0 0 0 0,0 0 0 0 0,0 0 0 0 0,1 0 0 0 0,-1 1 0 0 0,0-1 0 0 0,1 0 0 0 0,-1 0 0 0 0,1 0 0 0 0,-1 0 0 0 0,1 0 0 0 0,0 0 0 0 0,0 1 0 0 0,19-3-54 0 0,-19 0 59 0 0,-1 1 0 0 0,0 0 0 0 0,1-1-1 0 0,-1 1 1 0 0,1 0 0 0 0,-1-1-1 0 0,0 1 1 0 0,1-1 0 0 0,-1 1-1 0 0,0-1 1 0 0,1 1 0 0 0,-1-1-1 0 0,0 1 1 0 0,1-1 0 0 0,-1 1 0 0 0,0-1-1 0 0,0 1 1 0 0,0-1 0 0 0,0 1-1 0 0,0-1 1 0 0,0 1 0 0 0,0-1-1 0 0,0 1 1 0 0,0-1 0 0 0,0 0-1 0 0,0 0 1 0 0,-1-9 162 0 0,1-403 807 0 0,0 412-667 0 0,0 1-305 0 0,0 1 1 0 0,0-1-1 0 0,0 0 1 0 0,0 0-1 0 0,-1 0 1 0 0,1 0-1 0 0,0 1 1 0 0,0-1-1 0 0,0 0 1 0 0,0 0-1 0 0,0 0 1 0 0,0 0 0 0 0,0 1-1 0 0,0-1 1 0 0,0 0-1 0 0,0 0 1 0 0,0 0-1 0 0,0 1 1 0 0,0-1-1 0 0,0 0 1 0 0,0 0-1 0 0,0 0 1 0 0,0 1-1 0 0,0-1 1 0 0,0 0 0 0 0,0 0-1 0 0,0 0 1 0 0,0 0-1 0 0,0 1 1 0 0,1-1-1 0 0,-1 0 1 0 0,0 0-1 0 0,0 0 1 0 0,0 0-1 0 0,0 0 1 0 0,0 1 0 0 0,0-1-1 0 0,1 0 1 0 0,-1 0-1 0 0,0 0 1 0 0,0 0-1 0 0,0 0 1 0 0,0 0-1 0 0,1 0 1 0 0,-1 1-1 0 0,0-1 1 0 0,0 0-1 0 0,0 0 1 0 0,0 0 0 0 0,1 0-1 0 0,-1 0 1 0 0,0 0-1 0 0,0 0 1 0 0,0 0-1 0 0,1 0 1 0 0,-1 0-1 0 0,0 0 1 0 0,0 0-1 0 0,0 0 1 0 0,1 0 0 0 0,-1 0-1 0 0,0-1 1 0 0,1 1 9 0 0,0 0-5 0 0,0 0 0 0 0,1 1 0 0 0,-1-1 0 0 0,0 0 0 0 0,0 0 0 0 0,1 0 0 0 0,-1 1 0 0 0,0-1 0 0 0,0 1 0 0 0,0-1 0 0 0,0 1 1 0 0,1-1-1 0 0,-1 1 0 0 0,0 0 0 0 0,0 0 0 0 0,0-1 0 0 0,0 1 0 0 0,-1 0 0 0 0,1 0 0 0 0,1 1 0 0 0,-1 0 3 0 0,0-1 0 0 0,-1 0 0 0 0,1 0 0 0 0,0 0 0 0 0,-1 0 0 0 0,1 0 0 0 0,0 0 0 0 0,0 0 0 0 0,0 0 0 0 0,0 0 0 0 0,0 0 0 0 0,0-1 0 0 0,0 1 0 0 0,1 0 0 0 0,-1-1 0 0 0,0 1 0 0 0,2 0 0 0 0,3 3 36 0 0,18 33 130 0 0,-12-13-98 0 0,-5-12-50 0 0,0-2-21 0 0,0 1 0 0 0,-1-1 0 0 0,0 1 1 0 0,-1 0-1 0 0,-1 1 0 0 0,1-1 0 0 0,-2 1 0 0 0,0 0 0 0 0,0 0 0 0 0,1 17 1 0 0,-3-19 11 0 0,0-1 0 0 0,0 1 1 0 0,1-1-1 0 0,1 1 1 0 0,0-1-1 0 0,0 0 0 0 0,0 0 1 0 0,1-1-1 0 0,1 1 1 0 0,7 12-1 0 0,4 2 52 0 0,1-1 0 0 0,28 30 0 0 0,-1-20-168 0 0,-34-25 48 0 0,-8-7-55 0 0,-1-1 1 0 0,1 1-1 0 0,-1 0 1 0 0,1 0-1 0 0,-1-1 1 0 0,1 1-1 0 0,-1-1 1 0 0,1 1-1 0 0,-1-1 1 0 0,1 0-1 0 0,-1 1 1 0 0,0-1-1 0 0,0 0 1 0 0,1 0-1 0 0,-1 0 1 0 0,0 0 0 0 0,0 0-1 0 0,0 0 1 0 0,0 0-1 0 0,0-1 1 0 0,0 1-1 0 0,0 0 1 0 0,0 0-1 0 0,0-1 1 0 0,-1 1-1 0 0,1-1 1 0 0,-1 1-1 0 0,1-1 1 0 0,-1 1-1 0 0,1-1 1 0 0,-1 1-1 0 0,0-3 1 0 0,1 1-218 0 0,-1 0 1 0 0,0-1-1 0 0,1 1 1 0 0,0 0-1 0 0,0-1 1 0 0,0 1-1 0 0,0 0 1 0 0,0 0-1 0 0,1 0 1 0 0,-1 0-1 0 0,5-5 0 0 0,9-19-2208 0 0,15-53-4555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1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13 80 0 0,'-5'-1'2908'0'0,"-100"-11"7684"0"0,100 12-8898 0 0,10 0-1201 0 0,195 13 1908 0 0,-91-13-2269 0 0,-42 0-6080 0 0,-72-1 1475 0 0,-10-5 2201 0 0,15 6 2094 0 0,-5-6-3090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29:16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2241 0 0,'0'1'220'0'0,"0"0"-1"0"0,-1 0 1 0 0,1 0-1 0 0,0 0 1 0 0,-1 0-1 0 0,1-1 1 0 0,-1 1 0 0 0,1 0-1 0 0,-1 0 1 0 0,1-1-1 0 0,-1 1 1 0 0,0 0-1 0 0,1-1 1 0 0,-1 1-1 0 0,0 0 1 0 0,0-1 0 0 0,1 1-1 0 0,-1-1 1 0 0,0 0-1 0 0,0 1 1 0 0,0-1-1 0 0,1 1 1 0 0,-1-1 0 0 0,0 0-1 0 0,0 0 1 0 0,-2 1-1 0 0,-34 6 1325 0 0,28-6-1026 0 0,-48 6 665 0 0,-20 1 932 0 0,58-5-444 0 0,27-1 564 0 0,-8-3-2223 0 0,0 1 1 0 0,0 0-1 0 0,1 0 1 0 0,-1 0-1 0 0,0 0 1 0 0,0 0 0 0 0,0 0-1 0 0,0 0 1 0 0,1 0-1 0 0,-1 0 1 0 0,0 0-1 0 0,0 0 1 0 0,0 0-1 0 0,0 0 1 0 0,1 0-1 0 0,-1 0 1 0 0,0 1 0 0 0,0-1-1 0 0,0 0 1 0 0,0 0-1 0 0,0 0 1 0 0,1 0-1 0 0,-1 0 1 0 0,0 0-1 0 0,0 0 1 0 0,0 0 0 0 0,0 0-1 0 0,0 1 1 0 0,1-1-1 0 0,-1 0 1 0 0,0 0-1 0 0,0 0 1 0 0,0 0-1 0 0,0 0 1 0 0,0 1 0 0 0,0-1-1 0 0,0 0 1 0 0,0 0-1 0 0,0 0 1 0 0,0 0-1 0 0,0 1 1 0 0,0-1-1 0 0,0 0 1 0 0,0 0 0 0 0,0 0-1 0 0,0 0 1 0 0,0 1-1 0 0,0-1 1 0 0,0 0-1 0 0,5 6 174 0 0,130 9 154 0 0,-9-1-586 0 0,-99-10-213 0 0,54 8-2158 0 0,-75-11 1720 0 0,1 0-1 0 0,-1-1 1 0 0,1 0 0 0 0,-1 0-1 0 0,1-1 1 0 0,-1 0 0 0 0,1 0-1 0 0,9-3 1 0 0,-17 4 844 0 0,1 0 0 0 0,0 0 0 0 0,0 0 0 0 0,0 0 0 0 0,0 0 0 0 0,0 0 0 0 0,-1 0 0 0 0,1 0 0 0 0,0-1 0 0 0,0 1 0 0 0,0 0 0 0 0,0 0 0 0 0,0 0 0 0 0,-1 0 0 0 0,1 0 0 0 0,0 0 0 0 0,0 0 0 0 0,0 0 1 0 0,0-1-1 0 0,0 1 0 0 0,0 0 0 0 0,0 0 0 0 0,0 0 0 0 0,-1 0 0 0 0,1 0 0 0 0,0-1 0 0 0,0 1 0 0 0,0 0 0 0 0,0 0 0 0 0,0 0 0 0 0,0 0 0 0 0,0 0 0 0 0,0-1 0 0 0,0 1 0 0 0,0 0 0 0 0,0 0 0 0 0,0 0 0 0 0,0 0 0 0 0,0-1 0 0 0,0 1 0 0 0,0 0 0 0 0,0 0 0 0 0,0 0 0 0 0,0 0 0 0 0,0 0 0 0 0,1-1 0 0 0,-1 1 0 0 0,0 0 0 0 0,0 0 0 0 0,0 0 0 0 0,0 0 0 0 0,0 0 0 0 0,0-1 1 0 0,0 1-1 0 0,0 0 0 0 0,1 0 0 0 0,-1 0 0 0 0,0 0 0 0 0,0 0 0 0 0,0 0 0 0 0,0 0 0 0 0,0 0 0 0 0,1 0 0 0 0,-1 0 0 0 0,0 0 0 0 0,0 0 0 0 0,0 0 0 0 0,1-1 0 0 0,-27-11-3162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0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31 240 0 0,'0'0'2481'0'0,"0"-6"-800"0"0,-24 6-641 0 0,24-6-639 0 0,0-1-2082 0 0,0 1-240 0 0,-30 0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09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19 400 0 0,'-30'-7'3762'0'0,"0"7"-2722"0"0,30-6-800 0 0,0 0-4401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10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95 880 0 0,'31'-6'2001'0'0,"-31"0"-240"0"0,0 1 720 0 0,0-3-960 0 0,-31 8-1361 0 0,31-6-240 0 0,0 0-80 0 0,0-7 0 0 0,0 7-320 0 0,0-7-881 0 0,0-1-720 0 0,0 9-240 0 0,0-1 240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4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56 3121 0 0,'-6'-5'4240'0'0,"-12"5"-3137"0"0,7-1 1078 0 0,5 0-2156 0 0,5 1-21 0 0,0 0 0 0 0,1 0 1 0 0,-1 0-1 0 0,0 0 0 0 0,0-1 0 0 0,0 1 1 0 0,0 0-1 0 0,1 0 0 0 0,-1-1 0 0 0,0 1 0 0 0,0 0 1 0 0,1-1-1 0 0,-1 1 0 0 0,0-1 0 0 0,1 1 0 0 0,-1-1 1 0 0,0 1-1 0 0,1-1 0 0 0,-1 0 0 0 0,1 1 1 0 0,-1-1-1 0 0,1 0 0 0 0,-1 1 0 0 0,1-1 0 0 0,-1 0 1 0 0,1 0-1 0 0,0 1 0 0 0,-1-1 0 0 0,1 0 1 0 0,0 0-1 0 0,-1-1 0 0 0,1 2 4 0 0,0-1 1 0 0,-1 0-1 0 0,1 0 1 0 0,-1 0-1 0 0,0 1 1 0 0,1-1-1 0 0,-1 0 1 0 0,0 1-1 0 0,1-1 1 0 0,-1 0-1 0 0,0 1 1 0 0,0-1-1 0 0,0 1 1 0 0,1-1-1 0 0,-1 1 1 0 0,0-1-1 0 0,0 1 1 0 0,0 0-1 0 0,0 0 1 0 0,0-1-1 0 0,0 1 1 0 0,-1 0-1 0 0,-27-7 127 0 0,21 6-38 0 0,-2-2 141 0 0,0 1 0 0 0,0-1 0 0 0,-1 2 1 0 0,1 0-1 0 0,-1 0 0 0 0,1 1 0 0 0,-1 0 1 0 0,-15 3-1 0 0,0 0 261 0 0,1 2 0 0 0,-31 10 0 0 0,42-9-388 0 0,0 1-1 0 0,1 0 1 0 0,0 0-1 0 0,1 2 0 0 0,-1-1 1 0 0,2 2-1 0 0,-1 0 0 0 0,1 0 1 0 0,1 1-1 0 0,-18 22 0 0 0,18-20-77 0 0,1 0-1 0 0,1 1 0 0 0,0 0 1 0 0,-8 18-1 0 0,11-22-34 0 0,4-5 2 0 0,-1 1 0 0 0,1-1 0 0 0,0 1 0 0 0,1-1 0 0 0,-1 1 0 0 0,1 0 0 0 0,0-1 0 0 0,1 1 0 0 0,-1 0 0 0 0,1-1 0 0 0,0 1 0 0 0,0-1 0 0 0,1 0 0 0 0,-1 1 0 0 0,1-1 0 0 0,1 0 0 0 0,-1 0 0 0 0,6 10 0 0 0,-3-7 0 0 0,2 11 0 0 0,-6-17 0 0 0,-1 0 0 0 0,1 1 0 0 0,0-1 0 0 0,0 0 0 0 0,1 1 0 0 0,-1-1 0 0 0,0 0 0 0 0,1 0 0 0 0,-1 0 0 0 0,1 0 0 0 0,-1 0 0 0 0,1-1 0 0 0,0 1 0 0 0,0 0 0 0 0,0-1 0 0 0,0 1 0 0 0,0-1 0 0 0,5 2 0 0 0,18 8-32 0 0,0-2-1 0 0,0-1 0 0 0,1-1 0 0 0,0-1 0 0 0,1-2 0 0 0,51 3 0 0 0,-43-3 10 0 0,15 0-84 0 0,1-1 0 0 0,0-3 0 0 0,0-2-1 0 0,80-14 1 0 0,-109 13 71 0 0,0-2-1 0 0,-1-1 0 0 0,0 0 0 0 0,0-1 0 0 0,0-2 1 0 0,-1 0-1 0 0,-1-1 0 0 0,1-1 0 0 0,-2-1 1 0 0,0 0-1 0 0,0-2 0 0 0,29-28 0 0 0,-43 39 47 0 0,-1-1 1 0 0,0 0-1 0 0,0 1 0 0 0,0-1 1 0 0,0 0-1 0 0,-1 0 0 0 0,0-1 0 0 0,1 1 1 0 0,-2 0-1 0 0,1-1 0 0 0,0 1 0 0 0,-1-1 1 0 0,0 0-1 0 0,0 1 0 0 0,0-1 0 0 0,-1 0 1 0 0,0 0-1 0 0,1 1 0 0 0,-2-1 1 0 0,1 0-1 0 0,0 0 0 0 0,-1 1 0 0 0,0-1 1 0 0,0 0-1 0 0,-1 1 0 0 0,1-1 0 0 0,-1 1 1 0 0,0-1-1 0 0,0 1 0 0 0,-1 0 1 0 0,1 0-1 0 0,-1 0 0 0 0,0 0 0 0 0,0 0 1 0 0,-3-3-1 0 0,-5-4 21 0 0,0 1-1 0 0,0 0 1 0 0,-1 1 0 0 0,0 1-1 0 0,-1-1 1 0 0,0 2 0 0 0,0 0-1 0 0,-1 0 1 0 0,0 2 0 0 0,-16-6-1 0 0,-13 0 59 0 0,0 0 0 0 0,-1 3 0 0 0,-1 2 1 0 0,-75-1-1 0 0,87 8-224 0 0,0 0 1 0 0,0 3 0 0 0,0 0 0 0 0,0 3 0 0 0,0 0 0 0 0,-56 22 0 0 0,87-28 25 0 0,0 0 0 0 0,0 0 0 0 0,0 0 0 0 0,0 0 0 0 0,0 0 0 0 0,0 0 0 0 0,0 0 0 0 0,0 1 0 0 0,0-1 0 0 0,1 1 0 0 0,-3 2 0 0 0,4-4 69 0 0,0 1 0 0 0,-1-1-1 0 0,1 0 1 0 0,0 1 0 0 0,0-1-1 0 0,0 1 1 0 0,0-1 0 0 0,0 1-1 0 0,0-1 1 0 0,0 1 0 0 0,0-1 0 0 0,0 0-1 0 0,0 1 1 0 0,0-1 0 0 0,0 1-1 0 0,0-1 1 0 0,0 1 0 0 0,0-1-1 0 0,0 1 1 0 0,0-1 0 0 0,1 0-1 0 0,-1 1 1 0 0,0-1 0 0 0,0 1-1 0 0,1-1 1 0 0,-1 0 0 0 0,0 1-1 0 0,0-1 1 0 0,1 0 0 0 0,-1 1-1 0 0,0-1 1 0 0,1 1 0 0 0,5 2-412 0 0,-1 0 0 0 0,0 0-1 0 0,1 0 1 0 0,0-1 0 0 0,0 0 0 0 0,7 2 0 0 0,73 16-5577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2001 0 0,'-8'-5'4411'0'0,"-9"5"-3516"0"0,17 0-625 0 0,-5-1 2905 0 0,5 9-2425 0 0,-1-6-683 0 0,1-1 0 0 0,0 1 0 0 0,0 0 0 0 0,0-1 1 0 0,1 1-1 0 0,-1 0 0 0 0,0 0 0 0 0,1-1 0 0 0,-1 1 0 0 0,1 0 1 0 0,-1-1-1 0 0,1 1 0 0 0,0 0 0 0 0,0-1 0 0 0,0 1 0 0 0,0-1 1 0 0,0 0-1 0 0,0 1 0 0 0,0-1 0 0 0,0 0 0 0 0,3 3 0 0 0,66 61 1174 0 0,-59-54-1089 0 0,128 120 683 0 0,-70-68-756 0 0,-55-49-132 0 0,1-1 0 0 0,-1 0 0 0 0,20 12 0 0 0,-13-10-354 0 0,-17-13 76 0 0,-1 1-1 0 0,0-1 0 0 0,1 0 1 0 0,0 1-1 0 0,-1-2 1 0 0,1 1-1 0 0,0 0 1 0 0,0-1-1 0 0,8 2 1 0 0,18-5-3978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5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121 121 2001 0 0,'-121'12'8724'0'0,"152"-25"-8057"0"0,68-28 1020 0 0,-69 26-1003 0 0,56-18 0 0 0,-69 28-1335 0 0,57-15 1805 0 0,-49 16-4165 0 0,0 2-4072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7123 0 0,'-24'44'3682'0'0,"24"-6"-2722"0"0,0 20-79 0 0,0 11 319 0 0,0-3-79 0 0,0 3-481 0 0,0-19-320 0 0,0-12-560 0 0,24-19-1200 0 0,6-30-5524 0 0,1-16 962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27 5843 0 0,'0'0'149'0'0,"-1"-1"0"0"0,1 1 0 0 0,0-1 0 0 0,-1 1 0 0 0,1-1 0 0 0,-1 1 0 0 0,1-1 0 0 0,0 1 0 0 0,-1-1 0 0 0,1 1 0 0 0,-1 0 0 0 0,1-1 0 0 0,-1 1 0 0 0,0 0 0 0 0,1 0 0 0 0,-1-1 0 0 0,1 1 1 0 0,-1 0-1 0 0,0 0 0 0 0,1 0 0 0 0,-1-1 0 0 0,1 1 0 0 0,-1 0 0 0 0,0 0 0 0 0,1 0 0 0 0,-1 0 0 0 0,0 1 0 0 0,-29-2-92 0 0,15 1 101 0 0,-86-1 1169 0 0,56 3 294 0 0,267-8 5210 0 0,-92 2-9808 0 0,-9 2-7173 0 0,-147-6 3507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0:36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2081 0 0,'-7'2'993'0'0,"-1"-1"0"0"0,1-1-1 0 0,-1 1 1 0 0,0-1 0 0 0,-14-2 0 0 0,-3 0 787 0 0,26 6-884 0 0,-2-4-860 0 0,1 0 0 0 0,0 1 1 0 0,0-1-1 0 0,0 0 0 0 0,0 1 0 0 0,0-1 1 0 0,0 0-1 0 0,0 1 0 0 0,0-1 0 0 0,0 0 1 0 0,0 1-1 0 0,0-1 0 0 0,0 0 0 0 0,0 1 1 0 0,0-1-1 0 0,0 0 0 0 0,0 1 0 0 0,0-1 1 0 0,0 0-1 0 0,0 1 0 0 0,1-1 0 0 0,-1 0 1 0 0,0 1-1 0 0,0-1 0 0 0,0 0 0 0 0,1 0 1 0 0,-1 1-1 0 0,0-1 0 0 0,0 0 0 0 0,0 0 1 0 0,1 1-1 0 0,-1-1 0 0 0,0 0 0 0 0,1 0 1 0 0,0 1-1 0 0,126 19 2630 0 0,-53-10-2104 0 0,21 3-839 0 0,-58-9-2746 0 0,-48-8-5096 0 0,-20-2 4931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3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1108 142 1521 0 0,'0'-2'224'0'0,"0"1"0"0"0,0-1-1 0 0,0 0 1 0 0,-1 0 0 0 0,1 1 0 0 0,-1-1 0 0 0,1 1 0 0 0,-1-1 0 0 0,0 1 0 0 0,1-1 0 0 0,-1 1 0 0 0,0-1 0 0 0,0 1 0 0 0,0-1 0 0 0,0 1 0 0 0,0 0-1 0 0,-1 0 1 0 0,1 0 0 0 0,0-1 0 0 0,-1 1 0 0 0,1 0 0 0 0,0 1 0 0 0,-1-1 0 0 0,1 0 0 0 0,-1 0 0 0 0,0 1 0 0 0,1-1 0 0 0,-1 1 0 0 0,1-1-1 0 0,-1 1 1 0 0,-3-1 0 0 0,-14-6 628 0 0,19 6-838 0 0,-1 1 0 0 0,1 0 0 0 0,0 0 0 0 0,-1-1 0 0 0,1 1 0 0 0,-1 0 0 0 0,1-1 0 0 0,0 1 0 0 0,0-1 0 0 0,-1 1 0 0 0,1 0 0 0 0,0-1 0 0 0,0 1 0 0 0,-1-1 0 0 0,1 1 0 0 0,0-1 0 0 0,0 1 0 0 0,0-1 0 0 0,0 1 1 0 0,0-1-1 0 0,0 1 0 0 0,0-1 0 0 0,0 1 0 0 0,0-1 0 0 0,0 0 0 0 0,-5-11 74 0 0,-2 8-77 0 0,6 3-11 0 0,0 1 1 0 0,0 0 0 0 0,0-1-1 0 0,0 1 1 0 0,0-1-1 0 0,0 1 1 0 0,0-1 0 0 0,0 1-1 0 0,1-1 1 0 0,-1 0-1 0 0,0 1 1 0 0,0-1 0 0 0,1 0-1 0 0,-1 0 1 0 0,0 0-1 0 0,1 1 1 0 0,-1-1 0 0 0,1 0-1 0 0,-1 0 1 0 0,1 0-1 0 0,-1 0 1 0 0,1 0 0 0 0,0 0-1 0 0,-1 0 1 0 0,1 0-1 0 0,0-2 1 0 0,-1 2 22 0 0,0-1-1 0 0,0 1 1 0 0,1-1 0 0 0,-2 1 0 0 0,1-1-1 0 0,0 1 1 0 0,0-1 0 0 0,0 1-1 0 0,-1 0 1 0 0,1 0 0 0 0,0 0 0 0 0,-1 0-1 0 0,1 0 1 0 0,-1 0 0 0 0,1 0-1 0 0,-1 0 1 0 0,0 0 0 0 0,1 1 0 0 0,-1-1-1 0 0,0 1 1 0 0,0-1 0 0 0,1 1-1 0 0,-1 0 1 0 0,0 0 0 0 0,-3 0 0 0 0,-19-8 1000 0 0,14 5-495 0 0,0 0-1 0 0,0 0 1 0 0,0 1 0 0 0,0 1-1 0 0,-1 0 1 0 0,1 0 0 0 0,0 1-1 0 0,-15 1 1 0 0,14 1-298 0 0,0 1 0 0 0,1 0 0 0 0,-1 0 0 0 0,1 1 0 0 0,0 1 0 0 0,0-1 1 0 0,0 2-1 0 0,0-1 0 0 0,1 1 0 0 0,0 1 0 0 0,-11 10 0 0 0,-15 1-133 0 0,28-16-91 0 0,1 1-1 0 0,-1-1 0 0 0,1 2 0 0 0,0-1 0 0 0,0 1 0 0 0,-6 5 0 0 0,-2 2-53 0 0,1 0 0 0 0,-1-1 0 0 0,-1-1-1 0 0,0 0 1 0 0,-19 8 0 0 0,-7 4-129 0 0,-4 0-104 0 0,40-19 213 0 0,-1 0 0 0 0,0 0 0 0 0,1 1 0 0 0,0 0 0 0 0,0 0 0 0 0,0 1 0 0 0,0-1 0 0 0,0 1 0 0 0,-4 5 0 0 0,7-6 77 0 0,-1-1-1 0 0,0 0 0 0 0,0 0 1 0 0,1 0-1 0 0,-1 0 1 0 0,0-1-1 0 0,0 1 0 0 0,-1-1 1 0 0,1 0-1 0 0,0 1 1 0 0,0-1-1 0 0,-1-1 0 0 0,1 1 1 0 0,0-1-1 0 0,-1 1 1 0 0,1-1-1 0 0,-1 0 0 0 0,1 0 1 0 0,-4-1-1 0 0,-3 1 7 0 0,1 1 0 0 0,0 0 0 0 0,-1 0 0 0 0,1 0 0 0 0,0 1 0 0 0,0 1 1 0 0,-1 0-1 0 0,2 0 0 0 0,-1 0 0 0 0,-13 9 0 0 0,-18 5 93 0 0,26-11-113 0 0,1 0 1 0 0,-1 0-1 0 0,-13 10 0 0 0,25-15 8 0 0,-1 1 1 0 0,1 0-1 0 0,0 0 0 0 0,0 0 1 0 0,-1 0-1 0 0,1 0 1 0 0,0 0-1 0 0,1 0 0 0 0,-1 1 1 0 0,0-1-1 0 0,1 1 0 0 0,-1-1 1 0 0,1 1-1 0 0,0 0 1 0 0,0 0-1 0 0,0-1 0 0 0,0 1 1 0 0,0 0-1 0 0,1 0 0 0 0,-1 5 1 0 0,1-6-1 0 0,0-1 0 0 0,0 1 0 0 0,-1-1 0 0 0,1 1 1 0 0,0 0-1 0 0,-1-1 0 0 0,1 1 0 0 0,-1-1 0 0 0,1 1 1 0 0,-1-1-1 0 0,0 0 0 0 0,0 1 0 0 0,0-1 0 0 0,0 0 0 0 0,0 1 1 0 0,0-1-1 0 0,0 0 0 0 0,0 0 0 0 0,-2 1 0 0 0,2-1-6 0 0,0 0 0 0 0,-1 1 0 0 0,1-1 0 0 0,0 0-1 0 0,0 0 1 0 0,0 1 0 0 0,0-1 0 0 0,0 0 0 0 0,0 1 0 0 0,1-1-1 0 0,-1 1 1 0 0,0-1 0 0 0,1 1 0 0 0,-1-1 0 0 0,1 1-1 0 0,0 0 1 0 0,-1-1 0 0 0,1 1 0 0 0,0 2 0 0 0,1 23-12 0 0,0-21 29 0 0,0 0-1 0 0,-1-1 1 0 0,0 1-1 0 0,0 0 1 0 0,0-1-1 0 0,-1 1 0 0 0,0 0 1 0 0,0-1-1 0 0,-1 1 1 0 0,-1 5-1 0 0,-4 3 20 0 0,4-10-35 0 0,1 1 1 0 0,-1-1-1 0 0,1 1 0 0 0,0 0 0 0 0,1 0 0 0 0,-1 0 1 0 0,1 0-1 0 0,0 0 0 0 0,1 0 0 0 0,-1 9 0 0 0,0 3-15 0 0,0-13 11 0 0,0 0 0 0 0,1 0 0 0 0,0 1 1 0 0,-1-1-1 0 0,2 0 0 0 0,-1 0 0 0 0,0 0 0 0 0,1 0 0 0 0,0 0 1 0 0,0 1-1 0 0,0-1 0 0 0,3 5 0 0 0,5-2 18 0 0,-8-6-12 0 0,0-1 1 0 0,0 1-1 0 0,0-1 1 0 0,0 1 0 0 0,0-1-1 0 0,0 1 1 0 0,0 0-1 0 0,-1 0 1 0 0,1-1-1 0 0,0 1 1 0 0,0 0-1 0 0,-1 0 1 0 0,1 0 0 0 0,0 0-1 0 0,-1 0 1 0 0,1 0-1 0 0,-1 0 1 0 0,0 0-1 0 0,1 0 1 0 0,-1 0-1 0 0,0 0 1 0 0,1 0 0 0 0,-1 0-1 0 0,0 1 1 0 0,0-1-1 0 0,0 1 1 0 0,0 0 4 0 0,0-1-1 0 0,0 1 1 0 0,0-1 0 0 0,0 1 0 0 0,0-1 0 0 0,1 1 0 0 0,-1-1 0 0 0,0 1-1 0 0,1-1 1 0 0,-1 0 0 0 0,1 1 0 0 0,0-1 0 0 0,-1 0 0 0 0,1 1 0 0 0,0-1-1 0 0,0 0 1 0 0,0 0 0 0 0,0 0 0 0 0,0 1 0 0 0,0-1 0 0 0,2 1 0 0 0,-1-1-10 0 0,-1 0 1 0 0,0 0 0 0 0,0 1 0 0 0,1-1-1 0 0,-1 0 1 0 0,0 0 0 0 0,0 1 0 0 0,0-1-1 0 0,-1 1 1 0 0,1-1 0 0 0,0 1 0 0 0,0-1-1 0 0,-1 1 1 0 0,1-1 0 0 0,-1 1 0 0 0,0-1-1 0 0,1 1 1 0 0,-1 0 0 0 0,0-1 0 0 0,0 1-1 0 0,0 3 1 0 0,0 1-3 0 0,-1 1 6 0 0,1 1 0 0 0,0-1 0 0 0,0 0-1 0 0,0 0 1 0 0,1 1 0 0 0,0-1 0 0 0,1 0-1 0 0,0 0 1 0 0,0 0 0 0 0,0 0 0 0 0,1 0-1 0 0,0-1 1 0 0,0 1 0 0 0,0-1 0 0 0,6 8-1 0 0,-1-3 12 0 0,0 1-1 0 0,-1 1 1 0 0,-1-1-1 0 0,0 1 1 0 0,-1 0-1 0 0,6 24 1 0 0,4 6 3 0 0,-7-19-31 0 0,-4-10 1 0 0,1 0 0 0 0,0 0 0 0 0,1-1 0 0 0,1 1 0 0 0,8 12 0 0 0,-10-20 41 0 0,0 0 0 0 0,1-1-1 0 0,0 0 1 0 0,0 0 0 0 0,0 0-1 0 0,0-1 1 0 0,1 0 0 0 0,8 5-1 0 0,-7-5 8 0 0,0 0 1 0 0,0 1-1 0 0,0 1 0 0 0,-1-1 0 0 0,12 12 1 0 0,-11-9-45 0 0,1-1 1 0 0,0 0-1 0 0,0 0 1 0 0,1-1 0 0 0,0 0-1 0 0,0 0 1 0 0,1-1-1 0 0,11 3 1 0 0,26 14 30 0 0,-7-1 18 0 0,1-3 0 0 0,48 15 0 0 0,13 5 56 0 0,13 4 2 0 0,-111-40-103 0 0,1-1 0 0 0,-1 1 1 0 0,1-1-1 0 0,-1 0 0 0 0,1 0 1 0 0,-1-1-1 0 0,1 1 0 0 0,8-2 1 0 0,-8 1 6 0 0,201 6-65 0 0,-142-7 144 0 0,1-2-1 0 0,-1-3 1 0 0,71-15 0 0 0,-16-18-77 0 0,-108 37-11 0 0,0-2 1 0 0,0 1 0 0 0,-1-2-1 0 0,0 1 1 0 0,0-2 0 0 0,0 1-1 0 0,-1-2 1 0 0,11-7-1 0 0,-12 0-55 0 0,1 8 63 0 0,-6 5 10 0 0,-1-1-1 0 0,1 1 0 0 0,-1-1 1 0 0,0 0-1 0 0,0 0 1 0 0,0 0-1 0 0,0 0 0 0 0,0 0 1 0 0,-1-1-1 0 0,1 1 1 0 0,-1-1-1 0 0,1 0 0 0 0,-1 0 1 0 0,3-4-1 0 0,-5 7-4 0 0,0-1 0 0 0,0 0 0 0 0,0 1 0 0 0,0-1 0 0 0,0 1 0 0 0,1-1 0 0 0,-1 0 0 0 0,0 1 0 0 0,0-1 0 0 0,1 1 0 0 0,-1-1 0 0 0,0 0 0 0 0,1 1 0 0 0,-1-1 0 0 0,1 1-1 0 0,-1-1 1 0 0,1 1 0 0 0,-1 0 0 0 0,1-1 0 0 0,-1 1 0 0 0,1-1 0 0 0,-1 1 0 0 0,1 0 0 0 0,-1-1 0 0 0,1 1 0 0 0,0 0 0 0 0,-1 0 0 0 0,1 0 0 0 0,0-1 0 0 0,-1 1 0 0 0,1 0 0 0 0,0 0 0 0 0,0 0 0 0 0,0 0 0 0 0,-1 0 0 0 0,1 0 0 0 0,0 0 0 0 0,-1 0 0 0 0,1 0 0 0 0,-1 0 0 0 0,1-1 0 0 0,0 1 0 0 0,-1 0 0 0 0,1 0 0 0 0,-1 0 0 0 0,1-1 0 0 0,-1 1 0 0 0,1 0 0 0 0,-1-1 0 0 0,1 1 0 0 0,-1-1 0 0 0,1 1 0 0 0,-1-1 0 0 0,1 1 0 0 0,-1 0 0 0 0,0-1 0 0 0,1 1 0 0 0,-1-1 0 0 0,0 0 0 0 0,1 1 0 0 0,-1-1 0 0 0,0 1 0 0 0,0-1 0 0 0,0 1 0 0 0,0-1 0 0 0,1-1 0 0 0,-1 2-1 0 0,0-1-1 0 0,0 0 1 0 0,0 1-1 0 0,0-1 0 0 0,0 1 1 0 0,1-1-1 0 0,-1 1 0 0 0,0-1 1 0 0,0 1-1 0 0,0-1 0 0 0,1 1 1 0 0,-1-1-1 0 0,0 1 0 0 0,1-1 1 0 0,-1 1-1 0 0,1-1 1 0 0,-1 1-1 0 0,0-1 0 0 0,1 1 1 0 0,-1 0-1 0 0,1-1 0 0 0,-1 1 1 0 0,1 0-1 0 0,-1-1 0 0 0,1 1 1 0 0,-1 0-1 0 0,1 0 0 0 0,0 0 1 0 0,-1-1-1 0 0,1 1 1 0 0,-1 0-1 0 0,1 0 0 0 0,0 0 1 0 0,0 0 1 0 0,0 0 1 0 0,0 0 0 0 0,-1 0-1 0 0,1 0 1 0 0,0-1 0 0 0,0 1 0 0 0,-1 0-1 0 0,1 0 1 0 0,0-1 0 0 0,-1 1-1 0 0,1 0 1 0 0,0-1 0 0 0,-1 1-1 0 0,1-1 1 0 0,-1 1 0 0 0,1-1 0 0 0,-1 1-1 0 0,1-1 1 0 0,-1 1 0 0 0,1-1-1 0 0,-1 0 1 0 0,1 1 0 0 0,-1-1-1 0 0,0 1 1 0 0,1-1 0 0 0,-1 0 0 0 0,0 0-1 0 0,0 1 1 0 0,1-1 0 0 0,-1 0-1 0 0,0 1 1 0 0,0-1 0 0 0,0 0 0 0 0,0-1-1 0 0,4-1 5 0 0,-1 1 0 0 0,1-1 0 0 0,0 1-1 0 0,0 0 1 0 0,0 0 0 0 0,1 0 0 0 0,-1 0-1 0 0,9-2 1 0 0,-3 1-1 0 0,-9 3-6 0 0,-1 0 0 0 0,0 0 0 0 0,0-1 0 0 0,1 1 0 0 0,-1 0 0 0 0,0 0 0 0 0,1 0 0 0 0,-1 0 0 0 0,0-1 0 0 0,0 1 0 0 0,0 0 0 0 0,1 0 0 0 0,-1-1 0 0 0,0 1 0 0 0,0 0 0 0 0,0 0 0 0 0,1-1 0 0 0,-1 1 0 0 0,0 0 0 0 0,0 0 0 0 0,0-1 0 0 0,0 1 0 0 0,0 0 0 0 0,0-1 0 0 0,0 1 0 0 0,0 0 0 0 0,1-1 0 0 0,-1 1 0 0 0,0 0 0 0 0,0 0 0 0 0,0-1 0 0 0,-1 1 0 0 0,1 0 0 0 0,0-1 0 0 0,0 0 0 0 0,0 1 0 0 0,0 0 0 0 0,0-1 0 0 0,0 1 0 0 0,0 0 0 0 0,0 0 0 0 0,0-1 0 0 0,0 1 0 0 0,0 0 0 0 0,0-1 0 0 0,0 1 0 0 0,0 0 0 0 0,0-1 0 0 0,0 1 0 0 0,0 0 0 0 0,0-1 0 0 0,0 1 0 0 0,0 0 0 0 0,1-1 0 0 0,-1 1 0 0 0,0 0 0 0 0,0 0 0 0 0,0-1 0 0 0,0 1 0 0 0,1 0 0 0 0,-1 0 0 0 0,0-1 0 0 0,0 1 0 0 0,1 0 0 0 0,-1 0 0 0 0,0-1 0 0 0,1 1 0 0 0,-1 0 0 0 0,0 0 0 0 0,0 0 0 0 0,1 0 0 0 0,5-2-2 0 0,-5 2 3 0 0,0 0-1 0 0,-1 0 1 0 0,1 0-1 0 0,0 0 1 0 0,0 0-1 0 0,0-1 0 0 0,-1 1 1 0 0,1 0-1 0 0,0 0 1 0 0,0-1-1 0 0,-1 1 1 0 0,1 0-1 0 0,0-1 1 0 0,0 1-1 0 0,-1-1 0 0 0,1 1 1 0 0,-1-1-1 0 0,1 1 1 0 0,0-1-1 0 0,-1 0 1 0 0,1 1-1 0 0,-1-1 0 0 0,1 0 1 0 0,-1 1-1 0 0,0-1 1 0 0,1 0-1 0 0,-1 1 1 0 0,0-1-1 0 0,1 0 0 0 0,-1 0 1 0 0,0 0-1 0 0,0 1 1 0 0,1-3-1 0 0,-1 3 3 0 0,0-1-1 0 0,0 0 1 0 0,0 1 0 0 0,0-1-1 0 0,0 0 1 0 0,1 1-1 0 0,-1-1 1 0 0,0 0-1 0 0,1 1 1 0 0,-1-1 0 0 0,0 1-1 0 0,1-1 1 0 0,-1 0-1 0 0,1 1 1 0 0,-1-1 0 0 0,1 1-1 0 0,-1-1 1 0 0,1 1-1 0 0,-1 0 1 0 0,1-1-1 0 0,0 1 1 0 0,-1-1 0 0 0,1 1-1 0 0,-1 0 1 0 0,1 0-1 0 0,0-1 1 0 0,0 1 0 0 0,0 0 1 0 0,0-1 1 0 0,0 1 0 0 0,0 0 0 0 0,0-1 0 0 0,0 1 0 0 0,0-1 0 0 0,0 0-1 0 0,0 1 1 0 0,-1-1 0 0 0,1 0 0 0 0,0 1 0 0 0,0-1 0 0 0,-1 0 0 0 0,1 0 0 0 0,0 0-1 0 0,-1 1 1 0 0,1-1 0 0 0,-1 0 0 0 0,1 0 0 0 0,-1 0 0 0 0,0 0 0 0 0,1 0-1 0 0,-1 0 1 0 0,0 0 0 0 0,0 0 0 0 0,1 0 0 0 0,-1 0 0 0 0,0-2 0 0 0,-1-1 3 0 0,1 0 1 0 0,-1 0 0 0 0,1-1-1 0 0,1 1 1 0 0,-1 0 0 0 0,0 0-1 0 0,1 0 1 0 0,0 0 0 0 0,0 0-1 0 0,0 0 1 0 0,0 0 0 0 0,1 0-1 0 0,0 0 1 0 0,0 1 0 0 0,0-1-1 0 0,0 0 1 0 0,0 1 0 0 0,1 0-1 0 0,3-4 1 0 0,-4 2-9 0 0,-1 1 0 0 0,0 0 0 0 0,1-1 0 0 0,-2 1 0 0 0,1-1 0 0 0,0 1 1 0 0,-1-1-1 0 0,0 0 0 0 0,0 1 0 0 0,0-1 0 0 0,-1 1 0 0 0,0-6 0 0 0,0-3 12 0 0,0-3 44 0 0,0 13-55 0 0,1 0 0 0 0,0-1 0 0 0,-1 1 0 0 0,1 0-1 0 0,1-1 1 0 0,-1 1 0 0 0,0 0 0 0 0,1-1 0 0 0,-1 1 0 0 0,1 0-1 0 0,0-1 1 0 0,3-5 0 0 0,4 0-1 0 0,-6 7 0 0 0,-1 0 0 0 0,1 0 0 0 0,-1 0 0 0 0,1 0 0 0 0,-1 0 0 0 0,1 0 0 0 0,-1-1 0 0 0,0 1 0 0 0,0 0 0 0 0,0-1 0 0 0,-1 1 0 0 0,1-1 0 0 0,-1 1 0 0 0,1-1 0 0 0,-1 1 0 0 0,0-1 0 0 0,0 0 0 0 0,0 1 0 0 0,0-3 0 0 0,1-8 11 0 0,-1 9-5 0 0,1 1-1 0 0,-1-1 0 0 0,0 0 0 0 0,0 1 1 0 0,0-1-1 0 0,0 0 0 0 0,-1 1 1 0 0,1-1-1 0 0,-1 0 0 0 0,0 1 1 0 0,0-1-1 0 0,-2-3 0 0 0,0 4 0 0 0,0-1 0 0 0,1 0 0 0 0,-1 0 0 0 0,1 0 0 0 0,0-1 0 0 0,0 1 0 0 0,0 0 0 0 0,1-1 0 0 0,-1 1 0 0 0,1-1 0 0 0,0 1 0 0 0,1-1 0 0 0,-1 0 0 0 0,1 1 0 0 0,0-6 0 0 0,0 8-4 0 0,0 1 1 0 0,0 0-1 0 0,0 0 1 0 0,0-1-1 0 0,-1 1 0 0 0,1 0 1 0 0,0-1-1 0 0,-1 1 0 0 0,1 0 1 0 0,0 0-1 0 0,-1 0 0 0 0,0 0 1 0 0,1-1-1 0 0,-1 1 0 0 0,0 0 1 0 0,1 0-1 0 0,-1 0 0 0 0,0 0 1 0 0,0 1-1 0 0,0-1 0 0 0,0 0 1 0 0,0 0-1 0 0,0 0 0 0 0,-2 0 1 0 0,2 0 0 0 0,0 0 0 0 0,0 1 1 0 0,0-1-1 0 0,0 0 1 0 0,1 1-1 0 0,-1-1 0 0 0,0 0 1 0 0,0 0-1 0 0,0 0 1 0 0,1 1-1 0 0,-1-1 0 0 0,0 0 1 0 0,1 0-1 0 0,-1 0 1 0 0,1 0-1 0 0,-1 0 0 0 0,1 0 1 0 0,0-1-1 0 0,-1 1 1 0 0,1 0-1 0 0,0 0 0 0 0,0 0 1 0 0,0 0-1 0 0,0-2 1 0 0,0 2-1 0 0,0-1 1 0 0,0 1 0 0 0,-1 0 0 0 0,1 0 0 0 0,0-1 0 0 0,0 1-1 0 0,-1 0 1 0 0,1 0 0 0 0,-1-1 0 0 0,1 1 0 0 0,-1 0 0 0 0,1 0-1 0 0,-1 0 1 0 0,0 0 0 0 0,1 0 0 0 0,-1 0 0 0 0,0 0 0 0 0,0 0-1 0 0,0 0 1 0 0,0 0 0 0 0,0 0 0 0 0,-2-1 0 0 0,2 1 0 0 0,0 1 1 0 0,0-1-1 0 0,0 0 1 0 0,-1 0-1 0 0,1 0 1 0 0,0 0 0 0 0,1-1-1 0 0,-1 1 1 0 0,0 0-1 0 0,0 0 1 0 0,0 0-1 0 0,1-1 1 0 0,-1 1-1 0 0,1 0 1 0 0,-1-1-1 0 0,1 1 1 0 0,-1 0 0 0 0,1-1-1 0 0,0 1 1 0 0,0-1-1 0 0,-1 1 1 0 0,2-3-1 0 0,-2 1 6 0 0,1 0 0 0 0,0 0 0 0 0,-1 0 0 0 0,0 0 0 0 0,0 0 0 0 0,0 0 0 0 0,0 0 0 0 0,0 1 0 0 0,0-1-1 0 0,-1 0 1 0 0,1 1 0 0 0,-1-1 0 0 0,-2-2 0 0 0,-5-9 26 0 0,6 7-14 0 0,-2 0-1 0 0,1 0 0 0 0,-1 0 0 0 0,0 1 0 0 0,0-1 1 0 0,0 1-1 0 0,-12-9 0 0 0,1 0-8 0 0,-75-93 108 0 0,86 101-143 0 0,0 1 0 0 0,1-1 0 0 0,-1-1 0 0 0,1 1 0 0 0,1 0 0 0 0,-1-1-1 0 0,1 0 1 0 0,0 0 0 0 0,1 0 0 0 0,-2-9 0 0 0,-13-37 157 0 0,13 45-116 0 0,1 0-1 0 0,-2 1 1 0 0,1-1 0 0 0,-1 1 0 0 0,-1 0-1 0 0,1 1 1 0 0,-1-1 0 0 0,-11-9 0 0 0,9 12-40 0 0,6 4 19 0 0,1 1 1 0 0,-1-1-1 0 0,1 0 0 0 0,-1 0 1 0 0,1 0-1 0 0,-1 0 0 0 0,1 0 1 0 0,0 0-1 0 0,0 0 1 0 0,-1 0-1 0 0,1 0 0 0 0,0-1 1 0 0,0 1-1 0 0,0 0 0 0 0,0-1 1 0 0,-1-1-1 0 0,2 2 56 0 0,-27-1 379 0 0,0 1-1 0 0,-48 5 1 0 0,53-1-179 0 0,-1-2 0 0 0,1 0 1 0 0,0-2-1 0 0,-26-3 1 0 0,-1 2-137 0 0,37 3-101 0 0,-4-5-726 0 0,15 3 585 0 0,0 1 0 0 0,0-1 0 0 0,0 1 1 0 0,-1 0-1 0 0,1-1 0 0 0,0 1 0 0 0,0 0 0 0 0,0 0 1 0 0,0 0-1 0 0,-1 0 0 0 0,1 0 0 0 0,0 0 0 0 0,0 0 1 0 0,0 0-1 0 0,0 0 0 0 0,-1 1 0 0 0,1-1 0 0 0,-2 1 1 0 0,-17 3-3104 0 0,15-3-1348 0 0,0-1-533 0 0,-20 0 480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45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1 130 800 0 0,'5'-2'410'0'0,"-4"3"-195"0"0,0-1 0 0 0,0 0 0 0 0,0-1 0 0 0,0 1 0 0 0,0 0 0 0 0,0 0 0 0 0,0 0-1 0 0,0-1 1 0 0,0 1 0 0 0,0 0 0 0 0,0-1 0 0 0,0 1 0 0 0,0-1 0 0 0,0 1 0 0 0,0-1 0 0 0,-1 1 0 0 0,1-1 0 0 0,0 0 0 0 0,0 1 0 0 0,-1-1 0 0 0,1 0 0 0 0,0 0 0 0 0,-1 1-1 0 0,1-1 1 0 0,-1 0 0 0 0,1 0 0 0 0,-1 0 0 0 0,0 0 0 0 0,1 0 0 0 0,-1 0 0 0 0,0 0 0 0 0,1 0 0 0 0,-1 0 0 0 0,0 0 0 0 0,0 0 0 0 0,0 0 0 0 0,0-1 0 0 0,-5 1 1092 0 0,-17-1 1555 0 0,29-3-1285 0 0,50-8-412 0 0,-34 8-726 0 0,66-11 614 0 0,1 3-1 0 0,166-2 1 0 0,174 34 191 0 0,-104-6 130 0 0,132-26 1320 0 0,-114 0-1442 0 0,0 1 297 0 0,55-2-1009 0 0,0 1 277 0 0,-280 15-635 0 0,164 23 0 0 0,79 24 485 0 0,91-16-600 0 0,-217-22 427 0 0,-162-9-397 0 0,52 4-168 0 0,20 0 485 0 0,39 5-16 0 0,233 18 583 0 0,-324-14-981 0 0,-42-5 0 0 0,-47-6-512 0 0,-10-3-2578 0 0,-25 1-3865 0 0,-26 9-5491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46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42 720 0 0,'-55'-6'4229'0'0,"50"6"-2842"0"0,0-1-413 0 0,-12-4-158 0 0,34 3-58 0 0,-12 2-344 0 0,0 0-268 0 0,15 0 14 0 0,-15 0 14 0 0,0 0 39 0 0,201-12 713 0 0,5-1-11 0 0,-201 13-742 0 0,36-2 557 0 0,-45 2-691 0 0,0 0-1 0 0,1 0 1 0 0,-1 0-1 0 0,0 0 1 0 0,0 0 0 0 0,1 0-1 0 0,-1 0 1 0 0,0 0-1 0 0,0 0 1 0 0,0 0-1 0 0,1 1 1 0 0,-1-1 0 0 0,0 0-1 0 0,0 1 1 0 0,0-1-1 0 0,0 1 1 0 0,0-1 0 0 0,0 1-1 0 0,0 0 1 0 0,0 0-1 0 0,0-1 1 0 0,0 1-1 0 0,0 0 1 0 0,1 2 0 0 0,-2-2-9 0 0,0 0 1 0 0,1 0-1 0 0,-1 0 1 0 0,0 0-1 0 0,1 0 1 0 0,-1 0-1 0 0,0 1 1 0 0,1-1-1 0 0,-1 0 1 0 0,1 0-1 0 0,-1 0 1 0 0,1 0-1 0 0,0-1 1 0 0,0 1-1 0 0,-1 0 1 0 0,1 0-1 0 0,0 0 1 0 0,0 0-1 0 0,0-1 1 0 0,0 1 0 0 0,1 0-1 0 0,9 11 192 0 0,-9-8-179 0 0,0 1 0 0 0,-1 0-1 0 0,0-1 1 0 0,0 1-1 0 0,0 0 1 0 0,-1 0-1 0 0,1-1 1 0 0,-1 1 0 0 0,0 0-1 0 0,-1 0 1 0 0,1 0-1 0 0,-1-1 1 0 0,0 1 0 0 0,0 0-1 0 0,0-1 1 0 0,-1 1-1 0 0,1-1 1 0 0,-1 1-1 0 0,-1-1 1 0 0,1 0 0 0 0,0 1-1 0 0,-1-1 1 0 0,0-1-1 0 0,0 1 1 0 0,-5 5 0 0 0,1-3 11 0 0,-42 31 176 0 0,46-35-223 0 0,0 0-1 0 0,0-1 1 0 0,0 1 0 0 0,0-1 0 0 0,0 1 0 0 0,-1-1 0 0 0,1 0-1 0 0,0 0 1 0 0,-1 0 0 0 0,1 0 0 0 0,-1-1 0 0 0,1 0 0 0 0,-1 0 0 0 0,-3 0-1 0 0,-9-5-141 0 0,-29-7-36 0 0,40 8 225 0 0,-20 1 12 0 0,20 3-120 0 0,0-1-839 0 0,-42-14-2484 0 0,36 10 1665 0 0,0 1-1 0 0,0 0 1 0 0,-1 1-1 0 0,-17-3 1 0 0,-26 0-983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5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272 122 2161 0 0,'-11'-1'729'0'0,"1"0"1"0"0,-1-1-1 0 0,1-1 0 0 0,-1 1 1 0 0,-16-8-1 0 0,-9-1 564 0 0,20 7-653 0 0,13 3-583 0 0,1 0 0 0 0,-1 0 1 0 0,0 1-1 0 0,0-1 0 0 0,0 1 1 0 0,0 0-1 0 0,0 0 0 0 0,0 0 1 0 0,0 0-1 0 0,0 0 0 0 0,0 1 1 0 0,0-1-1 0 0,0 1 0 0 0,0 0 1 0 0,0-1-1 0 0,-4 4 0 0 0,-44 2 437 0 0,21 0 520 0 0,25-6 26 0 0,5 1 14 0 0,0-2-921 0 0,5 0-119 0 0,41-8 94 0 0,114-26 371 0 0,-115 23-227 0 0,0 3 1 0 0,70-6 0 0 0,-43 7 2 0 0,189-5 252 0 0,-213 15-396 0 0,-31 4 5 0 0,-16-6-101 0 0,0 1-1 0 0,1-1 0 0 0,-1 0 1 0 0,0 0-1 0 0,0 1 1 0 0,0-1-1 0 0,0 0 1 0 0,0 1-1 0 0,0-1 1 0 0,0 1-1 0 0,0 0 1 0 0,0-1-1 0 0,0 1 1 0 0,-1 0-1 0 0,1-1 1 0 0,0 1-1 0 0,0 0 0 0 0,0 0 1 0 0,-1 0-1 0 0,1 0 1 0 0,-1 0-1 0 0,1 0 1 0 0,0 0-1 0 0,0 1 1 0 0,1 34 670 0 0,-2-27-625 0 0,1-4-23 0 0,-1-1-1 0 0,0 1 1 0 0,0-1-1 0 0,-1 0 1 0 0,1 1-1 0 0,-1-1 0 0 0,0 1 1 0 0,0-1-1 0 0,0 0 1 0 0,-1 0-1 0 0,0 0 1 0 0,1 0-1 0 0,-1 0 1 0 0,-1 0-1 0 0,-3 5 1 0 0,1-5-30 0 0,0 0 1 0 0,0 0-1 0 0,-1-1 1 0 0,1 1 0 0 0,-1-1-1 0 0,0-1 1 0 0,0 1-1 0 0,0-1 1 0 0,0 0 0 0 0,-8 1-1 0 0,-10 3 55 0 0,0-1-1 0 0,0-1 0 0 0,0-1 1 0 0,-26 0-1 0 0,45-3-8 0 0,-15 1-506 0 0,16-2 226 0 0,8 1 54 0 0,12 0 26 0 0,-12 0 54 0 0,1 0 26 0 0,73-5 47 0 0,36 0 147 0 0,-101 5-108 0 0,0 1 0 0 0,-1 0 0 0 0,1 1 0 0 0,-1 0 0 0 0,1 1 0 0 0,16 6 0 0 0,-24-8-2 0 0,-1 1 1 0 0,1 0-1 0 0,-1 1 1 0 0,1-1-1 0 0,-1 1 1 0 0,0 0-1 0 0,1 0 1 0 0,-2 0-1 0 0,1 0 0 0 0,0 1 1 0 0,-1 0-1 0 0,1 0 1 0 0,-1 0-1 0 0,0 0 1 0 0,0 0-1 0 0,-1 0 0 0 0,1 1 1 0 0,2 8-1 0 0,-4-9 9 0 0,-1-1 0 0 0,1 0 0 0 0,-1 1 0 0 0,0-1-1 0 0,-1 0 1 0 0,1 1 0 0 0,0-1 0 0 0,-1 0 0 0 0,0 0 0 0 0,0 1-1 0 0,0-1 1 0 0,0 0 0 0 0,0 0 0 0 0,-1 0 0 0 0,1 0 0 0 0,-1 0-1 0 0,0 0 1 0 0,0-1 0 0 0,0 1 0 0 0,0 0 0 0 0,0-1 0 0 0,-1 0-1 0 0,1 1 1 0 0,-1-1 0 0 0,0 0 0 0 0,1 0 0 0 0,-1-1 0 0 0,-4 3-1 0 0,-8 4 218 0 0,0-1-1 0 0,-1 0 0 0 0,0-1 0 0 0,0-1 0 0 0,-1-1 0 0 0,-32 5 0 0 0,-18 6 371 0 0,45-9-687 0 0,-14 4 441 0 0,-54 8 0 0 0,82-17-643 0 0,1 0 0 0 0,-1-1 1 0 0,1 1-1 0 0,-1-2 0 0 0,1 1 0 0 0,-1-1 0 0 0,1 0 1 0 0,-1 0-1 0 0,1-1 0 0 0,-1 0 0 0 0,1 0 0 0 0,0-1 1 0 0,-9-4-1 0 0,16 6 234 0 0,-1 1 1 0 0,1 0-1 0 0,0-1 0 0 0,0 1 1 0 0,-1 0-1 0 0,1 0 1 0 0,0-1-1 0 0,0 1 0 0 0,0 0 1 0 0,-1-1-1 0 0,1 1 1 0 0,0-1-1 0 0,0 1 1 0 0,0 0-1 0 0,0-1 0 0 0,0 1 1 0 0,0 0-1 0 0,0-1 1 0 0,0 1-1 0 0,0-1 0 0 0,0 1 1 0 0,0 0-1 0 0,0-1 1 0 0,0 1-1 0 0,0-1 0 0 0,0 1 1 0 0,0 0-1 0 0,0-1 1 0 0,0 1-1 0 0,1 0 1 0 0,-1-1-1 0 0,0 1 0 0 0,0 0 1 0 0,0-1-1 0 0,1 1 1 0 0,-1 0-1 0 0,0-1 0 0 0,0 1 1 0 0,1 0-1 0 0,-1 0 1 0 0,0-1-1 0 0,1 1 0 0 0,-1 0 1 0 0,0 0-1 0 0,1-1 1 0 0,18-13-882 0 0,-15 11 491 0 0,91-63-6345 0 0,-15 6 1255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5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509 150 800 0 0,'-27'-5'1897'0'0,"10"1"-1120"0"0,1 0 0 0 0,-1 2-1 0 0,0 0 1 0 0,1 1 0 0 0,-1 1-1 0 0,0 1 1 0 0,-30 4 0 0 0,28-2-424 0 0,-20 2 510 0 0,0 2 0 0 0,0 2 0 0 0,1 2 0 0 0,-45 18 1 0 0,79-27-709 0 0,0 1 1 0 0,0 0 0 0 0,-1 0 0 0 0,2 0-1 0 0,-1 0 1 0 0,0 1 0 0 0,1 0 0 0 0,0 0 0 0 0,-1 0-1 0 0,2 0 1 0 0,-1 0 0 0 0,-3 6 0 0 0,5-7-75 0 0,-1 0 1 0 0,0 1-1 0 0,1-1 1 0 0,0 1-1 0 0,0-1 1 0 0,0 1-1 0 0,0 0 1 0 0,0-1-1 0 0,1 1 1 0 0,0 0-1 0 0,0 0 1 0 0,0-1-1 0 0,0 1 1 0 0,0 0-1 0 0,1-1 1 0 0,0 1-1 0 0,-1 0 1 0 0,1-1-1 0 0,2 4 1 0 0,2 3-6 0 0,1-1 1 0 0,0-1 0 0 0,0 1 0 0 0,1-1 0 0 0,0 0 0 0 0,0-1 0 0 0,1 1 0 0 0,0-2-1 0 0,0 1 1 0 0,1-1 0 0 0,0 0 0 0 0,0-1 0 0 0,0 0 0 0 0,1 0 0 0 0,-1-1-1 0 0,1 0 1 0 0,0-1 0 0 0,18 4 0 0 0,-16-5-110 0 0,1 0 0 0 0,-1 0 0 0 0,1-1 0 0 0,-1 0 0 0 0,0-1 1 0 0,1-1-1 0 0,-1 0 0 0 0,1-1 0 0 0,-1 0 0 0 0,0 0 0 0 0,0-2 0 0 0,0 1 0 0 0,0-2 0 0 0,-1 1 0 0 0,16-10 0 0 0,-24 13 19 0 0,-1-1 0 0 0,0 1-1 0 0,0-1 1 0 0,0 0 0 0 0,0 0-1 0 0,0 0 1 0 0,0 0 0 0 0,0 0-1 0 0,-1 0 1 0 0,1 0 0 0 0,-1 0-1 0 0,1-1 1 0 0,-1 1 0 0 0,0-1-1 0 0,0 1 1 0 0,0-1 0 0 0,0 1-1 0 0,-1-1 1 0 0,1 1 0 0 0,-1-1-1 0 0,1 0 1 0 0,-1 1 0 0 0,0-5-1 0 0,4-16-94 0 0,-1 2-13 0 0,0 1 1 0 0,-1-1-1 0 0,-1 1 1 0 0,-1-1-1 0 0,-1 0 0 0 0,-3-21 1 0 0,3 35 67 0 0,-1-1 0 0 0,1 0-1 0 0,-1 1 1 0 0,-1-1 0 0 0,0 1 0 0 0,0 0 0 0 0,0 0 0 0 0,-1 0 0 0 0,0 0 0 0 0,0 1-1 0 0,-1-1 1 0 0,0 1 0 0 0,0 0 0 0 0,0 1 0 0 0,-1-1 0 0 0,0 1 0 0 0,0 0 0 0 0,0 1-1 0 0,0-1 1 0 0,-14-6 0 0 0,5 4-608 0 0,0 0-1 0 0,0 1 1 0 0,-1 1-1 0 0,0 0 1 0 0,-23-3-1 0 0,40 8 575 0 0,-1 0-1 0 0,0 0 1 0 0,0 0-1 0 0,0 0 1 0 0,1 0-1 0 0,-1 0 1 0 0,0 0-1 0 0,0 1 1 0 0,1-1-1 0 0,-1 0 1 0 0,0 0-1 0 0,0 0 1 0 0,0 0-1 0 0,1 0 1 0 0,-1 1-1 0 0,0-1 1 0 0,0 0 0 0 0,0 0-1 0 0,0 0 1 0 0,0 0-1 0 0,1 1 1 0 0,-1-1-1 0 0,0 0 1 0 0,0 0-1 0 0,0 0 1 0 0,0 1-1 0 0,0-1 1 0 0,0 0-1 0 0,0 0 1 0 0,0 1-1 0 0,0-1 1 0 0,0 0-1 0 0,0 0 1 0 0,0 1 0 0 0,0-1-1 0 0,0 0 1 0 0,0 0-1 0 0,0 1 1 0 0,0-1-1 0 0,0 0 1 0 0,0 0-1 0 0,0 0 1 0 0,0 1-1 0 0,0-1 1 0 0,0 0-1 0 0,0 0 1 0 0,0 1-1 0 0,-1-1 1 0 0,1 0-1 0 0,0 0 1 0 0,0 0 0 0 0,0 0-1 0 0,0 1 1 0 0,-1-1-1 0 0,1 0 1 0 0,0 0-1 0 0,0 0 1 0 0,0 0-1 0 0,-1 0 1 0 0,1 0-1 0 0,0 1 1 0 0,0-1-1 0 0,0 0 1 0 0,-1 0-1 0 0,1 0 1 0 0,0 0-1 0 0,-1 0 1 0 0,26 12-2607 0 0,6 0 374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54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 2561 0 0,'-14'7'998'0'0,"0"1"-1"0"0,0-2 0 0 0,-1 0 1 0 0,1-1-1 0 0,-1 0 1 0 0,-31 4-1 0 0,26-5-511 0 0,-1 1-1 0 0,1 1 1 0 0,-23 10-1 0 0,36-14-368 0 0,6-1-89 0 0,0-1 0 0 0,0 0 0 0 0,-1 0 0 0 0,1 1 1 0 0,0-1-1 0 0,0 0 0 0 0,0 1 0 0 0,0-1 0 0 0,0 1 1 0 0,0 0-1 0 0,0-1 0 0 0,0 1 0 0 0,1 0 0 0 0,-1-1 0 0 0,0 1 1 0 0,0 0-1 0 0,0 0 0 0 0,1 0 0 0 0,-1 0 0 0 0,0 0 1 0 0,1 0-1 0 0,-1 0 0 0 0,1 0 0 0 0,-1 0 0 0 0,1 0 0 0 0,0 0 1 0 0,-1 0-1 0 0,1 2 0 0 0,0-2 33 0 0,0 0-1 0 0,-1 1 1 0 0,1-1-1 0 0,0 0 1 0 0,0 1-1 0 0,-1-1 1 0 0,1 0 0 0 0,-1 0-1 0 0,1 0 1 0 0,-1 0-1 0 0,0 1 1 0 0,1-1-1 0 0,-1 0 1 0 0,0 0 0 0 0,0 0-1 0 0,0 0 1 0 0,0-1-1 0 0,0 1 1 0 0,0 0-1 0 0,0 0 1 0 0,-1 0 0 0 0,1 0-28 0 0,0-1 1 0 0,0 1 0 0 0,0 0 0 0 0,0 0-1 0 0,0-1 1 0 0,0 1 0 0 0,0 0 0 0 0,1 0-1 0 0,-1 0 1 0 0,0 0 0 0 0,1 0 0 0 0,-1 0-1 0 0,0 0 1 0 0,1 0 0 0 0,-1 0 0 0 0,1 1-1 0 0,0-1 1 0 0,-1 0 0 0 0,1 0 0 0 0,0 0-1 0 0,0 0 1 0 0,0 1 0 0 0,-1-1 0 0 0,1 0 0 0 0,1 0-1 0 0,-1 0 1 0 0,0 1 0 0 0,0-1 0 0 0,0 0-1 0 0,1 0 1 0 0,-1 0 0 0 0,0 0 0 0 0,1 1-1 0 0,-1-1 1 0 0,2 1 0 0 0,4 10 217 0 0,0-1 1 0 0,1 0 0 0 0,0 0-1 0 0,1 0 1 0 0,0-1-1 0 0,1-1 1 0 0,0 1-1 0 0,1-2 1 0 0,0 1-1 0 0,0-1 1 0 0,1 0 0 0 0,12 6-1 0 0,10 5 113 0 0,1-1 0 0 0,67 23 0 0 0,-43-22-311 0 0,1-3 1 0 0,1-3-1 0 0,0-2 0 0 0,84 5 1 0 0,-116-15-61 0 0,0-1 0 0 0,53-6 0 0 0,-72 5-3 0 0,-1-1 1 0 0,1 0-1 0 0,-1-1 0 0 0,0 1 1 0 0,0-2-1 0 0,0 1 0 0 0,0-1 0 0 0,0 0 1 0 0,-1-1-1 0 0,0 0 0 0 0,1 0 1 0 0,5-7-1 0 0,-10 9-3 0 0,0 0 1 0 0,-1 0-1 0 0,0 0 1 0 0,0-1-1 0 0,0 1 1 0 0,0-1-1 0 0,0 0 1 0 0,-1 1-1 0 0,1-1 1 0 0,-1 0-1 0 0,0 0 1 0 0,0 0-1 0 0,0 0 1 0 0,-1 0-1 0 0,0 0 1 0 0,0 0-1 0 0,0 0 1 0 0,0 0-1 0 0,0 0 1 0 0,-1 0-1 0 0,1 0 1 0 0,-1 0-1 0 0,0 1 1 0 0,-1-1-1 0 0,1 0 1 0 0,-1 0-1 0 0,-3-5 1 0 0,-2-6-26 0 0,-2 0 1 0 0,0 1 0 0 0,0 1 0 0 0,-1-1 0 0 0,-18-16-1 0 0,13 15-7 0 0,0 0 0 0 0,-1 2 0 0 0,0 0 0 0 0,-1 0 0 0 0,-1 2-1 0 0,0 0 1 0 0,0 1 0 0 0,-1 1 0 0 0,-1 1 0 0 0,1 0 0 0 0,-1 2 0 0 0,-41-8-1 0 0,29 10-624 0 0,-1 2-1 0 0,1 1 1 0 0,-34 4-1 0 0,44-1-583 0 0,1 1 1 0 0,-1 0-1 0 0,0 2 0 0 0,1 1 0 0 0,-24 9 1 0 0,36-11 12 0 0,-1 2 1 0 0,1-1-1 0 0,0 1 0 0 0,0 1 1 0 0,-10 8-1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47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6 1521 0 0,'0'0'3735'0'0,"-5"0"-2148"0"0,-130-5 8711 0 0,86 15-5858 0 0,-22 19-3037 0 0,65-26-1320 0 0,0 1 0 0 0,0 0 0 0 0,1 0 0 0 0,0 0 0 0 0,0 0 0 0 0,0 1-1 0 0,0 0 1 0 0,1 0 0 0 0,0 0 0 0 0,0 1 0 0 0,0-1 0 0 0,-3 7 0 0 0,-28 36 413 0 0,-106 105 1118 0 0,134-144-1556 0 0,-5 6-51 0 0,-1 0 0 0 0,0-1 0 0 0,-1-1 0 0 0,-18 14 0 0 0,2-2-60 0 0,30-24 53 0 0,-1 0 0 0 0,1 0 1 0 0,-1 0-1 0 0,1 0 0 0 0,-1 0 0 0 0,0 0 1 0 0,1 0-1 0 0,-1-1 0 0 0,0 1 0 0 0,0 0 0 0 0,0 0 1 0 0,0-1-1 0 0,1 1 0 0 0,-1 0 0 0 0,0-1 1 0 0,0 1-1 0 0,0-1 0 0 0,0 0 0 0 0,0 1 0 0 0,0-1 1 0 0,-1 0-1 0 0,1 1 0 0 0,0-1 0 0 0,0 0 1 0 0,0 0-1 0 0,0 0 0 0 0,-1 0 0 0 0,-3 0-99 0 0,14 4-9625 0 0,-5-2 8999 0 0,-1-1-1 0 0,0-1 1 0 0,1 1 0 0 0,-1 0-1 0 0,0-1 1 0 0,1 0-1 0 0,3 0 1 0 0,99-4-8506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49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64 1601 0 0,'0'-63'7603'0'0,"-5"64"-7443"0"0,-15 3 0 0 0,15-3 0 0 0,6 0 93 0 0,-7 2-199 0 0,-44 7 200 0 0,49-8-193 0 0,0 0 0 0 0,0 0 1 0 0,0 0-1 0 0,0 0 0 0 0,0 0 1 0 0,1 0-1 0 0,-1 0 0 0 0,1 0 1 0 0,0 0-1 0 0,0 0 0 0 0,0 0 1 0 0,0 0-1 0 0,0 1 0 0 0,0-1 1 0 0,0 0-1 0 0,1 3 0 0 0,0 4 204 0 0,-2 3-64 0 0,1 0 1 0 0,1 1-1 0 0,0-1 0 0 0,1 0 0 0 0,0 0 1 0 0,1 0-1 0 0,0 0 0 0 0,1 0 1 0 0,0-1-1 0 0,7 12 0 0 0,-5-7 31 0 0,0 0 0 0 0,-1 0 0 0 0,-1 0-1 0 0,0 1 1 0 0,-1-1 0 0 0,1 31 0 0 0,-5 96-1410 0 0,0-97-4402 0 0,1-74 70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33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69 1761 0 0,'46'-13'4128'0'0,"-53"8"-2746"0"0,-27 4-423 0 0,-92 14 29 0 0,103-11-854 0 0,1 0 0 0 0,-1 1 1 0 0,1 2-1 0 0,0 0 1 0 0,0 1-1 0 0,0 2 0 0 0,1 0 1 0 0,0 1-1 0 0,0 1 1 0 0,1 1-1 0 0,1 1 1 0 0,-19 14-1 0 0,9-7-57 0 0,22-16-49 0 0,1 1 1 0 0,0 0 0 0 0,-1 1 0 0 0,2-1 0 0 0,-1 1-1 0 0,0 0 1 0 0,-7 10 0 0 0,4-1 27 0 0,4-4-16 0 0,0-1-1 0 0,-1 0 1 0 0,-1 0-1 0 0,1-1 1 0 0,-1 1 0 0 0,-9 6-1 0 0,15-12-36 0 0,0-1-1 0 0,0 1 0 0 0,0 0 0 0 0,0-1 1 0 0,0 1-1 0 0,1 0 0 0 0,-1 0 1 0 0,1 0-1 0 0,0-1 0 0 0,0 1 0 0 0,0 0 1 0 0,0 0-1 0 0,0 0 0 0 0,2 5 0 0 0,-2 3 44 0 0,1-8-39 0 0,0 0 0 0 0,0 0 0 0 0,0 0-1 0 0,0 0 1 0 0,0 1 0 0 0,1-1 0 0 0,0-1 0 0 0,-1 1-1 0 0,1 0 1 0 0,0 0 0 0 0,0-1 0 0 0,1 1-1 0 0,-1-1 1 0 0,0 0 0 0 0,1 1 0 0 0,-1-1 0 0 0,1 0-1 0 0,3 1 1 0 0,63 38-3 0 0,-55-34 10 0 0,3 2-4 0 0,1-2-1 0 0,0 0 1 0 0,0-2-1 0 0,0 0 1 0 0,1 0-1 0 0,31 2 1 0 0,115-1 324 0 0,-161-6-321 0 0,28 0 78 0 0,-1-1 0 0 0,0-2 0 0 0,0-1 0 0 0,53-15 0 0 0,-69 15-67 0 0,1-2 0 0 0,0 0 0 0 0,-1-1 1 0 0,-1-1-1 0 0,1 0 0 0 0,-1-1 0 0 0,0 0 0 0 0,-1-1 0 0 0,0 0 0 0 0,19-22 0 0 0,-27 26-31 0 0,-1 0 1 0 0,0 0-1 0 0,-1 0 0 0 0,1 0 1 0 0,-1-1-1 0 0,0 1 0 0 0,-1-1 1 0 0,0 0-1 0 0,0 1 0 0 0,0-1 1 0 0,-1 0-1 0 0,0 0 0 0 0,0 0 1 0 0,-1-1-1 0 0,0 1 0 0 0,0 0 1 0 0,0 0-1 0 0,-1 0 0 0 0,0 0 1 0 0,-1 0-1 0 0,0 0 0 0 0,0 0 1 0 0,0 1-1 0 0,-1-1 0 0 0,0 1 1 0 0,0-1-1 0 0,0 1 0 0 0,-1 0 1 0 0,-7-8-1 0 0,-74-75-327 0 0,79 82 350 0 0,-1 0-1 0 0,1 1 1 0 0,-1 0-1 0 0,0 0 1 0 0,-1 0-1 0 0,0 1 1 0 0,0 0-1 0 0,0 1 1 0 0,0-1-1 0 0,-1 2 1 0 0,1-1-1 0 0,-11-2 1 0 0,-9-1-30 0 0,0 1 0 0 0,-49-3 0 0 0,59 8-294 0 0,-1 0 0 0 0,-33 5 0 0 0,44-3-62 0 0,1 0-1 0 0,0 0 1 0 0,0 0-1 0 0,-1 1 1 0 0,1 1-1 0 0,1-1 1 0 0,-1 1 0 0 0,0 0-1 0 0,-10 7 1 0 0,12 4-2192 0 0,5 4-1239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35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388 150 1040 0 0,'55'-5'4763'0'0,"-50"4"-3656"0"0,-5 0-982 0 0,0 0 1 0 0,-1 0 0 0 0,1 0-1 0 0,-1 0 1 0 0,1 0 0 0 0,-1 0-1 0 0,1 0 1 0 0,-1 0-1 0 0,0 0 1 0 0,0 0 0 0 0,1 0-1 0 0,-1 0 1 0 0,0 0-1 0 0,0 1 1 0 0,0-1 0 0 0,0 0-1 0 0,0 0 1 0 0,0 1 0 0 0,0-1-1 0 0,0 1 1 0 0,0-1-1 0 0,0 1 1 0 0,0 0 0 0 0,0-1-1 0 0,0 1 1 0 0,0 0-1 0 0,-1 0 1 0 0,1-1 0 0 0,0 1-1 0 0,0 0 1 0 0,0 0 0 0 0,-2 1-1 0 0,-60-1 343 0 0,30 1 735 0 0,18 0-994 0 0,0 0-1 0 0,0 1 1 0 0,1 1 0 0 0,-1 0-1 0 0,1 1 1 0 0,-1 1 0 0 0,1 0 0 0 0,-17 9-1 0 0,3-2-19 0 0,23-9-146 0 0,-1 1 0 0 0,1-1 0 0 0,0 1 0 0 0,0 0 0 0 0,0 0 0 0 0,1 0 0 0 0,-1 1 0 0 0,-6 8-1 0 0,6-6-7 0 0,0-1 0 0 0,-1 0 0 0 0,0 0 0 0 0,-11 8 0 0 0,14-13-35 0 0,1 1 1 0 0,0-1-1 0 0,-1 1 0 0 0,1 0 1 0 0,0 0-1 0 0,0 0 1 0 0,1 0-1 0 0,-1 1 1 0 0,0-1-1 0 0,1 0 1 0 0,-1 1-1 0 0,1-1 0 0 0,0 1 1 0 0,-1-1-1 0 0,1 1 1 0 0,1 0-1 0 0,-1-1 1 0 0,0 1-1 0 0,1 0 1 0 0,-1 0-1 0 0,1 0 0 0 0,0-1 1 0 0,0 1-1 0 0,0 0 1 0 0,0 0-1 0 0,0 0 1 0 0,1 3-1 0 0,0 5 1 0 0,-2-10-1 0 0,1 1 1 0 0,-1-1-1 0 0,1 1 1 0 0,-1-1-1 0 0,1 1 0 0 0,-1-1 1 0 0,0 1-1 0 0,0-1 1 0 0,0 0-1 0 0,0 1 0 0 0,0-1 1 0 0,0 0-1 0 0,0 0 1 0 0,-2 2-1 0 0,3-3 2 0 0,-1 1 1 0 0,0-1-1 0 0,0 1 0 0 0,0 0 0 0 0,1-1 0 0 0,-1 1 1 0 0,0 0-1 0 0,1-1 0 0 0,-1 1 0 0 0,0 0 1 0 0,1 0-1 0 0,-1 0 0 0 0,1 0 0 0 0,0 0 1 0 0,-1-1-1 0 0,1 1 0 0 0,-1 0 0 0 0,1 0 1 0 0,0 0-1 0 0,0 0 0 0 0,0 0 0 0 0,0 0 1 0 0,0 0-1 0 0,-1 0 0 0 0,2 0 0 0 0,-1 0 1 0 0,0 0-1 0 0,0 0 0 0 0,0 0 0 0 0,0 0 0 0 0,1 0 1 0 0,-1 0-1 0 0,0 0 0 0 0,1 0 0 0 0,-1 0 1 0 0,1-1-1 0 0,-1 1 0 0 0,1 1 0 0 0,7 6 10 0 0,-7-7-2 0 0,0 0 0 0 0,1 0 0 0 0,-1 1 0 0 0,0-1 0 0 0,0 1 0 0 0,0-1 0 0 0,0 1-1 0 0,-1-1 1 0 0,1 1 0 0 0,0-1 0 0 0,-1 1 0 0 0,1 0 0 0 0,-1-1 0 0 0,1 1 0 0 0,-1 0 0 0 0,0-1 0 0 0,0 1 0 0 0,0 0 0 0 0,0 0 0 0 0,0-1 0 0 0,0 1 0 0 0,0 2 0 0 0,1 0-2 0 0,1-1 0 0 0,0 0 1 0 0,0 0-1 0 0,0 0 0 0 0,0 0 1 0 0,1 0-1 0 0,-1 0 0 0 0,1-1 1 0 0,0 1-1 0 0,0-1 0 0 0,0 0 1 0 0,0 0-1 0 0,0 0 1 0 0,3 2-1 0 0,9 6 13 0 0,-8-5-13 0 0,0 0-1 0 0,1 0 1 0 0,0-1-1 0 0,0 0 0 0 0,0 0 1 0 0,16 4-1 0 0,32 16 8 0 0,-28-8-30 0 0,1-1 0 0 0,1-1-1 0 0,1-2 1 0 0,0-1 0 0 0,0-1 0 0 0,65 11 0 0 0,-71-18-46 0 0,1-1 1 0 0,-1-1 0 0 0,0-1 0 0 0,1-2 0 0 0,-1 0 0 0 0,0-1 0 0 0,0-2 0 0 0,0-1 0 0 0,40-14 0 0 0,-52 15 31 0 0,-1-1 1 0 0,0 0-1 0 0,0-1 0 0 0,-1 0 1 0 0,0 0-1 0 0,0-1 0 0 0,-1-1 1 0 0,0 0-1 0 0,15-18 0 0 0,-18 20 17 0 0,-2-1 0 0 0,1 0 0 0 0,-1-1 1 0 0,0 1-1 0 0,-1-1 0 0 0,0 0 0 0 0,-1 0 0 0 0,1 0 0 0 0,-2 0 0 0 0,1 0 0 0 0,-1-1 0 0 0,-1 0 0 0 0,1-17 0 0 0,-1 0 30 0 0,0 19-1 0 0,0 1-1 0 0,-1 0 1 0 0,0 0-1 0 0,0-1 1 0 0,-1 1 0 0 0,0 0-1 0 0,0 0 1 0 0,-1 0-1 0 0,0 0 1 0 0,-4-10 0 0 0,-9-4 20 0 0,0 1 1 0 0,-2 0 0 0 0,0 1 0 0 0,-2 1-1 0 0,-38-30 1 0 0,24 24-96 0 0,-2 1 1 0 0,-37-17-1 0 0,58 33-15 0 0,0 1 1 0 0,0 1-1 0 0,-1 0 0 0 0,0 0 1 0 0,0 2-1 0 0,0 0 0 0 0,0 1 1 0 0,-19-1-1 0 0,31 3-174 0 0,0 0 0 0 0,1 1-1 0 0,-1-1 1 0 0,1 1 0 0 0,-1-1 0 0 0,1 1-1 0 0,0 0 1 0 0,-1 0 0 0 0,1 0 0 0 0,0 0-1 0 0,-1 1 1 0 0,1-1 0 0 0,0 1 0 0 0,0-1-1 0 0,0 1 1 0 0,0 0 0 0 0,0-1 0 0 0,1 1-1 0 0,-1 0 1 0 0,0 0 0 0 0,1 0 0 0 0,0 1-1 0 0,-1-1 1 0 0,1 0 0 0 0,0 1 0 0 0,0-1-1 0 0,-1 4 1 0 0,3-3-87 0 0,0-1 0 0 0,0 0-1 0 0,0 0 1 0 0,0 1 0 0 0,0-1 0 0 0,1 0 0 0 0,-1 0 0 0 0,1 0-1 0 0,-1 0 1 0 0,1-1 0 0 0,0 1 0 0 0,2 2 0 0 0,-4-4 289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2:3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97 480 0 0,'0'-2'294'0'0,"0"0"1"0"0,0 1-1 0 0,0-1 0 0 0,0 0 1 0 0,0 0-1 0 0,0 0 0 0 0,0 0 0 0 0,-1 1 1 0 0,1-1-1 0 0,0 0 0 0 0,-1 0 1 0 0,0 1-1 0 0,1-1 0 0 0,-1 0 0 0 0,0 1 1 0 0,0-1-1 0 0,0 1 0 0 0,0-1 1 0 0,0 1-1 0 0,0-1 0 0 0,-1 1 0 0 0,0-2 1 0 0,-2 2-145 0 0,0 0 0 0 0,0-1 0 0 0,0 1 0 0 0,0 1 1 0 0,0-1-1 0 0,0 1 0 0 0,0-1 0 0 0,-1 1 0 0 0,-5 1 1 0 0,4-2-120 0 0,0 1 0 0 0,0 0 0 0 0,-1 1 0 0 0,1 0 0 0 0,0 0 0 0 0,0 0 1 0 0,0 0-1 0 0,0 1 0 0 0,0 0 0 0 0,0 0 0 0 0,0 1 0 0 0,1 0 0 0 0,-1 0 0 0 0,-5 4 1 0 0,5-3-19 0 0,1-2 0 0 0,-1 1 1 0 0,1 0-1 0 0,-1-1 1 0 0,0 0-1 0 0,0-1 1 0 0,-10 2-1 0 0,-9 4 26 0 0,15-3 1 0 0,0 1 0 0 0,0 0 0 0 0,1 0 0 0 0,0 1 0 0 0,0 0 0 0 0,0 1-1 0 0,1 0 1 0 0,0 0 0 0 0,0 1 0 0 0,1 0 0 0 0,0 1 0 0 0,0-1 0 0 0,1 1 0 0 0,-6 11-1 0 0,-20 24 310 0 0,29-40-344 0 0,0-1-1 0 0,1 1 1 0 0,-1 0-1 0 0,1 0 1 0 0,0 0-1 0 0,0 0 1 0 0,0 0-1 0 0,1 0 0 0 0,-1 1 1 0 0,1-1-1 0 0,0 0 1 0 0,0 1-1 0 0,1-1 1 0 0,-1 1-1 0 0,1-1 1 0 0,0 1-1 0 0,1 8 0 0 0,-1-9-5 0 0,0 1 0 0 0,0-1-1 0 0,1 1 1 0 0,-1-1 0 0 0,1 1-1 0 0,0-1 1 0 0,1 0 0 0 0,-1 0-1 0 0,1 1 1 0 0,-1-1 0 0 0,1 0 0 0 0,1 0-1 0 0,2 4 1 0 0,1 2 19 0 0,-3 15 10 0 0,-3-23-24 0 0,-1-1 1 0 0,1 1-1 0 0,0 0 1 0 0,0-1-1 0 0,0 1 0 0 0,0 0 1 0 0,1 0-1 0 0,-1-1 1 0 0,0 1-1 0 0,1 0 0 0 0,-1-1 1 0 0,1 1-1 0 0,-1-1 1 0 0,1 1-1 0 0,0-1 0 0 0,0 1 1 0 0,1 2-1 0 0,15 4 86 0 0,0-1 1 0 0,0-1-1 0 0,0 0 0 0 0,1-1 1 0 0,36 5-1 0 0,-11-3 119 0 0,66 0 1 0 0,-70-7-80 0 0,0-2 0 0 0,0-2 1 0 0,-1-1-1 0 0,1-2 1 0 0,-2-1-1 0 0,1-3 1 0 0,-1-1-1 0 0,44-20 0 0 0,-66 25-85 0 0,-2 0-1 0 0,1-1 1 0 0,-1-1-1 0 0,0 0 1 0 0,-1 0-1 0 0,0-1 1 0 0,0-1-1 0 0,-1 0 1 0 0,0-1-1 0 0,-1 0 1 0 0,-1 0-1 0 0,0-1 0 0 0,-1 0 1 0 0,11-21-1 0 0,-18 31-16 0 0,0 0-1 0 0,0 0 0 0 0,-1-1 0 0 0,1 1 0 0 0,0 0 1 0 0,-1 0-1 0 0,0-1 0 0 0,0 1 0 0 0,0 0 1 0 0,0-1-1 0 0,0 1 0 0 0,-1 0 0 0 0,0 0 0 0 0,1-1 1 0 0,-1 1-1 0 0,0 0 0 0 0,-1 0 0 0 0,1 0 0 0 0,0 0 1 0 0,-3-3-1 0 0,-4-6 55 0 0,0 0 1 0 0,-1 1-1 0 0,-15-16 1 0 0,-6-7 96 0 0,23 26-160 0 0,-1 1 0 0 0,1-1 0 0 0,-1 1 0 0 0,-1 0 0 0 0,0 1-1 0 0,1 0 1 0 0,-2 1 0 0 0,1 0 0 0 0,-1 0 0 0 0,0 0 0 0 0,0 2 0 0 0,0-1 0 0 0,0 1 0 0 0,-14-2 0 0 0,-19-3 126 0 0,-1 3 1 0 0,-46-1-1 0 0,62 4-119 0 0,5 0-34 0 0,0 1 1 0 0,1 1-1 0 0,-1 0 1 0 0,0 2-1 0 0,1 1 1 0 0,-25 6 0 0 0,43-9-159 0 0,1 1 1 0 0,0 0-1 0 0,0 0 1 0 0,0 0-1 0 0,0 0 1 0 0,0 1-1 0 0,0-1 1 0 0,0 1-1 0 0,0-1 1 0 0,1 1-1 0 0,-1 0 1 0 0,-4 5-1 0 0,7-5-28 0 0,-1 0 0 0 0,1 0-1 0 0,0 0 1 0 0,0 0-1 0 0,0 0 1 0 0,0 0 0 0 0,0 0-1 0 0,1 0 1 0 0,-1 0-1 0 0,1 0 1 0 0,-1 0 0 0 0,1 0-1 0 0,0 0 1 0 0,0 0 0 0 0,0 0-1 0 0,1 3 1 0 0,14 37-3315 0 0,-10-35 2598 0 0,0 0-1 0 0,1 0 1 0 0,0-1-1 0 0,1 0 1 0 0,8 5-1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4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0 2881 0 0,'31'27'4322'0'0,"-62"-8"-1600"0"0,-23 12-1 0 0,24 13 1201 0 0,0-5-721 0 0,0 5-1040 0 0,-1 14-640 0 0,1 5-321 0 0,0 14-319 0 0,0-14-321 0 0,0-18-320 0 0,30-18 0 0 0,-31-27-240 0 0,31-8-1120 0 0,0-11-3202 0 0,31-20-2962 0 0,-1-30-1120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2721 0 0,'30'12'3922'0'0,"-30"78"3762"0"0,61 18-2962 0 0,-31-12-3442 0 0,-6-8-1360 0 0,6-18-80 0 0,31-13 160 0 0,-61-32-480 0 0,30-17-2401 0 0,0-21-2322 0 0,0-20-1520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6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4322 0 0,'-48'8'5366'0'0,"-20"-4"-3836"0"0,63-4-316 0 0,10 0-347 0 0,10 0-283 0 0,-5 0 3061 0 0,-9 2-3235 0 0,-2-2-402 0 0,1 0 0 0 0,0 0 0 0 0,0 0 0 0 0,0 1 0 0 0,0-1 1 0 0,0 0-1 0 0,0 0 0 0 0,0 0 0 0 0,0 0 0 0 0,0 1 0 0 0,0-1 0 0 0,0 0 0 0 0,0 0 0 0 0,0 0 1 0 0,0 0-1 0 0,0 1 0 0 0,0-1 0 0 0,0 0 0 0 0,0 0 0 0 0,0 0 0 0 0,0 0 0 0 0,0 1 0 0 0,0-1 1 0 0,0 0-1 0 0,0 0 0 0 0,0 0 0 0 0,1 0 0 0 0,-1 1 0 0 0,0-1 0 0 0,0 0 0 0 0,0 0 0 0 0,0 0 1 0 0,0 0-1 0 0,0 0 0 0 0,1 0 0 0 0,-1 0 0 0 0,0 1 0 0 0,0-1 0 0 0,0 0 0 0 0,0 0 1 0 0,1 0-1 0 0,-1 0 0 0 0,0 0 0 0 0,0 0 0 0 0,0 0 0 0 0,0 0 0 0 0,1 0 0 0 0,-1 0 0 0 0,0 0 1 0 0,0 0-1 0 0,0 0 0 0 0,0 0 0 0 0,1 0 0 0 0,-1 0 0 0 0,0 0 0 0 0,0 0 0 0 0,0 0 0 0 0,32 2 192 0 0,0 2 0 0 0,34 8 0 0 0,40 7-66 0 0,-59-14-344 0 0,150 14 986 0 0,-159-17-1828 0 0,0-2 0 0 0,0-2 0 0 0,52-9 0 0 0,-81 8 208 0 0,2 1-283 0 0,4 1-3144 0 0,0 1 482 0 0,-35 0 401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7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1521 0 0,'0'19'4082'0'0,"0"-13"-1121"0"0,-30 2-1120 0 0,0-8 640 0 0,30-8-1841 0 0,30 8 81 0 0,0 0-81 0 0,30 0 0 0 0,61 0 160 0 0,84 8 1 0 0,7-3-1121 0 0,-61-5-2722 0 0,-31 0-2320 0 0,-5-13-2482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74 1921 0 0,'-85'-5'8430'0'0,"84"5"-8379"0"0,1 0-1 0 0,-1-1 0 0 0,1 1 1 0 0,0-1-1 0 0,-1 1 0 0 0,1-1 0 0 0,-1 1 1 0 0,1-1-1 0 0,0 1 0 0 0,-1-1 0 0 0,1 1 1 0 0,0-1-1 0 0,0 1 0 0 0,-1-1 1 0 0,1 1-1 0 0,0-1 0 0 0,0 0 0 0 0,0 1 1 0 0,0-1-1 0 0,0 1 0 0 0,0-1 1 0 0,0 0-1 0 0,0 1 0 0 0,0-1 0 0 0,0 1 1 0 0,0-1-1 0 0,0 0 0 0 0,0 1 1 0 0,1-1-1 0 0,-1 1 0 0 0,0-1 0 0 0,0 1 1 0 0,0-1-1 0 0,1 1 0 0 0,-1-1 0 0 0,0 1 1 0 0,1-1-1 0 0,-1 1 0 0 0,1-1 1 0 0,-1 1-1 0 0,1-1 0 0 0,-1 1 0 0 0,0 0 1 0 0,1-1-1 0 0,-1 1 0 0 0,1 0 1 0 0,0-1-1 0 0,-1 1 0 0 0,1 0 0 0 0,-1 0 1 0 0,2-1-1 0 0,88-19 590 0 0,-26 10-411 0 0,0 3 0 0 0,1 2-1 0 0,0 3 1 0 0,-1 4 0 0 0,1 2-1 0 0,76 14 1 0 0,-123-14 40 0 0,-1 0 1 0 0,1 1-1 0 0,-1 1 1 0 0,28 14-1 0 0,-44-20-259 0 0,-1 1 0 0 0,1-1 0 0 0,-1 0-1 0 0,0 1 1 0 0,1-1 0 0 0,-1 0 0 0 0,0 1-1 0 0,1-1 1 0 0,-1 0 0 0 0,0 1 0 0 0,1-1 0 0 0,-1 0-1 0 0,0 1 1 0 0,0-1 0 0 0,0 1 0 0 0,1-1-1 0 0,-1 1 1 0 0,0-1 0 0 0,0 1 0 0 0,0-1 0 0 0,0 0-1 0 0,0 1 1 0 0,0-1 0 0 0,0 1 0 0 0,0-1 0 0 0,0 1-1 0 0,0-1 1 0 0,0 1 0 0 0,0-1 0 0 0,0 1-1 0 0,0-1 1 0 0,-1 1 0 0 0,1-1 0 0 0,0 1 0 0 0,0-1-1 0 0,0 0 1 0 0,-1 1 0 0 0,1-1 0 0 0,0 1-1 0 0,0-1 1 0 0,-1 0 0 0 0,1 1 0 0 0,-1-1 0 0 0,-19 18 212 0 0,13-13-128 0 0,-30 43 394 0 0,9-10-202 0 0,20-29-234 0 0,2-1 15 0 0,-1-1 0 0 0,1 1 0 0 0,1 1 0 0 0,0-1-1 0 0,0 1 1 0 0,0-1 0 0 0,1 2 0 0 0,-6 16 0 0 0,-14 25 212 0 0,20-45-250 0 0,0 0 0 0 0,0 0 0 0 0,1 1 0 0 0,0-1 0 0 0,0 1 0 0 0,1 0 0 0 0,0 0 0 0 0,0 0 0 0 0,1 0 0 0 0,0 0 0 0 0,-1 9 0 0 0,2 102 357 0 0,0-116-398 0 0,0 0-1 0 0,0 0 0 0 0,0-1 1 0 0,0 1-1 0 0,0 0 0 0 0,-1-1 1 0 0,1 1-1 0 0,-1 0 0 0 0,1-1 1 0 0,-1 1-1 0 0,0 0 0 0 0,1-1 1 0 0,-1 1-1 0 0,0-1 0 0 0,0 0 1 0 0,0 1-1 0 0,0-1 0 0 0,0 0 1 0 0,0 1-1 0 0,-1-1 0 0 0,-1 1 1 0 0,2-1-35 0 0,0 0 1 0 0,0 0 0 0 0,0 0 0 0 0,0 0 0 0 0,0 0 0 0 0,0 1 0 0 0,0-1-1 0 0,0 0 1 0 0,0 0 0 0 0,1 0 0 0 0,-1 1 0 0 0,0-1 0 0 0,1 1 0 0 0,-1-1-1 0 0,1 0 1 0 0,0 1 0 0 0,-1-1 0 0 0,1 1 0 0 0,0-1 0 0 0,0 1 0 0 0,0 1-1 0 0,-5-2-2074 0 0,1-1 1436 0 0,-27-2-4687 0 0,30 2 5179 0 0,0 0 0 0 0,0 0 0 0 0,0 0 0 0 0,0 0 0 0 0,1-1-1 0 0,-1 1 1 0 0,0 0 0 0 0,0 0 0 0 0,0-1 0 0 0,0 1-1 0 0,1-1 1 0 0,-1 1 0 0 0,0-1 0 0 0,0 1 0 0 0,1-1 0 0 0,-1 1-1 0 0,0-1 1 0 0,1 0 0 0 0,-1 1 0 0 0,1-1 0 0 0,-1 0 0 0 0,1 1-1 0 0,-1-1 1 0 0,1 0 0 0 0,-1 0 0 0 0,1 0 0 0 0,0 1-1 0 0,-1-1 1 0 0,1 0 0 0 0,0-1 0 0 0,0-12-3209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3442 0 0,'-30'-20'4642'0'0,"30"15"-2721"0"0,0-1-1441 0 0,30 6 80 0 0,0 0-160 0 0,0 0 160 0 0,31 0 81 0 0,29 11 159 0 0,85 9 241 0 0,-24-7-401 0 0,-30-19-1280 0 0,-61-1-1041 0 0,1-5-640 0 0,-31-1-1201 0 0,0-7 1 0 0,0 9 799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3:58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629 146 1761 0 0,'-126'-19'7377'0'0,"-14"6"-4936"0"0,112 9-2000 0 0,1 1 1 0 0,-1 2-1 0 0,-31 1 1 0 0,47 1-217 0 0,0 1-1 0 0,0 0 1 0 0,0 0 0 0 0,0 1 0 0 0,0 1 0 0 0,1 0 0 0 0,0 0 0 0 0,0 1 0 0 0,-13 8 0 0 0,12-5 3 0 0,5-4-89 0 0,0 0 0 0 0,1 1 0 0 0,-1-1 0 0 0,1 1-1 0 0,0 1 1 0 0,-9 10 0 0 0,14-14-119 0 0,-1 0 10 0 0,-1 0 1 0 0,1 0-1 0 0,0 1 0 0 0,0-1 1 0 0,0 1-1 0 0,1-1 1 0 0,-1 1-1 0 0,1 0 0 0 0,-1 0 1 0 0,1 0-1 0 0,0 0 1 0 0,0 0-1 0 0,0 0 0 0 0,1 0 1 0 0,-1 0-1 0 0,1 0 1 0 0,-1 0-1 0 0,1 0 0 0 0,0 0 1 0 0,0 0-1 0 0,1 1 1 0 0,-1-1-1 0 0,1 0 1 0 0,-1 0-1 0 0,1 0 0 0 0,2 6 1 0 0,48 77 582 0 0,-49-79-560 0 0,0 0 0 0 0,1-1 0 0 0,0 1 0 0 0,0-1 0 0 0,1 0 0 0 0,0 1 0 0 0,0-2 0 0 0,5 7 0 0 0,4 0 97 0 0,0-1 0 0 0,25 16 0 0 0,-36-25-130 0 0,18 10 29 0 0,1-1 0 0 0,-1-1 0 0 0,2-1 0 0 0,-1 0 0 0 0,41 9 0 0 0,-27-13-76 0 0,0-1 1 0 0,0-1-1 0 0,0-2 0 0 0,0-2 1 0 0,0-1-1 0 0,0-1 0 0 0,0-2 0 0 0,0-2 1 0 0,42-14-1 0 0,-58 15-25 0 0,1-2 0 0 0,-1-1 0 0 0,0 0 0 0 0,-1-1 0 0 0,-1-1 0 0 0,1-1 0 0 0,-1-1 0 0 0,-1 0 0 0 0,27-29 0 0 0,-39 38 55 0 0,0 0 0 0 0,-1 0 0 0 0,1-1 0 0 0,-1 1 1 0 0,0-1-1 0 0,-1 0 0 0 0,1 0 0 0 0,-1 0 0 0 0,0 0 0 0 0,0-1 0 0 0,0 1 1 0 0,-1-1-1 0 0,0 1 0 0 0,0-1 0 0 0,0 1 0 0 0,-1-1 0 0 0,1 0 0 0 0,-2 1 1 0 0,1-1-1 0 0,0 1 0 0 0,-1-1 0 0 0,0 1 0 0 0,-1-1 0 0 0,1 1 0 0 0,-1-1 0 0 0,0 1 1 0 0,0 0-1 0 0,-1 0 0 0 0,1 0 0 0 0,-1 0 0 0 0,0 0 0 0 0,-1 1 0 0 0,-3-5 1 0 0,-9-11 28 0 0,-1 2 1 0 0,-1 0 0 0 0,-1 1 0 0 0,0 1 0 0 0,-2 1 0 0 0,1 0-1 0 0,-2 2 1 0 0,0 0 0 0 0,0 2 0 0 0,-1 0 0 0 0,0 1 0 0 0,-37-9-1 0 0,35 13-132 0 0,0 1 0 0 0,0 2 0 0 0,-1 0 0 0 0,0 1 0 0 0,1 2 0 0 0,-1 1 0 0 0,0 0 0 0 0,1 2 0 0 0,-42 10 0 0 0,38-3-1233 0 0,12-5-761 0 0,0 0-1 0 0,-25 14 0 0 0,41-19 1850 0 0,0 1 0 0 0,1-1 0 0 0,-1 1 0 0 0,0-1 0 0 0,1 1 0 0 0,-1-1 0 0 0,0 1 0 0 0,1-1 0 0 0,-1 1 0 0 0,1 0 0 0 0,-1-1 0 0 0,1 1 0 0 0,0 0-1 0 0,-1-1 1 0 0,1 1 0 0 0,0 0 0 0 0,-1 0 0 0 0,1 0 0 0 0,0-1 0 0 0,0 1 0 0 0,0 0 0 0 0,-1 0 0 0 0,1 0 0 0 0,0-1 0 0 0,0 1 0 0 0,1 1 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0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20 160 0 0,'25'-5'2228'0'0,"-25"5"-2108"0"0,1 0-1 0 0,-1 0 1 0 0,0 0 0 0 0,1 0 0 0 0,-1 0 0 0 0,0-1 0 0 0,0 1-1 0 0,1 0 1 0 0,-1 0 0 0 0,0 0 0 0 0,1 0 0 0 0,-1-1 0 0 0,0 1 0 0 0,0 0-1 0 0,0 0 1 0 0,1-1 0 0 0,-1 1 0 0 0,0 0 0 0 0,0 0 0 0 0,0-1-1 0 0,0 1 1 0 0,1 0 0 0 0,-1-1 0 0 0,0 1 0 0 0,0 0 0 0 0,0 0-1 0 0,0-1 1 0 0,0 1 0 0 0,0 0 0 0 0,0-1 0 0 0,0 1 0 0 0,0 0-1 0 0,0-1 1 0 0,0 1 0 0 0,0 0 0 0 0,0-1 0 0 0,0 1 0 0 0,0 0 0 0 0,0-1-1 0 0,-1 1 1 0 0,1 0 0 0 0,0 0 0 0 0,0-1 0 0 0,0 1 0 0 0,0 0-1 0 0,-1-1 1 0 0,1 1 0 0 0,0 0 0 0 0,0 0 0 0 0,0 0 0 0 0,-1-1-1 0 0,1 1 1 0 0,0 0 0 0 0,0 0 0 0 0,-1 0 0 0 0,1-1 0 0 0,0 1-1 0 0,-1 0 1 0 0,1 0 0 0 0,0 0 0 0 0,-1 0 0 0 0,-20 0 504 0 0,0 1 1 0 0,0 1 0 0 0,-40 8-1 0 0,51-7-482 0 0,1 0-1 0 0,-1 0 1 0 0,1 1-1 0 0,0 1 1 0 0,0-1-1 0 0,0 1 1 0 0,1 1-1 0 0,-1-1 1 0 0,1 2 0 0 0,-13 12-1 0 0,0 6 107 0 0,1 0 1 0 0,-17 29-1 0 0,21-30-80 0 0,-31 37 0 0 0,46-60-169 0 0,1-1 1 0 0,-1 1 0 0 0,0 0 0 0 0,1 0 0 0 0,-1 0-1 0 0,1 0 1 0 0,0-1 0 0 0,-1 1 0 0 0,1 0 0 0 0,0 0-1 0 0,-1 0 1 0 0,1 0 0 0 0,0 0 0 0 0,0 0 0 0 0,0 0 0 0 0,0 0-1 0 0,0 0 1 0 0,0 0 0 0 0,0 0 0 0 0,0 1 0 0 0,1-1-2 0 0,-1 1 1 0 0,0-1 0 0 0,0 0-1 0 0,0 0 1 0 0,0 1 0 0 0,0-1-1 0 0,0 0 1 0 0,-1 1 0 0 0,1-1-1 0 0,0 0 1 0 0,-1 0 0 0 0,1 0-1 0 0,-1 1 1 0 0,1-1 0 0 0,-1 0-1 0 0,0 1 1 0 0,-5 6 112 0 0,4-5-58 0 0,0-1 0 0 0,0 1 0 0 0,0-1 0 0 0,0 1 0 0 0,1 0 0 0 0,-1 0 0 0 0,1 0 0 0 0,0 0 0 0 0,0 0 0 0 0,0 0 0 0 0,0 0 1 0 0,1 0-1 0 0,-1 5 0 0 0,1-8-53 0 0,0 1 1 0 0,0 0 0 0 0,0 0 0 0 0,0 0 0 0 0,0 0 0 0 0,-1-1 0 0 0,1 1 0 0 0,0 0 0 0 0,0 0-1 0 0,0 0 1 0 0,-1-1 0 0 0,1 1 0 0 0,0 0 0 0 0,-1 0 0 0 0,1-1 0 0 0,-1 1 0 0 0,1 0 0 0 0,-1-1 0 0 0,1 1-1 0 0,-1 0 1 0 0,1-1 0 0 0,-1 1 0 0 0,0-1 0 0 0,1 1 0 0 0,-1-1 0 0 0,0 1 0 0 0,1-1 0 0 0,-1 1-1 0 0,0-1 1 0 0,0 0 0 0 0,0 0 0 0 0,-1 1 0 0 0,1-1 0 0 0,1 0-1 0 0,-1 1 1 0 0,0-1 0 0 0,0 0 0 0 0,1 0-1 0 0,-1 1 1 0 0,0-1 0 0 0,1 1 0 0 0,-1-1-1 0 0,0 1 1 0 0,1-1 0 0 0,-1 1-1 0 0,0-1 1 0 0,1 1 0 0 0,-1-1 0 0 0,1 1-1 0 0,-1 0 1 0 0,1-1 0 0 0,0 1-1 0 0,-1 0 1 0 0,1-1 0 0 0,0 1 0 0 0,-1 0-1 0 0,1 0 1 0 0,0-1 0 0 0,0 1 0 0 0,-1 0-1 0 0,1 0 1 0 0,0-1 0 0 0,0 1-1 0 0,0 0 1 0 0,0 1 0 0 0,0 232 186 0 0,1-230-182 0 0,-1 0 1 0 0,0 0 0 0 0,1 0 0 0 0,0 0-1 0 0,0 0 1 0 0,0 0 0 0 0,1-1 0 0 0,-1 1-1 0 0,1 0 1 0 0,4 6 0 0 0,-4-7-13 0 0,0 0 0 0 0,0 1 0 0 0,-1-1 0 0 0,1 1 0 0 0,-1-1 0 0 0,0 1 0 0 0,0 0 0 0 0,0 0 0 0 0,0-1 0 0 0,0 8 0 0 0,-2-6 7 0 0,1 0 0 0 0,0 0 0 0 0,1 0 0 0 0,-1 0 0 0 0,1 0 0 0 0,0 1 0 0 0,1-2 0 0 0,-1 1 0 0 0,1 0-1 0 0,0 0 1 0 0,0 0 0 0 0,0-1 0 0 0,5 8 0 0 0,-2-5 1 0 0,-1 15-4 0 0,-4-21 4 0 0,0 1 0 0 0,0 0 1 0 0,0-1-1 0 0,0 1 0 0 0,0 0 0 0 0,1-1 0 0 0,-1 1 1 0 0,0 0-1 0 0,1-1 0 0 0,0 1 0 0 0,-1-1 0 0 0,1 1 0 0 0,1 1 1 0 0,48 46 104 0 0,20 61-239 0 0,-25-72 133 0 0,-37-30-2 0 0,0 0 0 0 0,0-1 0 0 0,1 0 0 0 0,0 0 0 0 0,1-1 0 0 0,0 0 0 0 0,-1-1 0 0 0,2 0 0 0 0,-1 0 0 0 0,22 5 0 0 0,11 2-21 0 0,62 8 1 0 0,-100-20 22 0 0,155 22 89 0 0,2-7 0 0 0,204-7 0 0 0,-336-10-30 0 0,1-1-1 0 0,-1-1 1 0 0,1-2 0 0 0,33-11 0 0 0,5 2 39 0 0,-38 9-20 0 0,-1-2 1 0 0,51-19-1 0 0,27-14 51 0 0,-70 28-66 0 0,0-1-1 0 0,-1-2 0 0 0,-1-2 0 0 0,58-38 0 0 0,-54 28-80 0 0,56-44-99 0 0,-87 64 107 0 0,0 0 0 0 0,-1-1 1 0 0,1 0-1 0 0,-2 0 0 0 0,1-1 0 0 0,-1 0 1 0 0,7-13-1 0 0,-10-8 3 0 0,-4 29 10 0 0,0-1 1 0 0,0 0-1 0 0,0 0 0 0 0,1 0 1 0 0,-1 1-1 0 0,1-1 0 0 0,-1 0 1 0 0,1 1-1 0 0,2-5 0 0 0,-2 5 2 0 0,0 1 0 0 0,0-1-1 0 0,0 1 1 0 0,0-1 0 0 0,0 0-1 0 0,0 1 1 0 0,0-1 0 0 0,0 0-1 0 0,-1 0 1 0 0,1 1 0 0 0,-1-1-1 0 0,1 0 1 0 0,-1 0 0 0 0,0 0-1 0 0,0 0 1 0 0,0 0 0 0 0,0 0-1 0 0,0 0 1 0 0,0 0 0 0 0,-1 1-1 0 0,1-1 1 0 0,0 0 0 0 0,-1 0-1 0 0,0 0 1 0 0,1 0 0 0 0,-1 1-1 0 0,-2-4 1 0 0,-1-7-15 0 0,-10-23-34 0 0,11 23 88 0 0,-2 0 0 0 0,1 0 0 0 0,-2 1-1 0 0,0 0 1 0 0,0 0 0 0 0,-1 0 0 0 0,-13-15-1 0 0,-15-20 102 0 0,20 26-120 0 0,-1-1-1 0 0,-1 2 0 0 0,0 0 1 0 0,-34-27-1 0 0,9 19 110 0 0,-1 1 0 0 0,-1 2 0 0 0,-2 2-1 0 0,-90-31 1 0 0,29 22 599 0 0,-128-20-1 0 0,149 37-523 0 0,-1 4 0 0 0,-127 3 0 0 0,163 9-867 0 0,0 2-1 0 0,0 2 1 0 0,-69 18-1 0 0,-54 24-8592 0 0,109-33 1567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1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 1761 0 0,'1'1'4477'0'0,"-7"2"-3018"0"0,0-1 260 0 0,-25 4 197 0 0,13-5 6014 0 0,169-14-4848 0 0,-19 5-2224 0 0,182 14 1 0 0,-288-4-776 0 0,15-1-368 0 0,0 3-1 0 0,75 16 0 0 0,-79-8-3846 0 0,-1 2-3658 0 0,-36-14 7696 0 0,0 0 1 0 0,0 0-1 0 0,0 0 0 0 0,-1 0 0 0 0,1 0 0 0 0,0 1 1 0 0,0-1-1 0 0,0 0 0 0 0,0 0 0 0 0,0 0 0 0 0,0 0 0 0 0,0 0 1 0 0,-1 0-1 0 0,1 0 0 0 0,0 0 0 0 0,0 0 0 0 0,0 1 1 0 0,0-1-1 0 0,0 0 0 0 0,0 0 0 0 0,0 0 0 0 0,0 0 0 0 0,0 0 1 0 0,0 0-1 0 0,0 1 0 0 0,0-1 0 0 0,0 0 0 0 0,0 0 1 0 0,0 0-1 0 0,0 0 0 0 0,0 0 0 0 0,0 0 0 0 0,0 1 1 0 0,0-1-1 0 0,0 0 0 0 0,0 0 0 0 0,0 0 0 0 0,0 0 0 0 0,0 0 1 0 0,0 1-1 0 0,0-1 0 0 0,0 0 0 0 0,0 0 0 0 0,0 0 1 0 0,0 0-1 0 0,0 0 0 0 0,0 0 0 0 0,1 0 0 0 0,-1 0 1 0 0,0 1-1 0 0,0-1 0 0 0,0 0 0 0 0,0 0 0 0 0,0 0 0 0 0,0 0 1 0 0,0 0-1 0 0,1 0 0 0 0,-1 0 0 0 0,0 0 0 0 0,0 0 1 0 0,-25 6-3949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1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80 0 0,'0'0'4242'0'0,"-30"0"6563"0"0,60 0-8244 0 0,0 5-320 0 0,31 1-400 0 0,29 2-480 0 0,91-2-81 0 0,-30-1-720 0 0,-30 3-2641 0 0,-37-16-4882 0 0,-53 8 0 0 0,-1-5 1761 0 0,-30-1 1520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30 3762 0 0,'-56'5'3481'0'0,"51"-4"-2867"0"0,5-1-593 0 0,1-1 1 0 0,-1 1-1 0 0,0 0 1 0 0,0 0-1 0 0,0-1 0 0 0,0 1 1 0 0,0 0-1 0 0,0-1 1 0 0,0 1-1 0 0,0 0 0 0 0,0 0 1 0 0,0-1-1 0 0,0 1 1 0 0,0 0-1 0 0,0-1 0 0 0,0 1 1 0 0,0 0-1 0 0,0 0 1 0 0,0-1-1 0 0,0 1 0 0 0,0 0 1 0 0,0-1-1 0 0,0 1 1 0 0,0 0-1 0 0,0 0 0 0 0,0-1 1 0 0,-1 1-1 0 0,1 0 0 0 0,0 0 1 0 0,0-1-1 0 0,0 1 1 0 0,-1 0-1 0 0,1 0 0 0 0,0 0 1 0 0,0-1-1 0 0,0 1 1 0 0,-1 0-1 0 0,1 0 0 0 0,0 0 1 0 0,0 0-1 0 0,-1 0 1 0 0,1 0-1 0 0,0-1 0 0 0,-1 1 1 0 0,1 0-1 0 0,0 0 1 0 0,-1 0-1 0 0,-29-1 953 0 0,10 6-587 0 0,-41-6 2894 0 0,82-2-2961 0 0,75-8 2403 0 0,121 2 0 0 0,-73 4-2006 0 0,188 11 84 0 0,92 54-224 0 0,-140-13 46 0 0,-73-15-49 0 0,-135-19-343 0 0,-38-6-72 0 0,0-2-1 0 0,62 1 1 0 0,35 2 241 0 0,-91-7-179 0 0,-26 0 129 0 0,1-1 1 0 0,-1-1 0 0 0,1 0-1 0 0,24-6 1 0 0,-23 5-75 0 0,0 0 0 0 0,1 1 1 0 0,39 3-1 0 0,-5 0 153 0 0,161 6 452 0 0,9-16 426 0 0,-197 12-217 0 0,-56 1-1006 0 0,-143 11-13130 0 0,52-2-707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 80 0 0,'-31'0'1201'0'0,"31"6"-1361"0"0,-30-6-161 0 0,30-6 1 0 0,0-2-80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97 640 0 0,'-17'2'464'0'0,"-1"-2"229"0"0,-67-9-76 0 0,49 5 597 0 0,-44 1 0 0 0,76 3-1172 0 0,0 0 1 0 0,0-1-1 0 0,0 1 0 0 0,0-1 0 0 0,0 0 0 0 0,1 0 1 0 0,-1 0-1 0 0,-5-3 0 0 0,-17-3 5 0 0,-3 4 52 0 0,15 0 72 0 0,-1 2-1 0 0,0-1 1 0 0,0 2 0 0 0,0 0 0 0 0,0 1-1 0 0,-23 5 1 0 0,-66 1 1336 0 0,87-11-901 0 0,16 3-591 0 0,0 1 1 0 0,0-1 0 0 0,0 1 0 0 0,0 0 0 0 0,0-1 0 0 0,0 1 0 0 0,-1 0 0 0 0,1 0 0 0 0,0 0-1 0 0,0 0 1 0 0,0 0 0 0 0,-1 0 0 0 0,1 0 0 0 0,0 0 0 0 0,0 0 0 0 0,0 0 0 0 0,0 1 0 0 0,-2 0-1 0 0,-48 8 1079 0 0,51-9-1065 0 0,1 0-1 0 0,-1 0 0 0 0,0 0 1 0 0,0 0-1 0 0,1 0 0 0 0,-1 0 1 0 0,0 0-1 0 0,0 0 0 0 0,0 0 0 0 0,1-1 1 0 0,-1 1-1 0 0,0 0 0 0 0,0 0 1 0 0,0 0-1 0 0,1 0 0 0 0,-1 0 1 0 0,0-1-1 0 0,0 1 0 0 0,0 0 1 0 0,0 0-1 0 0,0 0 0 0 0,0-1 1 0 0,1 1-1 0 0,-1 0 0 0 0,0 0 1 0 0,0 0-1 0 0,0-1 0 0 0,0 1 1 0 0,0 0-1 0 0,0 0 0 0 0,0-1 1 0 0,0 1-1 0 0,0 0 0 0 0,0 0 0 0 0,0-1 1 0 0,0 1-1 0 0,0 0 0 0 0,0 0 1 0 0,0 0-1 0 0,0-1 0 0 0,0 1 1 0 0,-1 0-1 0 0,1 0 0 0 0,0-1 1 0 0,0 1-1 0 0,0 0 0 0 0,0 0 1 0 0,0 0-1 0 0,0 0 0 0 0,-1-1 1 0 0,1 1-1 0 0,0 0 0 0 0,0 0 1 0 0,0 0-1 0 0,0 0 0 0 0,-1 0 1 0 0,1-1-1 0 0,0 1 0 0 0,0 0 1 0 0,0 0-1 0 0,-1 0 0 0 0,1 0 0 0 0,0 0 1 0 0,-1 0-1 0 0,23-2 531 0 0,-1-2 0 0 0,37-9 1 0 0,42-8 563 0 0,19 7-318 0 0,1 6 0 0 0,209 11 0 0 0,12 5-127 0 0,-235-9-476 0 0,466-13 932 0 0,-426 21-574 0 0,88 3 208 0 0,-105-6-589 0 0,111 8 302 0 0,-187-9-1042 0 0,-53-2 511 0 0,1-1 0 0 0,-1 0-1 0 0,0 0 1 0 0,0 1 0 0 0,0-1 0 0 0,0 0-1 0 0,0 1 1 0 0,0-1 0 0 0,-1 0 0 0 0,1 1-1 0 0,0-1 1 0 0,0 0 0 0 0,0 0-1 0 0,0 1 1 0 0,0-1 0 0 0,0 0 0 0 0,0 1-1 0 0,-1-1 1 0 0,1 0 0 0 0,0 0 0 0 0,0 1-1 0 0,0-1 1 0 0,-1 0 0 0 0,1 0-1 0 0,0 0 1 0 0,0 1 0 0 0,-1-1 0 0 0,1 0-1 0 0,0 0 1 0 0,0 0 0 0 0,-1 0 0 0 0,1 0-1 0 0,0 1 1 0 0,-1-1 0 0 0,1 0-1 0 0,0 0 1 0 0,0 0 0 0 0,-1 0 0 0 0,1 0-1 0 0,0 0 1 0 0,-1 0 0 0 0,1 0 0 0 0,0 0-1 0 0,-1 0 1 0 0,1 0 0 0 0,-1 0-1 0 0,-13 8-2321 0 0,-16 30-6659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2 382 480 0 0,'0'-1'97'0'0,"0"1"-1"0"0,0-1 1 0 0,1 1-1 0 0,-1-1 1 0 0,0 1-1 0 0,1 0 1 0 0,-1-1-1 0 0,0 1 1 0 0,1 0-1 0 0,-1-1 1 0 0,0 1-1 0 0,1 0 1 0 0,-1-1-1 0 0,1 1 1 0 0,-1 0-1 0 0,1 0 1 0 0,-1 0-1 0 0,1-1 1 0 0,-1 1-1 0 0,1 0 0 0 0,-1 0 1 0 0,1 0-1 0 0,-1 0 1 0 0,1 0-1 0 0,-1 0 1 0 0,1 0-1 0 0,-1 0 1 0 0,1 0-1 0 0,-1 0 1 0 0,1 0-1 0 0,-1 0 1 0 0,1 0-1 0 0,0 1 1 0 0,-1-1-16 0 0,1 0 0 0 0,-1 0-1 0 0,1 0 1 0 0,-1 1 0 0 0,1-1 0 0 0,-1 0 0 0 0,1 0 0 0 0,-1 0-1 0 0,1 0 1 0 0,-1 0 0 0 0,1 0 0 0 0,-1 0 0 0 0,1 0 0 0 0,-1-1 0 0 0,1 1-1 0 0,-1 0 1 0 0,1 0 0 0 0,-1 0 0 0 0,1 0 0 0 0,-1-1 0 0 0,0 1-1 0 0,1 0 1 0 0,-1-1 0 0 0,1 1 0 0 0,-1 0 0 0 0,0 0 0 0 0,1-1 0 0 0,-1 1-1 0 0,0-1 1 0 0,1 1 0 0 0,-1 0 0 0 0,0-1 0 0 0,1 0 0 0 0,-1 0-1 0 0,-1 1 1 0 0,1-1 0 0 0,0 1 0 0 0,0-1 0 0 0,-1 0-1 0 0,1 1 1 0 0,0-1 0 0 0,-1 1 0 0 0,1-1 0 0 0,-1 1-1 0 0,1-1 1 0 0,-1 1 0 0 0,1 0 0 0 0,-1-1-1 0 0,1 1 1 0 0,-1-1 0 0 0,1 1 0 0 0,-1 0 0 0 0,0 0-1 0 0,1-1 1 0 0,-1 1 0 0 0,1 0 0 0 0,-1 0 0 0 0,0 0-1 0 0,1 0 1 0 0,-2-1 0 0 0,1 1-46 0 0,1 0 0 0 0,-1 0 1 0 0,0 0-1 0 0,0 0 0 0 0,1 0 1 0 0,-1 0-1 0 0,0-1 0 0 0,1 1 0 0 0,-1 0 1 0 0,0 0-1 0 0,1-1 0 0 0,-1 1 1 0 0,0-1-1 0 0,1 1 0 0 0,-1 0 0 0 0,1-1 1 0 0,-1 1-1 0 0,0-1 0 0 0,1 0 1 0 0,-1 1-1 0 0,1-1 0 0 0,0 1 0 0 0,-1-1 1 0 0,1 0-1 0 0,-1 1 0 0 0,1-1 1 0 0,0 0-1 0 0,0 1 0 0 0,-1-1 0 0 0,1 0 1 0 0,0 1-1 0 0,0-1 0 0 0,0 0 1 0 0,0 0-1 0 0,0 1 0 0 0,0-1 0 0 0,0 0 1 0 0,0 0-1 0 0,0 1 0 0 0,0-1 1 0 0,0 0-1 0 0,0 0 0 0 0,1 1 0 0 0,-1-1 1 0 0,0 0-1 0 0,1 1 0 0 0,-1-1 1 0 0,0 0-1 0 0,1 1 0 0 0,-1-1 0 0 0,1 0 1 0 0,-1 1-1 0 0,1-1 0 0 0,0 0 1 0 0,11-23 693 0 0,0 0 0 0 0,14-45 0 0 0,4-27 1072 0 0,-28 89-1659 0 0,1 1-1 0 0,-1-1 1 0 0,1 1 0 0 0,1-1 0 0 0,-1 1-1 0 0,1 0 1 0 0,5-6 0 0 0,-7 9-19 0 0,-1 0-1 0 0,0-1 1 0 0,0 1 0 0 0,0 0 0 0 0,-1 0 0 0 0,1 0-1 0 0,-1 0 1 0 0,0-1 0 0 0,0 1 0 0 0,0 0-1 0 0,0-1 1 0 0,-1-3 0 0 0,0-4 629 0 0,6 10-219 0 0,16 1-26 0 0,-21 0-470 0 0,1 1 1 0 0,-1-1-1 0 0,1 1 0 0 0,0 0 0 0 0,-1-1 0 0 0,1 1 1 0 0,-1 0-1 0 0,1-1 0 0 0,-1 1 0 0 0,0 0 1 0 0,1-1-1 0 0,-1 1 0 0 0,0 0 0 0 0,1 0 0 0 0,-1-1 1 0 0,0 1-1 0 0,0 0 0 0 0,0 0 0 0 0,0-1 0 0 0,0 1 1 0 0,0 0-1 0 0,0 0 0 0 0,0 1 0 0 0,3 12 191 0 0,4 14 106 0 0,6 16-70 0 0,-2 1 0 0 0,-2 0 0 0 0,-2 0 0 0 0,1 53 0 0 0,-8-57-227 0 0,2-11 1 0 0,-2 1 1 0 0,-1 0-1 0 0,-2-1 1 0 0,0 1-1 0 0,-3-1 1 0 0,-13 48 0 0 0,10-47-223 0 0,1 1 1 0 0,2 0 0 0 0,1 0 0 0 0,2 0-1 0 0,1 1 1 0 0,4 60 0 0 0,-1-30-2910 0 0,-2-62 2761 0 0,1 0 0 0 0,0 1 0 0 0,0-1 0 0 0,0 1 0 0 0,0-1 0 0 0,0 1 0 0 0,0-1 0 0 0,0 1 0 0 0,0-1 0 0 0,1 0 0 0 0,-1 1 0 0 0,1-1 0 0 0,-1 0 0 0 0,1 1 0 0 0,-1-1 0 0 0,1 0 0 0 0,1 2 0 0 0,-1-3-212 0 0,1 1 0 0 0,0-1 1 0 0,-1 0-1 0 0,1 0 0 0 0,0 0 0 0 0,0 0 0 0 0,-1 0 0 0 0,1 0 1 0 0,0-1-1 0 0,-1 1 0 0 0,1 0 0 0 0,3-2 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4642 0 0,'0'0'143'0'0,"-6"0"422"0"0,1-1 0 0 0,0 1 0 0 0,0 1 0 0 0,0-1 1 0 0,0 1-1 0 0,0 0 0 0 0,0 0 0 0 0,-9 3 0 0 0,18-2-439 0 0,-1 0 1 0 0,1-1-1 0 0,-1 1 0 0 0,1-1 0 0 0,0 0 0 0 0,0 0 1 0 0,0 0-1 0 0,-1 0 0 0 0,1-1 0 0 0,0 1 1 0 0,0-1-1 0 0,6-1 0 0 0,37 2 608 0 0,0 2-1 0 0,70 12 1 0 0,-114-14-629 0 0,1 0-1 0 0,-1 0 1 0 0,0 0 0 0 0,0 0-1 0 0,0 1 1 0 0,0-1 0 0 0,0 1 0 0 0,0 0-1 0 0,0 0 1 0 0,-1 0 0 0 0,1 0-1 0 0,-1 0 1 0 0,1 0 0 0 0,-1 1-1 0 0,0-1 1 0 0,0 1 0 0 0,0 0 0 0 0,0 0-1 0 0,0-1 1 0 0,-1 1 0 0 0,1 0-1 0 0,-1 0 1 0 0,2 7 0 0 0,-1-6 84 0 0,-1 1 1 0 0,-1 0 0 0 0,1 0-1 0 0,-1 0 1 0 0,1 0-1 0 0,-1 0 1 0 0,-1 0 0 0 0,1 0-1 0 0,-1 0 1 0 0,0 0-1 0 0,0 0 1 0 0,0-1 0 0 0,-1 1-1 0 0,1 0 1 0 0,-1-1-1 0 0,-3 5 1 0 0,3-5-85 0 0,-1 0 1 0 0,0 0-1 0 0,0 0 0 0 0,-1-1 1 0 0,1 0-1 0 0,-1 1 1 0 0,0-1-1 0 0,0-1 0 0 0,0 1 1 0 0,0-1-1 0 0,-7 4 1 0 0,-54 18 512 0 0,43-17-460 0 0,-42 15 207 0 0,-78 31-263 0 0,139-51-438 0 0,0 0 1 0 0,-1-1 0 0 0,1 1 0 0 0,-1-1-1 0 0,1 0 1 0 0,-1 1 0 0 0,1-2 0 0 0,-1 1-1 0 0,0 0 1 0 0,0-1 0 0 0,1 1 0 0 0,-1-1-1 0 0,0 0 1 0 0,-5-1 0 0 0,9 1 191 0 0,-1 0 0 0 0,1-1 1 0 0,0 1-1 0 0,-1 0 0 0 0,1 0 1 0 0,0-1-1 0 0,0 1 0 0 0,0 0 1 0 0,-1 0-1 0 0,1-1 0 0 0,0 1 1 0 0,0 0-1 0 0,0 0 0 0 0,0-1 1 0 0,-1 1-1 0 0,1 0 0 0 0,0-1 1 0 0,0 1-1 0 0,0 0 0 0 0,0 0 1 0 0,0-1-1 0 0,0 1 0 0 0,0 0 0 0 0,0-1 1 0 0,0 1-1 0 0,0 0 0 0 0,0-1 1 0 0,0 1-1 0 0,0 0 0 0 0,0-1 1 0 0,0 1-1 0 0,0 0 0 0 0,0-1 1 0 0,1 1-1 0 0,-1 0 0 0 0,0-1 1 0 0,0 1-1 0 0,0 0 0 0 0,0 0 1 0 0,1-1-1 0 0,-1 1 0 0 0,0 0 1 0 0,0 0-1 0 0,1 0 0 0 0,-1-1 1 0 0,0 1-1 0 0,1 0 0 0 0,24-23-7886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7 1521 0 0,'-49'-4'4018'0'0,"40"3"-3424"0"0,0 0 0 0 0,1 1 0 0 0,-1 0 0 0 0,1 0 1 0 0,-1 0-1 0 0,-16 4 0 0 0,8-1 5552 0 0,34 2-5916 0 0,-12-5 1371 0 0,0 0-1414 0 0,101-2 864 0 0,139 4-528 0 0,-209 6-1543 0 0,10 7-6086 0 0,-42-13 6267 0 0,1 2-2044 0 0,-10-1-1957 0 0,-21 3 2172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5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 2321 0 0,'-13'-6'6084'0'0,"10"6"-5968"0"0,0-1-1 0 0,0 1 1 0 0,0-1-1 0 0,1 1 1 0 0,-1 0-1 0 0,0 0 1 0 0,0 1-1 0 0,0-1 1 0 0,0 1-1 0 0,0-1 1 0 0,1 1-1 0 0,-1 0 1 0 0,0 0-1 0 0,-5 2 1 0 0,10-1 69 0 0,0-1 0 0 0,1 1 0 0 0,-1-1-1 0 0,0 0 1 0 0,0 1 0 0 0,1-1 0 0 0,-1 0 0 0 0,0-1 0 0 0,1 1-1 0 0,-1 0 1 0 0,1-1 0 0 0,-1 1 0 0 0,4-1 0 0 0,47 8 902 0 0,0-2 0 0 0,67-1 0 0 0,30-10-7430 0 0,-85 4-326 0 0,-34 1 3774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40 400 0 0,'0'-7'1587'0'0,"-3"-21"3936"0"0,-6 24-4862 0 0,-4 6-1495 0 0,10 1 480 0 0,-4 0-3081 0 0,-18-3 1008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2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39 3362 0 0,'1'2'4553'0'0,"-7"0"-3851"0"0,-44-6 2406 0 0,40-2-2347 0 0,-10 5-441 0 0,15 1 654 0 0,5-25-10685 0 0,0 19 7243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95 294 400 0 0,'-25'0'4642'0'0,"20"0"-2201"0"0,5-1-1694 0 0,0-2-627 0 0,0 2 27 0 0,-5 1 93 0 0,-15 0 80 0 0,15 0 1495 0 0,6-3-1715 0 0,0 0 0 0 0,1 1 0 0 0,-1 0 0 0 0,1-1 0 0 0,-1 1 0 0 0,1 0 0 0 0,0 0-1 0 0,0 0 1 0 0,0 0 0 0 0,0 0 0 0 0,0 0 0 0 0,1 0 0 0 0,-1 1 0 0 0,0-1 0 0 0,1 1 0 0 0,2-1 0 0 0,20-17 135 0 0,156-162 1512 0 0,-175 176-1625 0 0,0 0 0 0 0,0 0-1 0 0,1 0 1 0 0,-1 1-1 0 0,1-1 1 0 0,0 2 0 0 0,0-1-1 0 0,0 1 1 0 0,1 0 0 0 0,-1 0-1 0 0,1 1 1 0 0,0 0 0 0 0,-1 1-1 0 0,1-1 1 0 0,0 2-1 0 0,0-1 1 0 0,0 1 0 0 0,0 0-1 0 0,0 1 1 0 0,0-1 0 0 0,-1 2-1 0 0,1-1 1 0 0,0 1 0 0 0,14 5-1 0 0,3 3 85 0 0,0 0 0 0 0,0 2 0 0 0,-1 1 0 0 0,-1 1 0 0 0,0 0-1 0 0,21 19 1 0 0,66 55-19 0 0,-107-84-166 0 0,-1 0 1 0 0,-1 0-1 0 0,1 0 0 0 0,0 0 1 0 0,-1 0-1 0 0,0 1 1 0 0,0-1-1 0 0,0 0 0 0 0,-1 1 1 0 0,1-1-1 0 0,-1 0 0 0 0,0 1 1 0 0,0-1-1 0 0,-1 0 0 0 0,1 1 1 0 0,-2 4-1 0 0,1 7-64 0 0,0-11 46 0 0,1 1-1 0 0,-1-1 1 0 0,0 1-1 0 0,0-1 1 0 0,-1 1-1 0 0,1-1 1 0 0,-1 0-1 0 0,0 0 1 0 0,-1 0-1 0 0,1 0 1 0 0,-1 0-1 0 0,0 0 1 0 0,0-1-1 0 0,-6 7 1 0 0,-13 22 26 0 0,12-11-23 0 0,9-19-1 0 0,0 0 0 0 0,0 1 0 0 0,-1-1 0 0 0,0 0 0 0 0,0 0 0 0 0,1 0 0 0 0,-2 0 0 0 0,1 0 0 0 0,0-1 0 0 0,-1 1 1 0 0,-2 2-1 0 0,-49 36 11 0 0,34-27-37 0 0,1 1 0 0 0,0 1 1 0 0,-20 22-1 0 0,-65 65 56 0 0,58-61 23 0 0,37-34-58 0 0,-1-1-1 0 0,0-1 0 0 0,0 1 0 0 0,0-2 1 0 0,-1 1-1 0 0,1-2 0 0 0,-1 1 0 0 0,-19 4 0 0 0,10-4-40 0 0,-1-1 0 0 0,1 0 0 0 0,-1-2-1 0 0,-22 1 1 0 0,35-3 1 0 0,0 0 0 0 0,1-1 0 0 0,-1 0 0 0 0,1-1 0 0 0,-1 1 0 0 0,1-1 0 0 0,0-1 0 0 0,0 1 0 0 0,0-1 0 0 0,0 0 0 0 0,0-1 0 0 0,1 0 0 0 0,-1 0 0 0 0,1 0 0 0 0,0-1 0 0 0,0 0 0 0 0,1 0 0 0 0,-1-1 0 0 0,1 1 0 0 0,-6-10 0 0 0,10 13 39 0 0,-1 1 1 0 0,1-1 0 0 0,0 0 0 0 0,0 0 0 0 0,1 0 0 0 0,-1 0 0 0 0,0 0 0 0 0,1 1 0 0 0,-1-1-1 0 0,1 0 1 0 0,-1-1 0 0 0,1 1 0 0 0,0 0 0 0 0,0 0 0 0 0,0 0 0 0 0,0 0 0 0 0,0 0 0 0 0,1 0 0 0 0,-1 0-1 0 0,1 0 1 0 0,-1 0 0 0 0,1 0 0 0 0,1-2 0 0 0,21-33-54 0 0,-21 35 44 0 0,-1 0 8 0 0,1-2 2 0 0,1 0-1 0 0,0 1 0 0 0,0-1 1 0 0,0 1-1 0 0,0 0 0 0 0,0 0 1 0 0,1 0-1 0 0,-1 0 0 0 0,1 0 0 0 0,0 1 1 0 0,0-1-1 0 0,0 1 0 0 0,0 0 1 0 0,0 1-1 0 0,0-1 0 0 0,5-1 1 0 0,3 0 40 0 0,-1 1 1 0 0,1 0 0 0 0,-1 0 0 0 0,1 1 0 0 0,0 1 0 0 0,-1 0 0 0 0,1 0 0 0 0,0 2 0 0 0,-1-1 0 0 0,1 1 0 0 0,-1 1 0 0 0,0 0 0 0 0,20 8 0 0 0,2 3 280 0 0,-1 3 1 0 0,54 35-1 0 0,-71-42-231 0 0,7 4 45 0 0,-12-9-92 0 0,-1 0-1 0 0,0 1 0 0 0,0 0 0 0 0,0 1 0 0 0,-1 0 0 0 0,0 0 0 0 0,0 0 0 0 0,-1 1 0 0 0,0 1 0 0 0,0-1 0 0 0,5 11 0 0 0,-10-15-143 0 0,0 0-1 0 0,1 1 0 0 0,-1-1 0 0 0,1 0 1 0 0,0 0-1 0 0,0 0 0 0 0,1-1 1 0 0,-1 1-1 0 0,1-1 0 0 0,-1 0 1 0 0,9 5-1 0 0,5 5-1132 0 0,-16-12 815 0 0,1 0-1 0 0,-1-1 1 0 0,1 1 0 0 0,-1-1 0 0 0,1 1 0 0 0,0-1 0 0 0,-1 1 0 0 0,1-1-1 0 0,0 0 1 0 0,-1 0 0 0 0,1 0 0 0 0,0 0 0 0 0,-1 0 0 0 0,1 0-1 0 0,0 0 1 0 0,-1-1 0 0 0,1 1 0 0 0,0-1 0 0 0,-1 1 0 0 0,1-1-1 0 0,1-1 1 0 0,40-19-4079 0 0,-28 12 2504 0 0,15-9-594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61 1681 0 0,'-5'-1'1721'0'0,"-13"-2"-1033"0"0,-1 1 0 0 0,0 1 0 0 0,1 1 0 0 0,-1 1 0 0 0,0 0 1 0 0,1 1-1 0 0,-28 7 0 0 0,-129 47 1598 0 0,164-52-2034 0 0,-130 63 2670 0 0,135-64-2828 0 0,-1 1 0 0 0,1-1 0 0 0,0 1 1 0 0,0 0-1 0 0,1 1 0 0 0,-1 0 1 0 0,1-1-1 0 0,0 2 0 0 0,0-1 0 0 0,0 0 1 0 0,-7 13-1 0 0,1-1 149 0 0,9-15-234 0 0,1-1 0 0 0,0 1 0 0 0,0 0 0 0 0,1 0 0 0 0,-1 0 0 0 0,0 0 0 0 0,1 0 0 0 0,-1 0 1 0 0,1 0-1 0 0,-1 0 0 0 0,1 0 0 0 0,0 0 0 0 0,0 0 0 0 0,0 0 0 0 0,0 0 0 0 0,0 1 0 0 0,1-1 1 0 0,-1 0-1 0 0,0 0 0 0 0,1 0 0 0 0,0 0 0 0 0,-1 0 0 0 0,1 0 0 0 0,0-1 0 0 0,0 1 1 0 0,0 0-1 0 0,0 0 0 0 0,1-1 0 0 0,1 3 0 0 0,0 0 5 0 0,0 0 0 0 0,0-1 0 0 0,0 0 0 0 0,1 0 0 0 0,0 0 0 0 0,-1 0 0 0 0,1 0 0 0 0,0-1 0 0 0,0 1-1 0 0,7 2 1 0 0,44 11-16 0 0,2-2 0 0 0,-1-2 0 0 0,1-3 0 0 0,1-2-1 0 0,107-2 1 0 0,-140-7-30 0 0,0 0 0 0 0,0-2 0 0 0,-1-1 0 0 0,1-1 0 0 0,-1-1 0 0 0,32-15 0 0 0,-42 17-8 0 0,-1-2 0 0 0,0 0 0 0 0,0-1-1 0 0,-1 0 1 0 0,0-1 0 0 0,-1 0-1 0 0,0 0 1 0 0,0-2 0 0 0,-1 1 0 0 0,-1-1-1 0 0,14-19 1 0 0,-21 26 25 0 0,1 1 0 0 0,-1-1 0 0 0,0 0 0 0 0,0 1-1 0 0,0-1 1 0 0,0 0 0 0 0,-1 0 0 0 0,1 0 0 0 0,-1-1 0 0 0,0 1 0 0 0,-1 0-1 0 0,1 0 1 0 0,-1-1 0 0 0,0 1 0 0 0,0 0 0 0 0,0 0 0 0 0,0-1 0 0 0,-1 1 0 0 0,1 0-1 0 0,-1 0 1 0 0,-2-6 0 0 0,-1 3 15 0 0,-1 1 0 0 0,1-1 0 0 0,-1 1 0 0 0,0 0 0 0 0,-1 0 0 0 0,1 0 0 0 0,-1 1 0 0 0,-1 0 0 0 0,1 0 0 0 0,-11-6 0 0 0,1-1-6 0 0,-1 1 0 0 0,1 1 1 0 0,-2 0-1 0 0,1 2 1 0 0,-1 0-1 0 0,0 0 1 0 0,-1 2-1 0 0,0 0 1 0 0,0 2-1 0 0,0 0 0 0 0,-27-2 1 0 0,19 3 2 0 0,20 2-47 0 0,-1 0-1 0 0,0 1 0 0 0,1 0 0 0 0,-1 0 1 0 0,1 1-1 0 0,-1 0 0 0 0,0 0 1 0 0,1 1-1 0 0,0 0 0 0 0,-12 4 1 0 0,17-5-49 0 0,-4 0-145 0 0,1 1 0 0 0,-1 1 0 0 0,1-1 0 0 0,0 1 0 0 0,-9 5 0 0 0,13-7 108 0 0,0 0 0 0 0,0 0-1 0 0,0 0 1 0 0,0 0 0 0 0,0 0 0 0 0,0 0 0 0 0,0 0-1 0 0,0 0 1 0 0,0 0 0 0 0,1 0 0 0 0,-1 1-1 0 0,0-1 1 0 0,1 0 0 0 0,-1 0 0 0 0,1 1-1 0 0,0-1 1 0 0,-1 0 0 0 0,1 1 0 0 0,0-1 0 0 0,0 1-1 0 0,0-1 1 0 0,0 0 0 0 0,0 1 0 0 0,0-1-1 0 0,0 0 1 0 0,0 1 0 0 0,1-1 0 0 0,-1 0-1 0 0,0 1 1 0 0,1-1 0 0 0,-1 0 0 0 0,1 1 0 0 0,-1-1-1 0 0,1 0 1 0 0,0 0 0 0 0,1 2 0 0 0,0 0-242 0 0,1 0 0 0 0,0 0 0 0 0,-1 0 0 0 0,1-1 0 0 0,0 1 0 0 0,1-1 0 0 0,-1 0 0 0 0,4 2 0 0 0,49 22-3864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7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31 1521 0 0,'-2'-2'305'0'0,"0"1"0"0"0,1-1 1 0 0,-1 1-1 0 0,0 0 1 0 0,0-1-1 0 0,0 1 0 0 0,0 0 1 0 0,0 0-1 0 0,0 0 1 0 0,0 0-1 0 0,-4 0 0 0 0,-3-3 1100 0 0,-3 1-999 0 0,0 0 0 0 0,-1 1 0 0 0,1 0 0 0 0,-1 1 0 0 0,1 0 0 0 0,-1 1 0 0 0,1 1 1 0 0,-23 3-1 0 0,29-3-6 0 0,7 1-284 0 0,-1 0-1 0 0,1 0 1 0 0,0 0 0 0 0,-1-1 0 0 0,1 1-1 0 0,0 0 1 0 0,0 0 0 0 0,0-1 0 0 0,0 1-1 0 0,1-1 1 0 0,-1 1 0 0 0,0-1 0 0 0,1 1 0 0 0,-1-1-1 0 0,1 0 1 0 0,2 3 0 0 0,37 23 169 0 0,-17-12 36 0 0,44 35 319 0 0,-21-17-253 0 0,48 46 0 0 0,-85-70-439 0 0,0-1 0 0 0,0 0 0 0 0,0-1 0 0 0,1 0 0 0 0,0 0-1 0 0,1-1 1 0 0,-1-1 0 0 0,1 0 0 0 0,0-1 0 0 0,25 6 0 0 0,-35-9-196 0 0,1-1-1 0 0,-1 0 1 0 0,0 0 0 0 0,0 0 0 0 0,0 0 0 0 0,0-1 0 0 0,1 1 0 0 0,-1-1-1 0 0,0 1 1 0 0,0-1 0 0 0,2-1 0 0 0,-4 2 181 0 0,1 0 0 0 0,-1 0 0 0 0,0 0 0 0 0,1 0 0 0 0,-1 0-1 0 0,0 0 1 0 0,1 0 0 0 0,-1 0 0 0 0,0 0 0 0 0,1-1 0 0 0,-1 1 0 0 0,0 0 0 0 0,0 0 0 0 0,1 0 0 0 0,-1-1 0 0 0,0 1 0 0 0,0 0-1 0 0,1 0 1 0 0,-1-1 0 0 0,0 1 0 0 0,0 0 0 0 0,0 0 0 0 0,1-1 0 0 0,-1 1 0 0 0,0 0 0 0 0,0-1 0 0 0,0 1 0 0 0,0 0 0 0 0,0-1-1 0 0,0 1 1 0 0,0 0 0 0 0,0-1 0 0 0,0 1 0 0 0,0 0 0 0 0,0-1 0 0 0,0 1 0 0 0,0 0 0 0 0,0-1 0 0 0,0 1 0 0 0,0 0 0 0 0,0-1-1 0 0,0 1 1 0 0,0 0 0 0 0,0 0 0 0 0,0-1 0 0 0,-1 1 0 0 0,1 0 0 0 0,0-1 0 0 0,0 1 0 0 0,0 0 0 0 0,-1 0 0 0 0,1-1 0 0 0,0 1-1 0 0,0 0 1 0 0,-1 0 0 0 0,1-1 0 0 0,0 1 0 0 0,0 0 0 0 0,-1 0 0 0 0,0 0 0 0 0,-29-26-4629 0 0,5 8 2562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1361 0 0,'0'-5'2721'0'0,"31"-1"-640"0"0,-31-2-480 0 0,0-3-401 0 0,30-3-400 0 0,-6 1-239 0 0,36 1-241 0 0,1-1-320 0 0,-1 1-640 0 0,31 5-1201 0 0,-31 1-640 0 0,-30 0-161 0 0,31 6 321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9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121 291 240 0 0,'-25'4'2761'0'0,"24"-3"-2613"0"0,0-1 0 0 0,0 0 0 0 0,0 0 1 0 0,0 0-1 0 0,-1 0 0 0 0,1 0 0 0 0,0 0 0 0 0,0 0 0 0 0,0 0 0 0 0,0 0 0 0 0,-1-1 0 0 0,1 1 0 0 0,0 0 0 0 0,0-1 0 0 0,0 1 0 0 0,0-1 0 0 0,0 0 0 0 0,0 1 0 0 0,0-1 0 0 0,0 0 0 0 0,0 1 0 0 0,0-1 0 0 0,0 0 0 0 0,1 0 0 0 0,-1 0 0 0 0,0 0 0 0 0,0 0 0 0 0,1 0 0 0 0,-1 0 0 0 0,1 0 1 0 0,-1 0-1 0 0,1 0 0 0 0,-1 0 0 0 0,1 0 0 0 0,0 0 0 0 0,-1 0 0 0 0,1 0 0 0 0,0-3 0 0 0,-2-8-75 0 0,1-1 0 0 0,0 1 0 0 0,2-19 0 0 0,0 1 398 0 0,0 23-431 0 0,0 0 0 0 0,1-1-1 0 0,0 1 1 0 0,0 0 0 0 0,0 0 0 0 0,1 1 0 0 0,0-1 0 0 0,1 0 0 0 0,-1 1 0 0 0,1 0 0 0 0,0 0 0 0 0,1 0 0 0 0,-1 0 0 0 0,1 1-1 0 0,1 0 1 0 0,-1 0 0 0 0,1 0 0 0 0,-1 1 0 0 0,1-1 0 0 0,0 1 0 0 0,12-5 0 0 0,-9 4-3 0 0,1 0-1 0 0,0 0 1 0 0,0 1-1 0 0,0 0 1 0 0,1 1 0 0 0,-1 0-1 0 0,1 0 1 0 0,0 1-1 0 0,-1 1 1 0 0,1 0 0 0 0,0 0-1 0 0,0 1 1 0 0,0 1-1 0 0,17 2 1 0 0,17 5 41 0 0,-38-7-71 0 0,0 0 0 0 0,0 0 0 0 0,0 1 0 0 0,0 0-1 0 0,0 0 1 0 0,-1 0 0 0 0,1 1 0 0 0,-1 0 0 0 0,9 5 0 0 0,10 6-3 0 0,-2-1 24 0 0,0 0-1 0 0,-1 1 1 0 0,34 30-1 0 0,-52-41-25 0 0,-1 0-1 0 0,0 0 1 0 0,0 0-1 0 0,0 0 1 0 0,0 0 0 0 0,-1 1-1 0 0,1-1 1 0 0,-1 1-1 0 0,0 0 1 0 0,0-1-1 0 0,0 1 1 0 0,-1 0 0 0 0,1 0-1 0 0,-1 1 1 0 0,0-1-1 0 0,0 0 1 0 0,-1 0-1 0 0,1 0 1 0 0,-1 1 0 0 0,0-1-1 0 0,0 0 1 0 0,0 1-1 0 0,-1-1 1 0 0,1 0 0 0 0,-1 0-1 0 0,0 0 1 0 0,0 1-1 0 0,-2 3 1 0 0,1-4-7 0 0,1 0-1 0 0,0 0 1 0 0,0 1 0 0 0,0-1 0 0 0,0 0-1 0 0,1 1 1 0 0,0-1 0 0 0,0 6 0 0 0,-3 24-15 0 0,-2-20 12 0 0,0 1 0 0 0,0-1 0 0 0,-1 0 0 0 0,-1 0 0 0 0,-1-1 0 0 0,1 0 0 0 0,-2 0 0 0 0,0-1 0 0 0,-16 17 0 0 0,-5-1 4 0 0,-2-1-1 0 0,-57 38 1 0 0,79-59-10 0 0,0-1-1 0 0,-1 0 1 0 0,0-1 0 0 0,0 0 0 0 0,0-1-1 0 0,0 0 1 0 0,-1 0 0 0 0,1-1 0 0 0,-1-1-1 0 0,1 0 1 0 0,-1 0 0 0 0,0-2 0 0 0,1 1 0 0 0,-13-3-1 0 0,-5 2 8 0 0,8 0 5 0 0,0 0 0 0 0,0-2 0 0 0,-30-6 0 0 0,48 8 2 0 0,0 1 1 0 0,0-1 0 0 0,0 0-1 0 0,0 0 1 0 0,0 0-1 0 0,0-1 1 0 0,0 1-1 0 0,0-1 1 0 0,0 1-1 0 0,1-1 1 0 0,-1 0-1 0 0,1 0 1 0 0,-1 0-1 0 0,1 0 1 0 0,0-1-1 0 0,0 1 1 0 0,0 0-1 0 0,0-1 1 0 0,0 0-1 0 0,0 1 1 0 0,1-1-1 0 0,-1 0 1 0 0,1 0-1 0 0,0 0 1 0 0,0 0-1 0 0,0 0 1 0 0,0 0-1 0 0,1 0 1 0 0,-1-6-1 0 0,1 7 4 0 0,0 0 0 0 0,0 0 0 0 0,0-1 0 0 0,1 1 0 0 0,-1 0 0 0 0,1-1 0 0 0,0 1 0 0 0,0 0 0 0 0,0 0 0 0 0,0 0 0 0 0,0 0-1 0 0,0 0 1 0 0,0 0 0 0 0,1 0 0 0 0,-1 0 0 0 0,4-3 0 0 0,3-5-4 0 0,-6 7 5 0 0,1-1-1 0 0,0 1 1 0 0,0 0 0 0 0,0 0-1 0 0,0 0 1 0 0,1 0 0 0 0,-1 1-1 0 0,1-1 1 0 0,-1 1 0 0 0,1 0-1 0 0,0 0 1 0 0,0 0 0 0 0,0 1-1 0 0,0-1 1 0 0,0 1 0 0 0,1 0-1 0 0,-1 0 1 0 0,0 0 0 0 0,0 1-1 0 0,1 0 1 0 0,-1-1 0 0 0,0 1-1 0 0,1 1 1 0 0,-1-1 0 0 0,0 1-1 0 0,1 0 1 0 0,-1 0 0 0 0,0 0-1 0 0,6 2 1 0 0,8 4 54 0 0,0 1 0 0 0,-1 0 0 0 0,1 1 0 0 0,-2 1 0 0 0,26 20 0 0 0,-29-21-14 0 0,11 8 82 0 0,0 0 0 0 0,-2 2 0 0 0,0 1 0 0 0,34 40 0 0 0,-43-40-31 0 0,-13-18-99 0 0,1 0 0 0 0,0-1 0 0 0,0 1 0 0 0,0 0 0 0 0,0 0 0 0 0,0-1 0 0 0,0 1 0 0 0,0 0 0 0 0,1-1 0 0 0,-1 1 0 0 0,1-1 0 0 0,-1 0 0 0 0,1 1 1 0 0,-1-1-1 0 0,1 0 0 0 0,0 0 0 0 0,0 0 0 0 0,-1 0 0 0 0,1 0 0 0 0,0-1 0 0 0,0 1 0 0 0,0 0 0 0 0,0-1 0 0 0,0 0 0 0 0,0 1 0 0 0,0-1 0 0 0,0 0 0 0 0,0 0 0 0 0,0 0 0 0 0,0 0 0 0 0,0 0 0 0 0,0-1 0 0 0,0 1 0 0 0,0-1 0 0 0,0 1 1 0 0,3-2-1 0 0,-2 1-82 0 0,-1 0 0 0 0,1 0 0 0 0,-1 0 0 0 0,1 0 0 0 0,-1-1 0 0 0,1 1 1 0 0,-1-1-1 0 0,0 0 0 0 0,0 0 0 0 0,4-3 0 0 0,19-15-822 0 0,-18 15 398 0 0,0 0 1 0 0,-1 0 0 0 0,1 0-1 0 0,-1-1 1 0 0,-1 0-1 0 0,1 0 1 0 0,-1-1 0 0 0,7-9-1 0 0,18-43-3919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0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 1040 0 0,'-12'5'4354'0'0,"-26"-4"-2448"0"0,27-1-1256 0 0,-7 1-334 0 0,-1 2-1 0 0,1 0 0 0 0,0 2 1 0 0,-33 11-1 0 0,39-12-251 0 0,-3 2 96 0 0,1 1-1 0 0,0 0 1 0 0,0 1 0 0 0,0 0-1 0 0,1 1 1 0 0,-15 13 0 0 0,-20 13 349 0 0,-42 21 439 0 0,88-55-920 0 0,0 0 0 0 0,0 0 0 0 0,1 0 1 0 0,-1 0-1 0 0,0 0 0 0 0,1 0 1 0 0,-1 0-1 0 0,1 1 0 0 0,-1-1 0 0 0,1 0 1 0 0,0 1-1 0 0,-1-1 0 0 0,1 1 1 0 0,0 0-1 0 0,0-1 0 0 0,0 1 1 0 0,0 0-1 0 0,0 0 0 0 0,0 3 0 0 0,1-4-19 0 0,0 0-1 0 0,0 1 0 0 0,1-1 0 0 0,-1 0 1 0 0,1 1-1 0 0,-1-1 0 0 0,1 0 1 0 0,-1 0-1 0 0,1 0 0 0 0,0 0 0 0 0,-1 1 1 0 0,1-1-1 0 0,0 0 0 0 0,0 0 0 0 0,0 0 1 0 0,0-1-1 0 0,0 1 0 0 0,0 0 0 0 0,0 0 1 0 0,0 0-1 0 0,0-1 0 0 0,0 1 0 0 0,1 0 1 0 0,-1-1-1 0 0,0 1 0 0 0,0-1 0 0 0,1 0 1 0 0,-1 1-1 0 0,3-1 0 0 0,20 8 19 0 0,1-1 0 0 0,-1-2-1 0 0,2 0 1 0 0,-1-2 0 0 0,32 1-1 0 0,23-3 2 0 0,-25 1-228 0 0,0-2-1 0 0,106-16 1 0 0,-152 14 156 0 0,-1 0 1 0 0,1-1-1 0 0,-1-1 1 0 0,0 1-1 0 0,0-1 1 0 0,7-6-1 0 0,-13 10 36 0 0,0-1 1 0 0,-1 0-1 0 0,1 0 1 0 0,-1 0-1 0 0,1 0 1 0 0,-1 0-1 0 0,1 0 0 0 0,-1 0 1 0 0,0-1-1 0 0,1 1 1 0 0,-1 0-1 0 0,0-1 1 0 0,0 1-1 0 0,0-1 1 0 0,0 1-1 0 0,0-1 0 0 0,-1 0 1 0 0,1 1-1 0 0,0-1 1 0 0,-1 0-1 0 0,1 0 1 0 0,-1 0-1 0 0,1 1 0 0 0,-1-1 1 0 0,0 0-1 0 0,0 0 1 0 0,0 0-1 0 0,0 1 1 0 0,0-1-1 0 0,0 0 0 0 0,-1-2 1 0 0,-7-11 11 0 0,-1 1 1 0 0,0 0-1 0 0,0 1 1 0 0,-2 0-1 0 0,1 1 1 0 0,-2 0-1 0 0,0 1 0 0 0,0 0 1 0 0,-1 0-1 0 0,0 2 1 0 0,-1-1-1 0 0,0 2 1 0 0,0 0-1 0 0,-28-11 1 0 0,36 17-47 0 0,0-1 1 0 0,0 1 0 0 0,0 1 0 0 0,-1-1 0 0 0,1 1 0 0 0,-1 0 0 0 0,1 1 0 0 0,-1 0 0 0 0,1 0 0 0 0,-1 0 0 0 0,0 1 0 0 0,-6 1 0 0 0,12-2-80 0 0,1 1-1 0 0,-1-1 1 0 0,1 1-1 0 0,-1-1 1 0 0,1 1-1 0 0,-1-1 1 0 0,1 1 0 0 0,0 0-1 0 0,-1-1 1 0 0,1 1-1 0 0,0 0 1 0 0,0-1-1 0 0,-1 1 1 0 0,1 0 0 0 0,0-1-1 0 0,0 1 1 0 0,0 0-1 0 0,0-1 1 0 0,0 1-1 0 0,0 0 1 0 0,0 0 0 0 0,0-1-1 0 0,0 1 1 0 0,0 0-1 0 0,0-1 1 0 0,0 1 0 0 0,1 0-1 0 0,-1-1 1 0 0,0 1-1 0 0,0 0 1 0 0,1-1-1 0 0,-1 1 1 0 0,1 0 0 0 0,-1-1-1 0 0,0 1 1 0 0,1-1-1 0 0,-1 1 1 0 0,2 0-1 0 0,53 11-4613 0 0,-25-4 2734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0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269 140 320 0 0,'19'-17'1220'0'0,"-15"16"-934"0"0,-2-1-1 0 0,1 0 1 0 0,0-1 0 0 0,0 1 0 0 0,-1 0 0 0 0,1-1-1 0 0,-1 0 1 0 0,0 1 0 0 0,0-1 0 0 0,0 0-1 0 0,0 0 1 0 0,0 0 0 0 0,-1 0 0 0 0,1-1-1 0 0,-1 1 1 0 0,0 0 0 0 0,0 0 0 0 0,0-1-1 0 0,0 1 1 0 0,-1-1 0 0 0,1 1 0 0 0,-1-1-1 0 0,0 1 1 0 0,0-5 0 0 0,-5 5 221 0 0,-10 0-307 0 0,1 0 0 0 0,-1 1 0 0 0,0 1 0 0 0,0 0 0 0 0,1 1 0 0 0,-1 0 1 0 0,-23 4-1 0 0,1-2 247 0 0,36-3-428 0 0,0 1 1 0 0,0-1-1 0 0,-1 1 1 0 0,1 0-1 0 0,0 0 0 0 0,0 0 1 0 0,-1 0-1 0 0,1 0 1 0 0,0 0-1 0 0,0 0 0 0 0,-1 0 1 0 0,1 0-1 0 0,0 1 1 0 0,0-1-1 0 0,0 0 1 0 0,-1 1-1 0 0,1-1 0 0 0,0 1 1 0 0,0-1-1 0 0,0 1 1 0 0,0 0-1 0 0,-1 0 0 0 0,-3 0 141 0 0,1 0-114 0 0,0-1 0 0 0,0 1-1 0 0,1 0 1 0 0,-1 0-1 0 0,1 0 1 0 0,-1 0 0 0 0,1 0-1 0 0,-1 1 1 0 0,1 0-1 0 0,0 0 1 0 0,0 0-1 0 0,0 0 1 0 0,0 0 0 0 0,0 0-1 0 0,0 1 1 0 0,0 0-1 0 0,-2 3 1 0 0,-38 57 467 0 0,42-61-508 0 0,0 0 0 0 0,0 0-1 0 0,0 0 1 0 0,0 0-1 0 0,1 0 1 0 0,-1 1-1 0 0,0-1 1 0 0,1 0 0 0 0,0 0-1 0 0,0 1 1 0 0,0-1-1 0 0,0 0 1 0 0,0 0-1 0 0,0 1 1 0 0,0-1 0 0 0,1 0-1 0 0,-1 0 1 0 0,1 1-1 0 0,-1-1 1 0 0,1 0-1 0 0,0 0 1 0 0,0 0 0 0 0,0 0-1 0 0,0 0 1 0 0,0 0-1 0 0,1 0 1 0 0,-1-1-1 0 0,4 4 1 0 0,-3-2 0 0 0,-1-1 0 0 0,1 0 1 0 0,0 1-1 0 0,-1-1 0 0 0,0 1 0 0 0,1 0 0 0 0,-1-1 0 0 0,0 1 1 0 0,0 0-1 0 0,-1 0 0 0 0,1 0 0 0 0,0 3 0 0 0,0-4-2 0 0,-1 0 0 0 0,1 0 0 0 0,-1-1 0 0 0,1 1 0 0 0,0 0 0 0 0,0-1 0 0 0,0 1 0 0 0,0-1 0 0 0,0 1 0 0 0,0-1-1 0 0,1 1 1 0 0,-1-1 0 0 0,0 0 0 0 0,1 1 0 0 0,-1-1 0 0 0,1 0 0 0 0,-1 0 0 0 0,1 0 0 0 0,0 0 0 0 0,-1-1 0 0 0,1 1-1 0 0,0 0 1 0 0,0-1 0 0 0,-1 1 0 0 0,1-1 0 0 0,4 1 0 0 0,55 9 31 0 0,-51-9-13 0 0,8 2-56 0 0,0-1 1 0 0,0-1-1 0 0,0-1 1 0 0,0 0 0 0 0,0-1-1 0 0,0-2 1 0 0,0 1-1 0 0,0-2 1 0 0,-1 0-1 0 0,0-2 1 0 0,33-13-1 0 0,-44 16-14 0 0,0 0 1 0 0,0-1-1 0 0,0 0 0 0 0,-1 1 0 0 0,1-2 0 0 0,-1 1 0 0 0,0-1 0 0 0,0 0 0 0 0,-1 0 0 0 0,0 0 0 0 0,0 0 0 0 0,0-1 0 0 0,0 0 1 0 0,-1 0-1 0 0,0 0 0 0 0,0 0 0 0 0,-1 0 0 0 0,1 0 0 0 0,-1-1 0 0 0,-1 1 0 0 0,1-1 0 0 0,-1 0 0 0 0,0 0 0 0 0,-1 1 1 0 0,0-1-1 0 0,0-8 0 0 0,0 11 43 0 0,-1 0 0 0 0,1 0 1 0 0,-1 1-1 0 0,0-1 0 0 0,0 0 1 0 0,0 1-1 0 0,-1-1 0 0 0,1 1 1 0 0,-1 0-1 0 0,0-1 1 0 0,0 1-1 0 0,0 0 0 0 0,0 0 1 0 0,0 0-1 0 0,-1 0 0 0 0,1 0 1 0 0,-1 1-1 0 0,0-1 0 0 0,0 1 1 0 0,0 0-1 0 0,0-1 0 0 0,0 2 1 0 0,-1-1-1 0 0,1 0 0 0 0,-1 0 1 0 0,1 1-1 0 0,-7-2 0 0 0,-4-1 2 0 0,-1 0-1 0 0,0 1 0 0 0,0 0 0 0 0,0 2 1 0 0,-25-1-1 0 0,4 5-58 0 0,35-3 38 0 0,0 0 1 0 0,0 0-1 0 0,0 0 1 0 0,0 0 0 0 0,0 0-1 0 0,0 0 1 0 0,0 0-1 0 0,0 1 1 0 0,0-1-1 0 0,0 1 1 0 0,0-1 0 0 0,0 0-1 0 0,0 1 1 0 0,0 0-1 0 0,0-1 1 0 0,0 1 0 0 0,0 0-1 0 0,1-1 1 0 0,-1 1-1 0 0,0 0 1 0 0,0 0-1 0 0,1-1 1 0 0,-1 1 0 0 0,1 0-1 0 0,-1 0 1 0 0,1 0-1 0 0,-2 2 1 0 0,4-1-259 0 0,0 0 0 0 0,-1 0 1 0 0,1 0-1 0 0,0 0 0 0 0,0 0 0 0 0,0 0 0 0 0,0-1 1 0 0,0 1-1 0 0,1-1 0 0 0,-1 1 0 0 0,0-1 0 0 0,1 0 1 0 0,-1 0-1 0 0,5 1 0 0 0,18 3-2131 0 0,5-4 66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1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0 320 0 0,'0'0'2228'0'0,"-5"1"-107"0"0,-19 3-310 0 0,14-3-1143 0 0,0 0-1 0 0,0 1 1 0 0,0 0-1 0 0,-16 6 1 0 0,20-5-555 0 0,0-1-1 0 0,0-1 1 0 0,0 1 0 0 0,0-1-1 0 0,0 0 1 0 0,-12 1 0 0 0,11-2-28 0 0,0 1-1 0 0,0 0 1 0 0,0 0 0 0 0,0 0 0 0 0,0 1 0 0 0,1 0-1 0 0,-8 4 1 0 0,14-6-79 0 0,-78 37 1102 0 0,71-33-918 0 0,0 0-1 0 0,0 1 0 0 0,0 0 0 0 0,1 0 0 0 0,-1 0 1 0 0,1 1-1 0 0,-9 10 0 0 0,13-13-90 0 0,1 0 1 0 0,-1 0-1 0 0,-1 0 1 0 0,1 0-1 0 0,0 0 1 0 0,-1-1-1 0 0,1 1 1 0 0,-1-1-1 0 0,0 0 0 0 0,-4 3 1 0 0,7-4-89 0 0,0-1 1 0 0,0 1-1 0 0,0-1 0 0 0,0 1 1 0 0,0-1-1 0 0,0 0 1 0 0,0 1-1 0 0,0-1 1 0 0,0 1-1 0 0,0-1 0 0 0,0 1 1 0 0,0-1-1 0 0,0 0 1 0 0,0 1-1 0 0,0-1 0 0 0,1 1 1 0 0,-1-1-1 0 0,0 0 1 0 0,0 1-1 0 0,1-1 0 0 0,-1 0 1 0 0,0 1-1 0 0,0-1 1 0 0,1 0-1 0 0,-1 1 0 0 0,0-1 1 0 0,1 0-1 0 0,-1 1 1 0 0,0-1-1 0 0,1 0 0 0 0,-1 0 1 0 0,1 0-1 0 0,-1 1 1 0 0,1-1-1 0 0,12 9 97 0 0,-5 5 19 0 0,1-4-85 0 0,40 8-38 0 0,-27-11-148 0 0,1-1 0 0 0,0-1-1 0 0,1-1 1 0 0,-1-1 0 0 0,1-1-1 0 0,0-1 1 0 0,0-2 0 0 0,-1 0-1 0 0,1-1 1 0 0,37-9 0 0 0,-59 11 138 0 0,0-1 1 0 0,0 0-1 0 0,0 0 1 0 0,0 0-1 0 0,0 0 0 0 0,0-1 1 0 0,-1 1-1 0 0,1 0 1 0 0,0-1-1 0 0,-1 1 1 0 0,1-1-1 0 0,-1 1 1 0 0,0-1-1 0 0,1 0 1 0 0,-1 0-1 0 0,0 1 0 0 0,0-1 1 0 0,0 0-1 0 0,0 0 1 0 0,-1 0-1 0 0,1 0 1 0 0,0 0-1 0 0,-1 0 1 0 0,1-1-1 0 0,-1 1 0 0 0,0 0 1 0 0,0 0-1 0 0,0 0 1 0 0,0 0-1 0 0,0 0 1 0 0,0 0-1 0 0,-1-4 1 0 0,0 1 36 0 0,0 0 1 0 0,0 0-1 0 0,-1 0 1 0 0,0 0-1 0 0,0 0 1 0 0,0 0-1 0 0,0 0 1 0 0,-1 1-1 0 0,1-1 1 0 0,-1 1-1 0 0,0 0 1 0 0,-6-6 0 0 0,-46-35 434 0 0,53 41-439 0 0,-1 1 0 0 0,0-1-1 0 0,1 1 1 0 0,-1 0 0 0 0,0 0 0 0 0,0 0-1 0 0,-1 1 1 0 0,-3-4 0 0 0,0-1-879 0 0,14 5-1751 0 0,83 18-4481 0 0,-34-4 4350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20 2241 0 0,'-13'1'1028'0'0,"0"0"-1"0"0,0 0 1 0 0,0 2-1 0 0,0 0 0 0 0,0 0 1 0 0,-12 6-1 0 0,13-5-637 0 0,0 1-1 0 0,0 1 0 0 0,1 0 1 0 0,0 0-1 0 0,0 1 0 0 0,0 1 0 0 0,1 0 1 0 0,0 0-1 0 0,-13 15 0 0 0,21-20-311 0 0,1 1 1 0 0,-1-1-1 0 0,1 1 0 0 0,-1 0 1 0 0,1 0-1 0 0,0-1 0 0 0,0 1 1 0 0,1 0-1 0 0,-1 0 0 0 0,1 0 1 0 0,0 0-1 0 0,0 0 0 0 0,0 0 1 0 0,1 0-1 0 0,-1 0 0 0 0,1 0 0 0 0,0-1 1 0 0,0 1-1 0 0,0 0 0 0 0,1 0 1 0 0,-1-1-1 0 0,1 1 0 0 0,0-1 1 0 0,0 1-1 0 0,0-1 0 0 0,0 0 1 0 0,1 0-1 0 0,-1 0 0 0 0,1 0 1 0 0,3 3-1 0 0,5 2 2 0 0,0-1 0 0 0,1 0 0 0 0,-1-1 0 0 0,1 0 0 0 0,0-1 0 0 0,1 0 0 0 0,-1-1 0 0 0,1 0-1 0 0,0-1 1 0 0,24 3 0 0 0,-22-4-102 0 0,0-1-1 0 0,0 0 1 0 0,0-1-1 0 0,0-1 0 0 0,0 0 1 0 0,0-1-1 0 0,0-1 1 0 0,0 0-1 0 0,19-8 1 0 0,-30 10-27 0 0,-1 0 1 0 0,0 0-1 0 0,1 0 1 0 0,-1-1 0 0 0,0 1-1 0 0,0-1 1 0 0,0 0 0 0 0,-1 0-1 0 0,1 0 1 0 0,0 0 0 0 0,-1-1-1 0 0,1 1 1 0 0,-1-1 0 0 0,0 1-1 0 0,1-1 1 0 0,-1 0 0 0 0,-1 0-1 0 0,1 0 1 0 0,0 0 0 0 0,-1 0-1 0 0,2-5 1 0 0,-3 3-151 0 0,0 0 1 0 0,0 0-1 0 0,-1 0 0 0 0,0 0 1 0 0,0 0-1 0 0,0 1 0 0 0,-1-1 1 0 0,0 0-1 0 0,0 1 0 0 0,0-1 1 0 0,0 1-1 0 0,-1 0 1 0 0,1 0-1 0 0,-1-1 0 0 0,-6-5 1 0 0,-2-4-893 0 0,0 0 1 0 0,-1 1-1 0 0,-20-17 1 0 0,-79-46-5754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2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47 2641 0 0,'24'-14'1053'0'0,"38"-17"3603"0"0,-57 29-3842 0 0,-10 2-240 0 0,-5 2-301 0 0,1-1-1 0 0,0 1 1 0 0,0 0 0 0 0,0 1-1 0 0,0 0 1 0 0,0 1 0 0 0,0-1 0 0 0,-12 9-1 0 0,-72 47 2481 0 0,79-49-2318 0 0,1-1-76 0 0,2 0-1 0 0,0 1 0 0 0,0 0 0 0 0,0 1 0 0 0,1 0 1 0 0,1 1-1 0 0,0 0 0 0 0,1 0 0 0 0,0 1 1 0 0,1 0-1 0 0,0 1 0 0 0,1-1 0 0 0,1 1 0 0 0,0 1 1 0 0,1-1-1 0 0,-3 17 0 0 0,-1 20 128 0 0,3 1-1 0 0,2 0 0 0 0,4 64 1 0 0,0-46-381 0 0,-1-52-148 0 0,1 0 0 0 0,1 0 0 0 0,1 0 0 0 0,1 0-1 0 0,0-1 1 0 0,13 31 0 0 0,-12-37-481 0 0,0 0-1 0 0,1 0 1 0 0,0 0-1 0 0,11 12 1 0 0,-12-17-229 0 0,0 0-1 0 0,0-1 1 0 0,0 0 0 0 0,1 0 0 0 0,0 0-1 0 0,0-1 1 0 0,11 7 0 0 0,-5-6-835 0 0,-1-1 1 0 0,1-1-1 0 0,0 0 1 0 0,0 0 0 0 0,15 1-1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3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91 167 1521 0 0,'0'-4'269'0'0,"0"0"1"0"0,0 1 0 0 0,1-1-1 0 0,-1 0 1 0 0,1 0-1 0 0,0 0 1 0 0,1 1 0 0 0,-1-1-1 0 0,0 0 1 0 0,1 1-1 0 0,0-1 1 0 0,0 1 0 0 0,0 0-1 0 0,0 0 1 0 0,1-1 0 0 0,-1 1-1 0 0,1 1 1 0 0,0-1-1 0 0,0 0 1 0 0,0 1 0 0 0,0-1-1 0 0,0 1 1 0 0,0 0 0 0 0,6-3-1 0 0,-1 0-33 0 0,11-6-53 0 0,0 1 1 0 0,1 1-1 0 0,0 1 0 0 0,1 0 0 0 0,0 2 1 0 0,0 1-1 0 0,25-4 0 0 0,-27 5-48 0 0,-3 1 21 0 0,0 0 1 0 0,0 2-1 0 0,1 0 1 0 0,-1 0-1 0 0,0 2 1 0 0,0 0-1 0 0,0 0 0 0 0,0 2 1 0 0,0 0-1 0 0,30 10 1 0 0,-35 2 362 0 0,-7-9-265 0 0,4 10 225 0 0,-1-6-156 0 0,-1 1 1 0 0,-1 0 0 0 0,1-1-1 0 0,-2 2 1 0 0,0-1 0 0 0,0 0-1 0 0,-1 1 1 0 0,0 0-1 0 0,-1 0 1 0 0,-1 0 0 0 0,1 22-1 0 0,-2-31-288 0 0,-1 1 0 0 0,1-1 0 0 0,-1 1 0 0 0,0 0 0 0 0,0-1 0 0 0,0 0 0 0 0,-1 1 0 0 0,1-1 0 0 0,-1 0 0 0 0,0 1 0 0 0,0-1 0 0 0,0 0 0 0 0,0 0 0 0 0,0-1 0 0 0,-1 1 0 0 0,1 0 0 0 0,-5 3-1 0 0,-16 22 285 0 0,14-9-126 0 0,7-16-168 0 0,1 1 0 0 0,-1-1 0 0 0,1 0 0 0 0,-1 0 1 0 0,0 0-1 0 0,0 0 0 0 0,-1-1 0 0 0,1 1 0 0 0,0 0 0 0 0,-1-1 0 0 0,0 1 1 0 0,-4 2-1 0 0,-230 162 1685 0 0,122-88-872 0 0,103-71-685 0 0,0-1 0 0 0,-1 0 1 0 0,0-1-1 0 0,-25 8 1 0 0,26-10-86 0 0,0 1 0 0 0,1 0 1 0 0,-17 9-1 0 0,10-4 66 0 0,15-11-34 0 0,3 1-98 0 0,0-1 0 0 0,0 1-1 0 0,0 0 1 0 0,0 0 0 0 0,0 0-1 0 0,0 0 1 0 0,0-1 0 0 0,0 1 0 0 0,0 0-1 0 0,0 0 1 0 0,0 0 0 0 0,0 0-1 0 0,0 0 1 0 0,0-1 0 0 0,0 1 0 0 0,0 0-1 0 0,0 0 1 0 0,1 0 0 0 0,-1 0-1 0 0,0 0 1 0 0,0 0 0 0 0,0-1 0 0 0,0 1-1 0 0,0 0 1 0 0,0 0 0 0 0,1 0-1 0 0,-1 0 1 0 0,0 0 0 0 0,0 0 0 0 0,0 0-1 0 0,0 0 1 0 0,0 0 0 0 0,1 0-1 0 0,-1 0 1 0 0,0 0 0 0 0,0 0 0 0 0,0 0-1 0 0,0 0 1 0 0,1 0 0 0 0,-1 0-1 0 0,0 0 1 0 0,0 0 0 0 0,0 0 0 0 0,0 0-1 0 0,1 0 1 0 0,-1 0 0 0 0,0 0-1 0 0,0 0 1 0 0,0 0 0 0 0,0 0 0 0 0,0 0-1 0 0,0 1 1 0 0,1-1 0 0 0,-1 0-1 0 0,0 0 1 0 0,0 0 0 0 0,0 0 0 0 0,-1 0 43 0 0,0 0-76 0 0,0-1 0 0 0,0 1 1 0 0,0 0-1 0 0,0-1 0 0 0,0 1 0 0 0,0-1 0 0 0,0 1 0 0 0,1-1 0 0 0,-1 0 0 0 0,0 1 1 0 0,0-1-1 0 0,0 0 0 0 0,1 1 0 0 0,-1-1 0 0 0,0 0 0 0 0,1 0 0 0 0,-1 0 1 0 0,0 0-1 0 0,1 0 0 0 0,-1 0 0 0 0,1 0 0 0 0,0 0 0 0 0,-1 0 0 0 0,1 0 0 0 0,0 0 1 0 0,-1 0-1 0 0,1 0 0 0 0,0 0 0 0 0,0-2 0 0 0,1-5-7 0 0,0-1-1 0 0,0 0 1 0 0,0 1-1 0 0,1-1 1 0 0,1 1-1 0 0,0 0 1 0 0,0-1-1 0 0,0 1 1 0 0,1 1-1 0 0,7-13 1 0 0,11-24-112 0 0,-18 38 133 0 0,-1 0 1 0 0,1 0-1 0 0,1 0 1 0 0,-1 0-1 0 0,1 1 1 0 0,0 0-1 0 0,0 0 1 0 0,0 0-1 0 0,1 0 1 0 0,-1 1-1 0 0,1 0 1 0 0,0 0-1 0 0,1 1 1 0 0,-1 0-1 0 0,1 0 1 0 0,-1 0-1 0 0,14-3 1 0 0,-13 4 24 0 0,0 0-1 0 0,0 0 1 0 0,0 1 0 0 0,1 0 0 0 0,-1 0 0 0 0,1 1 0 0 0,-1 0 0 0 0,0 0 0 0 0,1 0 0 0 0,-1 1 0 0 0,0 0 0 0 0,1 1-1 0 0,-1 0 1 0 0,0 0 0 0 0,0 0 0 0 0,0 1 0 0 0,0 0 0 0 0,6 4 0 0 0,29 25 75 0 0,-1 1-1 0 0,-2 2 1 0 0,-2 2 0 0 0,66 82-1 0 0,-102-118-313 0 0,0 0 0 0 0,0 1-1 0 0,1-1 1 0 0,-1 0 0 0 0,1 0-1 0 0,-1 0 1 0 0,1 0 0 0 0,-1-1-1 0 0,1 1 1 0 0,0 0 0 0 0,-1 0-1 0 0,1-1 1 0 0,0 1 0 0 0,0-1-1 0 0,-1 0 1 0 0,1 0 0 0 0,0 1-1 0 0,0-1 1 0 0,0 0 0 0 0,-1 0-1 0 0,1-1 1 0 0,0 1 0 0 0,0 0-1 0 0,0-1 1 0 0,-1 1-1 0 0,1-1 1 0 0,0 1 0 0 0,-1-1-1 0 0,1 0 1 0 0,0 1 0 0 0,-1-1-1 0 0,1 0 1 0 0,-1 0 0 0 0,1 0-1 0 0,-1-1 1 0 0,0 1 0 0 0,0 0-1 0 0,2-2 1 0 0,7-6-1323 0 0,0-1-1 0 0,-1 1 1 0 0,-1-1-1 0 0,11-16 1 0 0,12-27-2008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368 102 1201 0 0,'-27'20'3472'0'0,"24"-17"-3067"0"0,0-1 0 0 0,0 1 0 0 0,0 0 1 0 0,0-1-1 0 0,-1 0 0 0 0,1 0 0 0 0,-1 0 0 0 0,1 0 0 0 0,-7 2 0 0 0,-130 52 4651 0 0,110-44-4266 0 0,0 1 1 0 0,-31 20 0 0 0,61-33-789 0 0,-3 2 124 0 0,0 0-1 0 0,0 1 0 0 0,0-1 1 0 0,0 1-1 0 0,0 0 1 0 0,1 0-1 0 0,0 0 1 0 0,-1 0-1 0 0,1 0 0 0 0,0 1 1 0 0,1-1-1 0 0,-1 0 1 0 0,0 1-1 0 0,-1 7 1 0 0,2-9-63 0 0,0 1 1 0 0,1 0 0 0 0,-1-1-1 0 0,1 1 1 0 0,0 0-1 0 0,-1 0 1 0 0,1-1 0 0 0,0 1-1 0 0,1 0 1 0 0,-1 0 0 0 0,0-1-1 0 0,1 1 1 0 0,0 0-1 0 0,0 0 1 0 0,0-1 0 0 0,0 1-1 0 0,0-1 1 0 0,0 1 0 0 0,0-1-1 0 0,1 1 1 0 0,3 3 0 0 0,2 1-33 0 0,2-1 0 0 0,-1 0 0 0 0,0 0 0 0 0,1-1 0 0 0,0 0 0 0 0,1-1 0 0 0,-1 0 0 0 0,1 0 0 0 0,19 4 0 0 0,1-1-6 0 0,58 6 0 0 0,-50-9-105 0 0,0-1 0 0 0,0-3 0 0 0,0-1 0 0 0,0-1 0 0 0,69-15 0 0 0,-99 16-26 0 0,0-1 1 0 0,0 0-1 0 0,0 0 1 0 0,-1-1 0 0 0,1 0-1 0 0,-1-1 1 0 0,9-4 0 0 0,-14 6 69 0 0,0 0 1 0 0,0 0-1 0 0,0 0 1 0 0,0 0-1 0 0,-1 0 1 0 0,1-1-1 0 0,0 1 1 0 0,-1 0-1 0 0,0-1 1 0 0,0 1-1 0 0,0-1 1 0 0,0 1-1 0 0,0-1 1 0 0,0 0-1 0 0,-1 1 1 0 0,1-1-1 0 0,-1 0 1 0 0,0 0 0 0 0,0 1-1 0 0,0-1 1 0 0,0 0-1 0 0,0 0 1 0 0,0 1-1 0 0,-1-1 1 0 0,0 0-1 0 0,0-3 1 0 0,-4-11 14 0 0,0 0 1 0 0,0 0 0 0 0,-2 0 0 0 0,0 1-1 0 0,-1 0 1 0 0,0 0 0 0 0,-1 1-1 0 0,-1 0 1 0 0,-1 0 0 0 0,0 2 0 0 0,-1-1-1 0 0,0 1 1 0 0,-1 1 0 0 0,0 0 0 0 0,-1 1-1 0 0,0 0 1 0 0,-1 1 0 0 0,0 1-1 0 0,-1 0 1 0 0,0 1 0 0 0,0 1 0 0 0,-1 1-1 0 0,0 0 1 0 0,-28-6 0 0 0,38 11 10 0 0,-115-21-919 0 0,44 19-2614 0 0,48 8-1206 0 0,25 2-1827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4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97 1761 0 0,'-30'0'3780'0'0,"-9"-1"-1403"0"0,1 2 0 0 0,-66 11 0 0 0,79-8-1403 0 0,20-3 1521 0 0,8 0-2241 0 0,-1 0 1 0 0,1 0-1 0 0,0-1 1 0 0,0 1-1 0 0,0-1 1 0 0,0 0-1 0 0,0 0 0 0 0,0 0 1 0 0,0 0-1 0 0,0 0 1 0 0,0-1-1 0 0,4 0 1 0 0,11-1 292 0 0,293-8 1000 0 0,-177 10-1439 0 0,195-8-2297 0 0,-299 3-52 0 0,-30 5 2169 0 0,0 0 0 0 0,0-1 0 0 0,0 1 0 0 0,-1 0 0 0 0,1 0 0 0 0,0 0-1 0 0,0 0 1 0 0,0 0 0 0 0,0 0 0 0 0,0 0 0 0 0,-1 0 0 0 0,1-1 0 0 0,0 1 0 0 0,0 0-1 0 0,0 0 1 0 0,0 0 0 0 0,0 0 0 0 0,0 0 0 0 0,0-1 0 0 0,0 1 0 0 0,-1 0 0 0 0,1 0-1 0 0,0 0 1 0 0,0 0 0 0 0,0-1 0 0 0,0 1 0 0 0,0 0 0 0 0,0 0 0 0 0,0 0 0 0 0,0 0 0 0 0,0-1-1 0 0,0 1 1 0 0,0 0 0 0 0,0 0 0 0 0,0 0 0 0 0,0 0 0 0 0,1-1 0 0 0,-1 1 0 0 0,0 0-1 0 0,0 0 1 0 0,0 0 0 0 0,0 0 0 0 0,0-1 0 0 0,0 1 0 0 0,0 0 0 0 0,0 0 0 0 0,0 0 0 0 0,1 0-1 0 0,-1 0 1 0 0,0 0 0 0 0,0-1 0 0 0,0 1 0 0 0,0 0 0 0 0,0 0 0 0 0,1 0 0 0 0,-1 0-1 0 0,0 0 1 0 0,0 0 0 0 0,0 0 0 0 0,0 0 0 0 0,1 0 0 0 0,-2-1-299 0 0,-59-44-8900 0 0,4 9 6483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1 640 0 0,'31'5'2642'0'0,"-31"7"319"0"0,0 21 881 0 0,30 30 560 0 0,-30-5-2001 0 0,0-8-1601 0 0,30 2-480 0 0,-30-8 0 0 0,0-6-240 0 0,0-13-240 0 0,-30-17-640 0 0,60-22-8804 0 0,0 1 5682 0 0,0-6 1201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535 102 560 0 0,'55'-7'5790'0'0,"-50"6"-4350"0"0,0 1-319 0 0,9 0-575 0 0,-3 0 2976 0 0,-11-1-3408 0 0,1 0 0 0 0,-1 0 0 0 0,0 0 0 0 0,0 0 0 0 0,0 0 0 0 0,0 0 0 0 0,0 0 0 0 0,0 0 0 0 0,0 0 0 0 0,0 0 0 0 0,0 0 0 0 0,0 0 0 0 0,0 0-1 0 0,-1 0 1 0 0,1 0 0 0 0,0 0 0 0 0,-1 0 0 0 0,1 0 0 0 0,-1 0 0 0 0,1 1 0 0 0,-1-1 0 0 0,0 0 0 0 0,0-1 0 0 0,-10-3 180 0 0,0-1 0 0 0,-1 2 0 0 0,0 0 0 0 0,0 0 0 0 0,-23-4 0 0 0,-23-6 903 0 0,31 7-561 0 0,0 1 0 0 0,-1 2 0 0 0,-37-2 0 0 0,52 5-391 0 0,-1 0 1 0 0,1 2 0 0 0,0 0 0 0 0,-1 0 0 0 0,1 1 0 0 0,0 0 0 0 0,0 2 0 0 0,0-1 0 0 0,-18 9 0 0 0,-2 13 207 0 0,32-24-440 0 0,0 0 1 0 0,1 0-1 0 0,-1 0 1 0 0,0 0-1 0 0,0 1 1 0 0,1-1-1 0 0,-1 0 1 0 0,1 0-1 0 0,-1 1 1 0 0,1-1-1 0 0,0 0 1 0 0,-1 1-1 0 0,1-1 1 0 0,0 1-1 0 0,0-1 1 0 0,0 0-1 0 0,0 2 1 0 0,2 2-14 0 0,0 0-1 0 0,0-1 1 0 0,0 0 0 0 0,0 1 0 0 0,1-1 0 0 0,0 0-1 0 0,-1 0 1 0 0,2-1 0 0 0,-1 1 0 0 0,0 0 0 0 0,1-1-1 0 0,5 5 1 0 0,3 1-67 0 0,1 0-1 0 0,0-1 1 0 0,0 0 0 0 0,0 0-1 0 0,1-2 1 0 0,0 0 0 0 0,1 0-1 0 0,-1-2 1 0 0,1 1-1 0 0,0-2 1 0 0,17 2 0 0 0,-3 1-99 0 0,-12 0 103 0 0,0-1 0 0 0,1 2-1 0 0,15 9 1 0 0,-32-15 69 0 0,0 1 0 0 0,0-1-1 0 0,0 1 1 0 0,0 0 0 0 0,-1-1 0 0 0,1 1 0 0 0,-1 0 0 0 0,1-1-1 0 0,-1 1 1 0 0,1 0 0 0 0,-1 0 0 0 0,0-1 0 0 0,0 1 0 0 0,0 0-1 0 0,0 0 1 0 0,0-1 0 0 0,-1 3 0 0 0,-6 35 142 0 0,2-31-93 0 0,0 0 0 0 0,0 0 0 0 0,-1-1-1 0 0,0 0 1 0 0,-1 0 0 0 0,1 0 0 0 0,-1-1-1 0 0,-1 0 1 0 0,1-1 0 0 0,-16 10 0 0 0,-8 6 103 0 0,25-16-253 0 0,-1-1 1 0 0,0 0-1 0 0,0-1 1 0 0,0 1-1 0 0,0-1 0 0 0,-1-1 1 0 0,1 1-1 0 0,-1-1 1 0 0,0-1-1 0 0,0 1 1 0 0,0-1-1 0 0,0 0 1 0 0,1-1-1 0 0,-1 0 1 0 0,0-1-1 0 0,0 1 1 0 0,0-1-1 0 0,0-1 1 0 0,0 1-1 0 0,1-2 0 0 0,-1 1 1 0 0,1-1-1 0 0,-1 0 1 0 0,1 0-1 0 0,-11-8 1 0 0,5 3-615 0 0,0 0 0 0 0,1-1 0 0 0,0-1 0 0 0,0 0 0 0 0,1 0 0 0 0,1-1 0 0 0,0-1 0 0 0,0 0 0 0 0,1 0 1 0 0,1-1-1 0 0,-12-22 0 0 0,19 30 413 0 0,-1 0 0 0 0,1 1 0 0 0,0-1 1 0 0,0 0-1 0 0,1 0 0 0 0,-1 0 0 0 0,1 0 0 0 0,0 0 1 0 0,0 0-1 0 0,1 0 0 0 0,0 0 0 0 0,-1 1 0 0 0,2-1 1 0 0,-1 0-1 0 0,0 0 0 0 0,1 1 0 0 0,0-1 1 0 0,0 1-1 0 0,1-1 0 0 0,-1 1 0 0 0,1 0 0 0 0,4-6 1 0 0,24-35-4894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6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33 1521 0 0,'-4'-4'6221'0'0,"-7"6"-3499"0"0,-16 12-2230 0 0,14-7 357 0 0,-20 7 1553 0 0,-49 27-1 0 0,76-31-1327 0 0,2 0-428 0 0,-2-6-424 0 0,5-3-186 0 0,0-1 1 0 0,0 1 0 0 0,0 0-1 0 0,0-1 1 0 0,0 1-1 0 0,0 0 1 0 0,0 0-1 0 0,0 0 1 0 0,0-1-1 0 0,0 1 1 0 0,0 0 0 0 0,1 0-1 0 0,-1 0 1 0 0,0 0-1 0 0,1 1 1 0 0,-1-1-1 0 0,0 0 1 0 0,1 0-1 0 0,0 0 1 0 0,-1 0 0 0 0,1 1-1 0 0,0-1 1 0 0,-1 0-1 0 0,1 0 1 0 0,0 1-1 0 0,0-1 1 0 0,0 0-1 0 0,0 0 1 0 0,0 1 0 0 0,0-1-1 0 0,1 0 1 0 0,-1 0-1 0 0,0 1 1 0 0,1-1-1 0 0,-1 0 1 0 0,1 2-1 0 0,6 10 205 0 0,-5-7-183 0 0,1 0-1 0 0,-1-1 1 0 0,1 1-1 0 0,1-1 0 0 0,-1 0 1 0 0,1 0-1 0 0,0 0 1 0 0,0 0-1 0 0,0-1 0 0 0,1 0 1 0 0,-1 1-1 0 0,8 3 1 0 0,16 6-87 0 0,0-2 0 0 0,1-2 0 0 0,1 0 0 0 0,0-2 0 0 0,55 8 0 0 0,-73-15-35 0 0,0-1-1 0 0,0 0 1 0 0,0-1-1 0 0,0 0 1 0 0,14-3-1 0 0,-25 3 51 0 0,-1 0 0 0 0,1 0 0 0 0,0 0-1 0 0,-1 0 1 0 0,1 0 0 0 0,-1 0 0 0 0,1-1-1 0 0,-1 1 1 0 0,0 0 0 0 0,1 0 0 0 0,-1 0 0 0 0,0 0-1 0 0,0-1 1 0 0,0 1 0 0 0,0 0 0 0 0,0 0-1 0 0,0 0 1 0 0,0-1 0 0 0,0 1 0 0 0,-1 0 0 0 0,1 0-1 0 0,0 0 1 0 0,-1 0 0 0 0,1-1 0 0 0,-1 1-1 0 0,1 0 1 0 0,-1 0 0 0 0,1 0 0 0 0,-2-1-1 0 0,-13-17-292 0 0,-1 1 0 0 0,-1 1 0 0 0,0 1 0 0 0,-33-24 0 0 0,-5-6-825 0 0,44 36 686 0 0,0-1 0 0 0,-1 2 1 0 0,0 0-1 0 0,0 0 1 0 0,-1 1-1 0 0,0 1 1 0 0,-1 0-1 0 0,0 1 1 0 0,-15-6-1 0 0,28 12 391 0 0,-30-12-1465 0 0,30 11 1232 0 0,0 0 1 0 0,1 0 0 0 0,-1 1-1 0 0,0-1 1 0 0,1 0 0 0 0,-1 0-1 0 0,1 0 1 0 0,-1 0 0 0 0,1 0-1 0 0,-1 1 1 0 0,1-1 0 0 0,-1 0-1 0 0,1 0 1 0 0,0 0 0 0 0,0 0-1 0 0,0 0 1 0 0,-1 0 0 0 0,1 0-1 0 0,0-1 1 0 0,0 1 0 0 0,1-1-1 0 0,-1-4-3554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31 2241 0 0,'-1'-2'306'0'0,"0"0"1"0"0,-1 0-1 0 0,1 0 0 0 0,0 0 0 0 0,-1 1 1 0 0,0-1-1 0 0,1 1 0 0 0,-1-1 0 0 0,0 1 1 0 0,0 0-1 0 0,0-1 0 0 0,0 1 1 0 0,0 0-1 0 0,0 0 0 0 0,0 0 0 0 0,0 1 1 0 0,0-1-1 0 0,-1 1 0 0 0,-2-1 0 0 0,-10-3 1515 0 0,34 8-1390 0 0,-11-3-374 0 0,0 2-1 0 0,0-1 1 0 0,0 1-1 0 0,0 0 1 0 0,-1 1-1 0 0,1 0 1 0 0,-1 0 0 0 0,13 10-1 0 0,3 1 35 0 0,193 135 1777 0 0,-206-141-1550 0 0,0 0 0 0 0,0 0 0 0 0,-1 1-1 0 0,-1 0 1 0 0,0 1 0 0 0,0 0 0 0 0,8 17 0 0 0,-1 1 839 0 0,15 51 1 0 0,-23-61-934 0 0,-1-1-154 0 0,-1 0 0 0 0,-1 0 0 0 0,0 0 0 0 0,-2 1-1 0 0,0-1 1 0 0,-1 1 0 0 0,-1 0 0 0 0,0-1 0 0 0,-2 1-1 0 0,0-1 1 0 0,-1 1 0 0 0,-1-1 0 0 0,0 0 0 0 0,-2 0-1 0 0,0 0 1 0 0,-1-1 0 0 0,0 0 0 0 0,-2 0 0 0 0,0-1 0 0 0,-1 0-1 0 0,0-1 1 0 0,-1 0 0 0 0,-1 0 0 0 0,0-1 0 0 0,-1-1-1 0 0,-1 0 1 0 0,0-1 0 0 0,-1-1 0 0 0,-24 16 0 0 0,12-13-834 0 0,-1 0 0 0 0,0-2 1 0 0,-1-1-1 0 0,0-2 1 0 0,-47 10-1 0 0,23-10-1888 0 0,-1-2-1 0 0,-55 0 1 0 0,-22-10-4592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4:4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40 800 0 0,'-109'-3'6596'0'0,"59"0"-5292"0"0,-58-11 1 0 0,88 10-1141 0 0,2-1 25 0 0,-1 2-1 0 0,0 0 1 0 0,1 1-1 0 0,-38 2 1 0 0,33 1 94 0 0,-45-2 0 0 0,49-1-28 0 0,0 2 0 0 0,0 0 0 0 0,0 1 0 0 0,-30 5 0 0 0,-1 3 250 0 0,32-6-248 0 0,-1 0 1 0 0,1 1-1 0 0,-23 9 0 0 0,-47 14 422 0 0,25-11-291 0 0,42-10-196 0 0,18-6-149 0 0,0 1 0 0 0,0 0 1 0 0,0 0-1 0 0,0 0 0 0 0,0 0 0 0 0,0 0 1 0 0,0 0-1 0 0,0 1 0 0 0,1-1 0 0 0,-1 1 0 0 0,0 0 1 0 0,1 0-1 0 0,0 0 0 0 0,-3 3 0 0 0,-4 3 55 0 0,-1-1 0 0 0,0 0-1 0 0,0 0 1 0 0,-12 5 0 0 0,-18 13 40 0 0,6 15-31 0 0,33-39-102 0 0,0 0 1 0 0,1 1-1 0 0,-1-1 1 0 0,0 1 0 0 0,1-1-1 0 0,-1 1 1 0 0,1-1-1 0 0,0 1 1 0 0,-1-1-1 0 0,1 1 1 0 0,0 0-1 0 0,0-1 1 0 0,0 1-1 0 0,0-1 1 0 0,0 1-1 0 0,0 0 1 0 0,1 2 0 0 0,0-3-4 0 0,-1 0 1 0 0,0 1 0 0 0,0-1 0 0 0,0 0 0 0 0,1 1 0 0 0,-1-1 0 0 0,0 0 0 0 0,0 0-1 0 0,-1 1 1 0 0,1-1 0 0 0,0 0 0 0 0,0 1 0 0 0,-1-1 0 0 0,1 0 0 0 0,-1 0 0 0 0,1 1-1 0 0,-1-1 1 0 0,1 0 0 0 0,-1 0 0 0 0,-1 2 0 0 0,-9 5 113 0 0,0 2 0 0 0,1-1 1 0 0,0 1-1 0 0,1 0 0 0 0,0 1 0 0 0,-12 19 1 0 0,15-17-55 0 0,-1 1 0 0 0,0-1 0 0 0,-1 0 1 0 0,-1-1-1 0 0,-19 23 0 0 0,25-32-60 0 0,0 1-1 0 0,0 0 1 0 0,0 0 0 0 0,0 1-1 0 0,1-1 1 0 0,0 1 0 0 0,0-1-1 0 0,0 1 1 0 0,0 0 0 0 0,1-1-1 0 0,0 1 1 0 0,0 0 0 0 0,0 0-1 0 0,0 0 1 0 0,1 7 0 0 0,-1-4-2 0 0,0-1 0 0 0,0 0 1 0 0,-1 0-1 0 0,1 0 0 0 0,-2 0 1 0 0,1 0-1 0 0,-1 0 0 0 0,0-1 1 0 0,0 1-1 0 0,-7 8 0 0 0,6-8-1 0 0,0-1-1 0 0,0 0 1 0 0,1 1-1 0 0,0 0 1 0 0,0 0-1 0 0,1 0 1 0 0,0 0-1 0 0,0 0 1 0 0,1 0-1 0 0,-2 12 0 0 0,3 248 83 0 0,1-261-68 0 0,-1 0 0 0 0,1 0 0 0 0,0 0 0 0 0,0 0 0 0 0,1 0 1 0 0,0 0-1 0 0,0-1 0 0 0,3 8 0 0 0,-2-8-8 0 0,0 1-1 0 0,-1 0 1 0 0,0 0-1 0 0,-1 0 1 0 0,1 0 0 0 0,-1 0-1 0 0,0 1 1 0 0,0 7 0 0 0,-1 0-4 0 0,-1-8-9 0 0,0-1 0 0 0,1 1 0 0 0,0-1 0 0 0,0 0 1 0 0,0 1-1 0 0,1-1 0 0 0,0 1 0 0 0,0-1 1 0 0,0 0-1 0 0,1 0 0 0 0,0 0 0 0 0,0 0 0 0 0,0 0 1 0 0,0 0-1 0 0,1 0 0 0 0,0 0 0 0 0,0-1 1 0 0,6 8-1 0 0,14 15-71 0 0,-20-23 79 0 0,0 0 0 0 0,0 0-1 0 0,1 0 1 0 0,-1 0 0 0 0,1-1 0 0 0,0 1 0 0 0,0-1 0 0 0,5 3 0 0 0,12 5 42 0 0,-12-7-52 0 0,-1 0 0 0 0,-1 0 0 0 0,1 0 1 0 0,-1 1-1 0 0,1 1 0 0 0,10 9 0 0 0,-10-4-42 0 0,-8-10 48 0 0,1 1 0 0 0,0-1 0 0 0,0 0 0 0 0,0 1-1 0 0,0-1 1 0 0,0 0 0 0 0,1 0 0 0 0,-1 0 0 0 0,0 0 0 0 0,0 0 0 0 0,1 0 0 0 0,-1 0 0 0 0,1-1-1 0 0,-1 1 1 0 0,1 0 0 0 0,-1-1 0 0 0,1 1 0 0 0,-1-1 0 0 0,1 0 0 0 0,-1 1 0 0 0,1-1-1 0 0,2 0 1 0 0,32 7-76 0 0,1-1 0 0 0,-1-3 0 0 0,60 0 0 0 0,246-14 120 0 0,-211 9 0 0 0,-91 0-18 0 0,-1-2-1 0 0,0-2 0 0 0,68-18 1 0 0,99-48-77 0 0,-34 10 171 0 0,4-3 44 0 0,-141 51-106 0 0,0-2 0 0 0,36-23 0 0 0,-2 0-29 0 0,-8-10 108 0 0,-53 45-125 0 0,-7 4-5 0 0,0-1 0 0 0,0 1-1 0 0,1 0 1 0 0,-1-1 0 0 0,0 1-1 0 0,0-1 1 0 0,0 0 0 0 0,0 1-1 0 0,0-1 1 0 0,0 0 0 0 0,0 1-1 0 0,0-1 1 0 0,-1 0 0 0 0,1 0-1 0 0,0 0 1 0 0,0 0 0 0 0,-1 0-1 0 0,1 0 1 0 0,0 0 0 0 0,-1 0-1 0 0,1 0 1 0 0,-1 0 0 0 0,1 0-1 0 0,-1-1 1 0 0,0 1 0 0 0,1 0-1 0 0,-1 0 1 0 0,0 0 0 0 0,0-1-1 0 0,0 1 1 0 0,0-1 0 0 0,0-2 5 0 0,0 0 0 0 0,1 0-1 0 0,0 0 1 0 0,0 1 0 0 0,0-1 0 0 0,0 0 0 0 0,0 1 0 0 0,1-1 0 0 0,-1 1 0 0 0,5-7 0 0 0,-4 7-3 0 0,0 0 1 0 0,0-1-1 0 0,-1 1 1 0 0,1-1-1 0 0,-1 0 0 0 0,0 1 1 0 0,0-1-1 0 0,0 0 1 0 0,0 0-1 0 0,0-7 0 0 0,-1-243 329 0 0,0 253-331 0 0,0-1 0 0 0,0 1 1 0 0,0 0-1 0 0,0-1 0 0 0,0 1 1 0 0,-1-1-1 0 0,1 1 0 0 0,0 0 1 0 0,-1-1-1 0 0,1 1 0 0 0,-1 0 1 0 0,1 0-1 0 0,-1-1 0 0 0,0 1 1 0 0,0 0-1 0 0,1 0 0 0 0,-1 0 1 0 0,0 0-1 0 0,0 0 0 0 0,0 0 1 0 0,0 0-1 0 0,0 0 0 0 0,-2-1 1 0 0,2 2-1 0 0,0-1 0 0 0,0 0 1 0 0,0 0-1 0 0,0 0 1 0 0,0 0-1 0 0,0 0 0 0 0,0 0 1 0 0,0 0-1 0 0,0 0 0 0 0,0-1 1 0 0,1 1-1 0 0,-1 0 0 0 0,0 0 1 0 0,1-1-1 0 0,-1 1 0 0 0,1 0 1 0 0,0-1-1 0 0,-1 1 0 0 0,1 0 1 0 0,0-1-1 0 0,0 1 0 0 0,0 0 1 0 0,0-3-1 0 0,0-4 29 0 0,1 6-29 0 0,-1-1 0 0 0,0 1 1 0 0,1 0-1 0 0,-1-1 0 0 0,-1 1 0 0 0,1 0 0 0 0,0 0 1 0 0,0-1-1 0 0,-1 1 0 0 0,1 0 0 0 0,-1 0 0 0 0,0-1 1 0 0,0 1-1 0 0,-1-2 0 0 0,-13-22-38 0 0,10 17 18 0 0,0 0 0 0 0,-1 1 0 0 0,0 0 0 0 0,-12-15 0 0 0,-7-4 118 0 0,-16-14 145 0 0,21 27-174 0 0,16 12-69 0 0,-1 0 0 0 0,1-1 0 0 0,0 1 0 0 0,1-1 0 0 0,-1 0 0 0 0,0 0 0 0 0,1 0 0 0 0,0-1 0 0 0,-1 1 0 0 0,1-1 0 0 0,1 0 0 0 0,-1 0 0 0 0,0 0 0 0 0,1 0 0 0 0,-2-6 0 0 0,3 5-14 0 0,0 0 0 0 0,-1 0 1 0 0,1 0-1 0 0,-1 0 0 0 0,0 0 1 0 0,0 0-1 0 0,-1 0 0 0 0,1 1 1 0 0,-1-1-1 0 0,0 1 0 0 0,0 0 1 0 0,-1 0-1 0 0,1 0 0 0 0,-1 0 1 0 0,0 1-1 0 0,0-1 0 0 0,0 1 1 0 0,-1 0-1 0 0,-7-4 0 0 0,1 0 133 0 0,0 0 0 0 0,0 1 0 0 0,-1 1 0 0 0,0 0 0 0 0,0 0 0 0 0,-1 1 0 0 0,1 1-1 0 0,-23-4 1 0 0,15 6-545 0 0,0 1 0 0 0,-1 0 0 0 0,1 2 1 0 0,0 0-1 0 0,-26 7 0 0 0,-40 11-3886 0 0,-5 10-3921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990 76 160 0 0,'0'0'2495'0'0,"-5"0"-361"0"0,-70 6 2150 0 0,60-4-4173 0 0,1 1-1 0 0,-1 1 1 0 0,1 0-1 0 0,-1 1 1 0 0,1 1-1 0 0,1 0 1 0 0,-1 1-1 0 0,1 0 1 0 0,-16 12-1 0 0,16-11-41 0 0,-1-1 1 0 0,0 0-1 0 0,0-1 0 0 0,0 0 0 0 0,-1-2 1 0 0,0 1-1 0 0,-24 2 0 0 0,-14 6 84 0 0,35-8-126 0 0,8-3 0 0 0,-1 1-1 0 0,1 0 1 0 0,0 1 0 0 0,1-1-1 0 0,-14 9 1 0 0,-57 26 253 0 0,61-30-231 0 0,18-8-45 0 0,0 0 0 0 0,1 0 0 0 0,-1 0 0 0 0,0 1 0 0 0,0-1 0 0 0,1 0 0 0 0,-1 0-1 0 0,0 1 1 0 0,1-1 0 0 0,-1 0 0 0 0,0 1 0 0 0,1-1 0 0 0,-1 0 0 0 0,1 1 0 0 0,-1-1 0 0 0,1 1 0 0 0,-1-1 0 0 0,1 1 0 0 0,-1-1 0 0 0,1 1 0 0 0,-1 0 0 0 0,1-1-1 0 0,0 1 1 0 0,-1-1 0 0 0,1 1 0 0 0,0 0 0 0 0,-1-1 0 0 0,1 1 0 0 0,0 0 0 0 0,0 0 0 0 0,0-1 0 0 0,0 1 0 0 0,-1 0 0 0 0,1 0 0 0 0,-5 1 49 0 0,3-1-47 0 0,1-1-6 0 0,0 0 0 0 0,0 0 0 0 0,0 0 1 0 0,0 0-1 0 0,0 0 0 0 0,0 0 0 0 0,0 0 0 0 0,1 0 1 0 0,-1 1-1 0 0,0-1 0 0 0,0 0 0 0 0,0 1 1 0 0,0-1-1 0 0,1 1 0 0 0,-1-1 0 0 0,0 1 1 0 0,0-1-1 0 0,1 1 0 0 0,-1-1 0 0 0,0 1 1 0 0,1 0-1 0 0,-1-1 0 0 0,1 1 0 0 0,-1 0 1 0 0,1 0-1 0 0,-1-1 0 0 0,1 1 0 0 0,0 0 1 0 0,-1 0-1 0 0,1 0 0 0 0,-1 1 0 0 0,1-1 2 0 0,0 0-1 0 0,0-1 0 0 0,0 1 1 0 0,0 0-1 0 0,0-1 1 0 0,-1 1-1 0 0,1 0 0 0 0,0-1 1 0 0,0 1-1 0 0,-1-1 1 0 0,1 1-1 0 0,0 0 0 0 0,-1-1 1 0 0,1 1-1 0 0,-1-1 1 0 0,1 1-1 0 0,-1-1 0 0 0,1 1 1 0 0,-1-1-1 0 0,1 0 0 0 0,-1 1 1 0 0,1-1-1 0 0,-1 0 1 0 0,0 1-1 0 0,1-1 0 0 0,-1 0 1 0 0,0 1-1 0 0,1-1 1 0 0,-1 0-1 0 0,0 0 0 0 0,0 0 1 0 0,0 0-1 0 0,1 1 1 0 0,-1-1-1 0 0,0 0 1 0 0,0 0-1 0 0,0 0 1 0 0,1 1-1 0 0,-1-1 1 0 0,0 1 0 0 0,1-1-1 0 0,-1 0 1 0 0,0 1-1 0 0,1-1 1 0 0,-1 1-1 0 0,1-1 1 0 0,-1 1-1 0 0,0 0 1 0 0,1-1-1 0 0,-1 1 1 0 0,1-1-1 0 0,0 1 1 0 0,-1 0-1 0 0,1 0 1 0 0,0-1-1 0 0,-1 1 1 0 0,1 0 0 0 0,0 0-1 0 0,0-1 1 0 0,-1 1-1 0 0,1 0 1 0 0,0 0-1 0 0,0 1 1 0 0,0-1-1 0 0,0 0-1 0 0,0 1 1 0 0,-1-1 0 0 0,1 0 0 0 0,0 1 0 0 0,-1-1-1 0 0,1 0 1 0 0,-1 0 0 0 0,1 0 0 0 0,-1 1 0 0 0,0-1 0 0 0,1 0-1 0 0,-1 0 1 0 0,0 0 0 0 0,0 0 0 0 0,0 0 0 0 0,-1 1-1 0 0,1-1 3 0 0,-1 0-1 0 0,1 0 0 0 0,0 0 0 0 0,0 1 0 0 0,0-1 0 0 0,1 0 0 0 0,-1 0 0 0 0,0 1 0 0 0,0-1 0 0 0,1 0 0 0 0,-1 1 0 0 0,1-1 0 0 0,-1 1 0 0 0,1-1 0 0 0,0 1 0 0 0,-1-1 0 0 0,1 1 0 0 0,0 1 0 0 0,0-2-1 0 0,0-1-1 0 0,0 1 1 0 0,0 0-1 0 0,-1-1 1 0 0,1 1-1 0 0,0 0 1 0 0,0-1-1 0 0,0 1 1 0 0,-1-1-1 0 0,1 1 1 0 0,0 0-1 0 0,-1-1 1 0 0,1 1-1 0 0,-1-1 1 0 0,1 1-1 0 0,-1-1 1 0 0,1 1-1 0 0,-1-1 1 0 0,1 1-1 0 0,-1-1 1 0 0,1 0 0 0 0,-1 1-1 0 0,1-1 1 0 0,-1 0-1 0 0,0 1 1 0 0,1-1-1 0 0,-1 0 1 0 0,0 0-1 0 0,1 1 1 0 0,-1-1-1 0 0,0 0 1 0 0,0 0-1 0 0,0 0-1 0 0,0 0 1 0 0,1 1 0 0 0,-1-1 0 0 0,0 0 0 0 0,0 0 0 0 0,1 1 0 0 0,-1-1 0 0 0,0 1 0 0 0,1-1 0 0 0,-1 0-1 0 0,0 1 1 0 0,1-1 0 0 0,-1 1 0 0 0,1 0 0 0 0,-1-1 0 0 0,1 1 0 0 0,-1-1 0 0 0,1 1 0 0 0,-1 0 0 0 0,1-1-1 0 0,0 1 1 0 0,-1 0 0 0 0,1 0 0 0 0,0-1 0 0 0,-1 1 0 0 0,1 0 0 0 0,0 0 0 0 0,0 0 0 0 0,0-1-1 0 0,0 2 1 0 0,0 0 2 0 0,-1 0 0 0 0,1-1 0 0 0,0 1 0 0 0,0-1 0 0 0,-1 1 0 0 0,1-1 0 0 0,-1 0 0 0 0,0 1 0 0 0,1-1 0 0 0,-1 1 0 0 0,0-1 0 0 0,0 0 0 0 0,0 0 0 0 0,0 1-1 0 0,0-1 1 0 0,0 0 0 0 0,0 0 0 0 0,0 0 0 0 0,0 0 0 0 0,-1 0 0 0 0,1 0 0 0 0,0 0 0 0 0,-1-1 0 0 0,1 1 0 0 0,0 0 0 0 0,-1-1 0 0 0,-1 1 0 0 0,1 0-1 0 0,0 0-1 0 0,0-1 1 0 0,0 1 0 0 0,0 0 0 0 0,1 0 0 0 0,-1 0 0 0 0,0 0 0 0 0,1 1 0 0 0,-1-1 0 0 0,1 0-1 0 0,-1 1 1 0 0,1-1 0 0 0,0 1 0 0 0,-1-1 0 0 0,1 1 0 0 0,0 0 0 0 0,0-1 0 0 0,0 1 0 0 0,0 0-1 0 0,0 0 1 0 0,1 0 0 0 0,-1 0 0 0 0,1 0 0 0 0,-1 0 0 0 0,1 0 0 0 0,0 0 0 0 0,-1 0 0 0 0,1 2-1 0 0,0 1 7 0 0,-1 0 0 0 0,0-1-1 0 0,0 1 1 0 0,0-1-1 0 0,0 1 1 0 0,-1-1-1 0 0,0 0 1 0 0,0 0 0 0 0,-4 7-1 0 0,-2 4 88 0 0,7-11-72 0 0,-1 0 0 0 0,0-1 0 0 0,0 1 0 0 0,0 0 0 0 0,0 0-1 0 0,0-1 1 0 0,-1 0 0 0 0,0 1 0 0 0,0-1 0 0 0,-5 5 0 0 0,2 4 4 0 0,2-3 14 0 0,-4-4-35 0 0,7-4-7 0 0,0-1 1 0 0,0 1-1 0 0,0-1 0 0 0,0 1 1 0 0,0 0-1 0 0,0-1 0 0 0,0 1 1 0 0,0 0-1 0 0,0 0 1 0 0,0-1-1 0 0,1 1 0 0 0,-1 0 1 0 0,0 0-1 0 0,1 0 0 0 0,-1 0 1 0 0,1 0-1 0 0,-1 0 0 0 0,1 0 1 0 0,-1 0-1 0 0,1 0 0 0 0,0 0 1 0 0,-1 0-1 0 0,1 0 0 0 0,0 1 1 0 0,0-1-1 0 0,0 1 0 0 0,-1 0 9 0 0,1 0 0 0 0,-1 1-1 0 0,0-1 1 0 0,1 0 0 0 0,-1 0-1 0 0,0 0 1 0 0,-1 0 0 0 0,1 0-1 0 0,0-1 1 0 0,0 1 0 0 0,-1 0-1 0 0,1 0 1 0 0,-1-1 0 0 0,1 1-1 0 0,-1-1 1 0 0,0 1 0 0 0,0-1-1 0 0,0 0 1 0 0,0 0 0 0 0,-2 1-1 0 0,2-1 2 0 0,0 0 0 0 0,0 1 0 0 0,0-1 0 0 0,0 0 0 0 0,0 1 0 0 0,1-1 0 0 0,-1 1 0 0 0,0-1 0 0 0,1 1 0 0 0,-1 0 0 0 0,1 0 0 0 0,-1 0 0 0 0,1 0-1 0 0,0 0 1 0 0,0 0 0 0 0,0 0 0 0 0,0 0 0 0 0,0 0 0 0 0,1 1 0 0 0,-2 2 0 0 0,2-2-4 0 0,0-1 1 0 0,0 1-1 0 0,0-1 0 0 0,0 1 0 0 0,-1-1 1 0 0,1 1-1 0 0,-1-1 0 0 0,0 1 0 0 0,0-1 1 0 0,0 0-1 0 0,0 1 0 0 0,0-1 0 0 0,-1 0 0 0 0,1 0 1 0 0,0 0-1 0 0,-4 4 0 0 0,4-5 4 0 0,-1 1-1 0 0,1-1 1 0 0,0 1-1 0 0,0 0 1 0 0,0-1-1 0 0,0 1 1 0 0,0 0-1 0 0,0 0 1 0 0,0-1-1 0 0,0 1 1 0 0,1 0 0 0 0,-1 0-1 0 0,1 0 1 0 0,0 0-1 0 0,-1 0 1 0 0,1 3-1 0 0,0-3-5 0 0,1 1 0 0 0,-1-1 0 0 0,0 1 0 0 0,1-1-1 0 0,-1 1 1 0 0,1-1 0 0 0,0 1 0 0 0,0-1 0 0 0,0 0 0 0 0,0 0 0 0 0,0 1-1 0 0,1-1 1 0 0,-1 0 0 0 0,3 3 0 0 0,-2-3-1 0 0,0 0 0 0 0,-1 0-1 0 0,0 0 1 0 0,1 0 0 0 0,-1 0 0 0 0,0 1 0 0 0,0-1 0 0 0,0 0-1 0 0,0 1 1 0 0,0-1 0 0 0,-1 1 0 0 0,1-1 0 0 0,-1 1-1 0 0,0 3 1 0 0,0 11 126 0 0,-1-13-132 0 0,0 0 1 0 0,1 0-1 0 0,0 0 1 0 0,0 0-1 0 0,0-1 0 0 0,0 1 1 0 0,1 0-1 0 0,-1 0 0 0 0,1 0 1 0 0,0-1-1 0 0,0 1 1 0 0,2 4-1 0 0,6 0 5 0 0,-7-7 0 0 0,-1 0 0 0 0,0 0 0 0 0,0 0 0 0 0,0 0 0 0 0,0 1 0 0 0,0-1 0 0 0,0 0 0 0 0,0 0 0 0 0,0 0 0 0 0,0 1 0 0 0,0-1 0 0 0,-1 1 0 0 0,1-1 0 0 0,0 0 0 0 0,-1 1 0 0 0,0-1 0 0 0,1 1 0 0 0,-1 0 0 0 0,0-1 0 0 0,1 3 0 0 0,-1-1 4 0 0,0-1 0 0 0,1 1-1 0 0,-1-1 1 0 0,1 1 0 0 0,0-1 0 0 0,0 1 0 0 0,0-1 0 0 0,0 0-1 0 0,0 0 1 0 0,0 1 0 0 0,1-1 0 0 0,-1 0 0 0 0,1 0 0 0 0,-1 0-1 0 0,5 3 1 0 0,9 14 15 0 0,-9-11-22 0 0,0-1-1 0 0,1 1 1 0 0,0-2-1 0 0,0 1 1 0 0,1-1-1 0 0,-1 0 1 0 0,1 0-1 0 0,1-1 1 0 0,12 6 0 0 0,10 4-16 0 0,44 13 1 0 0,-41-16 22 0 0,3 0 19 0 0,1-2-1 0 0,0-1 0 0 0,1-2 1 0 0,67 4-1 0 0,148-13-28 0 0,-193-1 114 0 0,80-10-90 0 0,-37 1-116 0 0,37-6-49 0 0,-126 15 129 0 0,1 0 1 0 0,-1-1-1 0 0,25-10 1 0 0,0 0 7 0 0,-39 14 10 0 0,9-2 0 0 0,0-1 0 0 0,0 0 0 0 0,0-1 0 0 0,0 0 0 0 0,-1 0 0 0 0,0-1 0 0 0,13-8 0 0 0,1-3 10 0 0,49-23-1 0 0,-53 31 1 0 0,-1-2-1 0 0,0 0 1 0 0,-1-1-1 0 0,22-18 1 0 0,-14 2-9 0 0,0-1 1 0 0,-2-1 0 0 0,-1-1 0 0 0,-2-1 0 0 0,0 0 0 0 0,25-60 0 0 0,-39 76 7 0 0,0 1-1 0 0,-1-1 1 0 0,-1 0 0 0 0,-1 0 0 0 0,0 0-1 0 0,0-1 1 0 0,-2 1 0 0 0,0-1 0 0 0,-1-19-1 0 0,-2 7-25 0 0,-1 0-1 0 0,-1 1 1 0 0,-2 0-1 0 0,-11-36 1 0 0,8 39 39 0 0,-1 1 0 0 0,-1 0-1 0 0,-1 0 1 0 0,-1 1 0 0 0,-1 1 0 0 0,-1 0 0 0 0,-1 1 0 0 0,-1 1-1 0 0,0 0 1 0 0,-29-23 0 0 0,28 27 1 0 0,0 0 1 0 0,-1 2-1 0 0,0 0 1 0 0,-1 1-1 0 0,-1 1 1 0 0,0 1-1 0 0,0 0 1 0 0,-1 2-1 0 0,-24-6 1 0 0,31 10-151 0 0,1 1 1 0 0,-1 0 0 0 0,1 1-1 0 0,-1 1 1 0 0,0 0-1 0 0,0 1 1 0 0,1 1 0 0 0,-1 0-1 0 0,0 1 1 0 0,1 1-1 0 0,-1 0 1 0 0,1 1 0 0 0,0 0-1 0 0,0 2 1 0 0,-16 7 0 0 0,27-12-89 0 0,0 1 0 0 0,1-1 1 0 0,-1 1-1 0 0,1 0 1 0 0,-1 0-1 0 0,1 0 1 0 0,0 0-1 0 0,-1 0 1 0 0,1 1-1 0 0,0-1 1 0 0,-1 3-1 0 0,-2 27-4947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7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1201 0 0,'25'-5'3508'0'0,"-20"4"-493"0"0,-5 1-2959 0 0,0 1 1 0 0,1-1 0 0 0,-1 0 0 0 0,0 1 0 0 0,0-1 0 0 0,0 0 0 0 0,0 1 0 0 0,0-1 0 0 0,0 1 0 0 0,0-1 0 0 0,0 0 0 0 0,0 1 0 0 0,0-1 0 0 0,0 0 0 0 0,0 1 0 0 0,0-1-1 0 0,0 1 1 0 0,0-1 0 0 0,0 0 0 0 0,0 1 0 0 0,0-1 0 0 0,-1 0 0 0 0,1 1 0 0 0,0-1 0 0 0,0 0 0 0 0,0 1 0 0 0,0-1 0 0 0,-1 0 0 0 0,1 0 0 0 0,0 1 0 0 0,-1-1 0 0 0,1 0-1 0 0,0 0 1 0 0,0 1 0 0 0,-1-1 0 0 0,1 0 0 0 0,0 0 0 0 0,-1 0 0 0 0,1 1 0 0 0,-1-1 0 0 0,-10 5 191 0 0,13-1 35 0 0,26 6 297 0 0,44 2 16 0 0,55 2-649 0 0,1-7 0 0 0,159-9-1 0 0,-237-4-1253 0 0,-49 6 1143 0 0,0 0 1 0 0,0-1-1 0 0,-1 1 0 0 0,1-1 0 0 0,0 1 0 0 0,0-1 1 0 0,-1 0-1 0 0,1 1 0 0 0,0-1 0 0 0,-1 0 1 0 0,1 1-1 0 0,-1-1 0 0 0,1 0 0 0 0,-1 0 1 0 0,1 1-1 0 0,-1-1 0 0 0,0 0 0 0 0,1 0 0 0 0,-1 0 1 0 0,0 0-1 0 0,0 0 0 0 0,1 1 0 0 0,-1-1 1 0 0,0 0-1 0 0,0 0 0 0 0,0 0 0 0 0,0 0 1 0 0,0 0-1 0 0,0 0 0 0 0,-1 0 0 0 0,1 0 0 0 0,0 1 1 0 0,0-1-1 0 0,-1-1 0 0 0,0-4-987 0 0,1-12-1143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7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2801 0 0,'0'25'3122'0'0,"0"0"-1361"0"0,0 7-961 0 0,-30 7-400 0 0,30-1 0 0 0,-30 6 161 0 0,30 6-81 0 0,-30 2-160 0 0,60-2-160 0 0,-30 2 0 0 0,0-8-80 0 0,30-13-240 0 0,-30-18-400 0 0,60-13-1041 0 0,1-13-960 0 0,-7-12-2161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8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26 2161 0 0,'0'0'251'0'0,"0"1"0"0"0,0 0 0 0 0,0 0 0 0 0,0 0 0 0 0,0-1 0 0 0,0 1 0 0 0,0 0 0 0 0,0 0 0 0 0,0-1 0 0 0,-1 1 0 0 0,1 0 0 0 0,0 0 0 0 0,0-1-1 0 0,-1 1 1 0 0,1 0 0 0 0,-1-1 0 0 0,1 1 0 0 0,0 0 0 0 0,-1-1 0 0 0,1 1 0 0 0,-1-1 0 0 0,-1 2 0 0 0,-12 0 1332 0 0,10-2-1695 0 0,4 0 142 0 0,0 0 0 0 0,0 0 0 0 0,0 0 0 0 0,1 0 0 0 0,-1 1 0 0 0,0-1 0 0 0,0 0 0 0 0,0 0 0 0 0,0 0 0 0 0,0 0 0 0 0,0 0 0 0 0,0 1 0 0 0,0-1 1 0 0,0 0-1 0 0,1 0 0 0 0,-1 0 0 0 0,0 0 0 0 0,0 0 0 0 0,0 1 0 0 0,0-1 0 0 0,0 0 0 0 0,0 0 0 0 0,0 0 0 0 0,0 0 0 0 0,0 1 0 0 0,0-1 0 0 0,0 0 0 0 0,0 0 0 0 0,-1 0 0 0 0,1 0 0 0 0,0 1 0 0 0,0-1 0 0 0,0 0 0 0 0,0 0 0 0 0,0 0 0 0 0,0 0 0 0 0,0 0 0 0 0,0 1 0 0 0,0-1 0 0 0,0 0 0 0 0,-1 0 0 0 0,1 0 0 0 0,0 0 0 0 0,141-19 850 0 0,-135 14-288 0 0,-15 1-190 0 0,-8 0-195 0 0,-22-3-49 0 0,-1 2 0 0 0,1 1 0 0 0,-1 2 1 0 0,1 2-1 0 0,-1 1 0 0 0,-60 11 0 0 0,98-12-141 0 0,-1 1-1 0 0,1-1 1 0 0,0 1 0 0 0,0 0 0 0 0,0-1-1 0 0,0 1 1 0 0,0 0 0 0 0,1 0 0 0 0,-1 0-1 0 0,0 0 1 0 0,0 0 0 0 0,1 1-1 0 0,-1-1 1 0 0,0 1 0 0 0,1-1 0 0 0,0 1-1 0 0,-1-1 1 0 0,1 1 0 0 0,0 0-1 0 0,0 0 1 0 0,0-1 0 0 0,0 1 0 0 0,0 0-1 0 0,0 0 1 0 0,0 0 0 0 0,1 0 0 0 0,-1 0-1 0 0,1 0 1 0 0,-1 0 0 0 0,1 0-1 0 0,0 1 1 0 0,0-1 0 0 0,0 0 0 0 0,0 0-1 0 0,0 0 1 0 0,1 4 0 0 0,0 0-20 0 0,1 0 1 0 0,-1 0-1 0 0,1 0 1 0 0,0-1 0 0 0,1 1-1 0 0,-1 0 1 0 0,1-1-1 0 0,0 1 1 0 0,1-1-1 0 0,-1 0 1 0 0,1 0-1 0 0,8 7 1 0 0,11 15-12 0 0,-21-23 13 0 0,1 0-1 0 0,0 0 1 0 0,0 0 0 0 0,1-1-1 0 0,-1 1 1 0 0,1-1-1 0 0,0 0 1 0 0,7 5-1 0 0,2-2-12 0 0,1-1 0 0 0,-1 0 0 0 0,1 0 1 0 0,0-2-1 0 0,21 4 0 0 0,-13-3 20 0 0,0 1 0 0 0,0 0 0 0 0,-1 2 0 0 0,25 11 0 0 0,-45-17-4 0 0,0-1 0 0 0,-1 1 0 0 0,1 0 0 0 0,-1-1 0 0 0,0 1 1 0 0,1-1-1 0 0,-1 1 0 0 0,1 0 0 0 0,-1-1 0 0 0,0 1 0 0 0,0 0 0 0 0,1-1 0 0 0,-1 1 0 0 0,0 0 1 0 0,0 0-1 0 0,0-1 0 0 0,0 1 0 0 0,0 0 0 0 0,0 0 0 0 0,0-1 0 0 0,0 1 0 0 0,0 0 0 0 0,0 0 0 0 0,0-1 1 0 0,0 1-1 0 0,0 0 0 0 0,-1-1 0 0 0,1 1 0 0 0,0 0 0 0 0,-1 0 0 0 0,1-1 0 0 0,0 1 0 0 0,-1-1 1 0 0,1 1-1 0 0,-1 0 0 0 0,1-1 0 0 0,-2 1 0 0 0,-9 9 19 0 0,-1-1 0 0 0,-1 0 0 0 0,1-1 0 0 0,-27 13 1 0 0,-14 9 19 0 0,43-24-60 0 0,0 0 0 0 0,-1-1 1 0 0,1 0-1 0 0,-1-1 0 0 0,0 0 1 0 0,0-1-1 0 0,0 0 0 0 0,-1 0 0 0 0,1-1 1 0 0,-1-1-1 0 0,1 0 0 0 0,-1-1 1 0 0,1 0-1 0 0,-13-2 0 0 0,-5 2-100 0 0,22 0-97 0 0,-1 0 0 0 0,0-1 1 0 0,0 0-1 0 0,1-1 0 0 0,-1 1 1 0 0,1-1-1 0 0,-9-4 1 0 0,14 6 152 0 0,1-1 0 0 0,-1 1 1 0 0,1-1-1 0 0,-1 0 0 0 0,1 0 1 0 0,0 1-1 0 0,-1-1 0 0 0,1 0 0 0 0,0 0 1 0 0,0 0-1 0 0,0-1 0 0 0,0 1 1 0 0,0 0-1 0 0,0 0 0 0 0,0 0 1 0 0,0-1-1 0 0,0 1 0 0 0,1 0 0 0 0,-1-1 1 0 0,1 1-1 0 0,-1-1 0 0 0,1 1 1 0 0,-1-1-1 0 0,1 1 0 0 0,0-1 1 0 0,-1 1-1 0 0,1-1 0 0 0,0 1 1 0 0,0-1-1 0 0,0 0 0 0 0,1 1 0 0 0,-1-1 1 0 0,0 1-1 0 0,0-1 0 0 0,1 1 1 0 0,-1-1-1 0 0,1 1 0 0 0,-1-1 1 0 0,1 1-1 0 0,1-2 0 0 0,28-38-1964 0 0,25-25-2375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18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57 2001 0 0,'0'1'172'0'0,"0"0"-1"0"0,0 1 1 0 0,0-1-1 0 0,0 0 1 0 0,0 1 0 0 0,0-1-1 0 0,-1 0 1 0 0,1 0-1 0 0,0 1 1 0 0,-1-1 0 0 0,1 0-1 0 0,0 1 1 0 0,-1-1-1 0 0,0 0 1 0 0,1 0 0 0 0,-1 0-1 0 0,0 0 1 0 0,0 0-1 0 0,1 0 1 0 0,-1 0 0 0 0,0 0-1 0 0,0 0 1 0 0,0 0 0 0 0,0 0-1 0 0,0 0 1 0 0,-2 0-1 0 0,-7 7 372 0 0,4-2-274 0 0,-1 0 1 0 0,-1 0 0 0 0,1-1 0 0 0,-1 0-1 0 0,0-1 1 0 0,0 0 0 0 0,0 0 0 0 0,-16 4-1 0 0,9-2-38 0 0,1 0-1 0 0,0 0 0 0 0,-15 10 0 0 0,24-12-182 0 0,0 1 0 0 0,1 0 0 0 0,-1 0 0 0 0,1 0 0 0 0,0 1 0 0 0,0-1 1 0 0,1 1-1 0 0,-1 0 0 0 0,1 0 0 0 0,-4 12 0 0 0,0-1 23 0 0,6-15-63 0 0,1-1 0 0 0,-1 1-1 0 0,1 0 1 0 0,0 0 0 0 0,0 0 0 0 0,0 0-1 0 0,-1 0 1 0 0,2 0 0 0 0,-1 0 0 0 0,0 0 0 0 0,0 0-1 0 0,1 0 1 0 0,-1 0 0 0 0,1 0 0 0 0,-1 0-1 0 0,1-1 1 0 0,0 1 0 0 0,0 0 0 0 0,0 0-1 0 0,0-1 1 0 0,0 1 0 0 0,0 0 0 0 0,0-1-1 0 0,1 1 1 0 0,-1-1 0 0 0,0 0 0 0 0,1 1 0 0 0,2 1-1 0 0,3 4 22 0 0,8 11 40 0 0,-8-9-24 0 0,0-1-1 0 0,0 1 1 0 0,1-1 0 0 0,1-1-1 0 0,-1 1 1 0 0,1-1-1 0 0,0-1 1 0 0,0 1 0 0 0,1-2-1 0 0,18 9 1 0 0,-9-8 13 0 0,0 0 0 0 0,1-1 0 0 0,-1-1 0 0 0,1-1 0 0 0,0-1-1 0 0,0 0 1 0 0,35-3 0 0 0,-40 0-37 0 0,-1 0-1 0 0,0-2 0 0 0,0 0 0 0 0,0 0 1 0 0,0-1-1 0 0,0-1 0 0 0,0 0 1 0 0,-1-1-1 0 0,0 0 0 0 0,0-1 1 0 0,19-15-1 0 0,-15 6-62 0 0,-1-2 0 0 0,-1 1 1 0 0,-1-2-1 0 0,-1 0 0 0 0,0-1 1 0 0,-2 0-1 0 0,11-25 0 0 0,-19 39-1 0 0,0 0 0 0 0,0 0 0 0 0,0 0 0 0 0,-1 0-1 0 0,0 0 1 0 0,-1-1 0 0 0,1 1 0 0 0,-1-1 0 0 0,0 0 0 0 0,-1 1-1 0 0,0-1 1 0 0,0 0 0 0 0,0 1 0 0 0,-3-14 0 0 0,1 15-5 0 0,0 0 0 0 0,-1 0 1 0 0,1 0-1 0 0,-1 0 0 0 0,0 1 0 0 0,0-1 0 0 0,0 1 1 0 0,-1 0-1 0 0,0 0 0 0 0,0 0 0 0 0,0 0 1 0 0,0 1-1 0 0,0 0 0 0 0,-1 0 0 0 0,0 0 0 0 0,1 0 1 0 0,-10-3-1 0 0,-1-1-443 0 0,1 2-1 0 0,-1 0 1 0 0,0 0 0 0 0,0 2-1 0 0,-32-4 1 0 0,-13 5-3124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1921 0 0,'0'12'2241'0'0,"30"7"-560"0"0,-30-5-401 0 0,0-9-399 0 0,0 9-161 0 0,0-3-160 0 0,0 9-80 0 0,0 5 81 0 0,30 13-1 0 0,0 8-80 0 0,-30-9-400 0 0,30-5-240 0 0,1-1-640 0 0,-1-4-481 0 0,0-8 1 0 0,0 0-81 0 0,-30 1-1040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30 138 1441 0 0,'0'8'2401'0'0,"0"-2"-480"0"0,0 0-241 0 0,-30-6-479 0 0,60 0-241 0 0,-30-6-319 0 0,30 0-161 0 0,1-7-160 0 0,-1-1-80 0 0,30-5-160 0 0,1-6-320 0 0,-31 6-400 0 0,60 0-961 0 0,-29 7-720 0 0,-1-7-240 0 0,-30 13 240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 1681 0 0,'5'1'492'0'0,"-4"-1"-369"0"0,-1 0-1 0 0,2 0 0 0 0,-1 1 0 0 0,0-1 1 0 0,0 0-1 0 0,0 0 0 0 0,0 0 0 0 0,0 0 1 0 0,0 0-1 0 0,0 0 0 0 0,0-1 0 0 0,0 1 0 0 0,0 0 1 0 0,0 0-1 0 0,0-1 0 0 0,0 1 0 0 0,0-1 1 0 0,-1 1-1 0 0,1 0 0 0 0,0-1 0 0 0,0 0 0 0 0,0 1 1 0 0,0-1-1 0 0,1-1 0 0 0,-7 1 1319 0 0,-20 1 1814 0 0,26 1-3245 0 0,1 1 0 0 0,0-1 0 0 0,-1 1 0 0 0,1-1 0 0 0,0 0 0 0 0,0 0 0 0 0,0 1 0 0 0,0-2 0 0 0,0 1 0 0 0,0 0 0 0 0,0 0 0 0 0,0 0 0 0 0,1-1 0 0 0,-1 0 0 0 0,0 1 0 0 0,0-1 0 0 0,4 0 1 0 0,10 4 34 0 0,-13-2-36 0 0,0 0 0 0 0,0 0 0 0 0,-1 1 0 0 0,1-1 0 0 0,-1 1 0 0 0,1-1 0 0 0,-1 1 0 0 0,0 0 0 0 0,0 0 0 0 0,0 0 0 0 0,0 0 1 0 0,-1 0-1 0 0,1 1 0 0 0,-1-1 0 0 0,0 0 0 0 0,0 1 0 0 0,0-1 0 0 0,0 1 0 0 0,-1-1 0 0 0,0 1 0 0 0,1-1 0 0 0,-1 1 0 0 0,0-1 0 0 0,-1 1 0 0 0,1-1 0 0 0,-2 6 0 0 0,1-4 2 0 0,0-1 0 0 0,0 0 0 0 0,-1 1 0 0 0,1-1 1 0 0,-1 0-1 0 0,0 0 0 0 0,-1 0 0 0 0,1 0 0 0 0,-1 0 0 0 0,1 0 1 0 0,-1-1-1 0 0,-1 1 0 0 0,1-1 0 0 0,0 0 0 0 0,-1 0 1 0 0,1 0-1 0 0,-1 0 0 0 0,0-1 0 0 0,-8 5 0 0 0,-2-2-20 0 0,0 0 0 0 0,-1-1 1 0 0,1 0-1 0 0,-1-1 0 0 0,-29 2 0 0 0,39-5 62 0 0,5-1-52 0 0,0-1 0 0 0,1 1-1 0 0,-1 0 1 0 0,0 0 0 0 0,1-1 0 0 0,-1 1-1 0 0,1 0 1 0 0,-1 0 0 0 0,1-1-1 0 0,-1 1 1 0 0,1 0 0 0 0,0 0 0 0 0,0 0-1 0 0,0 0 1 0 0,-1 0 0 0 0,1 0 0 0 0,0 0-1 0 0,0 0 1 0 0,0 0 0 0 0,1 0-1 0 0,-1 1 1 0 0,2-2 0 0 0,40-11 36 0 0,-31 11-29 0 0,0 1 1 0 0,0 0 0 0 0,0 1 0 0 0,0 1 0 0 0,18 2 0 0 0,-24-1 3 0 0,0 0 0 0 0,0 0-1 0 0,0 1 1 0 0,0-1 0 0 0,0 1 0 0 0,-1 0 0 0 0,1 1-1 0 0,-1 0 1 0 0,0 0 0 0 0,0 0 0 0 0,0 0 0 0 0,-1 1-1 0 0,1-1 1 0 0,-1 1 0 0 0,0 0 0 0 0,-1 1 0 0 0,1-1-1 0 0,-1 1 1 0 0,0-1 0 0 0,0 1 0 0 0,-1 0 0 0 0,0 0-1 0 0,0 0 1 0 0,0 0 0 0 0,1 9 0 0 0,-4-10 6 0 0,1-1 1 0 0,-1 1 0 0 0,0-1 0 0 0,0 0 0 0 0,0 1-1 0 0,-1-1 1 0 0,1 0 0 0 0,-1 0 0 0 0,0 0-1 0 0,-1 0 1 0 0,1 0 0 0 0,-1-1 0 0 0,1 1 0 0 0,-1-1-1 0 0,0 1 1 0 0,0-1 0 0 0,0 0 0 0 0,-1 0-1 0 0,1-1 1 0 0,-1 1 0 0 0,0-1 0 0 0,0 1 0 0 0,0-1-1 0 0,0 0 1 0 0,0-1 0 0 0,-7 3 0 0 0,-77 28 679 0 0,51-20-583 0 0,31-11-195 0 0,0-1-1 0 0,0 1 0 0 0,0-1 1 0 0,0 0-1 0 0,0 0 0 0 0,1-1 1 0 0,-1 1-1 0 0,0-1 1 0 0,0-1-1 0 0,-9-2 0 0 0,13 3 35 0 0,-1 1-1 0 0,1-1 0 0 0,-1 0 1 0 0,1 0-1 0 0,0 1 0 0 0,-1-2 0 0 0,1 1 1 0 0,0 0-1 0 0,0 0 0 0 0,0-1 1 0 0,0 1-1 0 0,0-1 0 0 0,0 0 1 0 0,0 1-1 0 0,0-1 0 0 0,1 0 1 0 0,-1 0-1 0 0,1 0 0 0 0,-1 0 0 0 0,1-1 1 0 0,0 1-1 0 0,0 0 0 0 0,0 0 1 0 0,-1-5-1 0 0,2 6-9 0 0,0-1 0 0 0,1 1 0 0 0,-1-1 0 0 0,0 1 0 0 0,1 0 0 0 0,-1-1 0 0 0,1 1 0 0 0,0 0 0 0 0,-1-1 0 0 0,1 1 0 0 0,0 0 0 0 0,0 0 0 0 0,0 0 0 0 0,0 0 0 0 0,0 0 0 0 0,0 0 0 0 0,0 0 0 0 0,0 0 0 0 0,0 0 0 0 0,1 0 0 0 0,1 0 0 0 0,13-13-1527 0 0,34-19-2498 0 0,-45 17 2040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3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0 1681 0 0,'-7'6'3546'0'0,"-10"-6"-3166"0"0,16 0-104 0 0,-29 6 1925 0 0,21-5-2027 0 0,1 1 0 0 0,-1 0 1 0 0,1 0-1 0 0,0 1 0 0 0,0 0 0 0 0,0 0 1 0 0,-9 6-1 0 0,2-2-48 0 0,7-3-81 0 0,2-2 21 0 0,0 0 0 0 0,1 1 0 0 0,-1-1 0 0 0,1 1 1 0 0,0 1-1 0 0,-6 3 0 0 0,9-5-37 0 0,1 0 1 0 0,-1 0 0 0 0,1 0-1 0 0,0 0 1 0 0,0 0-1 0 0,0 1 1 0 0,0-1 0 0 0,0 0-1 0 0,0 0 1 0 0,0 1 0 0 0,1-1-1 0 0,-1 0 1 0 0,1 1-1 0 0,0-1 1 0 0,0 1 0 0 0,0-1-1 0 0,0 3 1 0 0,0-2-20 0 0,-1-1 1 0 0,1 0 0 0 0,-1 0-1 0 0,1 0 1 0 0,-1 0-1 0 0,0 0 1 0 0,0 0 0 0 0,0 0-1 0 0,0 0 1 0 0,0-1-1 0 0,-1 1 1 0 0,1 0 0 0 0,0 0-1 0 0,-3 1 1 0 0,3-2-5 0 0,0-1 1 0 0,0 1-1 0 0,0 0 1 0 0,0 0-1 0 0,1 0 1 0 0,-1 0-1 0 0,0 0 1 0 0,0 0-1 0 0,1 0 1 0 0,-1 0-1 0 0,0 0 1 0 0,1 0-1 0 0,-1 0 1 0 0,1 1-1 0 0,0-1 1 0 0,-1 0-1 0 0,1 0 1 0 0,0 0-1 0 0,0 1 1 0 0,-1-1-1 0 0,1 0 1 0 0,0 0-1 0 0,0 1 1 0 0,0-1-1 0 0,1 0 1 0 0,-1 0-1 0 0,0 1 1 0 0,0-1-1 0 0,1 0 1 0 0,-1 0-1 0 0,1 0 1 0 0,0 2-1 0 0,4 4 17 0 0,0-1 0 0 0,0 1-1 0 0,1-1 1 0 0,0 0 0 0 0,0 0-1 0 0,0-1 1 0 0,1 0 0 0 0,0 0 0 0 0,0-1-1 0 0,0 1 1 0 0,15 5 0 0 0,-17-8-24 0 0,1 0 1 0 0,0-1 0 0 0,-1 0 0 0 0,1 0-1 0 0,0 0 1 0 0,0-1 0 0 0,0 0-1 0 0,-1 0 1 0 0,1 0 0 0 0,0-1 0 0 0,0 0-1 0 0,0 0 1 0 0,-1 0 0 0 0,1-1 0 0 0,0 0-1 0 0,-1 0 1 0 0,0 0 0 0 0,1-1-1 0 0,8-5 1 0 0,-12 6 0 0 0,0 2 1 0 0,-1-1 1 0 0,1 1 0 0 0,-1-1 0 0 0,1 0-1 0 0,-1 0 1 0 0,0 0 0 0 0,0 0-1 0 0,1 0 1 0 0,-1 0 0 0 0,0 0-1 0 0,0-1 1 0 0,0 1 0 0 0,0 0-1 0 0,0-1 1 0 0,0 1 0 0 0,0 0-1 0 0,-1-1 1 0 0,1 1 0 0 0,0-1-1 0 0,-1 0 1 0 0,1 1 0 0 0,-1-1-1 0 0,0 1 1 0 0,0-1 0 0 0,1 0-1 0 0,-1 1 1 0 0,0-1 0 0 0,0 1-1 0 0,0-1 1 0 0,-1 0 0 0 0,1 1-1 0 0,0-1 1 0 0,-1 1 0 0 0,1-1-1 0 0,-1 0 1 0 0,1 1 0 0 0,-1-1 0 0 0,1 1-1 0 0,-3-3 1 0 0,-3-9 6 0 0,-2 1 0 0 0,0-1 0 0 0,0 1 0 0 0,-1 0 0 0 0,0 1-1 0 0,-13-12 1 0 0,15 17-5 0 0,0-1-1 0 0,0 1 0 0 0,-1 1 0 0 0,0-1 1 0 0,0 1-1 0 0,0 1 0 0 0,-1-1 0 0 0,1 1 0 0 0,-1 1 1 0 0,-18-5-1 0 0,2 6-82 0 0,25 2 44 0 0,-1 1 0 0 0,1-1-1 0 0,0 0 1 0 0,-1 0 0 0 0,1 1 0 0 0,0-1 0 0 0,-1 0 0 0 0,1 1 0 0 0,0-1 0 0 0,-1 0-1 0 0,1 1 1 0 0,0-1 0 0 0,0 1 0 0 0,-1-1 0 0 0,1 1 0 0 0,0-1 0 0 0,0 0 0 0 0,0 1-1 0 0,0-1 1 0 0,0 1 0 0 0,0-1 0 0 0,-1 1 0 0 0,1-1 0 0 0,0 1 0 0 0,0-1 0 0 0,0 1-1 0 0,1-1 1 0 0,-1 0 0 0 0,0 1 0 0 0,0-1 0 0 0,0 1 0 0 0,0-1 0 0 0,0 1 0 0 0,0-1-1 0 0,1 1 1 0 0,-1-1 0 0 0,0 0 0 0 0,0 1 0 0 0,1-1 0 0 0,-1 0 0 0 0,0 1-1 0 0,1-1 1 0 0,-1 0 0 0 0,0 1 0 0 0,1-1 0 0 0,-1 0 0 0 0,1 1 0 0 0,13 3-941 0 0,1-1 0 0 0,-1-1 0 0 0,1 0 0 0 0,0-1 0 0 0,17-1 0 0 0,4 1-565 0 0,-1 6-432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8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54 320 0 0,'0'-1'146'0'0,"0"0"1"0"0,0 0-1 0 0,1 0 0 0 0,-1 0 1 0 0,0-1-1 0 0,0 1 0 0 0,0 0 0 0 0,0 0 1 0 0,-1 0-1 0 0,1 0 0 0 0,0 0 0 0 0,0 0 1 0 0,-1 0-1 0 0,1 0 0 0 0,0 0 0 0 0,-1 0 1 0 0,1 0-1 0 0,-1 0 0 0 0,0 0 1 0 0,1 1-1 0 0,-1-1 0 0 0,0 0 0 0 0,1 0 1 0 0,-1 0-1 0 0,0 1 0 0 0,0-1 0 0 0,1 0 1 0 0,-1 1-1 0 0,0-1 0 0 0,0 1 1 0 0,0-1-1 0 0,0 1 0 0 0,0-1 0 0 0,0 1 1 0 0,0 0-1 0 0,-2-1 0 0 0,-2-1 45 0 0,4 2-148 0 0,1 0 0 0 0,0-1-1 0 0,-1 1 1 0 0,1 0 0 0 0,0 0 0 0 0,-1-1 0 0 0,1 1 0 0 0,0 0 0 0 0,-1-1 0 0 0,1 1 0 0 0,0 0 0 0 0,0-1 0 0 0,0 1 0 0 0,-1 0 0 0 0,1-1-1 0 0,0 1 1 0 0,0 0 0 0 0,0-1 0 0 0,0 1 0 0 0,0-1 0 0 0,0 1 0 0 0,-1 0 0 0 0,1-1 0 0 0,0 1 0 0 0,0-1 0 0 0,0 1 0 0 0,0 0 0 0 0,1-1-1 0 0,-1 0 1 0 0,0 1-14 0 0,0 0 0 0 0,0-1 0 0 0,0 1 0 0 0,0 0 0 0 0,0 0 0 0 0,0-1 0 0 0,0 1 0 0 0,0 0 0 0 0,0 0 0 0 0,0-1 0 0 0,0 1 0 0 0,0 0 0 0 0,0 0 0 0 0,0-1 0 0 0,0 1-1 0 0,0 0 1 0 0,0 0 0 0 0,0-1 0 0 0,0 1 0 0 0,0 0 0 0 0,-1 0 0 0 0,1 0 0 0 0,0-1 0 0 0,0 1 0 0 0,0 0 0 0 0,0 0 0 0 0,0 0 0 0 0,-1-1 0 0 0,1 1 0 0 0,0 0 0 0 0,0 0 0 0 0,0 0 0 0 0,-1 0-1 0 0,1-1 1 0 0,0 1 0 0 0,0 0 0 0 0,-1 0 0 0 0,1 0 0 0 0,0 0 0 0 0,0 0 0 0 0,-1 0 0 0 0,1 0 0 0 0,0 0 0 0 0,-1 0 4 0 0,0 0-16 0 0,0-1 0 0 0,0 1 0 0 0,0 0 0 0 0,0 0 0 0 0,0 0 0 0 0,0 0 0 0 0,0 0 0 0 0,0 0 0 0 0,1 0 0 0 0,-1 0 0 0 0,0 0 1 0 0,0 0-1 0 0,0 0 0 0 0,0 1 0 0 0,0-1 0 0 0,0 0 0 0 0,0 1 0 0 0,0-1 0 0 0,0 1 0 0 0,0-1 0 0 0,1 1 0 0 0,-1-1 0 0 0,0 1 0 0 0,0 0 0 0 0,1-1 0 0 0,-2 2 0 0 0,-53 16 530 0 0,-5 1-226 0 0,59-18-319 0 0,1-1 1 0 0,0 0 0 0 0,-1 0 0 0 0,1 0 0 0 0,0 0 0 0 0,-1 1 0 0 0,1-1 0 0 0,0 0 0 0 0,-1 0 0 0 0,1 0 0 0 0,0 1 0 0 0,0-1 0 0 0,-1 0 0 0 0,1 1 0 0 0,0-1 0 0 0,0 0 0 0 0,0 1-1 0 0,-1-1 1 0 0,1 0 0 0 0,0 1 0 0 0,0-1 0 0 0,0 0 0 0 0,0 1 0 0 0,0-1 0 0 0,0 0 0 0 0,0 1 0 0 0,0-1 0 0 0,0 0 0 0 0,0 1 0 0 0,0-1 0 0 0,0 1 0 0 0,0-1 0 0 0,0 0 0 0 0,0 1-1 0 0,0-1 1 0 0,0 0 0 0 0,1 1 0 0 0,-1 0 2 0 0,0-1-1 0 0,0 1 1 0 0,0-1-1 0 0,0 1 0 0 0,0-1 1 0 0,0 1-1 0 0,0-1 1 0 0,0 1-1 0 0,0-1 1 0 0,0 1-1 0 0,0-1 0 0 0,0 1 1 0 0,0-1-1 0 0,0 1 1 0 0,0-1-1 0 0,0 1 1 0 0,-1-1-1 0 0,1 1 0 0 0,0-1 1 0 0,0 1-1 0 0,0-1 1 0 0,-1 1-1 0 0,1-1 0 0 0,0 0 1 0 0,-1 1-1 0 0,1-1 1 0 0,-1 1-1 0 0,1-1 1 0 0,-2 1 2 0 0,1 0 0 0 0,-1 0 0 0 0,1 1 0 0 0,-1-1 0 0 0,1 0 0 0 0,0 0 0 0 0,0 1 0 0 0,0-1 0 0 0,0 1 0 0 0,0-1 0 0 0,0 1 0 0 0,0-1 0 0 0,-1 4 0 0 0,-1 43 165 0 0,3-28-122 0 0,-1-12-84 0 0,1-6 35 0 0,-1 0 0 0 0,1 0 0 0 0,-1 0 0 0 0,1-1 0 0 0,-1 1 0 0 0,1 0 0 0 0,0 0 0 0 0,0 0 0 0 0,0 0 0 0 0,0-1 0 0 0,1 1 0 0 0,-1 0 0 0 0,0 0 0 0 0,1 0 0 0 0,-1 0 0 0 0,1-1 0 0 0,0 1 0 0 0,-1 0 0 0 0,1-1 1 0 0,0 1-1 0 0,0 0 0 0 0,0-1 0 0 0,0 1 0 0 0,0-1 0 0 0,1 0 0 0 0,-1 1 0 0 0,0-1 0 0 0,1 0 0 0 0,-1 0 0 0 0,1 0 0 0 0,-1 0 0 0 0,4 2 0 0 0,4 3 12 0 0,41 13 40 0 0,-40-6-119 0 0,-1-11 74 0 0,1 0 0 0 0,-1-1 0 0 0,0 0 0 0 0,1 0 0 0 0,-1-1 0 0 0,1 0 0 0 0,-1-1 0 0 0,0 0 0 0 0,12-3 0 0 0,70-17 72 0 0,-79 12-75 0 0,-9 5 3 0 0,21-16 38 0 0,-22 19-42 0 0,1 0 0 0 0,-1 0 0 0 0,0-1 0 0 0,0 1-1 0 0,-1-1 1 0 0,1 1 0 0 0,0-1 0 0 0,0 0 0 0 0,-1 1 0 0 0,1-1 0 0 0,-1 0 0 0 0,0 0 0 0 0,1 0-1 0 0,-1-1 1 0 0,0 1 0 0 0,0 0 0 0 0,0 0 0 0 0,-1-1 0 0 0,1 1 0 0 0,0 0 0 0 0,-1-1-1 0 0,1 1 1 0 0,-1-1 0 0 0,0 1 0 0 0,0-5 0 0 0,-1 2 0 0 0,0-1 0 0 0,0 1-1 0 0,0-1 1 0 0,-1 1 0 0 0,1 0 0 0 0,-1 0 0 0 0,-1 0-1 0 0,1 0 1 0 0,-1 0 0 0 0,0 0 0 0 0,0 0 0 0 0,0 1-1 0 0,0-1 1 0 0,-1 1 0 0 0,0 0 0 0 0,0 0 0 0 0,0 1 0 0 0,0-1-1 0 0,-1 1 1 0 0,-7-5 0 0 0,8 7-3 0 0,-1-1 0 0 0,0 1-1 0 0,0 0 1 0 0,0 0 0 0 0,0 0 0 0 0,0 1 0 0 0,0 0 0 0 0,0 0 0 0 0,0 0-1 0 0,0 0 1 0 0,1 1 0 0 0,-1 0 0 0 0,-9 2 0 0 0,6-1-28 0 0,0 0 1 0 0,1 1-1 0 0,-1-1 1 0 0,0 2-1 0 0,1-1 1 0 0,0 1-1 0 0,-14 9 1 0 0,17-11-61 0 0,2-2 50 0 0,1 1 0 0 0,-1-1 0 0 0,1 1 0 0 0,0 0 0 0 0,-1 0 0 0 0,1-1-1 0 0,0 1 1 0 0,0 0 0 0 0,-1 0 0 0 0,1 0 0 0 0,0 0 0 0 0,0 0 0 0 0,0 0 0 0 0,0 1 0 0 0,-1 1 0 0 0,7-2-377 0 0,19-3-1074 0 0,-1-1-1 0 0,1 0 1 0 0,23-8 0 0 0,-19 4-176 0 0,2 0 10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29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1521 0 0,'0'0'2908'0'0,"5"0"-1841"0"0,11 0-612 0 0,-12 0 2571 0 0,-20 3-2804 0 0,-1 1-1 0 0,0 0 1 0 0,1 1-1 0 0,-22 10 1 0 0,36-14-201 0 0,0-1 1 0 0,0 1-1 0 0,1-1 1 0 0,-1 1 0 0 0,0 0-1 0 0,1-1 1 0 0,-1 1 0 0 0,0 0-1 0 0,1 0 1 0 0,-1 0-1 0 0,1 0 1 0 0,-1 1 0 0 0,1-1-1 0 0,0 0 1 0 0,0 1 0 0 0,-1-1-1 0 0,1 0 1 0 0,0 1-1 0 0,0 0 1 0 0,0-1 0 0 0,1 1-1 0 0,-1 0 1 0 0,0-1-1 0 0,1 1 1 0 0,-1 0 0 0 0,1 0-1 0 0,-1-1 1 0 0,1 5 0 0 0,-1-5-16 0 0,1-1 0 0 0,0 1 0 0 0,0 0 0 0 0,0 0 0 0 0,-1-1 0 0 0,1 1 0 0 0,0 0 0 0 0,-1 0 0 0 0,1-1 0 0 0,0 1 0 0 0,-1 0 0 0 0,1-1 0 0 0,-1 1 0 0 0,1-1 0 0 0,-1 1 0 0 0,0-1 0 0 0,1 1 0 0 0,-1-1 0 0 0,1 1 0 0 0,-1-1 0 0 0,0 1 0 0 0,0-1 0 0 0,1 0 0 0 0,-1 1 0 0 0,0-1 0 0 0,1 0 0 0 0,-1 0 0 0 0,0 1 0 0 0,0-1 0 0 0,-1 0 0 0 0,-6 3 48 0 0,8-3-53 0 0,0 0 1 0 0,0 0-1 0 0,-1 1 1 0 0,1-1-1 0 0,0 0 1 0 0,0 0-1 0 0,0 0 1 0 0,0 0-1 0 0,-1 1 1 0 0,1-1 0 0 0,0 0-1 0 0,0 0 1 0 0,0 0-1 0 0,0 1 1 0 0,-1-1-1 0 0,1 0 1 0 0,0 0-1 0 0,0 1 1 0 0,0-1-1 0 0,0 0 1 0 0,0 0-1 0 0,0 1 1 0 0,0-1-1 0 0,0 0 1 0 0,0 0 0 0 0,0 1-1 0 0,0-1 1 0 0,0 0-1 0 0,0 0 1 0 0,0 1-1 0 0,0-1 1 0 0,0 0-1 0 0,0 0 1 0 0,0 1-1 0 0,0-1 1 0 0,1 0-1 0 0,-1 0 1 0 0,0 1-1 0 0,0-1 1 0 0,0 0 0 0 0,0 0-1 0 0,0 0 1 0 0,1 1-1 0 0,-1-1 1 0 0,0 0-1 0 0,0 0 1 0 0,0 0-1 0 0,1 1 1 0 0,-1-1-1 0 0,0 0 1 0 0,0 0-1 0 0,1 0 1 0 0,-1 0-1 0 0,0 0 1 0 0,0 0-1 0 0,1 0 1 0 0,-1 0 0 0 0,17 8 6 0 0,-15-8 1 0 0,1 8 28 0 0,-3-7-36 0 0,0-1 0 0 0,0 1 0 0 0,0-1 0 0 0,0 1 0 0 0,0-1 0 0 0,0 0 0 0 0,0 1 0 0 0,1-1 0 0 0,-1 1 0 0 0,0-1 0 0 0,0 1 0 0 0,0-1 0 0 0,0 0 0 0 0,1 1 1 0 0,-1-1-1 0 0,0 1 0 0 0,0-1 0 0 0,1 0 0 0 0,-1 1 0 0 0,0-1 0 0 0,0 0 0 0 0,1 1 0 0 0,-1-1 0 0 0,0 0 0 0 0,1 0 0 0 0,-1 1 0 0 0,1-1 0 0 0,0 0 0 0 0,1 1-1 0 0,-1 0 0 0 0,1-1 0 0 0,-1 0 0 0 0,0 1 0 0 0,1-1 0 0 0,-1 1 0 0 0,0 0 0 0 0,1-1 0 0 0,-1 1 0 0 0,0 0 0 0 0,0 0 0 0 0,0 0 0 0 0,0 0 0 0 0,0 0 0 0 0,0 0 0 0 0,0 0 0 0 0,0 0 0 0 0,0 0 0 0 0,1 2 0 0 0,-2-2 0 0 0,1 0 0 0 0,0 0 0 0 0,0 0 0 0 0,0 0 0 0 0,0 0 0 0 0,0 0 0 0 0,0-1 0 0 0,0 1 0 0 0,0 0 0 0 0,0-1 0 0 0,0 1 0 0 0,0-1 0 0 0,0 1 0 0 0,1-1 0 0 0,-1 0 0 0 0,0 1 0 0 0,0-1 0 0 0,2 0 0 0 0,1 1 0 0 0,5 5 5 0 0,1-1 0 0 0,-1 0 1 0 0,1 0-1 0 0,1-1 0 0 0,-1 0 0 0 0,0-1 0 0 0,1-1 1 0 0,0 1-1 0 0,-1-2 0 0 0,1 1 0 0 0,0-1 0 0 0,0-1 1 0 0,0 0-1 0 0,0-1 0 0 0,0 0 0 0 0,0 0 0 0 0,16-5 0 0 0,-26 4-1 0 0,0 0-1 0 0,0 0 0 0 0,0 0 0 0 0,0 1 1 0 0,-1-1-1 0 0,1 0 0 0 0,-1 0 0 0 0,1 0 0 0 0,-1 0 1 0 0,0 0-1 0 0,0 0 0 0 0,0 0 0 0 0,0 0 1 0 0,0 0-1 0 0,0 0 0 0 0,0 0 0 0 0,-1-3 0 0 0,0-3 6 0 0,1 6-5 0 0,-1 0 0 0 0,1-1 0 0 0,-1 1 0 0 0,0 0 0 0 0,0 0 0 0 0,0-1-1 0 0,0 1 1 0 0,0 0 0 0 0,0 0 0 0 0,-1 0 0 0 0,1 1 0 0 0,0-1 0 0 0,-1 0 0 0 0,0 0 0 0 0,-3-2 0 0 0,-9-12 13 0 0,-16-3-20 0 0,10 7 20 0 0,15 9-56 0 0,0 0 1 0 0,-1 0 0 0 0,1 1 0 0 0,-1-1 0 0 0,1 1 0 0 0,-10-2 0 0 0,6 0-723 0 0,24 4-186 0 0,51 0-5135 0 0,-36 0 3961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3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25 960 0 0,'-4'-8'7130'0'0,"-14"10"-4805"0"0,-15 15-2722 0 0,33-17 410 0 0,-1 1 0 0 0,1-1 0 0 0,-1 1 0 0 0,1-1 0 0 0,-1 1 0 0 0,1-1 0 0 0,-1 1 0 0 0,1-1 0 0 0,-1 1 0 0 0,1-1 0 0 0,0 1 0 0 0,-1-1 0 0 0,1 1 0 0 0,0 0 0 0 0,0-1 0 0 0,0 1 0 0 0,-1 0 0 0 0,1-1 0 0 0,0 1 0 0 0,0-1 0 0 0,0 1 0 0 0,0 0 0 0 0,0-1 0 0 0,0 2 0 0 0,-3 9 129 0 0,0-7-106 0 0,1-3-8 0 0,0 0-1 0 0,0 1 1 0 0,1-1 0 0 0,-1 1-1 0 0,1-1 1 0 0,-1 1-1 0 0,1 0 1 0 0,0-1 0 0 0,-1 1-1 0 0,1 0 1 0 0,0 0-1 0 0,0 0 1 0 0,0 0 0 0 0,1 0-1 0 0,-1 0 1 0 0,0 0-1 0 0,1 0 1 0 0,-1 0 0 0 0,1 0-1 0 0,0 0 1 0 0,0 1-1 0 0,0-1 1 0 0,0 0 0 0 0,0 0-1 0 0,0 0 1 0 0,1 0-1 0 0,-1 1 1 0 0,1-1 0 0 0,-1 0-1 0 0,1 0 1 0 0,0 0-1 0 0,1 2 1 0 0,2 4 45 0 0,-3-4-52 0 0,1 1 1 0 0,1-1-1 0 0,-1 0 0 0 0,0 1 0 0 0,1-1 1 0 0,0 0-1 0 0,0-1 0 0 0,0 1 1 0 0,1 0-1 0 0,-1-1 0 0 0,1 0 0 0 0,0 0 1 0 0,0 0-1 0 0,0 0 0 0 0,7 3 0 0 0,15 3 40 0 0,50 9 0 0 0,-69-16-57 0 0,1-1-1 0 0,0 0 1 0 0,0-1-1 0 0,0 0 1 0 0,0 0-1 0 0,0-1 1 0 0,0 0-1 0 0,0 0 1 0 0,0 0-1 0 0,13-6 0 0 0,-21 6 0 0 0,1 0-1 0 0,0 0 0 0 0,0-1 0 0 0,-1 1 0 0 0,1-1 0 0 0,0 1 0 0 0,-1 0 0 0 0,1-1 0 0 0,-1 1 1 0 0,0-1-1 0 0,0 1 0 0 0,1-1 0 0 0,-1 1 0 0 0,0-1 0 0 0,0 0 0 0 0,0 1 0 0 0,-1-1 0 0 0,1 1 0 0 0,-1-3 1 0 0,1-3 21 0 0,-1 4-20 0 0,1 0-1 0 0,-1 0 0 0 0,1-1 1 0 0,-1 1-1 0 0,0 0 0 0 0,0 0 1 0 0,0 0-1 0 0,-1 1 0 0 0,1-1 1 0 0,-1 0-1 0 0,1 0 0 0 0,-1 1 1 0 0,0-1-1 0 0,0 1 0 0 0,0-1 1 0 0,-3-1-1 0 0,-43-34-20 0 0,30 25-23 0 0,0 0-35 0 0,-1 0 0 0 0,0 1 0 0 0,-23-10 0 0 0,33 18-150 0 0,0 1 1 0 0,0-1-1 0 0,0 2 0 0 0,-1-1 0 0 0,1 1 0 0 0,-1 1 1 0 0,0-1-1 0 0,0 2 0 0 0,-18 0 0 0 0,-2 7-1896 0 0,-1 10-1840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32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175 161 2081 0 0,'-110'-24'7283'0'0,"100"16"-6096"0"0,3 5-1066 0 0,6 3-69 0 0,0-1-1 0 0,0 1 1 0 0,0 0-1 0 0,0-1 1 0 0,0 1-1 0 0,0 0 1 0 0,0-1-1 0 0,1 1 1 0 0,-1-1 0 0 0,0 1-1 0 0,0-1 1 0 0,1 0-1 0 0,-1 1 1 0 0,0-1-1 0 0,1 0 1 0 0,-1 0-1 0 0,0 1 1 0 0,1-1-1 0 0,-1 0 1 0 0,1 0-1 0 0,-1 0 1 0 0,1 0 0 0 0,0 0-1 0 0,-1 1 1 0 0,1-1-1 0 0,0 0 1 0 0,0 0-1 0 0,0 0 1 0 0,-1 0-1 0 0,1 0 1 0 0,0 0-1 0 0,0 0 1 0 0,0 0-1 0 0,1 0 1 0 0,-1 0 0 0 0,0-1-1 0 0,0 1-30 0 0,0 1 0 0 0,0-1 0 0 0,0 1 0 0 0,0-1 0 0 0,0 1 0 0 0,-1-1 0 0 0,1 1 0 0 0,0 0 0 0 0,0-1 1 0 0,0 1-1 0 0,-1-1 0 0 0,1 1 0 0 0,0 0 0 0 0,-1-1 0 0 0,1 1 0 0 0,0 0 0 0 0,-1-1 0 0 0,1 1 0 0 0,0 0 0 0 0,-1-1 0 0 0,1 1 0 0 0,-1 0 0 0 0,1 0 0 0 0,0 0 0 0 0,-1-1 0 0 0,1 1 0 0 0,-1 0 0 0 0,1 0 0 0 0,-1 0 0 0 0,1 0 0 0 0,-1 0 1 0 0,1 0-1 0 0,-1 0 0 0 0,1 0 0 0 0,-1 0 0 0 0,0 0 0 0 0,1 0 14 0 0,-1 0 0 0 0,0 0 0 0 0,1 0 0 0 0,-1 0 0 0 0,0 0 0 0 0,1 0 0 0 0,-1 0 1 0 0,0 0-1 0 0,1 0 0 0 0,-1-1 0 0 0,0 1 0 0 0,1 0 0 0 0,-1 0 0 0 0,1-1 0 0 0,-1 1 0 0 0,1 0 0 0 0,-1-1 1 0 0,1 1-1 0 0,-1-1 0 0 0,1 1 0 0 0,-1 0 0 0 0,1-1 0 0 0,-1 1 0 0 0,1-1 0 0 0,0 1 0 0 0,-1-1 1 0 0,1 0-1 0 0,0 1 0 0 0,-1-1 0 0 0,1 1 0 0 0,0-1 0 0 0,0 0 0 0 0,-1 1 0 0 0,1-1 0 0 0,0 0 0 0 0,0 1 1 0 0,0-1-1 0 0,0-1 0 0 0,0 0 141 0 0,0 0 0 0 0,0 0 1 0 0,1 0-1 0 0,-1 1 0 0 0,1-1 0 0 0,-1 0 1 0 0,1 0-1 0 0,0 0 0 0 0,-1 0 1 0 0,1 0-1 0 0,0 1 0 0 0,0-1 0 0 0,0 0 1 0 0,1 1-1 0 0,-1-1 0 0 0,0 1 1 0 0,0-1-1 0 0,1 1 0 0 0,-1 0 0 0 0,1 0 1 0 0,-1-1-1 0 0,1 1 0 0 0,0 0 1 0 0,0 0-1 0 0,-1 0 0 0 0,1 1 1 0 0,3-2-1 0 0,5-1-240 0 0,0 0 1 0 0,1 1 0 0 0,-1 0 0 0 0,12 0-1 0 0,-2 0 474 0 0,58-7-206 0 0,148 4 0 0 0,-144 6-452 0 0,-71-1-296 0 0,-1 1 0 0 0,0 0 0 0 0,0 1 0 0 0,18 5 1 0 0,-23-6-304 0 0,0 1 0 0 0,1 0 1 0 0,-1 0-1 0 0,0 1 1 0 0,-1-1-1 0 0,1 1 1 0 0,0 0-1 0 0,7 7 1 0 0,-12-10 715 0 0,1 1 1 0 0,-1-1 0 0 0,0 1 0 0 0,1-1-1 0 0,-1 1 1 0 0,0-1 0 0 0,0 1 0 0 0,1-1-1 0 0,-1 1 1 0 0,0-1 0 0 0,0 1 0 0 0,0-1-1 0 0,1 1 1 0 0,-1-1 0 0 0,0 1 0 0 0,0 0-1 0 0,0-1 1 0 0,0 1 0 0 0,0-1 0 0 0,0 1-1 0 0,0-1 1 0 0,-1 1 0 0 0,1-1 0 0 0,0 1-1 0 0,0-1 1 0 0,0 1 0 0 0,-1 0 0 0 0,1-1-1 0 0,0 1 1 0 0,0-1 0 0 0,-1 0 0 0 0,1 1-1 0 0,-1 0 1 0 0,-24 18-3498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3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1201 0 0,'0'0'3428'0'0,"-5"0"-854"0"0,-16 0-920 0 0,16 0 774 0 0,10 0-1788 0 0,347 12 3242 0 0,-307-14-3637 0 0,11-1-2746 0 0,-51 3 1537 0 0,0 0 0 0 0,0 0 0 0 0,0 1 0 0 0,0 0 0 0 0,0 0 0 0 0,10 3 0 0 0,-15-4 833 0 0,0 1-1 0 0,1-1 1 0 0,-1 0-1 0 0,0 0 1 0 0,1 1-1 0 0,-1-1 1 0 0,0 0-1 0 0,1 1 1 0 0,-1-1-1 0 0,0 0 1 0 0,0 1-1 0 0,1-1 1 0 0,-1 0-1 0 0,0 1 1 0 0,0-1-1 0 0,0 1 1 0 0,0-1-1 0 0,0 0 1 0 0,1 1-1 0 0,-1-1 1 0 0,0 1-1 0 0,0-1 1 0 0,0 1-1 0 0,0-1 1 0 0,0 0-1 0 0,0 1 1 0 0,0 0-1 0 0,0 11-2829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2401 0 0,'-30'6'2081'0'0,"-1"-6"-1281"0"0,1 0-559 0 0,30 8-241 0 0,-30-8-161 0 0,30 6-79 0 0,-30-1-720 0 0,30 3-2081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2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66 2241 0 0,'-8'1'564'0'0,"-26"4"728"0"0,34-5-1229 0 0,-1 0-1 0 0,0 0 0 0 0,1 1 1 0 0,-1-1-1 0 0,0 0 1 0 0,1 0-1 0 0,-1 0 1 0 0,0-1-1 0 0,1 1 0 0 0,-1 0 1 0 0,0 0-1 0 0,1 0 1 0 0,-1 0-1 0 0,1-1 1 0 0,-1 1-1 0 0,0 0 0 0 0,1 0 1 0 0,-1-1-1 0 0,1 1 1 0 0,-1 0-1 0 0,1-1 1 0 0,-1 1-1 0 0,1-1 1 0 0,-1 1-1 0 0,1-1 0 0 0,-1 1 1 0 0,1-1-1 0 0,0 1 1 0 0,-1-1-1 0 0,1 1 1 0 0,0-1-1 0 0,-1 0 0 0 0,1 1 1 0 0,0-1-1 0 0,0 1 1 0 0,0-1-1 0 0,-1-1 1 0 0,-4 1 190 0 0,-15 1-13 0 0,-40 12 1828 0 0,55-11-1681 0 0,10-1-121 0 0,342 13 1255 0 0,135-33-614 0 0,-467 19-1510 0 0,-1-1 0 0 0,1 0 0 0 0,-1-1 0 0 0,19-7 0 0 0,-33 9 384 0 0,1 0 0 0 0,0 1 0 0 0,-1-1-1 0 0,1 0 1 0 0,-1 0 0 0 0,1 0 0 0 0,-1 0-1 0 0,0 0 1 0 0,1 0 0 0 0,-1 0 0 0 0,0 0-1 0 0,0 0 1 0 0,1 0 0 0 0,-1 0-1 0 0,0 0 1 0 0,0 0 0 0 0,0-1 0 0 0,0 1-1 0 0,-1 0 1 0 0,1 0 0 0 0,0 0 0 0 0,0 0-1 0 0,-1 0 1 0 0,1 0 0 0 0,0 0 0 0 0,-1 0-1 0 0,1 0 1 0 0,-1 0 0 0 0,1 1-1 0 0,-1-1 1 0 0,0-1 0 0 0,-25-12-1782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2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80 0 0,'-30'-6'5282'0'0,"30"20"-4321"0"0,30 16-1 0 0,30 41-79 0 0,1-1-401 0 0,-31-1-240 0 0,30-11 0 0 0,-30-7-160 0 0,31-6 0 0 0,-31-20-160 0 0,0-18-400 0 0,30-7-881 0 0,-60-13-3041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1761 0 0,'5'-1'2374'0'0,"16"-5"-146"0"0,31-2 6307 0 0,29 6-6747 0 0,7-1-1533 0 0,228-41-1162 0 0,-199 26-2689 0 0,-18 4-3906 0 0,-69 8 4487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4722 0 0,'-30'7'4642'0'0,"0"-1"-1920"0"0,60-12-1842 0 0,0 6 0 0 0,31 0-79 0 0,-7 0-81 0 0,157-7 160 0 0,31 14-800 0 0,-91-1-2241 0 0,-30-6-1920 0 0,-37-6-2402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1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176 320 1121 0 0,'1'-6'5798'0'0,"-1"5"-5741"0"0,0-1 1 0 0,0 1 0 0 0,0 0 0 0 0,1-1 0 0 0,-1 1-1 0 0,-1-1 1 0 0,1 1 0 0 0,0 0 0 0 0,0-1 0 0 0,0 1 0 0 0,-1 0-1 0 0,1-1 1 0 0,-1 1 0 0 0,1 0 0 0 0,-1-1 0 0 0,1 1-1 0 0,-1 0 1 0 0,-1-2 0 0 0,-18-7 63 0 0,17 9-90 0 0,0-1-1 0 0,0 1 0 0 0,0-1 0 0 0,0 0 0 0 0,1 1 0 0 0,-1-1 0 0 0,0 0 1 0 0,1-1-1 0 0,0 1 0 0 0,-1 0 0 0 0,1-1 0 0 0,0 1 0 0 0,0-1 0 0 0,-3-5 1 0 0,-8-17 288 0 0,1-1 0 0 0,-9-30 1 0 0,-8-17 576 0 0,26 58-508 0 0,3 14-346 0 0,1 0 0 0 0,-1 0 0 0 0,-1 0 0 0 0,1 0 0 0 0,0 0 0 0 0,0 0 0 0 0,0 1 0 0 0,0-1 0 0 0,0 0 0 0 0,-1 0 0 0 0,1 0 0 0 0,-1 0-1 0 0,1 0 1 0 0,0 0 0 0 0,-1 1 0 0 0,1-1 0 0 0,-1 0 0 0 0,0 0 0 0 0,0 0 0 0 0,-6-3 187 0 0,6 3-195 0 0,0 1 1 0 0,0 0 0 0 0,0-1-1 0 0,0 1 1 0 0,0-1 0 0 0,0 0 0 0 0,0 1-1 0 0,0-1 1 0 0,0 1 0 0 0,1-1-1 0 0,-1 0 1 0 0,0 0 0 0 0,0 0 0 0 0,1 1-1 0 0,-1-1 1 0 0,0 0 0 0 0,1 0-1 0 0,-1 0 1 0 0,1 0 0 0 0,-1 0 0 0 0,1 0-1 0 0,0 0 1 0 0,-1 0 0 0 0,1 0-1 0 0,0 0 1 0 0,0 0 0 0 0,0-2 0 0 0,7 7 579 0 0,-6-4-602 0 0,0 0 0 0 0,0 0 0 0 0,0 0 0 0 0,0 0 1 0 0,0 1-1 0 0,0-1 0 0 0,0 0 0 0 0,0 1 0 0 0,0-1 0 0 0,0 1 1 0 0,0-1-1 0 0,-1 1 0 0 0,1-1 0 0 0,0 1 0 0 0,0 0 1 0 0,0-1-1 0 0,-1 1 0 0 0,1 0 0 0 0,0 0 0 0 0,-1 0 0 0 0,1 0 1 0 0,0-1-1 0 0,-1 1 0 0 0,1 0 0 0 0,-1 0 0 0 0,0 0 1 0 0,1 0-1 0 0,-1 0 0 0 0,0 0 0 0 0,1 0 0 0 0,-1 0 0 0 0,0 0 1 0 0,0 1-1 0 0,0 0 0 0 0,0 2 4 0 0,0 0 0 0 0,0-1 0 0 0,0 1 0 0 0,1 0 0 0 0,-1 0 1 0 0,1-1-1 0 0,0 1 0 0 0,0 0 0 0 0,1-1 0 0 0,-1 1 0 0 0,1-1 0 0 0,-1 0 0 0 0,1 1 0 0 0,4 4 0 0 0,-4-5-4 0 0,0 4 18 0 0,0-1 0 0 0,-1 1 0 0 0,0-1 0 0 0,0 1 0 0 0,0 0 0 0 0,-1-1-1 0 0,0 1 1 0 0,0 0 0 0 0,-2 11 0 0 0,0 6 58 0 0,0 10-16 0 0,1-25-62 0 0,0 1-1 0 0,1-1 1 0 0,0 1 0 0 0,0-1 0 0 0,1 1 0 0 0,0-1 0 0 0,0 1 0 0 0,5 12-1 0 0,-3-15-15 0 0,1-1 0 0 0,-1 1 0 0 0,1-1 0 0 0,1-1 0 0 0,-1 1 0 0 0,1 0 0 0 0,0-1 0 0 0,0 0 0 0 0,0 0 0 0 0,12 8 0 0 0,19 0-11 0 0,0 0 0 0 0,0-3 1 0 0,58 10-1 0 0,-90-20-5 0 0,0 1-1 0 0,0-1 1 0 0,0 0 0 0 0,0 0 0 0 0,0 0-1 0 0,0-1 1 0 0,0 1 0 0 0,0-1-1 0 0,0 0 1 0 0,0 0 0 0 0,-1-1 0 0 0,1 1-1 0 0,0-1 1 0 0,0 1 0 0 0,-1-1-1 0 0,1-1 1 0 0,4-3 0 0 0,0 0-37 0 0,0-1 0 0 0,-1-1 0 0 0,0 1-1 0 0,8-11 1 0 0,-14 16 49 0 0,1-3 8 0 0,0 1 0 0 0,-1 0 0 0 0,0-1 1 0 0,0 1-1 0 0,0 0 0 0 0,0-1 0 0 0,-1 1 0 0 0,0-1 0 0 0,0 0 0 0 0,0 1 0 0 0,-1-1 0 0 0,0-5 1 0 0,0-9 12 0 0,1 17-6 0 0,0 1 0 0 0,-1-1 0 0 0,1 1 0 0 0,0-1 0 0 0,0 1 0 0 0,-1-1 0 0 0,1 1 0 0 0,-1-1 0 0 0,1 1 0 0 0,-1-1 0 0 0,1 1 0 0 0,-1 0 0 0 0,0-1 0 0 0,0 1 0 0 0,0 0 0 0 0,0 0 0 0 0,0-1 0 0 0,0 1 0 0 0,0 0 0 0 0,-2-1 0 0 0,2 1 0 0 0,-1-1 1 0 0,1 1-1 0 0,0 0 0 0 0,0 0 0 0 0,0-1 0 0 0,0 1 0 0 0,0 0 0 0 0,0-1 0 0 0,0 1 1 0 0,0-1-1 0 0,0 0 0 0 0,1 1 0 0 0,-1-1 0 0 0,1 0 0 0 0,-1 1 0 0 0,1-1 1 0 0,0 0-1 0 0,-1 1 0 0 0,1-1 0 0 0,0-3 0 0 0,0-6 8 0 0,12 46 390 0 0,1-1-152 0 0,-8-1-93 0 0,-1 0 0 0 0,-3 0-1 0 0,-3 62 1 0 0,0-15-15 0 0,2 1-117 0 0,-1-79-83 0 0,1 0 0 0 0,1 1 0 0 0,-1-1-1 0 0,0 0 1 0 0,0 1 0 0 0,1-1-1 0 0,0 0 1 0 0,-1 1 0 0 0,1-1-1 0 0,0 0 1 0 0,0 0 0 0 0,0 0-1 0 0,0 0 1 0 0,1 0 0 0 0,-1 0 0 0 0,0 0-1 0 0,1 0 1 0 0,0 0 0 0 0,-1-1-1 0 0,1 1 1 0 0,0-1 0 0 0,0 1-1 0 0,0-1 1 0 0,0 0 0 0 0,0 1 0 0 0,0-1-1 0 0,0 0 1 0 0,0 0 0 0 0,0-1-1 0 0,1 1 1 0 0,-1 0 0 0 0,0-1-1 0 0,1 1 1 0 0,-1-1 0 0 0,0 0 0 0 0,5 0-1 0 0,1 0-601 0 0,0 0 0 0 0,0 0 0 0 0,1-1 0 0 0,-1-1 0 0 0,0 1 0 0 0,0-1 0 0 0,0-1 0 0 0,0 1 0 0 0,7-5 0 0 0,21-17-2116 0 0,-6-3 241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2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0 1361 0 0,'18'10'1554'0'0,"-24"-1"-60"0"0,-11 6 380 0 0,-7 4-767 0 0,20-17-912 0 0,-1 1 0 0 0,1 0 0 0 0,1 0 0 0 0,-1 0 1 0 0,0 1-1 0 0,1-1 0 0 0,-7 9 0 0 0,6-7-41 0 0,-1 0-1 0 0,0-1 1 0 0,0 1 0 0 0,0-1-1 0 0,-12 6 1 0 0,12-6-43 0 0,-1-1 0 0 0,1 1 0 0 0,0 0 0 0 0,0 0-1 0 0,-8 9 1 0 0,2 7 295 0 0,10-17-337 0 0,0 0-1 0 0,-1-1 1 0 0,1 1-1 0 0,-1 0 1 0 0,0-1-1 0 0,1 1 0 0 0,-1-1 1 0 0,-1 1-1 0 0,1-1 1 0 0,0 0-1 0 0,-3 2 0 0 0,-12 7 334 0 0,15-9-323 0 0,-1-1-1 0 0,0 0 0 0 0,0 1 1 0 0,1 0-1 0 0,-1 0 0 0 0,1 0 0 0 0,-1 0 1 0 0,1 0-1 0 0,0 0 0 0 0,0 0 1 0 0,0 1-1 0 0,0-1 0 0 0,0 1 1 0 0,1 0-1 0 0,-1-1 0 0 0,1 1 0 0 0,0 0 1 0 0,-1 0-1 0 0,1 0 0 0 0,1 0 1 0 0,-1 0-1 0 0,0 0 0 0 0,0 4 0 0 0,1-4-34 0 0,0-1-1 0 0,0 1 1 0 0,-1-1-1 0 0,1 0 1 0 0,-1 1 0 0 0,1-1-1 0 0,-1 1 1 0 0,0-1-1 0 0,0 0 1 0 0,0 0-1 0 0,0 0 1 0 0,-1 1-1 0 0,1-1 1 0 0,0 0-1 0 0,-3 2 1 0 0,3-2-21 0 0,-1-1 0 0 0,1 1 0 0 0,-1 0 0 0 0,1 0 1 0 0,0 1-1 0 0,0-1 0 0 0,0 0 0 0 0,0 0 0 0 0,0 1 0 0 0,0-1 1 0 0,1 0-1 0 0,-1 1 0 0 0,1-1 0 0 0,-1 1 0 0 0,1 2 1 0 0,0-1 1 0 0,0-1 1 0 0,0 1-1 0 0,0 0 1 0 0,1-1 0 0 0,0 1-1 0 0,-1 0 1 0 0,1-1-1 0 0,1 1 1 0 0,-1-1 0 0 0,0 1-1 0 0,1-1 1 0 0,0 0-1 0 0,3 5 1 0 0,1-1-2 0 0,0 0 0 0 0,1-1 1 0 0,-1-1-1 0 0,13 9 0 0 0,-19-14-23 0 0,16 11-6 0 0,0-1-1 0 0,1-1 1 0 0,-1-1 0 0 0,1-1-1 0 0,1 0 1 0 0,0-1 0 0 0,0 0 0 0 0,0-2-1 0 0,0 0 1 0 0,1-1 0 0 0,33 0-1 0 0,-37-2 1 0 0,0-2 0 0 0,0 0 0 0 0,-1 0 0 0 0,1-1-1 0 0,-1-1 1 0 0,0-1 0 0 0,0 0 0 0 0,0-1 0 0 0,0 0-1 0 0,0-1 1 0 0,-1 0 0 0 0,0-1 0 0 0,-1-1-1 0 0,0 0 1 0 0,20-18 0 0 0,-28 23 8 0 0,-2-1 0 0 0,1 0 0 0 0,0 0 0 0 0,-1 0 0 0 0,0-1 1 0 0,0 1-1 0 0,0 0 0 0 0,0-1 0 0 0,-1 1 0 0 0,0-1 0 0 0,0 0 0 0 0,0 1 0 0 0,0-1 0 0 0,-1 0 0 0 0,0 0 0 0 0,0 0 0 0 0,0 1 0 0 0,0-1 1 0 0,-1 0-1 0 0,0 0 0 0 0,0 1 0 0 0,0-1 0 0 0,0 1 0 0 0,-1-1 0 0 0,-2-4 0 0 0,-1-4 7 0 0,-1 0 0 0 0,-1 1 0 0 0,1-1 0 0 0,-2 1 0 0 0,0 1 0 0 0,0 0 0 0 0,-20-20 0 0 0,20 25 8 0 0,0 0 0 0 0,0 0-1 0 0,0 1 1 0 0,-1 0 0 0 0,0 1 0 0 0,0 0-1 0 0,0 0 1 0 0,0 1 0 0 0,-1 1-1 0 0,1-1 1 0 0,-12 0 0 0 0,-8-4-17 0 0,29 7-33 0 0,0 0 0 0 0,1 0 0 0 0,-1 0 0 0 0,0 1 0 0 0,0-1 0 0 0,0 0 0 0 0,0 0 0 0 0,0 0 0 0 0,1 0 0 0 0,-1 0 0 0 0,0 0 0 0 0,0 1 0 0 0,0-1 0 0 0,0 0 0 0 0,0 0 0 0 0,0 0 0 0 0,0 0 0 0 0,0 1 0 0 0,0-1 0 0 0,0 0 0 0 0,0 0 0 0 0,0 0 1 0 0,0 1-1 0 0,0-1 0 0 0,0 0 0 0 0,0 0 0 0 0,0 0 0 0 0,0 0 0 0 0,0 1 0 0 0,0-1 0 0 0,0 0 0 0 0,0 0 0 0 0,0 0 0 0 0,0 0 0 0 0,0 1 0 0 0,0-1 0 0 0,0 0 0 0 0,0 0 0 0 0,0 0 0 0 0,-1 0 0 0 0,1 1 0 0 0,0-1 0 0 0,0 0 0 0 0,0 0 0 0 0,0 0 0 0 0,0 0 1 0 0,-1 0-1 0 0,71 13-4957 0 0,97 3 0 0 0,-77-15 2041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2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7 1361 0 0,'0'0'68'0'0,"1"0"0"0"0,-1 0 0 0 0,0-1 0 0 0,0 1 0 0 0,0 0 0 0 0,0 0 0 0 0,0 0 0 0 0,0 0 0 0 0,0 0 0 0 0,0-1 0 0 0,0 1 0 0 0,0 0 0 0 0,0 0 0 0 0,0 0 0 0 0,1 0 0 0 0,-1-1 0 0 0,0 1 0 0 0,0 0 0 0 0,0 0 0 0 0,0 0 0 0 0,0 0 0 0 0,-1-1 0 0 0,1 1 0 0 0,0 0 0 0 0,0 0 0 0 0,0 0 0 0 0,0 0 0 0 0,0-1 1 0 0,0 1-1 0 0,0 0 0 0 0,0 0 0 0 0,0 0 0 0 0,0 0 0 0 0,0 0 0 0 0,0-1 0 0 0,-1 1 0 0 0,1 0 0 0 0,0 0 0 0 0,0 0 0 0 0,0 0 0 0 0,0 0 0 0 0,0 0 0 0 0,0 0 0 0 0,-1 0 0 0 0,1 0 0 0 0,0-1 0 0 0,0 1 0 0 0,0 0 0 0 0,0 0 0 0 0,-1 0 0 0 0,1 0 0 0 0,0 0 0 0 0,0 0 0 0 0,0 0 0 0 0,0 0 0 0 0,-1 0 0 0 0,1 0 0 0 0,0 0 0 0 0,0 0 0 0 0,0 0 1 0 0,0 0-1 0 0,-1 0 0 0 0,1 0 0 0 0,0 1 0 0 0,0-1 0 0 0,0 0 0 0 0,0 0 0 0 0,0 0 0 0 0,-1 0 0 0 0,-21 1 294 0 0,-1 1 0 0 0,1 0 0 0 0,0 2 1 0 0,0 0-1 0 0,0 2 0 0 0,1 1 0 0 0,-1 0 1 0 0,2 1-1 0 0,-1 2 0 0 0,1 0 0 0 0,0 1 0 0 0,-20 15 1 0 0,36-22-284 0 0,1 0 1 0 0,-1 0 0 0 0,1 0 0 0 0,-1 1-1 0 0,1-1 1 0 0,-4 10 0 0 0,5-10 4 0 0,-1 1 1 0 0,1-1 0 0 0,-1 0 0 0 0,0 1-1 0 0,-1-1 1 0 0,1-1 0 0 0,0 1 0 0 0,-6 4-1 0 0,4-4 15 0 0,0 1 0 0 0,0-1 0 0 0,1 1 0 0 0,-1 0 0 0 0,-4 9 0 0 0,-18 17 201 0 0,24-29-269 0 0,0 1 1 0 0,1-1-1 0 0,-1 1 1 0 0,1 0-1 0 0,-1 0 1 0 0,1 0-1 0 0,0 0 1 0 0,1 0-1 0 0,-1 0 1 0 0,0 0-1 0 0,1 1 0 0 0,0-1 1 0 0,-1 1-1 0 0,1-1 1 0 0,1 1-1 0 0,-1-1 1 0 0,0 1-1 0 0,1-1 1 0 0,0 1-1 0 0,0 0 1 0 0,0-1-1 0 0,0 1 1 0 0,1 3-1 0 0,-1 4 14 0 0,0-9-31 0 0,0 0 0 0 0,1 0 1 0 0,-1-1-1 0 0,0 1 0 0 0,0 0 0 0 0,1 0 0 0 0,-1 0 0 0 0,1-1 0 0 0,0 1 0 0 0,-1 0 0 0 0,1-1 0 0 0,0 1 0 0 0,0-1 0 0 0,0 1 0 0 0,0-1 1 0 0,0 1-1 0 0,1-1 0 0 0,-1 1 0 0 0,2 0 0 0 0,7 10 91 0 0,-6-7-76 0 0,0-1 0 0 0,0 1 0 0 0,1 0 0 0 0,0-1 0 0 0,0 0 0 0 0,0 0 0 0 0,1-1 0 0 0,-1 1 0 0 0,12 4 0 0 0,0-1-6 0 0,0-1 0 0 0,0-1 0 0 0,23 5 0 0 0,-18-5-41 0 0,-1-2-1 0 0,0-1 1 0 0,1-1 0 0 0,-1 0-1 0 0,1-2 1 0 0,30-4 0 0 0,-36 2-18 0 0,1-1 1 0 0,-1 0 0 0 0,0-1 0 0 0,0-1 0 0 0,0-1 0 0 0,-1 0-1 0 0,0-1 1 0 0,-1-1 0 0 0,0 0 0 0 0,16-13 0 0 0,-28 21 32 0 0,0-1 1 0 0,-1 0-1 0 0,1 0 1 0 0,0 0-1 0 0,-1 0 1 0 0,1 0 0 0 0,-1 0-1 0 0,0 0 1 0 0,1 0-1 0 0,-1-1 1 0 0,0 1-1 0 0,0-1 1 0 0,-1 1-1 0 0,1 0 1 0 0,0-1-1 0 0,-1 1 1 0 0,1-4-1 0 0,-2 1-10 0 0,0-1 1 0 0,0 1-1 0 0,0 0 0 0 0,0 0 0 0 0,-1 0 0 0 0,-2-7 0 0 0,-2-4-12 0 0,3 9 28 0 0,0 1 1 0 0,0-1-1 0 0,-1 0 0 0 0,0 1 1 0 0,0 0-1 0 0,-1 0 1 0 0,1 0-1 0 0,-1 0 0 0 0,0 1 1 0 0,-1 0-1 0 0,-8-7 1 0 0,-1 2 19 0 0,0 0 0 0 0,-1 1 0 0 0,-33-14 0 0 0,41 21-46 0 0,-1 0 0 0 0,1 0-1 0 0,0 1 1 0 0,-1 0 0 0 0,1 1-1 0 0,-16 0 1 0 0,12 0-187 0 0,7 0-551 0 0,10 1-2307 0 0,86 11-4495 0 0,-36-11 5335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7 1361 0 0,'-2'-5'5330'0'0,"-9"4"-3595"0"0,-11 7-1690 0 0,-20 7 349 0 0,34-12-302 0 0,0 1 1 0 0,0 0-1 0 0,1 1 1 0 0,-1-1-1 0 0,1 2 0 0 0,0-1 1 0 0,-9 6-1 0 0,-44 27 1082 0 0,60-35-1169 0 0,-1-1 1 0 0,1 0-1 0 0,-1 0 0 0 0,1 1 0 0 0,0-1 0 0 0,-1 0 0 0 0,1 1 0 0 0,0-1 0 0 0,-1 0 1 0 0,1 1-1 0 0,0-1 0 0 0,-1 1 0 0 0,1-1 0 0 0,0 0 0 0 0,0 1 0 0 0,-1-1 1 0 0,1 1-1 0 0,0-1 0 0 0,0 1 0 0 0,0-1 0 0 0,0 1 0 0 0,0-1 0 0 0,0 1 0 0 0,0-1 1 0 0,0 1-1 0 0,0 0 0 0 0,-4 8 56 0 0,-3-5-8 0 0,6-4-44 0 0,0 1 0 0 0,0-1 0 0 0,0 0-1 0 0,0 1 1 0 0,0-1 0 0 0,0 1 0 0 0,0-1 0 0 0,0 1 0 0 0,1 0 0 0 0,-1-1 0 0 0,0 1 0 0 0,0 0 0 0 0,1 0 0 0 0,-1-1 0 0 0,0 1 0 0 0,1 0 0 0 0,-1 0-1 0 0,1 0 1 0 0,-1 0 0 0 0,1 0 0 0 0,-1 0 0 0 0,1 0 0 0 0,0 0 0 0 0,-1 0 0 0 0,1 0 0 0 0,0 1 0 0 0,0 0-2 0 0,0-1 0 0 0,0 0 0 0 0,-1 1 0 0 0,1-1 0 0 0,0 0-1 0 0,-1 0 1 0 0,1 1 0 0 0,-1-1 0 0 0,1 0 0 0 0,-1 0 0 0 0,1 0 0 0 0,-1 1 0 0 0,0-1 0 0 0,0 0 0 0 0,1 0 0 0 0,-1 0 0 0 0,0 0 0 0 0,0 0 0 0 0,0-1 0 0 0,-2 2 0 0 0,2-1 3 0 0,-1 0 0 0 0,1 1 0 0 0,0-1 0 0 0,0 0 1 0 0,0 0-1 0 0,0 1 0 0 0,0-1 0 0 0,0 0 0 0 0,0 1 1 0 0,0-1-1 0 0,0 1 0 0 0,1-1 0 0 0,-1 1 1 0 0,0-1-1 0 0,1 1 0 0 0,0 0 0 0 0,-1-1 0 0 0,1 1 1 0 0,0 0-1 0 0,0 3 0 0 0,-1-2 16 0 0,0 0-1 0 0,0 0 1 0 0,0 1 0 0 0,0-1-1 0 0,0 0 1 0 0,-1 0 0 0 0,1 0-1 0 0,-1 0 1 0 0,-3 4 0 0 0,3-5-17 0 0,1 0 1 0 0,-1 0-1 0 0,1 0 1 0 0,-1 0 0 0 0,1 0-1 0 0,0 0 1 0 0,-1 0-1 0 0,1 1 1 0 0,0-1-1 0 0,0 0 1 0 0,1 1-1 0 0,-1-1 1 0 0,1 1-1 0 0,-1-1 1 0 0,1 1 0 0 0,0-1-1 0 0,0 1 1 0 0,0 0-1 0 0,0-1 1 0 0,0 1-1 0 0,0-1 1 0 0,1 1-1 0 0,-1-1 1 0 0,1 1-1 0 0,0-1 1 0 0,0 0-1 0 0,0 1 1 0 0,1 2 0 0 0,7 5 23 0 0,-8-9-27 0 0,1 0 0 0 0,-1 1 0 0 0,1-1 0 0 0,-1 1 0 0 0,0-1 0 0 0,0 1 0 0 0,0 0 0 0 0,0-1 0 0 0,0 1 0 0 0,0 0 0 0 0,0 0 0 0 0,-1-1 0 0 0,1 1 0 0 0,-1 0-1 0 0,1 0 1 0 0,-1 0 0 0 0,0 0 0 0 0,1 3 0 0 0,-1-3-3 0 0,1 1-1 0 0,0 0 0 0 0,0-1 0 0 0,0 1 1 0 0,0-1-1 0 0,0 0 0 0 0,1 1 0 0 0,-1-1 1 0 0,1 0-1 0 0,0 0 0 0 0,-1 0 1 0 0,1 0-1 0 0,0 0 0 0 0,0 0 0 0 0,0 0 1 0 0,1-1-1 0 0,-1 1 0 0 0,0-1 0 0 0,1 1 1 0 0,-1-1-1 0 0,0 0 0 0 0,1 0 0 0 0,0 0 1 0 0,2 0-1 0 0,73 21 35 0 0,-49-16-88 0 0,0-2 0 0 0,-1 0 0 0 0,49-2 0 0 0,-65-2 29 0 0,1-1 0 0 0,-1 0 0 0 0,1-1 0 0 0,-1-1 0 0 0,0 0 1 0 0,0 0-1 0 0,0-1 0 0 0,0-1 0 0 0,-1 0 0 0 0,0-1 0 0 0,15-9 0 0 0,-21 13 6 0 0,-1-1 1 0 0,0 1 0 0 0,0-1 0 0 0,0 0-1 0 0,-1 0 1 0 0,1-1 0 0 0,-1 1-1 0 0,1-1 1 0 0,-1 1 0 0 0,0-1-1 0 0,-1 0 1 0 0,1 0 0 0 0,-1-1-1 0 0,0 1 1 0 0,1 0 0 0 0,-2-1-1 0 0,1 1 1 0 0,-1-1 0 0 0,1 0-1 0 0,-1 1 1 0 0,-1-1 0 0 0,1 0 0 0 0,-1 0-1 0 0,1 0 1 0 0,-1 1 0 0 0,-1-7-1 0 0,1 8 13 0 0,-1-1 0 0 0,1 0 0 0 0,-1 1 0 0 0,0-1-1 0 0,0 1 1 0 0,0 0 0 0 0,0-1 0 0 0,-1 1 0 0 0,1 0 0 0 0,-1 0-1 0 0,0 0 1 0 0,0 0 0 0 0,0 0 0 0 0,-4-5 0 0 0,-1 1-6 0 0,-1 0 0 0 0,1 1 0 0 0,-1-1 1 0 0,0 1-1 0 0,-10-4 0 0 0,-10-6-11 0 0,-2 3 0 0 0,-34-13 0 0 0,-26 1-153 0 0,85 24-14 0 0,10 0-2147 0 0,79-18-4189 0 0,-58 8 4455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1 560 0 0,'-176'25'8658'0'0,"116"-12"-8498"0"0,50-1 307 0 0,7-11-416 0 0,2-1-37 0 0,0 0 0 0 0,0 0 0 0 0,0 0 0 0 0,0 0-1 0 0,0 0 1 0 0,0 0 0 0 0,0 0 0 0 0,0 1 0 0 0,0-1 0 0 0,0 1 0 0 0,0-1 0 0 0,0 0 0 0 0,0 1 0 0 0,0-1 0 0 0,1 1 0 0 0,-1 0 0 0 0,0-1 0 0 0,0 1 0 0 0,1 0 0 0 0,-1-1 0 0 0,0 1 0 0 0,1 0 0 0 0,-1 0 0 0 0,0 1 0 0 0,0-1 5 0 0,0 0 1 0 0,1 0 0 0 0,-1 0-1 0 0,0 0 1 0 0,0-1 0 0 0,1 1 0 0 0,-1 0-1 0 0,0-1 1 0 0,0 1 0 0 0,0 0-1 0 0,0-1 1 0 0,0 1 0 0 0,0-1-1 0 0,0 1 1 0 0,0-1 0 0 0,0 0-1 0 0,0 1 1 0 0,-1-1 0 0 0,0 0 0 0 0,-3 2 66 0 0,3 2-28 0 0,1 0-1 0 0,-1 1 1 0 0,1-1 0 0 0,0 0-1 0 0,1 0 1 0 0,-1 1 0 0 0,1-1-1 0 0,0 0 1 0 0,0 1 0 0 0,0-1-1 0 0,2 9 1 0 0,-1 3 130 0 0,-2-4-99 0 0,1-9-75 0 0,-1 0 1 0 0,1 0-1 0 0,0 0 1 0 0,-1 0-1 0 0,1 0 1 0 0,1 0-1 0 0,-1 0 1 0 0,0 0-1 0 0,1 0 1 0 0,-1 0-1 0 0,1-1 1 0 0,0 1-1 0 0,0 0 1 0 0,0 0-1 0 0,0-1 1 0 0,1 1-1 0 0,-1 0 1 0 0,1-1-1 0 0,-1 1 1 0 0,1-1-1 0 0,0 0 1 0 0,0 0-1 0 0,0 0 1 0 0,0 0 0 0 0,1 0-1 0 0,4 3 1 0 0,19 15 83 0 0,-24-18-88 0 0,-1-1 0 0 0,1 1 0 0 0,-1-1 0 0 0,1 1 0 0 0,0-1 0 0 0,0 0 0 0 0,0 0 0 0 0,0 0 0 0 0,0 0 0 0 0,0 0 0 0 0,3 1 0 0 0,90 20 12 0 0,-83-19-28 0 0,1-1 1 0 0,-1 0 0 0 0,1-1-1 0 0,0 0 1 0 0,-1-1 0 0 0,19-2 0 0 0,-7 1-38 0 0,-17 0 38 0 0,84-8-300 0 0,-85 8 263 0 0,0 0-1 0 0,-1 0 0 0 0,1 0 0 0 0,0-1 0 0 0,-1 0 0 0 0,1 0 0 0 0,-1 0 0 0 0,0-1 0 0 0,0 0 0 0 0,0 0 0 0 0,0 0 0 0 0,8-7 1 0 0,10-8-126 0 0,-21 17 158 0 0,0 0 1 0 0,0 0-1 0 0,0 0 0 0 0,0 0 0 0 0,0-1 0 0 0,-1 1 0 0 0,1 0 0 0 0,0-1 1 0 0,-1 1-1 0 0,1-1 0 0 0,-1 1 0 0 0,0-1 0 0 0,1 0 0 0 0,-1 0 1 0 0,0 0-1 0 0,0 1 0 0 0,0-1 0 0 0,-1 0 0 0 0,1 0 0 0 0,0-1 0 0 0,-1 1 1 0 0,1 0-1 0 0,-1 0 0 0 0,1-4 0 0 0,-1 6 10 0 0,1-4-4 0 0,-1 1 1 0 0,0-1 0 0 0,1 1-1 0 0,-1-1 1 0 0,0 0 0 0 0,-1 1-1 0 0,1-1 1 0 0,-1 1 0 0 0,1-1-1 0 0,-1 1 1 0 0,0-1 0 0 0,0 1-1 0 0,-1 0 1 0 0,1-1 0 0 0,-1 1 0 0 0,0 0-1 0 0,0 0 1 0 0,0 0 0 0 0,0 0-1 0 0,0 0 1 0 0,0 1 0 0 0,-1-1-1 0 0,-4-4 1 0 0,-19-23 35 0 0,24 27-27 0 0,0 0-1 0 0,0 0 0 0 0,-1 0 1 0 0,1 0-1 0 0,-1 0 0 0 0,0 0 1 0 0,1 1-1 0 0,-1-1 0 0 0,0 1 1 0 0,-6-3-1 0 0,-71-33-4 0 0,75 33-27 0 0,5 4-133 0 0,26 2-3410 0 0,55-3 346 0 0,-78 2 3015 0 0,32-5-2205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4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0 160 0 0,'0'0'159'0'0,"0"1"0"0"0,1-1-1 0 0,-1 0 1 0 0,0 1 0 0 0,0-1 0 0 0,0 0 0 0 0,0 1-1 0 0,0-1 1 0 0,0 0 0 0 0,0 1 0 0 0,0-1 0 0 0,0 1 0 0 0,0-1-1 0 0,0 0 1 0 0,0 1 0 0 0,0-1 0 0 0,0 0 0 0 0,0 1-1 0 0,0-1 1 0 0,0 0 0 0 0,0 1 0 0 0,0-1 0 0 0,0 0-1 0 0,-1 1 1 0 0,1-1 0 0 0,0 0 0 0 0,0 1 0 0 0,0-1-1 0 0,-1 0 1 0 0,1 0 0 0 0,0 1 0 0 0,0-1 0 0 0,-1 0-1 0 0,1 0 1 0 0,0 1 0 0 0,-1-1 0 0 0,1 0 0 0 0,0 0-1 0 0,-1 0 1 0 0,1 0 0 0 0,-1 1 0 0 0,-115 31 2962 0 0,104-28-2816 0 0,-1 1-1 0 0,1 1 1 0 0,1 0 0 0 0,-1 1-1 0 0,-13 10 1 0 0,-5 14 895 0 0,28-27-1015 0 0,0 1 0 0 0,1 0-1 0 0,-1 0 1 0 0,2 0 0 0 0,-1 0-1 0 0,0 0 1 0 0,1 0-1 0 0,0 1 1 0 0,0-1 0 0 0,0 0-1 0 0,2 9 1 0 0,0 7 267 0 0,-1-16-399 0 0,0 1 0 0 0,1 0 1 0 0,-1-1-1 0 0,2 1 0 0 0,-1-1 0 0 0,0 0 0 0 0,1 0 0 0 0,0 0 1 0 0,0 0-1 0 0,1 0 0 0 0,-1 0 0 0 0,1-1 0 0 0,0 0 0 0 0,0 0 1 0 0,1 0-1 0 0,6 5 0 0 0,8 6 59 0 0,0-1 0 0 0,38 20 1 0 0,-13-11 36 0 0,87 33 0 0 0,-119-52-204 0 0,0 0 0 0 0,0 0 1 0 0,1-2-1 0 0,-1 1 0 0 0,1-2 0 0 0,0 1 1 0 0,-1-2-1 0 0,1 0 0 0 0,0 0 0 0 0,0-1 1 0 0,-1-1-1 0 0,24-5 0 0 0,-33 5 23 0 0,1 1-1 0 0,-1 0 1 0 0,0-1-1 0 0,0 0 0 0 0,1 1 1 0 0,-1-1-1 0 0,0-1 1 0 0,-1 1-1 0 0,1 0 1 0 0,0-1-1 0 0,-1 1 1 0 0,1-1-1 0 0,-1 0 1 0 0,0 0-1 0 0,0 0 0 0 0,0 0 1 0 0,0 0-1 0 0,2-5 1 0 0,-3 3-13 0 0,1-1 0 0 0,-1 0 0 0 0,0 1 0 0 0,0-1 0 0 0,0 0 0 0 0,-1 0 0 0 0,0 0 0 0 0,0 0 0 0 0,-1 0 0 0 0,-1-8 0 0 0,-1-1-9 0 0,-1 0-1 0 0,-1 0 1 0 0,0 1 0 0 0,-1 0 0 0 0,-1-1-1 0 0,0 2 1 0 0,-13-20 0 0 0,9 20 54 0 0,0 0 0 0 0,0 0 0 0 0,-1 2 0 0 0,-1-1 0 0 0,0 2 0 0 0,-1 0 1 0 0,0 0-1 0 0,-23-11 0 0 0,13 9 58 0 0,-1 1 1 0 0,0 1-1 0 0,-1 1 1 0 0,-34-6-1 0 0,25 9-31 0 0,31 7-302 0 0,1-1 0 0 0,-1 1 1 0 0,1 0-1 0 0,0 0 0 0 0,-1 0 0 0 0,1 1 0 0 0,0-1 1 0 0,0 1-1 0 0,0 0 0 0 0,0 0 0 0 0,0 0 0 0 0,0 0 1 0 0,0 0-1 0 0,-3 4 0 0 0,9-3-267 0 0,0 0 1 0 0,0 0-1 0 0,0-1 0 0 0,0 0 1 0 0,1 1-1 0 0,-1-1 0 0 0,0 0 1 0 0,1-1-1 0 0,0 1 0 0 0,-1 0 1 0 0,7 1-1 0 0,-5-2-28 0 0,25 13-2605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9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1361 0 0,'-30'0'5602'0'0,"6"0"-3441"0"0,48 0-400 0 0,-24 5-721 0 0,30 9-960 0 0,0-3-2000 0 0,30-5-1522 0 0,-29 2 241 0 0,-1-8 559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3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32 371 640 0 0,'0'0'7310'0'0,"-5"-1"-6403"0"0,-15-3-186 0 0,19 3-652 0 0,1 0 0 0 0,-1-1 0 0 0,0 1 0 0 0,1 0 0 0 0,-1-1 0 0 0,0 1 0 0 0,1-1 0 0 0,0 1 0 0 0,-1-1 0 0 0,1 1 0 0 0,0-1 0 0 0,0 1 0 0 0,0-1 0 0 0,0 1 0 0 0,0-1 0 0 0,0 1 0 0 0,0-1 1 0 0,0 1-1 0 0,1-2 0 0 0,-1 1 17 0 0,0 0-73 0 0,0-1 0 0 0,1 1 1 0 0,-1 0-1 0 0,1 0 0 0 0,-1-1 0 0 0,1 1 0 0 0,0 0 0 0 0,-1 0 1 0 0,1 0-1 0 0,0 0 0 0 0,0-1 0 0 0,1 2 0 0 0,-1-1 1 0 0,0 0-1 0 0,2-2 0 0 0,-1 2-10 0 0,0 0-1 0 0,-1 0 1 0 0,1-1 0 0 0,-1 1-1 0 0,1 0 1 0 0,-1-1 0 0 0,0 1-1 0 0,0-1 1 0 0,0 1 0 0 0,-1-1-1 0 0,1 0 1 0 0,0 1 0 0 0,-1-1-1 0 0,0 0 1 0 0,0-3 0 0 0,0-247 637 0 0,5 253-480 0 0,-3 0-116 0 0,-1-1-30 0 0,-1 1-1 0 0,1 0 1 0 0,0 0 0 0 0,0 0-1 0 0,0 0 1 0 0,0-1 0 0 0,-1 1-1 0 0,1 0 1 0 0,0 0 0 0 0,0 1-1 0 0,0-1 1 0 0,0 0-1 0 0,-1 0 1 0 0,1 0 0 0 0,0 0-1 0 0,0 1 1 0 0,0-1 0 0 0,-1 0-1 0 0,1 1 1 0 0,0-1-1 0 0,-1 1 1 0 0,1-1 0 0 0,0 1-1 0 0,-1-1 1 0 0,1 1 0 0 0,0-1-1 0 0,-1 1 1 0 0,1-1-1 0 0,-1 1 1 0 0,2 1 0 0 0,-2-1 3 0 0,0 1 0 0 0,0-1-1 0 0,0 0 1 0 0,1 0 0 0 0,-1 0 0 0 0,1 0 0 0 0,-1 1 0 0 0,1-1 0 0 0,-1 0 0 0 0,1 0 0 0 0,0 0 0 0 0,-1 0 0 0 0,1 0 0 0 0,0 0-1 0 0,0 0 1 0 0,0-1 0 0 0,-1 1 0 0 0,1 0 0 0 0,0 0 0 0 0,0-1 0 0 0,2 2 0 0 0,7 6 91 0 0,11 42 290 0 0,-20-46-375 0 0,1 1 0 0 0,-1 0 0 0 0,1 0 0 0 0,0-1 0 0 0,0 1 0 0 0,0-1 0 0 0,1 1 0 0 0,0-1 0 0 0,0 0 0 0 0,0 0 0 0 0,0 0 0 0 0,0-1 0 0 0,6 6 0 0 0,-7-8-16 0 0,0 0-1 0 0,0 1 0 0 0,0-1 0 0 0,0 1 1 0 0,-1 0-1 0 0,1-1 0 0 0,0 1 0 0 0,-1 0 1 0 0,1 0-1 0 0,-1 0 0 0 0,0 0 0 0 0,0 0 1 0 0,0 1-1 0 0,0-1 0 0 0,0 0 0 0 0,0 0 1 0 0,-1 1-1 0 0,1-1 0 0 0,-1 1 0 0 0,1-1 1 0 0,-1 0-1 0 0,0 5 0 0 0,7 33 10 0 0,1-18-15 0 0,-4-15 3 0 0,-1 0-1 0 0,-1 1 0 0 0,0 0 0 0 0,0-1 0 0 0,0 1 1 0 0,-1 0-1 0 0,1 13 0 0 0,-2 205 277 0 0,0-219-356 0 0,0 1 1 0 0,1-1-1 0 0,1 1 0 0 0,-1 0 0 0 0,1-1 0 0 0,0 0 1 0 0,1 0-1 0 0,0 1 0 0 0,0-1 0 0 0,0-1 0 0 0,1 1 1 0 0,6 7-1 0 0,11 24-1126 0 0,-21-36 1096 0 0,1 0 1 0 0,0 0 0 0 0,0-1 0 0 0,0 1 0 0 0,0 0 0 0 0,0-1 0 0 0,0 1 0 0 0,0 0 0 0 0,1-1 0 0 0,-1 1 0 0 0,0-1 0 0 0,1 0-1 0 0,0 1 1 0 0,-1-1 0 0 0,1 0 0 0 0,-1 0 0 0 0,1 0 0 0 0,0 0 0 0 0,0 0 0 0 0,0-1 0 0 0,0 1 0 0 0,-1-1 0 0 0,1 1 0 0 0,0-1 0 0 0,0 1-1 0 0,0-1 1 0 0,0 0 0 0 0,0 0 0 0 0,0 0 0 0 0,0 0 0 0 0,4-1 0 0 0,1 1-294 0 0,28-4-2923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4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47 1761 0 0,'23'-9'2959'0'0,"-11"8"1325"0"0,8 5-3857 0 0,-15-3 53 0 0,0-1-400 0 0,46 0 94 0 0,-46 0-94 0 0,0-1 0 0 0,10-1-69 0 0,-15 1 517 0 0,-25-9-27 0 0,14 7-475 0 0,1 1 0 0 0,-1 0-1 0 0,0 0 1 0 0,0 1 0 0 0,-15-1-1 0 0,-39-5 48 0 0,61 6-67 0 0,0-1 1 0 0,-1 1-1 0 0,1-1 0 0 0,0 1 0 0 0,-1 1 1 0 0,1-1-1 0 0,0 1 0 0 0,-1-1 1 0 0,1 1-1 0 0,-1 1 0 0 0,1-1 0 0 0,0 0 1 0 0,-1 1-1 0 0,-6 2 0 0 0,-3 1 7 0 0,-18 6 102 0 0,29-7-97 0 0,2-2-12 0 0,-1-1-1 0 0,1 1 1 0 0,-1-1-1 0 0,1 1 1 0 0,0-1 0 0 0,-1 1-1 0 0,1 0 1 0 0,0 0-1 0 0,0-1 1 0 0,-1 1 0 0 0,1 0-1 0 0,0 0 1 0 0,0 0-1 0 0,0 0 1 0 0,0 0 0 0 0,-1 2-1 0 0,-1 34 167 0 0,3-36-170 0 0,0 0 1 0 0,0 0 0 0 0,0 1-1 0 0,0-1 1 0 0,1 0-1 0 0,-1 0 1 0 0,0 0-1 0 0,1 1 1 0 0,-1-1 0 0 0,1 0-1 0 0,0 0 1 0 0,-1 0-1 0 0,1 0 1 0 0,0 0 0 0 0,-1 0-1 0 0,1 0 1 0 0,0 0-1 0 0,0 0 1 0 0,0 0-1 0 0,0 0 1 0 0,0-1 0 0 0,0 1-1 0 0,1 0 1 0 0,-1 0 0 0 0,0 0 1 0 0,0-1-1 0 0,0 1 1 0 0,0 0-1 0 0,0-1 1 0 0,0 1-1 0 0,0 0 1 0 0,0 0 0 0 0,-1 0-1 0 0,1 0 1 0 0,0 0-1 0 0,-1 0 1 0 0,1 0-1 0 0,-1 0 1 0 0,1 0-1 0 0,-1 0 1 0 0,1 1-1 0 0,-1-1 1 0 0,0 0-1 0 0,1 0 1 0 0,-1 0 0 0 0,0 0-1 0 0,0 2 1 0 0,1-1-1 0 0,0-1 1 0 0,0 1-1 0 0,0-1 1 0 0,0 1-1 0 0,0-1 1 0 0,1 1-1 0 0,-1-1 0 0 0,0 0 1 0 0,1 0-1 0 0,-1 1 1 0 0,1-1-1 0 0,-1 0 1 0 0,1 0-1 0 0,0-1 1 0 0,-1 1-1 0 0,1 0 1 0 0,0 0-1 0 0,0-1 1 0 0,-1 1-1 0 0,1-1 1 0 0,0 0-1 0 0,2 1 1 0 0,15 6-18 0 0,-8 2 28 0 0,0 0-1 0 0,0-1 0 0 0,0 0 1 0 0,1-1-1 0 0,22 10 0 0 0,0-4 49 0 0,-12-5-40 0 0,0 0 0 0 0,0 2-1 0 0,-1 0 1 0 0,26 19 0 0 0,-43-27 0 0 0,-1 0 0 0 0,0 0 1 0 0,0 1-1 0 0,0 0 0 0 0,0-1 1 0 0,0 1-1 0 0,0 0 0 0 0,-1 0 1 0 0,1 1-1 0 0,-1-1 0 0 0,0 0 1 0 0,0 1-1 0 0,0-1 0 0 0,0 1 1 0 0,-1 0-1 0 0,0 0 0 0 0,0 0 1 0 0,0-1-1 0 0,0 1 0 0 0,0 0 0 0 0,-1 0 1 0 0,1 0-1 0 0,-1 0 0 0 0,0 0 1 0 0,-1 0-1 0 0,1 0 0 0 0,-1 0 1 0 0,1 0-1 0 0,-1 0 0 0 0,0 0 1 0 0,-1 0-1 0 0,-1 3 0 0 0,0-2 17 0 0,0 0-1 0 0,-1 0 1 0 0,1-1-1 0 0,-1 0 1 0 0,0 0-1 0 0,0 0 0 0 0,-1 0 1 0 0,1 0-1 0 0,-1-1 1 0 0,0 0-1 0 0,0 0 0 0 0,0 0 1 0 0,0-1-1 0 0,-6 3 1 0 0,-34 20 158 0 0,-13 12-125 0 0,55-35-139 0 0,-1 0 0 0 0,0 0 0 0 0,0-1 0 0 0,0 1 0 0 0,0-1 0 0 0,0 0-1 0 0,0 0 1 0 0,0 0 0 0 0,0-1 0 0 0,0 1 0 0 0,-1-1 0 0 0,-5-1 0 0 0,11-1-127 0 0,0 1 1 0 0,1-1-1 0 0,-1 0 1 0 0,1 1 0 0 0,0-1-1 0 0,-1 1 1 0 0,1-1-1 0 0,0 1 1 0 0,4-3 0 0 0,-5 4 149 0 0,-1-1 0 0 0,1 1 0 0 0,-1-1 1 0 0,1 0-1 0 0,-1 1 0 0 0,1-1 1 0 0,-1 0-1 0 0,1 0 0 0 0,-1 0 0 0 0,0 1 1 0 0,0-1-1 0 0,1 0 0 0 0,-1 0 0 0 0,0 0 1 0 0,0 1-1 0 0,0-1 0 0 0,0 0 1 0 0,0 0-1 0 0,0-2 0 0 0,4-12-482 0 0,32-22-1351 0 0,-27 29 1097 0 0,0 0 1 0 0,-1 0-1 0 0,0-1 0 0 0,8-12 0 0 0,14-33-2742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80 0 0,'8'2'740'0'0,"14"2"2255"0"0,-23 3 678 0 0,2-7-3605 0 0,-1 1 0 0 0,0 0 0 0 0,0-1 0 0 0,0 1 0 0 0,0 0 0 0 0,0-1 0 0 0,0 1 0 0 0,0 0 0 0 0,0-1 0 0 0,0 1 0 0 0,0 0 0 0 0,0 0 0 0 0,0-1 0 0 0,0 1 0 0 0,0 0 0 0 0,-1-1 0 0 0,1 1 0 0 0,0 0 0 0 0,0-1 0 0 0,-1 1 0 0 0,1-1 0 0 0,-1 1 0 0 0,1-1 0 0 0,0 1 0 0 0,-1 0 0 0 0,0 0 0 0 0,-85 32 1333 0 0,36-8-790 0 0,34-18-384 0 0,0 1 0 0 0,1 1 1 0 0,0 0-1 0 0,-19 15 0 0 0,22-14 48 0 0,10-9-255 0 0,0 0 1 0 0,1 0 0 0 0,-1 0-1 0 0,1 0 1 0 0,-1 0 0 0 0,1 0-1 0 0,0 0 1 0 0,0 1 0 0 0,-1-1-1 0 0,1 1 1 0 0,0-1 0 0 0,0 1-1 0 0,0-1 1 0 0,0 1 0 0 0,1-1-1 0 0,-1 1 1 0 0,0 0 0 0 0,0 2-1 0 0,1-3-10 0 0,0 0 0 0 0,0-1 0 0 0,0 1 0 0 0,0 0-1 0 0,0 0 1 0 0,0-1 0 0 0,1 1 0 0 0,-1 0-1 0 0,0 0 1 0 0,0-1 0 0 0,1 1 0 0 0,-1 0 0 0 0,0-1-1 0 0,1 1 1 0 0,-1 0 0 0 0,1-1 0 0 0,-1 1 0 0 0,1-1-1 0 0,-1 1 1 0 0,1 0 0 0 0,-1-1 0 0 0,1 1 0 0 0,0-1-1 0 0,-1 0 1 0 0,1 1 0 0 0,0-1 0 0 0,-1 0-1 0 0,1 1 1 0 0,0-1 0 0 0,0 0 0 0 0,1 1 0 0 0,-2-1-6 0 0,1 0 1 0 0,0 0 0 0 0,0 1 0 0 0,0-1 0 0 0,-1 0-1 0 0,1 1 1 0 0,0-1 0 0 0,0 1 0 0 0,-1-1 0 0 0,1 1-1 0 0,0-1 1 0 0,-1 1 0 0 0,1-1 0 0 0,-1 1 0 0 0,1 0-1 0 0,0-1 1 0 0,-1 1 0 0 0,0 0 0 0 0,1-1 0 0 0,-1 1-1 0 0,1 0 1 0 0,-1 0 0 0 0,0-1 0 0 0,1 1 0 0 0,-1 0-1 0 0,0 0 1 0 0,0 0 0 0 0,0 0 0 0 0,0-1 0 0 0,0 1-1 0 0,0 2 1 0 0,1-1 3 0 0,-1 0 0 0 0,1 0 0 0 0,0 0-1 0 0,0-1 1 0 0,0 1 0 0 0,0 0 0 0 0,0 0-1 0 0,0-1 1 0 0,0 1 0 0 0,1 0 0 0 0,-1-1 0 0 0,0 1-1 0 0,1-1 1 0 0,-1 0 0 0 0,1 1 0 0 0,0-1 0 0 0,-1 0-1 0 0,1 0 1 0 0,0 0 0 0 0,0 0 0 0 0,0-1-1 0 0,3 2 1 0 0,57 19 67 0 0,3-4-97 0 0,2-4 1 0 0,0-2 0 0 0,0-3-1 0 0,104-1 1 0 0,-162-7 3 0 0,47-6-123 0 0,-55 6 133 0 0,1 0 0 0 0,-1-1 1 0 0,1 1-1 0 0,-1 0 0 0 0,0-1 0 0 0,1 0 0 0 0,-1 1 1 0 0,0-1-1 0 0,1 0 0 0 0,-1 1 0 0 0,0-1 1 0 0,0 0-1 0 0,1 0 0 0 0,-1 0 0 0 0,0 0 0 0 0,0 0 1 0 0,0 0-1 0 0,0 0 0 0 0,-1-1 0 0 0,1 1 1 0 0,0 0-1 0 0,0 0 0 0 0,-1-1 0 0 0,1 1 0 0 0,-1 0 1 0 0,1-1-1 0 0,-1 1 0 0 0,0-1 0 0 0,1 1 1 0 0,-1-2-1 0 0,0-3-8 0 0,0 1 1 0 0,0 0-1 0 0,0 0 1 0 0,-1-1 0 0 0,0 1-1 0 0,0 0 1 0 0,-1 0-1 0 0,1 0 1 0 0,-1 0-1 0 0,0 0 1 0 0,0 0-1 0 0,-1 1 1 0 0,1-1 0 0 0,-1 1-1 0 0,0-1 1 0 0,0 1-1 0 0,-1 0 1 0 0,-6-6-1 0 0,-29-32 3 0 0,-83-67 0 0 0,117 105-38 0 0,0-1 0 0 0,0 1 1 0 0,0 0-1 0 0,0 0 0 0 0,-1 1 0 0 0,0 0 1 0 0,1 0-1 0 0,-1 0 0 0 0,0 0 1 0 0,-1 1-1 0 0,1 0 0 0 0,0 1 1 0 0,-1-1-1 0 0,1 1 0 0 0,-1 0 1 0 0,1 1-1 0 0,-1-1 0 0 0,1 1 1 0 0,-1 1-1 0 0,1-1 0 0 0,-1 1 0 0 0,1 0 1 0 0,-1 1-1 0 0,-8 3 0 0 0,14-5 9 0 0,1-1-1 0 0,0 1 0 0 0,-1 0 0 0 0,1 0 0 0 0,-1 0 0 0 0,1 0 1 0 0,0 0-1 0 0,-1 0 0 0 0,1 0 0 0 0,-1 0 0 0 0,1 0 0 0 0,0 0 1 0 0,-1 0-1 0 0,1 0 0 0 0,-1 1 0 0 0,1-1 0 0 0,0 0 1 0 0,-1 0-1 0 0,1 0 0 0 0,-1 0 0 0 0,1 1 0 0 0,0-1 0 0 0,-1 0 1 0 0,1 0-1 0 0,0 1 0 0 0,0-1 0 0 0,-1 0 0 0 0,1 1 0 0 0,0-1 1 0 0,0 0-1 0 0,-1 1 0 0 0,1-1 0 0 0,0 0 0 0 0,0 1 1 0 0,0-1-1 0 0,-1 1 0 0 0,1-1 0 0 0,19 6-4510 0 0,10 1 1222 0 0,1 5 1157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6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6 1201 0 0,'26'-5'5375'0'0,"-47"6"-4729"0"0,1 1 0 0 0,0 1 0 0 0,0 1-1 0 0,-20 6 1 0 0,30-7-571 0 0,1 0 0 0 0,-1 0 1 0 0,1 1-1 0 0,0 0 0 0 0,0 0 0 0 0,0 1 0 0 0,1 1 0 0 0,-1-1 0 0 0,1 1 0 0 0,-13 13 1 0 0,19-14-33 0 0,1-1 1 0 0,-1 1-1 0 0,1 0 1 0 0,0 0 0 0 0,1 0-1 0 0,-1-1 1 0 0,1 1 0 0 0,0 0-1 0 0,0 0 1 0 0,0 0-1 0 0,2 7 1 0 0,-1 6 73 0 0,-1-16-110 0 0,0-1 0 0 0,0 1 0 0 0,0 0 0 0 0,1 0 0 0 0,-1 0 0 0 0,1-1 0 0 0,-1 1 0 0 0,1 0 0 0 0,-1 0-1 0 0,1-1 1 0 0,0 1 0 0 0,0 0 0 0 0,0-1 0 0 0,0 1 0 0 0,0-1 0 0 0,0 0 0 0 0,0 1 0 0 0,3 1 0 0 0,6 9 34 0 0,0 4 10 0 0,-9-13-48 0 0,0-1 0 0 0,0 1 1 0 0,1-1-1 0 0,-1 0 0 0 0,1 0 1 0 0,0 0-1 0 0,0 0 0 0 0,-1 0 0 0 0,1 0 1 0 0,1 0-1 0 0,-1-1 0 0 0,3 3 1 0 0,25 15 55 0 0,4 4 17 0 0,2-1 0 0 0,1-1 0 0 0,1-2 1 0 0,59 21-1 0 0,-44-26-45 0 0,1-2 0 0 0,76 6 0 0 0,-99-15-124 0 0,0-2-1 0 0,0-1 1 0 0,52-8 0 0 0,-80 8 71 0 0,0-1 0 0 0,0 1 1 0 0,0-1-1 0 0,0 0 1 0 0,0 0-1 0 0,0-1 0 0 0,0 1 1 0 0,0 0-1 0 0,0-1 0 0 0,-1 0 1 0 0,1 0-1 0 0,-1 0 1 0 0,1 0-1 0 0,-1 0 0 0 0,0 0 1 0 0,1 0-1 0 0,-1-1 0 0 0,-1 1 1 0 0,1-1-1 0 0,0 0 1 0 0,0 0-1 0 0,-1 1 0 0 0,0-1 1 0 0,1 0-1 0 0,-1 0 0 0 0,0 0 1 0 0,-1 0-1 0 0,1 0 1 0 0,0-1-1 0 0,-1 1 0 0 0,0 0 1 0 0,0 0-1 0 0,0 0 0 0 0,0-4 1 0 0,-1-3-17 0 0,0 0 0 0 0,0 1 0 0 0,-1-1 0 0 0,-1 1 0 0 0,1-1 0 0 0,-2 1 0 0 0,1 0 1 0 0,-1 0-1 0 0,0 1 0 0 0,-10-15 0 0 0,-8-4 41 0 0,-1 1 0 0 0,-2 1 0 0 0,0 1 0 0 0,-2 1 0 0 0,0 2 0 0 0,-1 0 0 0 0,-2 2 0 0 0,-45-22-1 0 0,69 38 27 0 0,0 1-1 0 0,0 0 0 0 0,0 0 1 0 0,0 1-1 0 0,0-1 0 0 0,0 1 0 0 0,-1 1 1 0 0,1-1-1 0 0,0 1 0 0 0,-1 0 1 0 0,1 1-1 0 0,-8 1 0 0 0,7-2 5 0 0,-26 6 72 0 0,39-2-188 0 0,-5-3 34 0 0,1-1 45 0 0,66 25-1387 0 0,8-9-3857 0 0,-46-15 2807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6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88 720 0 0,'0'0'1895'0'0,"-5"-1"-135"0"0,-25-1-786 0 0,-1 0 0 0 0,1 3 0 0 0,0 0-1 0 0,0 2 1 0 0,-51 11 0 0 0,74-12-845 0 0,-1 0 0 0 0,0 0 0 0 0,1 1 1 0 0,-1 0-1 0 0,1 1 0 0 0,-11 6 0 0 0,15-9-87 0 0,1 1 0 0 0,0 0 0 0 0,0-1 0 0 0,-1 1 0 0 0,1 0 0 0 0,1 0 1 0 0,-1 0-1 0 0,0 0 0 0 0,0 0 0 0 0,1 1 0 0 0,-1-1 0 0 0,1 0 0 0 0,0 1 0 0 0,0-1 0 0 0,0 1 0 0 0,0 0 0 0 0,0-1 0 0 0,0 1 0 0 0,1 0 0 0 0,-1 4 0 0 0,1-4 3 0 0,-1-1 0 0 0,1 1-1 0 0,0 0 1 0 0,-1 0-1 0 0,0 0 1 0 0,0 0-1 0 0,0-1 1 0 0,0 1-1 0 0,0 0 1 0 0,0-1-1 0 0,-1 1 1 0 0,1-1-1 0 0,-1 1 1 0 0,-2 1-1 0 0,-4 9 182 0 0,7-11-200 0 0,1-1 0 0 0,-1 1 0 0 0,1-1 0 0 0,0 1-1 0 0,-1-1 1 0 0,1 1 0 0 0,0 0 0 0 0,0-1 0 0 0,0 1 0 0 0,0-1-1 0 0,1 1 1 0 0,-1 0 0 0 0,0-1 0 0 0,1 1 0 0 0,-1-1 0 0 0,1 1-1 0 0,-1-1 1 0 0,1 1 0 0 0,0-1 0 0 0,0 1 0 0 0,-1-1 0 0 0,1 0-1 0 0,0 1 1 0 0,0-1 0 0 0,0 0 0 0 0,1 0 0 0 0,-1 0 0 0 0,0 0 0 0 0,0 0-1 0 0,1 0 1 0 0,1 1 0 0 0,5 6 68 0 0,-5-5-70 0 0,5 8 28 0 0,1-1 1 0 0,0 0-1 0 0,1 0 1 0 0,0-1-1 0 0,1-1 0 0 0,0 0 1 0 0,0 0-1 0 0,0-1 1 0 0,1 0-1 0 0,0-1 1 0 0,22 7-1 0 0,-7-5-62 0 0,1-1 0 0 0,0-2 0 0 0,0 0 0 0 0,1-2 0 0 0,-1-1 0 0 0,1-2 0 0 0,35-3 0 0 0,-61 3-6 0 0,0-1 0 0 0,0 1 0 0 0,-1-1 0 0 0,1 1 0 0 0,0-1 0 0 0,-1 0 0 0 0,1 0 0 0 0,-1 0 0 0 0,1 0 0 0 0,-1 0 0 0 0,1-1 0 0 0,-1 1 0 0 0,0-1 0 0 0,0 0 0 0 0,1 1 0 0 0,-1-1 0 0 0,-1 0 0 0 0,1 0 0 0 0,3-4 0 0 0,-5 4 6 0 0,1 0 0 0 0,0-1-1 0 0,0 1 1 0 0,-1-1 0 0 0,0 1 0 0 0,1-1 0 0 0,-1 1-1 0 0,0-1 1 0 0,0 0 0 0 0,0 1 0 0 0,-1-1 0 0 0,1 1 0 0 0,0-1-1 0 0,-1 1 1 0 0,0 0 0 0 0,0-1 0 0 0,-1-2 0 0 0,-7-13-24 0 0,0 2 0 0 0,-1-1 1 0 0,-1 1-1 0 0,-21-24 0 0 0,28 35 26 0 0,-16-19 36 0 0,-1 1 0 0 0,-1 1 0 0 0,0 1 0 0 0,-2 1 0 0 0,-1 1 0 0 0,0 1 0 0 0,-1 2 0 0 0,-1 0 0 0 0,-32-13 0 0 0,43 21 11 0 0,10 5-27 0 0,0 0 0 0 0,0 0 0 0 0,0 0 0 0 0,0 1 0 0 0,0 0 0 0 0,-1 0 0 0 0,1 1 0 0 0,-9-1 0 0 0,35 12-159 0 0,0-2-637 0 0,1-1-1 0 0,0 0 1 0 0,0-2 0 0 0,29 3-1 0 0,13 4-1923 0 0,78 18-2974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5:5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447 196 1361 0 0,'-5'-1'2334'0'0,"-41"-2"1796"0"0,-43 11-2175 0 0,29-1-1050 0 0,40-6-569 0 0,0 2 0 0 0,0 1 0 0 0,1 0 1 0 0,-28 10-1 0 0,44-13-209 0 0,0 1 1 0 0,0-1-1 0 0,0 1 1 0 0,-1-1 0 0 0,2 1-1 0 0,-1 0 1 0 0,0 0-1 0 0,-4 4 1 0 0,-22 13 991 0 0,25-17-1013 0 0,-1-1 0 0 0,1 1 0 0 0,0 0 0 0 0,0 0 0 0 0,0 0-1 0 0,1 1 1 0 0,-1-1 0 0 0,0 1 0 0 0,1 0 0 0 0,0 0 0 0 0,-5 5-1 0 0,7-4-15 0 0,-1 0 0 0 0,0 0 0 0 0,1 0 0 0 0,0 0-1 0 0,-1 0 1 0 0,2 0 0 0 0,-1 1 0 0 0,0-1 0 0 0,1 0-1 0 0,0 1 1 0 0,1 5 0 0 0,-1-7-54 0 0,0-1 0 0 0,1 1 0 0 0,-1-1 0 0 0,1 0 0 0 0,0 1 1 0 0,0-1-1 0 0,0 0 0 0 0,0 0 0 0 0,0 1 0 0 0,0-1 0 0 0,0 0 0 0 0,1 0 0 0 0,-1 0 0 0 0,1-1 0 0 0,0 1 0 0 0,-1 0 0 0 0,1-1 0 0 0,0 1 0 0 0,0-1 0 0 0,4 3 1 0 0,49 23 101 0 0,-44-22-100 0 0,52 21 13 0 0,0-3-1 0 0,130 29 1 0 0,-166-47-149 0 0,0-1 1 0 0,1-1-1 0 0,0-1 1 0 0,-1-2-1 0 0,1-1 1 0 0,0-1-1 0 0,-1-1 1 0 0,1-1-1 0 0,-1-2 1 0 0,32-11-1 0 0,-8-7-88 0 0,-50 23 179 0 0,0 0 0 0 0,0 0 1 0 0,0 0-1 0 0,0 0 0 0 0,0 0 0 0 0,0-1 1 0 0,-1 1-1 0 0,1 0 0 0 0,0-1 1 0 0,0 1-1 0 0,-1 0 0 0 0,1-1 1 0 0,-1 1-1 0 0,0-1 0 0 0,1 1 0 0 0,-1-1 1 0 0,0 1-1 0 0,0-1 0 0 0,0 1 1 0 0,0-1-1 0 0,0 1 0 0 0,0-4 1 0 0,-12-34-14 0 0,0 17 37 0 0,0 0 0 0 0,-1 1 0 0 0,-1 0 0 0 0,-1 1 0 0 0,-1 1 0 0 0,-1 0 0 0 0,0 1 0 0 0,-1 1 0 0 0,-1 1 0 0 0,-30-20 0 0 0,-97-40 404 0 0,92 50-175 0 0,-93-41 796 0 0,108 51-857 0 0,35 15-234 0 0,-1 0-1 0 0,1 0 0 0 0,0 0 0 0 0,-1 0 1 0 0,1 1-1 0 0,0 0 0 0 0,-1-1 0 0 0,1 2 1 0 0,-1-1-1 0 0,-6 2 0 0 0,10-2-103 0 0,0 1-1 0 0,1-1 0 0 0,-1 1 1 0 0,1-1-1 0 0,-1 1 0 0 0,1 0 1 0 0,0-1-1 0 0,-1 1 0 0 0,1-1 1 0 0,0 1-1 0 0,-1 0 0 0 0,1-1 1 0 0,0 1-1 0 0,0 0 0 0 0,-1 0 1 0 0,1-1-1 0 0,0 1 0 0 0,0 0 1 0 0,0-1-1 0 0,0 1 0 0 0,0 0 1 0 0,0 0-1 0 0,0-1 0 0 0,0 1 1 0 0,0 0-1 0 0,1 0 0 0 0,-1 1 1 0 0,1-1-534 0 0,-2 9-866 0 0,1-7 986 0 0,-1 0 1 0 0,1 1 0 0 0,0-1-1 0 0,0 0 1 0 0,1 0-1 0 0,-1 0 1 0 0,1 0 0 0 0,-1 0-1 0 0,1 0 1 0 0,0 1-1 0 0,2 2 1 0 0,22 19-4183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1441 0 0,'30'0'1841'0'0,"0"0"-401"0"0,0-6 1 0 0,-30-1-3282 0 0,0 1 160 0 0,31 0-80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16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30 560 0 0,'0'0'1814'0'0,"5"0"-133"0"0,12 0 2371 0 0,-39 0-2381 0 0,27 0-1444 0 0,12 0 202 0 0,0-1-159 0 0,0 1-1 0 0,0 1 0 0 0,26 5 1 0 0,-37-4-248 0 0,1-1 0 0 0,0 0 0 0 0,0 0 1 0 0,-1-1-1 0 0,1 0 0 0 0,0 0 0 0 0,9-2 0 0 0,16 0 54 0 0,234 8 565 0 0,-120-12-388 0 0,-146 6-249 0 0,1 0 1 0 0,-1 0-1 0 0,0-1 1 0 0,1 1-1 0 0,-1 0 0 0 0,0-1 1 0 0,1 1-1 0 0,-1 0 0 0 0,0-1 1 0 0,1 1-1 0 0,-1 0 0 0 0,0-1 1 0 0,0 1-1 0 0,1-1 0 0 0,-1 1 1 0 0,0-1-1 0 0,0 1 1 0 0,0-1-1 0 0,0 1 0 0 0,1 0 1 0 0,-1-1-1 0 0,0 1 0 0 0,0-1 1 0 0,0 1-1 0 0,0-1 0 0 0,0 1 1 0 0,0-1-1 0 0,0 1 0 0 0,0-1 1 0 0,-1 1-1 0 0,1-1 1 0 0,0 1-1 0 0,0-1 0 0 0,0 1 1 0 0,0 0-1 0 0,-1-1 0 0 0,1 1 1 0 0,0-1-1 0 0,0 1 0 0 0,-1 0 1 0 0,1-1-1 0 0,0 1 0 0 0,-1 0 1 0 0,1-1-1 0 0,0 1 0 0 0,-1 0 1 0 0,1-1-1 0 0,-1 1 1 0 0,-13-4 171 0 0,1 0 0 0 0,-1 1 0 0 0,0 0 0 0 0,0 2 0 0 0,-27-1 0 0 0,-81 7 942 0 0,90-1-834 0 0,-1 2 0 0 0,1 1 0 0 0,0 1 0 0 0,1 2 0 0 0,0 2 0 0 0,-48 24-1 0 0,75-35-276 0 0,0 1 0 0 0,0 0 0 0 0,1 0 0 0 0,-1 1 0 0 0,1-1 0 0 0,0 1 0 0 0,0-1 0 0 0,0 1 0 0 0,0 0 0 0 0,0 0 0 0 0,0 1 0 0 0,1-1 0 0 0,-1 0 0 0 0,1 1 0 0 0,0 0-1 0 0,-2 5 1 0 0,1 2 42 0 0,1 0 0 0 0,1-1 0 0 0,0 1 0 0 0,0 0 0 0 0,1 15 0 0 0,0-25-47 0 0,1 4 8 0 0,-1-1 1 0 0,1 1-1 0 0,0 0 0 0 0,0 0 0 0 0,0-1 1 0 0,1 1-1 0 0,0 0 0 0 0,0-1 1 0 0,0 0-1 0 0,0 1 0 0 0,1-1 0 0 0,-1 0 1 0 0,1 0-1 0 0,4 4 0 0 0,19 33 89 0 0,-18-17-17 0 0,-8-20-79 0 0,1-1 1 0 0,0 1-1 0 0,1-1 1 0 0,-1 1-1 0 0,0-1 1 0 0,1 0-1 0 0,0 1 0 0 0,0-1 1 0 0,0 0-1 0 0,0 0 1 0 0,1 0-1 0 0,-1-1 1 0 0,1 1-1 0 0,5 4 1 0 0,108 65 23 0 0,-81-48 19 0 0,2-1 1 0 0,0-1 0 0 0,1-3-1 0 0,1-1 1 0 0,1-2 0 0 0,1-1-1 0 0,48 10 1 0 0,-18-11-78 0 0,101 7 1 0 0,-150-20 2 0 0,1 0 1 0 0,-1-1 0 0 0,1-2 0 0 0,-1 0-1 0 0,1-1 1 0 0,-1-1 0 0 0,0-1-1 0 0,28-11 1 0 0,-39 10-12 0 0,-1 0 0 0 0,1-1-1 0 0,-1 0 1 0 0,-1 0-1 0 0,1-1 1 0 0,-1-1 0 0 0,-1 1-1 0 0,1-1 1 0 0,-2-1 0 0 0,1 1-1 0 0,-1-2 1 0 0,-1 1 0 0 0,0-1-1 0 0,0 1 1 0 0,-1-2 0 0 0,0 1-1 0 0,-1-1 1 0 0,0 1 0 0 0,2-14-1 0 0,-5 13 14 0 0,1 1 0 0 0,-2-1 0 0 0,0 1 0 0 0,0-1 0 0 0,-1 1 0 0 0,0-1 0 0 0,-1 1 0 0 0,0 0 0 0 0,-1 0 0 0 0,0 0 0 0 0,-1 0 0 0 0,0 0 0 0 0,-1 1 0 0 0,0-1 1 0 0,-1 1-1 0 0,0 1 0 0 0,0-1 0 0 0,-14-14 0 0 0,-5 3 14 0 0,-2 1 1 0 0,0 1-1 0 0,-1 2 1 0 0,-1 1-1 0 0,-1 1 1 0 0,-55-20 0 0 0,41 19 63 0 0,11 2-3 0 0,-1 2 1 0 0,-1 1 0 0 0,1 1 0 0 0,-2 2-1 0 0,1 2 1 0 0,-51-3 0 0 0,76 9 8 0 0,1 1 0 0 0,0-1-1 0 0,0 2 1 0 0,0 0 0 0 0,0 0 0 0 0,0 0 0 0 0,0 1 0 0 0,0 1 0 0 0,1-1 0 0 0,-1 1 0 0 0,-8 6-1 0 0,14-8-63 0 0,0 0 0 0 0,0 0 0 0 0,1 0 0 0 0,-1 0 0 0 0,1 1 0 0 0,0-1 0 0 0,-1 1 0 0 0,1-1 0 0 0,0 1 0 0 0,0 0-1 0 0,1 0 1 0 0,-1 0 0 0 0,1 0 0 0 0,-1 0 0 0 0,1 0 0 0 0,0 0 0 0 0,0 1 0 0 0,0-1 0 0 0,1 0 0 0 0,-1 1-1 0 0,1-1 1 0 0,0 0 0 0 0,0 1 0 0 0,0-1 0 0 0,0 1 0 0 0,0-1 0 0 0,1 0 0 0 0,0 1 0 0 0,-1-1 0 0 0,1 0 0 0 0,1 0-1 0 0,1 5 1 0 0,13 17-1398 0 0,-14-23 1008 0 0,-1 0-1 0 0,1 0 1 0 0,0-1 0 0 0,-1 1 0 0 0,1-1-1 0 0,0 0 1 0 0,0 1 0 0 0,0-1 0 0 0,0 0-1 0 0,1 0 1 0 0,-1 0 0 0 0,0 0-1 0 0,0-1 1 0 0,1 1 0 0 0,-1 0 0 0 0,0-1-1 0 0,3 0 1 0 0,25-3-4686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19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31 199 1040 0 0,'-7'-8'6561'0'0,"6"8"-6498"0"0,0 0-1 0 0,1 0 0 0 0,-1 0 0 0 0,0 0 0 0 0,0 0 0 0 0,0 0 0 0 0,0 0 0 0 0,1 0 0 0 0,-1 0 0 0 0,0 0 0 0 0,0 0 1 0 0,0 0-1 0 0,1 1 0 0 0,-1-1 0 0 0,0 0 0 0 0,0 1 0 0 0,1-1 0 0 0,-1 1 0 0 0,0-1 0 0 0,1 1 0 0 0,-1-1 0 0 0,0 1 1 0 0,1-1-1 0 0,-1 1 0 0 0,1-1 0 0 0,-1 1 0 0 0,1 0 0 0 0,-1-1 0 0 0,1 1 0 0 0,-1 0 0 0 0,1 0 0 0 0,0-1 0 0 0,-1 1 1 0 0,1 0-1 0 0,0 0 0 0 0,0 0 0 0 0,-1-1 0 0 0,1 1 0 0 0,0 0 0 0 0,0 0 0 0 0,0 0 0 0 0,0 1 0 0 0,1 12 18 0 0,0 0-1 0 0,0 1 0 0 0,2-1 0 0 0,0 0 0 0 0,0 0 1 0 0,1 0-1 0 0,1-1 0 0 0,0 1 0 0 0,1-1 0 0 0,1-1 1 0 0,0 1-1 0 0,0-1 0 0 0,1 0 0 0 0,1 0 0 0 0,17 17 1 0 0,-21-23-74 0 0,8 8 6 0 0,-1 1 0 0 0,0 0 1 0 0,-1 0-1 0 0,0 1 0 0 0,10 24 1 0 0,20 41 107 0 0,-24-51 63 0 0,-2 1 0 0 0,-1 0 1 0 0,15 49-1 0 0,11 123 311 0 0,-10-71-81 0 0,-26-115-356 0 0,1 0-1 0 0,1-1 0 0 0,1 0 0 0 0,1 0 0 0 0,0-1 0 0 0,11 17 0 0 0,-8-15-18 0 0,-1 1 1 0 0,0 0 0 0 0,7 24-1 0 0,-10-18 4 0 0,-6-19-31 0 0,0 0-1 0 0,1 0 1 0 0,-1 0 0 0 0,1-1 0 0 0,0 1 0 0 0,0-1-1 0 0,1 1 1 0 0,0-1 0 0 0,-1 0 0 0 0,7 8-1 0 0,1-3 16 0 0,-8-8-20 0 0,0 1 0 0 0,-1-1 0 0 0,1 0 0 0 0,-1 1 0 0 0,0-1 0 0 0,1 1 1 0 0,-1-1-1 0 0,0 1 0 0 0,0 0 0 0 0,0 0 0 0 0,0-1 0 0 0,0 1 0 0 0,0 0 0 0 0,-1 0 0 0 0,1 0 0 0 0,-1 0 0 0 0,1 0 0 0 0,-1 0 0 0 0,1 2 0 0 0,-1-3-4 0 0,-1-1-1 0 0,1 1 1 0 0,0 0 0 0 0,0-1-1 0 0,0 1 1 0 0,0 0 0 0 0,1-1-1 0 0,-1 1 1 0 0,0 0 0 0 0,0-1-1 0 0,0 1 1 0 0,0-1 0 0 0,1 1-1 0 0,-1 0 1 0 0,0-1 0 0 0,0 1-1 0 0,1-1 1 0 0,-1 1 0 0 0,1-1-1 0 0,-1 1 1 0 0,0-1-1 0 0,1 1 1 0 0,-1-1 0 0 0,1 0-1 0 0,-1 1 1 0 0,1-1 0 0 0,-1 1-1 0 0,1-1 1 0 0,0 0 0 0 0,-1 0-1 0 0,1 1 1 0 0,-1-1 0 0 0,1 0-1 0 0,0 0 1 0 0,-1 0 0 0 0,2 1-1 0 0,-1-1-2 0 0,0 0 0 0 0,0 0 0 0 0,0 1 0 0 0,-1-1 1 0 0,1 0-1 0 0,0 1 0 0 0,0-1 0 0 0,0 1 0 0 0,-1-1 0 0 0,1 1 0 0 0,0-1 0 0 0,0 1 0 0 0,-1-1 0 0 0,1 1 0 0 0,0 0 0 0 0,-1-1 0 0 0,1 1 0 0 0,-1 0 1 0 0,1 0-1 0 0,-1-1 0 0 0,1 1 0 0 0,-1 0 0 0 0,0 0 0 0 0,1 0 0 0 0,-1 0 0 0 0,0 0 0 0 0,0-1 0 0 0,0 1 0 0 0,1 0 0 0 0,-1 0 0 0 0,0 0 0 0 0,0 0 1 0 0,0 0-1 0 0,0 0 0 0 0,-1 0 0 0 0,1 1 0 0 0,5-1 41 0 0,55 7-13 0 0,567 5 667 0 0,-455-8-735 0 0,88-11 11 0 0,-128 1-33 0 0,176-14-53 0 0,-173 8 167 0 0,232 10 0 0 0,290 68 283 0 0,-311-39 236 0 0,-174-18-126 0 0,954 35 490 0 0,-652-54-555 0 0,21 1 15 0 0,-228 25-87 0 0,300 32 53 0 0,-400-50 215 0 0,289-38-1 0 0,-270 18-522 0 0,-37 4 189 0 0,395-22 38 0 0,-488 44-186 0 0,-27-4-105 0 0,-25-4-16 0 0,-2-1 2 0 0,18-3 14 0 0,-19 7 12 0 0,1 0 0 0 0,0-1 0 0 0,0 1 0 0 0,0-1 0 0 0,-1 0 0 0 0,1 1 0 0 0,0-1 0 0 0,-1 0 0 0 0,1 0 0 0 0,0 0 0 0 0,-1 0-1 0 0,0 0 1 0 0,1-1 0 0 0,-1 1 0 0 0,1 0 0 0 0,-1-1 0 0 0,0 1 0 0 0,0-1 0 0 0,0 1 0 0 0,0-1 0 0 0,0 1 0 0 0,0-1 0 0 0,0 0 0 0 0,-1 0 0 0 0,1 1 0 0 0,-1-1 0 0 0,1 0 0 0 0,-1 0 0 0 0,0 0 0 0 0,1 1 0 0 0,-1-1 0 0 0,0 0-1 0 0,0 0 1 0 0,0 0 0 0 0,-1 0 0 0 0,0-3 0 0 0,2-12 28 0 0,-1 1 1 0 0,0-1-1 0 0,-2 1 0 0 0,0-1 0 0 0,-1 1 0 0 0,0 0 0 0 0,-1 0 1 0 0,-13-31-1 0 0,11 32 3 0 0,1 0 0 0 0,0 0 0 0 0,-3-16 1 0 0,6 18-48 0 0,-1 1 0 0 0,0 0 0 0 0,-1 0 0 0 0,-1 0 0 0 0,0 1 0 0 0,-9-17 0 0 0,-198-321-171 0 0,207 338 116 0 0,-1 1 0 0 0,-1-1 0 0 0,0 2 0 0 0,-1-1 0 0 0,0 1-1 0 0,0 0 1 0 0,-1 1 0 0 0,-18-15 0 0 0,23 20 39 0 0,0-1-1 0 0,0 1 0 0 0,1-1 1 0 0,-1 0-1 0 0,1 0 1 0 0,0 0-1 0 0,0-1 1 0 0,0 1-1 0 0,1-1 1 0 0,-3-5-1 0 0,3 6 40 0 0,0 0 0 0 0,0 0 1 0 0,0 0-1 0 0,0 0 0 0 0,-1 0 0 0 0,0 1 0 0 0,1-1 0 0 0,-7-5 1 0 0,-2 3 55 0 0,10 5-55 0 0,-1 0-1 0 0,1 1 0 0 0,0-1 0 0 0,0 0 0 0 0,-1 0 1 0 0,1 0-1 0 0,0 0 0 0 0,0 0 0 0 0,0 0 0 0 0,0 0 1 0 0,0 0-1 0 0,0 0 0 0 0,1 0 0 0 0,-1-1 0 0 0,0 1 1 0 0,1 0-1 0 0,-1 0 0 0 0,1-1 0 0 0,-1 1 1 0 0,1 0-1 0 0,-1-1 0 0 0,1 1 0 0 0,0-1 0 0 0,0 1 1 0 0,0-1-1 0 0,0 1 0 0 0,0-1 0 0 0,0 1 0 0 0,0-3 1 0 0,-5 2-62 0 0,-15 2 54 0 0,15 0 147 0 0,1-2-122 0 0,0-1 0 0 0,-1 1 1 0 0,1 0-1 0 0,-1 0 0 0 0,1 0 0 0 0,-1 1 0 0 0,0-1 1 0 0,-8 0-1 0 0,8-1-93 0 0,4 0 68 0 0,-28-5-66 0 0,-303-56-160 0 0,-277-15 642 0 0,323 50-219 0 0,-20 9 17 0 0,-21 8 146 0 0,100 10-42 0 0,-269 5 391 0 0,400 0-622 0 0,-129-13-1 0 0,208 8-70 0 0,-424-39-18 0 0,413 40-7 0 0,-327 0 151 0 0,142-2-54 0 0,65-1-56 0 0,-746-47-72 0 0,802 41 42 0 0,-87-4-137 0 0,34 11 170 0 0,1-7 1 0 0,-145-28 0 0 0,102 17-58 0 0,120 16 16 0 0,0-3 0 0 0,-90-22 0 0 0,6-1-141 0 0,-80-20 120 0 0,76 12-120 0 0,143 37 111 0 0,1 0-1 0 0,-1 1 0 0 0,0 0 1 0 0,0 1-1 0 0,0 0 0 0 0,0 1 1 0 0,-16 3-1 0 0,-12 3 197 0 0,15-6-120 0 0,-30 6-40 0 0,45 3-80 0 0,-43 2-128 0 0,-45 9 96 0 0,62-13-65 0 0,1 0 0 0 0,1 3 1 0 0,-62 26-1 0 0,72-24-60 0 0,22-12 212 0 0,0 1 1 0 0,0-1-1 0 0,0 0 1 0 0,-1 1-1 0 0,1-1 0 0 0,-1 0 1 0 0,1-1-1 0 0,-1 1 1 0 0,1 0-1 0 0,-6 0 1 0 0,3-4-3607 0 0,12-5 2041 0 0,30-14-779 0 0,64-34-3314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43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69 560 0 0,'-1'0'101'0'0,"1"-1"0"0"0,0 0-1 0 0,0 0 1 0 0,0 0-1 0 0,0 0 1 0 0,1 0 0 0 0,-1 1-1 0 0,0-1 1 0 0,0 0 0 0 0,0 0-1 0 0,1 0 1 0 0,-1 0 0 0 0,0 1-1 0 0,1-1 1 0 0,-1 0 0 0 0,1 0-1 0 0,-1 1 1 0 0,1-1-1 0 0,-1 0 1 0 0,1 1 0 0 0,-1-1-1 0 0,1 0 1 0 0,0 1 0 0 0,-1-1-1 0 0,1 1 1 0 0,0-1 0 0 0,0 1-1 0 0,-1 0 1 0 0,1-1-1 0 0,0 1 1 0 0,0-1 0 0 0,-1 1-1 0 0,1 0 1 0 0,0 0 0 0 0,0 0-1 0 0,1-1 1 0 0,5-1 150 0 0,-6 2 662 0 0,3-5 3196 0 0,-4-3-3808 0 0,0 8-286 0 0,0-1 0 0 0,0 1 0 0 0,0-1 0 0 0,0 1 0 0 0,0 0 0 0 0,1-1 0 0 0,-1 1 0 0 0,0-1 0 0 0,0 1 0 0 0,1 0 1 0 0,-1-1-1 0 0,0 1 0 0 0,0-1 0 0 0,1 1 0 0 0,-1 0 0 0 0,0-1 0 0 0,1 1 0 0 0,-1 0 0 0 0,0 0 0 0 0,1-1 0 0 0,-1 1 0 0 0,1 0 0 0 0,-1 0 0 0 0,1 0 0 0 0,-1-1 1 0 0,0 1-1 0 0,1 0 0 0 0,-1 0 0 0 0,1 0 0 0 0,-1 0 0 0 0,1 0 0 0 0,-1 0 0 0 0,1 0 0 0 0,-1 0 0 0 0,1 0 0 0 0,0 0 0 0 0,-1 0 10 0 0,1 0 0 0 0,0 0-1 0 0,-1 0 1 0 0,1 0 0 0 0,0 0-1 0 0,-1 0 1 0 0,1 0 0 0 0,0 0 0 0 0,-1-1-1 0 0,1 1 1 0 0,-1 0 0 0 0,1 0-1 0 0,0-1 1 0 0,-1 1 0 0 0,1 0-1 0 0,-1-1 1 0 0,1 1 0 0 0,-1 0 0 0 0,1-1-1 0 0,-1 1 1 0 0,1-1 0 0 0,-1 1-1 0 0,1-1 1 0 0,-1 1 0 0 0,1-1-1 0 0,-1 1 1 0 0,0-1 0 0 0,1 0 0 0 0,-1 1-1 0 0,0-1 1 0 0,0 1 0 0 0,0-1-1 0 0,1 0 1 0 0,-1 1 0 0 0,0-1-1 0 0,0 0 1 0 0,0 1 0 0 0,0-2 0 0 0,20-4 842 0 0,-35 6-467 0 0,-72 3 388 0 0,1 3 1 0 0,-107 21-1 0 0,-159 58 102 0 0,350-85-905 0 0,0 0 1 0 0,0 1 0 0 0,1-1 0 0 0,-1 0 0 0 0,0 1 0 0 0,1-1-1 0 0,-1 1 1 0 0,0 0 0 0 0,1 0 0 0 0,-1-1 0 0 0,1 1 0 0 0,-1 0-1 0 0,1 0 1 0 0,-1 0 0 0 0,1 1 0 0 0,0-1 0 0 0,0 0-1 0 0,-1 0 1 0 0,1 1 0 0 0,0-1 0 0 0,0 1 0 0 0,0-1 0 0 0,1 1-1 0 0,-1-1 1 0 0,0 1 0 0 0,0 0 0 0 0,1-1 0 0 0,-1 1 0 0 0,1 0-1 0 0,0-1 1 0 0,-1 1 0 0 0,1 0 0 0 0,0 0 0 0 0,0-1 0 0 0,0 1-1 0 0,0 0 1 0 0,0 0 0 0 0,1-1 0 0 0,-1 1 0 0 0,0 0 0 0 0,1-1-1 0 0,0 1 1 0 0,-1 0 0 0 0,1-1 0 0 0,0 1 0 0 0,0-1-1 0 0,1 4 1 0 0,84 123 134 0 0,-82-121-107 0 0,1 1-1 0 0,-1 0 1 0 0,-1 0-1 0 0,0 0 0 0 0,0 0 1 0 0,0 1-1 0 0,-1-1 0 0 0,-1 1 1 0 0,1-1-1 0 0,-1 1 1 0 0,-1 0-1 0 0,0 0 0 0 0,-1 15 1 0 0,1-18-2 0 0,1 1 0 0 0,0-1 0 0 0,0 0 0 0 0,1 1 1 0 0,0-1-1 0 0,0 0 0 0 0,4 9 0 0 0,-3-9-9 0 0,-1 0 0 0 0,1 0 1 0 0,-2 0-1 0 0,1 0 0 0 0,0 1 0 0 0,-1-1 0 0 0,0 10 0 0 0,-1-13 0 0 0,0 0 0 0 0,1 0 0 0 0,-1 0 0 0 0,0 0 0 0 0,1-1 0 0 0,0 1-1 0 0,-1 0 1 0 0,1-1 0 0 0,0 1 0 0 0,1 0 0 0 0,-1-1 0 0 0,0 1-1 0 0,1-1 1 0 0,-1 1 0 0 0,1-1 0 0 0,0 0 0 0 0,0 0 0 0 0,0 0 0 0 0,3 3-1 0 0,-1-2-12 0 0,1 0-1 0 0,0 0 1 0 0,0-1-1 0 0,0 1 1 0 0,0-1-1 0 0,1 0 0 0 0,-1-1 1 0 0,0 1-1 0 0,8 0 1 0 0,4 0-29 0 0,1 0-1 0 0,-1-2 1 0 0,0 0 0 0 0,0-1 0 0 0,21-3-1 0 0,1-4 65 0 0,1-2 0 0 0,-1-1 0 0 0,-1-2 0 0 0,0-2 0 0 0,56-31 0 0 0,-20 3 18 0 0,101-78-1 0 0,-167 116-47 0 0,0-1 1 0 0,-1 0-1 0 0,0-1 0 0 0,0 0 1 0 0,0 0-1 0 0,6-10 0 0 0,-11 14 4 0 0,0 0 0 0 0,-1 0 1 0 0,0 0-1 0 0,1 0 0 0 0,-1 0 0 0 0,-1 0 0 0 0,1 0 1 0 0,0-1-1 0 0,-1 1 0 0 0,1 0 0 0 0,-1-1 0 0 0,0 1 0 0 0,0 0 1 0 0,-1 0-1 0 0,1-1 0 0 0,-1 1 0 0 0,1 0 0 0 0,-1 0 1 0 0,0-1-1 0 0,0 1 0 0 0,-3-5 0 0 0,3 5 3 0 0,-1 0 0 0 0,0 1 0 0 0,0-1 1 0 0,0 0-1 0 0,0 1 0 0 0,0-1 0 0 0,0 1 0 0 0,-1 0 0 0 0,1 0 0 0 0,-1 0 0 0 0,0 0 0 0 0,1 0 1 0 0,-1 0-1 0 0,0 1 0 0 0,-5-2 0 0 0,-49-14 36 0 0,41 14-25 0 0,-265-53-19 0 0,234 50-651 0 0,-1 2-1 0 0,0 2 0 0 0,-91 8 1 0 0,132-5 227 0 0,-1 1 0 0 0,1-1 1 0 0,0 1-1 0 0,0 0 0 0 0,0 1 1 0 0,-10 4-1 0 0,-19 22-4065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3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25 4722 0 0,'-5'1'244'0'0,"-19"1"948"0"0,0 2 0 0 0,1 0-1 0 0,0 2 1 0 0,-24 8 0 0 0,47-14-1167 0 0,0 1 1 0 0,-1-1-1 0 0,1 0 1 0 0,0 0-1 0 0,-1 1 1 0 0,1-1-1 0 0,0 0 1 0 0,-1 1-1 0 0,1-1 1 0 0,0 0-1 0 0,-1 1 1 0 0,1-1-1 0 0,0 1 1 0 0,0-1-1 0 0,-1 1 1 0 0,1-1-1 0 0,0 0 1 0 0,0 1-1 0 0,0-1 1 0 0,0 1-1 0 0,0-1 1 0 0,0 1-1 0 0,0-1 1 0 0,0 1-1 0 0,0-1 1 0 0,0 1-1 0 0,0-1 0 0 0,0 1 1 0 0,0-1-1 0 0,0 0 1 0 0,0 1-1 0 0,0 0 1 0 0,1-1 32 0 0,-1 0 1 0 0,0 1-1 0 0,0-1 1 0 0,0 0-1 0 0,0 1 1 0 0,0-1-1 0 0,0 1 1 0 0,0-1-1 0 0,0 0 1 0 0,0 1-1 0 0,0-1 1 0 0,0 0-1 0 0,0 1 1 0 0,0-1-1 0 0,0 0 1 0 0,0 1-1 0 0,0-1 0 0 0,0 0 1 0 0,0 1-1 0 0,0-1 1 0 0,-1 0-1 0 0,1 1 1 0 0,0-1-1 0 0,0 0 1 0 0,0 1-1 0 0,-1-1 1 0 0,1 0-1 0 0,0 0 1 0 0,0 1-1 0 0,-1-1 1 0 0,1 0-1 0 0,0 0 1 0 0,-1 0-1 0 0,1 1 1 0 0,0-1-1 0 0,-1 0 1 0 0,1 0-1 0 0,-1 0 0 0 0,-15 3 2041 0 0,32-4-1583 0 0,-11 1-449 0 0,0 0-1 0 0,106-6 246 0 0,109-20 0 0 0,13-1-269 0 0,-184 23 114 0 0,-44 3 3 0 0,-9 1 22 0 0,-39 0 333 0 0,41 0-528 0 0,-149-13 186 0 0,79 10-75 0 0,32 1-19 0 0,0 2-1 0 0,-49 6 1 0 0,41 0-79 0 0,38 2 0 0 0,2 4 0 0 0,7-10-2 0 0,0 0 0 0 0,-1 0 0 0 0,1 0 1 0 0,0 0-1 0 0,0 0 0 0 0,0 1 0 0 0,1-1 0 0 0,-1 0 1 0 0,1 1-1 0 0,-1-1 0 0 0,1 0 0 0 0,0 1 0 0 0,-1-1 1 0 0,1 0-1 0 0,1 1 0 0 0,-1-1 0 0 0,0 1 1 0 0,0-1-1 0 0,1 0 0 0 0,0 1 0 0 0,1 3 0 0 0,29 59 187 0 0,-16-37 297 0 0,-9-20-487 0 0,0-1 0 0 0,1 0 0 0 0,0-1 0 0 0,0 1 1 0 0,0-1-1 0 0,0 0 0 0 0,1-1 0 0 0,0 0 0 0 0,1 0 0 0 0,-1-1 1 0 0,1 0-1 0 0,14 5 0 0 0,6 4-52 0 0,-2-1 89 0 0,1-1 1 0 0,55 15 0 0 0,-30-11-11 0 0,-8-4 22 0 0,-28-8-25 0 0,0 1 0 0 0,0 0 0 0 0,28 13 0 0 0,-21-9 29 0 0,-22-8-38 0 0,-1 0 0 0 0,1 0 0 0 0,-1 1 1 0 0,1-1-1 0 0,0 0 0 0 0,-1 1 0 0 0,0-1 0 0 0,1 1 0 0 0,-1-1 0 0 0,1 1 1 0 0,-1 0-1 0 0,0 0 0 0 0,1 0 0 0 0,-1 0 0 0 0,0 0 0 0 0,0 0 0 0 0,1 0 1 0 0,-1 0-1 0 0,0 0 0 0 0,0 0 0 0 0,0 1 0 0 0,-1-1 0 0 0,1 0 0 0 0,0 1 1 0 0,0-1-1 0 0,-1 0 0 0 0,1 1 0 0 0,-1-1 0 0 0,1 1 0 0 0,-1-1 0 0 0,0 1 1 0 0,1-1-1 0 0,-1 1 0 0 0,0 0 0 0 0,0 2 0 0 0,-1 1 54 0 0,1-1-1 0 0,-1 0 1 0 0,0 1-1 0 0,0-1 1 0 0,0 0 0 0 0,-1 0-1 0 0,0 1 1 0 0,0-1-1 0 0,-3 5 1 0 0,-4 11 167 0 0,3-10-164 0 0,0 0 0 0 0,-1 0 0 0 0,1-1 0 0 0,-2 0-1 0 0,1 0 1 0 0,-1 0 0 0 0,-1-1 0 0 0,0 0 0 0 0,0-1 0 0 0,0 0 0 0 0,-1-1-1 0 0,0 1 1 0 0,0-2 0 0 0,0 0 0 0 0,-21 7 0 0 0,23-8-198 0 0,-1 0 1 0 0,-1-1 0 0 0,1-1-1 0 0,0 0 1 0 0,-1 0 0 0 0,1 0-1 0 0,-1-1 1 0 0,1-1 0 0 0,-1 0-1 0 0,1 0 1 0 0,-1-1 0 0 0,0 0-1 0 0,1-1 1 0 0,-1 1 0 0 0,1-2-1 0 0,0 0 1 0 0,0 0 0 0 0,0 0 0 0 0,0-1-1 0 0,-12-8 1 0 0,17 9-157 0 0,-1 0-1 0 0,1 0 1 0 0,0-1 0 0 0,0 0 0 0 0,0 0 0 0 0,0 0 0 0 0,1 0-1 0 0,-1-1 1 0 0,1 1 0 0 0,0-1 0 0 0,1 0 0 0 0,-1 0-1 0 0,1 0 1 0 0,0 0 0 0 0,-2-9 0 0 0,3 9-53 0 0,1 0 0 0 0,0 0 0 0 0,0 1 1 0 0,1-1-1 0 0,-1 0 0 0 0,1 0 0 0 0,0 0 0 0 0,1 1 0 0 0,-1-1 0 0 0,1 1 1 0 0,0-1-1 0 0,0 1 0 0 0,0-1 0 0 0,0 1 0 0 0,1 0 0 0 0,0 0 1 0 0,0 0-1 0 0,0 1 0 0 0,5-6 0 0 0,12-10-2908 0 0,41-30 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4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66 2001 0 0,'11'-2'688'0'0,"-1"0"228"0"0,0 1 3974 0 0,-10 1-4862 0 0,0 0-1 0 0,-1 1 0 0 0,1-1 1 0 0,0 0-1 0 0,0 0 1 0 0,0 0-1 0 0,0 0 0 0 0,0 0 1 0 0,0 1-1 0 0,0-1 0 0 0,0 0 1 0 0,0 0-1 0 0,0 0 1 0 0,0 0-1 0 0,0 1 0 0 0,0-1 1 0 0,0 0-1 0 0,0 0 1 0 0,0 0-1 0 0,0 0 0 0 0,0 0 1 0 0,1 1-1 0 0,-1-1 0 0 0,0 0 1 0 0,0 0-1 0 0,0 0 1 0 0,0 0-1 0 0,0 0 0 0 0,0 0 1 0 0,0 1-1 0 0,0-1 0 0 0,0 0 1 0 0,1 0-1 0 0,-1 0 1 0 0,0 0-1 0 0,0 0 0 0 0,0 0 1 0 0,0 0-1 0 0,0 0 0 0 0,1 0 1 0 0,-1 0-1 0 0,0 0 1 0 0,0 1-1 0 0,0-1 0 0 0,0 0 1 0 0,0 0-1 0 0,1 0 0 0 0,-1 0 1 0 0,0 0-1 0 0,0 0 1 0 0,0 0-1 0 0,0 0 0 0 0,1-1 1 0 0,-1 1-1 0 0,0 0 0 0 0,0 0 1 0 0,0 0-1 0 0,0 0 1 0 0,1 0-1 0 0,51 7 646 0 0,-41-4-581 0 0,1-1 1 0 0,0 0-1 0 0,0-1 1 0 0,0 0-1 0 0,0-1 1 0 0,16-2 0 0 0,-4 0 183 0 0,-4 0 257 0 0,-34-3-329 0 0,4-6 210 0 0,-20-1-69 0 0,-1 1 1 0 0,0 2-1 0 0,0 1 1 0 0,-1 1-1 0 0,0 2 1 0 0,0 1-1 0 0,-1 2 1 0 0,1 1-1 0 0,-41 4 1 0 0,69-3-314 0 0,0 0-1 0 0,0 1 1 0 0,0-1 0 0 0,0 1-1 0 0,0 0 1 0 0,0 0 0 0 0,0 1-1 0 0,1-1 1 0 0,-5 3 0 0 0,7-3-21 0 0,-1 1 0 0 0,1-1 0 0 0,-1 0 0 0 0,1 1 0 0 0,0-1 0 0 0,-1 1 0 0 0,1 0 0 0 0,0-1 0 0 0,0 1 0 0 0,0 0 0 0 0,1 0 0 0 0,-1-1 0 0 0,0 1 1 0 0,1 0-1 0 0,-1 0 0 0 0,1 0 0 0 0,-1 0 0 0 0,1 0 0 0 0,0 0 0 0 0,0 0 0 0 0,0 3 0 0 0,1 0 6 0 0,-1 1-1 0 0,1-1 1 0 0,0 0-1 0 0,1 0 1 0 0,-1 0-1 0 0,1 0 1 0 0,0 0-1 0 0,5 9 1 0 0,1 3-6 0 0,-2-3 8 0 0,-4-9 50 0 0,0 0 0 0 0,0-1 0 0 0,0 1 0 0 0,1-1 0 0 0,-1 1 0 0 0,1-1 0 0 0,0 0 0 0 0,8 7 0 0 0,74 87 145 0 0,-83-96-225 0 0,0-1 0 0 0,-1 1 0 0 0,1-1 0 0 0,0 1 0 0 0,0-1-1 0 0,0 0 1 0 0,1 0 0 0 0,-1 0 0 0 0,0 0 0 0 0,0 0 0 0 0,1 0 0 0 0,-1 0 0 0 0,0-1 0 0 0,1 1 0 0 0,2-1 0 0 0,46 2-18 0 0,-13-1-152 0 0,42-2-56 0 0,-67-1 246 0 0,-1 1-1 0 0,1 1 1 0 0,-1 0-1 0 0,1 0 1 0 0,-1 1-1 0 0,1 1 1 0 0,-1 0-1 0 0,19 6 1 0 0,-28-6 17 0 0,0 0 1 0 0,-1 0-1 0 0,1 0 0 0 0,-1 0 1 0 0,0 0-1 0 0,0 1 0 0 0,1-1 1 0 0,-1 1-1 0 0,-1-1 0 0 0,1 1 1 0 0,0 0-1 0 0,-1 0 0 0 0,1 0 1 0 0,-1 0-1 0 0,0 0 0 0 0,0 0 1 0 0,0 0-1 0 0,-1 0 0 0 0,1 0 1 0 0,-1 1-1 0 0,1-1 0 0 0,-1 0 1 0 0,0 0-1 0 0,0 0 0 0 0,-1 1 1 0 0,0 4-1 0 0,1-2 57 0 0,-1 0-1 0 0,0 1 1 0 0,0-1-1 0 0,-1 0 1 0 0,0 0 0 0 0,0 0-1 0 0,0 0 1 0 0,-1 0-1 0 0,0 0 1 0 0,0-1 0 0 0,0 1-1 0 0,-1-1 1 0 0,-8 10-1 0 0,-4-2 148 0 0,-1-1 0 0 0,0-1 0 0 0,-1 0 0 0 0,0-1 0 0 0,-35 14 0 0 0,4-6-26 0 0,-55 13 0 0 0,84-26-361 0 0,-1-1-1 0 0,1-1 1 0 0,-1 0-1 0 0,0-2 1 0 0,0 0 0 0 0,0-2-1 0 0,0 0 1 0 0,0-1-1 0 0,-23-6 1 0 0,40 8-42 0 0,0-1 1 0 0,1 0-1 0 0,-1 0 0 0 0,0-1 1 0 0,1 1-1 0 0,-1-1 1 0 0,1 1-1 0 0,-1-1 0 0 0,1 0 1 0 0,0-1-1 0 0,0 1 0 0 0,0-1 1 0 0,0 1-1 0 0,0-1 1 0 0,-4-5-1 0 0,6 5 34 0 0,-1 1 1 0 0,1-1-1 0 0,0 0 0 0 0,0 0 1 0 0,0 1-1 0 0,0-1 1 0 0,1 0-1 0 0,-1 0 0 0 0,1 0 1 0 0,0 0-1 0 0,0 0 0 0 0,0 0 1 0 0,0 0-1 0 0,0 0 0 0 0,1 0 1 0 0,0-3-1 0 0,2-3-198 0 0,0 0-1 0 0,0 1 1 0 0,1 0-1 0 0,0-1 1 0 0,1 1 0 0 0,0 1-1 0 0,0-1 1 0 0,0 1-1 0 0,1 0 1 0 0,0 0-1 0 0,10-8 1 0 0,90-62-3866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49 1681 0 0,'-4'-1'495'0'0,"1"-1"0"0"0,-1 1 0 0 0,0-1 0 0 0,0 1-1 0 0,0 1 1 0 0,0-1 0 0 0,0 0 0 0 0,-8 1 0 0 0,-5-3 587 0 0,-16-3-375 0 0,1 2 0 0 0,-1 0 0 0 0,1 2 0 0 0,-1 2 0 0 0,0 1 0 0 0,-38 6 0 0 0,64-5-586 0 0,-1 0 0 0 0,1 0 0 0 0,0 0 1 0 0,0 1-1 0 0,0 0 0 0 0,1 1 0 0 0,-1 0 1 0 0,1 0-1 0 0,0 0 0 0 0,0 1 0 0 0,0-1 1 0 0,1 1-1 0 0,-1 1 0 0 0,1-1 0 0 0,1 1 1 0 0,-1 0-1 0 0,1 0 0 0 0,-7 12 0 0 0,10-17-117 0 0,0 3 17 0 0,-1 1-1 0 0,1-1 0 0 0,0 0 1 0 0,0 0-1 0 0,0 1 0 0 0,0-1 1 0 0,1 1-1 0 0,0-1 1 0 0,0 0-1 0 0,0 1 0 0 0,2 8 1 0 0,-1 9 14 0 0,-1-19-25 0 0,0 0-1 0 0,1 0 0 0 0,-1-1 1 0 0,1 1-1 0 0,0 0 0 0 0,-1 0 1 0 0,1-1-1 0 0,0 1 0 0 0,1 0 1 0 0,-1-1-1 0 0,0 1 0 0 0,1-1 0 0 0,2 3 1 0 0,6 14 6 0 0,0 15 38 0 0,-6-26-50 0 0,0 0 0 0 0,0 0 0 0 0,0 0 0 0 0,1-1 0 0 0,0 1 0 0 0,0-1 0 0 0,1 0 0 0 0,0-1 0 0 0,12 11 0 0 0,6-2 3 0 0,1-1 0 0 0,0 0 1 0 0,1-2-1 0 0,1-1 1 0 0,40 11-1 0 0,-50-18-51 0 0,0-1 0 0 0,1 0 0 0 0,-1-2 0 0 0,0 0 0 0 0,1-1 0 0 0,-1 0 0 0 0,1-2 0 0 0,-1 0-1 0 0,0-1 1 0 0,23-7 0 0 0,-31 8-57 0 0,0-1 1 0 0,-1 0-1 0 0,0 0 0 0 0,1-1 0 0 0,12-8 0 0 0,-17 10 72 0 0,-1-1 0 0 0,0-1 0 0 0,0 1-1 0 0,0 0 1 0 0,0-1 0 0 0,-1 1 0 0 0,1-1 0 0 0,-1 0-1 0 0,0 0 1 0 0,0 0 0 0 0,0 0 0 0 0,-1 0 0 0 0,2-5 0 0 0,0 2 16 0 0,-1-1 0 0 0,0 1 1 0 0,0-1-1 0 0,-1 1 0 0 0,0-1 1 0 0,0 0-1 0 0,-1 0 0 0 0,0 0 1 0 0,0 1-1 0 0,-1-1 1 0 0,0 0-1 0 0,0 1 0 0 0,-1-1 1 0 0,0 0-1 0 0,-1 1 0 0 0,1 0 1 0 0,-1-1-1 0 0,-4-6 0 0 0,0 0 28 0 0,0 0 0 0 0,-1 0 0 0 0,-1 1 0 0 0,0 0 0 0 0,-1 0 0 0 0,0 1 0 0 0,-1 0 0 0 0,0 1 0 0 0,-1 0 0 0 0,0 1 1 0 0,-1 0-1 0 0,0 1 0 0 0,-1 1 0 0 0,1 0 0 0 0,-28-11 0 0 0,1 8 166 0 0,-63-7 0 0 0,39 7-1917 0 0,100 29-2947 0 0,9-6 1815 0 0,-10 2 174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7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152 145 400 0 0,'0'-1'65'0'0,"0"1"-1"0"0,-1 0 0 0 0,1 0 1 0 0,0 0-1 0 0,0 0 0 0 0,0-1 1 0 0,0 1-1 0 0,0 0 0 0 0,0 0 1 0 0,0 0-1 0 0,0 0 1 0 0,0-1-1 0 0,0 1 0 0 0,0 0 1 0 0,0 0-1 0 0,0 0 0 0 0,0-1 1 0 0,0 1-1 0 0,0 0 1 0 0,0 0-1 0 0,0 0 0 0 0,0-1 1 0 0,0 1-1 0 0,0 0 0 0 0,0 0 1 0 0,0 0-1 0 0,0 0 0 0 0,0-1 1 0 0,0 1-1 0 0,0 0 1 0 0,0 0-1 0 0,0 0 0 0 0,1 0 1 0 0,-1-1-1 0 0,0 1 0 0 0,0 0 1 0 0,0 0-1 0 0,0 0 1 0 0,0 0-1 0 0,1 0 0 0 0,-1 0 1 0 0,0 0-1 0 0,0-1 0 0 0,0 1 1 0 0,0 0-1 0 0,1 0 0 0 0,-1 0 1 0 0,0 0-1 0 0,0 0 1 0 0,0 0-1 0 0,1 0 0 0 0,-1 0 1 0 0,0 0-1 0 0,0 0 0 0 0,0 0 1 0 0,0 0-1 0 0,1 0 1 0 0,-1 0-1 0 0,0 0 0 0 0,0 0 1 0 0,0 0-1 0 0,1 0 0 0 0,49-11 2484 0 0,-45 10-814 0 0,-10 0-1600 0 0,-3 1-70 0 0,-22-4 53 0 0,29 4-109 0 0,1 0 0 0 0,-1 0 0 0 0,0 0 0 0 0,0 0 0 0 0,0 0 0 0 0,1-1 0 0 0,-1 1 0 0 0,0 0 0 0 0,1-1 0 0 0,-1 1 0 0 0,0 0 0 0 0,0-1 0 0 0,1 1 0 0 0,-1-1 0 0 0,1 1 0 0 0,-1-1 0 0 0,0 1 0 0 0,1-1 0 0 0,-1 1 0 0 0,1-1 0 0 0,-1 0 0 0 0,1 1 0 0 0,0-1 0 0 0,-1 0 0 0 0,1 1 0 0 0,0-1 0 0 0,-1 0 0 0 0,1-1 0 0 0,5-3 59 0 0,15 4-40 0 0,-10 1 26 0 0,15 0-40 0 0,-8 2 38 0 0,-19-2-89 0 0,1 0 52 0 0,0 0 1 0 0,0-1 0 0 0,0 1-1 0 0,1 0 1 0 0,-1-1 0 0 0,0 1-1 0 0,0-1 1 0 0,1 1 0 0 0,-1-1-1 0 0,0 1 1 0 0,1-1 0 0 0,-1 0-1 0 0,1 1 1 0 0,-1-1 0 0 0,0 0-1 0 0,1 0 1 0 0,0 1 0 0 0,-1-1-1 0 0,1 0 1 0 0,-1 0 0 0 0,1 0-1 0 0,0 1 1 0 0,0-1 0 0 0,-1 0-1 0 0,1 0 1 0 0,0 0 0 0 0,0 0-1 0 0,0 0 1 0 0,0 0 0 0 0,0-1-1 0 0,0 1-6 0 0,0 1 0 0 0,0-1 0 0 0,0 0 1 0 0,0 1-1 0 0,0-1 0 0 0,-1 1 0 0 0,1-1 0 0 0,0 0 0 0 0,0 1 0 0 0,-1-1 0 0 0,1 1 0 0 0,0-1 0 0 0,-1 1 0 0 0,1-1 1 0 0,0 1-1 0 0,-1-1 0 0 0,1 1 0 0 0,-1-1 0 0 0,1 1 0 0 0,-1 0 0 0 0,1-1 0 0 0,-1 1 0 0 0,1 0 0 0 0,-1-1 0 0 0,0 1 1 0 0,1 0-1 0 0,-1 0 0 0 0,1-1 0 0 0,-1 1 0 0 0,0 0 0 0 0,1 0 0 0 0,-1 0 0 0 0,1 0 0 0 0,-1 0 0 0 0,0 0 0 0 0,1 0 1 0 0,-1 0-1 0 0,1 0 0 0 0,-1 0 0 0 0,0 0 0 0 0,1 1 0 0 0,-1-1 0 0 0,0 0 0 0 0,-4 1-17 0 0,0-1 76 0 0,0-1-1 0 0,-15-3-39 0 0,15 3 173 0 0,10 1-253 0 0,15 0-1 0 0,-16 0 71 0 0,-8 0 20 0 0,-20-2 72 0 0,23-1-94 0 0,-4 0 101 0 0,-46 3 111 0 0,46 0-121 0 0,-20 7 188 0 0,10-4-148 0 0,14-3-139 0 0,1-1-1 0 0,-1 1 0 0 0,0 0 1 0 0,1 0-1 0 0,-1 0 0 0 0,0 0 1 0 0,0 0-1 0 0,1 1 0 0 0,-1-1 1 0 0,0 0-1 0 0,0 0 1 0 0,1 0-1 0 0,-1 1 0 0 0,0-1 1 0 0,1 0-1 0 0,-1 1 0 0 0,1-1 1 0 0,-1 1-1 0 0,0-1 0 0 0,1 0 1 0 0,-1 1-1 0 0,1-1 1 0 0,-1 1-1 0 0,1 0 0 0 0,-1-1 1 0 0,1 1-1 0 0,-1-1 0 0 0,1 1 1 0 0,0 0-1 0 0,-1-1 0 0 0,1 1 1 0 0,0 0-1 0 0,0-1 1 0 0,-1 1-1 0 0,1 0 0 0 0,0 0 1 0 0,0-1-1 0 0,0 1 0 0 0,0 0 1 0 0,0-1-1 0 0,0 2 0 0 0,0 0 6 0 0,0-1-1 0 0,0 1 0 0 0,-1 0 0 0 0,1 0 1 0 0,0-1-1 0 0,-1 1 0 0 0,1-1 0 0 0,-1 1 0 0 0,0 0 1 0 0,0-1-1 0 0,1 1 0 0 0,-1-1 0 0 0,0 0 0 0 0,0 1 1 0 0,0-1-1 0 0,-1 0 0 0 0,1 1 0 0 0,-2 1 1 0 0,2-2-7 0 0,-1 0-1 0 0,1 0 1 0 0,0 0 0 0 0,0 0 0 0 0,0 1 0 0 0,0-1 0 0 0,0 0 0 0 0,0 1 0 0 0,0-1 0 0 0,0 1 0 0 0,1-1 0 0 0,-1 1 0 0 0,1-1 0 0 0,-1 1 0 0 0,1 0-1 0 0,-1-1 1 0 0,1 1 0 0 0,0 2 0 0 0,0-1 1 0 0,0-1-1 0 0,0 1 0 0 0,0-1 0 0 0,1 1 1 0 0,-1-1-1 0 0,1 0 0 0 0,-1 1 0 0 0,1-1 1 0 0,0 0-1 0 0,0 1 0 0 0,0-1 1 0 0,0 0-1 0 0,0 0 0 0 0,1 0 0 0 0,-1 0 1 0 0,4 4-1 0 0,-4-5-4 0 0,1 1 0 0 0,-1-1 0 0 0,0 1 0 0 0,0 0 0 0 0,1 0 0 0 0,-1-1 0 0 0,-1 1 0 0 0,1 0 0 0 0,0 0 0 0 0,0 0 0 0 0,-1 0 0 0 0,1 0 0 0 0,-1 0 0 0 0,1 0 0 0 0,-1 1 0 0 0,0 2 0 0 0,0-3 2 0 0,0 0 1 0 0,0 0-1 0 0,0 0 0 0 0,1 0 0 0 0,-1 0 1 0 0,0 0-1 0 0,1 0 0 0 0,0 0 1 0 0,-1-1-1 0 0,1 1 0 0 0,0 0 1 0 0,0 0-1 0 0,0 0 0 0 0,0-1 0 0 0,0 1 1 0 0,0-1-1 0 0,1 1 0 0 0,1 1 1 0 0,-1-1-3 0 0,-1-1 0 0 0,0 1-1 0 0,1-1 1 0 0,-1 1 0 0 0,0-1 0 0 0,0 1 0 0 0,0 0 0 0 0,0 0 0 0 0,0-1 0 0 0,-1 1 0 0 0,1 0 0 0 0,0 0 0 0 0,-1 0-1 0 0,1 0 1 0 0,-1 0 0 0 0,0 0 0 0 0,0 0 0 0 0,0 3 0 0 0,0-3 5 0 0,1 1 0 0 0,-1-1 0 0 0,0 1 0 0 0,1-1 0 0 0,0 0-1 0 0,-1 1 1 0 0,1-1 0 0 0,0 0 0 0 0,0 1 0 0 0,0-1 0 0 0,1 0 0 0 0,-1 0 0 0 0,0 0 0 0 0,3 2 0 0 0,-2-2-2 0 0,-1 0 1 0 0,1 0 0 0 0,-1 1 0 0 0,1-1-1 0 0,-1 0 1 0 0,0 1 0 0 0,0-1 0 0 0,0 0 0 0 0,0 1-1 0 0,0-1 1 0 0,-1 1 0 0 0,1 0 0 0 0,-1-1-1 0 0,0 4 1 0 0,1-3-5 0 0,0 0 0 0 0,-1 0 0 0 0,1 0 1 0 0,0 0-1 0 0,1 0 0 0 0,-1-1 0 0 0,0 1 0 0 0,1 0 0 0 0,-1-1 0 0 0,1 0 1 0 0,0 1-1 0 0,0-1 0 0 0,0 0 0 0 0,0 0 0 0 0,0 0 0 0 0,1 0 0 0 0,-1 0 1 0 0,0 0-1 0 0,1-1 0 0 0,0 1 0 0 0,3 1 0 0 0,66 28-14 0 0,-65-28 25 0 0,35 10 0 0 0,1-2-1 0 0,-1-2 1 0 0,2-1 0 0 0,82 3-1 0 0,-116-11-15 0 0,-1 0 0 0 0,1 0 0 0 0,0-1-1 0 0,0 0 1 0 0,-1-1 0 0 0,1 0 0 0 0,-1 0-1 0 0,0-1 1 0 0,1 0 0 0 0,-1-1 0 0 0,0 0-1 0 0,-1 0 1 0 0,1-1 0 0 0,15-11 0 0 0,-15 8-15 0 0,0-1 1 0 0,-1 0-1 0 0,0 0 1 0 0,0 0-1 0 0,-1-1 0 0 0,0 0 1 0 0,0-1-1 0 0,-2 1 1 0 0,1-1-1 0 0,6-18 1 0 0,-6 12-5 0 0,14-47-47 0 0,-19 60 66 0 0,0 0 1 0 0,-1 0-1 0 0,1 0 0 0 0,-1 0 1 0 0,0 0-1 0 0,0-1 0 0 0,-1 1 1 0 0,1 0-1 0 0,-1 0 0 0 0,0 0 1 0 0,0 0-1 0 0,0 0 1 0 0,-3-6-1 0 0,-10-8 8 0 0,0 2 0 0 0,-1-1 0 0 0,-1 2 0 0 0,0 0 0 0 0,-32-22 0 0 0,35 27-34 0 0,-10-9-14 0 0,19 14 44 0 0,-1 1-1 0 0,1 1 1 0 0,-1-1 0 0 0,1 0 0 0 0,-1 1-1 0 0,0 0 1 0 0,0 0 0 0 0,-1 1 0 0 0,1-1 0 0 0,0 1-1 0 0,-1 0 1 0 0,0 1 0 0 0,1-1 0 0 0,-1 1-1 0 0,0 0 1 0 0,0 1 0 0 0,-8-1 0 0 0,4 2 10 0 0,0 0 1 0 0,0 0-1 0 0,1 1 0 0 0,-1 1 1 0 0,0-1-1 0 0,1 1 0 0 0,-13 6 1 0 0,19-7-21 0 0,0-1 1 0 0,-1 1 0 0 0,1-1-1 0 0,0 1 1 0 0,0 0 0 0 0,0 0-1 0 0,0 0 1 0 0,0 1-1 0 0,0-1 1 0 0,1 1 0 0 0,-1-1-1 0 0,1 1 1 0 0,0 0 0 0 0,0 0-1 0 0,0 0 1 0 0,0 0 0 0 0,0 1-1 0 0,1-1 1 0 0,-1 0 0 0 0,1 1-1 0 0,0-1 1 0 0,0 1 0 0 0,-1 6-1 0 0,2-8-50 0 0,1 1 0 0 0,-1-1 0 0 0,1 1 0 0 0,-1-1 0 0 0,1 0-1 0 0,0 1 1 0 0,0-1 0 0 0,0 0 0 0 0,0 0 0 0 0,0 0-1 0 0,1 0 1 0 0,-1 0 0 0 0,0 0 0 0 0,1 0 0 0 0,0 0 0 0 0,-1 0-1 0 0,1-1 1 0 0,0 1 0 0 0,0-1 0 0 0,0 1 0 0 0,0-1 0 0 0,0 0-1 0 0,0 0 1 0 0,1 0 0 0 0,-1 0 0 0 0,0 0 0 0 0,0 0-1 0 0,1-1 1 0 0,-1 1 0 0 0,5 0 0 0 0,8 1-435 0 0,0 0-1 0 0,0 0 1 0 0,25-2 0 0 0,-31 0 122 0 0,82-5-4481 0 0,-32-1 2680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6:0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14 160 0 0,'0'-1'122'0'0,"0"1"0"0"0,0-1 1 0 0,0 1-1 0 0,0-1 0 0 0,0 1 0 0 0,0-1 0 0 0,0 1 0 0 0,0-1 0 0 0,0 1 1 0 0,0-1-1 0 0,0 1 0 0 0,-1-1 0 0 0,1 1 0 0 0,0 0 0 0 0,0-1 0 0 0,0 1 1 0 0,-1-1-1 0 0,1 1 0 0 0,0-1 0 0 0,-1 1 0 0 0,1 0 0 0 0,0-1 0 0 0,-1 1 1 0 0,1 0-1 0 0,0-1 0 0 0,-1 1 0 0 0,1 0 0 0 0,-1 0 0 0 0,1-1 1 0 0,0 1-1 0 0,-1 0 0 0 0,1 0 0 0 0,-1 0 0 0 0,1-1 0 0 0,-1 1 0 0 0,1 0 1 0 0,-1 0-1 0 0,1 0 0 0 0,-1 0 0 0 0,0 0 0 0 0,-26 7 1936 0 0,0 0-787 0 0,-12-1-370 0 0,-62 18-1 0 0,81-18-752 0 0,1 2 1 0 0,1 0-1 0 0,-1 1 1 0 0,1 0-1 0 0,1 2 1 0 0,0 0-1 0 0,0 1 0 0 0,-16 16 1 0 0,29-25-126 0 0,0 1 0 0 0,1 0 1 0 0,-1 0-1 0 0,1 0 0 0 0,0 0 1 0 0,0 0-1 0 0,1 1 0 0 0,-1 0 1 0 0,1-1-1 0 0,0 1 0 0 0,0 0 0 0 0,0 0 1 0 0,1 0-1 0 0,0 0 0 0 0,0 0 1 0 0,0 0-1 0 0,1 1 0 0 0,-1-1 0 0 0,1 0 1 0 0,0 0-1 0 0,1 0 0 0 0,-1 1 1 0 0,1-1-1 0 0,0 0 0 0 0,1 0 0 0 0,-1 0 1 0 0,1 0-1 0 0,0 0 0 0 0,0-1 1 0 0,0 1-1 0 0,1 0 0 0 0,0-1 0 0 0,0 0 1 0 0,0 1-1 0 0,4 3 0 0 0,8 9 19 0 0,0-1 1 0 0,1-1-1 0 0,0 0 0 0 0,1-2 0 0 0,1 0 0 0 0,0 0 0 0 0,1-2 0 0 0,26 12 0 0 0,-7-6 4 0 0,2-1-1 0 0,0-2 0 0 0,55 11 1 0 0,-66-19-51 0 0,0-2 1 0 0,1-1-1 0 0,0-1 1 0 0,-1-2 0 0 0,40-4-1 0 0,-51 2-15 0 0,1 0 0 0 0,-1-2 0 0 0,0 0 0 0 0,0-1 0 0 0,0-1 0 0 0,-1-1 0 0 0,0 0 0 0 0,0-1 0 0 0,19-13 0 0 0,-30 17 14 0 0,-1 0-1 0 0,0-1 1 0 0,0 1 0 0 0,-1-1-1 0 0,1 0 1 0 0,-1 0 0 0 0,0-1-1 0 0,-1 1 1 0 0,1-1 0 0 0,-1 1 0 0 0,0-1-1 0 0,0 0 1 0 0,-1-1 0 0 0,0 1-1 0 0,0 0 1 0 0,0-1 0 0 0,-1 1-1 0 0,0-1 1 0 0,0 1 0 0 0,-1-1 0 0 0,0 1-1 0 0,0-1 1 0 0,0 0 0 0 0,-1 1-1 0 0,0-1 1 0 0,0 1 0 0 0,-1-1-1 0 0,0 1 1 0 0,0 0 0 0 0,0 0 0 0 0,-1 0-1 0 0,0 0 1 0 0,0 0 0 0 0,0 0-1 0 0,-8-9 1 0 0,-12-8 71 0 0,0 1-1 0 0,-1 1 1 0 0,-2 1-1 0 0,0 1 0 0 0,-54-29 1 0 0,59 36-2 0 0,-1 1-1 0 0,-1 1 1 0 0,0 1 0 0 0,0 1-1 0 0,-1 1 1 0 0,0 1 0 0 0,0 1-1 0 0,0 1 1 0 0,-38-1 0 0 0,47 4-57 0 0,0 1 0 0 0,1 1 0 0 0,-1 0 0 0 0,0 1 0 0 0,1 1 0 0 0,-1 0 0 0 0,1 1 0 0 0,0 0 0 0 0,0 2 1 0 0,-17 8-1 0 0,27-12-113 0 0,1 0 0 0 0,0 1 0 0 0,-1-1 0 0 0,1 1 0 0 0,1 0 0 0 0,-1 0 0 0 0,0 0 0 0 0,1 0 0 0 0,-5 7 0 0 0,6-9-12 0 0,1 0 0 0 0,-1 0 0 0 0,1 0 0 0 0,-1 0 1 0 0,1 1-1 0 0,-1-1 0 0 0,1 0 0 0 0,-1 0 0 0 0,1 0 0 0 0,0 0 0 0 0,0 0 0 0 0,0 1 0 0 0,0-1 0 0 0,0 0 0 0 0,0 0 1 0 0,0 0-1 0 0,0 1 0 0 0,0-1 0 0 0,0 0 0 0 0,1 0 0 0 0,-1 0 0 0 0,0 0 0 0 0,1 1 0 0 0,-1-1 0 0 0,1 0 0 0 0,-1 0 1 0 0,1 0-1 0 0,0 0 0 0 0,-1 0 0 0 0,1 0 0 0 0,0-1 0 0 0,0 1 0 0 0,0 0 0 0 0,0 0 0 0 0,-1 0 0 0 0,3 1 0 0 0,48 11-4629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44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32 262 4882 0 0,'0'-1'69'0'0,"0"1"0"0"0,0 0-1 0 0,0-1 1 0 0,0 1 0 0 0,0-1 0 0 0,0 1-1 0 0,0 0 1 0 0,0-1 0 0 0,0 1 0 0 0,0-1-1 0 0,0 1 1 0 0,-1 0 0 0 0,1-1 0 0 0,0 1-1 0 0,0-1 1 0 0,0 1 0 0 0,-1 0 0 0 0,1-1-1 0 0,0 1 1 0 0,0 0 0 0 0,-1-1 0 0 0,1 1-1 0 0,0 0 1 0 0,-1 0 0 0 0,1-1-1 0 0,0 1 1 0 0,-1 0 0 0 0,1 0 0 0 0,0 0-1 0 0,-1-1 1 0 0,1 1 0 0 0,-1 0 0 0 0,1 0-1 0 0,0 0 1 0 0,-1 0 0 0 0,1 0 0 0 0,-1 0-1 0 0,1 0 1 0 0,0 0 0 0 0,-1 0 0 0 0,1 0-1 0 0,-1 0 1 0 0,1 0 0 0 0,0 0 0 0 0,-1 0-1 0 0,1 0 1 0 0,-1 0 0 0 0,1 0-1 0 0,0 1 1 0 0,-1-1 0 0 0,1 0 0 0 0,-1 1-1 0 0,-14 8 5560 0 0,14-11-4811 0 0,7-2-673 0 0,31-11 206 0 0,52-13 0 0 0,-14 6-250 0 0,107-31-60 0 0,319-51 0 0 0,-279 83 144 0 0,317 9-1 0 0,203 70 1304 0 0,-595-40-1342 0 0,254 27-36 0 0,45-20 140 0 0,-330-19-112 0 0,209 2 268 0 0,-72-3-63 0 0,788-5 2366 0 0,-774-9-2381 0 0,330-26 267 0 0,-206 2 353 0 0,-242 25 337 0 0,74-1-380 0 0,398 59 1134 0 0,-447-32-1449 0 0,441 78 332 0 0,-453-66-681 0 0,-157-30-225 0 0,6 4-8 0 0,1-2 0 0 0,-1 0 0 0 0,1 0 0 0 0,-1-1 1 0 0,1-1-1 0 0,0 0 0 0 0,0 0 0 0 0,-1-1 0 0 0,1-1 0 0 0,18-4 0 0 0,-29 6-10 0 0,-1 0-1 0 0,1-1 1 0 0,-1 1-1 0 0,0 0 1 0 0,1-1-1 0 0,-1 1 0 0 0,0 0 1 0 0,1 0-1 0 0,-1-1 1 0 0,0 1-1 0 0,1 0 1 0 0,-1-1-1 0 0,0 1 0 0 0,1-1 1 0 0,-1 1-1 0 0,0 0 1 0 0,0-1-1 0 0,0 1 1 0 0,0-1-1 0 0,1 1 0 0 0,-1-1 1 0 0,0 1-1 0 0,0-1 1 0 0,0 1-1 0 0,0-1 1 0 0,0 0-1 0 0,3-9-126 0 0,-2 10 114 0 0,0 0 0 0 0,-1 0 1 0 0,1-1-1 0 0,0 1 1 0 0,-1-1-1 0 0,1 1 0 0 0,-1 0 1 0 0,1-1-1 0 0,-1 1 1 0 0,1-1-1 0 0,-1 0 1 0 0,1 1-1 0 0,-1-1 0 0 0,1 1 1 0 0,-1-1-1 0 0,0 1 1 0 0,1-1-1 0 0,-1 0 0 0 0,0 1 1 0 0,1-1-1 0 0,-1 0 1 0 0,0 0-1 0 0,0 1 0 0 0,0-1 1 0 0,0 0-1 0 0,0 1 1 0 0,0-1-1 0 0,0 0 1 0 0,0 0-1 0 0,0 1 0 0 0,0-1 1 0 0,0 0-1 0 0,0 1 1 0 0,0-1-1 0 0,-1 0 0 0 0,1 1 1 0 0,0-1-1 0 0,-1-1 1 0 0,-63-29-2272 0 0,-237-87-13440 0 0,175 64 6296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4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89 1681 0 0,'-39'12'2195'0'0,"-129"33"3640"0"0,168-45-5821 0 0,0 0 1 0 0,0 0-1 0 0,0 0 1 0 0,0 0-1 0 0,-1 0 0 0 0,1 0 1 0 0,0 0-1 0 0,0 0 1 0 0,0 0-1 0 0,0 0 0 0 0,-1 0 1 0 0,1 0-1 0 0,0 0 1 0 0,0 0-1 0 0,0 0 0 0 0,-1 0 1 0 0,1 0-1 0 0,0 0 0 0 0,0 0 1 0 0,0 0-1 0 0,0 0 1 0 0,0 0-1 0 0,-1 1 0 0 0,1-1 1 0 0,0 0-1 0 0,0 0 1 0 0,0 0-1 0 0,0 0 0 0 0,0 0 1 0 0,0 1-1 0 0,0-1 0 0 0,-1 0 1 0 0,1 0-1 0 0,0 0 1 0 0,0 0-1 0 0,0 1 0 0 0,0-1 1 0 0,0 0-1 0 0,0 0 1 0 0,0 0-1 0 0,0 0 0 0 0,0 1 1 0 0,0-1-1 0 0,0 0 0 0 0,0 0 1 0 0,0 0-1 0 0,0 1 1 0 0,0-1-1 0 0,0 0 0 0 0,0 0 1 0 0,-4 3 2333 0 0,-12-3-1802 0 0,12 0 175 0 0,4 0-703 0 0,0-1 1 0 0,0 1-1 0 0,0 0 1 0 0,-1-1-1 0 0,1 1 1 0 0,0-1-1 0 0,0 1 1 0 0,0-1-1 0 0,0 1 1 0 0,0-1-1 0 0,0 1 1 0 0,0-1-1 0 0,0 1 1 0 0,0-1-1 0 0,1 1 1 0 0,-1-1-1 0 0,0 1 1 0 0,0-1-1 0 0,0 1 1 0 0,0-1-1 0 0,1 1 1 0 0,-1-1-1 0 0,0 1 1 0 0,0 0-1 0 0,1-1 1 0 0,-1 1-1 0 0,0 0 1 0 0,1-1-1 0 0,-1 1 1 0 0,1-1-1 0 0,58-21 231 0 0,-43 15-191 0 0,1 1 0 0 0,0 0 0 0 0,20-5 0 0 0,-16 6-54 0 0,1-1 0 0 0,-2-1 1 0 0,1-1-1 0 0,-1-1 1 0 0,27-17-1 0 0,-38 22 0 0 0,-8 4 4 0 0,0 0 1 0 0,0-1-1 0 0,0 1 1 0 0,-1 0-1 0 0,1 0 1 0 0,0-1-1 0 0,0 1 0 0 0,-1 0 1 0 0,1-1-1 0 0,0 1 1 0 0,-1-1-1 0 0,1 1 0 0 0,0-1 1 0 0,-1 0-1 0 0,1 1 1 0 0,-1-1-1 0 0,1 1 1 0 0,-1-1-1 0 0,1 0 0 0 0,-1 0 1 0 0,1 1-1 0 0,-1-1 1 0 0,0 0-1 0 0,1 0 0 0 0,-1 1 1 0 0,0-1-1 0 0,0 0 1 0 0,0 0-1 0 0,1 0 1 0 0,-1 1-1 0 0,0-1 0 0 0,0 0 1 0 0,0 0-1 0 0,0 0 1 0 0,-1 0-1 0 0,-4 2 72 0 0,-15 2 0 0 0,20-2-74 0 0,-1-1 0 0 0,1 0 0 0 0,-1 0 0 0 0,1 1 0 0 0,0-1 0 0 0,-1 0 0 0 0,1 1 0 0 0,0-1 0 0 0,-1 1 0 0 0,1-1 0 0 0,0 0 0 0 0,-1 1 0 0 0,1-1 0 0 0,0 1 0 0 0,0-1 0 0 0,-1 1 0 0 0,1-1 0 0 0,0 1 0 0 0,0-1 0 0 0,0 1 0 0 0,0-1 0 0 0,0 1 0 0 0,0-1 0 0 0,0 1 0 0 0,0-1 0 0 0,0 1 0 0 0,0-1 0 0 0,0 1 0 0 0,0-1 0 0 0,0 1 0 0 0,0-1 0 0 0,0 1 0 0 0,1 0 0 0 0,-1 4 44 0 0,0 21 83 0 0,-1 4 181 0 0,7 54-1 0 0,0-45-129 0 0,5 34 131 0 0,27 96 0 0 0,-28-134-273 0 0,-3 0 0 0 0,-1 1 0 0 0,-2 0 1 0 0,-1 0-1 0 0,-2 50 0 0 0,-2-82-87 0 0,1 1-1 0 0,0 0 1 0 0,0 0-1 0 0,0 0 1 0 0,1 0-1 0 0,0 0 1 0 0,0 0-1 0 0,0 0 1 0 0,0-1-1 0 0,1 1 0 0 0,0 0 1 0 0,0-1-1 0 0,0 1 1 0 0,0-1-1 0 0,1 0 1 0 0,5 7-1 0 0,-7-10-62 0 0,0-1 1 0 0,0 1-1 0 0,0-1 0 0 0,0 1 0 0 0,0-1 0 0 0,0 0 0 0 0,0 1 0 0 0,1-1 0 0 0,-1 0 0 0 0,0 0 0 0 0,0 0 0 0 0,0 1 0 0 0,0-1 0 0 0,1-1 0 0 0,-1 1 0 0 0,0 0 0 0 0,0 0 1 0 0,0 0-1 0 0,0-1 0 0 0,1 1 0 0 0,-1 0 0 0 0,0-1 0 0 0,0 1 0 0 0,0-1 0 0 0,0 1 0 0 0,0-1 0 0 0,0 0 0 0 0,1-1 0 0 0,0 1-363 0 0,33-23-3865 0 0,21-12-2560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4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1 80 0 0,'0'0'9044'0'0,"-1"0"-8994"0"0,1 1-1 0 0,0-1 0 0 0,0 1 1 0 0,0-1-1 0 0,0 1 1 0 0,-1-1-1 0 0,1 1 1 0 0,0-1-1 0 0,0 1 1 0 0,0-1-1 0 0,0 1 0 0 0,0-1 1 0 0,0 1-1 0 0,0-1 1 0 0,1 1-1 0 0,-1-1 1 0 0,0 1-1 0 0,0-1 0 0 0,0 1 1 0 0,0-1-1 0 0,1 1 1 0 0,-1-1-1 0 0,0 1 1 0 0,0-1-1 0 0,1 1 0 0 0,-1-1 1 0 0,0 0-1 0 0,1 1 1 0 0,-1-1-1 0 0,1 1 1 0 0,-1-1-1 0 0,0 0 1 0 0,2 1-1 0 0,18 0-224 0 0,-16-1 1040 0 0,-8 0 1646 0 0,-73-7-1744 0 0,56 3-639 0 0,-1 1 0 0 0,0 2 0 0 0,0 0 0 0 0,0 1 0 0 0,-34 5-1 0 0,39-2-48 0 0,-53 13 146 0 0,66-15-225 0 0,0 0 0 0 0,1 1 0 0 0,-1-1 1 0 0,0 1-1 0 0,1 0 0 0 0,0 0 0 0 0,-1 0 0 0 0,1 0 1 0 0,0 1-1 0 0,0 0 0 0 0,0-1 0 0 0,0 1 1 0 0,1 0-1 0 0,-1 0 0 0 0,-2 4 0 0 0,2-1-12 0 0,0 0-1 0 0,0 0 0 0 0,0 1 0 0 0,0-1 0 0 0,-2 14 1 0 0,5-17 18 0 0,0 0 0 0 0,0 0 1 0 0,0 1-1 0 0,1-1 1 0 0,-1 0-1 0 0,1 0 0 0 0,0 0 1 0 0,0 1-1 0 0,0-1 1 0 0,0 0-1 0 0,3 5 0 0 0,1-2-6 0 0,-1 1-1 0 0,1-1 0 0 0,0 0 0 0 0,1 0 1 0 0,-1-1-1 0 0,1 1 0 0 0,0-1 1 0 0,0 0-1 0 0,1-1 0 0 0,0 0 0 0 0,0 0 1 0 0,0 0-1 0 0,0-1 0 0 0,0 0 0 0 0,1 0 1 0 0,-1-1-1 0 0,1 0 0 0 0,9 2 1 0 0,26 4-22 0 0,1-2 1 0 0,48 1 0 0 0,-64-5 18 0 0,-16-2-3 0 0,-1-1 0 0 0,0 0 0 0 0,0 0 0 0 0,0-1 0 0 0,0-1 0 0 0,-1 1-1 0 0,1-2 1 0 0,-1 1 0 0 0,1-2 0 0 0,-1 1 0 0 0,0-1 0 0 0,-1-1 0 0 0,1 0 0 0 0,-1 0 0 0 0,0-1-1 0 0,-1 0 1 0 0,0-1 0 0 0,0 1 0 0 0,0-2 0 0 0,-1 1 0 0 0,0-1 0 0 0,-1 0 0 0 0,7-12-1 0 0,-11 15-3 0 0,0-1 0 0 0,-1 0 0 0 0,0 0 0 0 0,0 0 0 0 0,-1 0-1 0 0,1 0 1 0 0,-2 0 0 0 0,0-10 0 0 0,0-7 21 0 0,2 23-4 0 0,-1-5 18 0 0,-26-5-3 0 0,24 11-25 0 0,0-1 0 0 0,1 1 1 0 0,-1-1-1 0 0,0 1 0 0 0,1 0 0 0 0,-1 0 1 0 0,0 0-1 0 0,0 0 0 0 0,1 0 0 0 0,-1 0 0 0 0,0 0 1 0 0,1 0-1 0 0,-1 1 0 0 0,0-1 0 0 0,1 1 1 0 0,-1-1-1 0 0,0 1 0 0 0,1 0 0 0 0,-1 0 1 0 0,1-1-1 0 0,-1 1 0 0 0,1 0 0 0 0,0 0 1 0 0,-1 1-1 0 0,-1 1 0 0 0,0 1 17 0 0,0 1 0 0 0,0 0 0 0 0,1 0 0 0 0,0 0 0 0 0,-1 0 0 0 0,2 0 0 0 0,-3 7 0 0 0,-2 8 95 0 0,1 1 1 0 0,0-1-1 0 0,1 1 0 0 0,-1 37 1 0 0,4-31 76 0 0,-2 1 0 0 0,-8 39 0 0 0,6-41-30 0 0,0 1 1 0 0,0 39-1 0 0,5 123 377 0 0,0-186-563 0 0,0 0 0 0 0,0 0 0 0 0,0 0 0 0 0,0 0-1 0 0,1 0 1 0 0,-1 0 0 0 0,1 0 0 0 0,0 0-1 0 0,0 0 1 0 0,0 0 0 0 0,0-1 0 0 0,1 1-1 0 0,-1 0 1 0 0,3 3 0 0 0,-2-4-16 0 0,0-1 1 0 0,0 0-1 0 0,-1 1 1 0 0,1-1-1 0 0,0 0 0 0 0,0 0 1 0 0,0 0-1 0 0,0-1 1 0 0,0 1-1 0 0,0 0 1 0 0,0-1-1 0 0,1 0 0 0 0,-1 1 1 0 0,0-1-1 0 0,0 0 1 0 0,0 0-1 0 0,0 0 1 0 0,1 0-1 0 0,-1 0 0 0 0,0-1 1 0 0,0 1-1 0 0,0-1 1 0 0,2 0-1 0 0,11-3-1003 0 0,0-1-1 0 0,-1 0 1 0 0,0-2 0 0 0,0 1-1 0 0,25-17 1 0 0,21-26-6368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49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70 2641 0 0,'-8'2'802'0'0,"-2"2"556"0"0,-1 0-1 0 0,-1-2 1 0 0,1 1 0 0 0,-23 1-1 0 0,29-9 1418 0 0,5 4-2767 0 0,0 1-1 0 0,-1-1 1 0 0,1 0-1 0 0,0 0 1 0 0,0 0-1 0 0,0 1 1 0 0,0-1-1 0 0,0 0 0 0 0,0 0 1 0 0,0 0-1 0 0,0 0 1 0 0,1 1-1 0 0,-1-1 1 0 0,0 0-1 0 0,0 0 1 0 0,1 0-1 0 0,-1 1 1 0 0,0-1-1 0 0,1 0 0 0 0,-1 1 1 0 0,1-1-1 0 0,-1 0 1 0 0,1 1-1 0 0,0-2 1 0 0,2 2-24 0 0,-2 0 15 0 0,0 0-1 0 0,0 0 0 0 0,0 0 0 0 0,0-1 0 0 0,0 1 0 0 0,0 0 1 0 0,0 0-1 0 0,0 0 0 0 0,0-1 0 0 0,-1 1 0 0 0,1 0 0 0 0,0-1 1 0 0,0 1-1 0 0,0-1 0 0 0,0 1 0 0 0,-1-1 0 0 0,1 1 0 0 0,0-1 1 0 0,0 0-1 0 0,-1 1 0 0 0,1-1 0 0 0,-1 0 0 0 0,1 0 0 0 0,0 1 1 0 0,-1-1-1 0 0,0 0 0 0 0,1-1 0 0 0,0 0 4 0 0,0 0 1 0 0,0 1-1 0 0,0-1 0 0 0,0 0 1 0 0,0 1-1 0 0,0-1 0 0 0,0 0 1 0 0,0 1-1 0 0,1-1 1 0 0,-1 1-1 0 0,0 0 0 0 0,1 0 1 0 0,-1-1-1 0 0,1 1 0 0 0,0 0 1 0 0,2-1-1 0 0,28-15 38 0 0,-30 13-40 0 0,30 2 0 0 0,-31 2 4 0 0,0-1 0 0 0,0 1 1 0 0,0 0-1 0 0,0 0 0 0 0,-1 0 0 0 0,1 0 0 0 0,0 0 1 0 0,0 0-1 0 0,0 1 0 0 0,0-1 0 0 0,0 0 0 0 0,0 0 0 0 0,0 1 1 0 0,0-1-1 0 0,-1 1 0 0 0,1-1 0 0 0,0 0 0 0 0,0 1 1 0 0,0 0-1 0 0,-1-1 0 0 0,1 1 0 0 0,0-1 0 0 0,-1 1 1 0 0,1 0-1 0 0,0-1 0 0 0,-1 1 0 0 0,1 0 0 0 0,-1 0 0 0 0,1 0 1 0 0,-1-1-1 0 0,0 1 0 0 0,1 0 0 0 0,-1 0 0 0 0,0 0 1 0 0,1 0-1 0 0,-1 0 0 0 0,0 0 0 0 0,0 0 0 0 0,0 0 0 0 0,0-1 1 0 0,0 1-1 0 0,0 0 0 0 0,0 0 0 0 0,0 0 0 0 0,0 0 1 0 0,-1 1-1 0 0,0 1 32 0 0,0 0-1 0 0,0 0 1 0 0,0 0 0 0 0,0 0 0 0 0,-1-1 0 0 0,1 1-1 0 0,-1 0 1 0 0,0-1 0 0 0,0 1 0 0 0,0-1 0 0 0,0 0-1 0 0,0 0 1 0 0,0 0 0 0 0,-5 3 0 0 0,0-2 38 0 0,1-1-1 0 0,-1 0 1 0 0,1 0 0 0 0,-1 0 0 0 0,0-1 0 0 0,0 0-1 0 0,0-1 1 0 0,0 0 0 0 0,0 0 0 0 0,0 0 0 0 0,0-1-1 0 0,0 1 1 0 0,1-2 0 0 0,-10-2 0 0 0,15 3-69 0 0,1 0 1 0 0,-1 0-1 0 0,0 0 1 0 0,1 0-1 0 0,-1 0 1 0 0,1-1 0 0 0,-1 1-1 0 0,1 0 1 0 0,0 0-1 0 0,-1-1 1 0 0,1 1-1 0 0,0 0 1 0 0,0-1-1 0 0,0 1 1 0 0,0 0-1 0 0,0 0 1 0 0,0-1-1 0 0,0 1 1 0 0,1 0-1 0 0,-1-1 1 0 0,0 1-1 0 0,1 0 1 0 0,-1 0-1 0 0,1 0 1 0 0,-1-1-1 0 0,1 1 1 0 0,0 0-1 0 0,0-1 1 0 0,24-4-6 0 0,-19 6-6 0 0,-1 0 0 0 0,1 0-1 0 0,-1 0 1 0 0,1 1 0 0 0,-1 0 0 0 0,0 0 0 0 0,1 0 0 0 0,-1 1-1 0 0,0 0 1 0 0,0 0 0 0 0,0 0 0 0 0,0 1 0 0 0,6 4 0 0 0,-2-1 9 0 0,0 0 0 0 0,-1 1 0 0 0,0-1 1 0 0,0 2-1 0 0,10 12 0 0 0,-17-19 4 0 0,0-1-1 0 0,-1 1 1 0 0,1 0 0 0 0,0-1-1 0 0,-1 1 1 0 0,1 0-1 0 0,0-1 1 0 0,-1 1 0 0 0,1 0-1 0 0,-1 0 1 0 0,0 0-1 0 0,1-1 1 0 0,-1 1-1 0 0,0 0 1 0 0,1 0 0 0 0,-1 0-1 0 0,0 0 1 0 0,0 0-1 0 0,0 0 1 0 0,0 0 0 0 0,1 0-1 0 0,-1-1 1 0 0,-1 1-1 0 0,1 0 1 0 0,0 0 0 0 0,0 0-1 0 0,0 0 1 0 0,0 0-1 0 0,-1 0 1 0 0,1 0-1 0 0,0-1 1 0 0,-1 1 0 0 0,1 0-1 0 0,-1 0 1 0 0,1 0-1 0 0,-1-1 1 0 0,1 1 0 0 0,-1 0-1 0 0,1 0 1 0 0,-1-1-1 0 0,0 1 1 0 0,1-1-1 0 0,-1 1 1 0 0,0 0 0 0 0,0-1-1 0 0,0 0 1 0 0,1 1-1 0 0,-1-1 1 0 0,-2 1 0 0 0,0 0 24 0 0,0 0 1 0 0,0 0 0 0 0,0-1 0 0 0,0 1-1 0 0,-1-1 1 0 0,1 0 0 0 0,0 1 0 0 0,0-2-1 0 0,-1 1 1 0 0,1 0 0 0 0,0-1-1 0 0,0 1 1 0 0,-4-2 0 0 0,-3-2-6 0 0,-3 0 6 0 0,1-1 1 0 0,0 0-1 0 0,0-1 1 0 0,0 0-1 0 0,1-1 1 0 0,-18-13-1 0 0,6 3-32 0 0,16 14 0 0 0,8 3-13 0 0,0-1-1 0 0,0 0 0 0 0,0 1 0 0 0,1 0 0 0 0,-1-1 0 0 0,0 1 0 0 0,0 0 0 0 0,0-1 0 0 0,1 1 0 0 0,-1 0 1 0 0,0 0-1 0 0,0 0 0 0 0,1 0 0 0 0,-1 0 0 0 0,0 0 0 0 0,0 0 0 0 0,0 1 0 0 0,1-1 0 0 0,-1 0 0 0 0,0 1 1 0 0,0-1-1 0 0,0 1 0 0 0,2 0 0 0 0,49 10-597 0 0,-19-6-72 0 0,26 8-1844 0 0,-28-4 97 0 0,1-2 1 0 0,0-2-1 0 0,45 3 0 0 0,-42-8 216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 95 480 0 0,'1'-16'1546'0'0,"-4"-30"2324"0"0,2 45-3745 0 0,1-1-1 0 0,-1 1 0 0 0,0-1 0 0 0,1 1 1 0 0,-1-1-1 0 0,0 1 0 0 0,0-1 1 0 0,0 1-1 0 0,0 0 0 0 0,0-1 1 0 0,0 1-1 0 0,-1 0 0 0 0,1 0 1 0 0,0 0-1 0 0,-1 0 0 0 0,1 0 1 0 0,0 0-1 0 0,-1 0 0 0 0,1 0 1 0 0,-1 1-1 0 0,0-1 0 0 0,1 1 0 0 0,-1-1 1 0 0,-3 0-1 0 0,-7-1 95 0 0,-1 1-1 0 0,1 0 1 0 0,-1 1-1 0 0,0 0 1 0 0,1 1-1 0 0,-1 0 1 0 0,1 1 0 0 0,-1 1-1 0 0,1-1 1 0 0,0 2-1 0 0,0 0 1 0 0,-15 7-1 0 0,-44 21 392 0 0,-244 120 701 0 0,313-151-1304 0 0,0 0-1 0 0,-1 0 0 0 0,1 0 1 0 0,1 0-1 0 0,-1 1 0 0 0,0-1 1 0 0,0 1-1 0 0,0-1 0 0 0,1 1 0 0 0,-1 0 1 0 0,1 0-1 0 0,-1 0 0 0 0,1 0 1 0 0,0 0-1 0 0,0 0 0 0 0,0 0 1 0 0,0 0-1 0 0,0 0 0 0 0,0 0 1 0 0,0 0-1 0 0,1 1 0 0 0,-1-1 1 0 0,1 0-1 0 0,0 1 0 0 0,0-1 1 0 0,0 0-1 0 0,0 1 0 0 0,0-1 1 0 0,0 0-1 0 0,0 1 0 0 0,1-1 0 0 0,-1 0 1 0 0,1 0-1 0 0,0 1 0 0 0,0-1 1 0 0,-1 0-1 0 0,4 4 0 0 0,5 5 2 0 0,1 0-1 0 0,0-1 0 0 0,0 0 1 0 0,1 0-1 0 0,1-1 0 0 0,0-1 0 0 0,0 0 1 0 0,0 0-1 0 0,1-1 0 0 0,27 10 0 0 0,-27-12-11 0 0,33 13 27 0 0,2-1 1 0 0,80 16 0 0 0,-101-29-66 0 0,1-2 0 0 0,-1-1 0 0 0,1-1 0 0 0,-1-1 1 0 0,1-1-1 0 0,33-8 0 0 0,-54 7 27 0 0,0 0 0 0 0,-1 0 0 0 0,1-1 0 0 0,-1 0 0 0 0,0 0 0 0 0,0 0 0 0 0,-1-1 0 0 0,1 0 1 0 0,-1 0-1 0 0,0-1 0 0 0,0 1 0 0 0,-1-1 0 0 0,0 0 0 0 0,0 0 0 0 0,0-1 0 0 0,5-12 0 0 0,-8 14 11 0 0,0 0-1 0 0,0-1 0 0 0,-1 1 0 0 0,0 0 1 0 0,0-1-1 0 0,0 1 0 0 0,-1-1 1 0 0,0 1-1 0 0,0 0 0 0 0,0-1 0 0 0,0 1 1 0 0,-1 0-1 0 0,0 0 0 0 0,0 0 1 0 0,-1 0-1 0 0,1 0 0 0 0,-7-8 0 0 0,-4-6 11 0 0,-1-1 0 0 0,-21-22 1 0 0,33 41-7 0 0,-6-10-2 0 0,-1 1 1 0 0,-1-1 0 0 0,1 2 0 0 0,-2-1 0 0 0,1 1 0 0 0,-2 1 0 0 0,1 0 0 0 0,-1 1 0 0 0,0 0-1 0 0,0 0 1 0 0,-21-7 0 0 0,29 14 1 0 0,-5-3-27 0 0,0 0 1 0 0,-1 1-1 0 0,1 0 0 0 0,0 1 1 0 0,-1 0-1 0 0,1 1 0 0 0,-1 0 1 0 0,1 0-1 0 0,-14 3 0 0 0,22-3-1 0 0,1 0-1 0 0,0 1 1 0 0,-1-1-1 0 0,1 0 1 0 0,-1 0-1 0 0,1 0 1 0 0,0 1-1 0 0,-1-1 1 0 0,1 0-1 0 0,0 1 0 0 0,-1-1 1 0 0,1 0-1 0 0,0 1 1 0 0,0-1-1 0 0,-1 0 1 0 0,1 1-1 0 0,0-1 1 0 0,0 0-1 0 0,0 1 1 0 0,-1-1-1 0 0,1 1 1 0 0,0-1-1 0 0,0 0 0 0 0,0 1 1 0 0,0-1-1 0 0,0 1 1 0 0,0-1-1 0 0,0 1 1 0 0,0-1-1 0 0,0 0 1 0 0,0 1-1 0 0,0-1 1 0 0,0 1-1 0 0,0-1 1 0 0,0 1-1 0 0,0-1 0 0 0,1 0 1 0 0,-1 1-1 0 0,0-1 1 0 0,0 1-1 0 0,0-1 1 0 0,1 0-1 0 0,-1 1 1 0 0,0-1-1 0 0,0 0 1 0 0,1 1-1 0 0,-1-1 0 0 0,0 0 1 0 0,1 1-1 0 0,-1-1 1 0 0,0 0-1 0 0,1 0 1 0 0,-1 1-1 0 0,1-1 1 0 0,-1 0-1 0 0,0 0 1 0 0,1 0-1 0 0,-1 0 1 0 0,1 0-1 0 0,-1 1 0 0 0,1-1 1 0 0,26 13-1738 0 0,4-2-1115 0 0,49 9 0 0 0,-20-7 520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39 1521 0 0,'-128'-6'5559'0'0,"91"2"-4620"0"0,1 2-1 0 0,-1 1 1 0 0,0 2 0 0 0,1 1 0 0 0,-70 15-1 0 0,103-16-925 0 0,0 0 0 0 0,0 1 0 0 0,0 0 0 0 0,0-1 0 0 0,1 1-1 0 0,-1 0 1 0 0,0 1 0 0 0,1-1 0 0 0,-1 0 0 0 0,1 1-1 0 0,0 0 1 0 0,0-1 0 0 0,0 1 0 0 0,0 0 0 0 0,0 0-1 0 0,1 0 1 0 0,-1 0 0 0 0,-1 6 0 0 0,0 0 2 0 0,0 0-1 0 0,1 0 1 0 0,0 0 0 0 0,0 0 0 0 0,1 0 0 0 0,0 11-1 0 0,1 4 17 0 0,-1-14-9 0 0,1 1-1 0 0,0-1 1 0 0,1 0-1 0 0,0 0 1 0 0,3 12-1 0 0,16 29 113 0 0,-17-41-102 0 0,0 0 0 0 0,1 0 0 0 0,0-1 0 0 0,1 1 0 0 0,0-1 0 0 0,0 0 0 0 0,1-1 0 0 0,0 1 0 0 0,1-1 0 0 0,0 0 0 0 0,0 0 0 0 0,0-1 0 0 0,1 0 0 0 0,15 10 0 0 0,-14-11-14 0 0,1 1 0 0 0,-1-2 0 0 0,1 1 0 0 0,0-1 0 0 0,1-1 0 0 0,-1 0 0 0 0,1 0 0 0 0,0-1 0 0 0,0 0 0 0 0,0-1 1 0 0,14 1-1 0 0,-4-2-23 0 0,0 0 0 0 0,0-1 0 0 0,0-1 0 0 0,-1-1 0 0 0,25-5 0 0 0,-39 6 18 0 0,0 0 1 0 0,0-1 0 0 0,0 0 0 0 0,0 0-1 0 0,0 0 1 0 0,0-1 0 0 0,0 0-1 0 0,-1 0 1 0 0,0 0 0 0 0,1-1 0 0 0,-1 0-1 0 0,0 0 1 0 0,-1 0 0 0 0,1-1-1 0 0,-1 1 1 0 0,0-1 0 0 0,0 0 0 0 0,0 0-1 0 0,-1-1 1 0 0,1 1 0 0 0,-2-1-1 0 0,1 1 1 0 0,0-1 0 0 0,-1 0-1 0 0,0 0 1 0 0,-1 0 0 0 0,1-1 0 0 0,-1 1-1 0 0,0 0 1 0 0,0 0 0 0 0,-1-1-1 0 0,0 1 1 0 0,0 0 0 0 0,-1-1 0 0 0,-2-10-1 0 0,-1-7 27 0 0,-1 0 0 0 0,-2 0 0 0 0,-12-29 0 0 0,15 43-33 0 0,0 1 0 0 0,-1 0-1 0 0,0 0 1 0 0,-1 0 0 0 0,0 1-1 0 0,0 0 1 0 0,0 0 0 0 0,-1 1-1 0 0,-1-1 1 0 0,1 1 0 0 0,-14-9-1 0 0,-4 1 29 0 0,0 2-1 0 0,-1 1 0 0 0,-1 1 1 0 0,0 1-1 0 0,0 1 0 0 0,-52-9 1 0 0,36 15-512 0 0,40 2 304 0 0,1 1-1 0 0,0 1 0 0 0,0-1 1 0 0,0 0-1 0 0,0 1 0 0 0,-1-1 1 0 0,1 1-1 0 0,0-1 1 0 0,0 1-1 0 0,0 0 0 0 0,0 0 1 0 0,0 0-1 0 0,1 0 0 0 0,-1 0 1 0 0,0 1-1 0 0,-2 1 0 0 0,3-1-260 0 0,0-1 0 0 0,0 1 0 0 0,1 0 0 0 0,-1-1 0 0 0,1 1 0 0 0,-1-1 0 0 0,1 1 0 0 0,0 0 0 0 0,0-1 0 0 0,-1 1 0 0 0,1 0 0 0 0,1 3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2481 0 0,'3'-16'6324'0'0,"11"12"-4343"0"0,-6 3-1855 0 0,50-5 389 0 0,-36 15-731 0 0,-12-3 223 0 0,-40 18 154 0 0,27-23-120 0 0,-1 1 1 0 0,1-1-1 0 0,-1 0 1 0 0,0 1 0 0 0,1-2-1 0 0,-1 1 1 0 0,0 0 0 0 0,0-1-1 0 0,0 0 1 0 0,0 0 0 0 0,-5 0-1 0 0,7 0-10 0 0,1 0 0 0 0,0 0-1 0 0,-1-1 1 0 0,1 1 0 0 0,-1 0-1 0 0,1 0 1 0 0,-1-1 0 0 0,1 1 0 0 0,0-1-1 0 0,-1 1 1 0 0,1-1 0 0 0,0 0-1 0 0,-1 0 1 0 0,1 1 0 0 0,0-1-1 0 0,0 0 1 0 0,0 0 0 0 0,0 0 0 0 0,0 0-1 0 0,0 0 1 0 0,0 0 0 0 0,0-1-1 0 0,0 1 1 0 0,0 0 0 0 0,0 0-1 0 0,1-1 1 0 0,-1 1 0 0 0,1 0-1 0 0,-1-1 1 0 0,1 1 0 0 0,-1-1 0 0 0,1 1-1 0 0,0-1 1 0 0,0-1 0 0 0,1 2-21 0 0,0 0 1 0 0,0 0-1 0 0,0 0 0 0 0,0 0 1 0 0,0 1-1 0 0,0-1 1 0 0,0 0-1 0 0,1 1 1 0 0,-1-1-1 0 0,0 1 1 0 0,0-1-1 0 0,1 1 1 0 0,-1-1-1 0 0,0 1 1 0 0,1 0-1 0 0,-1 0 1 0 0,3 0-1 0 0,32-3 68 0 0,-28 3-62 0 0,0-1 0 0 0,1 1 0 0 0,-1 0 0 0 0,1 1 0 0 0,0 0 0 0 0,-1 0 0 0 0,0 1 0 0 0,1 0 0 0 0,11 5 0 0 0,-9-5 27 0 0,17 4 1 0 0,-27-6-34 0 0,0 0-1 0 0,0 0 0 0 0,-1 1 1 0 0,1-1-1 0 0,0 0 0 0 0,0 0 1 0 0,-1 1-1 0 0,1-1 0 0 0,0 0 1 0 0,-1 1-1 0 0,1-1 0 0 0,0 1 1 0 0,-1-1-1 0 0,1 1 0 0 0,0-1 1 0 0,-1 1-1 0 0,1 0 0 0 0,-1-1 1 0 0,1 1-1 0 0,-1-1 0 0 0,1 1 1 0 0,-1 0-1 0 0,0 0 0 0 0,1 0 1 0 0,-5 1 34 0 0,-1-1 1 0 0,1 0 0 0 0,0 0 0 0 0,-1 0 0 0 0,1-1 0 0 0,-1 0 0 0 0,1 1-1 0 0,0-2 1 0 0,-9 0 0 0 0,5 1 54 0 0,-138 0 634 0 0,141 0-693 0 0,5 1-162 0 0,0-1 54 0 0,1 1 0 0 0,-1 0-1 0 0,1 0 1 0 0,-1-1-1 0 0,1 1 1 0 0,-1-1 0 0 0,1 1-1 0 0,-1 0 1 0 0,1-1-1 0 0,0 1 1 0 0,-1-1 0 0 0,1 1-1 0 0,0-1 1 0 0,0 0-1 0 0,-1 1 1 0 0,1-1-1 0 0,0 0 1 0 0,0 1 0 0 0,-1-1-1 0 0,1 0 1 0 0,0 0-1 0 0,0 0 1 0 0,0 0 0 0 0,-1 0-1 0 0,2 0 1 0 0,31 3-1651 0 0,-24-3 496 0 0,51 6-5140 0 0,-29-1 3909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2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6 1281 0 0,'0'0'3655'0'0,"-5"0"-1988"0"0,-149 9 3529 0 0,105-3-4762 0 0,2 2-1 0 0,-85 26 0 0 0,114-28-378 0 0,0 1 0 0 0,1 0 0 0 0,0 2 0 0 0,0 0 0 0 0,1 0 0 0 0,0 2 1 0 0,-15 12-1 0 0,28-19-43 0 0,0-1 0 0 0,0 0 0 0 0,0 1 1 0 0,0 0-1 0 0,1 0 0 0 0,-1-1 1 0 0,1 1-1 0 0,0 1 0 0 0,1-1 1 0 0,-1 0-1 0 0,1 0 0 0 0,-1 1 1 0 0,1-1-1 0 0,1 1 0 0 0,-1-1 1 0 0,0 1-1 0 0,1-1 0 0 0,0 1 0 0 0,0-1 1 0 0,1 1-1 0 0,-1-1 0 0 0,1 1 1 0 0,0-1-1 0 0,0 1 0 0 0,3 6 1 0 0,3 9 20 0 0,-4-11-28 0 0,0 1 0 0 0,1-1 1 0 0,0 0-1 0 0,0 0 0 0 0,1 0 0 0 0,0-1 0 0 0,1 0 1 0 0,12 16-1 0 0,-2-10 2 0 0,0-1 0 0 0,1 0 1 0 0,0-1-1 0 0,1 0 0 0 0,0-2 0 0 0,1 0 1 0 0,0-1-1 0 0,1-1 0 0 0,0-1 0 0 0,37 8 1 0 0,-31-12-13 0 0,1-1 0 0 0,0-2-1 0 0,47-5 1 0 0,-63 4 12 0 0,-1 0 0 0 0,0-1-1 0 0,1-1 1 0 0,-1 1 0 0 0,0-2 0 0 0,0 1-1 0 0,-1-2 1 0 0,1 1 0 0 0,-1-1-1 0 0,0 0 1 0 0,0-1 0 0 0,15-13-1 0 0,-19 15 7 0 0,0-1-1 0 0,-1 0 0 0 0,0 0 0 0 0,0 0 1 0 0,0 0-1 0 0,-1-1 0 0 0,0 1 1 0 0,0-1-1 0 0,0 0 0 0 0,-1 0 0 0 0,0 0 1 0 0,3-9-1 0 0,-5 7 4 0 0,0 1 0 0 0,0-1 0 0 0,-1 1 0 0 0,0-1 0 0 0,0 1 0 0 0,-1-1 0 0 0,0 1 0 0 0,0 0 1 0 0,-5-11-1 0 0,-2-7 21 0 0,-2 0 0 0 0,0 1 0 0 0,-1 0 0 0 0,-21-30 0 0 0,26 45-21 0 0,-1 0 1 0 0,1 1-1 0 0,-1-1 1 0 0,-1 2-1 0 0,0-1 1 0 0,0 1 0 0 0,0 1-1 0 0,-1 0 1 0 0,0 0-1 0 0,0 1 1 0 0,0 0-1 0 0,-20-6 1 0 0,12 5-106 0 0,-1 0 0 0 0,-1 2 0 0 0,1 0 0 0 0,0 2 0 0 0,-1 0 0 0 0,0 1 0 0 0,1 1 0 0 0,-33 4 0 0 0,60 0-1508 0 0,9 0 1167 0 0,95 13-4195 0 0,28 4 59 0 0,1-10 1858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2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30 1441 0 0,'-1'-1'177'0'0,"1"0"1"0"0,-1 0-1 0 0,0 0 1 0 0,1 0-1 0 0,-1 0 1 0 0,0 0-1 0 0,0 1 1 0 0,0-1-1 0 0,0 0 1 0 0,0 0-1 0 0,0 1 1 0 0,0-1-1 0 0,0 1 1 0 0,0-1-1 0 0,0 1 1 0 0,0-1-1 0 0,0 1 1 0 0,0 0-1 0 0,-1 0 1 0 0,1-1-1 0 0,0 1 1 0 0,0 0-1 0 0,-2 0 1 0 0,-37-4 1991 0 0,-13-1-468 0 0,10 1-882 0 0,1 2-1 0 0,0 1 1 0 0,-64 8 0 0 0,95-6-778 0 0,0 1 0 0 0,1 0 1 0 0,0 1-1 0 0,-1 0 1 0 0,1 1-1 0 0,0 0 0 0 0,1 0 1 0 0,-1 1-1 0 0,1 0 0 0 0,0 1 1 0 0,0 0-1 0 0,1 0 0 0 0,-1 1 1 0 0,1 0-1 0 0,1 1 0 0 0,-1-1 1 0 0,1 1-1 0 0,1 1 1 0 0,-8 12-1 0 0,-1 4 38 0 0,-20 42 189 0 0,33-63-239 0 0,1 1 1 0 0,-1 0 0 0 0,1 0 0 0 0,0 0-1 0 0,0 1 1 0 0,1-1 0 0 0,-1 0 0 0 0,1 0 0 0 0,0 0-1 0 0,1 0 1 0 0,-1 0 0 0 0,2 7 0 0 0,2-1 24 0 0,0 0 0 0 0,0 0 0 0 0,1 0 0 0 0,0-1 1 0 0,1 0-1 0 0,0 0 0 0 0,1 0 0 0 0,0-1 0 0 0,1 0 1 0 0,0 0-1 0 0,0-1 0 0 0,0 0 0 0 0,1 0 0 0 0,1-1 1 0 0,-1-1-1 0 0,1 1 0 0 0,0-1 0 0 0,1-1 0 0 0,-1 0 1 0 0,1-1-1 0 0,14 5 0 0 0,-14-6-53 0 0,0 0 0 0 0,0 0 0 0 0,1-1 0 0 0,-1 0 0 0 0,1-1 0 0 0,-1-1 0 0 0,1 0 0 0 0,0 0 0 0 0,-1-1 0 0 0,1-1 0 0 0,-1 0 0 0 0,1 0 0 0 0,-1-1 0 0 0,0-1 0 0 0,0 1 0 0 0,0-2 0 0 0,-1 0 0 0 0,1 0 0 0 0,-1-1 0 0 0,18-13 0 0 0,-23 15 7 0 0,-1 0 0 0 0,0 0-1 0 0,0 0 1 0 0,0 0 0 0 0,0-1-1 0 0,-1 1 1 0 0,1-1 0 0 0,-1 0-1 0 0,-1 0 1 0 0,1 0 0 0 0,-1-1-1 0 0,1 1 1 0 0,-1 0 0 0 0,-1-1-1 0 0,2-6 1 0 0,-2 2 5 0 0,-1-1 0 0 0,0 0 1 0 0,-1 1-1 0 0,0-1 0 0 0,-5-19 1 0 0,2 7-3 0 0,2 6-6 0 0,-2-1 0 0 0,-9-29-1 0 0,10 41-5 0 0,0-1-1 0 0,-1 1 1 0 0,1 0-1 0 0,-1 0 0 0 0,-1 0 1 0 0,1 0-1 0 0,-1 1 1 0 0,-10-10-1 0 0,1 3 5 0 0,1 1-1 0 0,-2 1 1 0 0,1 0-1 0 0,-30-15 1 0 0,40 23-76 0 0,0 0 0 0 0,1 0 1 0 0,-1 1-1 0 0,-1-1 0 0 0,1 1 0 0 0,0 0 0 0 0,0 0 1 0 0,0 0-1 0 0,-1 0 0 0 0,1 1 0 0 0,0 0 0 0 0,-1 0 1 0 0,1 0-1 0 0,0 0 0 0 0,-1 1 0 0 0,1-1 0 0 0,0 1 1 0 0,0 0-1 0 0,-1 0 0 0 0,1 1 0 0 0,0 0 0 0 0,0-1 1 0 0,-6 5-1 0 0,9-5 24 0 0,0 0 1 0 0,1-1-1 0 0,-1 1 0 0 0,1-1 1 0 0,0 1-1 0 0,-1 0 0 0 0,1-1 1 0 0,-1 1-1 0 0,1 0 1 0 0,0-1-1 0 0,0 1 0 0 0,-1 0 1 0 0,1 0-1 0 0,0-1 1 0 0,0 1-1 0 0,0 0 0 0 0,0 0 1 0 0,0-1-1 0 0,0 1 0 0 0,0 0 1 0 0,0 0-1 0 0,0-1 1 0 0,0 1-1 0 0,0 0 0 0 0,0 0 1 0 0,1-1-1 0 0,-1 1 1 0 0,0 0-1 0 0,0 0 0 0 0,1-1 1 0 0,-1 1-1 0 0,1 0 1 0 0,-1-1-1 0 0,1 1 0 0 0,-1-1 1 0 0,1 1-1 0 0,-1-1 0 0 0,1 1 1 0 0,-1-1-1 0 0,1 1 1 0 0,0-1-1 0 0,-1 1 0 0 0,1-1 1 0 0,1 1-1 0 0,6 5-460 0 0,0 0 0 0 0,1-1 0 0 0,0 0 0 0 0,0-1 0 0 0,13 5-1 0 0,114 34-5226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3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42 1921 0 0,'-13'-6'4520'0'0,"-26"6"-2334"0"0,30 0-1289 0 0,-177 0 3345 0 0,155 0-4106 0 0,-1 1 0 0 0,1 1-1 0 0,-1 2 1 0 0,1 1 0 0 0,0 2-1 0 0,0 1 1 0 0,-40 16 0 0 0,60-19-66 0 0,-1 0 0 0 0,1 1 0 0 0,0 1 0 0 0,1-1 0 0 0,0 2 0 0 0,0-1 0 0 0,0 2 1 0 0,1-1-1 0 0,0 1 0 0 0,1 1 0 0 0,0-1 0 0 0,0 1 0 0 0,1 1 0 0 0,0-1 0 0 0,1 1 0 0 0,0 0 1 0 0,1 1-1 0 0,1-1 0 0 0,-1 1 0 0 0,2 0 0 0 0,-5 21 0 0 0,6-22 18 0 0,1-1-1 0 0,-1 1 1 0 0,2-1 0 0 0,-1 1-1 0 0,1 0 1 0 0,1 0-1 0 0,0-1 1 0 0,1 1 0 0 0,0-1-1 0 0,6 19 1 0 0,-6-24-57 0 0,1 0-1 0 0,0 0 1 0 0,0 0-1 0 0,1 0 1 0 0,-1-1 0 0 0,1 1-1 0 0,0-1 1 0 0,0 0-1 0 0,0 0 1 0 0,1 0-1 0 0,0-1 1 0 0,-1 0 0 0 0,1 0-1 0 0,0 0 1 0 0,1 0-1 0 0,-1-1 1 0 0,0 0 0 0 0,1 0-1 0 0,-1 0 1 0 0,1-1-1 0 0,0 0 1 0 0,10 1 0 0 0,27 1-28 0 0,1-2 0 0 0,-1-3-1 0 0,0-1 1 0 0,0-2 0 0 0,-1-1 0 0 0,1-3 0 0 0,-1-2 0 0 0,53-20 0 0 0,-85 26 5 0 0,0 0-1 0 0,0-1 1 0 0,-1-1-1 0 0,0 1 1 0 0,0-1-1 0 0,0-1 1 0 0,-1 0-1 0 0,0 0 1 0 0,-1 0-1 0 0,0-1 1 0 0,0 0-1 0 0,-1-1 1 0 0,9-16-1 0 0,-12 20-9 0 0,1 0-1 0 0,-2 0 0 0 0,1-1 0 0 0,-1 1 1 0 0,0-1-1 0 0,0 1 0 0 0,-1-1 1 0 0,0 0-1 0 0,0 0 0 0 0,0 0 1 0 0,-1 0-1 0 0,0 0 0 0 0,-1 1 0 0 0,1-1 1 0 0,-1 0-1 0 0,-1 0 0 0 0,1 0 1 0 0,-1 1-1 0 0,0-1 0 0 0,-1 1 0 0 0,0-1 1 0 0,0 1-1 0 0,-4-7 0 0 0,-1 3-67 0 0,-1 0-1 0 0,0 1 0 0 0,0 0 1 0 0,-1 1-1 0 0,0 0 0 0 0,0 0 1 0 0,-1 1-1 0 0,0 0 0 0 0,0 1 1 0 0,-13-5-1 0 0,-13-4-648 0 0,-71-18 1 0 0,67 24-312 0 0,0 1 0 0 0,0 2 1 0 0,0 2-1 0 0,-66 2 0 0 0,-39 12-4853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7:5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88 1921 0 0,'-24'9'2629'0'0,"43"-3"-576"0"0,-4-3 611 0 0,5-1-1299 0 0,-19-5-1203 0 0,-1 1 0 0 0,0 0 0 0 0,0 0 1 0 0,0-1-1 0 0,-1 1 0 0 0,1 0 1 0 0,0 0-1 0 0,-1-1 0 0 0,0 1 1 0 0,1 0-1 0 0,-3-3 0 0 0,-12-2 138 0 0,0 2 0 0 0,0 0 1 0 0,-1 1-1 0 0,0 1 0 0 0,-22-2 0 0 0,-48-6 354 0 0,81 11-561 0 0,0 0-13 0 0,-28 2 3 0 0,27 1-88 0 0,0-2-6 0 0,4-1 6 0 0,1 0 1 0 0,0-1 0 0 0,-1 1 0 0 0,1 0-1 0 0,0 0 1 0 0,-1 0 0 0 0,1 0-1 0 0,0 0 1 0 0,-1 0 0 0 0,1 1-1 0 0,0-1 1 0 0,0 0 0 0 0,-1 1 0 0 0,1-1-1 0 0,0 1 1 0 0,0-1 0 0 0,-1 1-1 0 0,1 0 1 0 0,0-1 0 0 0,0 1 0 0 0,0 0-1 0 0,0 0 1 0 0,0 0 0 0 0,0 0-1 0 0,0 0 1 0 0,0 0 0 0 0,0 1 0 0 0,0-1 8 0 0,0 0 1 0 0,0 0 0 0 0,1 0-1 0 0,-1 0 1 0 0,0 0-1 0 0,0-1 1 0 0,0 1 0 0 0,0 0-1 0 0,0-1 1 0 0,0 1 0 0 0,0 0-1 0 0,0-1 1 0 0,0 1 0 0 0,0-1-1 0 0,-1 0 1 0 0,1 1 0 0 0,0-1-1 0 0,0 0 1 0 0,-2 0-1 0 0,-1 1-3 0 0,-31 31-428 0 0,10-16 301 0 0,20-14 157 0 0,-1 1 0 0 0,1 0 0 0 0,0 0 0 0 0,1 1 0 0 0,-1-1 0 0 0,1 1 0 0 0,-1 0 0 0 0,1 1 0 0 0,0-1 0 0 0,1 1 0 0 0,-1 0 0 0 0,1-1 0 0 0,0 1-1 0 0,0 1 1 0 0,0-1 0 0 0,-1 6 0 0 0,1-8-7 0 0,1 0 0 0 0,0-1 0 0 0,0 1 0 0 0,-1-1 0 0 0,1 0-1 0 0,-1 1 1 0 0,0-1 0 0 0,-5 3 0 0 0,6-5-18 0 0,0 1 0 0 0,0 0 1 0 0,0 0-1 0 0,0 1 0 0 0,1-1 0 0 0,-1 0 0 0 0,0 1 1 0 0,1-1-1 0 0,-1 1 0 0 0,1-1 0 0 0,-1 1 0 0 0,1 0 1 0 0,0-1-1 0 0,0 1 0 0 0,0 0 0 0 0,-2 4 0 0 0,3-6-2 0 0,0 1-1 0 0,0 0 0 0 0,0-1 0 0 0,0 1 0 0 0,0-1 0 0 0,-1 1 0 0 0,1 0 1 0 0,0-1-1 0 0,0 1 0 0 0,-1-1 0 0 0,1 1 0 0 0,0-1 0 0 0,-1 1 0 0 0,1-1 1 0 0,-1 1-1 0 0,1-1 0 0 0,-1 1 0 0 0,1-1 0 0 0,-1 1 0 0 0,1-1 0 0 0,-1 0 1 0 0,1 1-1 0 0,-1-1 0 0 0,1 0 0 0 0,-1 0 0 0 0,1 1 0 0 0,-1-1 0 0 0,0 0 0 0 0,1 0 1 0 0,-1 0-1 0 0,0 0 0 0 0,1 0 0 0 0,-2 0 0 0 0,1 0 0 0 0,1 0 0 0 0,-1 0 1 0 0,1 1-1 0 0,-1-1 0 0 0,0 0 0 0 0,1 0 0 0 0,-1 0 0 0 0,0 0 0 0 0,1 1 1 0 0,-1-1-1 0 0,1 0 0 0 0,-1 0 0 0 0,1 1 0 0 0,-1-1 0 0 0,1 0 0 0 0,-1 1 1 0 0,1-1-1 0 0,-1 1 0 0 0,1-1 0 0 0,-1 1 0 0 0,1-1 0 0 0,0 1 0 0 0,-1-1 0 0 0,1 1 1 0 0,0-1-1 0 0,-1 1 0 0 0,1-1 0 0 0,0 1 0 0 0,0 0 0 0 0,-1-1 0 0 0,1 1 1 0 0,0 0-1 0 0,0 0 0 0 0,0 0-4 0 0,0 0-1 0 0,0 0 1 0 0,-1 0 0 0 0,1 0-1 0 0,0 0 1 0 0,-1 0 0 0 0,1 0-1 0 0,-1 0 1 0 0,1-1 0 0 0,-1 1-1 0 0,1 0 1 0 0,-1 0 0 0 0,1 0-1 0 0,-1-1 1 0 0,0 1 0 0 0,1 0-1 0 0,-1-1 1 0 0,0 1 0 0 0,0-1-1 0 0,0 1 1 0 0,1-1 0 0 0,-1 1-1 0 0,0-1 1 0 0,0 1 0 0 0,-1-1-1 0 0,-7 6-43 0 0,-21 27 72 0 0,28-31-14 0 0,1 0 1 0 0,0 0 0 0 0,0 0 0 0 0,0 1 0 0 0,1-1 0 0 0,-1 0-1 0 0,1 1 1 0 0,-1-1 0 0 0,1 0 0 0 0,0 1 0 0 0,-1-1 0 0 0,1 1 0 0 0,0-1-1 0 0,1 1 1 0 0,-1-1 0 0 0,1 5 0 0 0,0-4-14 0 0,-1 0 1 0 0,1 0-1 0 0,-1 0 0 0 0,0 1 1 0 0,0-1-1 0 0,0 0 1 0 0,-1 0-1 0 0,1 0 0 0 0,-1 0 1 0 0,1 0-1 0 0,-3 6 1 0 0,-3-1 10 0 0,-14 25 73 0 0,19-32-80 0 0,1 0 0 0 0,-1 0 0 0 0,1 1 0 0 0,-1-1 0 0 0,1 0 0 0 0,0 0 0 0 0,-1 1 1 0 0,1-1-1 0 0,0 0 0 0 0,0 1 0 0 0,0-1 0 0 0,0 0 0 0 0,0 0 0 0 0,0 1 0 0 0,1-1 0 0 0,-1 0 0 0 0,0 1 0 0 0,1-1 0 0 0,-1 0 0 0 0,1 0 0 0 0,-1 0 1 0 0,1 1-1 0 0,0-1 0 0 0,-1 0 0 0 0,1 0 0 0 0,0 0 0 0 0,0 0 0 0 0,0 1 0 0 0,50 41 143 0 0,-47-39-148 0 0,1 0-1 0 0,0-1 1 0 0,0 0 0 0 0,1 0-1 0 0,-1 0 1 0 0,0 0 0 0 0,1-1 0 0 0,0 0-1 0 0,-1 0 1 0 0,1-1 0 0 0,0 1-1 0 0,0-1 1 0 0,0 0 0 0 0,0-1 0 0 0,0 0-1 0 0,12 0 1 0 0,-10-1 10 0 0,1 2 0 0 0,0-1 0 0 0,0 2-1 0 0,0-1 1 0 0,-1 1 0 0 0,15 5 0 0 0,73 30-23 0 0,-62-29 127 0 0,1-1 0 0 0,0-2-1 0 0,0-1 1 0 0,0-2 0 0 0,1-2-1 0 0,38-3 1 0 0,23 0 219 0 0,145-9 703 0 0,-118 4-456 0 0,34-13 426 0 0,-49 5-436 0 0,62-2 39 0 0,251-34 718 0 0,-282 32-1032 0 0,0 6-1 0 0,153 4 1 0 0,-152 14 70 0 0,49-1-101 0 0,137-17-10 0 0,-268 13-146 0 0,38-4 106 0 0,-85 4-187 0 0,22 2 27 0 0,5 3-52 0 0,-9-3-1 0 0,-14 0-62 0 0,0-1 0 0 0,0-1 0 0 0,0 0 0 0 0,21-5 0 0 0,-22 3-28 0 0,9-8-272 0 0,-18 8 324 0 0,4-10-109 0 0,10 0 136 0 0,-15-19 89 0 0,-5 31-80 0 0,0 0 0 0 0,-1 0 1 0 0,1 0-1 0 0,0 0 0 0 0,0 0 1 0 0,-1 0-1 0 0,1 0 0 0 0,0 0 0 0 0,-1 0 1 0 0,1 0-1 0 0,-1 0 0 0 0,0 1 0 0 0,1-1 1 0 0,-1 0-1 0 0,0 0 0 0 0,1 0 0 0 0,-1 1 1 0 0,0-1-1 0 0,0 0 0 0 0,0 1 0 0 0,1-1 1 0 0,-1 1-1 0 0,0-1 0 0 0,0 1 0 0 0,-2-1 1 0 0,-5-4-21 0 0,-2-7 10 0 0,9 11 11 0 0,0-1 1 0 0,-1 0 0 0 0,1 1 0 0 0,-1-1 0 0 0,0 1 0 0 0,1-1 0 0 0,-1 1 0 0 0,0 0 0 0 0,0 0 0 0 0,0 0 0 0 0,0 0 0 0 0,-3-2 0 0 0,-50-28 34 0 0,44 24-25 0 0,0 0 0 0 0,0 0 1 0 0,-1 1-1 0 0,-14-5 0 0 0,-84-28-9 0 0,86 30 0 0 0,0 1 0 0 0,-1 2 0 0 0,0 0 1 0 0,-32-2-1 0 0,-29-6-14 0 0,33 6-17 0 0,1 3 0 0 0,-65 1 0 0 0,12 1 124 0 0,75 1-92 0 0,-57-4-55 0 0,-133 8 0 0 0,-16 5-53 0 0,25-13 241 0 0,200 7-145 0 0,1-2 0 0 0,0 1 1 0 0,0-1-1 0 0,-15-4 0 0 0,1 4-2 0 0,15 2 13 0 0,-37-3 53 0 0,32 0-146 0 0,1-1 0 0 0,0 0 0 0 0,-1-1 0 0 0,-21-10-1 0 0,18 7 84 0 0,0 1 0 0 0,0 0 0 0 0,-29-4-1 0 0,-221-30 1092 0 0,121 28-521 0 0,136 11-467 0 0,-75-10 134 0 0,30 5-133 0 0,-18 0-150 0 0,-132 6-1 0 0,30 5 10 0 0,90-5-60 0 0,78 3-469 0 0,4 1 351 0 0,-46 25-1272 0 0,32-20 1074 0 0,-1 1 0 0 0,2 0-1 0 0,-1 2 1 0 0,1 0 0 0 0,1 0 0 0 0,0 2 0 0 0,-17 20 0 0 0,22-19-75 0 0,-11 11-1338 0 0,18-18 616 0 0,3-7 1082 0 0,0-1-1 0 0,0 1 0 0 0,0 0 0 0 0,0-1 1 0 0,0 1-1 0 0,0-1 0 0 0,0 1 1 0 0,-1-1-1 0 0,1 1 0 0 0,0-1 0 0 0,0 1 1 0 0,-1-1-1 0 0,1 1 0 0 0,0-1 0 0 0,0 1 1 0 0,-1-1-1 0 0,1 0 0 0 0,-1 1 1 0 0,1-1-1 0 0,0 1 0 0 0,-1-1 0 0 0,1 0 1 0 0,-1 1-1 0 0,1-1 0 0 0,-1 0 1 0 0,1 0-1 0 0,-1 1 0 0 0,1-1 0 0 0,-1 0 1 0 0,1 0-1 0 0,-1 0 0 0 0,1 0 0 0 0,-2 1 1 0 0,-48 15-5892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1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900 25 1761 0 0,'-4'-16'6025'0'0,"-12"12"-5507"0"0,11 4-338 0 0,0 0-87 0 0,0 0 41 0 0,-44-2 256 0 0,35 0-271 0 0,-1 2 1 0 0,1-1-1 0 0,0 2 0 0 0,-21 2 1 0 0,-26 6 107 0 0,51-3-67 0 0,-5 1-116 0 0,0 0 1 0 0,0 2-1 0 0,0-1 0 0 0,1 2 1 0 0,1 0-1 0 0,-1 1 1 0 0,2 0-1 0 0,-15 17 1 0 0,20-21-24 0 0,0 0 1 0 0,0 0 0 0 0,0-1-1 0 0,-1 0 1 0 0,0 0-1 0 0,0-1 1 0 0,0 0 0 0 0,-1 0-1 0 0,0-1 1 0 0,0 0-1 0 0,-17 5 1 0 0,9-3 74 0 0,1 1 0 0 0,-24 13 0 0 0,18-8-90 0 0,-21 14 35 0 0,42-24-39 0 0,-1-1 1 0 0,0 1-1 0 0,1 0 1 0 0,-1 0-1 0 0,0 0 0 0 0,1 0 1 0 0,0 0-1 0 0,0 0 1 0 0,-1 0-1 0 0,1 0 1 0 0,1 1-1 0 0,-1-1 0 0 0,0 0 1 0 0,0 0-1 0 0,1 1 1 0 0,-1-1-1 0 0,1 1 1 0 0,0 2-1 0 0,0 2 3 0 0,1-1 1 0 0,-1 1-1 0 0,-1 0 0 0 0,1-1 1 0 0,-1 1-1 0 0,0-1 0 0 0,-1 1 1 0 0,1-1-1 0 0,-1 0 0 0 0,-1 1 1 0 0,1-1-1 0 0,-1 0 0 0 0,0 0 1 0 0,-4 5-1 0 0,3 11-23 0 0,4-21 19 0 0,0 0-1 0 0,1 1 1 0 0,-1-1 0 0 0,0 0 0 0 0,0 0 0 0 0,0 0 0 0 0,0 0 0 0 0,-1 0 0 0 0,1 0-1 0 0,0 0 1 0 0,0 0 0 0 0,-1 0 0 0 0,1 0 0 0 0,-1 0 0 0 0,1 0 0 0 0,0 0 0 0 0,-1 0-1 0 0,0 0 1 0 0,1 0 0 0 0,-2 2 0 0 0,-13 3 50 0 0,12-5-45 0 0,0 0 0 0 0,1 0 0 0 0,-1-1 0 0 0,0 1 0 0 0,1 1 0 0 0,-1-1 0 0 0,1 0 0 0 0,0 1 0 0 0,-1-1 0 0 0,1 1 0 0 0,0 0 0 0 0,0 0 0 0 0,0 0 0 0 0,0 0 0 0 0,-3 4 0 0 0,5-6-6 0 0,0 1 1 0 0,0 0-1 0 0,0 0 1 0 0,0-1-1 0 0,0 1 0 0 0,0 0 1 0 0,0-1-1 0 0,-1 1 1 0 0,1 0-1 0 0,0-1 1 0 0,0 1-1 0 0,-1 0 0 0 0,1-1 1 0 0,-1 1-1 0 0,1 0 1 0 0,0-1-1 0 0,-1 1 0 0 0,1-1 1 0 0,-1 1-1 0 0,1-1 1 0 0,-1 1-1 0 0,0-1 1 0 0,1 1-1 0 0,-1-1 0 0 0,1 0 1 0 0,-1 1-1 0 0,0-1 1 0 0,1 0-1 0 0,-1 0 1 0 0,0 1-1 0 0,-1-1 0 0 0,1 0 1 0 0,1 0-1 0 0,-1 1 1 0 0,0-1-1 0 0,0 0 0 0 0,0 1 1 0 0,1-1-1 0 0,-1 1 1 0 0,0-1-1 0 0,0 1 0 0 0,1-1 1 0 0,-1 1-1 0 0,0-1 1 0 0,1 1-1 0 0,-1 0 0 0 0,0-1 1 0 0,1 1-1 0 0,-1 0 1 0 0,1-1-1 0 0,-1 1 0 0 0,1 0 1 0 0,0 0-1 0 0,-1 0 1 0 0,1-1-1 0 0,0 1 0 0 0,0 0 1 0 0,-1 0-1 0 0,1 0 1 0 0,0 0-1 0 0,0 0 0 0 0,0 0 1 0 0,0-1-1 0 0,0 2 1 0 0,1 9 31 0 0,-1-7-30 0 0,1 0-1 0 0,-1-1 1 0 0,0 1-1 0 0,0-1 1 0 0,0 1 0 0 0,0 0-1 0 0,-1-1 1 0 0,1 1-1 0 0,-1-1 1 0 0,0 1 0 0 0,0-1-1 0 0,-2 5 1 0 0,-15 12-55 0 0,15-17 57 0 0,0 0 0 0 0,0 0 0 0 0,0 0 0 0 0,0 1-1 0 0,0-1 1 0 0,0 1 0 0 0,1 0 0 0 0,0 0 0 0 0,0 0 0 0 0,0 0 0 0 0,0 0 0 0 0,1 0 0 0 0,-1 0 0 0 0,1 1-1 0 0,0-1 1 0 0,0 9 0 0 0,1-12-4 0 0,0 1 0 0 0,-1-1 0 0 0,1 0 0 0 0,0 0 0 0 0,0 1 0 0 0,-1-1 0 0 0,1 0 0 0 0,-1 0 0 0 0,1 0 0 0 0,-1 1 0 0 0,1-1 0 0 0,-1 0 0 0 0,0 0 0 0 0,0 0 0 0 0,1 0 0 0 0,-1 0-1 0 0,0 0 1 0 0,0 0 0 0 0,0-1 0 0 0,0 1 0 0 0,0 0 0 0 0,-1 0 0 0 0,1 0 1 0 0,0 0-1 0 0,-1-1 1 0 0,1 1 0 0 0,0 0-1 0 0,1 0 1 0 0,-1 0 0 0 0,0 0-1 0 0,0 0 1 0 0,0 0-1 0 0,0 0 1 0 0,1 0 0 0 0,-1 0-1 0 0,1 0 1 0 0,-1 0 0 0 0,0 1-1 0 0,1-1 1 0 0,0 0-1 0 0,-1 0 1 0 0,1 1 0 0 0,0-1-1 0 0,0 0 1 0 0,0 2 0 0 0,0 0 3 0 0,-1 0 0 0 0,1 0 0 0 0,0 0 0 0 0,-1 0 0 0 0,1 0 0 0 0,-1 0 0 0 0,0 0 0 0 0,0 0 0 0 0,0 0 0 0 0,-1 0 0 0 0,1 0 0 0 0,0-1 0 0 0,-1 1 0 0 0,-2 2 0 0 0,2-3-9 0 0,1 1 0 0 0,-1-1 0 0 0,1 1 0 0 0,-1-1 0 0 0,1 1 0 0 0,0 0 0 0 0,0-1 1 0 0,0 1-1 0 0,0 0 0 0 0,1 0 0 0 0,-1 0 0 0 0,1 0 0 0 0,0 0 0 0 0,-1 2 0 0 0,1 84 459 0 0,1-87-442 0 0,0 0 0 0 0,1 1 0 0 0,-1-1 0 0 0,0 0 0 0 0,1 0-1 0 0,-1 0 1 0 0,1-1 0 0 0,-1 1 0 0 0,1 0 0 0 0,0 0 0 0 0,0-1 0 0 0,0 1 0 0 0,0-1 0 0 0,0 0 0 0 0,0 1 0 0 0,0-1 0 0 0,1 0 0 0 0,-1 0 0 0 0,0-1 0 0 0,1 1 0 0 0,-1 0 0 0 0,4 0 0 0 0,66 16-96 0 0,-69-16 93 0 0,394 40 55 0 0,-80-13 5 0 0,-258-21-64 0 0,0-3 1 0 0,80-5-1 0 0,-35-1-7 0 0,13-4 32 0 0,132-22 0 0 0,-72 5-10 0 0,54 4 60 0 0,142 16 274 0 0,-194 5-135 0 0,415 10 1355 0 0,-569-11-1515 0 0,341 23 749 0 0,-134-3-381 0 0,-76-4-173 0 0,165-4-1 0 0,44 8 68 0 0,-128-4-255 0 0,0 4 147 0 0,39 4-26 0 0,111 6 747 0 0,331-6 1961 0 0,-668-24-2569 0 0,202-10 628 0 0,-10-20-153 0 0,-183 22-586 0 0,147-25 36 0 0,-55 14-171 0 0,-100 8-81 0 0,-24 5-21 0 0,1-2 0 0 0,47-17 1 0 0,-9-1 75 0 0,-18 6 39 0 0,50-26 0 0 0,-88 39-93 0 0,39-26 0 0 0,-42 28 16 0 0,1 0-1 0 0,-1 0 1 0 0,1 0-1 0 0,0 1 1 0 0,12-4 0 0 0,13-5 37 0 0,-18 7-49 0 0,-11 4-22 0 0,-1 0 0 0 0,1 0-1 0 0,-1 0 1 0 0,1 0 0 0 0,-1-1-1 0 0,0 1 1 0 0,0-1 0 0 0,5-3 0 0 0,-1-2-66 0 0,0 0-1 0 0,0 1 1 0 0,0 0 0 0 0,1 0 0 0 0,0 0 0 0 0,1 1 0 0 0,-1 1 0 0 0,1 0 0 0 0,16-7 0 0 0,-3 1-21 0 0,-16 7 105 0 0,-1 1 0 0 0,0 0 0 0 0,1 0 0 0 0,-1 0-1 0 0,1 1 1 0 0,0-1 0 0 0,0 2 0 0 0,-1-1 0 0 0,1 0 0 0 0,7 1-1 0 0,-13 1-79 0 0,5 3 0 0 0,5-2 40 0 0,9 1-50 0 0,-1-1 0 0 0,1 0 0 0 0,31-2 0 0 0,-25 1 23 0 0,-24-1 55 0 0,1 0-1 0 0,-1 1 0 0 0,0-1 0 0 0,1 0 0 0 0,-1 0 0 0 0,0 1 1 0 0,1-1-1 0 0,-1 0 0 0 0,0 0 0 0 0,1-1 0 0 0,-1 1 0 0 0,1 0 1 0 0,-1 0-1 0 0,0-1 0 0 0,1 1 0 0 0,-1-1 0 0 0,0 1 0 0 0,0-1 0 0 0,1 1 1 0 0,-1-1-1 0 0,0 0 0 0 0,0 0 0 0 0,0 0 0 0 0,0 1 0 0 0,0-1 1 0 0,1-2-1 0 0,-2 2-5 0 0,0 0 0 0 0,1 0 1 0 0,-1 0-1 0 0,0 0 0 0 0,0 0 1 0 0,1 0-1 0 0,-1 0 0 0 0,1 0 0 0 0,-1 0 1 0 0,1 1-1 0 0,-1-1 0 0 0,1 0 1 0 0,-1 0-1 0 0,1 0 0 0 0,0 0 1 0 0,-1 1-1 0 0,1-1 0 0 0,0 0 1 0 0,0 1-1 0 0,0-1 0 0 0,-1 1 0 0 0,2-1 1 0 0,0 0-2 0 0,-1 0 0 0 0,0 0 1 0 0,0 0-1 0 0,0 1 1 0 0,0-1-1 0 0,0 0 0 0 0,0 0 1 0 0,0 0-1 0 0,0-1 1 0 0,0 1-1 0 0,0 0 0 0 0,-1 0 1 0 0,1 0-1 0 0,0-1 0 0 0,-1 1 1 0 0,1 0-1 0 0,-1-1 1 0 0,0 1-1 0 0,1 0 0 0 0,-1-1 1 0 0,0 1-1 0 0,0 0 1 0 0,0-2-1 0 0,-3-34 253 0 0,2 36-220 0 0,0 0-1 0 0,0 0 1 0 0,0-1 0 0 0,0 1-1 0 0,0 0 1 0 0,-1 0 0 0 0,1 0 0 0 0,0 0-1 0 0,0 0 1 0 0,-1 0 0 0 0,1 0 0 0 0,-1 1-1 0 0,1-1 1 0 0,-1 0 0 0 0,-1 0-1 0 0,-16-7 3 0 0,-88-35 62 0 0,-134-40 2 0 0,174 58-106 0 0,41 14 8 0 0,-1 1 0 0 0,-34-7 0 0 0,-301-47-58 0 0,-109-24-35 0 0,144 25 58 0 0,10 15 73 0 0,157 27-120 0 0,-430-42-75 0 0,275 35-37 0 0,-403-11 25 0 0,603 40 57 0 0,0 5 0 0 0,1 6 0 0 0,-115 26 0 0 0,146-24 82 0 0,0-3 0 0 0,-118 0-1 0 0,-176-28 87 0 0,45-26-331 0 0,229 20 263 0 0,74 15-66 0 0,-1 2 0 0 0,-1 0 0 0 0,-46-1 0 0 0,-257 30-778 0 0,220-11 868 0 0,20-9-88 0 0,63-4 45 0 0,1 2 0 0 0,-31 4 1 0 0,-78 2 31 0 0,17-3 20 0 0,91-3-39 0 0,-1-1 0 0 0,1-2 0 0 0,-43-8 1 0 0,31 4 5 0 0,-204-19-810 0 0,236 24 451 0 0,-53-1-468 0 0,62 2 661 0 0,1-1 0 0 0,-1 1 0 0 0,1 0 1 0 0,-1 0-1 0 0,1 0 0 0 0,-1 1 0 0 0,1-1 0 0 0,-1 0 0 0 0,1 0 0 0 0,-1 1 0 0 0,1-1 0 0 0,-1 1 0 0 0,1 0 1 0 0,-1-1-1 0 0,1 1 0 0 0,0 0 0 0 0,-1 0 0 0 0,1 0 0 0 0,0 0 0 0 0,0 0 0 0 0,0 0 0 0 0,0 0 0 0 0,0 0 0 0 0,0 0 1 0 0,0 0-1 0 0,0 1 0 0 0,0-1 0 0 0,0 0 0 0 0,1 1 0 0 0,-1-1 0 0 0,1 1 0 0 0,-2 2 0 0 0,2 42-7247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38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115 600 400 0 0,'0'1'79'0'0,"0"-1"-1"0"0,0 1 1 0 0,0-1 0 0 0,-1 0-1 0 0,1 1 1 0 0,0-1 0 0 0,-1 0-1 0 0,1 1 1 0 0,0-1 0 0 0,-1 0-1 0 0,1 1 1 0 0,0-1-1 0 0,-1 0 1 0 0,1 1 0 0 0,0-1-1 0 0,-1 0 1 0 0,1 0 0 0 0,-1 0-1 0 0,1 0 1 0 0,-1 1 0 0 0,1-1-1 0 0,0 0 1 0 0,-1 0-1 0 0,1 0 1 0 0,-1 0 0 0 0,1 0-1 0 0,-1 0 1 0 0,1 0 0 0 0,-1 0-1 0 0,1 0 1 0 0,-1 0 0 0 0,1 0-1 0 0,0 0 1 0 0,-1-1-1 0 0,0 1 1 0 0,-11 1 817 0 0,8 5 1260 0 0,4-5-2126 0 0,0-1 0 0 0,0 1-1 0 0,-1-1 1 0 0,1 1 0 0 0,0-1 0 0 0,0 1 0 0 0,-1-1-1 0 0,1 0 1 0 0,0 1 0 0 0,-1-1 0 0 0,1 1 0 0 0,0-1 0 0 0,-1 0-1 0 0,1 1 1 0 0,0-1 0 0 0,-1 0 0 0 0,1 1 0 0 0,-1-1 0 0 0,1 0-1 0 0,-1 0 1 0 0,1 1 0 0 0,-1-1 0 0 0,1 0 0 0 0,-1 0-1 0 0,1 0 1 0 0,-1 0 0 0 0,1 0 0 0 0,-1 0 0 0 0,1 0 0 0 0,-1 0-1 0 0,1 0 1 0 0,-1 0 0 0 0,0 0 0 0 0,0 0-5 0 0,0 0-1 0 0,1 0 1 0 0,-1 0 0 0 0,1 0 0 0 0,-1 0 0 0 0,1 0-1 0 0,-1 0 1 0 0,1 0 0 0 0,-1 0 0 0 0,0 0-1 0 0,1 0 1 0 0,-1 0 0 0 0,1 1 0 0 0,-1-1-1 0 0,1 0 1 0 0,-1 0 0 0 0,1 1 0 0 0,-1-1-1 0 0,1 0 1 0 0,-1 1 0 0 0,1-1 0 0 0,0 0 0 0 0,-1 1-1 0 0,1-1 1 0 0,-1 1 0 0 0,1-1 0 0 0,0 1-1 0 0,-1-1 1 0 0,1 1 0 0 0,0-1 0 0 0,0 1-1 0 0,0-1 1 0 0,-1 1 0 0 0,1 0 0 0 0,0-1-13 0 0,-1 1 1 0 0,1-1 0 0 0,0 1 0 0 0,-1-1-1 0 0,1 0 1 0 0,0 1 0 0 0,-1-1-1 0 0,1 0 1 0 0,0 1 0 0 0,-1-1 0 0 0,1 0-1 0 0,-1 0 1 0 0,1 1 0 0 0,-1-1-1 0 0,1 0 1 0 0,-1 0 0 0 0,1 0-1 0 0,-1 0 1 0 0,1 1 0 0 0,-1-1 0 0 0,1 0-1 0 0,-1 0 1 0 0,1 0 0 0 0,-1 0-1 0 0,1 0 1 0 0,-1 0 0 0 0,1 0 0 0 0,-1-1-1 0 0,0 1 1 0 0,-5 1 113 0 0,21 4 234 0 0,-10-3 0 0 0,-10-1 67 0 0,-18 2-230 0 0,-4 2 682 0 0,52-3-328 0 0,-20-13-404 0 0,-1 8-135 0 0,-1 1 1 0 0,1-2-1 0 0,-1 1 0 0 0,0 0 1 0 0,0-1-1 0 0,0 1 1 0 0,4-7-1 0 0,23-29 36 0 0,-17 23-53 0 0,-1-2 0 0 0,-1 1 0 0 0,-1-1 0 0 0,0-1 0 0 0,-1 0 0 0 0,-2-1 0 0 0,7-19 0 0 0,-11 32 8 0 0,-1 1 1 0 0,1 0 0 0 0,-1-1 0 0 0,-1 1-1 0 0,1-1 1 0 0,-1 1 0 0 0,0-1-1 0 0,-1 0 1 0 0,1 0 0 0 0,-1 1-1 0 0,-1-1 1 0 0,1 0 0 0 0,-1 0 0 0 0,0 1-1 0 0,-1-1 1 0 0,1 1 0 0 0,-4-9-1 0 0,0-29 21 0 0,0 1 19 0 0,-15 2-56 0 0,12 16-62 0 0,6 20 37 0 0,0-1 1 0 0,1 1-1 0 0,-2-1 0 0 0,1 1 1 0 0,-1 0-1 0 0,1-1 0 0 0,-1 1 1 0 0,-7-7-1 0 0,6 6 52 0 0,-1-1-1 0 0,1 1 0 0 0,0-1 1 0 0,0 0-1 0 0,1 0 0 0 0,0 0 1 0 0,0 0-1 0 0,-2-11 0 0 0,3 18-12 0 0,1 0 0 0 0,0 0-1 0 0,0 0 1 0 0,0 1-1 0 0,0-1 1 0 0,0 0-1 0 0,0 0 1 0 0,0 1-1 0 0,0-1 1 0 0,0 0-1 0 0,0 1 1 0 0,0-1-1 0 0,0 1 1 0 0,0-1-1 0 0,0 1 0 0 0,0 0 1 0 0,1-1-1 0 0,-1 1 1 0 0,0 0-1 0 0,0 0 1 0 0,1-1-1 0 0,-1 1 1 0 0,0 0-1 0 0,1 0 1 0 0,-1 0-1 0 0,0 1 1 0 0,1 1 3 0 0,0-1 1 0 0,-1 0 0 0 0,1 0 0 0 0,-1 1 0 0 0,1-1 0 0 0,-1 0 0 0 0,0 0 0 0 0,0 0 0 0 0,0 0-1 0 0,0 0 1 0 0,0 0 0 0 0,0 0 0 0 0,-1 0 0 0 0,-1 2 0 0 0,1-2-1 0 0,1 0 0 0 0,-1 0 0 0 0,0 1 0 0 0,1-1 0 0 0,0 1 0 0 0,-1-1 0 0 0,1 1 0 0 0,0-1 0 0 0,1 1 0 0 0,-1 0 0 0 0,0-1 0 0 0,1 1 0 0 0,-1 0 0 0 0,1 4 0 0 0,0 446 996 0 0,2-392-948 0 0,22 118 0 0 0,-15-123-9 0 0,21 106 91 0 0,-28-156-197 0 0,-1 0 0 0 0,1 0 0 0 0,1 0 1 0 0,-1-1-1 0 0,1 1 0 0 0,0-1 0 0 0,0 0 1 0 0,0 1-1 0 0,1-1 0 0 0,0-1 0 0 0,0 1 1 0 0,0-1-1 0 0,1 1 0 0 0,5 3 0 0 0,-7-6-189 0 0,0 0-1 0 0,1 0 0 0 0,-1 0 1 0 0,1-1-1 0 0,-1 0 1 0 0,1 1-1 0 0,0-1 0 0 0,0 0 1 0 0,-1-1-1 0 0,1 1 1 0 0,0-1-1 0 0,0 0 0 0 0,0 0 1 0 0,0 0-1 0 0,0 0 0 0 0,-1-1 1 0 0,1 1-1 0 0,0-1 1 0 0,0 0-1 0 0,0 0 0 0 0,-1 0 1 0 0,1-1-1 0 0,-1 1 1 0 0,7-5-1 0 0,45-28-5123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39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44 800 0 0,'0'0'75'0'0,"0"-1"0"0"0,0 1 0 0 0,0 0 0 0 0,1-1 0 0 0,-1 1 0 0 0,0 0 0 0 0,0-1 0 0 0,0 1 0 0 0,0 0-1 0 0,0-1 1 0 0,0 1 0 0 0,0 0 0 0 0,0-1 0 0 0,0 1 0 0 0,0 0 0 0 0,0-1 0 0 0,0 1 0 0 0,0 0 0 0 0,0 0-1 0 0,-1-1 1 0 0,1 1 0 0 0,0 0 0 0 0,0-1 0 0 0,0 1 0 0 0,0 0 0 0 0,-1 0 0 0 0,1-1 0 0 0,0 1 0 0 0,0 0 0 0 0,0 0-1 0 0,-1-1 1 0 0,1 1 0 0 0,0 0 0 0 0,0 0 0 0 0,-1 0 0 0 0,1-1 0 0 0,0 1 0 0 0,-1 0 0 0 0,-44-32 2593 0 0,39 51 274 0 0,-19 75-1736 0 0,24-85-1156 0 0,0-1 0 0 0,1 1 1 0 0,0 0-1 0 0,0 0 0 0 0,1 0 0 0 0,0 0 0 0 0,1 0 0 0 0,0 0 0 0 0,0-1 1 0 0,6 14-1 0 0,-1-1-42 0 0,-6-15-15 0 0,2 3-135 0 0,-1 0 1 0 0,1-1-1 0 0,0 0 0 0 0,1 0 1 0 0,8 15-1 0 0,-10-21 95 0 0,-1-1-1 0 0,0 1 0 0 0,1-1 1 0 0,-1 0-1 0 0,1 1 1 0 0,-1-1-1 0 0,1 0 0 0 0,-1 0 1 0 0,1 0-1 0 0,0 0 1 0 0,0 0-1 0 0,-1 0 0 0 0,1-1 1 0 0,0 1-1 0 0,0 0 1 0 0,0-1-1 0 0,0 0 1 0 0,0 1-1 0 0,0-1 0 0 0,0 0 1 0 0,0 0-1 0 0,0 0 1 0 0,0 0-1 0 0,0 0 0 0 0,0-1 1 0 0,-1 1-1 0 0,1-1 1 0 0,0 1-1 0 0,0-1 0 0 0,0 0 1 0 0,0 1-1 0 0,2-3 1 0 0,2 1-458 0 0,-1-1 1 0 0,1 0 0 0 0,-1 0 0 0 0,0-1-1 0 0,0 0 1 0 0,0 0 0 0 0,0 0 0 0 0,-1 0 0 0 0,5-7-1 0 0,-4-14-2323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3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2001 0 0,'2'1'212'0'0,"0"-1"1"0"0,-1 1-1 0 0,1 0 1 0 0,0 0-1 0 0,-1 0 1 0 0,1 0-1 0 0,0 1 1 0 0,-1-1-1 0 0,1 0 1 0 0,-1 1-1 0 0,0-1 1 0 0,0 1-1 0 0,1-1 1 0 0,-1 1-1 0 0,0 0 1 0 0,0-1-1 0 0,0 1 1 0 0,0 2-1 0 0,2 36 3657 0 0,-3-25-3878 0 0,0-11 57 0 0,0 0 0 0 0,0 0 0 0 0,1 0 1 0 0,-1 0-1 0 0,1 0 0 0 0,0 0 0 0 0,0 0 0 0 0,0 0 1 0 0,0-1-1 0 0,1 1 0 0 0,0 0 0 0 0,0-1 0 0 0,3 7 0 0 0,13 24 25 0 0,33 43 87 0 0,-51-74-146 0 0,1-1 0 0 0,0 1 0 0 0,0-1 0 0 0,1 1 1 0 0,-1-1-1 0 0,0 1 0 0 0,1-1 0 0 0,0 0 0 0 0,-1 0 0 0 0,1 0 0 0 0,0 0 0 0 0,0 0 1 0 0,0 0-1 0 0,0-1 0 0 0,0 1 0 0 0,4 1 0 0 0,-6-2-11 0 0,0-1 1 0 0,0 0-1 0 0,0 0 1 0 0,1 1-1 0 0,-1-1 0 0 0,0 0 1 0 0,0 0-1 0 0,0 0 1 0 0,0 1-1 0 0,0-1 0 0 0,0 0 1 0 0,0 0-1 0 0,0 1 1 0 0,0-1-1 0 0,0 0 0 0 0,0 0 1 0 0,0 1-1 0 0,0-1 0 0 0,0 0 1 0 0,0 0-1 0 0,0 1 1 0 0,0-1-1 0 0,0 0 0 0 0,0 0 1 0 0,0 1-1 0 0,0-1 1 0 0,-1 0-1 0 0,1 0 0 0 0,0 0 1 0 0,0 1-1 0 0,0-1 1 0 0,0 0-1 0 0,-1 0 0 0 0,1 0 1 0 0,0 1-1 0 0,0-1 0 0 0,0 0 1 0 0,-1 0-1 0 0,1 0 1 0 0,0 0-1 0 0,0 0 0 0 0,0 0 1 0 0,-1 1-1 0 0,1-1 1 0 0,0 0-1 0 0,0 0 0 0 0,-1 0 1 0 0,1 0-1 0 0,0 0 1 0 0,0 0-1 0 0,-1 0 0 0 0,1 0 1 0 0,0 0-1 0 0,0 0 0 0 0,-1 0 1 0 0,-18 5 126 0 0,14-12-50 0 0,-81-19-80 0 0,74 21 0 0 0,0 0 0 0 0,-1 1 0 0 0,1 0 0 0 0,-1 1 0 0 0,0 0 0 0 0,0 1 0 0 0,0 0 0 0 0,0 1 0 0 0,-1 1 0 0 0,1 0 0 0 0,0 1 0 0 0,-14 2 0 0 0,26-3 2 0 0,-1 1 0 0 0,1-1 0 0 0,0 0 0 0 0,0 1 0 0 0,-1-1 0 0 0,1 1 0 0 0,0 0 0 0 0,0-1 0 0 0,0 1 0 0 0,0 0 0 0 0,-1 0 1 0 0,1-1-1 0 0,0 1 0 0 0,0 0 0 0 0,1 0 0 0 0,-1 0 0 0 0,0 0 0 0 0,0 0 0 0 0,0 1 0 0 0,1-1 0 0 0,-1 0 0 0 0,0 0 0 0 0,1 0 0 0 0,0 1 0 0 0,-1-1 0 0 0,1 0 0 0 0,-1 1 0 0 0,1 0 0 0 0,0 3 19 0 0,0 0 0 0 0,0-1 0 0 0,0 1 0 0 0,1-1 0 0 0,0 1 0 0 0,0-1 0 0 0,0 1 0 0 0,3 7 0 0 0,4 6 114 0 0,0 0 0 0 0,2 0-1 0 0,17 25 1 0 0,-2-8 30 0 0,43 57 252 0 0,-60-81-424 0 0,1-2 0 0 0,0 1 1 0 0,1-1-1 0 0,0-1 0 0 0,1 1 0 0 0,15 8 0 0 0,-22-15-94 0 0,0-1 1 0 0,-1 0-1 0 0,1 0 1 0 0,0 0-1 0 0,0 0 1 0 0,-1 0 0 0 0,1-1-1 0 0,0 0 1 0 0,0 0-1 0 0,0 0 1 0 0,0 0-1 0 0,0 0 1 0 0,-1-1-1 0 0,1 0 1 0 0,0 0-1 0 0,0 0 1 0 0,-1 0-1 0 0,1 0 1 0 0,0-1-1 0 0,5-3 1 0 0,-2 1-196 0 0,0 0 0 0 0,0-1-1 0 0,0 0 1 0 0,-1 0 0 0 0,0-1 0 0 0,0 0 0 0 0,0 0 0 0 0,8-12-1 0 0,-10 13 13 0 0,-1 0-1 0 0,0 0 1 0 0,0-1-1 0 0,0 0 0 0 0,-1 1 1 0 0,0-1-1 0 0,0 0 1 0 0,1-7-1 0 0,0-12-2349 0 0,-1-48-1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3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1040 0 0,'3'54'8731'0'0,"1"-32"-8673"0"0,0 0 1 0 0,1-1-1 0 0,9 22 1 0 0,-5-13 152 0 0,-1 2 1 0 0,4 43 0 0 0,-7-37 84 0 0,17 60 0 0 0,-6-47-250 0 0,-2-9-76 0 0,10 53 0 0 0,6 55-183 0 0,-25-130 85 0 0,-5-18 79 0 0,0 0-1 0 0,0 0 1 0 0,0 0 0 0 0,0 0 0 0 0,1 0-1 0 0,-1-1 1 0 0,1 1 0 0 0,-1 0 0 0 0,1 0-1 0 0,0 0 1 0 0,0-1 0 0 0,0 1 0 0 0,0 0-1 0 0,0-1 1 0 0,0 1 0 0 0,0 0 0 0 0,1-1-1 0 0,-1 0 1 0 0,0 1 0 0 0,1-1 0 0 0,-1 0-1 0 0,1 0 1 0 0,0 0 0 0 0,-1 0-1 0 0,1 0 1 0 0,0 0 0 0 0,2 1 0 0 0,15 0-1665 0 0,-38-16-628 0 0,-11-9-1419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0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89 1441 0 0,'0'-5'2241'0'0,"-30"5"960"0"0,60-8-1520 0 0,0 2-1201 0 0,0 0-240 0 0,25-1-160 0 0,5 1-240 0 0,31 0-480 0 0,-31-7-1041 0 0,0-1-640 0 0,1 3 80 0 0,-31 5 240 0 0</inkml:trace>
  <inkml:trace contextRef="#ctx0" brushRef="#br0" timeOffset="1">1015 230 1521 0 0,'-30'44'4882'0'0,"-31"6"-1601"0"0,31 2-2640 0 0,30-8-881 0 0,0-6 80 0 0,30 1 80 0 0,-30-14-561 0 0,31-6-1440 0 0,-1-13-3441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57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3041 0 0,'-30'14'4002'0'0,"0"-14"-3361"0"0,60 5-1442 0 0,0-5 1 0 0,1 0-1121 0 0,-1-5-80 0 0,30-9 80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1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196 128 3442 0 0,'-25'0'2534'0'0,"20"0"-1227"0"0,5 0-1300 0 0,0 0-1 0 0,-1-1 1 0 0,1 1-1 0 0,0 0 1 0 0,0 0-1 0 0,0 0 1 0 0,0 0-1 0 0,0-1 0 0 0,0 1 1 0 0,0 0-1 0 0,0 0 1 0 0,-1 0-1 0 0,1-1 1 0 0,0 1-1 0 0,0 0 1 0 0,0 0-1 0 0,0 0 1 0 0,0-1-1 0 0,0 1 0 0 0,0 0 1 0 0,0 0-1 0 0,0-1 1 0 0,0 1-1 0 0,0 0 1 0 0,0 0-1 0 0,1 0 1 0 0,-1-1-1 0 0,0 1 1 0 0,0 0-1 0 0,0 0 0 0 0,0 0 1 0 0,0-1-1 0 0,0 1 1 0 0,0 0-1 0 0,1 0 1 0 0,-1 0-1 0 0,0 0 1 0 0,0-1-1 0 0,0 1 1 0 0,0 0-1 0 0,1 0 0 0 0,-1 0 1 0 0,0 0-1 0 0,0 0 1 0 0,0 0-1 0 0,0 0 1 0 0,1 0-1 0 0,-1-1 1 0 0,0 1-1 0 0,0 0 1 0 0,1 0-1 0 0,-1 0 0 0 0,0 0 1 0 0,0 0-1 0 0,0 0 1 0 0,1 0-1 0 0,-1 0 1 0 0,0 0-1 0 0,0 0 1 0 0,0 0-1 0 0,1 1 1 0 0,33-22 259 0 0,0 2 1 0 0,44-17 0 0 0,-23 5 213 0 0,-55 31-470 0 0,1 0-1 0 0,-1 0 0 0 0,0-1 1 0 0,1 1-1 0 0,-1 0 1 0 0,0 0-1 0 0,0 0 0 0 0,1 0 1 0 0,-1 0-1 0 0,0 0 1 0 0,0 0-1 0 0,0-1 1 0 0,1 1-1 0 0,-1 0 0 0 0,0 0 1 0 0,0 0-1 0 0,0 0 1 0 0,1-1-1 0 0,-1 1 0 0 0,0 0 1 0 0,0 0-1 0 0,0 0 1 0 0,0-1-1 0 0,0 1 0 0 0,1 0 1 0 0,-1 0-1 0 0,0-1 1 0 0,0 1-1 0 0,0 0 1 0 0,0 0-1 0 0,0-1 0 0 0,0 1 1 0 0,0 0-1 0 0,0-1 1 0 0,0 1-1 0 0,0 0 0 0 0,0 0 1 0 0,0-1-1 0 0,0 1 1 0 0,0 0-1 0 0,0 0 1 0 0,0-1-1 0 0,-1 1 0 0 0,1 0 1 0 0,0 0-1 0 0,0-1 1 0 0,0 1-1 0 0,0 0 0 0 0,0 0 1 0 0,-1 0-1 0 0,1-1 1 0 0,0 1-1 0 0,0 0 1 0 0,0 0-1 0 0,0 0 0 0 0,-1-1 1 0 0,1 1-1 0 0,0 0 1 0 0,0 0-1 0 0,-1 0 0 0 0,1 0 1 0 0,0 0-1 0 0,0 0 1 0 0,-1 0-1 0 0,1 0 1 0 0,0-1-1 0 0,-1 1 0 0 0,-44 15 213 0 0,1 1-1 0 0,1 3 1 0 0,0 1-1 0 0,-43 28 1 0 0,74-41-149 0 0,1-1 1 0 0,0 1 0 0 0,1 1 0 0 0,0 0-1 0 0,0 1 1 0 0,1 0 0 0 0,0 0 0 0 0,-9 12-1 0 0,16-19-60 0 0,1 1-1 0 0,0-1 1 0 0,0 0 0 0 0,0 0-1 0 0,0 1 1 0 0,0-1-1 0 0,0 0 1 0 0,1 1 0 0 0,-1-1-1 0 0,1 1 1 0 0,-1-1-1 0 0,1 1 1 0 0,0-1 0 0 0,0 1-1 0 0,0-1 1 0 0,1 1-1 0 0,-1-1 1 0 0,1 4 0 0 0,1-2-14 0 0,0 0 0 0 0,0-1 1 0 0,0 0-1 0 0,1 1 1 0 0,-1-1-1 0 0,1 0 1 0 0,-1 0-1 0 0,1 0 0 0 0,0 0 1 0 0,0-1-1 0 0,1 1 1 0 0,-1-1-1 0 0,0 0 0 0 0,1 0 1 0 0,3 2-1 0 0,20 10-283 0 0,1-1 0 0 0,0-1 0 0 0,0-1 1 0 0,1-2-1 0 0,1-1 0 0 0,-1-1 0 0 0,1-2 0 0 0,1-1 0 0 0,-1-1 0 0 0,0-1 0 0 0,1-2 0 0 0,-1-1 0 0 0,36-7 0 0 0,-53 6-393 0 0,-1-1-1 0 0,1 0 0 0 0,-1-1 1 0 0,14-7-1 0 0,-21 9 195 0 0,0-1 1 0 0,-1 0-1 0 0,1 0 0 0 0,-1 0 1 0 0,0-1-1 0 0,0 0 0 0 0,4-4 1 0 0,-7 7 341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 1361 0 0,'-1'-1'149'0'0,"0"1"-1"0"0,0-1 1 0 0,0 0 0 0 0,0 1 0 0 0,0-1 0 0 0,0 1 0 0 0,0-1 0 0 0,0 1 0 0 0,0 0 0 0 0,0-1 0 0 0,0 1 0 0 0,0 0-1 0 0,0 0 1 0 0,0 0 0 0 0,-1-1 0 0 0,1 1 0 0 0,0 0 0 0 0,0 1 0 0 0,0-1 0 0 0,0 0 0 0 0,-2 0 0 0 0,3 0 56 0 0,-7 4 1942 0 0,4 0-1813 0 0,-3 1-82 0 0,5-5-207 0 0,-1 1 1 0 0,1 0-1 0 0,0 0 0 0 0,-1 0 1 0 0,1 0-1 0 0,0 0 1 0 0,0 0-1 0 0,0 1 1 0 0,0-1-1 0 0,0 0 1 0 0,0 0-1 0 0,0 1 0 0 0,1-1 1 0 0,-1 1-1 0 0,0-1 1 0 0,1 1-1 0 0,-1-1 1 0 0,1 1-1 0 0,-1-1 0 0 0,1 1 1 0 0,0-1-1 0 0,0 1 1 0 0,0-1-1 0 0,0 4 1 0 0,-1 0 15 0 0,1-1 0 0 0,-1 1 0 0 0,0 0 1 0 0,0-1-1 0 0,0 1 0 0 0,-1-1 0 0 0,0 1 1 0 0,0-1-1 0 0,-2 5 0 0 0,1-5-18 0 0,1 0 0 0 0,0 1 0 0 0,0 0-1 0 0,1-1 1 0 0,-1 1 0 0 0,1 0 0 0 0,0 0 0 0 0,0 0-1 0 0,0 5 1 0 0,2-8-34 0 0,-1 0-1 0 0,-1-1 1 0 0,1 1 0 0 0,0 0 0 0 0,0-1-1 0 0,-1 1 1 0 0,1 0 0 0 0,-1-1-1 0 0,1 1 1 0 0,-1 0 0 0 0,0-1-1 0 0,1 1 1 0 0,-1-1 0 0 0,0 0-1 0 0,0 1 1 0 0,0-1 0 0 0,0 1-1 0 0,0-1 1 0 0,-1 0 0 0 0,-1 2-1 0 0,2-2-5 0 0,0 0 0 0 0,0 0 0 0 0,-1 0-1 0 0,1 0 1 0 0,0 1 0 0 0,0-1 0 0 0,0 1-1 0 0,0-1 1 0 0,1 1 0 0 0,-1-1 0 0 0,0 1-1 0 0,0-1 1 0 0,1 1 0 0 0,-1 0 0 0 0,1-1-1 0 0,0 1 1 0 0,-1 0 0 0 0,1-1 0 0 0,0 1-1 0 0,0 2 1 0 0,0 510 958 0 0,1-504-934 0 0,0 0 1 0 0,0 0-1 0 0,1 0 1 0 0,0-1-1 0 0,6 16 0 0 0,-4-16-25 0 0,-1 1-1 0 0,-1-1 1 0 0,0 1-1 0 0,0 0 1 0 0,0 16-1 0 0,-2-22 3 0 0,1 0-1 0 0,-1 1 0 0 0,1-1 1 0 0,-1 0-1 0 0,1 0 1 0 0,0 1-1 0 0,1-1 1 0 0,-1 0-1 0 0,1 0 1 0 0,-1 0-1 0 0,1 0 0 0 0,1-1 1 0 0,-1 1-1 0 0,0 0 1 0 0,1-1-1 0 0,6 6 1 0 0,16 26 17 0 0,5 23-88 0 0,-29-56 66 0 0,0 1 0 0 0,0 0-1 0 0,0 0 1 0 0,-1 0-1 0 0,1-1 1 0 0,-1 1 0 0 0,0 0-1 0 0,0 0 1 0 0,0 3-1 0 0,5 23 3 0 0,6-12 0 0 0,0 3-3 0 0,-8 28 16 0 0,-3-24-107 0 0,0-25 93 0 0,0 1 0 0 0,0-1 0 0 0,0 0 0 0 0,0 1 0 0 0,0-1 0 0 0,0 0 0 0 0,0 1 0 0 0,-1-1 0 0 0,1 1 0 0 0,0-1 0 0 0,0 0 0 0 0,-1 1 0 0 0,1-1 0 0 0,0 1 0 0 0,-1-1 1 0 0,1 1-1 0 0,-1-1 0 0 0,1 1 0 0 0,-1-1 0 0 0,1 1 0 0 0,-1-1 0 0 0,1 1 0 0 0,-1 0 0 0 0,1-1 0 0 0,-1 1 0 0 0,1 0 0 0 0,-1-1 0 0 0,1 1 0 0 0,-1 0 0 0 0,0 0 0 0 0,1 0 0 0 0,-2-1 0 0 0,1 1 0 0 0,0 0-1 0 0,0 0 1 0 0,0-1-1 0 0,1 1 1 0 0,-1 0-1 0 0,0-1 1 0 0,0 1 0 0 0,0-1-1 0 0,1 1 1 0 0,-1-1-1 0 0,0 1 1 0 0,1-1 0 0 0,-1 1-1 0 0,0-1 1 0 0,1 0-1 0 0,-1 1 1 0 0,1-1-1 0 0,-1 0 1 0 0,1 0 0 0 0,-1 1-1 0 0,1-1 1 0 0,-1 0-1 0 0,1 0 1 0 0,0 0-1 0 0,-1 0 1 0 0,1 0 0 0 0,0 1-1 0 0,0-1 1 0 0,0 0-1 0 0,0 0 1 0 0,0 0 0 0 0,0 0-1 0 0,0-1 1 0 0,-1-13-7 0 0,-1 1 0 0 0,-1 0 1 0 0,0 0-1 0 0,-1 0 0 0 0,-1 0 1 0 0,-9-20-1 0 0,-9-36 67 0 0,20 51-42 0 0,1 0-1 0 0,1 0 1 0 0,1-26 0 0 0,1 7-22 0 0,-1 37 2 0 0,0 0 1 0 0,0 1-1 0 0,0-1 1 0 0,1 0-1 0 0,-1 0 1 0 0,0 0-1 0 0,0 1 1 0 0,1-1-1 0 0,-1 0 0 0 0,1 0 1 0 0,-1 1-1 0 0,1-1 1 0 0,-1 0-1 0 0,1 1 1 0 0,-1-1-1 0 0,1 0 1 0 0,0 1-1 0 0,-1-1 1 0 0,1 1-1 0 0,0-1 1 0 0,0 1-1 0 0,-1-1 1 0 0,1 1-1 0 0,0 0 1 0 0,0-1-1 0 0,0 1 0 0 0,-1 0 1 0 0,1 0-1 0 0,0 0 1 0 0,0-1-1 0 0,0 1 1 0 0,0 0-1 0 0,0 0 1 0 0,1 0-1 0 0,1 0-11 0 0,2-1-67 0 0,0 1 13 0 0,-2 0 77 0 0,-1 1-1 0 0,1 0 0 0 0,0 0 0 0 0,0 0 1 0 0,-1 0-1 0 0,1 0 0 0 0,-1 1 0 0 0,1-1 1 0 0,-1 1-1 0 0,0-1 0 0 0,1 1 1 0 0,-1 0-1 0 0,0 0 0 0 0,0 0 0 0 0,0 0 1 0 0,0 1-1 0 0,-1-1 0 0 0,1 0 0 0 0,-1 1 1 0 0,1-1-1 0 0,1 4 0 0 0,27 66 261 0 0,-25-58-223 0 0,17 57 120 0 0,-17-52-142 0 0,1 1-1 0 0,17 35 0 0 0,-22-53-39 0 0,-1 0 0 0 0,1-1 0 0 0,0 1 0 0 0,-1 0 0 0 0,1-1 1 0 0,-1 1-1 0 0,1 0 0 0 0,-1 0 0 0 0,0 0 0 0 0,0-1 0 0 0,0 1 1 0 0,0 3-1 0 0,0 2-219 0 0,5-7-353 0 0,4-2-63 0 0,0-1-1 0 0,0 0 1 0 0,0-1 0 0 0,0 1-1 0 0,-1-2 1 0 0,0 1 0 0 0,0-1-1 0 0,0 0 1 0 0,0-1 0 0 0,-1 0 0 0 0,11-11-1 0 0,-13-2-1390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2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9 2561 0 0,'1'7'410'0'0,"-1"0"0"0"0,0 0 0 0 0,0 0 0 0 0,-1 0 0 0 0,0 0 0 0 0,0 0 0 0 0,0-1 0 0 0,-1 1 0 0 0,0 0 0 0 0,-1-1 0 0 0,1 1 0 0 0,-1-1 0 0 0,0 0 0 0 0,-8 11 0 0 0,1-6-296 0 0,9-10-123 0 0,0 0 0 0 0,-1 0 0 0 0,1 0 0 0 0,0 1 0 0 0,0-1 0 0 0,0 0 0 0 0,0 1 0 0 0,0-1 0 0 0,0 0 0 0 0,1 1-1 0 0,-1-1 1 0 0,0 1 0 0 0,1-1 0 0 0,-1 1 0 0 0,1 0 0 0 0,0-1 0 0 0,-1 1 0 0 0,1 0 0 0 0,0 1 0 0 0,20-9 89 0 0,-2-3-89 0 0,-13 6 3 0 0,0 1 1 0 0,0-1-1 0 0,0 0 0 0 0,-1 0 0 0 0,1-1 0 0 0,-1 0 1 0 0,0 1-1 0 0,1-1 0 0 0,5-8 0 0 0,40-28 73 0 0,-20 2 26 0 0,-29 38-86 0 0,-1-1-1 0 0,1 1 1 0 0,-1 0 0 0 0,1-1-1 0 0,-1 1 1 0 0,1 0-1 0 0,-1-1 1 0 0,0 1-1 0 0,1-1 1 0 0,-1 1-1 0 0,0-1 1 0 0,1 1-1 0 0,-1-1 1 0 0,0 1 0 0 0,1-1-1 0 0,-1 1 1 0 0,0-1-1 0 0,0 1 1 0 0,0-1-1 0 0,1 0 1 0 0,-1 1-1 0 0,0-1 1 0 0,0 1-1 0 0,0-1 1 0 0,0 0-1 0 0,0 1 1 0 0,0-1 0 0 0,0 1-1 0 0,0-1 1 0 0,0 0-1 0 0,-1 1 1 0 0,1-1-1 0 0,0 1 1 0 0,0-1-1 0 0,0 1 1 0 0,-1-1-1 0 0,1 1 1 0 0,0-1 0 0 0,-1 1-1 0 0,1-1 1 0 0,0 1-1 0 0,-1-1 1 0 0,1 1-1 0 0,-1-1 1 0 0,1 1-1 0 0,-1 0 1 0 0,1-1-1 0 0,-1 1 1 0 0,1 0 0 0 0,-1-1-1 0 0,1 1 1 0 0,-1 0-1 0 0,1 0 1 0 0,-1-1-1 0 0,1 1 1 0 0,-1 0-1 0 0,0 0 1 0 0,1 0-1 0 0,-1 0 1 0 0,1 0-1 0 0,-1 0 1 0 0,0 0 0 0 0,1 0-1 0 0,-1 0 1 0 0,1 0-1 0 0,-2 0 1 0 0,-4 0 58 0 0,1 0 0 0 0,-1 0 0 0 0,0 0 0 0 0,0 1 0 0 0,1 0 0 0 0,-11 2 0 0 0,-10 6 125 0 0,0 1-1 0 0,1 1 0 0 0,0 2 1 0 0,-29 19-1 0 0,50-29-175 0 0,0 0 0 0 0,0 0 0 0 0,1 1 0 0 0,-1 0 0 0 0,1-1 0 0 0,0 1 0 0 0,0 0 0 0 0,1 1 0 0 0,-1-1 0 0 0,1 0 0 0 0,0 1-1 0 0,0-1 1 0 0,0 1 0 0 0,1 0 0 0 0,0 0 0 0 0,0 0 0 0 0,0-1 0 0 0,0 1 0 0 0,1 0 0 0 0,0 0 0 0 0,0 7 0 0 0,0-8-22 0 0,1 0 0 0 0,0 0 0 0 0,-1 0 0 0 0,2-1 0 0 0,-1 1 0 0 0,0 0 1 0 0,1-1-1 0 0,-1 1 0 0 0,1-1 0 0 0,0 1 0 0 0,0-1 0 0 0,1 0 0 0 0,-1 0 0 0 0,1 0 0 0 0,-1 0 0 0 0,1 0 1 0 0,0 0-1 0 0,0-1 0 0 0,0 1 0 0 0,1-1 0 0 0,-1 0 0 0 0,0 0 0 0 0,1 0 0 0 0,0-1 0 0 0,-1 1 0 0 0,5 0 1 0 0,5 1-223 0 0,1-1 1 0 0,-1-1-1 0 0,1 0 1 0 0,0-1-1 0 0,0 0 1 0 0,-1-1-1 0 0,1 0 1 0 0,16-5-1 0 0,-23 5-151 0 0,1 0-1 0 0,-1-1 1 0 0,0 0-1 0 0,0 0 1 0 0,0-1-1 0 0,0 0 1 0 0,0 0-1 0 0,-1-1 1 0 0,1 1-1 0 0,-1-1 1 0 0,0-1-1 0 0,0 1 1 0 0,0-1 0 0 0,-1 0-1 0 0,0 0 1 0 0,8-11-1 0 0,-8-14-1659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14 640 0 0,'-25'4'2401'0'0,"25"-3"-2272"0"0,0-1 0 0 0,0 0-1 0 0,0 0 1 0 0,0 0 0 0 0,1 0-1 0 0,-1 0 1 0 0,0 0 0 0 0,0 1-1 0 0,0-1 1 0 0,0 0 0 0 0,0 0-1 0 0,0 0 1 0 0,0 0 0 0 0,0 0-1 0 0,0 1 1 0 0,0-1-1 0 0,1 0 1 0 0,-1 0 0 0 0,0 0-1 0 0,0 0 1 0 0,0 1 0 0 0,0-1-1 0 0,0 0 1 0 0,0 0 0 0 0,0 0-1 0 0,0 0 1 0 0,0 1 0 0 0,0-1-1 0 0,-1 0 1 0 0,1 0 0 0 0,0 0-1 0 0,0 0 1 0 0,0 1 0 0 0,0-1-1 0 0,0 0 1 0 0,0 0-1 0 0,0 0 1 0 0,0 0 0 0 0,0 0-1 0 0,0 1 1 0 0,-1-1 0 0 0,1 0-1 0 0,0 0 1 0 0,0 0 0 0 0,25 0 378 0 0,-25-1-500 0 0,1 0 1 0 0,-1 0-1 0 0,0 0 0 0 0,0 0 1 0 0,0 1-1 0 0,0-1 1 0 0,0 0-1 0 0,0 0 1 0 0,0 0-1 0 0,0 0 1 0 0,0 0-1 0 0,0 0 1 0 0,0 0-1 0 0,-1 0 1 0 0,1 0-1 0 0,0 0 1 0 0,-1 0-1 0 0,1 0 1 0 0,-1 0-1 0 0,1 0 0 0 0,-1 1 1 0 0,1-1-1 0 0,-1 0 1 0 0,0 0-1 0 0,-5 0 42 0 0,0 1 0 0 0,0 0 0 0 0,0 0 0 0 0,0 1 0 0 0,0 0 0 0 0,0 0 0 0 0,0 0 0 0 0,-12 5 0 0 0,-4 0 95 0 0,-84 26 625 0 0,94-27-654 0 0,1 0-1 0 0,-1 0 0 0 0,2 1 0 0 0,-1 0 0 0 0,1 1 1 0 0,-1 0-1 0 0,-10 11 0 0 0,19-16-103 0 0,0-1 1 0 0,0 1-1 0 0,0 0 1 0 0,1 0-1 0 0,-1 0 0 0 0,1 0 1 0 0,-1 0-1 0 0,1 0 1 0 0,0 0-1 0 0,-1 1 0 0 0,1-1 1 0 0,0 0-1 0 0,1 1 0 0 0,-1-1 1 0 0,0 1-1 0 0,1-1 1 0 0,-1 1-1 0 0,1-1 0 0 0,0 1 1 0 0,0-1-1 0 0,0 1 0 0 0,0-1 1 0 0,0 1-1 0 0,0-1 1 0 0,1 1-1 0 0,-1-1 0 0 0,1 1 1 0 0,0-1-1 0 0,0 0 1 0 0,0 1-1 0 0,0-1 0 0 0,2 4 1 0 0,1 4-14 0 0,2 10 1 0 0,-6-18-1 0 0,0 0-1 0 0,1 0 0 0 0,0 1 1 0 0,-1-1-1 0 0,1 0 0 0 0,0 0 1 0 0,0 0-1 0 0,0 0 0 0 0,0 0 1 0 0,0 0-1 0 0,0-1 0 0 0,1 1 1 0 0,-1 0-1 0 0,0-1 0 0 0,1 1 1 0 0,0 0-1 0 0,-1-1 0 0 0,1 0 1 0 0,0 1-1 0 0,0-1 0 0 0,0 0 1 0 0,0 0-1 0 0,0 0 1 0 0,2 1-1 0 0,12 3-109 0 0,0 0 0 0 0,1-1 0 0 0,-1-1 0 0 0,1-1 0 0 0,0 0 0 0 0,-1-1 0 0 0,31-2 0 0 0,-25 0-408 0 0,-1-1 0 0 0,1-2 0 0 0,-1 0 0 0 0,0-1 1 0 0,32-12-1 0 0,-50 16 323 0 0,0 0 0 0 0,0-1 0 0 0,0 1 1 0 0,0-1-1 0 0,0 0 0 0 0,-1 0 0 0 0,1 0 1 0 0,-1 0-1 0 0,0 0 0 0 0,1 0 0 0 0,2-5 1 0 0,26-49-3766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61 310 1040 0 0,'0'-2'214'0'0,"0"0"0"0"0,0 0-1 0 0,-1 0 1 0 0,1 0-1 0 0,-1 0 1 0 0,0 0-1 0 0,1 0 1 0 0,-1 0 0 0 0,0 0-1 0 0,0 0 1 0 0,0 0-1 0 0,0 1 1 0 0,0-1-1 0 0,-1 0 1 0 0,1 1-1 0 0,0-1 1 0 0,-1 1 0 0 0,1-1-1 0 0,-1 1 1 0 0,0 0-1 0 0,1 0 1 0 0,-1 0-1 0 0,0 0 1 0 0,-3-2 0 0 0,3 3-156 0 0,0-1 1 0 0,1 0-1 0 0,-1 0 1 0 0,0 0-1 0 0,0-1 1 0 0,1 1-1 0 0,-1 0 1 0 0,0-1 0 0 0,1 1-1 0 0,0-1 1 0 0,-1 1-1 0 0,1-1 1 0 0,0 0-1 0 0,0 0 1 0 0,0 1 0 0 0,0-1-1 0 0,0 0 1 0 0,0 0-1 0 0,0 0 1 0 0,1 0-1 0 0,-1 0 1 0 0,1 0-1 0 0,-1 0 1 0 0,1-4 0 0 0,0-97 634 0 0,0 100-688 0 0,0 1 1 0 0,0 0-1 0 0,1 0 0 0 0,-1-1 0 0 0,0 1 0 0 0,1 0 0 0 0,0 0 0 0 0,0 0 0 0 0,-1 0 1 0 0,1 0-1 0 0,1 0 0 0 0,-1 0 0 0 0,0 0 0 0 0,0 0 0 0 0,1 0 0 0 0,-1 0 0 0 0,1 1 1 0 0,-1-1-1 0 0,1 1 0 0 0,0-1 0 0 0,0 1 0 0 0,0-1 0 0 0,-1 1 0 0 0,1 0 1 0 0,4-1-1 0 0,-1 0-1 0 0,-1 0 1 0 0,1 1 0 0 0,0-1 0 0 0,-1 1 0 0 0,1 1 0 0 0,0-1 0 0 0,0 1-1 0 0,0-1 1 0 0,-1 1 0 0 0,6 1 0 0 0,33 6 8 0 0,-33-1 15 0 0,-2 0-2 0 0,3 1-22 0 0,0-1 0 0 0,0 2 1 0 0,0 0-1 0 0,-1 0 0 0 0,0 1 0 0 0,16 18 1 0 0,43 68 53 0 0,-47-62-40 0 0,-14-19-2 0 0,0 1 0 0 0,0 0 0 0 0,5 19 0 0 0,-10-24-8 0 0,0-1 0 0 0,1 0-1 0 0,0 0 1 0 0,1-1 0 0 0,0 1 0 0 0,0-1-1 0 0,0 0 1 0 0,9 9 0 0 0,-12-16-7 0 0,0 0 0 0 0,0 0 0 0 0,1 0 0 0 0,-1 0-1 0 0,0-1 1 0 0,0 1 0 0 0,0-1 0 0 0,0 0 0 0 0,1 1 0 0 0,-1-1 0 0 0,0 0 0 0 0,0 0 0 0 0,0 0 0 0 0,1-1 0 0 0,2 0 0 0 0,36-7-11 0 0,-34 6 5 0 0,-3 1 2 0 0,0 1 0 0 0,1-2 1 0 0,-1 1-1 0 0,0 0 1 0 0,0-1-1 0 0,0 1 0 0 0,0-1 1 0 0,-1 0-1 0 0,1-1 0 0 0,0 1 1 0 0,-1-1-1 0 0,0 1 0 0 0,1-1 1 0 0,-1 0-1 0 0,0 0 0 0 0,0 0 1 0 0,-1-1-1 0 0,1 1 0 0 0,-1-1 1 0 0,0 0-1 0 0,1 1 0 0 0,0-6 1 0 0,19-25-4 0 0,-14 20 12 0 0,1-1 0 0 0,-2 1-1 0 0,0-2 1 0 0,-1 1 0 0 0,0-1-1 0 0,6-30 1 0 0,-10 39-4 0 0,-1-1 0 0 0,0 1 0 0 0,0-1 1 0 0,-1 1-1 0 0,0-1 0 0 0,0 0 0 0 0,0 1 0 0 0,-1-1 0 0 0,-1 1 0 0 0,1 0 0 0 0,-1-1 0 0 0,0 1 1 0 0,-1 0-1 0 0,1 0 0 0 0,-1 0 0 0 0,-1 0 0 0 0,0 0 0 0 0,-7-10 0 0 0,4 10-2 0 0,5 2 0 0 0,-1 1 0 0 0,-1 0 0 0 0,1 0 0 0 0,-1 1 0 0 0,1-1 0 0 0,-1 1 0 0 0,0-1 0 0 0,0 1 0 0 0,0 0 0 0 0,-1 1 0 0 0,1-1 0 0 0,-1 1 0 0 0,0 0 0 0 0,1 0 0 0 0,-1 0 0 0 0,0 1 0 0 0,0-1 0 0 0,0 1 0 0 0,-6 0 0 0 0,-60 9 40 0 0,67-7-38 0 0,0-1 1 0 0,0 1-1 0 0,0 0 0 0 0,1 1 0 0 0,-1-1 0 0 0,0 0 1 0 0,1 1-1 0 0,-1 0 0 0 0,1 0 0 0 0,0 0 1 0 0,-1 0-1 0 0,1 1 0 0 0,0-1 0 0 0,0 1 1 0 0,1 0-1 0 0,-1 0 0 0 0,-3 4 0 0 0,4 0-2 0 0,1 1 0 0 0,-1-1 0 0 0,1 1 0 0 0,0-1 0 0 0,1 1 0 0 0,0 0 0 0 0,0-1 0 0 0,1 1 0 0 0,0-1 0 0 0,0 1 0 0 0,0-1 0 0 0,1 1 0 0 0,0-1 0 0 0,1 0 0 0 0,0 0 0 0 0,0 0 0 0 0,0 0 0 0 0,1-1 0 0 0,4 7 0 0 0,-3-7-54 0 0,0-1 0 0 0,0 0 0 0 0,1 0 1 0 0,0-1-1 0 0,-1 1 0 0 0,1-1 0 0 0,1-1 0 0 0,-1 1 0 0 0,0-1 0 0 0,1 0 0 0 0,0 0 0 0 0,0-1 0 0 0,0 0 0 0 0,0 0 0 0 0,0-1 1 0 0,0 0-1 0 0,12 1 0 0 0,-3-1-214 0 0,1-1 1 0 0,0-1 0 0 0,-1 0 0 0 0,1-1-1 0 0,0-1 1 0 0,19-6 0 0 0,-34 9 152 0 0,0 0 0 0 0,-1-1 1 0 0,1 1-1 0 0,0-1 0 0 0,0 1 0 0 0,-1-1 1 0 0,1 0-1 0 0,-1 0 0 0 0,1 0 0 0 0,0 0 1 0 0,-1 0-1 0 0,0 0 0 0 0,1 0 1 0 0,-1-1-1 0 0,0 1 0 0 0,2-2 0 0 0,9-11-2096 0 0,13-4 250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0 486 880 0 0,'5'-2'4429'0'0,"-4"1"-3975"0"0,1 1-339 0 0,-1 0 0 0 0,0 0 0 0 0,0-1 0 0 0,1 1-1 0 0,-1 0 1 0 0,0-1 0 0 0,0 1 0 0 0,0-1 0 0 0,0 0-1 0 0,1 1 1 0 0,-1-1 0 0 0,0 0 0 0 0,0 0 0 0 0,0 1-1 0 0,-1-1 1 0 0,1 0 0 0 0,0 0 0 0 0,0 0 0 0 0,0 0-1 0 0,-1 0 1 0 0,1-1 0 0 0,0-1 0 0 0,-1 3-111 0 0,0-1 0 0 0,1 0 0 0 0,-1 1 0 0 0,0-1 0 0 0,0 0-1 0 0,0 1 1 0 0,0-1 0 0 0,1 0 0 0 0,-1 1 0 0 0,0-1 0 0 0,0 1 0 0 0,1-1 0 0 0,-1 0 0 0 0,1 1 0 0 0,-1-1 0 0 0,0 1 0 0 0,1-1 0 0 0,-1 1 0 0 0,1-1 0 0 0,-1 1 0 0 0,1 0-1 0 0,-1-1 1 0 0,1 1 0 0 0,0-1 0 0 0,-1 1 0 0 0,1 0 0 0 0,-1 0 0 0 0,1-1 0 0 0,0 1 0 0 0,-1 0 0 0 0,2 0 0 0 0,-1-1-8 0 0,0 1 1 0 0,0 0 0 0 0,0 0-1 0 0,-1-1 1 0 0,1 1-1 0 0,0 0 1 0 0,0-1 0 0 0,-1 1-1 0 0,1-1 1 0 0,0 1-1 0 0,0-1 1 0 0,-1 1-1 0 0,1-1 1 0 0,-1 1 0 0 0,1-1-1 0 0,0 0 1 0 0,-1 1-1 0 0,1-1 1 0 0,-1 0 0 0 0,0 0-1 0 0,1 1 1 0 0,-1-1-1 0 0,0 0 1 0 0,1 0 0 0 0,-1 0-1 0 0,0 1 1 0 0,0-1-1 0 0,1 0 1 0 0,-1 0-1 0 0,0 0 1 0 0,0 0 0 0 0,0-1-1 0 0,0 0 7 0 0,0-1 0 0 0,0 1-1 0 0,1 0 1 0 0,-1-1 0 0 0,1 1-1 0 0,0 0 1 0 0,-1-1 0 0 0,1 1-1 0 0,0 0 1 0 0,0 0 0 0 0,1-1-1 0 0,-1 1 1 0 0,0 0 0 0 0,1 0-1 0 0,3-3 1 0 0,8-13 74 0 0,-8 10-7 0 0,-1-1-1 0 0,0 0 0 0 0,0 0 1 0 0,-1-1-1 0 0,0 1 0 0 0,0-1 1 0 0,-1 0-1 0 0,1-16 0 0 0,-2-85 611 0 0,-3 51-383 0 0,1 51-290 0 0,-1 1 0 0 0,0 0 0 0 0,0 0 0 0 0,0 0 0 0 0,-8-16 0 0 0,0-2-37 0 0,10 26 27 0 0,0 0 0 0 0,0 0 0 0 0,-1 0 0 0 0,1 0 1 0 0,0-1-1 0 0,0 1 0 0 0,0 0 0 0 0,0 0 0 0 0,0 0 0 0 0,0-1 1 0 0,0 1-1 0 0,-1 0 0 0 0,1 0 0 0 0,0 0 0 0 0,0-1 0 0 0,0 1 1 0 0,0 0-1 0 0,0 0 0 0 0,0 0 0 0 0,0-1 0 0 0,0 1 1 0 0,0 0-1 0 0,0 0 0 0 0,0-1 0 0 0,1 1 0 0 0,-1 0 0 0 0,0 0 1 0 0,0 0-1 0 0,0-1 0 0 0,0 1 0 0 0,0 0 0 0 0,0 0 0 0 0,0 0 1 0 0,0-1-1 0 0,1 1 0 0 0,-1 0 0 0 0,0 0 0 0 0,0 0 0 0 0,0 0 1 0 0,0 0-1 0 0,1-1 0 0 0,-1 1 0 0 0,0 0 0 0 0,0 0 0 0 0,0 0 1 0 0,1 0-1 0 0,-1 0 0 0 0,0 0 0 0 0,0 0 0 0 0,0 0 0 0 0,1 0 1 0 0,-1 0-1 0 0,0 0 0 0 0,0 0 0 0 0,1 0 0 0 0,230 57-3478 0 0,-165-45 719 0 0,-6-4 135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6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97 1121 0 0,'0'-1'236'0'0,"0"0"0"0"0,0 0 0 0 0,0 0 0 0 0,0 0 0 0 0,0-1 0 0 0,0 1 0 0 0,0 0 0 0 0,0 0 0 0 0,0 0 1 0 0,0 0-1 0 0,-1 0 0 0 0,1 0 0 0 0,0 0 0 0 0,-1 0 0 0 0,1 0 0 0 0,-1 0 0 0 0,1 0 0 0 0,-1 0 1 0 0,0 0-1 0 0,-1-1 0 0 0,1 2-161 0 0,0 0 1 0 0,-1 0-1 0 0,1 0 1 0 0,0 0 0 0 0,-1 0-1 0 0,1 0 1 0 0,0 0-1 0 0,-1 1 1 0 0,1-1-1 0 0,0 0 1 0 0,0 1 0 0 0,-1-1-1 0 0,1 1 1 0 0,0 0-1 0 0,0-1 1 0 0,-2 3-1 0 0,0-1-37 0 0,0 0 0 0 0,0 0 0 0 0,1 1-1 0 0,-1-1 1 0 0,1 1 0 0 0,0-1 0 0 0,0 1-1 0 0,0 0 1 0 0,0 0 0 0 0,0 0 0 0 0,1 0-1 0 0,-1 1 1 0 0,1-1 0 0 0,0 0-1 0 0,0 0 1 0 0,0 1 0 0 0,0-1 0 0 0,1 1-1 0 0,-1-1 1 0 0,1 1 0 0 0,0-1 0 0 0,0 1-1 0 0,0-1 1 0 0,1 1 0 0 0,-1-1 0 0 0,2 5-1 0 0,1 6 63 0 0,0 0-1 0 0,0 0 0 0 0,2 0 0 0 0,0 0 0 0 0,8 15 0 0 0,-4-13 39 0 0,1-1 0 0 0,0-1 0 0 0,1 1 0 0 0,1-2 0 0 0,1 0 0 0 0,0 0-1 0 0,22 16 1 0 0,-2 0 93 0 0,-28-24-214 0 0,0 0 0 0 0,1 0 0 0 0,0-1 0 0 0,0 0 0 0 0,0 0 1 0 0,0-1-1 0 0,1 1 0 0 0,-1-1 0 0 0,1-1 0 0 0,0 1 0 0 0,0-1 0 0 0,0 0 0 0 0,0-1 0 0 0,0 0 0 0 0,1 0 0 0 0,-1 0 0 0 0,0-1 0 0 0,0 0 0 0 0,1 0 0 0 0,-1-1 0 0 0,0 0 0 0 0,0 0 0 0 0,0-1 0 0 0,0 0 0 0 0,0 0 0 0 0,0-1 0 0 0,0 0 0 0 0,10-6 0 0 0,-14 7-11 0 0,0 0 0 0 0,0-1-1 0 0,0 0 1 0 0,0 1 0 0 0,-1-1 0 0 0,1 0 0 0 0,-1 0-1 0 0,0-1 1 0 0,0 1 0 0 0,0 0 0 0 0,0-1 0 0 0,0 1 0 0 0,-1-1-1 0 0,0 0 1 0 0,0 1 0 0 0,0-1 0 0 0,0 0 0 0 0,0 0-1 0 0,-1 0 1 0 0,1 0 0 0 0,-1 1 0 0 0,0-1 0 0 0,0 0-1 0 0,-2-8 1 0 0,-1-9 29 0 0,-1 1 1 0 0,-1-1-1 0 0,-9-25 0 0 0,8 27-28 0 0,0-1-128 0 0,-1 1 0 0 0,0 0-1 0 0,-2 0 1 0 0,0 1-1 0 0,-1 0 1 0 0,-1 0 0 0 0,0 1-1 0 0,-2 1 1 0 0,-19-21 0 0 0,29 34-34 0 0,1 1 1 0 0,-1-1 0 0 0,0 1 0 0 0,-1-1-1 0 0,1 1 1 0 0,0 0 0 0 0,-1 0 0 0 0,1 1-1 0 0,-1-1 1 0 0,1 1 0 0 0,-1 0 0 0 0,0-1-1 0 0,1 2 1 0 0,-1-1 0 0 0,-6 0 0 0 0,-20 0-2381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7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3522 0 0,'60'102'4882'0'0,"-30"-12"-3762"0"0,31-1-1280 0 0,-31 45 721 0 0,0-15-81 0 0,-30 22-80 0 0,0 5 80 0 0,0-6-80 0 0,0-38-160 0 0,0-50-320 0 0,30-46-640 0 0,31-39-1121 0 0,-31-17 80 0 0,-30-13-1040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4642 0 0,'-35'86'4816'0'0,"33"-81"-4727"0"0,-2 3 8 0 0,1-1-1 0 0,-1 0 0 0 0,-1 1 0 0 0,1-1 0 0 0,-10 10 1 0 0,9-14-4 0 0,-32 25 340 0 0,36-28-418 0 0,0 1-1 0 0,0 0 1 0 0,0-1 0 0 0,0 1 0 0 0,1 0 0 0 0,-1 0-1 0 0,0-1 1 0 0,1 1 0 0 0,-1 0 0 0 0,1 0-1 0 0,-1 0 1 0 0,1 0 0 0 0,-1 0 0 0 0,1 0 0 0 0,-1 0-1 0 0,1 0 1 0 0,0 0 0 0 0,0 0 0 0 0,0 0 0 0 0,-1 0-1 0 0,1 0 1 0 0,0 0 0 0 0,0 0 0 0 0,0 0-1 0 0,1 0 1 0 0,-1 0 0 0 0,0 0 0 0 0,0 0 0 0 0,0 0-1 0 0,1 0 1 0 0,-1 0 0 0 0,0 0 0 0 0,1 0 0 0 0,-1 0-1 0 0,1 0 1 0 0,0 0 0 0 0,-1-1 0 0 0,1 1-1 0 0,-1 0 1 0 0,1 0 0 0 0,1 1 0 0 0,2-1-1 0 0,-1 1 0 0 0,1 0 0 0 0,-1-1 0 0 0,1 0 0 0 0,0 0 0 0 0,0 0 0 0 0,0 0 0 0 0,-1 0 0 0 0,1-1 0 0 0,0 0 1 0 0,0 0-1 0 0,5 0 0 0 0,60-6-35 0 0,-51 4 32 0 0,-14 2-8 0 0,0 0 0 0 0,-1 0 0 0 0,1-1 0 0 0,0 1 0 0 0,-1-1 0 0 0,1 0-1 0 0,0 0 1 0 0,-1 0 0 0 0,1-1 0 0 0,-1 1 0 0 0,0-1 0 0 0,1 0 0 0 0,-1 1 0 0 0,0-2-1 0 0,0 1 1 0 0,0 0 0 0 0,0-1 0 0 0,0 1 0 0 0,-1-1 0 0 0,1 0 0 0 0,-1 0 0 0 0,0 0 0 0 0,0 0-1 0 0,0 0 1 0 0,0 0 0 0 0,0-1 0 0 0,-1 1 0 0 0,1 0 0 0 0,-1-1 0 0 0,0 0 0 0 0,0 1 0 0 0,-1-1-1 0 0,1 0 1 0 0,-1 1 0 0 0,1-1 0 0 0,-1-5 0 0 0,0 7 30 0 0,0 0-1 0 0,0 1 1 0 0,0-1 0 0 0,-1 0-1 0 0,1 0 1 0 0,0 0 0 0 0,-1 1 0 0 0,1-1-1 0 0,-1 0 1 0 0,1 1 0 0 0,-1-1-1 0 0,0 0 1 0 0,0 1 0 0 0,0-1-1 0 0,0 1 1 0 0,0-1 0 0 0,0 1-1 0 0,0 0 1 0 0,0-1 0 0 0,0 1 0 0 0,-1 0-1 0 0,1 0 1 0 0,-1 0 0 0 0,1 0-1 0 0,-1 0 1 0 0,1 0 0 0 0,-1 0-1 0 0,1 1 1 0 0,-1-1 0 0 0,0 0-1 0 0,1 1 1 0 0,-1-1 0 0 0,0 1 0 0 0,0 0-1 0 0,1 0 1 0 0,-1-1 0 0 0,0 1-1 0 0,0 0 1 0 0,1 1 0 0 0,-1-1-1 0 0,0 0 1 0 0,0 0 0 0 0,1 1 0 0 0,-1-1-1 0 0,0 1 1 0 0,0-1 0 0 0,1 1-1 0 0,-1 0 1 0 0,1 0 0 0 0,-3 1-1 0 0,0 1 33 0 0,0 1 0 0 0,0 0 0 0 0,0-1 0 0 0,1 1 0 0 0,-1 1 0 0 0,1-1 0 0 0,0 0 0 0 0,0 1-1 0 0,0 0 1 0 0,1-1 0 0 0,0 1 0 0 0,0 0 0 0 0,0 0 0 0 0,0 1 0 0 0,1-1 0 0 0,0 0 0 0 0,0 0-1 0 0,0 1 1 0 0,1-1 0 0 0,-1 0 0 0 0,2 1 0 0 0,-1-1 0 0 0,1 8 0 0 0,2 2 57 0 0,-1-1 0 0 0,2 0-1 0 0,0 0 1 0 0,0 0 0 0 0,1-1 0 0 0,1 1 0 0 0,0-1 0 0 0,12 17 0 0 0,-15-25-183 0 0,0-1 0 0 0,0 0 0 0 0,0 0 0 0 0,1 0 0 0 0,0 0-1 0 0,-1-1 1 0 0,1 0 0 0 0,0 1 0 0 0,1-1 0 0 0,-1-1 0 0 0,0 1 0 0 0,1-1 0 0 0,0 1 0 0 0,-1-1 0 0 0,1-1 0 0 0,0 1 0 0 0,0-1-1 0 0,8 2 1 0 0,-9-3-128 0 0,1 0 0 0 0,-1 0 0 0 0,1-1 0 0 0,-1 1 0 0 0,0-1 0 0 0,1 0 0 0 0,-1 0 0 0 0,0 0 0 0 0,1-1 0 0 0,-1 0 0 0 0,0 1 0 0 0,0-1 0 0 0,0-1 0 0 0,-1 1 0 0 0,1-1 0 0 0,-1 1 0 0 0,1-1-1 0 0,-1 0 1 0 0,0 0 0 0 0,4-5 0 0 0,-4 5-29 0 0,2-2-65 0 0,-1 0 0 0 0,0 0 0 0 0,0-1-1 0 0,0 1 1 0 0,-1-1 0 0 0,0 0 0 0 0,0 0 0 0 0,3-7 0 0 0,24-80-3292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47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2161 0 0,'0'25'6803'0'0,"-30"25"-4242"0"0,0 8-2321 0 0,90 19 0 0 0,0 11 561 0 0,1 8-241 0 0,-1 18 481 0 0,-30-5-161 0 0,-30-34-960 0 0,31-23-1121 0 0,-31-19-1200 0 0,0-27-400 0 0,0-1-1041 0 0</inkml:trace>
  <inkml:trace contextRef="#ctx0" brushRef="#br0" timeOffset="1">31 656 1441 0 0,'30'-8'2481'0'0,"0"2"-80"0"0,61 1-400 0 0,30-9-561 0 0,120 8-1359 0 0,-6-13-3203 0 0,-144 11-2881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5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52 720 0 0,'30'0'2962'0'0,"-30"-7"-1522"0"0,30 1-1120 0 0,-30 0-1120 0 0,0-7-641 0 0,0-6-239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5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72 1681 0 0,'5'1'2294'0'0,"3"3"-1469"0"0,3 1 132 0 0,-5-3 1650 0 0,13-4-1908 0 0,-33-1-478 0 0,13 3-203 0 0,1-1 0 0 0,-1 1-1 0 0,1 0 1 0 0,0-1 0 0 0,-1 1-1 0 0,1-1 1 0 0,0 1 0 0 0,-1 0-1 0 0,1-1 1 0 0,0 1 0 0 0,-1-1 0 0 0,1 1-1 0 0,0-1 1 0 0,0 1 0 0 0,0-1-1 0 0,-1 1 1 0 0,1-1 0 0 0,0 1-1 0 0,0-1 1 0 0,0 1 0 0 0,0-1-1 0 0,0 1 1 0 0,0-1 0 0 0,0 1-1 0 0,0-1 1 0 0,0 1 0 0 0,0-1 0 0 0,0 1-1 0 0,0-1 1 0 0,0 1 0 0 0,1-1-1 0 0,-1 1 1 0 0,0-1 0 0 0,0 1-1 0 0,1-1 1 0 0,-1 1 0 0 0,0-1-1 0 0,0 1 1 0 0,1-1 0 0 0,-1 1-1 0 0,0 0 1 0 0,1-1 0 0 0,-1 1 0 0 0,1 0-1 0 0,0-1 1 0 0,3-1 73 0 0,-3 2-70 0 0,0 0 0 0 0,0 0 0 0 0,0 0 0 0 0,0-1 0 0 0,0 1 0 0 0,0-1-1 0 0,0 1 1 0 0,0-1 0 0 0,0 1 0 0 0,0-1 0 0 0,0 1 0 0 0,0-1 0 0 0,0 0 0 0 0,-1 0 0 0 0,1 1 0 0 0,0-1-1 0 0,0 0 1 0 0,-1 0 0 0 0,1 0 0 0 0,0 0 0 0 0,-1 0 0 0 0,1 0 0 0 0,-1 0 0 0 0,1-1 0 0 0,-1 1 1 0 0,1-1 1 0 0,-1 1 0 0 0,1 0 0 0 0,0 0 0 0 0,-1 0 0 0 0,1 0 0 0 0,0 0 0 0 0,0 0 0 0 0,0 0-1 0 0,0 1 1 0 0,0-1 0 0 0,0 0 0 0 0,0 0 0 0 0,0 1 0 0 0,0-1 0 0 0,0 0 0 0 0,0 1-1 0 0,0-1 1 0 0,0 1 0 0 0,1 0 0 0 0,-1-1 0 0 0,0 1 0 0 0,0 0 0 0 0,2 0 0 0 0,44-10 349 0 0,-29 7-196 0 0,-9 1-117 0 0,0 0 13 0 0,0 1 0 0 0,0-1 0 0 0,0 2 0 0 0,0-1 0 0 0,15 2 0 0 0,24-1 251 0 0,-34 1-242 0 0,-28 4-2 0 0,9-3 1 0 0,0-2 0 0 0,-40 1 46 0 0,0 1-1 0 0,0 3 1 0 0,0 2 0 0 0,1 2 0 0 0,0 2 0 0 0,-45 17-1 0 0,73-23-81 0 0,-1 0 0 0 0,-26 3 0 0 0,33-7-9 0 0,0 1 1 0 0,0 0 0 0 0,0 0 0 0 0,0 1 0 0 0,0 0-1 0 0,1 1 1 0 0,0 0 0 0 0,-13 7 0 0 0,13-4-25 0 0,-16 16-89 0 0,24-22 76 0 0,1 0 1 0 0,-1 0-1 0 0,1 0 0 0 0,-1 0 0 0 0,1 0 0 0 0,0 0 1 0 0,-1 0-1 0 0,1 1 0 0 0,0-1 0 0 0,0 0 1 0 0,0 0-1 0 0,0 0 0 0 0,0 0 0 0 0,0 1 0 0 0,0-1 1 0 0,0 0-1 0 0,0 0 0 0 0,1 0 0 0 0,-1 0 1 0 0,0 1-1 0 0,1-1 0 0 0,-1 0 0 0 0,1 0 0 0 0,-1 0 1 0 0,1 0-1 0 0,0 0 0 0 0,-1 0 0 0 0,1 0 1 0 0,1 0-1 0 0,11 15 134 0 0,1-1 0 0 0,0-1 0 0 0,2 0-1 0 0,-1-1 1 0 0,2-1 0 0 0,0 0 0 0 0,0-1 0 0 0,36 16 0 0 0,-37-20-176 0 0,1 0 1 0 0,0-1-1 0 0,1-1 0 0 0,-1-1 1 0 0,1 0-1 0 0,0-1 0 0 0,0-1 1 0 0,0-1-1 0 0,0-1 0 0 0,0 0 1 0 0,0-1-1 0 0,29-6 0 0 0,-27 3-782 0 0,-1-1 0 0 0,0-1 0 0 0,0-1 0 0 0,-1 0 0 0 0,1-2 0 0 0,26-16 0 0 0,-38 20 188 0 0,-1 1-1 0 0,0-1 0 0 0,0 0 0 0 0,-1-1 0 0 0,0 1 0 0 0,0-1 0 0 0,0 0 0 0 0,0 0 0 0 0,6-13 0 0 0,-6-8-1909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0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451 176 1841 0 0,'-17'-3'855'0'0,"-1"1"1"0"0,0 1 0 0 0,1 1-1 0 0,-1 0 1 0 0,0 1 0 0 0,-22 5-1 0 0,40-6-667 0 0,-8 8 177 0 0,10-7-331 0 0,-1 0 0 0 0,1 0 0 0 0,0 0 1 0 0,-1 0-1 0 0,1 0 0 0 0,0-1 0 0 0,0 1 0 0 0,-1 0 1 0 0,1-1-1 0 0,0 1 0 0 0,0-1 0 0 0,0 0 0 0 0,0 0 1 0 0,0 0-1 0 0,0 0 0 0 0,3 0 0 0 0,4 2-8 0 0,42-4 41 0 0,-49 2-65 0 0,0-1 0 0 0,-1 1 0 0 0,1-1-1 0 0,0 0 1 0 0,-1 1 0 0 0,1-1 0 0 0,0 0-1 0 0,-1 0 1 0 0,1 0 0 0 0,-1 0 0 0 0,1-1-1 0 0,-1 1 1 0 0,0 0 0 0 0,1 0 0 0 0,-1-1-1 0 0,0 1 1 0 0,0-1 0 0 0,0 1 0 0 0,0-1-1 0 0,0 0 1 0 0,0 1 0 0 0,0-1 0 0 0,-1 0-1 0 0,1 1 1 0 0,-1-1 0 0 0,1 0-1 0 0,-1 0 1 0 0,0 0 0 0 0,1 1 0 0 0,-1-1-1 0 0,0 0 1 0 0,0 0 0 0 0,-1 0 0 0 0,1 0-1 0 0,0 0 1 0 0,0 1 0 0 0,-1-1 0 0 0,1 0-1 0 0,-1 0 1 0 0,0 1 0 0 0,0-1 0 0 0,1 0-1 0 0,-1 1 1 0 0,0-1 0 0 0,-2-2 0 0 0,-2-3 8 0 0,0 0 0 0 0,-1 0 0 0 0,0 1 0 0 0,-1-1 1 0 0,1 1-1 0 0,-1 1 0 0 0,0-1 0 0 0,0 1 0 0 0,-12-6 1 0 0,-71-32 33 0 0,84 40-44 0 0,1 1 14 0 0,-1 0-1 0 0,0 0 0 0 0,1 1 0 0 0,-1-1 1 0 0,0 1-1 0 0,0 0 0 0 0,0 1 0 0 0,0-1 1 0 0,0 1-1 0 0,1 1 0 0 0,-1-1 0 0 0,0 1 1 0 0,0 0-1 0 0,0 0 0 0 0,-7 3 0 0 0,-2 2 78 0 0,1 0 0 0 0,0 2 0 0 0,1-1 0 0 0,-17 14 0 0 0,25-18-55 0 0,-2 1 32 0 0,1 1 0 0 0,0-1 0 0 0,0 1-1 0 0,-10 11 1 0 0,14-14-51 0 0,1 0 0 0 0,0 0-1 0 0,-1 0 1 0 0,1 0 0 0 0,0 0 0 0 0,0 0-1 0 0,0 0 1 0 0,1 0 0 0 0,-1 0 0 0 0,1 0-1 0 0,-1 1 1 0 0,1-1 0 0 0,0 0 0 0 0,-1 0-1 0 0,1 0 1 0 0,0 1 0 0 0,0-1 0 0 0,1 0 0 0 0,-1 0-1 0 0,0 1 1 0 0,1-1 0 0 0,1 3 0 0 0,3 7 24 0 0,2 1 1 0 0,0-1-1 0 0,1 0 1 0 0,0 0 0 0 0,0-1-1 0 0,1 0 1 0 0,13 11-1 0 0,14 20 107 0 0,-21-22 74 0 0,-3-3 54 0 0,1 0-1 0 0,21 20 1 0 0,-28-31-257 0 0,1-1 0 0 0,0 0 0 0 0,-1-1 1 0 0,1 1-1 0 0,1-1 0 0 0,-1 0 0 0 0,1-1 0 0 0,-1 0 0 0 0,12 3 0 0 0,-8-3-204 0 0,0 0-1 0 0,0-1 0 0 0,0 0 1 0 0,0-1-1 0 0,0-1 0 0 0,1 1 1 0 0,-1-2-1 0 0,0 1 0 0 0,0-2 1 0 0,0 1-1 0 0,0-1 0 0 0,0-1 0 0 0,0 0 1 0 0,0-1-1 0 0,-1 0 0 0 0,1-1 1 0 0,-1 0-1 0 0,0 0 0 0 0,-1-1 1 0 0,0 0-1 0 0,1-1 0 0 0,-2 0 1 0 0,1 0-1 0 0,11-14 0 0 0,-17 17-27 0 0,0 1-1 0 0,0-2 1 0 0,0 1 0 0 0,0 0-1 0 0,-1-1 1 0 0,0 1-1 0 0,0-1 1 0 0,2-5-1 0 0,-2 0-495 0 0,-1 0-1 0 0,1 0 0 0 0,-2 0 1 0 0,0-10-1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1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0 960 0 0,'-1'0'72'0'0,"1"0"-1"0"0,0 0 0 0 0,0 1 0 0 0,0-1 0 0 0,0 0 0 0 0,0 0 0 0 0,0 0 0 0 0,0 0 0 0 0,0 0 0 0 0,0 1 0 0 0,0-1 0 0 0,-1 0 0 0 0,1 0 1 0 0,0 0-1 0 0,0 0 0 0 0,0 1 0 0 0,0-1 0 0 0,0 0 0 0 0,0 0 0 0 0,0 0 0 0 0,0 0 0 0 0,0 1 0 0 0,0-1 0 0 0,0 0 0 0 0,0 0 1 0 0,1 0-1 0 0,-1 0 0 0 0,0 0 0 0 0,0 1 0 0 0,0-1 0 0 0,0 0 0 0 0,0 0 0 0 0,0 0 0 0 0,0 0 0 0 0,0 0 0 0 0,0 1 0 0 0,1-1 0 0 0,-1 0 1 0 0,0 0-1 0 0,0 0 0 0 0,0 0 0 0 0,0 0 0 0 0,0 0 0 0 0,1 0 0 0 0,-1 0 0 0 0,0 0 0 0 0,0 1 0 0 0,0-1 0 0 0,0 0 0 0 0,0 0 1 0 0,1 0-1 0 0,-1 0 0 0 0,0 0 0 0 0,0 0 0 0 0,0 0 0 0 0,0 0 0 0 0,1 0 0 0 0,-1 0 0 0 0,0 0 0 0 0,0 0 0 0 0,0 0 0 0 0,0-1 0 0 0,1 1 1 0 0,-1 0-1 0 0,0 0 0 0 0,0 0 0 0 0,0 0 0 0 0,0 0 0 0 0,1 0 0 0 0,19 0 756 0 0,45 6 814 0 0,-44-6-1624 0 0,0 2 1 0 0,0 0-1 0 0,0 1 0 0 0,0 2 1 0 0,-1 0-1 0 0,0 1 0 0 0,0 1 1 0 0,0 0-1 0 0,37 22 0 0 0,-51-27-2 0 0,-5-1-8 0 0,0-1 1 0 0,1 1-1 0 0,-1-1 0 0 0,0 1 0 0 0,0-1 0 0 0,0 1 0 0 0,1 0 0 0 0,-1-1 0 0 0,0 1 0 0 0,0 0 0 0 0,0 0 0 0 0,0 0 0 0 0,0 0 1 0 0,0 0-1 0 0,0 0 0 0 0,-1 0 0 0 0,1 0 0 0 0,0 0 0 0 0,-1 0 0 0 0,1 1 0 0 0,0-1 0 0 0,-1 0 0 0 0,0 0 0 0 0,1 1 0 0 0,-1-1 1 0 0,0 0-1 0 0,1 3 0 0 0,-1-3-2 0 0,0 0 0 0 0,0 0 1 0 0,0 1-1 0 0,0-1 1 0 0,0 0-1 0 0,1 0 0 0 0,-1 0 1 0 0,0 1-1 0 0,1-1 0 0 0,-1 0 1 0 0,1 0-1 0 0,-1 0 1 0 0,1 0-1 0 0,0 0 0 0 0,0 0 1 0 0,-1 0-1 0 0,1 0 0 0 0,0 0 1 0 0,0 0-1 0 0,0 0 0 0 0,0-1 1 0 0,0 1-1 0 0,1 1 1 0 0,-1-2 2 0 0,0 1 0 0 0,1 0-1 0 0,-1 0 1 0 0,0 0 0 0 0,0 0 0 0 0,0 0 0 0 0,0 0 0 0 0,0 0 0 0 0,-1 0 0 0 0,1 0 0 0 0,0 1 0 0 0,0-1 0 0 0,-1 0 0 0 0,1 1 0 0 0,-1-1 0 0 0,1 0 0 0 0,-1 1 0 0 0,0-1 0 0 0,1 0 0 0 0,-1 1 0 0 0,0-1 0 0 0,0 1 0 0 0,0 1 0 0 0,-1-4-18 0 0,-1-1 1 0 0,1 0-1 0 0,-1 1 1 0 0,1-1 0 0 0,-1 1-1 0 0,0-1 1 0 0,1 1-1 0 0,-1 0 1 0 0,0 0-1 0 0,0 0 1 0 0,0 0-1 0 0,0 0 1 0 0,0 0-1 0 0,0 0 1 0 0,-2 0-1 0 0,-21-12-52 0 0,22 9 57 0 0,-1 0-1 0 0,1 0-1 0 0,-1 1 1 0 0,0-1 0 0 0,1 1 0 0 0,-1-1-1 0 0,-1 1 1 0 0,1 0 0 0 0,0 1-1 0 0,-1-1 1 0 0,0 1 0 0 0,1 0 0 0 0,-1 0-1 0 0,-9-2 1 0 0,2 0 3 0 0,-1 1 1 0 0,1 1-1 0 0,-1 0 1 0 0,-14-1-1 0 0,24 3 16 0 0,0 0 1 0 0,0 0-1 0 0,0 0 0 0 0,0 1 1 0 0,0-1-1 0 0,1 1 0 0 0,-1-1 1 0 0,0 1-1 0 0,0 0 0 0 0,1 0 1 0 0,-1 0-1 0 0,0 1 0 0 0,1-1 1 0 0,-1 1-1 0 0,1-1 0 0 0,0 1 1 0 0,-1 0-1 0 0,1 0 0 0 0,0 0 1 0 0,0 0-1 0 0,0 0 0 0 0,1 0 1 0 0,-1 0-1 0 0,-2 4 0 0 0,4-4-6 0 0,-1 0 0 0 0,0 0 0 0 0,1 1 0 0 0,-1-1 0 0 0,1 0 0 0 0,0 0 0 0 0,0 0-1 0 0,0 0 1 0 0,0 1 0 0 0,0-1 0 0 0,0 0 0 0 0,0 0 0 0 0,1 0 0 0 0,-1 0 0 0 0,1 1 0 0 0,0-1 0 0 0,-1 0 0 0 0,1 0-1 0 0,0 0 1 0 0,0 0 0 0 0,0-1 0 0 0,1 1 0 0 0,2 3 0 0 0,40 42-59 0 0,-22-25 152 0 0,-20-19-76 0 0,0 1 0 0 0,1-1 1 0 0,-1 0-1 0 0,1 0 1 0 0,0 0-1 0 0,0 0 1 0 0,0 0-1 0 0,0-1 1 0 0,1 1-1 0 0,-1-1 0 0 0,1 0 1 0 0,-1 0-1 0 0,1 0 1 0 0,0-1-1 0 0,7 3 1 0 0,-1-3-62 0 0,0 0 0 0 0,-1 0 0 0 0,1-1-1 0 0,0 0 1 0 0,12-3 0 0 0,6 1-185 0 0,-20 2-245 0 0,0 0 0 0 0,-1-1 1 0 0,1 0-1 0 0,0-1 0 0 0,0 0 0 0 0,-1 0 0 0 0,1 0 0 0 0,-1-1 0 0 0,0 0 0 0 0,0-1 1 0 0,0 0-1 0 0,0 0 0 0 0,0 0 0 0 0,10-9 0 0 0,-12 0-1414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1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231 281 800 0 0,'0'16'6639'0'0,"0"-31"-5343"0"0,1 12-1275 0 0,-1-1 1 0 0,-1 0-1 0 0,1 1 0 0 0,0-1 1 0 0,-1 1-1 0 0,0-1 0 0 0,0 1 1 0 0,0-1-1 0 0,0 1 0 0 0,0 0 0 0 0,-3-6 1 0 0,-18-3 202 0 0,13 6-93 0 0,-1 1 1 0 0,1-1-1 0 0,0-1 0 0 0,-8-7 0 0 0,-12-11 685 0 0,-1 1 0 0 0,-52-32-1 0 0,78 54-714 0 0,37 5 2442 0 0,54-1-3232 0 0,-67-3-16 0 0,1 0-1 0 0,-1-1 1 0 0,37-8-1 0 0,-41 5-580 0 0,0 0 0 0 0,0-1 0 0 0,0-1 0 0 0,-1 0 0 0 0,19-13 0 0 0,-3 1-1168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9 720 0 0,'-5'-2'1975'0'0,"2"1"-1444"0"0,-19-4 2352 0 0,27 11-628 0 0,15-4-1535 0 0,-12 5-93 0 0,-6-2-560 0 0,11 11 84 0 0,-1 0 0 0 0,14 26 0 0 0,-25-40-132 0 0,0 1-1 0 0,1 0 1 0 0,-1-1-1 0 0,1 0 1 0 0,-1 1-1 0 0,1-1 1 0 0,0 0-1 0 0,0 0 1 0 0,0 0-1 0 0,1 0 1 0 0,-1 0-1 0 0,5 3 1 0 0,-5-4-6 0 0,-10 1 227 0 0,-14-11-80 0 0,14 6-137 0 0,0-1 1 0 0,0 1-1 0 0,0 1 0 0 0,0-1 1 0 0,-1 1-1 0 0,1 1 0 0 0,-1-1 1 0 0,-9 1-1 0 0,14 1-8 0 0,0 0 0 0 0,1 0 0 0 0,-1 0 0 0 0,0 1 0 0 0,0-1 0 0 0,0 1 0 0 0,1 0 0 0 0,-1 0 0 0 0,-5 3 0 0 0,7-3-12 0 0,1 0 1 0 0,0-1-1 0 0,0 1 0 0 0,-1 0 0 0 0,1 0 0 0 0,0 0 1 0 0,0 0-1 0 0,0 1 0 0 0,0-1 0 0 0,0 0 0 0 0,0 0 1 0 0,1 0-1 0 0,-1 1 0 0 0,0-1 0 0 0,1 1 0 0 0,-1-1 1 0 0,0 0-1 0 0,1 1 0 0 0,0-1 0 0 0,-1 1 0 0 0,1-1 1 0 0,0 1-1 0 0,0-1 0 0 0,0 3 0 0 0,0 2-30 0 0,0 1 0 0 0,1-1 0 0 0,0 1 0 0 0,0-1 0 0 0,0 1 0 0 0,1-1 0 0 0,0 0 0 0 0,0 0 0 0 0,1 0 0 0 0,-1 0 0 0 0,1 0 0 0 0,1 0 0 0 0,-1-1-1 0 0,1 1 1 0 0,0-1 0 0 0,0 0 0 0 0,1 0 0 0 0,-1-1 0 0 0,1 1 0 0 0,0-1 0 0 0,0 0 0 0 0,1 0 0 0 0,-1-1 0 0 0,1 0 0 0 0,0 0 0 0 0,0 0 0 0 0,0 0 0 0 0,0-1 0 0 0,0 0 0 0 0,0 0 0 0 0,1-1 0 0 0,-1 0 0 0 0,1 0 0 0 0,-1-1-1 0 0,10 1 1 0 0,-10-2-314 0 0,1 0 0 0 0,-1 0 0 0 0,1-1-1 0 0,-1 0 1 0 0,0 0 0 0 0,1 0 0 0 0,-1-1-1 0 0,0 1 1 0 0,-1-2 0 0 0,1 1-1 0 0,6-5 1 0 0,-11 7 278 0 0,-1 1 0 0 0,0 0-1 0 0,0-1 1 0 0,1 1 0 0 0,-1 0-1 0 0,0-1 1 0 0,0 1 0 0 0,0-1 0 0 0,1 1-1 0 0,-1 0 1 0 0,0-1 0 0 0,0 1-1 0 0,0-1 1 0 0,0 1 0 0 0,0 0 0 0 0,0-1-1 0 0,0 1 1 0 0,0-1 0 0 0,0 1-1 0 0,0 0 1 0 0,0-1 0 0 0,0 1 0 0 0,0-1-1 0 0,0 1 1 0 0,0 0 0 0 0,0-1-1 0 0,-1 1 1 0 0,1-1 0 0 0,0 1 0 0 0,0 0-1 0 0,0-1 1 0 0,-1 1 0 0 0,1 0-1 0 0,0-1 1 0 0,0 1 0 0 0,-1 0 0 0 0,1-1-1 0 0,0 1 1 0 0,-1-1 0 0 0,-17-13-833 0 0,12 10 281 0 0,-24-26-1279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0 129 640 0 0,'0'-13'4082'0'0,"0"7"-1761"0"0,30-1-960 0 0,-30-5-641 0 0,31-1-400 0 0,-1-1-160 0 0,0 3-400 0 0,30-3-1440 0 0,-29-5-1282 0 0,23 0 161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3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4242 0 0,'0'11'2881'0'0,"0"-3"-1600"0"0,-30-8-721 0 0,-1 6-320 0 0,1 0 80 0 0,-30 21 241 0 0,30-2-641 0 0,30 13 160 0 0,0 0 320 0 0,0 7-240 0 0,30-1-400 0 0,0 0-641 0 0,30-5-719 0 0,-29-14-1682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245 400 640 0 0,'3'-5'4153'0'0,"8"4"-2664"0"0,-10 2-1455 0 0,-1-1 0 0 0,1 0 1 0 0,-1 0-1 0 0,1 0 0 0 0,-1 0 1 0 0,1 0-1 0 0,-1 1 0 0 0,1-1 1 0 0,-1 0-1 0 0,1 0 0 0 0,-1 0 1 0 0,0 0-1 0 0,1 0 0 0 0,-1 0 1 0 0,1-1-1 0 0,-1 1 0 0 0,1 0 1 0 0,-1 0-1 0 0,1 0 0 0 0,-1 0 1 0 0,1-1-1 0 0,-1 1 0 0 0,0 0 1 0 0,1 0-1 0 0,-1-1 0 0 0,1 1 1 0 0,-1 0-1 0 0,0-1 0 0 0,1 1 1 0 0,-1 0-1 0 0,0-1 0 0 0,1 1 1 0 0,-1 0-1 0 0,0-1 0 0 0,0 1 1 0 0,1-1-1 0 0,-1 1 0 0 0,0-1 1 0 0,0 1-1 0 0,0 0 0 0 0,1-1 1 0 0,-2-9 59 0 0,1 0 0 0 0,-1 0 0 0 0,-1 0 0 0 0,1 0 1 0 0,-2 0-1 0 0,1 1 0 0 0,-2-1 0 0 0,1 1 0 0 0,-1 0 1 0 0,0 0-1 0 0,-1 0 0 0 0,0 0 0 0 0,-1 1 0 0 0,1 0 1 0 0,-15-15-1 0 0,10 13 4 0 0,-1 0 1 0 0,0 1-1 0 0,-1 0 0 0 0,0 1 1 0 0,0 0-1 0 0,-20-8 0 0 0,-4-5 174 0 0,31 18-215 0 0,0-1-1 0 0,1 0 1 0 0,-1-1-1 0 0,1 1 1 0 0,0-1-1 0 0,0 1 0 0 0,0-1 1 0 0,1 0-1 0 0,-6-11 1 0 0,-9-10 219 0 0,9 12 96 0 0,16 8 20 0 0,15 7-196 0 0,13 8-122 0 0,-17-3-113 0 0,0-2 0 0 0,-1 0 0 0 0,1-1 0 0 0,1 0 0 0 0,22-1 0 0 0,346-26-2575 0 0,-136-7-1935 0 0,-181 23 1881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4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1201 0 0,'0'13'2081'0'0,"0"5"-321"0"0,0-5-399 0 0,0 12-241 0 0,0 13-159 0 0,0 7-321 0 0,0 1-640 0 0,0-10-480 0 0,30 16 720 0 0,-30-13 0 0 0,0-20-480 0 0,0-8-400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04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1201 0 0,'0'2'299'0'0,"0"0"1"0"0,0 0 0 0 0,0 0 0 0 0,-1 0 0 0 0,1 0 0 0 0,0 1-1 0 0,-1-1 1 0 0,0 0 0 0 0,0 0 0 0 0,0 0 0 0 0,1-1 0 0 0,-2 1 0 0 0,-1 3-1 0 0,0-1-79 0 0,-1-1 0 0 0,0 1 0 0 0,0-1 0 0 0,0 0 0 0 0,-1 0 0 0 0,1-1 0 0 0,-8 4 0 0 0,-28 20 732 0 0,35-23-805 0 0,-43 43 1073 0 0,46-45-1178 0 0,0 1-1 0 0,0-1 1 0 0,0 1 0 0 0,1 0-1 0 0,-1 0 1 0 0,1 0-1 0 0,-1 0 1 0 0,1 0 0 0 0,0 0-1 0 0,0 0 1 0 0,0 0 0 0 0,0 0-1 0 0,0 1 1 0 0,0-1 0 0 0,1 0-1 0 0,-1 0 1 0 0,1 1-1 0 0,0-1 1 0 0,-1 1 0 0 0,1 3-1 0 0,3-2 5 0 0,1 0-1 0 0,0 0 1 0 0,-1-1-1 0 0,1 1 1 0 0,0-1-1 0 0,0 0 1 0 0,1 0-1 0 0,-1 0 1 0 0,1-1-1 0 0,-1 1 1 0 0,7 1-1 0 0,69 28 288 0 0,-75-30-318 0 0,70 25 136 0 0,94 20 0 0 0,-139-41-143 0 0,0-1 0 0 0,0-1 1 0 0,0-2-1 0 0,1 0 1 0 0,-1-3-1 0 0,43-4 0 0 0,-63 3-7 0 0,0-1-1 0 0,-1 1 1 0 0,1-1-1 0 0,-1-1 1 0 0,18-9-1 0 0,-24 12 3 0 0,0-1 0 0 0,-1 1 0 0 0,1-1 0 0 0,-1 0 0 0 0,1 1 0 0 0,-1-1-1 0 0,0 0 1 0 0,0 0 0 0 0,0-1 0 0 0,0 1 0 0 0,0 0 0 0 0,0-1 0 0 0,-1 1 0 0 0,1-1 0 0 0,-1 0 0 0 0,1 1 0 0 0,-1-1-1 0 0,0 0 1 0 0,0 0 0 0 0,-1 0 0 0 0,2-5 0 0 0,-3 3 0 0 0,0 0 0 0 0,0 0 0 0 0,-1 1 0 0 0,0-1 0 0 0,0 0 0 0 0,0 1-1 0 0,0-1 1 0 0,-1 1 0 0 0,1 0 0 0 0,-1 0 0 0 0,0 0 0 0 0,-5-5 0 0 0,-46-45 66 0 0,37 39-39 0 0,-2 1 1 0 0,1 1-1 0 0,-2 0 0 0 0,0 2 1 0 0,0 0-1 0 0,-44-16 1 0 0,51 23-171 0 0,0 0 0 0 0,0 0 0 0 0,0 1-1 0 0,-1 1 1 0 0,1 1 0 0 0,-1 0 0 0 0,1 0 0 0 0,-1 1 0 0 0,0 1 0 0 0,1 0 0 0 0,0 1 0 0 0,-1 0 0 0 0,-16 6 0 0 0,27-7-15 0 0,0 1 0 0 0,0-1 0 0 0,0 1-1 0 0,0-1 1 0 0,0 1 0 0 0,0 0 0 0 0,0 0-1 0 0,1 0 1 0 0,-1 0 0 0 0,-3 5 0 0 0,-24 38-3207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1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377 116 1601 0 0,'-5'-1'1614'0'0,"-106"-25"2361"0"0,95 23-3732 0 0,-1-1 1 0 0,1 2-1 0 0,-25-1 1 0 0,-26-4 783 0 0,13 1 27 0 0,49 6 800 0 0,-9 1 522 0 0,3-2-2284 0 0,6 1 388 0 0,0 0-253 0 0,-5-1 150 0 0,22-1 526 0 0,21-1-476 0 0,86 4-193 0 0,300-15 706 0 0,-362 10-874 0 0,-40 3-164 0 0,1 0 1 0 0,0-1-1 0 0,0-1 0 0 0,-1 0 0 0 0,23-8 1 0 0,-37 10-30 0 0,10-7-2869 0 0,-39-1-3566 0 0,-4 7 3254 0 0,-25 2 347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1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272 104 1361 0 0,'0'-1'127'0'0,"-1"0"1"0"0,1 0-1 0 0,-1 0 0 0 0,1 0 1 0 0,-1 0-1 0 0,0 0 1 0 0,0 1-1 0 0,1-1 1 0 0,-1 0-1 0 0,0 1 1 0 0,0-1-1 0 0,0 0 1 0 0,1 1-1 0 0,-1-1 1 0 0,0 1-1 0 0,0-1 0 0 0,0 1 1 0 0,0 0-1 0 0,0-1 1 0 0,0 1-1 0 0,0 0 1 0 0,0 0-1 0 0,0 0 1 0 0,0 0-1 0 0,0 0 1 0 0,0 0-1 0 0,-1 0 1 0 0,1 0-1 0 0,-1 0 0 0 0,1 0-53 0 0,0 1 0 0 0,-1-1 0 0 0,1 0 0 0 0,0 0 0 0 0,0 0 0 0 0,-1 0 0 0 0,1 0 0 0 0,0-1 0 0 0,0 1 0 0 0,0 0 0 0 0,-1-1 0 0 0,1 1-1 0 0,0 0 1 0 0,0-1 0 0 0,0 0 0 0 0,0 1 0 0 0,0-1 0 0 0,0 1 0 0 0,0-1 0 0 0,0 0 0 0 0,0 0 0 0 0,0 0 0 0 0,0 0 0 0 0,0 0 0 0 0,0 0 0 0 0,1 0-1 0 0,-1 0 1 0 0,0 0 0 0 0,1 0 0 0 0,-1 0 0 0 0,0-2 0 0 0,1 0 37 0 0,-1 1-1 0 0,1-1 1 0 0,0 1-1 0 0,1-1 1 0 0,-1 1-1 0 0,0-1 1 0 0,1 1-1 0 0,-1-1 1 0 0,1 1-1 0 0,0-1 1 0 0,0 1-1 0 0,0 0 0 0 0,0-1 1 0 0,0 1-1 0 0,1 0 1 0 0,-1 0-1 0 0,4-4 1 0 0,-2 4-84 0 0,0 0-1 0 0,1 0 1 0 0,0 0-1 0 0,-1 0 1 0 0,1 1-1 0 0,0 0 1 0 0,0-1-1 0 0,0 1 1 0 0,0 1 0 0 0,4-2-1 0 0,14-1 65 0 0,1 1 0 0 0,-1 1-1 0 0,0 1 1 0 0,1 0 0 0 0,-1 2-1 0 0,0 1 1 0 0,0 1 0 0 0,0 0 0 0 0,39 14-1 0 0,-60-15-42 0 0,0 0 0 0 0,0 0 0 0 0,0-1 0 0 0,0 1 0 0 0,0 0 0 0 0,-1 0 0 0 0,1 0 0 0 0,-1 0 0 0 0,0 0 0 0 0,0 0 0 0 0,0 0 0 0 0,0 0 0 0 0,-2 6-1 0 0,2-5 56 0 0,0-2-86 0 0,0 0-1 0 0,-1 0 1 0 0,1 0 0 0 0,0 0 0 0 0,-1 0-1 0 0,0 0 1 0 0,1 0 0 0 0,-1-1-1 0 0,0 1 1 0 0,0 0 0 0 0,0 0 0 0 0,0-1-1 0 0,0 1 1 0 0,0 0 0 0 0,-1-1-1 0 0,1 1 1 0 0,0-1 0 0 0,-3 2 0 0 0,-8 12 92 0 0,-13 27 134 0 0,17-27-139 0 0,0-1 0 0 0,0 0 0 0 0,-2-1 0 0 0,0 0 0 0 0,-12 13 0 0 0,-1-4 90 0 0,-1-1 0 0 0,-2-1 1 0 0,-32 20-1 0 0,46-32-89 0 0,0-1 0 0 0,-1-1 1 0 0,0 0-1 0 0,-1-1 0 0 0,1 0 0 0 0,-1-1 0 0 0,0 0 1 0 0,0-1-1 0 0,0-1 0 0 0,-18 1 0 0 0,23-3-67 0 0,0-1-1 0 0,0-1 1 0 0,0 0 0 0 0,0 0-1 0 0,0-1 1 0 0,-10-4 0 0 0,16 6-33 0 0,0 1 0 0 0,1-1 1 0 0,-1 0-1 0 0,0-1 0 0 0,1 1 1 0 0,0 0-1 0 0,-1-1 0 0 0,1 1 1 0 0,0-1-1 0 0,0 0 1 0 0,-1 0-1 0 0,1 0 0 0 0,1 0 1 0 0,-1 0-1 0 0,0 0 0 0 0,0-1 1 0 0,1 1-1 0 0,0 0 0 0 0,-1-1 1 0 0,1 1-1 0 0,0-1 1 0 0,-1-5-1 0 0,1-7-10 0 0,4-25-39 0 0,-3 38 43 0 0,1 1 0 0 0,-1-1-1 0 0,1 1 1 0 0,0 0 0 0 0,0-1 0 0 0,-1 1-1 0 0,1 0 1 0 0,0 0 0 0 0,0 0 0 0 0,0 0-1 0 0,0 0 1 0 0,0 0 0 0 0,0 0 0 0 0,1 0-1 0 0,-1 0 1 0 0,0 0 0 0 0,0 0 0 0 0,1 1-1 0 0,-1-1 1 0 0,0 0 0 0 0,1 1 0 0 0,-1 0-1 0 0,1-1 1 0 0,1 1 0 0 0,8-2 35 0 0,-1 1 0 0 0,1 1 0 0 0,0 0 0 0 0,0 0 0 0 0,0 1 0 0 0,0 1 0 0 0,0 0 0 0 0,-1 0-1 0 0,1 1 1 0 0,17 7 0 0 0,268 100 1020 0 0,-276-101-1091 0 0,16 7-11 0 0,0-1 1 0 0,56 14-1 0 0,-79-26-488 0 0,0-1-1 0 0,0-1 0 0 0,1 0 1 0 0,12-1-1 0 0,-13-1-580 0 0,-1 0 0 0 0,0-1 0 0 0,-1 0 1 0 0,1-1-1 0 0,12-5 0 0 0,36-21-5473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16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13 1841 0 0,'-10'5'1561'0'0,"-36"9"2440"0"0,38-11-3913 0 0,-1 0 0 0 0,0 0 1 0 0,1 1-1 0 0,-12 7 0 0 0,14-7 1018 0 0,7 0-38 0 0,-5-3-1014 0 0,0 1 1 0 0,0-1-1 0 0,0-1 0 0 0,0 1 1 0 0,0-1-1 0 0,0 1 1 0 0,0-1-1 0 0,-6-1 0 0 0,-2 1 179 0 0,41 0-8 0 0,397-32 1707 0 0,-259 14-1610 0 0,-22 1-3016 0 0,-144 16 2590 0 0,0 1 1 0 0,0 0-1 0 0,0 0 0 0 0,0 0 1 0 0,0-1-1 0 0,0 1 0 0 0,0 0 1 0 0,0 1-1 0 0,0-1 0 0 0,0 0 1 0 0,0 0-1 0 0,0 0 1 0 0,0 0-1 0 0,0 1 0 0 0,0-1 1 0 0,0 1-1 0 0,0-1 0 0 0,0 0 1 0 0,0 1-1 0 0,0-1 0 0 0,0 1 1 0 0,-1 0-1 0 0,1-1 1 0 0,0 1-1 0 0,1 1 0 0 0,-3 0-251 0 0,-1 0 0 0 0,1 1-1 0 0,0-1 1 0 0,-1 0 0 0 0,0 0-1 0 0,1 0 1 0 0,-1-1 0 0 0,0 1-1 0 0,0 0 1 0 0,-2 1 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1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244 149 480 0 0,'-16'-8'1694'0'0,"0"0"0"0"0,1 0 1 0 0,-24-20-1 0 0,39 28-1654 0 0,-1-1-1 0 0,0 1 1 0 0,1 0 0 0 0,-1-1 0 0 0,1 1 0 0 0,-1-1 0 0 0,1 1-1 0 0,-1-1 1 0 0,1 1 0 0 0,0-1 0 0 0,-1 1 0 0 0,1-1 0 0 0,-1 1 0 0 0,1-1-1 0 0,0 0 1 0 0,0 1 0 0 0,-1-1 0 0 0,1 0 0 0 0,0 1 0 0 0,0-1-1 0 0,0 0 1 0 0,0 1 0 0 0,0-1 0 0 0,0 0 0 0 0,0 1 0 0 0,0-1 0 0 0,0 0-1 0 0,0 1 1 0 0,0-1 0 0 0,0 0 0 0 0,0 1 0 0 0,1-1 0 0 0,-1 0 0 0 0,1 0-1 0 0,17-16 311 0 0,-5 4-80 0 0,-12 10-255 0 0,1 1-1 0 0,-1 0 1 0 0,1 1 0 0 0,-1-1 0 0 0,1 0-1 0 0,-1 0 1 0 0,1 1 0 0 0,0-1-1 0 0,0 1 1 0 0,0-1 0 0 0,0 1 0 0 0,0 0-1 0 0,0 0 1 0 0,0 0 0 0 0,1 0 0 0 0,-1 0-1 0 0,0 0 1 0 0,4 0 0 0 0,46-13 198 0 0,-44 12-185 0 0,-1 1-1 0 0,1 1 0 0 0,0 0 0 0 0,0 0 1 0 0,0 0-1 0 0,-1 1 0 0 0,1 0 0 0 0,0 0 1 0 0,-1 1-1 0 0,1 0 0 0 0,-1 1 0 0 0,1-1 1 0 0,-1 2-1 0 0,0-1 0 0 0,0 1 0 0 0,0 0 0 0 0,-1 0 1 0 0,0 0-1 0 0,1 1 0 0 0,-1 0 0 0 0,-1 1 1 0 0,1-1-1 0 0,6 10 0 0 0,2 1 29 0 0,-12-14-55 0 0,0-1-1 0 0,0 1 1 0 0,-1-1-1 0 0,1 1 1 0 0,-1 0 0 0 0,1 0-1 0 0,-1 0 1 0 0,0 0-1 0 0,0 0 1 0 0,0 0-1 0 0,0 0 1 0 0,0 0-1 0 0,0 1 1 0 0,-1-1 0 0 0,1 0-1 0 0,-1 0 1 0 0,1 1-1 0 0,-1 3 1 0 0,1 0 4 0 0,0 0 0 0 0,0-1 0 0 0,0 1 1 0 0,1 0-1 0 0,0-1 0 0 0,0 1 0 0 0,5 7 1 0 0,-5-10-8 0 0,0 0 0 0 0,0 1 0 0 0,-1-1 0 0 0,1 0 0 0 0,-1 1 1 0 0,1-1-1 0 0,-1 0 0 0 0,0 1 0 0 0,0 0 0 0 0,-1-1 1 0 0,1 1-1 0 0,-1-1 0 0 0,0 1 0 0 0,0 0 0 0 0,0-1 1 0 0,0 1-1 0 0,-1 0 0 0 0,1-1 0 0 0,-1 1 0 0 0,0 0 0 0 0,0-1 1 0 0,-3 6-1 0 0,-6 1-34 0 0,9-9 37 0 0,0 0 1 0 0,0-1 0 0 0,0 1 0 0 0,0 0-1 0 0,0 0 1 0 0,0 1 0 0 0,0-1-1 0 0,0 0 1 0 0,0 0 0 0 0,0 0 0 0 0,1 1-1 0 0,-1-1 1 0 0,1 0 0 0 0,-1 1 0 0 0,1-1-1 0 0,-1 0 1 0 0,1 1 0 0 0,0-1-1 0 0,-1 1 1 0 0,1 2 0 0 0,0-2-4 0 0,-1 1-1 0 0,0-1 1 0 0,1 0 0 0 0,-1 1-1 0 0,0-1 1 0 0,0 0 0 0 0,-1 1-1 0 0,1-1 1 0 0,0 0 0 0 0,-1 0 0 0 0,1 0-1 0 0,-1 0 1 0 0,0 0 0 0 0,0 0-1 0 0,1-1 1 0 0,-1 1 0 0 0,0-1 0 0 0,-1 1-1 0 0,1-1 1 0 0,0 0 0 0 0,0 1-1 0 0,-1-1 1 0 0,-2 1 0 0 0,-20 13-50 0 0,-3 5 81 0 0,18-11 39 0 0,-2 0 0 0 0,0-1 0 0 0,0 0 0 0 0,0-1 1 0 0,-1 0-1 0 0,0-1 0 0 0,-16 5 0 0 0,-55-1-28 0 0,47-7 13 0 0,26-1-34 0 0,1-1-1 0 0,-1 0 0 0 0,0-1 1 0 0,1 0-1 0 0,-1-1 1 0 0,0 0-1 0 0,0 0 1 0 0,1-1-1 0 0,-1-1 1 0 0,1 0-1 0 0,0 0 1 0 0,-14-7-1 0 0,23 8-18 0 0,0 0 0 0 0,0 0 0 0 0,0 0 0 0 0,1 0 0 0 0,-1 0 0 0 0,1 0 0 0 0,-1-1 0 0 0,1 1 0 0 0,0 0 0 0 0,0 0 0 0 0,-1 0 0 0 0,2 0 0 0 0,-1-1 0 0 0,0 1 0 0 0,0 0 0 0 0,1 0 0 0 0,-1 0 0 0 0,1 0 0 0 0,0-1 0 0 0,-1 1 0 0 0,3-3 0 0 0,1-1-3 0 0,-1 1 0 0 0,1-1 0 0 0,0 1-1 0 0,0 0 1 0 0,1 1 0 0 0,0-1 0 0 0,-1 1 0 0 0,2 0 0 0 0,-1 0-1 0 0,0 0 1 0 0,1 1 0 0 0,0 0 0 0 0,-1 0 0 0 0,1 0 0 0 0,0 1-1 0 0,1 0 1 0 0,-1 0 0 0 0,0 0 0 0 0,1 1 0 0 0,10-1-1 0 0,2 2 33 0 0,1 0 0 0 0,-1 2-1 0 0,0 0 1 0 0,0 1-1 0 0,0 1 1 0 0,32 11 0 0 0,11 3 131 0 0,-1 2 0 0 0,-1 3 0 0 0,98 53 0 0 0,-150-72-391 0 0,-1 0-1 0 0,1 0 1 0 0,0-1 0 0 0,1-1 0 0 0,-1 1 0 0 0,0-1-1 0 0,1-1 1 0 0,-1 1 0 0 0,1-1 0 0 0,-1-1-1 0 0,13 0 1 0 0,9-3-3010 0 0,-30 2 3002 0 0,1 1 1 0 0,-1-1 0 0 0,1 1 0 0 0,-1-1-1 0 0,1 0 1 0 0,-1 1 0 0 0,1-1-1 0 0,-1 0 1 0 0,0 1 0 0 0,0-1 0 0 0,1 0-1 0 0,-1 0 1 0 0,0 1 0 0 0,0-1-1 0 0,0 0 1 0 0,0 0 0 0 0,0 1 0 0 0,0-1-1 0 0,0 0 1 0 0,0 0 0 0 0,0 0-1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0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34 1921 0 0,'-5'1'2468'0'0,"-15"3"-107"0"0,15-3-267 0 0,0-1-293 0 0,-15 0-400 0 0,15 0 1080 0 0,10-1-2135 0 0,90-6-15 0 0,-14 2-435 0 0,135-14-1990 0 0,-160 12 625 0 0,-1 7-3532 0 0,-60 1 1772 0 0,-10 6 1776 0 0,10 5-321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0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32 2721 0 0,'-29'6'2293'0'0,"17"-5"-1677"0"0,1 1 0 0 0,0 1-1 0 0,0 0 1 0 0,0 1 0 0 0,0 0 0 0 0,-19 10-1 0 0,-20 6 599 0 0,50-20-1196 0 0,0 0 0 0 0,0 0 0 0 0,0 1 0 0 0,0-1 0 0 0,0 0 0 0 0,0 0 0 0 0,0 1 1 0 0,0-1-1 0 0,0 0 0 0 0,0 0 0 0 0,0 1 0 0 0,0-1 0 0 0,0 0 0 0 0,0 0 0 0 0,0 1 0 0 0,0-1 0 0 0,0 0 0 0 0,1 0 0 0 0,-1 0 0 0 0,0 1 0 0 0,0-1 0 0 0,0 0 0 0 0,0 0 0 0 0,1 0 0 0 0,-1 1 0 0 0,0-1 0 0 0,0 0 0 0 0,0 0 1 0 0,1 0-1 0 0,-1 0 0 0 0,0 0 0 0 0,0 1 0 0 0,0-1 0 0 0,1 0 0 0 0,-1 0 0 0 0,0 0 0 0 0,0 0 0 0 0,1 0 0 0 0,-1 0 0 0 0,0 0 0 0 0,0 0 0 0 0,1 0 0 0 0,-1 0 0 0 0,0 0 0 0 0,0 0 0 0 0,1 0 0 0 0,-1 0 0 0 0,28 6 503 0 0,71-4 66 0 0,114-10 0 0 0,83-29-1634 0 0,-105-10-7390 0 0,-161 36 5782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1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181 287 400 0 0,'-85'0'7457'0'0,"80"0"-5216"0"0,0 1-1881 0 0,-15 3-80 0 0,15-3 14 0 0,4-2-264 0 0,0 0 1 0 0,1 0-1 0 0,-1 0 1 0 0,0 0 0 0 0,0 1-1 0 0,0-1 1 0 0,0 0-1 0 0,0 0 1 0 0,0 1 0 0 0,0-1-1 0 0,0 0 1 0 0,0 1-1 0 0,0-1 1 0 0,0 1 0 0 0,0-1-1 0 0,0 1 1 0 0,0 0-1 0 0,-2-1 1 0 0,-3-1 41 0 0,5 0-55 0 0,0 0-1 0 0,0 0 0 0 0,1 0 0 0 0,-1-1 1 0 0,0 1-1 0 0,1 0 0 0 0,-1 0 0 0 0,1-1 1 0 0,0 1-1 0 0,-1 0 0 0 0,1 0 1 0 0,0-1-1 0 0,1 1 0 0 0,-1 0 0 0 0,1-4 1 0 0,-1-6 42 0 0,0-3-13 0 0,-2 0-1 0 0,0 0 1 0 0,0 1-1 0 0,-7-19 1 0 0,5 19-28 0 0,1-1 1 0 0,0 0 0 0 0,1-1-1 0 0,-1-18 1 0 0,3-2 108 0 0,0 31 136 0 0,0 23 50 0 0,0-16-296 0 0,1 5 31 0 0,-1 0-1 0 0,1 0 1 0 0,1 0 0 0 0,-1 0 0 0 0,1 0-1 0 0,0 0 1 0 0,5 9 0 0 0,-4-10-48 0 0,-1 0 1 0 0,0 1 0 0 0,0-1-1 0 0,0 0 1 0 0,-1 1 0 0 0,0-1-1 0 0,0 10 1 0 0,-1 108 132 0 0,0-120-136 0 0,0 0 0 0 0,-1 0 0 0 0,1 0 0 0 0,-1 0 0 0 0,0 0 0 0 0,-1 0 0 0 0,1 0 0 0 0,-1-1 0 0 0,1 1 0 0 0,-4 4 0 0 0,3-4 17 0 0,0 0 0 0 0,0 0 0 0 0,0 0 0 0 0,0 1 0 0 0,1-1 0 0 0,0 0 0 0 0,0 1 0 0 0,0-1-1 0 0,0 1 1 0 0,0 6 0 0 0,1-10-12 0 0,0 1-1 0 0,1-1 0 0 0,-1 1 0 0 0,0-1 1 0 0,0 1-1 0 0,1-1 0 0 0,-1 0 0 0 0,1 1 1 0 0,-1-1-1 0 0,1 0 0 0 0,0 1 0 0 0,-1-1 1 0 0,1 0-1 0 0,0 0 0 0 0,0 1 0 0 0,0-1 1 0 0,0 0-1 0 0,0 0 0 0 0,0 0 0 0 0,0 0 1 0 0,3 1-1 0 0,0 0 1 0 0,0 0 0 0 0,0 0 0 0 0,0 0 0 0 0,1-1 0 0 0,-1 1 0 0 0,1-1 0 0 0,5 1 0 0 0,13 0 1 0 0,-1-1 0 0 0,30-2 0 0 0,-30 0-2 0 0,38-1-10 0 0,-1-2 0 0 0,0-3 0 0 0,0-3 0 0 0,-1-2 0 0 0,69-23 0 0 0,-123 34 9 0 0,40-18 0 0 0,-44 19 0 0 0,1-1 0 0 0,0 1 0 0 0,0-1 0 0 0,0 1 0 0 0,0-1 0 0 0,-1 0 0 0 0,1 1 0 0 0,0-1 0 0 0,0 0 0 0 0,-1 1 0 0 0,1-1 0 0 0,-1 0 0 0 0,1 0 0 0 0,0 0 0 0 0,-1 1 0 0 0,0-1 0 0 0,1 0 0 0 0,-1 0 0 0 0,1 0 0 0 0,-1 0 0 0 0,0 0 0 0 0,0 0 0 0 0,0 0 0 0 0,0 0 0 0 0,1 0 0 0 0,-1 0 0 0 0,0 0 0 0 0,-1 0 0 0 0,1 0 0 0 0,0 0 0 0 0,0 0 0 0 0,0 0 0 0 0,0 0 0 0 0,-1 0 0 0 0,1 0 0 0 0,-1 0 0 0 0,1 0 0 0 0,0 1 0 0 0,-1-1 0 0 0,0 0 0 0 0,1 0 0 0 0,-2-1 0 0 0,-2-4 0 0 0,-1 0 0 0 0,-1 0 0 0 0,1 1 0 0 0,-1-1 0 0 0,0 1 0 0 0,0 1 0 0 0,-11-7 0 0 0,16 10 1 0 0,0 0 0 0 0,-1 1-1 0 0,1-1 1 0 0,0 1-1 0 0,-1 0 1 0 0,1-1 0 0 0,0 1-1 0 0,-1 0 1 0 0,1 0 0 0 0,0 0-1 0 0,-1 0 1 0 0,1 0 0 0 0,-1 0-1 0 0,1 0 1 0 0,0 0-1 0 0,-1 1 1 0 0,1-1 0 0 0,0 0-1 0 0,-1 1 1 0 0,0 0 0 0 0,0 0 4 0 0,1 1 1 0 0,-1-1-1 0 0,1 1 1 0 0,-1-1-1 0 0,1 1 1 0 0,0-1 0 0 0,0 1-1 0 0,-1 0 1 0 0,1-1-1 0 0,1 1 1 0 0,-1 0 0 0 0,0 0-1 0 0,0 0 1 0 0,1 0-1 0 0,-1 0 1 0 0,1 0-1 0 0,-1 0 1 0 0,1 0 0 0 0,0 0-1 0 0,0 0 1 0 0,0 0-1 0 0,0 0 1 0 0,0 0-1 0 0,1 3 1 0 0,13 56 193 0 0,-10-49-151 0 0,4 16 41 0 0,0 2 129 0 0,1-1 0 0 0,1 0 0 0 0,19 35 0 0 0,6-8 14 0 0,16 29-224 0 0,-34-53-282 0 0,-11-22 237 0 0,-1-1-1 0 0,0 1 0 0 0,0 0 1 0 0,5 17-1 0 0,-10-25-149 0 0,1 0 0 0 0,-1 0 0 0 0,0 0 0 0 0,1 0 0 0 0,-1 0 0 0 0,0 0 1 0 0,0 0-1 0 0,0-1 0 0 0,-1 1 0 0 0,1 0 0 0 0,0 0 0 0 0,-1 0 0 0 0,1 0 0 0 0,-1 0 0 0 0,0 0 0 0 0,1-1 0 0 0,-1 1 1 0 0,0 0-1 0 0,0-1 0 0 0,0 1 0 0 0,-1 0 0 0 0,1-1 0 0 0,0 1 0 0 0,0-1 0 0 0,-1 0 0 0 0,1 1 0 0 0,-1-1 1 0 0,1 0-1 0 0,-1 0 0 0 0,-2 1 0 0 0,-21 1-5002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63 142 400 0 0,'-1'0'262'0'0,"0"0"-80"0"0,-1 0 0 0 0,1 1 0 0 0,0-1 0 0 0,-1 0 0 0 0,1 1 0 0 0,0-1 0 0 0,-1 1 0 0 0,1 0 0 0 0,0-1 0 0 0,0 1 1 0 0,-1 0-1 0 0,1 0 0 0 0,0 0 0 0 0,0-1 0 0 0,0 1 0 0 0,0 0 0 0 0,0 0 0 0 0,0 1 0 0 0,1-1 0 0 0,-1 0 0 0 0,0 0 0 0 0,0 0 1 0 0,1 1-1 0 0,-1-1 0 0 0,1 0 0 0 0,-1 1 0 0 0,1-1 0 0 0,-1 0 0 0 0,1 1 0 0 0,0-1 0 0 0,0 0 0 0 0,0 1 0 0 0,0-1 0 0 0,0 1 1 0 0,0 2-1 0 0,-1-3-115 0 0,0-1 0 0 0,1 1 0 0 0,-1 0 1 0 0,0-1-1 0 0,0 1 0 0 0,0-1 0 0 0,0 1 1 0 0,0-1-1 0 0,0 1 0 0 0,0-1 0 0 0,0 0 1 0 0,0 0-1 0 0,0 1 0 0 0,0-1 0 0 0,-1 0 1 0 0,1 0-1 0 0,0 0 0 0 0,0 0 0 0 0,0 0 1 0 0,0 0-1 0 0,0 0 0 0 0,-2-1 0 0 0,3 1 27 0 0,-5 0 1134 0 0,10-1-1068 0 0,10-3-7 0 0,-1 0 0 0 0,1-1 1 0 0,18-10-1 0 0,35-13 114 0 0,29 2-42 0 0,-63 18-101 0 0,0-2 0 0 0,0-1 0 0 0,34-16-1 0 0,-53 20 9 0 0,1 2-1 0 0,0 0 1 0 0,1 0 0 0 0,20-2-1 0 0,-23 5 12 0 0,-14 2-135 0 0,0 0 1 0 0,0 0-1 0 0,0 0 0 0 0,-1-1 1 0 0,1 1-1 0 0,0 0 1 0 0,0 0-1 0 0,0 0 1 0 0,0 0-1 0 0,0 0 0 0 0,0 0 1 0 0,-1 0-1 0 0,1-1 1 0 0,0 1-1 0 0,0 0 1 0 0,0 0-1 0 0,0 0 0 0 0,0 0 1 0 0,0 0-1 0 0,0-1 1 0 0,0 1-1 0 0,0 0 1 0 0,0 0-1 0 0,0 0 0 0 0,0 0 1 0 0,0-1-1 0 0,-1 1 1 0 0,1 0-1 0 0,0 0 1 0 0,0 0-1 0 0,1 0 0 0 0,-1-1 1 0 0,0 1-1 0 0,0 0 1 0 0,0 0-1 0 0,0 0 1 0 0,0 0-1 0 0,0 0 0 0 0,0-1 1 0 0,0 1-1 0 0,0 0 1 0 0,0 0-1 0 0,0 0 0 0 0,0 0 1 0 0,0 0-1 0 0,1-1 1 0 0,-1 1-1 0 0,0 0 1 0 0,0 0-1 0 0,0 0 0 0 0,0 0 1 0 0,0 0-1 0 0,1 0 1 0 0,-1 0-1 0 0,0 0 1 0 0,0-1-1 0 0,-18-2 108 0 0,-1 1 1 0 0,0 0-1 0 0,1 1 0 0 0,-1 1 0 0 0,0 1 1 0 0,-29 5-1 0 0,1 3 197 0 0,-73 22 1 0 0,114-29-285 0 0,-2 0 10 0 0,0 0 0 0 0,0 0 0 0 0,0 1-1 0 0,1 0 1 0 0,-1 1 0 0 0,1 0 0 0 0,0 0 0 0 0,0 0 0 0 0,0 1 0 0 0,1 0 0 0 0,0 0-1 0 0,0 1 1 0 0,-11 11 0 0 0,-17 20 246 0 0,30-33-258 0 0,-1 0 1 0 0,1 0-1 0 0,-1 0 0 0 0,1 0 0 0 0,0 1 0 0 0,1 0 0 0 0,-1 0 0 0 0,1 0 1 0 0,0 0-1 0 0,0 0 0 0 0,1 1 0 0 0,0-1 0 0 0,0 1 0 0 0,0 0 0 0 0,0-1 1 0 0,1 1-1 0 0,-1 7 0 0 0,2 7-18 0 0,-1-16 4 0 0,0 0 1 0 0,1 0-1 0 0,-1 0 1 0 0,1 0 0 0 0,0 0-1 0 0,1 0 1 0 0,-1 0-1 0 0,1 0 1 0 0,0 0-1 0 0,0 0 1 0 0,0 0-1 0 0,0 0 1 0 0,1 0-1 0 0,-1 0 1 0 0,1 0-1 0 0,0-1 1 0 0,0 1-1 0 0,1-1 1 0 0,-1 0-1 0 0,1 1 1 0 0,-1-1-1 0 0,1 0 1 0 0,0 0-1 0 0,4 2 1 0 0,6 3 39 0 0,1 0 1 0 0,0-1 0 0 0,0-1-1 0 0,0 0 1 0 0,24 6 0 0 0,81 13 86 0 0,-114-24-135 0 0,38 5-110 0 0,0-1 0 0 0,1-3 1 0 0,-1-1-1 0 0,1-2 0 0 0,70-11 1 0 0,-68 3-1857 0 0,-1-1 1 0 0,75-27-1 0 0,-4-13-4335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4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156 186 1121 0 0,'-21'1'1331'0'0,"-46"-2"1995"0"0,62 0-3130 0 0,0 1 0 0 0,0-1 0 0 0,1 0 1 0 0,-1 0-1 0 0,1 0 0 0 0,-1 0 1 0 0,1-1-1 0 0,-1 0 0 0 0,1 0 1 0 0,-8-5-1 0 0,11 6-203 0 0,0 0-1 0 0,1 1 1 0 0,-1-1 0 0 0,0 0-1 0 0,1 0 1 0 0,-1 0-1 0 0,1 1 1 0 0,-1-1 0 0 0,0 0-1 0 0,1 0 1 0 0,0 0 0 0 0,-1 0-1 0 0,1 0 1 0 0,0 0 0 0 0,-1 0-1 0 0,1 0 1 0 0,0 0 0 0 0,0 0-1 0 0,0 0 1 0 0,0 0-1 0 0,0 0 1 0 0,0 0 0 0 0,0 0-1 0 0,0 0 1 0 0,1-1 0 0 0,-1 1-1 0 0,0 0 1 0 0,0 0 0 0 0,1 1-1 0 0,-1-1 1 0 0,1 0 0 0 0,0-1-1 0 0,20-25-42 0 0,-17 23 116 0 0,-3 2-49 0 0,0 1 0 0 0,0 0 1 0 0,-1-1-1 0 0,1 1 0 0 0,-1-1 0 0 0,1 1 0 0 0,-1-1 0 0 0,1 1 0 0 0,-1-1 1 0 0,0 1-1 0 0,0-1 0 0 0,0 1 0 0 0,0-1 0 0 0,0-2 0 0 0,4-15 180 0 0,5 13-117 0 0,-1-1 0 0 0,1 2 0 0 0,0-1 0 0 0,0 1 0 0 0,1 1 0 0 0,-1-1 0 0 0,14-2 0 0 0,-6 2-50 0 0,0 2 0 0 0,0 0 0 0 0,0 1 0 0 0,1 1 0 0 0,-1 1 0 0 0,0 0 0 0 0,1 1 0 0 0,-1 1 0 0 0,0 1 0 0 0,0 0 0 0 0,0 1 0 0 0,0 1 0 0 0,19 9 0 0 0,-9-3 13 0 0,0 1 0 0 0,-1 1 0 0 0,-1 1 0 0 0,-1 2 0 0 0,0 0-1 0 0,36 33 1 0 0,-57-46-45 0 0,0 0-1 0 0,0 0 0 0 0,-1 0 1 0 0,1 0-1 0 0,-1 1 0 0 0,0-1 1 0 0,1 1-1 0 0,-2-1 0 0 0,1 1 1 0 0,0 0-1 0 0,-1 0 0 0 0,1 0 1 0 0,0 7-1 0 0,7 17-26 0 0,16 11-65 0 0,-25-43 94 0 0,1 0 0 0 0,-2 1 0 0 0,1-1 0 0 0,0 0 0 0 0,-1 0 0 0 0,1 1 0 0 0,-1-1 0 0 0,0 0 0 0 0,0 1 0 0 0,-1-1 0 0 0,1 1 0 0 0,-3-5 0 0 0,-1 3 0 0 0,0-1 0 0 0,0 1 0 0 0,-1 1 0 0 0,1-1 0 0 0,-12-6 0 0 0,16 10 0 0 0,-5-3 4 0 0,0 0-1 0 0,0 1 1 0 0,0 0-1 0 0,0 0 1 0 0,0 0-1 0 0,-1 1 0 0 0,1 0 1 0 0,-1 0-1 0 0,0 1 1 0 0,0-1-1 0 0,1 1 1 0 0,-1 1-1 0 0,0 0 1 0 0,0 0-1 0 0,0 0 1 0 0,0 1-1 0 0,0-1 1 0 0,1 2-1 0 0,-1-1 0 0 0,0 1 1 0 0,1 0-1 0 0,-1 0 1 0 0,1 1-1 0 0,0 0 1 0 0,-1 0-1 0 0,-8 7 1 0 0,12-8 0 0 0,0 0 0 0 0,1 0 0 0 0,-1 0 0 0 0,1 0 0 0 0,-1 0 0 0 0,1 0 0 0 0,0 1 1 0 0,0-1-1 0 0,0 1 0 0 0,0 0 0 0 0,0-1 0 0 0,1 1 0 0 0,-1 0 0 0 0,1 0 0 0 0,0 0 1 0 0,0 0-1 0 0,0 0 0 0 0,0 0 0 0 0,0 0 0 0 0,0 5 0 0 0,2-2 5 0 0,1-1 1 0 0,-1 0-1 0 0,1 0 1 0 0,0 0-1 0 0,0 0 0 0 0,0 0 1 0 0,1 0-1 0 0,0-1 0 0 0,0 1 1 0 0,0-1-1 0 0,0 0 0 0 0,1 1 1 0 0,-1-2-1 0 0,6 5 0 0 0,-3-2-2 0 0,1 0-1 0 0,0-1 0 0 0,1 0 1 0 0,-1 0-1 0 0,1-1 0 0 0,0 0 1 0 0,0-1-1 0 0,0 1 0 0 0,0-1 1 0 0,1-1-1 0 0,-1 0 0 0 0,12 2 1 0 0,3-1-25 0 0,0-1 1 0 0,0 0 0 0 0,27-3 0 0 0,-31 0-77 0 0,-1-1 0 0 0,0-1 0 0 0,1-1 0 0 0,-1 0 1 0 0,-1-1-1 0 0,1-1 0 0 0,-1-1 0 0 0,20-10 0 0 0,-25 10-498 0 0,-1 0 0 0 0,1 0 0 0 0,-2-2 0 0 0,1 1 0 0 0,-1-1 0 0 0,14-16 0 0 0,11-32-3637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181 228 1121 0 0,'0'23'4704'0'0,"0"-18"-2371"0"0,0-17-1847 0 0,0 11-468 0 0,0-1 0 0 0,0 0 0 0 0,0 1 0 0 0,-1-1 1 0 0,1 1-1 0 0,-1-1 0 0 0,1 1 0 0 0,-1-1 0 0 0,0 1 0 0 0,1 0 0 0 0,-1-1 0 0 0,0 1 0 0 0,0 0 1 0 0,0-1-1 0 0,0 1 0 0 0,0 0 0 0 0,0 0 0 0 0,-2-2 0 0 0,2 2-7 0 0,-1 0 0 0 0,1-1-1 0 0,0 1 1 0 0,0 0 0 0 0,-1-1-1 0 0,1 0 1 0 0,0 1 0 0 0,0-1-1 0 0,0 0 1 0 0,1 1 0 0 0,-1-1-1 0 0,0 0 1 0 0,1 0 0 0 0,-1 1-1 0 0,1-1 1 0 0,0 0 0 0 0,-1 0-1 0 0,1-3 1 0 0,-1-3 15 0 0,0 0 0 0 0,-1 0 1 0 0,0 1-1 0 0,0-1 0 0 0,-1 1 0 0 0,0-1 0 0 0,0 1 1 0 0,0 0-1 0 0,-1 0 0 0 0,0 0 0 0 0,-1 1 1 0 0,0-1-1 0 0,0 1 0 0 0,-6-6 0 0 0,-20-30 74 0 0,20 22-33 0 0,-9 13-40 0 0,10 14 106 0 0,9-6-128 0 0,-1-1 1 0 0,1 1-1 0 0,0-1 0 0 0,-1 1 0 0 0,1 0 0 0 0,0-1 1 0 0,0 1-1 0 0,-1 0 0 0 0,1 0 0 0 0,0 0 1 0 0,0 0-1 0 0,0 0 0 0 0,0 0 0 0 0,0 0 0 0 0,-1 2 1 0 0,-3 31 57 0 0,5-33-69 0 0,0-1 0 0 0,0 1 0 0 0,0 0-1 0 0,1 0 1 0 0,-1 0 0 0 0,0-1 0 0 0,0 1 0 0 0,0 0 0 0 0,1 0 0 0 0,-1-1 0 0 0,1 1-1 0 0,-1 0 1 0 0,0-1 0 0 0,1 1 0 0 0,-1 0 0 0 0,1-1 0 0 0,-1 1 0 0 0,1-1-1 0 0,0 1 1 0 0,-1-1 0 0 0,1 1 0 0 0,0-1 0 0 0,-1 1 0 0 0,1-1 0 0 0,0 1 0 0 0,-1-1-1 0 0,1 0 1 0 0,0 0 0 0 0,0 1 0 0 0,-1-1 0 0 0,1 0 0 0 0,1 0 0 0 0,-1 0-6 0 0,-1 0 0 0 0,1 1 0 0 0,-1-1 0 0 0,1 0 0 0 0,0 0 0 0 0,-1 0 0 0 0,1 0 0 0 0,-1 1 0 0 0,1-1 0 0 0,-1 0 0 0 0,1 0 0 0 0,-1 1 0 0 0,1-1 0 0 0,-1 1 0 0 0,1-1 0 0 0,-1 0 0 0 0,1 1 0 0 0,-1-1 0 0 0,0 1 0 0 0,1-1 0 0 0,-1 1 0 0 0,0-1 0 0 0,1 1 0 0 0,-1-1 0 0 0,0 1 0 0 0,1-1 0 0 0,-1 1 0 0 0,0 0 0 0 0,0-1 0 0 0,0 2 0 0 0,0-1-668 0 0,-5-9-3268 0 0,-15-2 1373 0 0,15 1 454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5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91 880 0 0,'265'4'7124'0'0,"-209"-8"-7204"0"0,-56 4 77 0 0,-1 0 0 0 0,1 0 1 0 0,0 0-1 0 0,0-1 1 0 0,0 1-1 0 0,0 0 0 0 0,-1 0 1 0 0,1 0-1 0 0,0 0 0 0 0,0 0 1 0 0,0 0-1 0 0,0-1 1 0 0,0 1-1 0 0,-1 0 0 0 0,1 0 1 0 0,0 0-1 0 0,0 0 0 0 0,0-1 1 0 0,0 1-1 0 0,0 0 1 0 0,0 0-1 0 0,0 0 0 0 0,0-1 1 0 0,0 1-1 0 0,0 0 1 0 0,0 0-1 0 0,0 0 0 0 0,0-1 1 0 0,0 1-1 0 0,0 0 0 0 0,0 0 1 0 0,0 0-1 0 0,0 0 1 0 0,0-1-1 0 0,0 1 0 0 0,0 0 1 0 0,0 0-1 0 0,0 0 0 0 0,0-1 1 0 0,0 1-1 0 0,0 0 1 0 0,1 0-1 0 0,-1 0 0 0 0,0 0 1 0 0,0-1-1 0 0,0 1 0 0 0,0 0 1 0 0,0 0-1 0 0,0 0 1 0 0,1 0-1 0 0,-1 0 0 0 0,0 0 1 0 0,0-1-1 0 0,0 1 1 0 0,1 0-1 0 0,-2 0-4 0 0,0 0 4 0 0,0 0-1 0 0,0 0 1 0 0,-1 0-1 0 0,1 0 1 0 0,0 0-1 0 0,0 0 1 0 0,0-1-1 0 0,-1 1 1 0 0,1 0-1 0 0,0-1 1 0 0,0 1-1 0 0,0-1 1 0 0,0 1-1 0 0,0-1 1 0 0,0 0-1 0 0,0 1 1 0 0,0-1-1 0 0,0 0 1 0 0,0 0-1 0 0,-1-1 1 0 0,2 1-6 0 0,1-2 1 0 0,-33-6 12 0 0,2 3-4 0 0,5 6 0 0 0,20 6 0 0 0,5-6 0 0 0,0 1 0 0 0,0 0 0 0 0,-1-1 0 0 0,1 1 0 0 0,0 0 1 0 0,0 0-1 0 0,-1-1 0 0 0,1 1 0 0 0,0-1 0 0 0,-1 1 1 0 0,1 0-1 0 0,-1-1 0 0 0,1 1 0 0 0,0-1 0 0 0,-1 1 1 0 0,0-1-1 0 0,1 1 0 0 0,-1-1 0 0 0,1 1 0 0 0,-1-1 1 0 0,0 1-1 0 0,1-1 0 0 0,-1 0 0 0 0,0 1 0 0 0,1-1 1 0 0,-1 0-1 0 0,0 0 0 0 0,1 0 0 0 0,-1 1 0 0 0,0-1 1 0 0,0 0-1 0 0,1 0 0 0 0,-1 0 0 0 0,0 0 0 0 0,0 0 1 0 0,1 0-1 0 0,-1-1 0 0 0,0 1 0 0 0,1 0 0 0 0,-1 0 1 0 0,0 0-1 0 0,-1-1 0 0 0,2 1 5 0 0,-2-1 12 0 0,1 1 1 0 0,-1 0-1 0 0,0 0 1 0 0,1 0-1 0 0,-1 0 0 0 0,0 0 1 0 0,1 1-1 0 0,-1-1 1 0 0,1 0-1 0 0,-1 1 1 0 0,0-1-1 0 0,1 1 0 0 0,-1 0 1 0 0,1-1-1 0 0,-3 2 1 0 0,5-1 2 0 0,-1-1 1 0 0,0 1 0 0 0,1-1 0 0 0,-1 1 0 0 0,1-1 0 0 0,-1 1 0 0 0,0-1 0 0 0,1 0 0 0 0,-1 1-1 0 0,1-1 1 0 0,-1 0 0 0 0,1 1 0 0 0,0-1 0 0 0,-1 0 0 0 0,1 1 0 0 0,-1-1 0 0 0,1 0 0 0 0,-1 0-1 0 0,1 0 1 0 0,0 0 0 0 0,-1 0 0 0 0,1 0 0 0 0,-1 0 0 0 0,1 0 0 0 0,0 0 0 0 0,-1 0 0 0 0,1 0-1 0 0,-1 0 1 0 0,1 0 0 0 0,0 0 0 0 0,0-1 0 0 0,4 1 126 0 0,0 0-54 0 0,11-1-13 0 0,-1 0 0 0 0,1-1 0 0 0,17-5 0 0 0,-23-6 67 0 0,3 8-130 0 0,-13 5-17 0 0,1 0-1 0 0,-1 0 1 0 0,0 0 0 0 0,0 0 0 0 0,1 0 0 0 0,-1 0 0 0 0,0 0 0 0 0,0 0 0 0 0,1 0 0 0 0,-1 0 0 0 0,0 0 0 0 0,0 0 0 0 0,1 0 0 0 0,-1 0 0 0 0,0 0 0 0 0,0 0-1 0 0,1-1 1 0 0,-1 1 0 0 0,0 0 0 0 0,0 0 0 0 0,1 0 0 0 0,-1 0 0 0 0,0-1 0 0 0,0 1 0 0 0,0 0 0 0 0,0 0 0 0 0,1 0 0 0 0,-1-1 0 0 0,0 1 0 0 0,0 0-1 0 0,0 0 1 0 0,0 0 0 0 0,0-1 0 0 0,1 1 0 0 0,-1 0 0 0 0,0 0 0 0 0,0-1 0 0 0,0 1 0 0 0,0 0 0 0 0,0 0 0 0 0,0-1 0 0 0,0 1 0 0 0,0 0 0 0 0,0-1 0 0 0,0 1-1 0 0,0 0 1 0 0,0-1 0 0 0,-24-8-16 0 0,1 0-1 0 0,-1 2 0 0 0,-41-8 1 0 0,53 13 10 0 0,0 0-1 0 0,0 1 1 0 0,0 0 0 0 0,-1 1 0 0 0,1 1 0 0 0,0 0 0 0 0,-1 0 0 0 0,1 1 0 0 0,0 1 0 0 0,-16 5 0 0 0,25-7 12 0 0,-1 0 1 0 0,1 1-1 0 0,0-1 0 0 0,0 1 1 0 0,0 0-1 0 0,0-1 1 0 0,1 1-1 0 0,-1 1 0 0 0,0-1 1 0 0,1 0-1 0 0,0 1 0 0 0,-1-1 1 0 0,1 1-1 0 0,0 0 1 0 0,0 0-1 0 0,1-1 0 0 0,-1 1 1 0 0,0 0-1 0 0,1 1 0 0 0,0-1 1 0 0,0 0-1 0 0,0 0 1 0 0,0 1-1 0 0,0-1 0 0 0,1 0 1 0 0,-1 1-1 0 0,1-1 1 0 0,0 1-1 0 0,0-1 0 0 0,0 0 1 0 0,1 1-1 0 0,-1-1 0 0 0,1 0 1 0 0,0 1-1 0 0,0-1 1 0 0,0 0-1 0 0,0 0 0 0 0,1 1 1 0 0,-1-1-1 0 0,1 0 0 0 0,-1 0 1 0 0,1-1-1 0 0,0 1 1 0 0,0 0-1 0 0,5 3 0 0 0,5 5 48 0 0,1 0-1 0 0,1-1 1 0 0,0-1-1 0 0,0 0 1 0 0,29 12-1 0 0,-18-8 27 0 0,12 4-17 0 0,0-1 1 0 0,0-1 0 0 0,1-3 0 0 0,1-1 0 0 0,0-1-1 0 0,1-3 1 0 0,42 3 0 0 0,-55-8-220 0 0,-1-1 0 0 0,1-1 0 0 0,0-1 0 0 0,0-2 0 0 0,-1 0 0 0 0,0-2 1 0 0,1-1-1 0 0,-2-1 0 0 0,1-1 0 0 0,-1-2 0 0 0,25-12 0 0 0,-39 15-388 0 0,1 0-1 0 0,-1-1 1 0 0,-1-1 0 0 0,11-9 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357 320 3442 0 0,'-85'-14'3775'0'0,"85"14"-3559"0"0,0-1-198 0 0,0 1 0 0 0,0-1-1 0 0,0 0 1 0 0,0 1-1 0 0,0-1 1 0 0,0 1 0 0 0,0-1-1 0 0,0 1 1 0 0,0-1 0 0 0,0 0-1 0 0,0 1 1 0 0,-1-1 0 0 0,1 1-1 0 0,0-1 1 0 0,0 1 0 0 0,-1-1-1 0 0,1 1 1 0 0,0-1 0 0 0,-1 1-1 0 0,1 0 1 0 0,0-1 0 0 0,-1 1-1 0 0,0-1 1 0 0,0 1 5 0 0,-1-1 1 0 0,1 0-1 0 0,0 1 0 0 0,-1-1 1 0 0,1 0-1 0 0,0 0 0 0 0,-1 0 1 0 0,1 0-1 0 0,0 0 0 0 0,0 0 1 0 0,0 0-1 0 0,0 0 0 0 0,0 0 1 0 0,0 0-1 0 0,0-1 0 0 0,0 1 1 0 0,1 0-1 0 0,-2-2 0 0 0,-1-36 600 0 0,3 34-582 0 0,-2 0 8 0 0,0 0 1 0 0,0 0-1 0 0,-1 1 0 0 0,0-1 0 0 0,0 0 1 0 0,0 1-1 0 0,0 0 0 0 0,-1 0 0 0 0,0 0 1 0 0,1 0-1 0 0,-1 0 0 0 0,-1 1 0 0 0,-8-6 1 0 0,2-1 47 0 0,-38-25 130 0 0,38 28-175 0 0,1 0 0 0 0,-1 0-1 0 0,1-1 1 0 0,1-1 0 0 0,0 1-1 0 0,0-2 1 0 0,-14-18-1 0 0,22 26-36 0 0,0 0-1 0 0,0-1 0 0 0,0 1 0 0 0,-1 0 0 0 0,1 0 0 0 0,0 0 0 0 0,-1 0 0 0 0,0 0 1 0 0,1 1-1 0 0,-1-1 0 0 0,0 0 0 0 0,0 1 0 0 0,0-1 0 0 0,0 1 0 0 0,0 0 0 0 0,-3-2 1 0 0,0 1 91 0 0,10 2 28 0 0,15 0-28 0 0,-15 0 28 0 0,0 1-41 0 0,55 22 121 0 0,-53-22-230 0 0,30 7-1958 0 0,64 6-1 0 0,-87-13 1446 0 0,-1-1 1 0 0,1-1-1 0 0,0 0 0 0 0,-1-1 0 0 0,1 0 0 0 0,-1-1 0 0 0,1 0 0 0 0,23-10 1 0 0,-7-5-1607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 1441 0 0,'5'0'1800'0'0,"15"0"-212"0"0,-15 0 1867 0 0,0 0-3188 0 0,6 0-157 0 0,-6-1-98 0 0,0 1 0 0 0,0 0 0 0 0,0 0 0 0 0,1 0 0 0 0,-1 0-1 0 0,0 1 1 0 0,0 0 0 0 0,0 0 0 0 0,0 0 0 0 0,0 1 0 0 0,0 0 0 0 0,0 0 0 0 0,-1 0 0 0 0,1 0-1 0 0,-1 1 1 0 0,1-1 0 0 0,-1 1 0 0 0,0 0 0 0 0,0 1 0 0 0,5 4 0 0 0,-2 0 35 0 0,-1-1 0 0 0,0 1 0 0 0,0 0 1 0 0,-1 0-1 0 0,0 0 0 0 0,0 1 0 0 0,-1 0 0 0 0,-1 0 1 0 0,1 0-1 0 0,-1 0 0 0 0,-1 1 0 0 0,3 9 0 0 0,-6-18-41 0 0,1 1-1 0 0,0-1 1 0 0,0 0-1 0 0,1 0 1 0 0,-1 0-1 0 0,0 1 0 0 0,0-1 1 0 0,1 0-1 0 0,-1 0 1 0 0,0 0-1 0 0,1 0 1 0 0,-1 0-1 0 0,1 1 0 0 0,0-1 1 0 0,-1 0-1 0 0,1 0 1 0 0,0-1-1 0 0,0 1 1 0 0,-1 0-1 0 0,1 0 0 0 0,0 0 1 0 0,0 0-1 0 0,0-1 1 0 0,0 1-1 0 0,0 0 1 0 0,0-1-1 0 0,0 1 0 0 0,0-1 1 0 0,2 1-1 0 0,3 2 6 0 0,-1 2 42 0 0,-10-8-40 0 0,2 2-13 0 0,2 1 0 0 0,0 0 0 0 0,0 0 0 0 0,0 0 0 0 0,0 0 0 0 0,0 0 0 0 0,0-1 0 0 0,0 1 0 0 0,0 0 0 0 0,0-1 0 0 0,0 1 0 0 0,0 0 0 0 0,0-1 0 0 0,0 1 0 0 0,0-1 0 0 0,0 0 0 0 0,1 1 0 0 0,-1-1 0 0 0,0 1 0 0 0,0-1 0 0 0,1 0 0 0 0,-1 0 0 0 0,0 0 0 0 0,1 1 0 0 0,-1-3 0 0 0,0 2 1 0 0,0 0-1 0 0,0 0 0 0 0,1 0 1 0 0,-1 0-1 0 0,0 0 0 0 0,0 0 0 0 0,0 0 1 0 0,0 0-1 0 0,0 0 0 0 0,0 1 0 0 0,0-1 1 0 0,0 0-1 0 0,0 1 0 0 0,0-1 0 0 0,-1 1 1 0 0,1-1-1 0 0,0 1 0 0 0,0-1 0 0 0,-1 1 1 0 0,1 0-1 0 0,-2-1 0 0 0,-3-1 8 0 0,-4-2 52 0 0,-1 1 1 0 0,0-1-1 0 0,-1 2 0 0 0,1-1 1 0 0,0 2-1 0 0,-1 0 1 0 0,1 0-1 0 0,-1 1 1 0 0,1 0-1 0 0,-1 1 0 0 0,1 0 1 0 0,0 1-1 0 0,-1 0 1 0 0,1 1-1 0 0,0 0 1 0 0,-15 7-1 0 0,23-9-33 0 0,1 1 0 0 0,-1-1 0 0 0,1 1 1 0 0,0 0-1 0 0,-1 0 0 0 0,1 0 0 0 0,0 0 0 0 0,0 1 1 0 0,0-1-1 0 0,0 1 0 0 0,1-1 0 0 0,-1 1 0 0 0,1-1 0 0 0,0 1 1 0 0,-1 0-1 0 0,1 0 0 0 0,0 0 0 0 0,1-1 0 0 0,-1 1 1 0 0,0 0-1 0 0,1 0 0 0 0,0 0 0 0 0,-1 0 0 0 0,1 0 0 0 0,1 4 1 0 0,-1-3-20 0 0,1 1 0 0 0,-1 0 0 0 0,1 0 1 0 0,1-1-1 0 0,-1 1 0 0 0,1 0 0 0 0,-1-1 1 0 0,1 1-1 0 0,1-1 0 0 0,-1 0 0 0 0,1 0 0 0 0,5 7 1 0 0,-6-9-43 0 0,0-1 0 0 0,1 1 1 0 0,-1-1-1 0 0,1 0 1 0 0,-1 0-1 0 0,1 0 0 0 0,-1-1 1 0 0,1 1-1 0 0,0 0 1 0 0,-1-1-1 0 0,1 0 0 0 0,0 1 1 0 0,-1-1-1 0 0,1 0 1 0 0,0 0-1 0 0,-1-1 0 0 0,1 1 1 0 0,0-1-1 0 0,-1 1 1 0 0,1-1-1 0 0,-1 0 0 0 0,5-1 1 0 0,4-2-318 0 0,1-1 1 0 0,-1 0 0 0 0,18-11-1 0 0,-27 15 205 0 0,0 0-1 0 0,0-1 0 0 0,0 1 0 0 0,0-1 1 0 0,0 1-1 0 0,0-1 0 0 0,-1 0 0 0 0,1 0 1 0 0,0 0-1 0 0,-1 0 0 0 0,1 0 1 0 0,-1 0-1 0 0,0 0 0 0 0,0 0 0 0 0,0-1 1 0 0,0 1-1 0 0,0 0 0 0 0,-1-1 0 0 0,1 1 1 0 0,0-1-1 0 0,-1 1 0 0 0,0-1 0 0 0,0 1 1 0 0,0-1-1 0 0,0-3 0 0 0,0-37-3161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7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1 299 960 0 0,'30'-31'3202'0'0,"24"-15"159"0"0,37-17-1200 0 0,-1 13-1680 0 0,-59 17-1042 0 0,29 2-559 0 0,-30-13-2642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7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2081 0 0,'31'39'4482'0'0,"-31"16"-1761"0"0,30-16-2481 0 0,-6-12-960 0 0,-24 4-641 0 0,0 1-2640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8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183 642 800 0 0,'10'-2'725'0'0,"0"-1"0"0"0,0 1 0 0 0,0-2 0 0 0,-1 1-1 0 0,10-6 1 0 0,-15 7-640 0 0,-1 0-1 0 0,1 0 1 0 0,-1 0-1 0 0,0-1 1 0 0,0 1-1 0 0,0-1 1 0 0,0 1-1 0 0,-1-1 0 0 0,1 0 1 0 0,-1 0-1 0 0,1-1 1 0 0,-1 1-1 0 0,0 0 1 0 0,-1-1-1 0 0,1 1 1 0 0,0-1-1 0 0,1-4 1 0 0,-1-5-61 0 0,-1 0 0 0 0,0 0 0 0 0,0 0 0 0 0,-1 1 0 0 0,-1-1 0 0 0,0 0 0 0 0,-1 0 0 0 0,-5-20 0 0 0,-39-108-263 0 0,42 130 195 0 0,-5-12-117 0 0,-1 1 0 0 0,-2 0 0 0 0,0 1 0 0 0,-20-26 0 0 0,-14-22-61 0 0,40 59 333 0 0,-1 0 0 0 0,0 0 0 0 0,-1 1 1 0 0,0 0-1 0 0,-11-10 0 0 0,19 19-99 0 0,0-1 0 0 0,0 1 0 0 0,0 0 0 0 0,-1 0 0 0 0,1 0 1 0 0,0-1-1 0 0,0 1 0 0 0,0 0 0 0 0,-1 0 0 0 0,1 0 0 0 0,0 0 0 0 0,0-1 1 0 0,0 1-1 0 0,-1 0 0 0 0,1 0 0 0 0,0 0 0 0 0,0 0 0 0 0,-1 0 0 0 0,1 0 0 0 0,0 0 1 0 0,0 0-1 0 0,-1 0 0 0 0,1 0 0 0 0,0 0 0 0 0,0 0 0 0 0,-1 0 0 0 0,1 0 0 0 0,0 0 1 0 0,0 0-1 0 0,-1 0 0 0 0,1 0 0 0 0,0 0 0 0 0,0 0 0 0 0,-1 0 0 0 0,1 0 0 0 0,0 0 1 0 0,0 1-1 0 0,-1-1 0 0 0,1 0 0 0 0,0 0 0 0 0,0 0 0 0 0,0 0 0 0 0,-1 1 0 0 0,-3 2 38 0 0,0-1 0 0 0,0 1 1 0 0,0 1-1 0 0,0-1 0 0 0,1 1 0 0 0,-1-1 0 0 0,1 1 0 0 0,0 0 0 0 0,0 0 0 0 0,0 0 0 0 0,1 1 0 0 0,-1-1 0 0 0,1 1 0 0 0,0-1 0 0 0,-1 7 0 0 0,1-2 1 0 0,0-1-1 0 0,1 1 1 0 0,1 0 0 0 0,-1 0-1 0 0,1 0 1 0 0,1-1 0 0 0,0 1-1 0 0,0 0 1 0 0,3 9 0 0 0,27 83 380 0 0,-7-31-129 0 0,-2-8 9 0 0,2-2-1 0 0,40 72 0 0 0,-28-61-147 0 0,0 17-9 0 0,-27-62-105 0 0,25 48 0 0 0,-31-68-83 0 0,0-1 0 0 0,0 0 0 0 0,1 0-1 0 0,0 0 1 0 0,0 0 0 0 0,0-1 0 0 0,1 1 0 0 0,-1-1-1 0 0,1 0 1 0 0,0-1 0 0 0,0 1 0 0 0,0-1 0 0 0,8 4-1 0 0,-13-7 17 0 0,0 0 0 0 0,1 0 0 0 0,-1 0 0 0 0,0 1 0 0 0,1-1 0 0 0,-1 0 0 0 0,0 0 0 0 0,0 0 0 0 0,1 0 0 0 0,-1 1 0 0 0,0-1 0 0 0,1 0 0 0 0,-1 0 0 0 0,0 0 0 0 0,1 0 0 0 0,-1 0 0 0 0,0 0 0 0 0,1 0 0 0 0,-1 0 0 0 0,0 0 0 0 0,1 0 0 0 0,-1 0-1 0 0,0 0 1 0 0,1 0 0 0 0,-1 0 0 0 0,0 0 0 0 0,1-1 0 0 0,-1 1 0 0 0,0 0 0 0 0,1 0 0 0 0,-1 0 0 0 0,0 0 0 0 0,0-1 0 0 0,1 1 0 0 0,-1 0 0 0 0,0 0 0 0 0,0-1 0 0 0,1 1 0 0 0,-1 0 0 0 0,0 0 0 0 0,0-1 0 0 0,1 1 0 0 0,0-2-127 0 0,15-24-1803 0 0,-12-15-1987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8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3041 0 0,'-4'5'446'0'0,"0"1"-1"0"0,1-1 1 0 0,0 1 0 0 0,0 0-1 0 0,0 0 1 0 0,1 0-1 0 0,0 0 1 0 0,0 1-1 0 0,0-1 1 0 0,1 1-1 0 0,0-1 1 0 0,1 1-1 0 0,-1-1 1 0 0,1 8-1 0 0,1-12-452 0 0,-1-1 0 0 0,1 0 0 0 0,-1 1 0 0 0,1-1 0 0 0,-1 0-1 0 0,1 1 1 0 0,0-1 0 0 0,0 0 0 0 0,-1 0 0 0 0,1 0-1 0 0,0 0 1 0 0,0 0 0 0 0,0 0 0 0 0,0 0 0 0 0,0 0 0 0 0,1 0-1 0 0,-1 0 1 0 0,0-1 0 0 0,0 1 0 0 0,0 0 0 0 0,2 0 0 0 0,2 1 4 0 0,23 36 219 0 0,-25-33-210 0 0,1 0 1 0 0,-1 0-1 0 0,1 0 1 0 0,0-1-1 0 0,1 1 0 0 0,-1-1 1 0 0,6 5-1 0 0,2 1-7 0 0,-1 0-1 0 0,1 2 1 0 0,-2-1 0 0 0,0 1-1 0 0,0 1 1 0 0,-1 0-1 0 0,9 18 1 0 0,6 6-55 0 0,-19-15-160 0 0,-5-26-1355 0 0,0-1 926 0 0,0 3 396 0 0,1-1-1 0 0,-1 1 1 0 0,0 0 0 0 0,0 0 0 0 0,-1 0-1 0 0,1 0 1 0 0,0 0 0 0 0,-1 0-1 0 0,1 0 1 0 0,-1 0 0 0 0,1 0-1 0 0,-1 0 1 0 0,-1-3 0 0 0,-23-19-2152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1521 0 0,'0'1'4488'0'0,"0"-8"-3090"0"0,5-12-841 0 0,11 3-279 0 0,26-25-258 0 0,-41 39-27 0 0,1 1 0 0 0,0 0 0 0 0,-1-1 0 0 0,1 1-1 0 0,0 0 1 0 0,0 0 0 0 0,0 0 0 0 0,-1 0 0 0 0,1 1-1 0 0,0-1 1 0 0,0 0 0 0 0,0 1 0 0 0,0 0 0 0 0,1-1 0 0 0,-1 1-1 0 0,0 0 1 0 0,0 0 0 0 0,0 0 0 0 0,0 0 0 0 0,0 0-1 0 0,0 1 1 0 0,3 0 0 0 0,5 14-20 0 0,41 51 0 0 0,-21-31 81 0 0,-13-11 3 0 0,-11-15-7 0 0,0 0 0 0 0,1 0 0 0 0,1-1 0 0 0,13 13 0 0 0,9 12 230 0 0,-20-18-140 0 0,-10-15-139 0 0,0 0 0 0 0,-1 0 0 0 0,1 0 0 0 0,0 0 0 0 0,0 0 0 0 0,0 0 0 0 0,0 0 0 0 0,0 0 0 0 0,0 0 0 0 0,0 0 0 0 0,0 0-1 0 0,-1 0 1 0 0,1 0 0 0 0,0 0 0 0 0,0 0 0 0 0,0 0 0 0 0,0 0 0 0 0,0 0 0 0 0,0 0 0 0 0,-1 0 0 0 0,1 0 0 0 0,0 0 0 0 0,0 0 0 0 0,0 0 0 0 0,0 0 0 0 0,0 0 0 0 0,0 0 0 0 0,0 0 0 0 0,0 0 0 0 0,-1 0 0 0 0,1 0 0 0 0,0 0-1 0 0,0 0 1 0 0,0 0 0 0 0,0 0 0 0 0,0 0 0 0 0,0 0 0 0 0,0 1 0 0 0,0-1 0 0 0,0 0 0 0 0,-1 0 0 0 0,1 0 0 0 0,0 0 0 0 0,0 0 0 0 0,0 0 0 0 0,0 0 0 0 0,0 0 0 0 0,0 1 0 0 0,0-1 0 0 0,0 0 0 0 0,0 0 0 0 0,0 0 0 0 0,0 0 0 0 0,0 0-1 0 0,0 0 1 0 0,0 0 0 0 0,0 1 0 0 0,0-1 0 0 0,0 0 0 0 0,0 0 0 0 0,0 0 0 0 0,0 0 0 0 0,-5-9-4 0 0,0 0 19 0 0,0 6 40 0 0,0 0-1 0 0,-1 0 0 0 0,0 0 0 0 0,0 1 1 0 0,1 0-1 0 0,-1 0 0 0 0,0 0 1 0 0,-1 1-1 0 0,1 0 0 0 0,0 0 0 0 0,0 1 1 0 0,0 0-1 0 0,-1 0 0 0 0,1 0 0 0 0,0 1 1 0 0,0 0-1 0 0,0 0 0 0 0,0 0 0 0 0,-1 1 1 0 0,2 0-1 0 0,-1 0 0 0 0,0 0 0 0 0,0 1 1 0 0,1 0-1 0 0,-1 0 0 0 0,1 1 1 0 0,-7 5-1 0 0,10-7-23 0 0,0 0 1 0 0,0 0 0 0 0,0 0-1 0 0,0 0 1 0 0,1 0 0 0 0,-1 1-1 0 0,0-1 1 0 0,1 1 0 0 0,0-1-1 0 0,0 1 1 0 0,0 0-1 0 0,0-1 1 0 0,0 1 0 0 0,0 0-1 0 0,1 0 1 0 0,-1 0 0 0 0,1 0-1 0 0,0-1 1 0 0,0 1 0 0 0,0 0-1 0 0,1 5 1 0 0,0-3 7 0 0,0 1 1 0 0,1-1-1 0 0,0 0 1 0 0,0 0-1 0 0,0 0 1 0 0,1 0-1 0 0,0 0 1 0 0,0 0-1 0 0,0 0 1 0 0,0-1-1 0 0,5 5 1 0 0,-2-2-38 0 0,1-1 0 0 0,0 0 0 0 0,0 0 0 0 0,0 0 0 0 0,0-1 1 0 0,1 0-1 0 0,0 0 0 0 0,0-1 0 0 0,0 0 0 0 0,1-1 0 0 0,-1 0 0 0 0,1 0 0 0 0,0 0 0 0 0,0-1 1 0 0,14 1-1 0 0,-15-3-117 0 0,0 0 1 0 0,0-1 0 0 0,0 0 0 0 0,0-1-1 0 0,13-3 1 0 0,-18 4 13 0 0,0-1 0 0 0,0 1 1 0 0,0 0-1 0 0,0-1 0 0 0,-1 1 0 0 0,1-1 1 0 0,0 0-1 0 0,-1 0 0 0 0,1 0 0 0 0,-1 0 1 0 0,1-1-1 0 0,-1 1 0 0 0,0 0 0 0 0,0-1 1 0 0,0 0-1 0 0,-1 1 0 0 0,1-1 0 0 0,-1 0 1 0 0,1 0-1 0 0,1-5 0 0 0,-1-6-870 0 0,0 0-1 0 0,-1 1 1 0 0,-1-20-1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2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1 240 0 0,'30'13'6803'0'0,"-30"6"-2801"0"0,0 6-2641 0 0,0 20-1281 0 0,30 37 80 0 0,61 14 640 0 0,-61-7 161 0 0,31-7-561 0 0,-31-18-240 0 0,0-26-240 0 0,0-18-801 0 0,0-1-639 0 0,-30-8-161 0 0,-30-3-160 0 0,0 4 80 0 0,-30-5-1360 0 0</inkml:trace>
  <inkml:trace contextRef="#ctx0" brushRef="#br0" timeOffset="1">0 695 960 0 0,'0'0'3842'0'0,"30"0"-1441"0"0,-30-6-880 0 0,30-8-561 0 0,31-5-399 0 0,60-13-401 0 0,60-18-160 0 0,24-2-1041 0 0,-84 27-639 0 0,-91 13-2082 0 0,-30 4 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26 475 640 0 0,'-6'29'5404'0'0,"6"-28"-5369"0"0,-1 0 0 0 0,1 0 0 0 0,-1-1 0 0 0,0 1 0 0 0,1 0 0 0 0,-1-1 0 0 0,0 1 0 0 0,1-1 0 0 0,-1 1 0 0 0,0-1 0 0 0,0 1 0 0 0,0-1 0 0 0,0 0-1 0 0,1 1 1 0 0,-1-1 0 0 0,0 0 0 0 0,0 0 0 0 0,0 0 0 0 0,0 0 0 0 0,0 1 0 0 0,0-1 0 0 0,0 0 0 0 0,-1-1 0 0 0,15 1 75 0 0,-1-2-1 0 0,0 0 1 0 0,0 0-1 0 0,0-1 0 0 0,0 0 1 0 0,11-6-1 0 0,-8 4-74 0 0,-2 0-19 0 0,-1 0 1 0 0,0-1 0 0 0,0 0-1 0 0,0-1 1 0 0,-1-1 0 0 0,0 0-1 0 0,0 0 1 0 0,-1-1 0 0 0,17-19-1 0 0,-11 9 3 0 0,-1-1-1 0 0,-1 0 0 0 0,21-43 1 0 0,-30 54-7 0 0,21-52 39 0 0,-25 58-50 0 0,0 0 0 0 0,0 0 0 0 0,-1-1 0 0 0,1 1 0 0 0,-1-1 0 0 0,0 1 0 0 0,0 0 0 0 0,0-1 0 0 0,-1 1 0 0 0,1 0 0 0 0,-1-1 0 0 0,1 1 0 0 0,-1 0 0 0 0,0-1 0 0 0,-1 1 0 0 0,-1-5 0 0 0,-43-44-4 0 0,11 15 19 0 0,31 32-9 0 0,-1 0-1 0 0,0 1 1 0 0,0-1 0 0 0,-1 1-1 0 0,1 0 1 0 0,-1 0 0 0 0,0 1-1 0 0,0-1 1 0 0,0 1 0 0 0,0 1-1 0 0,0-1 1 0 0,-1 1 0 0 0,1 0-1 0 0,-1 1 1 0 0,1-1 0 0 0,-1 1-1 0 0,-10 0 1 0 0,7 7 247 0 0,-1 2-121 0 0,8-6-112 0 0,-1 0-1 0 0,1 0 1 0 0,0 0-1 0 0,0 1 1 0 0,0-1-1 0 0,0 1 1 0 0,1 0-1 0 0,-1 0 1 0 0,1 0-1 0 0,-1 0 1 0 0,1 0-1 0 0,-3 7 1 0 0,2 5-8 0 0,1-1 0 0 0,1 1 1 0 0,0 1-1 0 0,1-1 0 0 0,0 0 1 0 0,1 0-1 0 0,5 21 0 0 0,-1-17 5 0 0,1 1 0 0 0,0-1-1 0 0,2 1 1 0 0,0-2-1 0 0,13 22 1 0 0,-11-23-1 0 0,-1 1 0 0 0,-1 0 1 0 0,-1 1-1 0 0,0 0 0 0 0,-1 0 1 0 0,4 22-1 0 0,-5 3 6 0 0,1-1 70 0 0,14 60 1 0 0,-15-87-80 0 0,0 0 0 0 0,1-1-1 0 0,0 0 1 0 0,2 0 0 0 0,0 0 0 0 0,0-1 0 0 0,15 19-1 0 0,-17-26-47 0 0,1-1-1 0 0,0 0 1 0 0,0 0-1 0 0,0 0 1 0 0,1 0 0 0 0,0-1-1 0 0,0-1 1 0 0,0 1-1 0 0,0-1 1 0 0,1-1-1 0 0,0 0 1 0 0,14 4-1 0 0,-19-6-78 0 0,0 0 0 0 0,0 0-1 0 0,-1-1 1 0 0,1 0 0 0 0,0 1-1 0 0,0-1 1 0 0,0-1-1 0 0,0 1 1 0 0,-1 0 0 0 0,1-1-1 0 0,0 0 1 0 0,0 0 0 0 0,-1 0-1 0 0,1 0 1 0 0,0-1 0 0 0,-1 1-1 0 0,0-1 1 0 0,1 0 0 0 0,-1 0-1 0 0,0 0 1 0 0,0-1 0 0 0,0 1-1 0 0,0-1 1 0 0,0 0-1 0 0,-1 1 1 0 0,1-1 0 0 0,-1 0-1 0 0,0-1 1 0 0,0 1 0 0 0,0 0-1 0 0,0-1 1 0 0,0 1 0 0 0,-1-1-1 0 0,3-6 1 0 0,-3 3-485 0 0,1 0 0 0 0,-1 0 0 0 0,-1 0 0 0 0,1 0 0 0 0,-1-8 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1 240 0 0,'-31'0'5202'0'0,"31"5"-2800"0"0,0 9-1522 0 0,0 5-640 0 0,0 12-240 0 0,31 65-80 0 0,-31-19 240 0 0,0-27 0 0 0,0-31-80 0 0,30-6-240 0 0,0-20-160 0 0,30-5-320 0 0,-60-1-1 0 0,0 1 1 0 0,31-7-560 0 0,-31-8-1121 0 0,0-9-81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1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17 1681 0 0,'0'0'109'0'0,"0"1"1"0"0,0 0-1 0 0,0 0 1 0 0,-1 0 0 0 0,1 0-1 0 0,0-1 1 0 0,0 1-1 0 0,0 0 1 0 0,0 0-1 0 0,1 0 1 0 0,-1 0 0 0 0,0 0-1 0 0,0-1 1 0 0,0 1-1 0 0,1 0 1 0 0,-1 0-1 0 0,0 0 1 0 0,1-1 0 0 0,-1 1-1 0 0,1 0 1 0 0,-1-1-1 0 0,1 1 1 0 0,-1 0-1 0 0,1-1 1 0 0,-1 1 0 0 0,1 0-1 0 0,0-1 1 0 0,-1 1-1 0 0,1-1 1 0 0,0 1-1 0 0,-1-1 1 0 0,1 0-1 0 0,0 1 1 0 0,0-1 0 0 0,0 0-1 0 0,-1 1 1 0 0,1-1-1 0 0,0 0 1 0 0,0 0-1 0 0,0 0 1 0 0,0 0 0 0 0,-1 0-1 0 0,1 0 1 0 0,0 0-1 0 0,0 0 1 0 0,0 0-1 0 0,0 0 1 0 0,1 0 0 0 0,-1 0-170 0 0,1 0 117 0 0,0-1 1 0 0,0 1-1 0 0,0 0 1 0 0,0-1-1 0 0,0 1 1 0 0,0-1-1 0 0,0 0 1 0 0,0 0 0 0 0,0 1-1 0 0,0-1 1 0 0,-1-1-1 0 0,1 1 1 0 0,0 0-1 0 0,0 0 1 0 0,-1-1-1 0 0,2-1 1 0 0,24-12-116 0 0,-18 12 42 0 0,-6 2 7 0 0,0 0 1 0 0,0 0 0 0 0,1 0-1 0 0,-1 0 1 0 0,0 0 0 0 0,1 0-1 0 0,-1 1 1 0 0,1 0 0 0 0,-1 0-1 0 0,0 0 1 0 0,1 0 0 0 0,-1 0-1 0 0,1 1 1 0 0,-1-1 0 0 0,0 1-1 0 0,1 0 1 0 0,-1 0 0 0 0,0 0-1 0 0,0 1 1 0 0,0-1 0 0 0,3 3-1 0 0,25 30 316 0 0,-31-34-295 0 0,1 0 0 0 0,0 1 1 0 0,-1-1-1 0 0,1 1 0 0 0,-1-1 0 0 0,1 1 1 0 0,-1-1-1 0 0,1 1 0 0 0,-1-1 0 0 0,1 1 1 0 0,-1 0-1 0 0,0-1 0 0 0,1 1 0 0 0,-1-1 1 0 0,0 1-1 0 0,1 0 0 0 0,-1 0 0 0 0,0-1 1 0 0,0 1-1 0 0,0 0 0 0 0,1-1 0 0 0,-1 1 1 0 0,0 0-1 0 0,0 0 0 0 0,0-1 0 0 0,0 1 0 0 0,0 0 1 0 0,-1-1-1 0 0,1 1 0 0 0,0 0 0 0 0,0 0 1 0 0,0-1-1 0 0,-1 1 0 0 0,1 0 0 0 0,0-1 1 0 0,0 1-1 0 0,-1 0 0 0 0,1-1 0 0 0,-1 1 1 0 0,1-1-1 0 0,-1 1 0 0 0,0 0 0 0 0,0 0 9 0 0,-1 0-1 0 0,0 0 1 0 0,0-1-1 0 0,0 1 1 0 0,1 0-1 0 0,-1-1 1 0 0,0 1-1 0 0,0-1 0 0 0,0 0 1 0 0,0 0-1 0 0,0 0 1 0 0,0 0-1 0 0,0 0 1 0 0,0 0-1 0 0,-4-1 1 0 0,-45-14 20 0 0,39 10-2 0 0,0 1 1 0 0,-1 0 0 0 0,0 1 0 0 0,0 0-1 0 0,-26-1 1 0 0,36 4-20 0 0,0 0-1 0 0,0 0 1 0 0,0 1-1 0 0,-1-1 1 0 0,1 1 0 0 0,0 0-1 0 0,0 0 1 0 0,0 0-1 0 0,0 1 1 0 0,0-1 0 0 0,1 1-1 0 0,-1-1 1 0 0,0 1-1 0 0,1 0 1 0 0,-1 0 0 0 0,1 0-1 0 0,-1 0 1 0 0,1 1-1 0 0,0-1 1 0 0,0 1-1 0 0,0-1 1 0 0,0 1 0 0 0,1 0-1 0 0,-1 0 1 0 0,1-1-1 0 0,-1 1 1 0 0,1 0 0 0 0,0 0-1 0 0,-1 7 1 0 0,1-4 4 0 0,0 0-1 0 0,0 0 1 0 0,1 0 0 0 0,0 0 0 0 0,0 1-1 0 0,0-1 1 0 0,1 0 0 0 0,0 0 0 0 0,0 0 0 0 0,1 0-1 0 0,-1 0 1 0 0,1 0 0 0 0,1 0 0 0 0,-1 0-1 0 0,1-1 1 0 0,0 1 0 0 0,0-1 0 0 0,1 0-1 0 0,-1 0 1 0 0,6 6 0 0 0,5 5 80 0 0,0-1-1 0 0,1-1 1 0 0,1 0-1 0 0,0-1 1 0 0,20 12-1 0 0,-29-21-152 0 0,0 0-1 0 0,0 0 0 0 0,0-1 0 0 0,1 0 0 0 0,-1-1 1 0 0,1 0-1 0 0,0 0 0 0 0,0 0 0 0 0,-1-1 1 0 0,1 0-1 0 0,0 0 0 0 0,0-1 0 0 0,0 0 1 0 0,0-1-1 0 0,0 0 0 0 0,0 0 0 0 0,0-1 1 0 0,0 0-1 0 0,-1 0 0 0 0,1 0 0 0 0,0-1 0 0 0,-1 0 1 0 0,0-1-1 0 0,0 0 0 0 0,8-6 0 0 0,-12 9-34 0 0,-1-1-1 0 0,0 0 1 0 0,1 0-1 0 0,-1 0 1 0 0,0 0-1 0 0,0 0 1 0 0,-1 0 0 0 0,1-1-1 0 0,0 1 1 0 0,-1 0-1 0 0,2-4 1 0 0,-1 0-261 0 0,-1 0 0 0 0,0 0 1 0 0,0 0-1 0 0,-1 0 1 0 0,0-12-1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1281 0 0,'91'89'5682'0'0,"-31"1"-3041"0"0,-29-21-2240 0 0,29 8-561 0 0,-30-8 79 0 0,61-3 242 0 0,-61-11-161 0 0,0-16 0 0 0,30-20-801 0 0,-35-13-720 0 0,-25-18-1120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1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1 158 640 0 0,'0'0'2561'0'0,"30"-5"-560"0"0,-30-1-480 0 0,30-8-480 0 0,30 3-481 0 0,1-16-800 0 0,59-4-2642 0 0,1-32-1840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2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 6483 0 0,'-90'63'3442'0'0,"30"-11"-3042"0"0,29-8-800 0 0,62-5 239 0 0,-1-14 81 0 0,60-6-960 0 0,1-19-2482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54 240 0 0,'-1'0'187'0'0,"0"1"1"0"0,0-1-1 0 0,-1 0 0 0 0,1 1 0 0 0,0-1 1 0 0,0 1-1 0 0,0-1 0 0 0,0 1 1 0 0,0-1-1 0 0,0 1 0 0 0,0 0 0 0 0,0 0 1 0 0,0-1-1 0 0,0 1 0 0 0,0 0 0 0 0,0 0 1 0 0,-1 2-1 0 0,18 1 2210 0 0,49-9-748 0 0,-34-3-1454 0 0,1-1 1 0 0,55-25 0 0 0,-74 24-73 0 0,-27 5 134 0 0,-1 5-102 0 0,0 0 0 0 0,0 2 0 0 0,-19 2 0 0 0,-32 11 252 0 0,-104 36 0 0 0,160-48-378 0 0,0 1 0 0 0,0 1 0 0 0,0-1 0 0 0,1 1 0 0 0,0 1 0 0 0,0 0 0 0 0,0 0 0 0 0,1 1-1 0 0,0 0 1 0 0,0 1 0 0 0,-8 10 0 0 0,13-13-13 0 0,0 0 0 0 0,0 0 0 0 0,1 0 0 0 0,0 0 0 0 0,0 1 0 0 0,0 0 0 0 0,0-1 0 0 0,1 1 0 0 0,0 0 0 0 0,0-1 0 0 0,1 1 0 0 0,0 0 0 0 0,0 0 0 0 0,0 0 0 0 0,0-1 0 0 0,1 1 0 0 0,0 0 0 0 0,0 0 0 0 0,3 5 0 0 0,16 40 131 0 0,-18-46-146 0 0,1 0 1 0 0,-1 0-1 0 0,1 0 1 0 0,0 0-1 0 0,0 0 1 0 0,1-1-1 0 0,0 0 1 0 0,-1 0-1 0 0,1 0 1 0 0,1 0-1 0 0,-1 0 1 0 0,0-1-1 0 0,1 0 1 0 0,0 0-1 0 0,0 0 1 0 0,0 0-1 0 0,0-1 1 0 0,0 0-1 0 0,0 0 1 0 0,1 0-1 0 0,7 1 1 0 0,13 2-34 0 0,1 0 0 0 0,-1-2 0 0 0,34-1 0 0 0,-51-1 20 0 0,16-1-243 0 0,1-1 1 0 0,-1-1 0 0 0,0-1-1 0 0,1-1 1 0 0,-2-1-1 0 0,1-2 1 0 0,0 0-1 0 0,-1-2 1 0 0,-1 0-1 0 0,1-2 1 0 0,-2 0-1 0 0,31-21 1 0 0,-3-14-1627 0 0,31-3-2094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7 560 0 0,'0'0'1681'0'0,"31"-6"-160"0"0,-62 6 720 0 0,31 6-721 0 0,0 1-1520 0 0,-30-7-2081 0 0,0 0-1760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28 104 400 0 0,'-1'1'139'0'0,"1"0"0"0"0,0-1-1 0 0,0 1 1 0 0,0 0 0 0 0,0 0 0 0 0,-1-1 0 0 0,1 1-1 0 0,0 0 1 0 0,0 0 0 0 0,-1-1 0 0 0,1 1-1 0 0,-1 0 1 0 0,1-1 0 0 0,-1 1 0 0 0,1 0-1 0 0,-1-1 1 0 0,1 1 0 0 0,-1-1 0 0 0,1 1 0 0 0,-1-1-1 0 0,0 1 1 0 0,1-1 0 0 0,-1 0 0 0 0,0 1-1 0 0,0-1 1 0 0,1 0 0 0 0,-1 1 0 0 0,0-1-1 0 0,0 0 1 0 0,1 0 0 0 0,-1 0 0 0 0,-1 1-1 0 0,-6 2 619 0 0,8-3-730 0 0,0 0 0 0 0,0 0 1 0 0,0 0-1 0 0,-1 1 0 0 0,1-1 1 0 0,0 0-1 0 0,0 1 0 0 0,0-1 0 0 0,0 0 1 0 0,0 1-1 0 0,-1-1 0 0 0,1 0 0 0 0,0 0 1 0 0,0 1-1 0 0,0-1 0 0 0,0 0 0 0 0,0 1 1 0 0,0-1-1 0 0,0 0 0 0 0,0 1 0 0 0,0-1 1 0 0,0 0-1 0 0,0 1 0 0 0,0-1 1 0 0,1 0-1 0 0,-1 1 0 0 0,0-1 0 0 0,0 0 1 0 0,0 0-1 0 0,0 1 0 0 0,0-1 0 0 0,1 0 1 0 0,-1 0-1 0 0,0 1 0 0 0,0-1 0 0 0,1 0 1 0 0,-1 0-1 0 0,0 1 0 0 0,0-1 0 0 0,1 0 1 0 0,-1 0-1 0 0,0 0 0 0 0,0 0 1 0 0,1 1-1 0 0,-1-1 0 0 0,0 0 0 0 0,1 0 1 0 0,-1 0-1 0 0,0 0 0 0 0,1 0 0 0 0,-1 0 1 0 0,23 12 45 0 0,-20-11-17 0 0,12 4-1 0 0,0 0-1 0 0,1-2 0 0 0,0 0 0 0 0,-1 0 0 0 0,20 0 0 0 0,79 0 262 0 0,-102-2-301 0 0,1-1 1 0 0,-1 0 0 0 0,1 0 0 0 0,-1-2-1 0 0,1 0 1 0 0,-1 0 0 0 0,0-1 0 0 0,0 0 0 0 0,0-1-1 0 0,15-7 1 0 0,-26 8-9 0 0,0 0 1 0 0,0 0-1 0 0,0-1 1 0 0,0 1-1 0 0,0 0 1 0 0,-1 0-1 0 0,1-1 0 0 0,-1 1 1 0 0,0 0-1 0 0,0-1 1 0 0,0 1-1 0 0,-1 0 0 0 0,1 0 1 0 0,-1-1-1 0 0,0 1 1 0 0,0 0-1 0 0,-2-6 0 0 0,-2 4-5 0 0,1 0 0 0 0,-1 0 0 0 0,0 1-1 0 0,0 0 1 0 0,-1 0 0 0 0,0 0 0 0 0,1 0-1 0 0,-1 1 1 0 0,0 0 0 0 0,-1 0 0 0 0,-7-2-1 0 0,-28-14 85 0 0,39 16-62 0 0,0 1 1 0 0,-1 1-1 0 0,1-1 0 0 0,-1 0 0 0 0,1 1 0 0 0,-1 0 1 0 0,1 0-1 0 0,-1 0 0 0 0,0 0 0 0 0,0 0 1 0 0,0 1-1 0 0,1 0 0 0 0,-1-1 0 0 0,0 2 1 0 0,0-1-1 0 0,0 0 0 0 0,0 1 0 0 0,1-1 0 0 0,-1 1 1 0 0,0 0-1 0 0,1 1 0 0 0,-1-1 0 0 0,1 1 1 0 0,-1-1-1 0 0,1 1 0 0 0,-1 0 0 0 0,1 0 0 0 0,0 0 1 0 0,0 1-1 0 0,-3 3 0 0 0,-3 5 69 0 0,0 0 0 0 0,1 0 0 0 0,0 1-1 0 0,1 0 1 0 0,0 1 0 0 0,-7 21 0 0 0,11-28-89 0 0,1 0-1 0 0,-1 1 1 0 0,1-1 0 0 0,1 1 0 0 0,-1-1 0 0 0,1 1-1 0 0,0 0 1 0 0,1-1 0 0 0,0 1 0 0 0,0 0 0 0 0,0 0 0 0 0,1 0-1 0 0,0-1 1 0 0,0 1 0 0 0,0 0 0 0 0,1-1 0 0 0,0 1-1 0 0,1-1 1 0 0,-1 0 0 0 0,1 0 0 0 0,1 0 0 0 0,-1 0-1 0 0,1 0 1 0 0,0 0 0 0 0,0-1 0 0 0,0 0 0 0 0,7 6 0 0 0,-2-2-27 0 0,1-1 1 0 0,-1 0-1 0 0,2-1 1 0 0,-1 0-1 0 0,1 0 1 0 0,0-1-1 0 0,0-1 1 0 0,0 0-1 0 0,1 0 1 0 0,0-1-1 0 0,0-1 1 0 0,23 4-1 0 0,-16-4-505 0 0,1 0-1 0 0,0-2 0 0 0,0 0 0 0 0,0-1 1 0 0,0-2-1 0 0,-1 0 0 0 0,30-6 0 0 0,12-9-4313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3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80 0 0,'0'1'285'0'0,"1"0"-1"0"0,-1 0 1 0 0,0 0-1 0 0,0-1 1 0 0,0 1-1 0 0,1 0 1 0 0,-1-1-1 0 0,0 1 1 0 0,1 0-1 0 0,-1-1 1 0 0,0 1-1 0 0,1 0 1 0 0,-1-1-1 0 0,1 1 1 0 0,-1-1-1 0 0,1 1 1 0 0,0-1-1 0 0,-1 1 1 0 0,1-1-1 0 0,0 2 1 0 0,32 11 1184 0 0,-14-6-803 0 0,191 98-359 0 0,-202-99-272 0 0,0-1 0 0 0,-1 1 1 0 0,0 0-1 0 0,0 0 0 0 0,0 1 0 0 0,-1 0 0 0 0,9 12 0 0 0,-10-13 23 0 0,0 1 0 0 0,1-1-1 0 0,0 0 1 0 0,0 0 0 0 0,12 9-1 0 0,-18-15-54 0 0,0 0-1 0 0,0 0 1 0 0,0 0-1 0 0,0 0 1 0 0,1 0-1 0 0,-1 0 1 0 0,0 1-1 0 0,0-1 1 0 0,0 0-1 0 0,0 0 1 0 0,1 0-1 0 0,-1 0 1 0 0,0 0-1 0 0,0 0 1 0 0,0 0-1 0 0,0 0 1 0 0,0 0-1 0 0,1 0 1 0 0,-1 0-1 0 0,0 0 1 0 0,0 0-1 0 0,0 0 1 0 0,0 0-1 0 0,1 0 1 0 0,-1 0-1 0 0,0 0 1 0 0,0-1-1 0 0,0 1 1 0 0,0 0-1 0 0,1 0 1 0 0,-1 0-1 0 0,0 0 1 0 0,0 0-1 0 0,0 0 1 0 0,0 0-1 0 0,0 0 1 0 0,0-1-1 0 0,1 1 1 0 0,-1 0-1 0 0,0 0 1 0 0,0 0-1 0 0,0 0 1 0 0,0 0-1 0 0,0-1 1 0 0,0 1-1 0 0,0 0 1 0 0,0 0-1 0 0,0 0 1 0 0,0 0-1 0 0,0-1 1 0 0,0 1-1 0 0,0 0 1 0 0,0 0-1 0 0,0 0 1 0 0,0 0-1 0 0,0-1 1 0 0,0 1-1 0 0,0 0 1 0 0,0 0-1 0 0,0 0 1 0 0,0 0-1 0 0,0 0 1 0 0,0-1-1 0 0,0 1 1 0 0,0 0-1 0 0,0 0 1 0 0,-6-13-11 0 0,-30-24 9 0 0,26 25 12 0 0,-1 1 1 0 0,-1 0-1 0 0,1 0 0 0 0,-25-15 0 0 0,28 21-4 0 0,-12-8-1 0 0,0 2 0 0 0,-31-13 0 0 0,44 21 15 0 0,0 1-1 0 0,0 0 1 0 0,0 0-1 0 0,0 0 0 0 0,0 1 1 0 0,0 0-1 0 0,0 1 0 0 0,0-1 1 0 0,-1 1-1 0 0,1 1 1 0 0,0-1-1 0 0,0 1 0 0 0,-12 3 1 0 0,13-2 10 0 0,-1 1-1 0 0,1-1 1 0 0,0 1 0 0 0,1 0 0 0 0,-1 1 0 0 0,1 0-1 0 0,-1-1 1 0 0,1 1 0 0 0,-8 9 0 0 0,11-11-21 0 0,0 1 1 0 0,0-1-1 0 0,0 1 0 0 0,0 0 1 0 0,1 0-1 0 0,-1 0 1 0 0,1 0-1 0 0,0 0 1 0 0,0 0-1 0 0,0 0 0 0 0,0 1 1 0 0,0-1-1 0 0,1 0 1 0 0,0 0-1 0 0,-1 1 0 0 0,1-1 1 0 0,0 0-1 0 0,1 1 1 0 0,-1-1-1 0 0,0 0 1 0 0,1 0-1 0 0,1 5 0 0 0,2 1-17 0 0,-1 0 0 0 0,1 0 0 0 0,1 0 0 0 0,0 0 0 0 0,0-1 0 0 0,1 0 0 0 0,0 0 0 0 0,0-1 0 0 0,0 1 0 0 0,1-1 0 0 0,1-1 0 0 0,-1 1 0 0 0,1-1 0 0 0,0-1 0 0 0,0 1 0 0 0,1-1 0 0 0,-1-1 0 0 0,1 1 0 0 0,0-2 0 0 0,0 1 0 0 0,1-1 0 0 0,12 2 0 0 0,-2-1-524 0 0,-1 0 0 0 0,1-2 0 0 0,-1 0 0 0 0,1-1 0 0 0,0-1-1 0 0,-1-1 1 0 0,1-1 0 0 0,0 0 0 0 0,-1-2 0 0 0,25-7-1 0 0,-14 3-2004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4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208 435 880 0 0,'55'25'4056'0'0,"-35"-25"-898"0"0,-19-1-3139 0 0,0 1 1 0 0,-1-1-1 0 0,1 1 1 0 0,0-1-1 0 0,0 1 1 0 0,0-1-1 0 0,0 1 1 0 0,0-1-1 0 0,0 0 1 0 0,-1 0-1 0 0,1 1 1 0 0,0-1-1 0 0,-1 0 1 0 0,1 0-1 0 0,0 0 0 0 0,-1 0 1 0 0,1 0-1 0 0,-1 0 1 0 0,1 0-1 0 0,-1 0 1 0 0,0 0-1 0 0,1 0 1 0 0,-1 0-1 0 0,0 0 1 0 0,0 0-1 0 0,0 0 1 0 0,0 0-1 0 0,0 0 1 0 0,0 0-1 0 0,0 0 1 0 0,0 0-1 0 0,0 0 1 0 0,0 0-1 0 0,-1 0 0 0 0,1 0 1 0 0,0 0-1 0 0,-1 0 1 0 0,1 0-1 0 0,-1 0 1 0 0,1 0-1 0 0,-1 0 1 0 0,1 0-1 0 0,-2-1 1 0 0,-16-18 202 0 0,-1 0 0 0 0,-1 1 0 0 0,0 1 0 0 0,-2 1 0 0 0,-25-17 0 0 0,17 13 60 0 0,-86-51 1279 0 0,116 67 504 0 0,10-1-1008 0 0,32-9-989 0 0,22-10-1431 0 0,-49 14 231 0 0,0 0 1 0 0,23-24-1 0 0,-27 23-169 0 0,1 1-1 0 0,0 0 0 0 0,0 2 0 0 0,1-1 1 0 0,15-7-1 0 0,27-4-1366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1761 0 0,'0'11'1360'0'0,"0"-3"-639"0"0,-30-8-881 0 0,30-8-2161 0 0,0-3 1040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5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0 240 0 0,'0'0'53'0'0,"0"0"0"0"0,0 0 1 0 0,0 1-1 0 0,0-1 0 0 0,0 0 0 0 0,-1 0 0 0 0,1 0 0 0 0,0 0 1 0 0,0 0-1 0 0,0 1 0 0 0,0-1 0 0 0,0 0 0 0 0,0 0 0 0 0,0 0 0 0 0,0 1 1 0 0,0-1-1 0 0,0 0 0 0 0,0 0 0 0 0,0 0 0 0 0,0 0 0 0 0,0 1 1 0 0,0-1-1 0 0,0 0 0 0 0,0 0 0 0 0,0 0 0 0 0,0 0 0 0 0,0 1 1 0 0,0-1-1 0 0,0 0 0 0 0,0 0 0 0 0,1 0 0 0 0,-1 0 0 0 0,0 1 1 0 0,0-1-1 0 0,0 0 0 0 0,0 0 0 0 0,0 0 0 0 0,0 0 0 0 0,1 0 0 0 0,-1 0 1 0 0,0 0-1 0 0,0 1 0 0 0,0-1 0 0 0,0 0 0 0 0,0 0 0 0 0,1 0 1 0 0,-1 0-1 0 0,0 0 0 0 0,0 0 0 0 0,0 0 0 0 0,0 0 0 0 0,1 0 1 0 0,-1 0-1 0 0,0 0 0 0 0,0 0 0 0 0,0 0 0 0 0,1 0 0 0 0,-1 0 0 0 0,0 0 1 0 0,0 0-1 0 0,0 0 0 0 0,0 0 0 0 0,1 0 0 0 0,-1 0 0 0 0,0 0 1 0 0,0-1-1 0 0,32 11 1140 0 0,-1 1 1 0 0,0 1-1 0 0,-1 1 1 0 0,33 20-1 0 0,115 83 484 0 0,-155-101-1331 0 0,-3 0-136 0 0,0 0-1 0 0,0 1 1 0 0,-2 1 0 0 0,0 1-1 0 0,-1 1 1 0 0,16 21-1 0 0,-28-24 140 0 0,-5-26-511 0 0,-1 9 139 0 0,0 0-1 0 0,0 0 1 0 0,0 0 0 0 0,0 0-1 0 0,0-1 1 0 0,0 1 0 0 0,0 0-1 0 0,0 1 1 0 0,0-1 0 0 0,0 0-1 0 0,-1 0 1 0 0,1 0 0 0 0,0 1-1 0 0,0-1 1 0 0,-1 1 0 0 0,-2-1 0 0 0,-5-4-74 0 0,-4-5-83 0 0,0 0 1 0 0,0-1 0 0 0,1 0-1 0 0,-14-18 1 0 0,18 19 120 0 0,0 1 0 0 0,-1-1 0 0 0,0 2 0 0 0,-1-1 0 0 0,0 2 0 0 0,0-1 0 0 0,0 1 0 0 0,-20-9 0 0 0,28 15 71 0 0,0 0 0 0 0,0 0-1 0 0,0 0 1 0 0,0 1-1 0 0,0-1 1 0 0,0 1 0 0 0,-1-1-1 0 0,1 1 1 0 0,0 0 0 0 0,0 0-1 0 0,0 0 1 0 0,-1 0 0 0 0,1 0-1 0 0,0 0 1 0 0,0 1 0 0 0,0-1-1 0 0,-1 1 1 0 0,1 0-1 0 0,0-1 1 0 0,0 1 0 0 0,-3 2-1 0 0,3-1 49 0 0,-1 0 1 0 0,1 1-1 0 0,-1-1 0 0 0,1 1 0 0 0,0-1 0 0 0,0 1 0 0 0,0 0 0 0 0,0 0 1 0 0,1 0-1 0 0,-1 0 0 0 0,1 0 0 0 0,-2 6 0 0 0,-1 6 242 0 0,1 1 0 0 0,0-1 0 0 0,1 1 0 0 0,1 29 0 0 0,0-39-266 0 0,1 1 0 0 0,0-1 0 0 0,0 1 0 0 0,1-1-1 0 0,-1 0 1 0 0,2 1 0 0 0,-1-1 0 0 0,1 0 0 0 0,-1 0 0 0 0,2 0-1 0 0,-1 0 1 0 0,1 0 0 0 0,0-1 0 0 0,0 1 0 0 0,7 9 0 0 0,5 4-310 0 0,7 4-1102 0 0,-21-22 1319 0 0,0-1 1 0 0,0 0-1 0 0,0 1 0 0 0,0-1 0 0 0,0 0 0 0 0,0 0 0 0 0,0 0 0 0 0,0 0 1 0 0,0 0-1 0 0,1 0 0 0 0,-1 0 0 0 0,0 0 0 0 0,0 0 0 0 0,0-1 0 0 0,0 1 1 0 0,0 0-1 0 0,0-1 0 0 0,0 1 0 0 0,0-1 0 0 0,0 1 0 0 0,0-1 0 0 0,-1 1 1 0 0,1-1-1 0 0,0 0 0 0 0,0 1 0 0 0,0-1 0 0 0,0-1 0 0 0,7-3-565 0 0,-7 5 533 0 0,0-1-1 0 0,0 1 0 0 0,0-1 0 0 0,0 0 1 0 0,0 1-1 0 0,0-1 0 0 0,0 0 0 0 0,0 0 1 0 0,0 0-1 0 0,0 0 0 0 0,0 0 0 0 0,-1 0 1 0 0,1 0-1 0 0,0 0 0 0 0,-1 0 0 0 0,1 0 1 0 0,0 0-1 0 0,-1-1 0 0 0,0 1 0 0 0,1 0 1 0 0,-1 0-1 0 0,0 0 0 0 0,0-1 0 0 0,1 1 1 0 0,-1 0-1 0 0,0 0 0 0 0,0-2 0 0 0,5-33-2324 0 0,20-22-1681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35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6883 0 0,'0'-33'6963'0'0,"61"-5"-5122"0"0,-1-1-2001 0 0,31 20 80 0 0,-31 2-400 0 0,-30-10-1361 0 0,0-4-1521 0 0,1 4-2960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85 541 1201 0 0,'0'1'106'0'0,"-1"-1"1"0"0,1 1 0 0 0,0-1-1 0 0,0 1 1 0 0,-1-1-1 0 0,1 1 1 0 0,0-1 0 0 0,-1 1-1 0 0,1-1 1 0 0,-1 1 0 0 0,1-1-1 0 0,-1 0 1 0 0,1 1 0 0 0,-1-1-1 0 0,1 0 1 0 0,-1 1 0 0 0,1-1-1 0 0,-1 0 1 0 0,1 0 0 0 0,-1 1-1 0 0,0-1 1 0 0,1 0 0 0 0,-1 0-1 0 0,1 0 1 0 0,-1 0 0 0 0,0 0-1 0 0,1 0 1 0 0,-1 0 0 0 0,1 0-1 0 0,-1 0 1 0 0,0 0 0 0 0,1 0-1 0 0,-1 0 1 0 0,1 0 0 0 0,-1-1-1 0 0,0 1 1 0 0,1 0-1 0 0,-1 0 1 0 0,1-1 0 0 0,-2 0-1 0 0,-28-9 2274 0 0,27 8-2249 0 0,-2-6 370 0 0,1 3 1385 0 0,-8 7-1880 0 0,3-4 9780 0 0,14-3-5785 0 0,25-16-3254 0 0,-14 13-589 0 0,-2 1 40 0 0,-1 0-1 0 0,1-1 0 0 0,19-17 1 0 0,-25 20-137 0 0,301-259 1772 0 0,-270 227-1787 0 0,78-58 1 0 0,-110 90-51 0 0,-1 0 0 0 0,1 1 0 0 0,1 0 0 0 0,-1 0 0 0 0,1 0 0 0 0,-1 1 0 0 0,1 0 0 0 0,0 1 0 0 0,12-3 0 0 0,-15 5-116 0 0,-10 32-587 0 0,0-21 703 0 0,1 1 0 0 0,1 0 0 0 0,0 0 0 0 0,0 0 0 0 0,1 1 0 0 0,1-1-1 0 0,0 23 1 0 0,0-12 7 0 0,-7 44 0 0 0,-1-29 5 0 0,6-29-2 0 0,0-1 0 0 0,1 1 0 0 0,0 0 0 0 0,1-1 0 0 0,0 1 0 0 0,0 0-1 0 0,1 0 1 0 0,0 0 0 0 0,2 16 0 0 0,7 12-1 0 0,-4-18-100 0 0,-1 0 1 0 0,-1 1-1 0 0,2 28 1 0 0,-6-40-259 0 0,2-1 1 0 0,-1 1-1 0 0,1-1 1 0 0,1 0 0 0 0,-1 1-1 0 0,1-1 1 0 0,0 0 0 0 0,1 0-1 0 0,0 0 1 0 0,0 0-1 0 0,5 7 1 0 0,-8-14 334 0 0,14 20-6006 0 0,7-20 567 0 0,9-10-1079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2241 0 0,'0'0'2401'0'0,"-30"8"961"0"0,30-3-2322 0 0,30-5-320 0 0,0 6-239 0 0,61-6-321 0 0,60 0-720 0 0,90-6-3762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55 339 800 0 0,'4'-3'241'0'0,"-2"0"-1"0"0,1-1 1 0 0,0 1-1 0 0,-1 0 1 0 0,1-1-1 0 0,-1 1 1 0 0,0-1-1 0 0,0 0 1 0 0,0 0-1 0 0,-1 0 1 0 0,1 0-1 0 0,-1 0 1 0 0,0 0-1 0 0,0 0 1 0 0,-1 0-1 0 0,1 0 1 0 0,-1-1-1 0 0,0 1 1 0 0,0 0-1 0 0,0 0 1 0 0,-1-6-1 0 0,1 4-61 0 0,0 3-121 0 0,-1 1 1 0 0,1 0 0 0 0,0-1 0 0 0,-1 1 0 0 0,1 0-1 0 0,-1 0 1 0 0,1 0 0 0 0,-1-1 0 0 0,0 1-1 0 0,0 0 1 0 0,0 0 0 0 0,0 0 0 0 0,-1 0 0 0 0,1 1-1 0 0,-3-4 1 0 0,2 3-25 0 0,1 0 0 0 0,-1 0-1 0 0,1 0 1 0 0,0 0 0 0 0,-1 0 0 0 0,1 0-1 0 0,0-1 1 0 0,0 1 0 0 0,0 0 0 0 0,1 0-1 0 0,-1-1 1 0 0,1 1 0 0 0,-1-1 0 0 0,1 1-1 0 0,-1-5 1 0 0,1 6-27 0 0,0 0 0 0 0,0 0 0 0 0,0 0 0 0 0,0 0-1 0 0,0 0 1 0 0,-1 0 0 0 0,1 0 0 0 0,0 0 0 0 0,-1 0 0 0 0,1 0 0 0 0,-1 0-1 0 0,1 1 1 0 0,-1-1 0 0 0,1 0 0 0 0,-1 0 0 0 0,0 0 0 0 0,0 1 0 0 0,1-1-1 0 0,-1 0 1 0 0,0 1 0 0 0,0-1 0 0 0,0 1 0 0 0,-1-2 0 0 0,1 2 31 0 0,0-1 1 0 0,0 0 0 0 0,0 0 0 0 0,-1 0 0 0 0,1 0-1 0 0,0 0 1 0 0,0 0 0 0 0,0 0 0 0 0,1 0-1 0 0,-1 0 1 0 0,0 0 0 0 0,0-1 0 0 0,1 1 0 0 0,-1 0-1 0 0,0 0 1 0 0,1-1 0 0 0,0 1 0 0 0,-1 0-1 0 0,1-1 1 0 0,0 1 0 0 0,-1-1 0 0 0,1 1 0 0 0,0 0-1 0 0,0-3 1 0 0,1 4-4 0 0,-1-1 0 0 0,0 0-1 0 0,0 0 1 0 0,0 1 0 0 0,0-1 0 0 0,0 0 0 0 0,0 0-1 0 0,0 1 1 0 0,0-1 0 0 0,0 0 0 0 0,0 0-1 0 0,0 1 1 0 0,0-1 0 0 0,0 0 0 0 0,-1 0 0 0 0,1 1-1 0 0,0-1 1 0 0,-1 0 0 0 0,1 1 0 0 0,0-1-1 0 0,-1 0 1 0 0,1 1 0 0 0,-1-1 0 0 0,1 1-1 0 0,-1-1 1 0 0,1 1 0 0 0,-1-1 0 0 0,1 1 0 0 0,-1-1-1 0 0,0 1 1 0 0,1-1 0 0 0,-1 1 0 0 0,0 0-1 0 0,1-1 1 0 0,-1 1 0 0 0,0 0 0 0 0,1-1 0 0 0,-1 1-1 0 0,0 0 1 0 0,0 0 0 0 0,1 0 0 0 0,-1 0-1 0 0,-1 0 1 0 0,-6-2 49 0 0,63-30 1877 0 0,-12 18-1463 0 0,70-20-836 0 0,-100 31-135 0 0,1 1 1 0 0,-1 0-1 0 0,0 1 1 0 0,1 0-1 0 0,-1 1 0 0 0,18 3 1 0 0,-26-3 47 0 0,-1 1 0 0 0,0 1-1 0 0,1-1 1 0 0,-1 1 0 0 0,0-1 0 0 0,0 1 0 0 0,6 4-1 0 0,46 28-4202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213 243 1601 0 0,'-5'0'1774'0'0,"1"0"-1382"0"0,3 0-321 0 0,1 0-1 0 0,-1 1 0 0 0,0-1 0 0 0,1 0 0 0 0,-1 0 1 0 0,1 0-1 0 0,-1 0 0 0 0,0 0 0 0 0,1 0 0 0 0,-1 0 1 0 0,0 0-1 0 0,1 0 0 0 0,-1 0 0 0 0,0 0 0 0 0,1 0 1 0 0,-1-1-1 0 0,0 1 0 0 0,1 0 0 0 0,-1 0 0 0 0,1-1 1 0 0,-1 1-1 0 0,1 0 0 0 0,-1-1 0 0 0,0 1 1 0 0,1 0-1 0 0,0-1 0 0 0,-1 1 0 0 0,1-1 0 0 0,-1 1 1 0 0,1-1-1 0 0,-1 1 0 0 0,1-1 0 0 0,0 1 0 0 0,-1-1 1 0 0,1 0-1 0 0,0 1 0 0 0,0-1 0 0 0,-1 0 0 0 0,1 1 1 0 0,0-1-1 0 0,0 1 0 0 0,0-1 0 0 0,0-1 0 0 0,0 2-44 0 0,0-1 0 0 0,0 1 0 0 0,-1-1 0 0 0,1 1 0 0 0,0-1 0 0 0,0 1 0 0 0,0 0 0 0 0,0-1 0 0 0,-1 1-1 0 0,1-1 1 0 0,0 1 0 0 0,-1-1 0 0 0,1 1 0 0 0,0 0 0 0 0,-1-1 0 0 0,1 1 0 0 0,0 0 0 0 0,-1-1-1 0 0,1 1 1 0 0,-1 0 0 0 0,1 0 0 0 0,0-1 0 0 0,-1 1 0 0 0,1 0 0 0 0,-1 0 0 0 0,1 0 0 0 0,-1 0 0 0 0,1 0-1 0 0,-1-1 1 0 0,1 1 0 0 0,-1 0 0 0 0,1 0 0 0 0,-1 0 0 0 0,0 0 0 0 0,0 1-14 0 0,1-1 0 0 0,-1 0 1 0 0,0-1-1 0 0,0 1 0 0 0,1 0 1 0 0,-1 0-1 0 0,0 0 0 0 0,1 0 1 0 0,-1 0-1 0 0,0-1 0 0 0,1 1 0 0 0,-1 0 1 0 0,1-1-1 0 0,-1 1 0 0 0,0 0 1 0 0,1-1-1 0 0,-1 1 0 0 0,1-1 1 0 0,-1 1-1 0 0,1-1 0 0 0,-1 1 1 0 0,1-1-1 0 0,0 1 0 0 0,-1-1 0 0 0,1 1 1 0 0,-1-1-1 0 0,1 0 0 0 0,0 1 1 0 0,0-1-1 0 0,-1 1 0 0 0,1-1 1 0 0,0 0-1 0 0,0 1 0 0 0,0-1 1 0 0,0 0-1 0 0,0 0 0 0 0,0 0 0 0 0,0-6 113 0 0,1 5-99 0 0,-1 0 0 0 0,0 0 1 0 0,1 0-1 0 0,-1 0 1 0 0,0-1-1 0 0,0 1 1 0 0,-1 0-1 0 0,1 0 1 0 0,0 0-1 0 0,-1 0 0 0 0,1 0 1 0 0,-1 0-1 0 0,1 0 1 0 0,-1 0-1 0 0,0 0 1 0 0,-1-2-1 0 0,-5-2 17 0 0,5 4-14 0 0,1 1-1 0 0,-1 0 0 0 0,1 0 1 0 0,0-1-1 0 0,0 1 1 0 0,-1-1-1 0 0,1 1 1 0 0,0-1-1 0 0,0 1 0 0 0,0-1 1 0 0,1 0-1 0 0,-1 1 1 0 0,0-1-1 0 0,0 0 1 0 0,1 0-1 0 0,-1 0 1 0 0,1 1-1 0 0,0-1 0 0 0,0 0 1 0 0,-1-4-1 0 0,1 5-8 0 0,-1 0-1 0 0,1 0 0 0 0,-1 0 1 0 0,1 0-1 0 0,-1-1 0 0 0,0 1 0 0 0,0 0 1 0 0,0 0-1 0 0,1 1 0 0 0,-1-1 1 0 0,0 0-1 0 0,0 0 0 0 0,0 0 1 0 0,-1 1-1 0 0,1-1 0 0 0,0 0 1 0 0,0 1-1 0 0,0-1 0 0 0,0 1 1 0 0,-3-1-1 0 0,0-1 56 0 0,-56-34 885 0 0,25 22-213 0 0,35 13-707 0 0,-1 1-1 0 0,1 0 1 0 0,0 0-1 0 0,0-1 1 0 0,0 1-1 0 0,0 0 1 0 0,-1-1 0 0 0,1 1-1 0 0,0 0 1 0 0,0-1-1 0 0,0 1 1 0 0,0 0-1 0 0,0-1 1 0 0,0 1-1 0 0,0 0 1 0 0,0-1 0 0 0,0 1-1 0 0,0 0 1 0 0,0-1-1 0 0,0 1 1 0 0,0 0-1 0 0,0-1 1 0 0,1 1 0 0 0,-1 0-1 0 0,0-1 1 0 0,0 1-1 0 0,0 0 1 0 0,0 0-1 0 0,1-1 1 0 0,-1 1 0 0 0,0 0-1 0 0,0-1 1 0 0,0 1-1 0 0,1 0 1 0 0,-1 0-1 0 0,0 0 1 0 0,0-1 0 0 0,1 1-1 0 0,-1 0 1 0 0,0 0-1 0 0,1 0 1 0 0,-1 0-1 0 0,0-1 1 0 0,1 1 0 0 0,-1 0-1 0 0,0 0 1 0 0,1 0-1 0 0,-1 0 1 0 0,0 0-1 0 0,1 0 1 0 0,-1 0-1 0 0,0 0 1 0 0,1 0 0 0 0,-1 0-1 0 0,0 0 1 0 0,1 0-1 0 0,-1 0 1 0 0,17-2 119 0 0,181-22-825 0 0,-5 19-8605 0 0,-162 5 6323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8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1121 0 0,'0'-1'50'0'0,"0"1"0"0"0,0-1 0 0 0,0 1 0 0 0,0-1 0 0 0,0 1 0 0 0,0-1 0 0 0,0 1 0 0 0,0-1 0 0 0,1 1 0 0 0,-1 0 0 0 0,0-1 0 0 0,0 1 0 0 0,0-1 0 0 0,0 1 0 0 0,1-1 0 0 0,-1 1 0 0 0,0 0 0 0 0,1-1 0 0 0,-1 1 0 0 0,0 0 0 0 0,1-1 0 0 0,-1 1 0 0 0,0 0 0 0 0,1-1 0 0 0,-1 1 0 0 0,0 0 0 0 0,1 0 0 0 0,-1-1 0 0 0,1 1 0 0 0,-1 0 0 0 0,1 0 0 0 0,-1 0 0 0 0,1 0 0 0 0,-1 0 0 0 0,1 0 0 0 0,17-6 800 0 0,0 2-1 0 0,1 1 1 0 0,35-3 0 0 0,-48 6-791 0 0,1-1 1 0 0,0 1 0 0 0,0 0 0 0 0,-1 1 0 0 0,1 0 0 0 0,0 0-1 0 0,-1 0 1 0 0,1 1 0 0 0,-1 0 0 0 0,0 0 0 0 0,1 1 0 0 0,-1-1-1 0 0,0 1 1 0 0,0 1 0 0 0,-1-1 0 0 0,10 8 0 0 0,-6 1-101 0 0,0 0 0 0 0,0 1 0 0 0,10 21 0 0 0,-5-10 18 0 0,4 15 70 0 0,-18-37-43 0 0,0-1 0 0 0,0 1 0 0 0,0-1 0 0 0,0 1 0 0 0,-1-1 0 0 0,1 0 1 0 0,0 1-1 0 0,-1-1 0 0 0,1 1 0 0 0,-1-1 0 0 0,1 0 0 0 0,-1 1 0 0 0,0-1 0 0 0,0 0 1 0 0,1 0-1 0 0,-1 1 0 0 0,0-1 0 0 0,0 0 0 0 0,0 0 0 0 0,-2 2 0 0 0,3-3-3 0 0,0 0 0 0 0,0 0 0 0 0,1 0 0 0 0,-1 0 0 0 0,0 0 0 0 0,0 0 0 0 0,0 0 0 0 0,0 0 0 0 0,1 0 0 0 0,-1 0 0 0 0,0 0 0 0 0,0 0 0 0 0,0 0 0 0 0,0 0 0 0 0,0 1 0 0 0,1-1 0 0 0,-1 0-1 0 0,0 0 1 0 0,0 0 0 0 0,0 0 0 0 0,0 0 0 0 0,0 0 0 0 0,0 1 0 0 0,0-1 0 0 0,1 0 0 0 0,-1 0 0 0 0,0 0 0 0 0,0 0 0 0 0,0 1 0 0 0,0-1 0 0 0,0 0 0 0 0,0 0 0 0 0,0 0 0 0 0,0 0 0 0 0,0 1 0 0 0,0-1 0 0 0,0 0 0 0 0,0 0-1 0 0,0 0 1 0 0,0 0 0 0 0,0 1 0 0 0,0-1 0 0 0,0 0 0 0 0,0 0 0 0 0,-1 0 0 0 0,1 0 0 0 0,0 1 0 0 0,0-1 0 0 0,0 0 0 0 0,0 0 0 0 0,0 0 0 0 0,0 0 0 0 0,0 0 0 0 0,-1 1 0 0 0,1-1 0 0 0,0 0 0 0 0,0 0 0 0 0,0 0 0 0 0,0 0-1 0 0,0 0 1 0 0,-1 0 0 0 0,1 0 0 0 0,0 0 0 0 0,0 0 0 0 0,0 0 0 0 0,0 0 0 0 0,-1 0 0 0 0,1 1 0 0 0,0-1 0 0 0,15 0 26 0 0,-30-5 26 0 0,14 4-52 0 0,1 1-1 0 0,0 0 1 0 0,-1 0-1 0 0,1-1 0 0 0,-1 1 1 0 0,1-1-1 0 0,0 1 1 0 0,-1 0-1 0 0,1-1 1 0 0,0 1-1 0 0,-1-1 1 0 0,1 1-1 0 0,0-1 1 0 0,0 1-1 0 0,-1-1 1 0 0,1 1-1 0 0,0-1 1 0 0,0 1-1 0 0,0-1 1 0 0,0 1-1 0 0,0-1 1 0 0,0 1-1 0 0,-1-1 1 0 0,1 0-1 0 0,1 1 1 0 0,-1-1-1 0 0,0 1 1 0 0,0-1-1 0 0,0 0 0 0 0,0 0 0 0 0,0 0 0 0 0,1 0 0 0 0,-1 1 0 0 0,0-1 0 0 0,0 0 0 0 0,0 0 0 0 0,-1 1 0 0 0,1-1 0 0 0,0 0 0 0 0,0 0 0 0 0,0 0 0 0 0,0 1 0 0 0,-1-1 0 0 0,1 0 0 0 0,0 1 0 0 0,-1-1 0 0 0,1 0 0 0 0,-1 1 0 0 0,1-1-1 0 0,-1 0 1 0 0,-7-6 19 0 0,0 1-1 0 0,0 0 0 0 0,-1 1 1 0 0,1 0-1 0 0,-1 1 0 0 0,-16-7 1 0 0,20 10-12 0 0,0-1 0 0 0,0 1 0 0 0,0 0-1 0 0,0 1 1 0 0,0-1 0 0 0,0 1 0 0 0,0 0 0 0 0,-1 0 0 0 0,1 1 0 0 0,0-1 0 0 0,0 1 0 0 0,0 0 0 0 0,0 0 0 0 0,0 1 0 0 0,0 0 0 0 0,1 0 0 0 0,-6 2 0 0 0,0 2 11 0 0,0-1 1 0 0,1 1-1 0 0,0 1 1 0 0,0-1-1 0 0,-8 9 1 0 0,14-12-13 0 0,0 0 0 0 0,1 0 0 0 0,0 0 0 0 0,-1 0 0 0 0,1 1 0 0 0,1-1 0 0 0,-1 1 0 0 0,0-1 0 0 0,1 1 0 0 0,0-1 0 0 0,-1 1 0 0 0,1 0 0 0 0,1 0 0 0 0,-1 0 0 0 0,1-1 0 0 0,-1 6 0 0 0,2-5-6 0 0,-1 0 1 0 0,1 0-1 0 0,-1 0 0 0 0,1 0 0 0 0,1 0 0 0 0,-1 0 1 0 0,0 0-1 0 0,1 0 0 0 0,0-1 0 0 0,0 1 0 0 0,0-1 0 0 0,0 1 1 0 0,1-1-1 0 0,-1 0 0 0 0,1 0 0 0 0,0 0 0 0 0,0 0 1 0 0,0 0-1 0 0,0-1 0 0 0,1 1 0 0 0,-1-1 0 0 0,0 0 0 0 0,1 0 1 0 0,0 0-1 0 0,-1-1 0 0 0,1 1 0 0 0,0-1 0 0 0,8 2 1 0 0,1 0-87 0 0,0 0 0 0 0,1 0 0 0 0,-1-2 1 0 0,1 1-1 0 0,0-2 0 0 0,-1 0 1 0 0,15-2-1 0 0,-12 1-554 0 0,-1-1-1 0 0,0-1 1 0 0,-1 0 0 0 0,1-1 0 0 0,-1 0-1 0 0,23-11 1 0 0,-7 3-1468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2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1 146 960 0 0,'2'-33'3861'0'0,"-1"30"-3731"0"0,0 1-1 0 0,0 0 0 0 0,0-1 0 0 0,0 1 1 0 0,1 0-1 0 0,-1 0 0 0 0,1 0 1 0 0,0-1-1 0 0,-1 2 0 0 0,1-1 0 0 0,3-3 1 0 0,-2 3-47 0 0,1-13 319 0 0,-4 14-382 0 0,0 0 1 0 0,0 1-1 0 0,0-1 1 0 0,0 0 0 0 0,0 0-1 0 0,0 0 1 0 0,0 0 0 0 0,0 1-1 0 0,0-1 1 0 0,1 0-1 0 0,-1 0 1 0 0,0 0 0 0 0,1 1-1 0 0,-1-1 1 0 0,1 0 0 0 0,-1 0-1 0 0,1 1 1 0 0,-1-1-1 0 0,2-1 1 0 0,2-1-7 0 0,0 0 0 0 0,0 0 0 0 0,0 0 0 0 0,1 0 0 0 0,-1 1 0 0 0,1 0 0 0 0,0 0 0 0 0,0 0 0 0 0,0 0 1 0 0,0 1-1 0 0,0 0 0 0 0,0 0 0 0 0,9 0 0 0 0,-11 1-12 0 0,0 0 0 0 0,0 0 1 0 0,0 0-1 0 0,0 1 0 0 0,0-1 0 0 0,0 1 1 0 0,0 0-1 0 0,0 0 0 0 0,0 0 0 0 0,0 0 1 0 0,0 0-1 0 0,-1 1 0 0 0,1-1 1 0 0,-1 1-1 0 0,1 0 0 0 0,-1 0 0 0 0,1 0 1 0 0,-1 0-1 0 0,0 0 0 0 0,0 0 0 0 0,0 0 1 0 0,0 1-1 0 0,0-1 0 0 0,2 5 0 0 0,21 65-2 0 0,-25-71 8 0 0,1 0-1 0 0,-1 0 0 0 0,0 1 0 0 0,1-1 0 0 0,-1 0 0 0 0,0 1 0 0 0,0-1 0 0 0,0 0 0 0 0,0 1 0 0 0,0-1 0 0 0,0 0 0 0 0,0 1 0 0 0,-1-1 0 0 0,1 0 0 0 0,0 0 1 0 0,-1 1-1 0 0,1-1 0 0 0,-1 0 0 0 0,0 0 0 0 0,1 1 0 0 0,-1-1 0 0 0,0 0 0 0 0,1 0 0 0 0,-2 1 0 0 0,2-2-3 0 0,0 1 1 0 0,-1-1-1 0 0,1 0 0 0 0,0 1 0 0 0,0-1 1 0 0,0 0-1 0 0,0 1 0 0 0,0-1 0 0 0,-1 0 0 0 0,1 0 1 0 0,0 1-1 0 0,0-1 0 0 0,0 0 0 0 0,-1 0 1 0 0,1 1-1 0 0,0-1 0 0 0,0 0 0 0 0,-1 0 1 0 0,1 0-1 0 0,0 0 0 0 0,0 1 0 0 0,-1-1 0 0 0,1 0 1 0 0,0 0-1 0 0,-1 0 0 0 0,1 0 0 0 0,0 0 1 0 0,-1 0-1 0 0,1 0 0 0 0,0 0 0 0 0,-1 0 0 0 0,1 0 1 0 0,0 0-1 0 0,-1 0 0 0 0,1 0 0 0 0,0 0 1 0 0,-1 0-1 0 0,1 0 0 0 0,0 0 0 0 0,0 0 1 0 0,-1 0-1 0 0,1 0 0 0 0,0-1 0 0 0,-1 1 0 0 0,1 0 1 0 0,0 0-1 0 0,0 0 0 0 0,-1-1 0 0 0,1 1 1 0 0,0 0-1 0 0,0 0 0 0 0,-1-1 0 0 0,1 1 1 0 0,0 0-1 0 0,0-1 0 0 0,0 1 3 0 0,0-1 0 0 0,-1 0 0 0 0,1 1 0 0 0,0-1 1 0 0,0 1-1 0 0,0-1 0 0 0,0 0 0 0 0,-1 1 0 0 0,1-1 0 0 0,0 1 0 0 0,0-1 0 0 0,-1 1 1 0 0,1-1-1 0 0,-1 1 0 0 0,1-1 0 0 0,0 1 0 0 0,-1-1 0 0 0,1 1 0 0 0,-1 0 1 0 0,1-1-1 0 0,-1 1 0 0 0,1 0 0 0 0,-1-1 0 0 0,1 1 0 0 0,-1 0 0 0 0,1 0 0 0 0,-1-1 1 0 0,0 1-1 0 0,1 0 0 0 0,-1 0 0 0 0,1 0 0 0 0,-2 0 0 0 0,1 0-2 0 0,1-1 0 0 0,-1 1 0 0 0,0 0 0 0 0,0 0-1 0 0,1 0 1 0 0,-1-1 0 0 0,0 1 0 0 0,0 0 0 0 0,1-1 0 0 0,-1 1 0 0 0,0-1-1 0 0,1 1 1 0 0,-1-1 0 0 0,0 1 0 0 0,1-1 0 0 0,-1 1 0 0 0,1-1 0 0 0,-1 0-1 0 0,1 1 1 0 0,-1-1 0 0 0,1 0 0 0 0,-1 1 0 0 0,1-1 0 0 0,0 0-1 0 0,-1 0 1 0 0,1 1 0 0 0,0-1 0 0 0,0 0 0 0 0,0 0 0 0 0,0 1 0 0 0,-1-1-1 0 0,1 0 1 0 0,0-1 0 0 0,0-98 635 0 0,1 98-631 0 0,-1 1-1 0 0,1 0 1 0 0,-1-1-1 0 0,1 1 1 0 0,-1-1-1 0 0,1 1 1 0 0,0 0-1 0 0,0 0 1 0 0,-1-1-1 0 0,1 1 1 0 0,0 0-1 0 0,0 0 1 0 0,0 0-1 0 0,0 0 1 0 0,1 0-1 0 0,-1 0 1 0 0,0 0-1 0 0,0 0 1 0 0,0 1-1 0 0,1-1 1 0 0,-1 0-1 0 0,1 1 1 0 0,-1-1-1 0 0,0 1 1 0 0,1-1-1 0 0,-1 1 0 0 0,1 0 1 0 0,-1 0-1 0 0,2-1 1 0 0,5 0 11 0 0,-1 0 0 0 0,1 0-1 0 0,-1 1 1 0 0,1 0 0 0 0,11 1 0 0 0,-11 0-13 0 0,-1 0-1 0 0,1 1 1 0 0,-1 0 0 0 0,1 0-1 0 0,-1 1 1 0 0,0-1 0 0 0,0 2-1 0 0,0-1 1 0 0,0 1 0 0 0,-1 0-1 0 0,11 8 1 0 0,-3-3-122 0 0,-1-1 176 0 0,-1 1 0 0 0,1 0 0 0 0,10 11 0 0 0,-19-16-161 0 0,-1-1-1 0 0,0 0 1 0 0,0 1 0 0 0,0-1 0 0 0,-1 1 0 0 0,1 0 0 0 0,-1 0-1 0 0,0 0 1 0 0,0 0 0 0 0,-1 0 0 0 0,1 0 0 0 0,-1 1 0 0 0,1-1-1 0 0,-2 1 1 0 0,1-1 0 0 0,0 6 0 0 0,0-11-4 0 0,0 0 0 0 0,0 0 0 0 0,0 0 1 0 0,1 0-1 0 0,-1 1 0 0 0,0-1 0 0 0,0 0 0 0 0,0 1 0 0 0,1-1 1 0 0,-1 0-1 0 0,0 1 0 0 0,1-1 0 0 0,-1 1 0 0 0,1 0 0 0 0,-1 0 1 0 0,0-1-1 0 0,3 1 0 0 0,-4 0-81 0 0,1 0 88 0 0,-1 0 0 0 0,0 0 0 0 0,1 0 0 0 0,-1-1 0 0 0,0 1 0 0 0,1 0 0 0 0,-1 0 1 0 0,0-1-1 0 0,1 1 0 0 0,-1 0 0 0 0,0 0 0 0 0,0-1 0 0 0,1 1 0 0 0,-1 0 0 0 0,0-1 0 0 0,0 1 1 0 0,0 0-1 0 0,1-1 0 0 0,-1 1 0 0 0,0 0 0 0 0,0-1 0 0 0,0 1 0 0 0,0 0 0 0 0,0-1 0 0 0,0 1 1 0 0,0 0-1 0 0,0-1 0 0 0,0 1 0 0 0,0-1 0 0 0,0 1 0 0 0,0 0 0 0 0,0-1 0 0 0,0 1 1 0 0,0 0-1 0 0,0-1 0 0 0,0 1 0 0 0,-1-1 0 0 0,1-7-1784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0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74 1281 0 0,'0'-2'200'0'0,"0"0"1"0"0,0 1-1 0 0,0-1 1 0 0,0 0-1 0 0,0 1 1 0 0,0-1-1 0 0,0 0 1 0 0,0 1 0 0 0,-1-1-1 0 0,1 0 1 0 0,-1 1-1 0 0,1-1 1 0 0,-1 0-1 0 0,0 1 1 0 0,0-1-1 0 0,0 1 1 0 0,1 0 0 0 0,-1-1-1 0 0,-1 1 1 0 0,1 0-1 0 0,0-1 1 0 0,0 1-1 0 0,0 0 1 0 0,-1 0-1 0 0,-1-2 1 0 0,-4-2-26 0 0,1-15 1120 0 0,6 13-714 0 0,1 9-96 0 0,-1-1-482 0 0,0 0-1 0 0,1 1 1 0 0,-1-1 0 0 0,1 0 0 0 0,0 0 0 0 0,-1 0-1 0 0,1 0 1 0 0,0 0 0 0 0,0 0 0 0 0,0 0 0 0 0,-1 0-1 0 0,1 0 1 0 0,0 0 0 0 0,0 0 0 0 0,1 0 0 0 0,-1-1-1 0 0,0 1 1 0 0,0 0 0 0 0,2 0 0 0 0,9 7 7 0 0,78 89-210 0 0,-70-79 173 0 0,-9-10 3 0 0,-1 2 0 0 0,-1-1-1 0 0,0 1 1 0 0,12 16 0 0 0,-20-23 26 0 0,1 0 1 0 0,0 0-1 0 0,-1 0 0 0 0,1 0 1 0 0,-1 0-1 0 0,0 0 1 0 0,0 1-1 0 0,0-1 0 0 0,0 0 1 0 0,-1 1-1 0 0,1-1 1 0 0,-1 1-1 0 0,0-1 0 0 0,0 1 1 0 0,0-1-1 0 0,-1 1 1 0 0,1-1-1 0 0,-1 0 0 0 0,0 1 1 0 0,0-1-1 0 0,0 0 1 0 0,-2 5-1 0 0,-10 15 89 0 0,-1-2 0 0 0,-29 34-1 0 0,27-35 38 0 0,12-15-94 0 0,0 0-1 0 0,-1 0 1 0 0,0-1-1 0 0,0 0 1 0 0,0 0-1 0 0,0 0 1 0 0,-1 0 0 0 0,0-1-1 0 0,0 0 1 0 0,1 0-1 0 0,-2-1 1 0 0,1 1-1 0 0,0-1 1 0 0,0-1-1 0 0,-1 1 1 0 0,1-1-1 0 0,-1 0 1 0 0,1-1-1 0 0,-1 1 1 0 0,0-1 0 0 0,1-1-1 0 0,-10-1 1 0 0,-3-1-70 0 0,0-1 0 0 0,0-1 0 0 0,0-1 0 0 0,1 0 0 0 0,0-1 0 0 0,-22-14 0 0 0,38 21 24 0 0,-3-3-37 0 0,0 1 0 0 0,0-1-1 0 0,0 0 1 0 0,0 0 0 0 0,0 0 0 0 0,1-1 0 0 0,-7-7-1 0 0,9 8-87 0 0,0-1-1 0 0,0 1 0 0 0,0-1 0 0 0,1 0 1 0 0,0 0-1 0 0,0 0 0 0 0,0 1 0 0 0,0-1 1 0 0,0 0-1 0 0,1 0 0 0 0,0-1 1 0 0,0 1-1 0 0,0-5 0 0 0,0-32-3090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99 880 0 0,'-23'0'1765'0'0,"1"1"1"0"0,-38 8-1 0 0,48-7-1551 0 0,-1 2 1 0 0,1-1 0 0 0,0 2 0 0 0,0-1 0 0 0,0 2 0 0 0,1-1-1 0 0,0 2 1 0 0,0-1 0 0 0,-15 13 0 0 0,22-16-184 0 0,1 1 0 0 0,-1 0 0 0 0,1 0 0 0 0,0 0-1 0 0,0 0 1 0 0,0 0 0 0 0,1 1 0 0 0,-1 0 0 0 0,1-1 0 0 0,-2 8 0 0 0,3-10-21 0 0,0 1 0 0 0,0-1 1 0 0,1 1-1 0 0,-1-1 0 0 0,1 1 0 0 0,0 0 0 0 0,0-1 0 0 0,0 1 0 0 0,0 0 1 0 0,0-1-1 0 0,0 1 0 0 0,1 0 0 0 0,-1-1 0 0 0,1 1 0 0 0,0-1 0 0 0,0 1 1 0 0,0-1-1 0 0,0 1 0 0 0,0-1 0 0 0,1 0 0 0 0,-1 0 0 0 0,2 3 0 0 0,5 2 23 0 0,1 0 0 0 0,-1 0-1 0 0,2 0 1 0 0,-1-1-1 0 0,0-1 1 0 0,1 0-1 0 0,0 0 1 0 0,21 6 0 0 0,-5-2-33 0 0,1-2 0 0 0,43 6 0 0 0,-59-11-7 0 0,1 0 0 0 0,0-1 0 0 0,0-1 0 0 0,0 0 0 0 0,0 0-1 0 0,0-1 1 0 0,0-1 0 0 0,0 0 0 0 0,-1-1 0 0 0,1 0 0 0 0,-1-1 0 0 0,1 0 0 0 0,-1 0 0 0 0,-1-2 0 0 0,1 1 0 0 0,14-11 0 0 0,-22 14 23 0 0,-1-1 0 0 0,1 0-1 0 0,0 0 1 0 0,-1 0 0 0 0,0 0 0 0 0,0-1 0 0 0,0 1 0 0 0,0 0 0 0 0,0-1 0 0 0,-1 1 0 0 0,0-1-1 0 0,1 0 1 0 0,-1 0 0 0 0,-1 1 0 0 0,1-1 0 0 0,0-5 0 0 0,-1 1 29 0 0,0-1 0 0 0,0 1 1 0 0,-1 0-1 0 0,0 0 0 0 0,-1-1 0 0 0,0 1 1 0 0,-4-11-1 0 0,1 6 28 0 0,0 0 1 0 0,-1 0 0 0 0,-1 0-1 0 0,0 1 1 0 0,-1 0-1 0 0,0 0 1 0 0,-1 1-1 0 0,-15-16 1 0 0,16 21-63 0 0,-1-1 1 0 0,0 1-1 0 0,0 0 0 0 0,-1 1 1 0 0,0 0-1 0 0,0 1 0 0 0,0 0 1 0 0,0 1-1 0 0,-1 0 1 0 0,1 0-1 0 0,-14-1 0 0 0,-9 0-296 0 0,1 2-1 0 0,-38 3 0 0 0,-56 10-1995 0 0,-20 12-2441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30 211 1521 0 0,'1'-1'172'0'0,"0"0"0"0"0,0 0 0 0 0,-1 0 0 0 0,1 0 0 0 0,0 0 0 0 0,0 0 0 0 0,0 0 0 0 0,0 1 0 0 0,0-1 0 0 0,1 0 1 0 0,-1 1-1 0 0,0-1 0 0 0,0 1 0 0 0,0-1 0 0 0,0 1 0 0 0,1-1 0 0 0,-1 1 0 0 0,2 0 0 0 0,0-1 347 0 0,7-5 649 0 0,-3 2-864 0 0,0 0 0 0 0,-1-1 0 0 0,0 1 0 0 0,1-1-1 0 0,-1 0 1 0 0,6-8 0 0 0,2-15 256 0 0,7-10-226 0 0,65-44 159 0 0,-84 79-227 0 0,-3 6-115 0 0,-7 13-66 0 0,-16 31-13 0 0,-23 45 57 0 0,15-32-34 0 0,-34 91 1 0 0,49-106-95 0 0,8-24-20 0 0,2 0 0 0 0,0 1 0 0 0,1 0-1 0 0,1 1 1 0 0,1-1 0 0 0,-2 35 0 0 0,6-57 2 0 0,0 0 1 0 0,0 1 0 0 0,0-1 0 0 0,0 0 0 0 0,0 0-1 0 0,0 0 1 0 0,0 1 0 0 0,1-1 0 0 0,-1 0 0 0 0,0 0 0 0 0,0 1-1 0 0,0-1 1 0 0,0 0 0 0 0,0 0 0 0 0,0 0 0 0 0,1 1-1 0 0,-1-1 1 0 0,0 0 0 0 0,0 0 0 0 0,0 0 0 0 0,0 0 0 0 0,1 0-1 0 0,-1 1 1 0 0,0-1 0 0 0,0 0 0 0 0,0 0 0 0 0,1 0-1 0 0,-1 0 1 0 0,0 0 0 0 0,0 0 0 0 0,1 0 0 0 0,-1 0 0 0 0,0 0-1 0 0,0 0 1 0 0,1 0 0 0 0,-1 0 0 0 0,0 0 0 0 0,0 0-1 0 0,0 0 1 0 0,1 0 0 0 0,-1 0 0 0 0,0 0 0 0 0,0 0 0 0 0,1 0-1 0 0,17-7-633 0 0,17-16-866 0 0,-5-14-578 0 0,0-6-1348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1201 0 0,'6'-2'621'0'0,"-5"2"-455"0"0,0 0 0 0 0,0 0 0 0 0,0 0 0 0 0,0 0 0 0 0,0 0 0 0 0,0-1 0 0 0,0 1 0 0 0,0 0 0 0 0,0 0 0 0 0,0-1 0 0 0,0 1 0 0 0,0-1 0 0 0,0 1 0 0 0,-1-1 0 0 0,1 1 0 0 0,0-1 0 0 0,0 1 0 0 0,-1-1 0 0 0,1 0 1 0 0,0 0-1 0 0,-1 1 0 0 0,1-1 0 0 0,0 0 0 0 0,-1 0 0 0 0,1 0 0 0 0,-1 1 0 0 0,1-1 0 0 0,-1 0 0 0 0,0 0 0 0 0,1 0 0 0 0,-1 0 0 0 0,0 0 0 0 0,0 0 0 0 0,0 0 0 0 0,0 0 0 0 0,1 0 0 0 0,-1 0 0 0 0,-1-1 0 0 0,5 0-82 0 0,-1 0 0 0 0,0 0 0 0 0,1 0 0 0 0,-1 0 0 0 0,1 1 0 0 0,0-1 0 0 0,-1 1-1 0 0,1 0 1 0 0,0 0 0 0 0,0 0 0 0 0,0 1 0 0 0,4-1 0 0 0,1 0 39 0 0,6-2-84 0 0,0 2-1 0 0,0 0 1 0 0,0 1 0 0 0,0 0 0 0 0,0 1-1 0 0,-1 1 1 0 0,1 0 0 0 0,19 6 0 0 0,-13-2-17 0 0,-1 0 0 0 0,0 1-1 0 0,-1 1 1 0 0,0 1 0 0 0,21 13 0 0 0,-36-19-20 0 0,0-1 0 0 0,-1 1-1 0 0,1 0 1 0 0,0 0 0 0 0,-1 0-1 0 0,1 1 1 0 0,-1-1 0 0 0,0 1-1 0 0,0-1 1 0 0,-1 1 0 0 0,1 0-1 0 0,-1 0 1 0 0,3 7 0 0 0,-4-8 7 0 0,-1 0 1 0 0,1 0 0 0 0,-1 0 0 0 0,0 0 0 0 0,0 1 0 0 0,0-1 0 0 0,0 0-1 0 0,0 0 1 0 0,-1 0 0 0 0,1 0 0 0 0,-1 0 0 0 0,0 1 0 0 0,0-1-1 0 0,0 0 1 0 0,-1-1 0 0 0,1 1 0 0 0,-1 0 0 0 0,1 0 0 0 0,-1-1 0 0 0,0 1-1 0 0,-3 3 1 0 0,2-4-34 0 0,1 1 0 0 0,-1-1 0 0 0,0 0 0 0 0,0-1 0 0 0,0 1 0 0 0,0 0 0 0 0,0-1 0 0 0,0 0 0 0 0,0 1 0 0 0,0-1 0 0 0,0 0 0 0 0,-1-1 0 0 0,1 1 0 0 0,0-1 0 0 0,-1 1 0 0 0,1-1 0 0 0,-4 0 0 0 0,5 0-39 0 0,1 0 1 0 0,-1 0-1 0 0,0 0 1 0 0,1 0-1 0 0,-1 0 1 0 0,1 0-1 0 0,-1 0 1 0 0,0-1 0 0 0,1 1-1 0 0,-1 0 1 0 0,1-1-1 0 0,-1 0 1 0 0,1 1-1 0 0,0-1 1 0 0,-1 0-1 0 0,1 1 1 0 0,-1-1-1 0 0,1 0 1 0 0,0 0-1 0 0,0 0 1 0 0,0-1 0 0 0,-1 1-1 0 0,1 0 1 0 0,0 0-1 0 0,0 0 1 0 0,1-1-1 0 0,-1 1 1 0 0,0-1-1 0 0,0 1 1 0 0,1 0-1 0 0,-1-1 1 0 0,1 1-1 0 0,-1-1 1 0 0,1 0 0 0 0,-1-2-1 0 0,13-21-1858 0 0,-8 0-667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2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61 185 640 0 0,'4'-6'320'0'0,"0"0"-1"0"0,0 0 0 0 0,-1 0 0 0 0,0 0 1 0 0,-1-1-1 0 0,1 1 0 0 0,-1-1 0 0 0,0 0 1 0 0,-1 0-1 0 0,0 0 0 0 0,0 0 0 0 0,0 0 1 0 0,-1 0-1 0 0,0-9 0 0 0,0 15-295 0 0,0 0 0 0 0,-1 0 0 0 0,1 0 1 0 0,0 0-1 0 0,0 0 0 0 0,0 0 0 0 0,-1 0 0 0 0,1 0 0 0 0,0 0 0 0 0,-1 0 0 0 0,1 0 0 0 0,-1 0 0 0 0,0 0 0 0 0,1 0 1 0 0,-1 0-1 0 0,1 0 0 0 0,-1 0 0 0 0,0 1 0 0 0,0-1 0 0 0,0 0 0 0 0,1 0 0 0 0,-1 1 0 0 0,0-1 0 0 0,0 1 0 0 0,0-1 0 0 0,-2 0 1 0 0,2 1-4 0 0,1-1 1 0 0,-1 1 0 0 0,0 0-1 0 0,0-1 1 0 0,0 1 0 0 0,1-1-1 0 0,-1 1 1 0 0,0-1 0 0 0,1 0-1 0 0,-1 1 1 0 0,0-1 0 0 0,1 0-1 0 0,-1 1 1 0 0,1-1 0 0 0,-1 0-1 0 0,1 0 1 0 0,-1 1 0 0 0,1-1-1 0 0,0 0 1 0 0,-1 0 0 0 0,1 0-1 0 0,0 0 1 0 0,0 0 0 0 0,0 1-1 0 0,-1-3 1 0 0,1 2-10 0 0,0 1 1 0 0,0-1-1 0 0,0 0 1 0 0,0 1-1 0 0,-1-1 0 0 0,1 0 1 0 0,0 1-1 0 0,0-1 1 0 0,-1 0-1 0 0,1 1 1 0 0,0-1-1 0 0,-1 1 0 0 0,1-1 1 0 0,-1 1-1 0 0,1-1 1 0 0,-1 1-1 0 0,1-1 0 0 0,-1 1 1 0 0,1-1-1 0 0,-1 1 1 0 0,1 0-1 0 0,-1-1 0 0 0,0 1 1 0 0,1 0-1 0 0,-1-1 1 0 0,1 1-1 0 0,-1 0 0 0 0,0 0 1 0 0,1 0-1 0 0,-1 0 1 0 0,0-1-1 0 0,-1 1 0 0 0,2 0-4 0 0,-1 0-1 0 0,1 0 0 0 0,-1 0 0 0 0,0 0 0 0 0,1 0 1 0 0,-1 0-1 0 0,1 0 0 0 0,-1 0 0 0 0,0-1 1 0 0,1 1-1 0 0,-1 0 0 0 0,1 0 0 0 0,-1-1 0 0 0,1 1 1 0 0,-1 0-1 0 0,1-1 0 0 0,-1 1 0 0 0,1-1 1 0 0,0 1-1 0 0,-1-1 0 0 0,1 1 0 0 0,-1 0 0 0 0,1-1 1 0 0,0 1-1 0 0,0-1 0 0 0,-1 0 0 0 0,1 1 0 0 0,0-1 1 0 0,0 1-1 0 0,-1-1 0 0 0,1 0 0 0 0,-5-2 140 0 0,-20-1 0 0 0,25 23-3922 0 0,0-13 1734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58 212 1761 0 0,'0'0'88'0'0,"-1"-1"1"0"0,1 1 0 0 0,0 0-1 0 0,0-1 1 0 0,0 1-1 0 0,0 0 1 0 0,0-1 0 0 0,0 1-1 0 0,0 0 1 0 0,-1-1 0 0 0,1 1-1 0 0,0-1 1 0 0,0 1-1 0 0,0 0 1 0 0,1-1 0 0 0,-1 1-1 0 0,0 0 1 0 0,0-1-1 0 0,0 1 1 0 0,0 0 0 0 0,0-1-1 0 0,0 1 1 0 0,0 0-1 0 0,1-1 1 0 0,-1 1 0 0 0,0 0-1 0 0,0-1 1 0 0,0 1 0 0 0,1 0-1 0 0,-1 0 1 0 0,0-1-1 0 0,0 1 1 0 0,1 0 0 0 0,-1 0-1 0 0,0-1 1 0 0,1 1-1 0 0,-1 0 1 0 0,0 0 0 0 0,0 0-1 0 0,1 0 1 0 0,0-1 0 0 0,60-7 1590 0 0,-38 5-1535 0 0,-2 0 1 0 0,24-7-1 0 0,-38 8-105 0 0,0 0-1 0 0,-1-1 0 0 0,1 1 1 0 0,-1-2-1 0 0,0 1 0 0 0,0-1 1 0 0,0 0-1 0 0,0 0 0 0 0,-1 0 1 0 0,8-9-1 0 0,-12 13-34 0 0,-1-1 1 0 0,0 1-1 0 0,0-1 1 0 0,1 1-1 0 0,-1-1 1 0 0,0 1-1 0 0,0 0 1 0 0,1-1-1 0 0,-1 0 1 0 0,0 1-1 0 0,0-1 1 0 0,0 1-1 0 0,0-1 1 0 0,0 1-1 0 0,0-1 1 0 0,0 1-1 0 0,0-1 1 0 0,0 1-1 0 0,0-1 1 0 0,0 1-1 0 0,0-1 1 0 0,0 1-1 0 0,0-1 1 0 0,0 0-1 0 0,-1 1 1 0 0,1-1-1 0 0,0 1 1 0 0,0 0-1 0 0,-1-1 1 0 0,1 1-1 0 0,0-1 0 0 0,-1 1 1 0 0,1-1-1 0 0,0 1 1 0 0,-2-1-1 0 0,-13-11 40 0 0,12 10-22 0 0,-20-24 167 0 0,20 21-169 0 0,0 1 0 0 0,-1 0 1 0 0,1-1-1 0 0,-1 2 0 0 0,0-1 1 0 0,0 0-1 0 0,-1 1 0 0 0,1 0 1 0 0,-1 0-1 0 0,1 0 0 0 0,-1 1 0 0 0,0-1 1 0 0,0 1-1 0 0,-9-2 0 0 0,9 3-5 0 0,-11-4 51 0 0,0 1 1 0 0,0 1-1 0 0,-25-2 1 0 0,38 4-62 0 0,-1 1 1 0 0,0 0-1 0 0,1 0 1 0 0,-1 0-1 0 0,0 1 1 0 0,1-1-1 0 0,-1 1 0 0 0,1 0 1 0 0,-1 0-1 0 0,1 0 1 0 0,-1 1-1 0 0,1-1 1 0 0,0 1-1 0 0,-1 0 0 0 0,1 0 1 0 0,0 0-1 0 0,0 0 1 0 0,1 0-1 0 0,-1 1 1 0 0,0-1-1 0 0,-4 6 1 0 0,7-6-6 0 0,-1 0 0 0 0,1 0 1 0 0,0-1-1 0 0,0 1 1 0 0,-1 0-1 0 0,1 0 0 0 0,0 0 1 0 0,0 0-1 0 0,1 0 1 0 0,-1 0-1 0 0,0 0 0 0 0,1-1 1 0 0,-1 1-1 0 0,1 0 1 0 0,0 0-1 0 0,-1 0 1 0 0,1-1-1 0 0,0 1 0 0 0,0 0 1 0 0,0-1-1 0 0,0 1 1 0 0,0-1-1 0 0,1 1 0 0 0,-1-1 1 0 0,0 0-1 0 0,1 1 1 0 0,-1-1-1 0 0,3 2 1 0 0,3 4-13 0 0,25 36 0 0 0,-26-33-74 0 0,0-1 1 0 0,1 1-1 0 0,0-1 1 0 0,1 0-1 0 0,0-1 1 0 0,0 0-1 0 0,1-1 1 0 0,0 1-1 0 0,16 9 0 0 0,-11-11-389 0 0,0-1-1 0 0,0 0 0 0 0,0-1 0 0 0,1 0 1 0 0,25 2-1 0 0,19-4-3579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3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152 230 1441 0 0,'1'-20'4324'0'0,"0"16"-4078"0"0,0-1-1 0 0,-1 0 1 0 0,0 1-1 0 0,0-1 1 0 0,0 0-1 0 0,0 1 0 0 0,-1-1 1 0 0,0 0-1 0 0,0 1 1 0 0,0-1-1 0 0,-3-7 1 0 0,-1 6-143 0 0,-3-5 101 0 0,-1 0 1 0 0,0 0-1 0 0,-1 0 0 0 0,0 1 1 0 0,-1 1-1 0 0,-13-10 1 0 0,-31-19 342 0 0,55 38-545 0 0,-1 0 1 0 0,1 0 0 0 0,0-1 0 0 0,0 1 0 0 0,-1 0 0 0 0,1 0-1 0 0,0 0 1 0 0,-1 0 0 0 0,1-1 0 0 0,0 1 0 0 0,0 0 0 0 0,-1 0-1 0 0,1 0 1 0 0,0-1 0 0 0,0 1 0 0 0,0 0 0 0 0,-1 0 0 0 0,1-1-1 0 0,0 1 1 0 0,0 0 0 0 0,0-1 0 0 0,0 1 0 0 0,0 0 0 0 0,0-1 0 0 0,-1 1-1 0 0,1 0 1 0 0,0-1 0 0 0,0 1 0 0 0,0 0 0 0 0,0 0 0 0 0,0-1-1 0 0,0 1 1 0 0,0 0 0 0 0,0-1 0 0 0,1 1 0 0 0,-1 0 0 0 0,0-1-1 0 0,0 1 1 0 0,0 0 0 0 0,0-1 0 0 0,0 1 0 0 0,0 0 0 0 0,1 0-1 0 0,-1-1 1 0 0,0 1 0 0 0,0 0 0 0 0,0 0 0 0 0,1-1 0 0 0,-1 1-1 0 0,0 0 1 0 0,0 0 0 0 0,1-1 0 0 0,-1 1 0 0 0,0 0 0 0 0,0 0-1 0 0,1 0 1 0 0,-1 0 0 0 0,0 0 0 0 0,1-1 0 0 0,-1 1 0 0 0,0 0-1 0 0,1 0 1 0 0,-1 0 0 0 0,0 0 0 0 0,1 0 0 0 0,-1 0 0 0 0,0 0-1 0 0,1 0 1 0 0,-1 0 0 0 0,22-4 52 0 0,12 2-13 0 0,0 2 0 0 0,43 5 0 0 0,25 2-475 0 0,184-12-4316 0 0,-161-1 1001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4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28 160 720 0 0,'0'-3'315'0'0,"-1"1"0"0"0,1-1 0 0 0,-1 1 0 0 0,0 0-1 0 0,0-1 1 0 0,0 1 0 0 0,0 0 0 0 0,0 0 0 0 0,-1 0 0 0 0,-2-4-1 0 0,3 5-205 0 0,0 0 0 0 0,-1-1 0 0 0,1 1 0 0 0,0-1 1 0 0,0 1-1 0 0,0-1 0 0 0,0 1 0 0 0,0-1 0 0 0,0 0 0 0 0,1 1 0 0 0,-1-1 0 0 0,1 0 0 0 0,-1 0 0 0 0,1 1 0 0 0,-1-1 0 0 0,1 0 0 0 0,0 0 0 0 0,0 0 0 0 0,0 0 0 0 0,0 1 0 0 0,0-1 0 0 0,0 0 0 0 0,1 0 0 0 0,-1 0 0 0 0,1 1 0 0 0,-1-1 0 0 0,1 0 0 0 0,0 0 0 0 0,-1 1 0 0 0,3-4 0 0 0,3-1-44 0 0,0-1 0 0 0,1 1-1 0 0,0 1 1 0 0,0-1-1 0 0,0 1 1 0 0,1 0-1 0 0,0 1 1 0 0,0 0-1 0 0,0 0 1 0 0,0 1-1 0 0,15-4 1 0 0,-10 3-97 0 0,1 1 0 0 0,-1 0 0 0 0,1 1 1 0 0,-1 1-1 0 0,1 0 0 0 0,0 1 0 0 0,14 2 1 0 0,-25-1 27 0 0,0 0-1 0 0,0-1 1 0 0,0 2 0 0 0,0-1 0 0 0,0 0 0 0 0,0 1 0 0 0,0-1-1 0 0,-1 1 1 0 0,1 0 0 0 0,-1 0 0 0 0,1 0 0 0 0,-1 0 0 0 0,0 0-1 0 0,0 1 1 0 0,0-1 0 0 0,0 1 0 0 0,0-1 0 0 0,-1 1-1 0 0,1 0 1 0 0,-1-1 0 0 0,1 1 0 0 0,-1 0 0 0 0,1 4 0 0 0,0-1-1 0 0,0-1 0 0 0,-1 1 0 0 0,0-1 0 0 0,0 1 0 0 0,0 0 0 0 0,-1-1 0 0 0,1 1 0 0 0,-1 0 0 0 0,-1-1 0 0 0,1 1 0 0 0,-2 6 0 0 0,0-6 9 0 0,-1-1 1 0 0,1 0 0 0 0,-1 0 0 0 0,0 0 0 0 0,-1-1-1 0 0,1 1 1 0 0,-1-1 0 0 0,0 0 0 0 0,-7 7 0 0 0,-1 0 27 0 0,12-9-11 0 0,-5 5-3 0 0,-20-13 103 0 0,24 4-112 0 0,0 0 0 0 0,0-1 0 0 0,0 1 0 0 0,0 0 0 0 0,1-1 0 0 0,-1 1 0 0 0,1-1-1 0 0,-1 1 1 0 0,1-1 0 0 0,0 1 0 0 0,0-1 0 0 0,0 1 0 0 0,0-1 0 0 0,0 0 0 0 0,2-3 0 0 0,-2-1 8 0 0,0 1-21 0 0,0 1 0 0 0,1-1 1 0 0,-1 0-1 0 0,1 1 0 0 0,0-1 1 0 0,1 0-1 0 0,-1 1 0 0 0,1-1 1 0 0,3-7-1 0 0,-3 10 1 0 0,0 1-1 0 0,0-1 1 0 0,0 0 0 0 0,0 1-1 0 0,1-1 1 0 0,-1 1 0 0 0,1-1-1 0 0,-1 1 1 0 0,1 0 0 0 0,0 0-1 0 0,0 1 1 0 0,0-1 0 0 0,0 0-1 0 0,0 1 1 0 0,0 0 0 0 0,4-2-1 0 0,2 1-3 0 0,0 0 0 0 0,1 0 0 0 0,-1 1 0 0 0,1 0-1 0 0,-1 0 1 0 0,1 1 0 0 0,-1 0 0 0 0,1 1-1 0 0,0 0 1 0 0,10 3 0 0 0,-17-3 10 0 0,0-1 0 0 0,1 1 0 0 0,-1 0 0 0 0,0 0 0 0 0,0 0 0 0 0,0 1 0 0 0,0-1 0 0 0,0 1 0 0 0,0 0 0 0 0,0-1 0 0 0,-1 1 0 0 0,1 0 0 0 0,-1 1 0 0 0,1-1 0 0 0,-1 0 0 0 0,0 1 0 0 0,0 0 0 0 0,0-1 0 0 0,0 1 0 0 0,0 0 0 0 0,-1 0 0 0 0,1 0 0 0 0,-1 0 0 0 0,0 0 0 0 0,0 0 0 0 0,0 0 0 0 0,0 1 0 0 0,0-1 0 0 0,-1 0 0 0 0,1 5 0 0 0,-1 51 224 0 0,0-58-222 0 0,0-1 0 0 0,0 1-1 0 0,0 0 1 0 0,0-1 0 0 0,-1 1 0 0 0,1 0 0 0 0,0-1 0 0 0,0 1 0 0 0,0 0 0 0 0,-1-1 0 0 0,1 1 0 0 0,0 0 0 0 0,-1-1 0 0 0,1 1 0 0 0,0-1 0 0 0,-1 1 0 0 0,1-1 0 0 0,-1 1 0 0 0,1-1 0 0 0,-1 1 0 0 0,1-1 0 0 0,-1 1 0 0 0,1-1 0 0 0,-1 0 0 0 0,0 1 0 0 0,1-1 0 0 0,-1 0 0 0 0,1 1 0 0 0,-1-1 0 0 0,0 0 0 0 0,1 0 0 0 0,-1 0 0 0 0,0 0 0 0 0,0 1 0 0 0,1-1 0 0 0,-1 0 0 0 0,0 0 0 0 0,1 0 0 0 0,-1-1 0 0 0,0 1 0 0 0,1 0 0 0 0,-1 0 0 0 0,-1-1 0 0 0,-1 1 29 0 0,-2 0 139 0 0,4-1-133 0 0,1-1-1 0 0,-1 1 0 0 0,1 0 0 0 0,-1-1 1 0 0,0 1-1 0 0,1 0 0 0 0,-1 0 1 0 0,0-1-1 0 0,0 1 0 0 0,0 0 0 0 0,0 0 1 0 0,0 0-1 0 0,0 0 0 0 0,0 0 0 0 0,-2-1 1 0 0,2 1-35 0 0,-1 0 1 0 0,1 1-1 0 0,0-1 1 0 0,0 0-1 0 0,0 0 1 0 0,0 1-1 0 0,0-1 1 0 0,0 0-1 0 0,0 0 1 0 0,0 0-1 0 0,0 0 1 0 0,1-1-1 0 0,-1 1 1 0 0,0 0-1 0 0,1 0 1 0 0,-1 0-1 0 0,1-1 1 0 0,-1 1-1 0 0,1 0 1 0 0,-1 0-1 0 0,1-1 1 0 0,0 1-1 0 0,0 0 1 0 0,0-1-1 0 0,0 1 1 0 0,0 0-1 0 0,0-1 1 0 0,0 1-1 0 0,0 0 1 0 0,0-1-1 0 0,1 1 1 0 0,-1 0-1 0 0,0-1 1 0 0,1 1-1 0 0,-1 0 1 0 0,1 0-1 0 0,0-1 1 0 0,-1 1-1 0 0,1 0 1 0 0,1-2-1 0 0,8-9 1 0 0,-1 0-5 0 0,0 0 0 0 0,1 0 0 0 0,1 1 1 0 0,0 0-1 0 0,17-12 0 0 0,-23 20 0 0 0,0 0 0 0 0,0 0-1 0 0,0 1 1 0 0,0-1 0 0 0,0 1-1 0 0,1 1 1 0 0,-1-1 0 0 0,1 1-1 0 0,-1 0 1 0 0,1 0 0 0 0,0 0-1 0 0,-1 1 1 0 0,1 0 0 0 0,0 0-1 0 0,0 1 1 0 0,-1-1 0 0 0,1 1-1 0 0,-1 0 1 0 0,11 4 0 0 0,-14-4 7 0 0,1 0 0 0 0,-1 0-1 0 0,0 1 1 0 0,0-1 0 0 0,0 1 0 0 0,1 0 0 0 0,-1-1 0 0 0,-1 1 0 0 0,1 0 0 0 0,0 0 0 0 0,0 0-1 0 0,-1 0 1 0 0,1 1 0 0 0,1 3 0 0 0,16 38 171 0 0,-14-31-116 0 0,0 25-50 0 0,-5-28-618 0 0,0-25-751 0 0,0 14 1235 0 0,0-1 0 0 0,1 1 0 0 0,-1 0 0 0 0,0 0 0 0 0,0 0 0 0 0,1-1 0 0 0,-1 1 0 0 0,1 0-1 0 0,-1 0 1 0 0,1 0 0 0 0,0 0 0 0 0,-1 0 0 0 0,1 0 0 0 0,0 0 0 0 0,0 0 0 0 0,0 0 0 0 0,0 0 0 0 0,0 0-1 0 0,0 1 1 0 0,0-1 0 0 0,0 0 0 0 0,2-1 0 0 0,5-4-802 0 0,2-14-1291 0 0,15-4 106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33 1681 0 0,'-61'69'4802'0'0,"31"-24"-2801"0"0,30-13-1841 0 0,0-20-160 0 0,30 1 160 0 0,-30-7-80 0 0,61-12 0 0 0,-31 1-80 0 0,0-3 80 0 0,0-4-80 0 0,-30-1 80 0 0,30 1-80 0 0,0-15 0 0 0,1 8 0 0 0,-1-6-320 0 0,-30-13-1041 0 0,30-6-2160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6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5362 0 0,'3'-31'3929'0'0,"-2"30"-3919"0"0,-1 0 0 0 0,1 1 1 0 0,0-1-1 0 0,0 0 0 0 0,-1 1 1 0 0,1-1-1 0 0,0 1 0 0 0,0-1 0 0 0,0 1 1 0 0,-1-1-1 0 0,1 1 0 0 0,0 0 1 0 0,0-1-1 0 0,0 1 0 0 0,0 0 0 0 0,0 0 1 0 0,0 0-1 0 0,0 0 0 0 0,0 0 1 0 0,0 0-1 0 0,0 0 0 0 0,0 0 0 0 0,1 0 1 0 0,3 0 135 0 0,-5 11 375 0 0,1 1-335 0 0,0 0 0 0 0,1 0 1 0 0,0 0-1 0 0,7 20 0 0 0,-5-20-95 0 0,-1 1 0 0 0,0-1 1 0 0,-1 1-1 0 0,1 24 0 0 0,-4 15 26 0 0,-1-32-79 0 0,2 0 0 0 0,0 0 0 0 0,1 0 0 0 0,6 31 0 0 0,4-20-78 0 0,-8-25-12 0 0,-1 0 1 0 0,1 0-1 0 0,-2 1 0 0 0,1-1 0 0 0,-1 0 1 0 0,0 1-1 0 0,1 8 0 0 0,-2 14-657 0 0,0-44-9707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1681 0 0,'0'0'2161'0'0,"0"-8"2481"0"0,30 8-3762 0 0,30 0-319 0 0,-29 8-401 0 0,29-8-320 0 0,0 6-881 0 0,1-6-1040 0 0,-1 0-480 0 0,0-6 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6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33 240 0 0,'11'-6'475'0'0,"1"1"0"0"0,0 1-1 0 0,0 0 1 0 0,0 0 0 0 0,0 1 0 0 0,1 1-1 0 0,-1 0 1 0 0,1 0 0 0 0,-1 1 0 0 0,14 1 0 0 0,-10 0-198 0 0,1 1 0 0 0,-1 0 0 0 0,0 1 1 0 0,0 1-1 0 0,0 1 0 0 0,26 8 0 0 0,-39-9-265 0 0,1-1 0 0 0,-1 1 1 0 0,0 0-1 0 0,0 0 0 0 0,0 0 0 0 0,0 1 0 0 0,-1-1 0 0 0,1 1 0 0 0,2 5 0 0 0,-2-4-13 0 0,-1-2 0 0 0,-1 1-1 0 0,0 0 0 0 0,1 0 1 0 0,-1 0-1 0 0,-1 0 0 0 0,1 0 0 0 0,-1 0 1 0 0,0 0-1 0 0,0 1 0 0 0,0-1 0 0 0,0 0 1 0 0,-2 6-1 0 0,1 9 11 0 0,-4-15 18 0 0,3-4-24 0 0,1-1 0 0 0,-1 1 1 0 0,0-1-1 0 0,0 1 0 0 0,1-1 1 0 0,-1 0-1 0 0,0 0 0 0 0,1 0 1 0 0,-1 0-1 0 0,1 0 0 0 0,0 0 1 0 0,-1-1-1 0 0,1 1 0 0 0,0 0 1 0 0,-1-1-1 0 0,1 1 0 0 0,0-1 1 0 0,0 1-1 0 0,-1-3 0 0 0,-23-24-3 0 0,20 25 0 0 0,1-1 0 0 0,-1-1 0 0 0,1 1 0 0 0,0-1 0 0 0,-6-9 0 0 0,8 11 0 0 0,0 0 0 0 0,0 0 0 0 0,0-1 0 0 0,-1 1 0 0 0,1 1 0 0 0,-1-1 0 0 0,0 0 0 0 0,0 1 0 0 0,0-1 0 0 0,0 1 0 0 0,-1 0 0 0 0,1 0 0 0 0,0 0 0 0 0,-1 0 0 0 0,0 1 0 0 0,1 0 0 0 0,-7-2 0 0 0,5 2 16 0 0,-1 1 0 0 0,1-1-1 0 0,-1 1 1 0 0,1 0 0 0 0,0 1-1 0 0,-1-1 1 0 0,1 1-1 0 0,-1 0 1 0 0,1 1 0 0 0,0-1-1 0 0,0 1 1 0 0,0 0 0 0 0,0 0-1 0 0,0 1 1 0 0,0-1 0 0 0,0 1-1 0 0,1 0 1 0 0,-1 1-1 0 0,1-1 1 0 0,0 1 0 0 0,0 0-1 0 0,0-1 1 0 0,1 2 0 0 0,-1-1-1 0 0,1 0 1 0 0,0 1-1 0 0,0 0 1 0 0,1-1 0 0 0,-1 1-1 0 0,1 0 1 0 0,0 0 0 0 0,1 1-1 0 0,-1-1 1 0 0,-1 9-1 0 0,4-10 4 0 0,-1 0-1 0 0,1 0 1 0 0,0 0-1 0 0,0 0 1 0 0,0 0-1 0 0,1 0 0 0 0,0 0 1 0 0,-1 0-1 0 0,1-1 1 0 0,0 1-1 0 0,1-1 0 0 0,-1 1 1 0 0,1-1-1 0 0,-1 0 1 0 0,1 0-1 0 0,0 0 1 0 0,0 0-1 0 0,0 0 0 0 0,1-1 1 0 0,-1 0-1 0 0,6 4 1 0 0,-1-2-23 0 0,0 1 1 0 0,0-2-1 0 0,1 1 1 0 0,-1-1-1 0 0,1 0 1 0 0,0-1-1 0 0,0 0 0 0 0,17 2 1 0 0,-17-4 8 0 0,64 1-892 0 0,-68-1 557 0 0,0 0 0 0 0,0-1 0 0 0,-1 1 0 0 0,1-1 0 0 0,0-1 0 0 0,-1 1 0 0 0,1 0 0 0 0,-1-1 0 0 0,1 0 0 0 0,-1 0 0 0 0,8-5 0 0 0,-7-7-1991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24 2241 0 0,'26'-4'1020'0'0,"-1"1"-1"0"0,1 1 1 0 0,0 1-1 0 0,26 3 1 0 0,59 0-529 0 0,-80-6-560 0 0,-37 2 72 0 0,-15-2 109 0 0,0 0 0 0 0,0 2 0 0 0,0 1 0 0 0,0 0 0 0 0,-1 2 0 0 0,1 0 0 0 0,0 1 0 0 0,-22 6 0 0 0,26-4-52 0 0,0 0 0 0 0,0 1 0 0 0,1 0 0 0 0,0 2 0 0 0,0 0 0 0 0,0 0 0 0 0,1 2-1 0 0,0 0 1 0 0,1 1 0 0 0,-21 17 0 0 0,32-24-52 0 0,0 0 0 0 0,0-1 0 0 0,1 1 1 0 0,-1 0-1 0 0,1 0 0 0 0,0 1 0 0 0,-1-1 0 0 0,2 0 0 0 0,-1 1 0 0 0,0-1 1 0 0,1 1-1 0 0,-1-1 0 0 0,1 1 0 0 0,-1 4 0 0 0,2-5 2 0 0,1 0-1 0 0,-1-1 0 0 0,0 1 1 0 0,1-1-1 0 0,-1 1 1 0 0,1-1-1 0 0,0 0 1 0 0,0 1-1 0 0,0-1 0 0 0,0 0 1 0 0,0 1-1 0 0,0-1 1 0 0,1 0-1 0 0,-1 0 1 0 0,1 0-1 0 0,0 0 0 0 0,-1 0 1 0 0,1-1-1 0 0,0 1 1 0 0,4 2-1 0 0,9 9-12 0 0,0-2 0 0 0,1 0 0 0 0,1-1-1 0 0,0 0 1 0 0,0-1 0 0 0,27 9 0 0 0,-37-16-194 0 0,1 0 0 0 0,-1 0 0 0 0,0 0 1 0 0,1-1-1 0 0,-1 0 0 0 0,1 0 0 0 0,-1 0 0 0 0,1-1 1 0 0,-1-1-1 0 0,1 1 0 0 0,-1-1 0 0 0,1-1 0 0 0,-1 1 0 0 0,0-1 1 0 0,1 0-1 0 0,-1-1 0 0 0,0 0 0 0 0,9-5 0 0 0,-15 8 102 0 0,-1-1-1 0 0,1 1 0 0 0,-1 0 0 0 0,0 0 0 0 0,1-1 1 0 0,-1 1-1 0 0,1 0 0 0 0,-1-1 0 0 0,0 1 1 0 0,1 0-1 0 0,-1-1 0 0 0,0 1 0 0 0,0-1 0 0 0,1 1 1 0 0,-1 0-1 0 0,0-1 0 0 0,0 1 0 0 0,0-1 0 0 0,0 1 1 0 0,1-1-1 0 0,-1 1 0 0 0,0-1 0 0 0,0 1 0 0 0,0-1 1 0 0,0 1-1 0 0,0-1 0 0 0,3-8-1186 0 0,23-3-599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8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5202 0 0,'-31'55'2562'0'0,"1"-8"-2402"0"0,60-17-481 0 0,-30-5 161 0 0,31-11-80 0 0,-1-20-960 0 0,0-13-2802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7 320 0 0,'0'0'68'0'0,"-1"0"0"0"0,1 0 0 0 0,0-1 0 0 0,0 1-1 0 0,0 0 1 0 0,0 0 0 0 0,0 0 0 0 0,0 0 0 0 0,0 0 0 0 0,0-1-1 0 0,0 1 1 0 0,0 0 0 0 0,-1 0 0 0 0,1 0 0 0 0,0 0 0 0 0,0-1-1 0 0,0 1 1 0 0,0 0 0 0 0,0 0 0 0 0,0 0 0 0 0,0 0 0 0 0,0-1-1 0 0,0 1 1 0 0,1 0 0 0 0,-1 0 0 0 0,0 0 0 0 0,0 0 0 0 0,0-1 0 0 0,0 1-1 0 0,0 0 1 0 0,0 0 0 0 0,0 0 0 0 0,0 0 0 0 0,0 0 0 0 0,0-1-1 0 0,0 1 1 0 0,1 0 0 0 0,-1 0 0 0 0,0 0 0 0 0,0 0 0 0 0,0 0-1 0 0,0 0 1 0 0,0 0 0 0 0,1 0 0 0 0,-1 0 0 0 0,0-1 0 0 0,0 1-1 0 0,0 0 1 0 0,0 0 0 0 0,1 0 0 0 0,-1 0 0 0 0,0 0 0 0 0,0 0 0 0 0,0 0-1 0 0,0 0 1 0 0,1 0 0 0 0,-1 0 0 0 0,0 0 0 0 0,0 0 0 0 0,0 0-1 0 0,0 0 1 0 0,1 0 0 0 0,-1 1 0 0 0,0-1 0 0 0,0 0 0 0 0,0 0-1 0 0,0 0 1 0 0,0 0 0 0 0,1 0 0 0 0,14 0 400 0 0,-1 0-1 0 0,1 1 1 0 0,0 1 0 0 0,15 4-1 0 0,-24-5-440 0 0,0 1-1 0 0,0 1 0 0 0,0-1 1 0 0,0 1-1 0 0,0 0 1 0 0,-1 0-1 0 0,1 1 0 0 0,-1 0 1 0 0,0 0-1 0 0,0 0 1 0 0,0 0-1 0 0,-1 1 0 0 0,6 6 1 0 0,17 24 200 0 0,31 57-1 0 0,-57-91-220 0 0,-1 0 0 0 0,1 1 0 0 0,-1-1 0 0 0,0 0 0 0 0,0 0 0 0 0,1 0 0 0 0,-1 0 0 0 0,0 0 0 0 0,0 0 0 0 0,0 0-1 0 0,0 0 1 0 0,0 0 0 0 0,0 1 0 0 0,0-1 0 0 0,-1 0 0 0 0,1 0 0 0 0,0 0 0 0 0,-1 0 0 0 0,1 0 0 0 0,0 0 0 0 0,-1 0 0 0 0,0 0-1 0 0,1 0 1 0 0,-1 0 0 0 0,1 0 0 0 0,-1 0 0 0 0,0-1 0 0 0,0 1 0 0 0,1 0 0 0 0,-1 0 0 0 0,0-1 0 0 0,0 1 0 0 0,0 0 0 0 0,0-1-1 0 0,0 1 1 0 0,0-1 0 0 0,0 1 0 0 0,0-1 0 0 0,0 0 0 0 0,0 1 0 0 0,-2-1 0 0 0,2 1-1 0 0,-4-6 177 0 0,0-1-124 0 0,-62-33 216 0 0,42 23-164 0 0,-49-23 0 0 0,66 36-68 0 0,0 1 1 0 0,0-1-1 0 0,0 2 1 0 0,0-1 0 0 0,0 1-1 0 0,0 0 1 0 0,0 1 0 0 0,-1-1-1 0 0,1 2 1 0 0,0-1 0 0 0,-15 4-1 0 0,21-3-30 0 0,-1-1 0 0 0,1 1 0 0 0,0 0 0 0 0,-1 0 0 0 0,1 0 0 0 0,0 0 0 0 0,0 1 0 0 0,0-1 0 0 0,0 0 0 0 0,0 1-1 0 0,0 0 1 0 0,0-1 0 0 0,0 1 0 0 0,1 0 0 0 0,-1 0 0 0 0,1 0 0 0 0,-1 0 0 0 0,1 0 0 0 0,0 0 0 0 0,0 1 0 0 0,0-1 0 0 0,0 0-1 0 0,0 1 1 0 0,0-1 0 0 0,1 0 0 0 0,-1 1 0 0 0,1-1 0 0 0,0 1 0 0 0,-1-1 0 0 0,1 1 0 0 0,0-1 0 0 0,1 1 0 0 0,-1-1 0 0 0,0 1-1 0 0,1-1 1 0 0,-1 0 0 0 0,1 1 0 0 0,0-1 0 0 0,0 1 0 0 0,1 2 0 0 0,1 1-47 0 0,0 0-1 0 0,0 0 1 0 0,0 0 0 0 0,1 0-1 0 0,0-1 1 0 0,0 1 0 0 0,0-1 0 0 0,1 0-1 0 0,-1 0 1 0 0,1 0 0 0 0,1-1-1 0 0,-1 0 1 0 0,1 0 0 0 0,-1 0-1 0 0,1-1 1 0 0,0 1 0 0 0,0-1-1 0 0,1-1 1 0 0,-1 1 0 0 0,1-1-1 0 0,-1-1 1 0 0,1 1 0 0 0,-1-1 0 0 0,1 0-1 0 0,0 0 1 0 0,0-1 0 0 0,0 0-1 0 0,-1 0 1 0 0,1-1 0 0 0,0 1-1 0 0,0-2 1 0 0,-1 1 0 0 0,13-5-1 0 0,-15 5-204 0 0,0 0 0 0 0,0-1 0 0 0,-1 1 0 0 0,1-1 0 0 0,-1 0 0 0 0,1 0 0 0 0,-1 0 0 0 0,0-1-1 0 0,0 1 1 0 0,0-1 0 0 0,0 0 0 0 0,0 0 0 0 0,0 0 0 0 0,-1 0 0 0 0,0 0 0 0 0,1 0 0 0 0,-1-1-1 0 0,0 1 1 0 0,-1-1 0 0 0,1 0 0 0 0,-1 1 0 0 0,2-5 0 0 0,22-36-2695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9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7 240 0 0,'30'0'1921'0'0,"-30"-6"-80"0"0,30 6-401 0 0,31 6-399 0 0,-31-6-401 0 0,30 0-640 0 0,25 0-1200 0 0,-25 0-721 0 0,31 0-400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39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0 2081 0 0,'-10'3'880'0'0,"1"1"0"0"0,-1 0 1 0 0,1 1-1 0 0,0 0 0 0 0,-17 12 0 0 0,8-4-443 0 0,1 1 0 0 0,0 1 1 0 0,-23 26-1 0 0,22-6 29 0 0,16-31-423 0 0,1 0-1 0 0,-1 0 1 0 0,1-1-1 0 0,-1 1 1 0 0,0-1-1 0 0,0 1 1 0 0,-1-1-1 0 0,1 0 1 0 0,-1 1-1 0 0,-4 3 1 0 0,-13 10 169 0 0,15-14-167 0 0,0 1 0 0 0,0-1 0 0 0,1 1 0 0 0,-1 0 1 0 0,1 0-1 0 0,0 1 0 0 0,0-1 0 0 0,0 1 0 0 0,1 0 0 0 0,0 0 1 0 0,0 0-1 0 0,0 1 0 0 0,1-1 0 0 0,-1 0 0 0 0,1 1 0 0 0,0 0 0 0 0,1 0 1 0 0,0-1-1 0 0,0 1 0 0 0,-1 7 0 0 0,3-9-32 0 0,0-1-1 0 0,-1 1 1 0 0,2 0 0 0 0,-1-1-1 0 0,0 1 1 0 0,1-1 0 0 0,0 1-1 0 0,-1-1 1 0 0,1 0-1 0 0,1 1 1 0 0,-1-1 0 0 0,0 0-1 0 0,1-1 1 0 0,-1 1 0 0 0,1 0-1 0 0,0-1 1 0 0,0 1-1 0 0,0-1 1 0 0,0 0 0 0 0,1 0-1 0 0,-1 0 1 0 0,0 0 0 0 0,1-1-1 0 0,0 0 1 0 0,5 2-1 0 0,9 3-13 0 0,0 0-1 0 0,0-1 1 0 0,1-2-1 0 0,27 3 0 0 0,-25-4-32 0 0,1-2-1 0 0,-1 0 0 0 0,0-2 1 0 0,27-4-1 0 0,-36 3 22 0 0,0 1-1 0 0,-1-2 1 0 0,1 1 0 0 0,-1-2-1 0 0,1 0 1 0 0,-1 0 0 0 0,-1-1-1 0 0,1 0 1 0 0,15-12-1 0 0,-21 14 26 0 0,0-1 0 0 0,0 0-1 0 0,0 0 1 0 0,-1-1 0 0 0,0 1 0 0 0,0-1-1 0 0,0 0 1 0 0,-1 0 0 0 0,0 0-1 0 0,0 0 1 0 0,0-1 0 0 0,-1 1-1 0 0,0-1 1 0 0,0 0 0 0 0,-1 0-1 0 0,0 1 1 0 0,0-1 0 0 0,-1 0-1 0 0,1 0 1 0 0,-2 0 0 0 0,1 0-1 0 0,-1 0 1 0 0,0 0 0 0 0,0 0-1 0 0,-1 1 1 0 0,1-1 0 0 0,-2 0-1 0 0,1 1 1 0 0,-1 0 0 0 0,0-1-1 0 0,-7-10 1 0 0,6 12-4 0 0,1 0 0 0 0,-2 0 0 0 0,1 1 0 0 0,0 0 0 0 0,-1-1 0 0 0,0 1 0 0 0,0 1 0 0 0,0-1 0 0 0,0 1 0 0 0,-1 0 0 0 0,1 0 0 0 0,-1 0 0 0 0,0 1 0 0 0,0 0 0 0 0,0 0 0 0 0,0 0 0 0 0,-12-1 0 0 0,2 0-5 0 0,-39-9-624 0 0,-1 3 1 0 0,0 3 0 0 0,0 1 0 0 0,-65 5 0 0 0,108 0 386 0 0,-138 0-4248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54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89 2001 0 0,'-5'0'1974'0'0,"-15"0"-520"0"0,15 0-520 0 0,5 0-913 0 0,0 0 0 0 0,0 0 0 0 0,0 0 1 0 0,0 1-1 0 0,0-1 0 0 0,0 0 0 0 0,-1 0 0 0 0,1 0 0 0 0,0 0 0 0 0,0 0 1 0 0,0 1-1 0 0,0-1 0 0 0,0 0 0 0 0,0 0 0 0 0,0 0 0 0 0,0 0 1 0 0,0 1-1 0 0,0-1 0 0 0,0 0 0 0 0,0 0 0 0 0,0 0 0 0 0,0 0 0 0 0,0 1 1 0 0,0-1-1 0 0,0 0 0 0 0,0 0 0 0 0,0 0 0 0 0,0 0 0 0 0,0 1 0 0 0,1-1 1 0 0,-1 0-1 0 0,0 0 0 0 0,0 0 0 0 0,0 0 0 0 0,0 0 0 0 0,0 0 1 0 0,0 1-1 0 0,0-1 0 0 0,0 0 0 0 0,1 0 0 0 0,-1 0 0 0 0,0 0 0 0 0,0 0 1 0 0,0 0-1 0 0,0 0 0 0 0,1 0 0 0 0,-1 0 0 0 0,0 0 0 0 0,0 1 1 0 0,0-1-1 0 0,0 0 0 0 0,0 0 0 0 0,1 0 0 0 0,-1 0 0 0 0,0 0 0 0 0,0 0 1 0 0,0 0-1 0 0,0 0 0 0 0,1 0 0 0 0,-1-1 0 0 0,0 1 0 0 0,0 0 1 0 0,0 0-1 0 0,0 0 0 0 0,1 0 0 0 0,-1 0 0 0 0,0 0 0 0 0,0 0 0 0 0,0 0 1 0 0,20 0 311 0 0,-20 0-301 0 0,0 0 0 0 0,0 0 1 0 0,0 0-1 0 0,-1 0 0 0 0,1-1 0 0 0,0 1 0 0 0,0 0 0 0 0,-1 0 1 0 0,1 0-1 0 0,0 0 0 0 0,0 0 0 0 0,0 0 0 0 0,-1 0 0 0 0,1-1 1 0 0,0 1-1 0 0,0 0 0 0 0,0 0 0 0 0,0 0 0 0 0,-1 0 1 0 0,1-1-1 0 0,0 1 0 0 0,0 0 0 0 0,0 0 0 0 0,0 0 0 0 0,0-1 1 0 0,0 1-1 0 0,0 0 0 0 0,0 0 0 0 0,0 0 0 0 0,0-1 0 0 0,-1 1 1 0 0,1 0-1 0 0,0 0 0 0 0,0-1 0 0 0,0 1 0 0 0,0 0 0 0 0,0 0 1 0 0,1-1-1 0 0,-1 1 0 0 0,0 0 0 0 0,0 0 0 0 0,0 0 0 0 0,0-1 1 0 0,0 1-1 0 0,0 0 0 0 0,0 0 0 0 0,0 0 0 0 0,0-1 0 0 0,1 1 1 0 0,-1 0-1 0 0,0 0 0 0 0,0 0 0 0 0,0-1 0 0 0,0 1 1 0 0,1 0-1 0 0,-1 0 0 0 0,0 0 0 0 0,0 0 0 0 0,0 0 0 0 0,1 0 1 0 0,-1 0-1 0 0,0-1 0 0 0,0 1 0 0 0,0 0 0 0 0,1 0 0 0 0,-1 0 1 0 0,0 0-1 0 0,-20-1 755 0 0,16-2 282 0 0,5-11 8007 0 0,2 12-8856 0 0,215-14 621 0 0,-145 8-562 0 0,315-12 1322 0 0,-118 6-801 0 0,-28 14-306 0 0,-122-1 53 0 0,21 7-107 0 0,20 1-67 0 0,7 1 74 0 0,-161-8-413 0 0,215 2 507 0 0,215-4 372 0 0,-320 0-648 0 0,-51 2 43 0 0,88-12-1 0 0,-14 1-160 0 0,-135 11-721 0 0,-10 0-1040 0 0,-181 5-16034 0 0,45-5 7950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5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453 113 1040 0 0,'-1'-2'188'0'0,"0"0"0"0"0,0 0 0 0 0,0 0 0 0 0,0 0 0 0 0,0 1 0 0 0,-1-1 0 0 0,1 0 0 0 0,0 1 0 0 0,-1-1 0 0 0,0 1-1 0 0,1-1 1 0 0,-1 1 0 0 0,0 0 0 0 0,0-1 0 0 0,0 1 0 0 0,0 0 0 0 0,0 0 0 0 0,0 1 0 0 0,0-1 0 0 0,-3-1 0 0 0,-54-17 1508 0 0,-16 2-678 0 0,-90-7-1 0 0,138 20-851 0 0,-64-3-1300 0 0,91-3-4028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5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1 1281 0 0,'0'0'25'0'0,"0"0"1"0"0,-1 0-1 0 0,1 0 1 0 0,0 0-1 0 0,0 1 1 0 0,0-1-1 0 0,0 0 1 0 0,0 0-1 0 0,0 0 1 0 0,0 0-1 0 0,0 0 1 0 0,0 0 0 0 0,0 1-1 0 0,0-1 1 0 0,0 0-1 0 0,0 0 1 0 0,0 0-1 0 0,0 0 1 0 0,0 0-1 0 0,0 1 1 0 0,0-1-1 0 0,0 0 1 0 0,0 0-1 0 0,0 0 1 0 0,0 0 0 0 0,0 0-1 0 0,0 0 1 0 0,0 1-1 0 0,0-1 1 0 0,0 0-1 0 0,0 0 1 0 0,0 0-1 0 0,0 0 1 0 0,0 0-1 0 0,0 0 1 0 0,1 1-1 0 0,-1-1 1 0 0,0 0-1 0 0,0 0 1 0 0,0 0 0 0 0,0 0-1 0 0,0 0 1 0 0,0 0-1 0 0,0 0 1 0 0,1 0-1 0 0,-1 0 1 0 0,0 0-1 0 0,0 0 1 0 0,0 0-1 0 0,0 0 1 0 0,0 0-1 0 0,0 0 1 0 0,1 0 0 0 0,-1 0-1 0 0,0 0 1 0 0,0 0-1 0 0,0 0 1 0 0,0 0-1 0 0,0 0 1 0 0,1 0-1 0 0,-1 0 1 0 0,0 0-1 0 0,0 0 1 0 0,0 0-1 0 0,0 0 1 0 0,0 0-1 0 0,0 0 1 0 0,1 0 0 0 0,-1 0-1 0 0,13 2 1136 0 0,-26-3-654 0 0,9 1 106 0 0,-1 0-359 0 0,-15 0-14 0 0,15 2 81 0 0,0 3-15 0 0,-51 0 312 0 0,48-6-529 0 0,0 1 1 0 0,1 1-1 0 0,-1-1 0 0 0,1 1 1 0 0,-1 0-1 0 0,1 1 0 0 0,-1 0 0 0 0,1 0 1 0 0,0 1-1 0 0,-13 6 0 0 0,-37 19 239 0 0,46-24-213 0 0,0 1 0 0 0,0 1 1 0 0,0 0-1 0 0,0 0 0 0 0,1 1 0 0 0,-14 13 0 0 0,11-10 21 0 0,1 0-1 0 0,-2-1 1 0 0,1 0-1 0 0,-1-1 1 0 0,-1 0-1 0 0,-15 5 1 0 0,-10 6 102 0 0,-7-6-71 0 0,38-12-187 0 0,4 0-193 0 0,0-3-401 0 0,4 2 567 0 0,1 0-1 0 0,-1 0 1 0 0,0 0 0 0 0,0-1 0 0 0,0 1-1 0 0,0 0 1 0 0,0-1 0 0 0,0 1-1 0 0,0 0 1 0 0,1-1 0 0 0,-1 1-1 0 0,0-1 1 0 0,0 1 0 0 0,1-1-1 0 0,-1 0 1 0 0,0 1 0 0 0,1-1-1 0 0,-1 0 1 0 0,0 1 0 0 0,1-1 0 0 0,-1 0-1 0 0,1 0 1 0 0,-1 0 0 0 0,1 1-1 0 0,0-1 1 0 0,-1-2 0 0 0,19-21-1782 0 0,-12 18 1494 0 0,25-34-2493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1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1841 0 0,'11'9'8680'0'0,"37"4"-5671"0"0,49 3-3080 0 0,44-3 1165 0 0,-102-13-621 0 0,1-2 0 0 0,46-8 0 0 0,-16 2-37 0 0,19-4 317 0 0,-68 8-493 0 0,1 0 0 0 0,32 0 1 0 0,163-9 846 0 0,-78 15-720 0 0,128-3 266 0 0,-76 2 139 0 0,-75 3-317 0 0,-89-3-350 0 0,-1 1-1 0 0,39 8 0 0 0,-40-5 130 0 0,0-1 0 0 0,48 1-1 0 0,-23 0 67 0 0,70-5 334 0 0,-114 0-454 0 0,-7-3-494 0 0,1 0 161 0 0,-1 0-1 0 0,1 0 1 0 0,-1 0-1 0 0,0 0 0 0 0,0 0 1 0 0,0 0-1 0 0,-1 0 1 0 0,1 0-1 0 0,-1 1 0 0 0,1-1 1 0 0,-1 0-1 0 0,0 1 0 0 0,0 0 1 0 0,0-1-1 0 0,0 1 1 0 0,-1 0-1 0 0,1 0 0 0 0,0 0 1 0 0,-1 0-1 0 0,0 0 0 0 0,1 1 1 0 0,-1-1-1 0 0,-4-1 1 0 0,-2-2-155 0 0,2-3-287 0 0,13 7 1252 0 0,-5 1-326 0 0,3 0-202 0 0,-3 0-117 0 0,-1 0 1 0 0,1 0-1 0 0,0-1 0 0 0,-1 1 1 0 0,1 0-1 0 0,0 0 0 0 0,-1 0 1 0 0,1 0-1 0 0,0 0 0 0 0,-1 0 1 0 0,1 0-1 0 0,0 0 0 0 0,-1 0 1 0 0,1 0-1 0 0,-1 1 0 0 0,1-1 1 0 0,0 0-1 0 0,-1 0 1 0 0,1 1-1 0 0,0-1 0 0 0,-1 0 1 0 0,1 1-1 0 0,-1-1 0 0 0,1 0 1 0 0,-1 1-1 0 0,1-1 0 0 0,-1 1 1 0 0,1-1-1 0 0,-1 1 0 0 0,0-1 1 0 0,1 1-1 0 0,-1-1 0 0 0,1 1 1 0 0,-1-1-1 0 0,0 1 1 0 0,0 0-1 0 0,1-1 0 0 0,-1 1 1 0 0,0 0-1 0 0,0-1 0 0 0,0 2 1 0 0,0-1 100 0 0,-5-1-1293 0 0,-20 0-1708 0 0,25 19-13793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89 1841 0 0,'0'0'1467'0'0,"-5"0"-280"0"0,-12 0 56 0 0,39 0 1263 0 0,-22 0-2485 0 0,0 0-1 0 0,0-1 1 0 0,1 1 0 0 0,-1 0 0 0 0,0 0-1 0 0,0-1 1 0 0,0 1 0 0 0,0 0 0 0 0,0-1 0 0 0,0 1-1 0 0,0 0 1 0 0,0-1 0 0 0,0 1 0 0 0,0-1 0 0 0,0 1-1 0 0,0 0 1 0 0,0-1 0 0 0,0 1 0 0 0,0 0-1 0 0,0 0 1 0 0,0-1 0 0 0,-1 1 0 0 0,1 0 0 0 0,0-1-1 0 0,0 1 1 0 0,0 0 0 0 0,0-1 0 0 0,-1 1 0 0 0,1 0-1 0 0,0 0 1 0 0,0-1 0 0 0,-1 1 0 0 0,1 0-1 0 0,0 0 1 0 0,0 0 0 0 0,-1-1 0 0 0,1 1 0 0 0,0 0-1 0 0,-1 0 1 0 0,1 0 0 0 0,0 0 0 0 0,-1-1 0 0 0,-8-2 116 0 0,1 0 1 0 0,-1 0-1 0 0,0 0 1 0 0,-12-1 0 0 0,-44-13 761 0 0,37 7-384 0 0,-1 1 0 0 0,0 2 0 0 0,-1 0 0 0 0,-49-3-1 0 0,74 10-687 0 0,9 0-3906 0 0,5 0 2252 0 0,3 1 743 0 0,-2-2-1490 0 0,15 1 133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386 154 1681 0 0,'-25'0'1614'0'0,"20"0"574"0"0,5 0-2159 0 0,1 0 1 0 0,-1-1-1 0 0,0 1 1 0 0,0 0-1 0 0,0 0 1 0 0,0 0 0 0 0,0-1-1 0 0,0 1 1 0 0,0 0-1 0 0,0 0 1 0 0,0 0 0 0 0,0-1-1 0 0,0 1 1 0 0,1 0-1 0 0,-1 0 1 0 0,0-1 0 0 0,0 1-1 0 0,-1 0 1 0 0,1 0-1 0 0,0-1 1 0 0,0 1-1 0 0,0 0 1 0 0,0 0 0 0 0,0 0-1 0 0,0-1 1 0 0,0 1-1 0 0,0 0 1 0 0,0 0 0 0 0,0 0-1 0 0,-1-1 1 0 0,1 1-1 0 0,0 0 1 0 0,0 0 0 0 0,0 0-1 0 0,0 0 1 0 0,-1-1-1 0 0,1 1 1 0 0,0 0-1 0 0,0 0 1 0 0,0 0 0 0 0,-1 0-1 0 0,1 0 1 0 0,0 0-1 0 0,0 0 1 0 0,0-1 0 0 0,-1 1-1 0 0,1 0 1 0 0,0 0-1 0 0,0 0 1 0 0,-1 0 0 0 0,1 0-1 0 0,0 0 1 0 0,0 0-1 0 0,-1 0 1 0 0,-6-1 72 0 0,3 1-42 0 0,0-1 0 0 0,0 0 0 0 0,0 0 0 0 0,0 0 0 0 0,0 0-1 0 0,0-1 1 0 0,0 0 0 0 0,1 0 0 0 0,-1 0 0 0 0,0 0 0 0 0,1 0-1 0 0,-4-4 1 0 0,3 3-37 0 0,0 1 1 0 0,0-1-1 0 0,-1 1 0 0 0,1-1 0 0 0,0 1 0 0 0,-1 0 0 0 0,1 1 0 0 0,-1-1 0 0 0,0 1 0 0 0,0 0 0 0 0,-8-1 0 0 0,-41-12 194 0 0,36 7-173 0 0,-1 0 1 0 0,-28-5-1 0 0,42 10-157 0 0,0 1 0 0 0,1-1 0 0 0,-1 1 0 0 0,1-2 0 0 0,0 1 0 0 0,0 0 0 0 0,-7-5 0 0 0,-8-4-637 0 0,13 8 244 0 0,4 3 353 0 0,1 0-1 0 0,0 0 1 0 0,0 0 0 0 0,0-1-1 0 0,0 1 1 0 0,-1-1-1 0 0,1 1 1 0 0,0 0-1 0 0,0-1 1 0 0,0 0-1 0 0,0 1 1 0 0,0-1 0 0 0,0 0-1 0 0,0 1 1 0 0,0-1-1 0 0,1 0 1 0 0,-1 0-1 0 0,0 0 1 0 0,0 0-1 0 0,1 0 1 0 0,-1 0-1 0 0,0 0 1 0 0,0-2 0 0 0,1-3-2222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3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327 120 80 0 0,'-6'-7'5176'0'0,"-14"-1"-4796"0"0,10 4 760 0 0,-105-33 781 0 0,-5-2-1134 0 0,104 36-1048 0 0,-10-1 550 0 0,25 4-514 0 0,1 0 1 0 0,-1-1-1 0 0,0 1 1 0 0,1 0 0 0 0,-1 0-1 0 0,1 0 1 0 0,-1-1-1 0 0,0 1 1 0 0,1 0 0 0 0,-1-1-1 0 0,1 1 1 0 0,-1 0-1 0 0,1-1 1 0 0,-1 1-1 0 0,1-1 1 0 0,-1 1 0 0 0,1-1-1 0 0,-1 1 1 0 0,1-1-1 0 0,0 1 1 0 0,-1-1 0 0 0,1 0-1 0 0,0 1 1 0 0,-1-1-1 0 0,1 1 1 0 0,0-1 0 0 0,0-1-1 0 0,0-2-1882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0 880 0 0,'0'0'3402'0'0,"0"0"-3377"0"0,0 0 1 0 0,0 0 0 0 0,0 0-1 0 0,0 1 1 0 0,0-1-1 0 0,0 0 1 0 0,0 0-1 0 0,1 0 1 0 0,-1 0-1 0 0,0 1 1 0 0,0-1-1 0 0,0 0 1 0 0,0 0-1 0 0,0 0 1 0 0,0 0 0 0 0,0 0-1 0 0,0 1 1 0 0,0-1-1 0 0,0 0 1 0 0,0 0-1 0 0,0 0 1 0 0,0 0-1 0 0,0 1 1 0 0,0-1-1 0 0,0 0 1 0 0,0 0-1 0 0,0 0 1 0 0,0 0-1 0 0,-1 1 1 0 0,1-1 0 0 0,0 0-1 0 0,0 0 1 0 0,0 0-1 0 0,0 0 1 0 0,0 0-1 0 0,0 1 1 0 0,0-1-1 0 0,0 0 1 0 0,-1 0-1 0 0,1 0 1 0 0,0 0-1 0 0,0 0 1 0 0,0 0 0 0 0,0 0-1 0 0,0 0 1 0 0,-1 0-1 0 0,1 0 1 0 0,0 1-1 0 0,0-1 1 0 0,0 0-1 0 0,0 0 1 0 0,-1 0-1 0 0,1 0 1 0 0,0 0-1 0 0,0 0 1 0 0,0 0-1 0 0,0 0 1 0 0,-1 0 0 0 0,1 0-1 0 0,0 0 1 0 0,0-1-1 0 0,0 1 1 0 0,0 0-1 0 0,-1 0 1 0 0,1 0-1 0 0,0 0 1 0 0,0 0-1 0 0,0 0 1 0 0,0 0-1 0 0,-5 0 118 0 0,0 1-1 0 0,0-1 0 0 0,1 1 0 0 0,-1 0 0 0 0,0 1 1 0 0,1-1-1 0 0,-1 1 0 0 0,1 0 0 0 0,-1 0 1 0 0,1 0-1 0 0,0 1 0 0 0,-4 3 0 0 0,-52 46 890 0 0,-6 6-1348 0 0,61-54 107 0 0,-1 0 0 0 0,-1-1 0 0 0,1 1 0 0 0,0-1 0 0 0,-1 0 1 0 0,1-1-1 0 0,-1 0 0 0 0,0 0 0 0 0,0 0 0 0 0,-7 0 0 0 0,-16-1-2525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358 191 1441 0 0,'0'-1'97'0'0,"1"0"1"0"0,-1 0-1 0 0,0 0 1 0 0,0 0-1 0 0,0 0 1 0 0,0 0-1 0 0,0 0 1 0 0,0 0-1 0 0,0 0 1 0 0,-1 0-1 0 0,1 0 1 0 0,0 0-1 0 0,0 0 1 0 0,-1 1-1 0 0,1-1 1 0 0,-1 0-1 0 0,1 0 1 0 0,-1 0-1 0 0,1 0 1 0 0,-1 0-1 0 0,1 1 1 0 0,-1-1-1 0 0,0 0 1 0 0,0 0-1 0 0,1 1 1 0 0,-1-1-1 0 0,0 1 1 0 0,0-1-1 0 0,0 1 1 0 0,1-1 0 0 0,-1 1-1 0 0,0-1 1 0 0,0 1-1 0 0,0 0 1 0 0,-2-1-1 0 0,-4-2 181 0 0,-8-1 193 0 0,0 1-1 0 0,0 1 1 0 0,-20-1-1 0 0,-16-3-298 0 0,-4 5 2 0 0,45 2-151 0 0,0-1 1 0 0,0-1 0 0 0,1 1-1 0 0,-1-1 1 0 0,-10-3 0 0 0,3 1-6 0 0,-37-2 369 0 0,49 5-307 0 0,4 1 48 0 0,7 3-83 0 0,61 8 378 0 0,0-2-1 0 0,90 1 0 0 0,320-30 1259 0 0,-150 32-961 0 0,-76-21-306 0 0,-166 2-93 0 0,151-7 1105 0 0,-60 21-692 0 0,-171-8-254 0 0,-4 0-468 0 0,-1 0 0 0 0,0 0 0 0 0,0 0 0 0 0,0-1 0 0 0,0 1 0 0 0,0 0 0 0 0,0 0 0 0 0,0 0 0 0 0,0-1 0 0 0,1 1 0 0 0,-1 0 0 0 0,0 0 0 0 0,0 0 0 0 0,0-1 0 0 0,0 1 0 0 0,0 0 0 0 0,0 0 0 0 0,0 0 0 0 0,0-1 0 0 0,0 1 0 0 0,0 0 0 0 0,0 0 0 0 0,0 0 0 0 0,-1-1 0 0 0,1 1 0 0 0,0 0 0 0 0,0 0 0 0 0,0 0 0 0 0,0-1 1 0 0,0 1-1 0 0,0 0 0 0 0,0 0 0 0 0,0 0 0 0 0,-1 0 0 0 0,1-1 0 0 0,0 1 0 0 0,0 0 0 0 0,0 0 0 0 0,0 0 0 0 0,-1 0 0 0 0,1 0 0 0 0,0 0 0 0 0,0 0 0 0 0,0 0 0 0 0,0-1 0 0 0,-1 1 0 0 0,1 0 0 0 0,0 0 0 0 0,0 0 0 0 0,0 0 0 0 0,-1 0 0 0 0,1 0 0 0 0,0 0 0 0 0,0 0 0 0 0,-1 0 0 0 0,1 0 0 0 0,0 0 0 0 0,0 0 0 0 0,-1 0 0 0 0,1 1 61 0 0,-1-1-28 0 0,0 0 0 0 0,0 0 0 0 0,0 0 0 0 0,0 1 0 0 0,0-1 0 0 0,0 0 0 0 0,0 0 0 0 0,0 0 1 0 0,0 0-1 0 0,0-1 0 0 0,0 1 0 0 0,0 0 0 0 0,0 0 0 0 0,0-1 0 0 0,0 1 0 0 0,0 0 0 0 0,0-1 0 0 0,0 1 1 0 0,1-1-1 0 0,-1 1 0 0 0,0-1 0 0 0,0 0 0 0 0,0 1 0 0 0,-1-2 0 0 0,1 1 10 0 0,0 0-1 0 0,0 0 1 0 0,0 0 0 0 0,0 0-1 0 0,0 0 1 0 0,0 0-1 0 0,0 0 1 0 0,-1 1-1 0 0,1-1 1 0 0,0 0 0 0 0,-1 1-1 0 0,1-1 1 0 0,0 1-1 0 0,-1-1 1 0 0,-1 1-1 0 0,-1-1 100 0 0,-10-11 394 0 0,12 11-521 0 0,0 0-1 0 0,1-1 1 0 0,-1 1-1 0 0,0 0 1 0 0,0 0 0 0 0,0 0-1 0 0,0 0 1 0 0,0 0 0 0 0,0 0-1 0 0,0 1 1 0 0,-3-1-1 0 0,-195-57 695 0 0,177 51-1060 0 0,-52-13-232 0 0,27 16-6083 0 0,157 16-1816 0 0,-78-5 6109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05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0 960 0 0,'-5'2'1708'0'0,"1"-2"-1242"0"0,3 0-370 0 0,0 0 1 0 0,0 0 0 0 0,0 0-1 0 0,1 0 1 0 0,-1 0 0 0 0,0 1-1 0 0,0-1 1 0 0,0 0-1 0 0,0 0 1 0 0,1 0 0 0 0,-1 1-1 0 0,0-1 1 0 0,0 1 0 0 0,0-1-1 0 0,1 1 1 0 0,-1-1 0 0 0,0 1-1 0 0,1-1 1 0 0,-1 1 0 0 0,0-1-1 0 0,1 1 1 0 0,-1 0-1 0 0,1-1 1 0 0,-1 1 0 0 0,1 0-1 0 0,-1-1 1 0 0,1 1 0 0 0,0 0-1 0 0,-1 0 1 0 0,1 0 0 0 0,0-1-1 0 0,-1 3 1 0 0,-4-3 370 0 0,-1 1-240 0 0,0-1-1 0 0,0 0 1 0 0,0 1 0 0 0,0 0 0 0 0,0 1 0 0 0,1-1-1 0 0,-8 4 1 0 0,11-4-179 0 0,0-1 0 0 0,0 1-1 0 0,0 0 1 0 0,0 0 0 0 0,1 0-1 0 0,-1 1 1 0 0,1-1 0 0 0,-1 0-1 0 0,1 1 1 0 0,-1-1 0 0 0,1 1 0 0 0,0-1-1 0 0,-1 1 1 0 0,1 0 0 0 0,0-1-1 0 0,0 1 1 0 0,0 0 0 0 0,0 0 0 0 0,1 0-1 0 0,-1-1 1 0 0,0 1 0 0 0,1 0-1 0 0,0 0 1 0 0,-1 0 0 0 0,1 4 0 0 0,-1-2-11 0 0,1 0 0 0 0,-1 1 0 0 0,0-1 0 0 0,0 0 0 0 0,0-1 0 0 0,-1 1 0 0 0,0 0 0 0 0,1 0 0 0 0,-1-1 0 0 0,0 1 0 0 0,-1-1 0 0 0,1 1 0 0 0,-1-1 0 0 0,1 0 0 0 0,-1 0 0 0 0,-4 3 0 0 0,-15 21 54 0 0,4-4-12 0 0,16-22-82 0 0,1 0 0 0 0,0 0 0 0 0,-1 1 0 0 0,1-1 0 0 0,0 0 1 0 0,0 1-1 0 0,0-1 0 0 0,0 1 0 0 0,0 0 0 0 0,0-1 0 0 0,0 1 0 0 0,1 0 0 0 0,-1-1 0 0 0,1 1 0 0 0,-1 0 0 0 0,1 0 0 0 0,-1 1 1 0 0,1-2-34 0 0,0 0 0 0 0,0 0 1 0 0,0-1-1 0 0,0 1 0 0 0,0 0 1 0 0,0 0-1 0 0,-1-1 1 0 0,1 1-1 0 0,0 0 0 0 0,0 0 1 0 0,-1-1-1 0 0,1 1 1 0 0,0 0-1 0 0,-1-1 0 0 0,1 1 1 0 0,-1-1-1 0 0,1 1 1 0 0,-1 0-1 0 0,1-1 0 0 0,-1 1 1 0 0,0-1-1 0 0,1 0 1 0 0,-1 1-1 0 0,0-1 0 0 0,1 1 1 0 0,-1-1-1 0 0,0 0 1 0 0,1 1-1 0 0,-1-1 0 0 0,0 0 1 0 0,1 0-1 0 0,-1 0 1 0 0,0 0-1 0 0,0 1 0 0 0,1-1 1 0 0,-1 0-1 0 0,0 0 0 0 0,0-1 1 0 0,0 1-1 0 0,1 0 1 0 0,-1 0-1 0 0,-1 0 0 0 0,-35-13-4088 0 0,7-5 228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6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11 400 0 0,'-216'-5'10458'0'0,"185"2"-9805"0"0,15 1 215 0 0,33 6-508 0 0,-12-3 2095 0 0,0 0-2282 0 0,55 10 321 0 0,-42-10-418 0 0,231 30 1448 0 0,-220-28-1025 0 0,0 0-1 0 0,47-3 0 0 0,-40 0 155 0 0,59-6 788 0 0,-21 4-692 0 0,-29 0-123 0 0,48 5 0 0 0,53 4-1680 0 0,-237-20-15794 0 0,36 1 13060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8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84 2961 0 0,'-30'-6'3815'0'0,"25"-1"-3081"0"0,-46-5-227 0 0,41-2-27 0 0,4 12-381 0 0,-3-3 188 0 0,-1 0 0 0 0,-1 1 0 0 0,1 1 0 0 0,0 0 0 0 0,-1 0 0 0 0,0 1 0 0 0,0 0 0 0 0,-10 0-1 0 0,15 2 1262 0 0,6 0-1522 0 0,0 1 0 0 0,0-1 0 0 0,0 0 0 0 0,0 0 0 0 0,0 0 0 0 0,0 0 1 0 0,0 0-1 0 0,0 1 0 0 0,0-1 0 0 0,-1 0 0 0 0,1 0 0 0 0,0 0 0 0 0,0 0 0 0 0,0 0 0 0 0,0 1 1 0 0,0-1-1 0 0,0 0 0 0 0,0 0 0 0 0,0 0 0 0 0,0 0 0 0 0,0 1 0 0 0,0-1 0 0 0,0 0 0 0 0,0 0 1 0 0,0 0-1 0 0,0 0 0 0 0,0 1 0 0 0,1-1 0 0 0,-1 0 0 0 0,0 0 0 0 0,0 0 0 0 0,0 0 0 0 0,0 0 0 0 0,0 1 1 0 0,0-1-1 0 0,0 0 0 0 0,0 0 0 0 0,1 0 0 0 0,-1 0 0 0 0,0 0 0 0 0,0 0 0 0 0,0 0 0 0 0,0 1 1 0 0,0-1-1 0 0,1 0 0 0 0,-1 0 0 0 0,0 0 0 0 0,0 0 0 0 0,0 0 0 0 0,0 0 0 0 0,1 0 0 0 0,-1 0 1 0 0,0 0-1 0 0,0 0 0 0 0,0 0 0 0 0,0 0 0 0 0,1 0 0 0 0,-1 0 0 0 0,0 0 0 0 0,0 0 0 0 0,0 0 0 0 0,0 0 1 0 0,0 0-1 0 0,1 0 0 0 0,-1 0 0 0 0,0-1 0 0 0,0 1 0 0 0,0 0 0 0 0,1 0 0 0 0,65-2 733 0 0,74 3 3 0 0,119 3 105 0 0,-127-7-360 0 0,192 16 1633 0 0,1-1-292 0 0,-235-4-1381 0 0,-85-8-600 0 0,-10-2-2068 0 0,-75-19-6069 0 0,-71-8-308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 2961 0 0,'0'0'5443'0'0,"-30"6"-4083"0"0,60-6-4401 0 0,-30-6 1120 0 0,30 0-240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9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61 102 320 0 0,'0'-6'2561'0'0,"0"0"-320"0"0,0-1 2401 0 0,0 1-4882 0 0,0 0-1040 0 0,-31-13-881 0 0,31-6-480 0 0,-30-2 79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4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71 560 0 0,'0'0'4162'0'0,"-5"0"-2721"0"0,-15 0-441 0 0,14 5 856 0 0,7-9-1404 0 0,-6 3-78 0 0,-1 1-198 0 0,-25 0 665 0 0,31 0-807 0 0,-1-1 1 0 0,0 1-1 0 0,0 0 0 0 0,0 0 0 0 0,0 0 1 0 0,1 0-1 0 0,-1 0 0 0 0,0 1 1 0 0,0-1-1 0 0,0 0 0 0 0,1 0 1 0 0,-1 0-1 0 0,0 1 0 0 0,0-1 1 0 0,0 0-1 0 0,1 1 0 0 0,-1-1 0 0 0,0 1 1 0 0,1-1-1 0 0,-1 1 0 0 0,0-1 1 0 0,1 1-1 0 0,-2 2 2241 0 0,7-3-2221 0 0,16 0-81 0 0,-11 0 67 0 0,196 6 53 0 0,-163-1 131 0 0,-35-3 208 0 0,-24-5-194 0 0,16 3-225 0 0,0 0-1 0 0,-1 0 0 0 0,1 0 1 0 0,0 0-1 0 0,0 0 1 0 0,-1 0-1 0 0,1 0 0 0 0,0 0 1 0 0,0 0-1 0 0,-1 0 1 0 0,1-1-1 0 0,0 1 0 0 0,0 0 1 0 0,0 0-1 0 0,-1 0 0 0 0,1 0 1 0 0,0-1-1 0 0,0 1 1 0 0,0 0-1 0 0,-1 0 0 0 0,1 0 1 0 0,0-1-1 0 0,0 1 1 0 0,0 0-1 0 0,0 0 0 0 0,0-1 1 0 0,0 1-1 0 0,0 0 1 0 0,0 0-1 0 0,-1-1 0 0 0,1 1 1 0 0,0 0-1 0 0,0 0 1 0 0,0-1-1 0 0,0 1 0 0 0,0 0 1 0 0,0 0-1 0 0,1-1 1 0 0,-1 1-1 0 0,0 0 0 0 0,0-1 1 0 0,0 1-2 0 0,0 0-1 0 0,0-1 1 0 0,0 1 0 0 0,0 0 0 0 0,0-1 0 0 0,0 1 0 0 0,0-1-1 0 0,0 1 1 0 0,0 0 0 0 0,0-1 0 0 0,0 1 0 0 0,0 0-1 0 0,0-1 1 0 0,0 1 0 0 0,-1 0 0 0 0,1-1 0 0 0,0 1 0 0 0,0 0-1 0 0,0-1 1 0 0,0 1 0 0 0,-1 0 0 0 0,1 0 0 0 0,0-1 0 0 0,0 1-1 0 0,-1 0 1 0 0,1 0 0 0 0,0-1 0 0 0,0 1 0 0 0,-1 0 0 0 0,1 0-1 0 0,-1-1 1 0 0,-27-11 326 0 0,-1 0 0 0 0,-1 2 0 0 0,-59-13 0 0 0,55 18-237 0 0,-48-2 360 0 0,77 6-380 0 0,-5 4-321 0 0,9-3 240 0 0,1 0-1 0 0,-1 0 0 0 0,0 0 0 0 0,1 0 0 0 0,-1 0 0 0 0,0 0 0 0 0,0 0 0 0 0,1 0 0 0 0,-1 0 0 0 0,0 0 0 0 0,1 0 0 0 0,-1 1 0 0 0,0-1 0 0 0,0 0 0 0 0,1 0 0 0 0,-1 1 0 0 0,1-1 0 0 0,-1 0 0 0 0,0 1 0 0 0,1-1 0 0 0,-1 1 0 0 0,1-1 1 0 0,-1 1-1 0 0,1-1 0 0 0,-1 1 0 0 0,1-1 0 0 0,-1 1 0 0 0,1 0 0 0 0,0-1 0 0 0,-1 1 0 0 0,1 0 0 0 0,0-1 0 0 0,-1 2 0 0 0,1 0-7 0 0,0 0-1 0 0,0-1 1 0 0,0 1-1 0 0,-1 0 1 0 0,1-1-1 0 0,0 1 1 0 0,-1 0 0 0 0,1 0-1 0 0,-1-1 1 0 0,0 1-1 0 0,0-1 1 0 0,1 1-1 0 0,-1-1 1 0 0,0 1-1 0 0,0-1 1 0 0,-1 1 0 0 0,1-1-1 0 0,-2 2 1 0 0,1-1 2 0 0,1-1 0 0 0,-1 1 1 0 0,1-1-1 0 0,0 1 0 0 0,0 0 0 0 0,0-1 1 0 0,-1 1-1 0 0,2 0 0 0 0,-1 0 1 0 0,0 0-1 0 0,0 0 0 0 0,1 0 0 0 0,-1 0 1 0 0,1 0-1 0 0,-1 0 0 0 0,1 0 1 0 0,0 0-1 0 0,0 4 0 0 0,0 150-180 0 0,0-154 182 0 0,0 0-1 0 0,0 1 0 0 0,0-1 0 0 0,0 0 0 0 0,0 0 1 0 0,1 1-1 0 0,-1-1 0 0 0,1 0 0 0 0,0 0 0 0 0,0 0 1 0 0,0 0-1 0 0,0 0 0 0 0,0 0 0 0 0,0 0 0 0 0,0 0 1 0 0,1 0-1 0 0,-1-1 0 0 0,0 1 0 0 0,1 0 0 0 0,0-1 1 0 0,3 4-1 0 0,-2-3 0 0 0,2 6-47 0 0,0-8-121 0 0,-4 0 155 0 0,0 0 12 0 0,0 0 0 0 0,0 0-1 0 0,1 0 1 0 0,-1 0 0 0 0,0 0-1 0 0,0-1 1 0 0,1 1 0 0 0,-1 0-1 0 0,0-1 1 0 0,0 1-1 0 0,0-1 1 0 0,0 0 0 0 0,0 1-1 0 0,0-1 1 0 0,0 0 0 0 0,0 0-1 0 0,0 1 1 0 0,0-1 0 0 0,0 0-1 0 0,1-2 1 0 0,0 2 11 0 0,-1-1 1 0 0,1 1-1 0 0,-1-1 1 0 0,1 1-1 0 0,0-1 0 0 0,0 1 1 0 0,0 0-1 0 0,0 0 1 0 0,0 0-1 0 0,0 0 1 0 0,0 0-1 0 0,0 1 1 0 0,4-2-1 0 0,-1 0 14 0 0,31-11 59 0 0,0 1-1 0 0,1 2 1 0 0,1 1 0 0 0,-1 2-1 0 0,1 1 1 0 0,0 3 0 0 0,55 1 0 0 0,-78 3-83 0 0,0 2 1 0 0,0 0 0 0 0,1 1 0 0 0,20 8 0 0 0,-14-4-23 0 0,-18-6 30 0 0,0-1 0 0 0,0 1 0 0 0,0 0 0 0 0,0 1 0 0 0,-1-1 0 0 0,1 1 0 0 0,-1-1 0 0 0,1 1 0 0 0,-1 0 0 0 0,0 0 0 0 0,0 1 0 0 0,3 3 0 0 0,1 2 26 0 0,-7-9-26 0 0,1 1 1 0 0,-1 0-1 0 0,1-1 1 0 0,-1 1-1 0 0,1 0 1 0 0,-1 0-1 0 0,1-1 1 0 0,-1 1 0 0 0,0 0-1 0 0,1 0 1 0 0,-1 0-1 0 0,0 0 1 0 0,0 0-1 0 0,0 0 1 0 0,0-1-1 0 0,1 1 1 0 0,-1 0 0 0 0,0 0-1 0 0,-1 0 1 0 0,1 0-1 0 0,0 0 1 0 0,0 0-1 0 0,0 0 1 0 0,-1-1-1 0 0,1 1 1 0 0,0 0 0 0 0,-1 0-1 0 0,1 0 1 0 0,0 0-1 0 0,-1-1 1 0 0,1 1-1 0 0,-1 0 1 0 0,-1 1-1 0 0,0 0 10 0 0,0 0 0 0 0,0 0 0 0 0,0 0 0 0 0,0-1-1 0 0,-1 1 1 0 0,1-1 0 0 0,0 1 0 0 0,-1-1-1 0 0,0 0 1 0 0,1 0 0 0 0,-1 0 0 0 0,-3 1 0 0 0,-21 3-75 0 0,0-1-1 0 0,0-1 1 0 0,-43-1 0 0 0,-91-10-1510 0 0,76 3-270 0 0,25 5-825 0 0,50 5 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35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454 259 1761 0 0,'-8'6'757'0'0,"0"-1"1"0"0,0 1-1 0 0,0-1 1 0 0,-1-1-1 0 0,0 1 1 0 0,-13 3-1 0 0,19-6-595 0 0,0-1-1 0 0,-1 0 1 0 0,1 0 0 0 0,0-1-1 0 0,0 1 1 0 0,-1-1-1 0 0,1 1 1 0 0,-1-1 0 0 0,1 0-1 0 0,0-1 1 0 0,-1 1-1 0 0,1 0 1 0 0,0-1-1 0 0,-1 0 1 0 0,1 0 0 0 0,0 0-1 0 0,0 0 1 0 0,0 0-1 0 0,0-1 1 0 0,0 1 0 0 0,-3-3-1 0 0,5 3-162 0 0,0 0-1 0 0,1 1 1 0 0,-1-1 0 0 0,1 0-1 0 0,-1 0 1 0 0,0 0-1 0 0,1 0 1 0 0,0 0 0 0 0,-1 0-1 0 0,1 0 1 0 0,0 0 0 0 0,-1 0-1 0 0,1 0 1 0 0,0 0-1 0 0,0-1 1 0 0,0 1 0 0 0,0 0-1 0 0,0 0 1 0 0,0 0-1 0 0,0 0 1 0 0,0 0 0 0 0,0 0-1 0 0,1 0 1 0 0,-1 0-1 0 0,0 0 1 0 0,1 0 0 0 0,-1 0-1 0 0,1 0 1 0 0,-1 0-1 0 0,1 0 1 0 0,-1 0 0 0 0,1 0-1 0 0,1-1 1 0 0,22-26-69 0 0,-23 27 67 0 0,17-13-24 0 0,0 1 1 0 0,1 1-1 0 0,0 1 0 0 0,1 0 1 0 0,0 1-1 0 0,1 1 0 0 0,0 1 1 0 0,0 1-1 0 0,1 1 0 0 0,-1 1 1 0 0,26-2-1 0 0,-39 4 12 0 0,0 2 0 0 0,0-1 0 0 0,0 1 0 0 0,1 1 0 0 0,-1-1 1 0 0,0 1-1 0 0,1 1 0 0 0,-1-1 0 0 0,0 2 0 0 0,1-1 0 0 0,-1 1 0 0 0,0 0 0 0 0,0 1 0 0 0,-1-1 0 0 0,1 2 0 0 0,12 6 1 0 0,-19-9 14 0 0,1 0 1 0 0,-1 1-1 0 0,1-1 1 0 0,-1 1-1 0 0,0-1 1 0 0,1 1-1 0 0,-1 0 1 0 0,0 0-1 0 0,0-1 1 0 0,0 1-1 0 0,0 0 1 0 0,0 0-1 0 0,-1 0 1 0 0,1 0-1 0 0,-1 0 1 0 0,1 0-1 0 0,-1 0 1 0 0,0 0-1 0 0,0 0 1 0 0,0 0-1 0 0,0 0 1 0 0,0 1-1 0 0,0-1 1 0 0,0 0-1 0 0,-1 0 1 0 0,1 0-1 0 0,-1 0 1 0 0,1 0-1 0 0,-1 0 1 0 0,0 0-1 0 0,0-1 1 0 0,0 1-1 0 0,0 0 1 0 0,0 0-1 0 0,0-1 1 0 0,0 1-1 0 0,-3 2 1 0 0,-1 3 39 0 0,-1 0 1 0 0,0-1 0 0 0,-1 0 0 0 0,1 0-1 0 0,-1 0 1 0 0,0-1 0 0 0,-1 0 0 0 0,1 0 0 0 0,-13 6-1 0 0,-12 1 159 0 0,-1-1-1 0 0,-1-1 0 0 0,1-2 1 0 0,-69 8-1 0 0,28-10 727 0 0,-111-4 0 0 0,178-2-857 0 0,-12 0 137 0 0,1-2 0 0 0,0 0 1 0 0,-1 0-1 0 0,-18-7 0 0 0,34 8-185 0 0,-1 1 0 0 0,1-1 0 0 0,0-1 0 0 0,0 1 0 0 0,0 0 0 0 0,0-1 0 0 0,0 1 0 0 0,0-1 0 0 0,0 0 0 0 0,0 0 0 0 0,1 0 0 0 0,-1-1 0 0 0,1 1 0 0 0,0 0 0 0 0,-1-1 0 0 0,1 0 0 0 0,0 1 0 0 0,0-1 0 0 0,1 0 0 0 0,-1 0 0 0 0,1 0 0 0 0,-1 0 0 0 0,1-1 0 0 0,0 1 0 0 0,0 0 0 0 0,1 0 0 0 0,-1-1 0 0 0,0 1 0 0 0,1-4 0 0 0,0 2-12 0 0,1 1-1 0 0,0 0 1 0 0,0 0 0 0 0,0 0 0 0 0,0 0 0 0 0,1 0-1 0 0,0 0 1 0 0,0 0 0 0 0,0 1 0 0 0,0-1-1 0 0,0 0 1 0 0,1 1 0 0 0,-1 0 0 0 0,1 0 0 0 0,0-1-1 0 0,0 2 1 0 0,6-6 0 0 0,7-4 18 0 0,1 0 0 0 0,24-12 0 0 0,-34 20-17 0 0,14-9-87 0 0,1 1 0 0 0,0 2 0 0 0,1 0 0 0 0,1 1 1 0 0,-1 2-1 0 0,1 0 0 0 0,0 1 0 0 0,1 2 0 0 0,-1 1 0 0 0,1 0 1 0 0,25 2-1 0 0,-31 3-14 0 0,1 1 1 0 0,-1 0 0 0 0,1 2-1 0 0,-1 1 1 0 0,36 15 0 0 0,-49-18 67 0 0,1 0 0 0 0,-1 1 0 0 0,0 0 0 0 0,0 0 1 0 0,0 0-1 0 0,-1 1 0 0 0,1 0 0 0 0,8 10 0 0 0,-12-12 23 0 0,-1-1-1 0 0,1 1 0 0 0,0 0 0 0 0,-1 0 0 0 0,0-1 1 0 0,1 1-1 0 0,-1 0 0 0 0,-1 0 0 0 0,1 1 0 0 0,0-1 0 0 0,-1 0 1 0 0,1 0-1 0 0,-1 0 0 0 0,0 0 0 0 0,0 0 0 0 0,0 1 1 0 0,-1-1-1 0 0,1 0 0 0 0,-1 0 0 0 0,-1 5 0 0 0,0-4 17 0 0,0 0 0 0 0,-1 1 0 0 0,0-2 0 0 0,1 1 0 0 0,-1 0 0 0 0,-1 0 0 0 0,1-1-1 0 0,0 0 1 0 0,-1 0 0 0 0,0 0 0 0 0,1 0 0 0 0,-1 0 0 0 0,-1-1 0 0 0,1 1 0 0 0,0-1-1 0 0,0 0 1 0 0,-1-1 0 0 0,1 1 0 0 0,-1-1 0 0 0,0 0 0 0 0,1 0 0 0 0,-8 0-1 0 0,-14 3 228 0 0,0-1-1 0 0,-43-1 0 0 0,57-2-146 0 0,-17-1 67 0 0,1 0 0 0 0,-1-2 0 0 0,1-1 0 0 0,0-1 0 0 0,0-2 0 0 0,-44-16 0 0 0,63 20-136 0 0,0-1-1 0 0,0 0 1 0 0,0-1 0 0 0,1 0 0 0 0,0 0 0 0 0,0-1-1 0 0,0 0 1 0 0,0 0 0 0 0,1-1 0 0 0,0 0 0 0 0,1 0-1 0 0,-1-1 1 0 0,2 0 0 0 0,-8-10 0 0 0,13 16-34 0 0,-1 0 1 0 0,1 1 0 0 0,0-1-1 0 0,0 0 1 0 0,-1 0 0 0 0,1 1 0 0 0,0-1-1 0 0,0 0 1 0 0,1 0 0 0 0,-1 1-1 0 0,0-1 1 0 0,1 0 0 0 0,-1 0-1 0 0,1 1 1 0 0,-1-1 0 0 0,1 0-1 0 0,0 1 1 0 0,0-1 0 0 0,-1 1 0 0 0,1-1-1 0 0,0 1 1 0 0,0 0 0 0 0,1-1-1 0 0,-1 1 1 0 0,0 0 0 0 0,0 0-1 0 0,1-1 1 0 0,-1 1 0 0 0,1 0 0 0 0,-1 0-1 0 0,1 1 1 0 0,2-2 0 0 0,53-28 12 0 0,-52 28 4 0 0,23-7-42 0 0,0 1 1 0 0,0 1-1 0 0,0 2 0 0 0,1 1 1 0 0,0 1-1 0 0,0 2 1 0 0,0 0-1 0 0,40 6 0 0 0,-62-5 25 0 0,0 1 0 0 0,1 0-1 0 0,-1 0 1 0 0,0 1-1 0 0,0 0 1 0 0,0 0-1 0 0,0 1 1 0 0,0-1-1 0 0,8 7 1 0 0,-12-7 18 0 0,0 0 0 0 0,-1 0 0 0 0,1 0-1 0 0,-1 1 1 0 0,0-1 0 0 0,0 1 0 0 0,0-1 0 0 0,0 1 0 0 0,0 0 0 0 0,-1 0 0 0 0,1 0 0 0 0,-1 0 0 0 0,0 0 0 0 0,0 0-1 0 0,0 0 1 0 0,0 1 0 0 0,0-1 0 0 0,-1 0 0 0 0,0 0 0 0 0,1 1 0 0 0,-2 4 0 0 0,1-3 29 0 0,-1 1 0 0 0,0-1 0 0 0,0 0 0 0 0,0 0 0 0 0,-1 0 0 0 0,0 0 0 0 0,0-1 0 0 0,0 1 0 0 0,-1 0 0 0 0,1-1 0 0 0,-1 1 0 0 0,0-1 0 0 0,0 0 0 0 0,-1 0 0 0 0,1 0 0 0 0,-1-1 0 0 0,0 1 0 0 0,0-1 0 0 0,0 0 0 0 0,0 0 0 0 0,-1 0 0 0 0,-7 3 0 0 0,-7 4 168 0 0,0-1 1 0 0,-1-1-1 0 0,0-1 1 0 0,-29 6-1 0 0,22-6-77 0 0,0-2 0 0 0,0-1 0 0 0,-1-1 0 0 0,0-1 0 0 0,1-2 0 0 0,-1 0 0 0 0,-41-8 1 0 0,65 8-279 0 0,1-1 1 0 0,0 1 0 0 0,0-1 0 0 0,-1 0 0 0 0,1-1 0 0 0,0 1 0 0 0,0 0 0 0 0,0-1 0 0 0,0 0 0 0 0,1 0 0 0 0,-1 0 0 0 0,0 0 0 0 0,1 0 0 0 0,-1 0 0 0 0,1-1 0 0 0,0 1 0 0 0,0-1-1 0 0,0 1 1 0 0,0-1 0 0 0,0 0 0 0 0,1 0 0 0 0,-1 0 0 0 0,1 0 0 0 0,-1 0 0 0 0,1 0 0 0 0,0 0 0 0 0,1-1 0 0 0,-1 1 0 0 0,0 0 0 0 0,1-1 0 0 0,0 1 0 0 0,0 0 0 0 0,0-1 0 0 0,0 1-1 0 0,0 0 1 0 0,1 0 0 0 0,0-1 0 0 0,-1 1 0 0 0,1 0 0 0 0,2-5 0 0 0,3-1-491 0 0,0 1-1 0 0,0 0 1 0 0,1 0 0 0 0,0 1-1 0 0,0 0 1 0 0,15-11-1 0 0,88-61-4950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4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69 320 0 0,'0'0'9444'0'0,"0"0"-9424"0"0,0 1 0 0 0,1-1 0 0 0,-1 0 1 0 0,0 0-1 0 0,0 0 0 0 0,0 1 0 0 0,0-1 0 0 0,0 0 0 0 0,0 0 0 0 0,0 0 0 0 0,0 1 0 0 0,0-1 0 0 0,0 0 0 0 0,0 0 0 0 0,0 0 0 0 0,0 1 0 0 0,0-1 0 0 0,0 0 0 0 0,0 0 0 0 0,0 0 0 0 0,0 1 0 0 0,0-1 0 0 0,0 0 0 0 0,0 0 0 0 0,0 0 0 0 0,0 1 0 0 0,0-1 0 0 0,-1 0 0 0 0,1 0 0 0 0,0 0 0 0 0,0 0 0 0 0,0 1 0 0 0,0-1 0 0 0,0 0 0 0 0,0 0 0 0 0,-1 0 0 0 0,1 0 0 0 0,0 0 0 0 0,0 0 0 0 0,0 1 0 0 0,-1-1 0 0 0,1 0 0 0 0,0 0 0 0 0,0 0 0 0 0,0 0 0 0 0,0 0 0 0 0,-1 0 0 0 0,1 0 0 0 0,0 0 0 0 0,0 0 0 0 0,-1 0 0 0 0,-15-2 427 0 0,26-3 966 0 0,35-1 8 0 0,7 7-896 0 0,-24 0-295 0 0,-1 0 0 0 0,37-5-1 0 0,-59-1 1105 0 0,-10 4-1067 0 0,-15-5 27 0 0,-15-10 426 0 0,-50-7 254 0 0,49 12-334 0 0,36 10-560 0 0,1 2-87 0 0,-1 0 0 0 0,0 0-1 0 0,0 0 1 0 0,0 0 0 0 0,1 0 0 0 0,-1 0-1 0 0,0-1 1 0 0,0 1 0 0 0,-1 0 0 0 0,1 0-1 0 0,0 0 1 0 0,0 0 0 0 0,0 0 0 0 0,0 0 0 0 0,-1 0-1 0 0,1 0 1 0 0,0 0 0 0 0,-1-1 0 0 0,1 1-1 0 0,-1 0 1 0 0,1 0 0 0 0,-1 0 0 0 0,-1 1 0 0 0,-6 6-37 0 0,5-5 27 0 0,-1 0 1 0 0,1 0 0 0 0,0 0-1 0 0,0 1 1 0 0,0-1 0 0 0,0 1-1 0 0,0 0 1 0 0,1 0 0 0 0,0 0-1 0 0,0 0 1 0 0,0 1 0 0 0,0-1-1 0 0,1 0 1 0 0,-1 1 0 0 0,1-1-1 0 0,0 1 1 0 0,1-1 0 0 0,-1 1-1 0 0,1 0 1 0 0,0 6 0 0 0,0 31-771 0 0,-2-44 778 0 0,29 0-62 0 0,96 7 109 0 0,-111-4-36 0 0,0 1 0 0 0,0 0 0 0 0,-1 1 0 0 0,1 0-1 0 0,-1 1 1 0 0,1 0 0 0 0,19 11 0 0 0,19 31 11 0 0,-40-36 1 0 0,-10-9-12 0 0,1-1 0 0 0,-1 0 0 0 0,0 1-1 0 0,1-1 1 0 0,-1 1 0 0 0,0-1 0 0 0,1 1 0 0 0,-1-1 0 0 0,0 1 0 0 0,0-1 0 0 0,0 1 0 0 0,1-1 0 0 0,-1 1 0 0 0,0-1 0 0 0,0 1 0 0 0,0-1 0 0 0,0 1 0 0 0,0-1 0 0 0,0 1-1 0 0,0-1 1 0 0,0 1 0 0 0,0-1 0 0 0,0 1 0 0 0,0-1 0 0 0,-1 1 0 0 0,1 0 0 0 0,0-1 0 0 0,0 1 0 0 0,0-1 0 0 0,-1 0 0 0 0,1 1 0 0 0,0-1 0 0 0,-1 1 0 0 0,1-1 0 0 0,-1 1-1 0 0,-17 15 59 0 0,11-10-29 0 0,-2 2 31 0 0,-1 1 1 0 0,0-1 0 0 0,-1 0 0 0 0,1-1-1 0 0,-1 0 1 0 0,-1-1 0 0 0,1 0-1 0 0,-1-1 1 0 0,-13 4 0 0 0,-11 1 80 0 0,-61 7 0 0 0,86-16-240 0 0,0 0 1 0 0,-1 0-1 0 0,1-1 0 0 0,0-1 1 0 0,-1 0-1 0 0,1 0 0 0 0,0-1 1 0 0,0-1-1 0 0,-16-5 0 0 0,27 7-70 0 0,-1 0-1 0 0,0 1 0 0 0,1-1 0 0 0,-1 0 0 0 0,1-1 0 0 0,-1 1 1 0 0,1 0-1 0 0,-1 0 0 0 0,1 0 0 0 0,0 0 0 0 0,0 0 1 0 0,-1 0-1 0 0,1 0 0 0 0,0-1 0 0 0,0 1 0 0 0,0 0 0 0 0,0 0 1 0 0,0 0-1 0 0,1 0 0 0 0,-1-1 0 0 0,0 1 0 0 0,0 0 1 0 0,1 0-1 0 0,-1 0 0 0 0,1 0 0 0 0,-1 0 0 0 0,1 0 0 0 0,-1 0 1 0 0,1 0-1 0 0,0-1 0 0 0,59-58-6742 0 0,-10 7 1935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4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0 480 0 0,'30'6'1921'0'0,"-30"0"-1841"0"0,0 7-1440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49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1681 0 0,'-15'6'5250'0'0,"4"0"-4884"0"0,29-6-498 0 0,-11 3 2007 0 0,-6 21-750 0 0,-1-15-1043 0 0,0-6-48 0 0,1-1 0 0 0,-1 1 0 0 0,0 0 0 0 0,0-1 0 0 0,0 1 1 0 0,0-1-1 0 0,-1 1 0 0 0,1 0 0 0 0,-1-1 0 0 0,1 1 0 0 0,-1-1 1 0 0,0 1-1 0 0,-1 2 0 0 0,-14 10 218 0 0,12-13-183 0 0,1 0 0 0 0,0 1-1 0 0,0 0 1 0 0,0-1 0 0 0,0 1-1 0 0,0 1 1 0 0,0-1 0 0 0,1 0-1 0 0,0 0 1 0 0,-1 1 0 0 0,1 0-1 0 0,1-1 1 0 0,-4 8 0 0 0,5-9-29 0 0,0-1 0 0 0,0 0 0 0 0,0 0 1 0 0,-1 0-1 0 0,1 0 0 0 0,0 0 0 0 0,-1 0 1 0 0,1 0-1 0 0,-1 0 0 0 0,1 0 0 0 0,-1 0 1 0 0,1 0-1 0 0,-1 0 0 0 0,0 0 0 0 0,1 0 0 0 0,-1 0 1 0 0,0 0-1 0 0,0 0 0 0 0,0-1 0 0 0,0 1 1 0 0,0 0-1 0 0,-1 0 0 0 0,1 0 20 0 0,0-1 0 0 0,0 1 0 0 0,0 0 0 0 0,0 0 1 0 0,0 0-1 0 0,0 0 0 0 0,0 0 0 0 0,0 0 0 0 0,0 0 0 0 0,0 0 0 0 0,0 1 0 0 0,1-1 0 0 0,-1 0 1 0 0,1 0-1 0 0,-1 1 0 0 0,1-1 0 0 0,-1 0 0 0 0,1 1 0 0 0,0-1 0 0 0,-1 0 0 0 0,1 1 0 0 0,0 2 1 0 0,2-3-11 0 0,-1 1 0 0 0,1 0 0 0 0,0-1 0 0 0,0 1 0 0 0,0-1 0 0 0,0 0 0 0 0,0 1 0 0 0,0-1 0 0 0,0 0 0 0 0,0 0 0 0 0,0-1 0 0 0,1 1 0 0 0,-1 0 0 0 0,0-1 0 0 0,3 1 0 0 0,141 12-143 0 0,-125-12 32 0 0,0-1 1 0 0,-1-1 0 0 0,34-6 0 0 0,-52 7 57 0 0,-1-1 0 0 0,1 1 0 0 0,0 0 0 0 0,-1-1-1 0 0,1 1 1 0 0,0-1 0 0 0,-1 0 0 0 0,1 1 0 0 0,-1-1-1 0 0,1 0 1 0 0,-1 0 0 0 0,1 0 0 0 0,-1 0-1 0 0,0 0 1 0 0,0-1 0 0 0,1 1 0 0 0,-1 0 0 0 0,0 0-1 0 0,0-1 1 0 0,0 1 0 0 0,0-1 0 0 0,0 1 0 0 0,1-4-1 0 0,-1 1 22 0 0,0-1 0 0 0,-1 0 0 0 0,1 1 0 0 0,-1-1 0 0 0,0 0 0 0 0,-1-9-1 0 0,0-4 42 0 0,0 17-56 0 0,1 0 0 0 0,-1 0 0 0 0,1 0 0 0 0,-1 0 0 0 0,0 0 0 0 0,0 0 0 0 0,0 0 0 0 0,1 1 0 0 0,-1-1-1 0 0,0 0 1 0 0,0 1 0 0 0,0-1 0 0 0,0 0 0 0 0,0 1 0 0 0,0-1 0 0 0,0 1 0 0 0,0 0 0 0 0,0-1 0 0 0,-1 1 0 0 0,1 0 0 0 0,0 0 0 0 0,0 0 0 0 0,-1-1 0 0 0,0 1 6 0 0,1 2 1 0 0,0 0-1 0 0,0 1 1 0 0,0-1 0 0 0,0 0-1 0 0,1 0 1 0 0,-1 1 0 0 0,1-1-1 0 0,0 0 1 0 0,-1 1 0 0 0,1-1-1 0 0,0 0 1 0 0,0 1 0 0 0,1-1-1 0 0,0 5 1 0 0,-1 1 32 0 0,2 20 128 0 0,2-1 0 0 0,1 1 0 0 0,9 29 0 0 0,-11-44-58 0 0,-1 0 1 0 0,-1 0-1 0 0,0 1 0 0 0,-1-1 0 0 0,-1 15 1 0 0,0 3-307 0 0,1-30-1126 0 0,5-9-4296 0 0,0 5 5325 0 0,-4 2 69 0 0,1 0 1 0 0,-1 1-1 0 0,0-1 1 0 0,1 0-1 0 0,-1 0 1 0 0,0 0-1 0 0,0 0 1 0 0,0-1-1 0 0,0 1 1 0 0,0 0-1 0 0,0 0 1 0 0,0-1-1 0 0,0 1 1 0 0,0 0-1 0 0,0-1 1 0 0,-1 1-1 0 0,1-1 1 0 0,-1 1-1 0 0,1-1 1 0 0,-1 1-1 0 0,1-1 1 0 0,-1 0-1 0 0,0 1 1 0 0,0-1-1 0 0,0 1 0 0 0,0-1 1 0 0,0 0-1 0 0,0 1 1 0 0,-1-3-1 0 0,1-20-1912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50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2161 0 0,'4'1'612'0'0,"-2"-1"-419"0"0,-1 0 1 0 0,0 0-1 0 0,1 0 0 0 0,-1 0 0 0 0,1 0 0 0 0,-1 0 0 0 0,0 1 0 0 0,0-1 1 0 0,1 1-1 0 0,-1-1 0 0 0,0 1 0 0 0,1-1 0 0 0,-1 1 0 0 0,0 0 0 0 0,0-1 1 0 0,0 1-1 0 0,0 0 0 0 0,2 2 0 0 0,-8-1 1621 0 0,-20 4 4162 0 0,30-7-5402 0 0,59-10 471 0 0,0 4 0 0 0,1 2 0 0 0,82 4 0 0 0,-106 1-877 0 0,-37 0-235 0 0,39-4-578 0 0,-42 4 551 0 0,0 0-1 0 0,-1 0 0 0 0,1 0 0 0 0,0 0 0 0 0,-1-1 1 0 0,1 1-1 0 0,0 0 0 0 0,-1-1 0 0 0,1 1 0 0 0,0 0 1 0 0,-1-1-1 0 0,1 1 0 0 0,-1-1 0 0 0,1 1 1 0 0,-1-1-1 0 0,1 1 0 0 0,-1-1 0 0 0,1 1 0 0 0,-1-1 1 0 0,0 0-1 0 0,1 1 0 0 0,-1-1 0 0 0,0 0 0 0 0,1 1 1 0 0,-1-1-1 0 0,0 0 0 0 0,0 1 0 0 0,1-1 0 0 0,-1 0 1 0 0,0 0-1 0 0,0 1 0 0 0,0-1 0 0 0,0 0 1 0 0,0 1-1 0 0,0-1 0 0 0,0 0 0 0 0,-1 0 0 0 0,1 1 1 0 0,0-1-1 0 0,0 0 0 0 0,0 1 0 0 0,-1-1 0 0 0,1 0 1 0 0,0 1-1 0 0,-1-1 0 0 0,1 0 0 0 0,-1 1 0 0 0,1-1 1 0 0,0 1-1 0 0,-1-1 0 0 0,1 1 0 0 0,-2-1 0 0 0,-3-5-818 0 0,0 0 0 0 0,0 0 0 0 0,-1 1 0 0 0,0 0 0 0 0,0 0 0 0 0,0 1 0 0 0,-1-1 0 0 0,-7-3 0 0 0,-41-11-2688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5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20 480 0 0,'0'0'4002'0'0,"-31"-6"400"0"0,31 0-1921 0 0,0-1-1921 0 0,31 7-79 0 0,-1 0-161 0 0,60 0-720 0 0,-5 0-1201 0 0,66 7-2961 0 0,-30-7-1201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52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63 162 1441 0 0,'9'-16'4594'0'0,"20"-6"-3549"0"0,-11 8-1015 0 0,-7 2-150 0 0,13-8-54 0 0,4 5 96 0 0,0 1-1 0 0,59-20 0 0 0,-72 30 87 0 0,1 1 0 0 0,0 0-1 0 0,0 1 1 0 0,0 0 0 0 0,0 1 0 0 0,0 1 0 0 0,26 3 0 0 0,-36-1 16 0 0,0-1 0 0 0,1 1 0 0 0,-1 0-1 0 0,0 0 1 0 0,0 0 0 0 0,0 1 0 0 0,-1 0 0 0 0,1 0 0 0 0,-1 1 0 0 0,1 0-1 0 0,-1 0 1 0 0,0 0 0 0 0,0 0 0 0 0,5 7 0 0 0,-7-7 0 0 0,0-1 0 0 0,-1 0 1 0 0,1 1-1 0 0,-1 0 0 0 0,1-1 0 0 0,-1 1 1 0 0,-1 0-1 0 0,1 0 0 0 0,0 0 0 0 0,-1 0 1 0 0,0 1-1 0 0,0-1 0 0 0,0 0 0 0 0,-1 1 1 0 0,1-1-1 0 0,-1 0 0 0 0,0 1 0 0 0,0-1 1 0 0,0 0-1 0 0,-3 9 0 0 0,-3 0 10 0 0,0 1 0 0 0,-2-1 0 0 0,1 0 0 0 0,-2 0-1 0 0,-18 21 1 0 0,5-6 30 0 0,12-16-6 0 0,1 0 0 0 0,-2-1-1 0 0,0-1 1 0 0,0 0 0 0 0,-1 0 0 0 0,0-1 0 0 0,-1-1 0 0 0,0 0 0 0 0,0 0-1 0 0,-1-2 1 0 0,-18 8 0 0 0,-6-2 209 0 0,-2 0-1 0 0,1-3 1 0 0,-44 5 0 0 0,71-13-191 0 0,1 0 1 0 0,-1-1 0 0 0,1-1 0 0 0,-1 0-1 0 0,1 0 1 0 0,-1-1 0 0 0,-18-6-1 0 0,29 7-76 0 0,0-1-1 0 0,0 1 0 0 0,1 0 1 0 0,-1-1-1 0 0,0 1 0 0 0,1-1 0 0 0,-1 1 1 0 0,1 0-1 0 0,-1-1 0 0 0,1 1 1 0 0,0-1-1 0 0,0 0 0 0 0,-1 1 0 0 0,1-1 1 0 0,0 1-1 0 0,0-1 0 0 0,1 1 1 0 0,-1-1-1 0 0,1-1 0 0 0,5-29-198 0 0,2 27 153 0 0,-7 5 41 0 0,0-1 0 0 0,0 1 0 0 0,0-1 0 0 0,0 1 0 0 0,0-1 0 0 0,0 1 0 0 0,0-1 0 0 0,0 1-1 0 0,-1-1 1 0 0,1 0 0 0 0,0 0 0 0 0,0 1 0 0 0,-1-1 0 0 0,1 0 0 0 0,-1 0 0 0 0,1 0-1 0 0,-1 0 1 0 0,1 1 0 0 0,-1-1 0 0 0,1 0 0 0 0,-1 0 0 0 0,0 0 0 0 0,1 0 0 0 0,-1-2-1 0 0,1 2 1 0 0,-1 0-1 0 0,1 0 0 0 0,0 0 0 0 0,-1 0 0 0 0,1 0 0 0 0,0 0 1 0 0,0 0-1 0 0,0 1 0 0 0,-1-1 0 0 0,1 0 0 0 0,0 0 0 0 0,0 1 1 0 0,0-1-1 0 0,0 1 0 0 0,1-1 0 0 0,-1 1 0 0 0,0-1 0 0 0,0 1 1 0 0,0 0-1 0 0,0-1 0 0 0,0 1 0 0 0,1 0 0 0 0,1 0 0 0 0,33-5-94 0 0,-23 7 67 0 0,-1 0 0 0 0,1 1-1 0 0,0 0 1 0 0,-1 1 0 0 0,1 0-1 0 0,-1 1 1 0 0,0 1 0 0 0,-1 0-1 0 0,1 0 1 0 0,-1 1-1 0 0,11 10 1 0 0,-11-9-36 0 0,1 0 0 0 0,0-1 0 0 0,0 0 0 0 0,0 0 1 0 0,1-1-1 0 0,-1-1 0 0 0,1 0 0 0 0,1-1 0 0 0,-1-1 0 0 0,1 0 0 0 0,18 2 0 0 0,-19-5-702 0 0,-1-1-1 0 0,1 0 1 0 0,0-1-1 0 0,0 0 1 0 0,13-5-1 0 0,4-5-1455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0:52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69 480 0 0,'-5'0'1961'0'0,"-14"0"-977"0"0,-1 0 1 0 0,1 2-1 0 0,-1 1 0 0 0,1 0 0 0 0,-35 10 1 0 0,50-11-944 0 0,-1-1 0 0 0,0 1 0 0 0,1 0 0 0 0,-1 0 0 0 0,1 1 0 0 0,-1-1 0 0 0,1 1 0 0 0,0 0 0 0 0,0 0 0 0 0,1 0 0 0 0,-1 1 1 0 0,0-1-1 0 0,1 1 0 0 0,0 0 0 0 0,0 0 0 0 0,0 0 0 0 0,1 0 0 0 0,-1 1 0 0 0,1-1 0 0 0,0 1 0 0 0,0 0 0 0 0,0-1 0 0 0,1 1 0 0 0,0 0 0 0 0,0 0 0 0 0,0 0 1 0 0,0 0-1 0 0,1 5 0 0 0,-1 5 42 0 0,1-13-61 0 0,-1 0 0 0 0,1 0 1 0 0,0 0-1 0 0,0 1 1 0 0,0-1-1 0 0,0 0 0 0 0,0 0 1 0 0,0 0-1 0 0,0 0 1 0 0,1 0-1 0 0,-1 1 0 0 0,1-1 1 0 0,-1 0-1 0 0,1 0 0 0 0,0 0 1 0 0,0 0-1 0 0,0 0 1 0 0,0-1-1 0 0,0 1 0 0 0,0 0 1 0 0,1 0-1 0 0,-1-1 1 0 0,0 1-1 0 0,1-1 0 0 0,0 1 1 0 0,-1-1-1 0 0,1 1 1 0 0,0-1-1 0 0,0 0 0 0 0,-1 0 1 0 0,1 0-1 0 0,0 0 1 0 0,0 0-1 0 0,0-1 0 0 0,0 1 1 0 0,1 0-1 0 0,1-1 0 0 0,59 17 265 0 0,126 17 0 0 0,-150-30-271 0 0,1-2-1 0 0,0-1 1 0 0,0-2-1 0 0,0-2 1 0 0,67-14-1 0 0,-92 14 27 0 0,0-1 0 0 0,0 0 0 0 0,-1-2 0 0 0,1 1 0 0 0,13-9 0 0 0,-25 13-3 0 0,0 0-1 0 0,0-1 0 0 0,0 0 1 0 0,0 0-1 0 0,-1 0 1 0 0,1 0-1 0 0,-1 0 0 0 0,1 0 1 0 0,-1-1-1 0 0,0 1 1 0 0,0-1-1 0 0,0 1 0 0 0,0-1 1 0 0,0 0-1 0 0,-1 0 1 0 0,1 0-1 0 0,-1 0 0 0 0,0 0 1 0 0,0 0-1 0 0,0 0 1 0 0,0 0-1 0 0,0-1 0 0 0,-1 1 1 0 0,1 0-1 0 0,-1-1 1 0 0,0 1-1 0 0,0 0 0 0 0,0-1 1 0 0,-1 1-1 0 0,1 0 1 0 0,-3-6-1 0 0,0 1 57 0 0,0 1 0 0 0,-1 0 0 0 0,0-1 0 0 0,0 1-1 0 0,-1 1 1 0 0,0-1 0 0 0,0 1 0 0 0,0 0 0 0 0,-1 0 0 0 0,0 1 0 0 0,0-1-1 0 0,0 1 1 0 0,-1 0 0 0 0,0 1 0 0 0,-14-7 0 0 0,-2 0 36 0 0,0 1-1 0 0,-1 1 1 0 0,-45-10 0 0 0,21 8-229 0 0,0 2 1 0 0,-1 2-1 0 0,-54 0 0 0 0,60 7-1190 0 0,1 3 0 0 0,-47 7 0 0 0,14 6-1687 0 0,35-1-1093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1201 0 0,'17'-3'1640'0'0,"-15"3"54"0"0,-3 0-1606 0 0,0 0-1 0 0,0 0 1 0 0,0 0 0 0 0,1-1 0 0 0,-1 1 0 0 0,0 0 0 0 0,0 0 0 0 0,1 0 0 0 0,-1-1 0 0 0,0 1 0 0 0,0 0-1 0 0,1-1 1 0 0,-1 1 0 0 0,0-1 0 0 0,1 1 0 0 0,-1-1 0 0 0,1 1 0 0 0,-1-1 0 0 0,0 1 0 0 0,1-1 0 0 0,-1 1 0 0 0,1-1-1 0 0,0 0 1 0 0,-1 1 0 0 0,1-1 0 0 0,-1 0 0 0 0,1 0 0 0 0,0 1 0 0 0,0-1 0 0 0,-1 0 0 0 0,1 0 0 0 0,0 1 0 0 0,0-2-1 0 0,0-283 380 0 0,0 282-465 0 0,1 1 1 0 0,0 0-1 0 0,-1 0 0 0 0,1 0 0 0 0,0-1 0 0 0,0 1 0 0 0,1 0 0 0 0,-1 0 0 0 0,0 0 0 0 0,1 0 0 0 0,-1 1 1 0 0,1-1-1 0 0,-1 0 0 0 0,1 1 0 0 0,0-1 0 0 0,0 1 0 0 0,0-1 0 0 0,0 1 0 0 0,0 0 0 0 0,0 0 0 0 0,0 0 1 0 0,0 0-1 0 0,0 0 0 0 0,1 0 0 0 0,-1 1 0 0 0,4-1 0 0 0,9-3 10 0 0,1 0 0 0 0,28-2 1 0 0,-26 5 7 0 0,1 1 0 0 0,-1 1 0 0 0,20 3 0 0 0,-29-3-2 0 0,-1 0-1 0 0,0 1 1 0 0,0 0 0 0 0,0 0 0 0 0,-1 1-1 0 0,1 0 1 0 0,0 0 0 0 0,11 7 0 0 0,-16-8 13 0 0,-1 1 0 0 0,1-1 0 0 0,0 0 0 0 0,-1 1 0 0 0,0-1 1 0 0,1 1-1 0 0,-1 0 0 0 0,0 0 0 0 0,0 0 0 0 0,-1 0 0 0 0,1 0 0 0 0,0 0 0 0 0,-1 0 1 0 0,0 0-1 0 0,0 1 0 0 0,0-1 0 0 0,1 7 0 0 0,-3-7 9 0 0,0 1 0 0 0,0-1 0 0 0,0 0 0 0 0,0 0 0 0 0,0 0 0 0 0,-1 0 0 0 0,1 0 0 0 0,-1 0 0 0 0,0-1 0 0 0,0 1 0 0 0,0-1 0 0 0,0 1 0 0 0,-1-1 0 0 0,1 1 0 0 0,0-1 0 0 0,-1 0 0 0 0,0 0 0 0 0,-2 1 0 0 0,-2 2 71 0 0,-1 0 1 0 0,1-1-1 0 0,0 0 0 0 0,-1 0 0 0 0,-14 4 0 0 0,66-5-133 0 0,0 2 0 0 0,54 13 0 0 0,-93-17 24 0 0,0 0 0 0 0,-1 0 0 0 0,1 0 0 0 0,-1 1 0 0 0,0 0 0 0 0,1 0 0 0 0,-1 0 0 0 0,0 0 0 0 0,0 1 0 0 0,7 5 1 0 0,-10-6 7 0 0,0-1 0 0 0,0 1 0 0 0,0-1 0 0 0,0 1 1 0 0,0 0-1 0 0,-1 0 0 0 0,1-1 0 0 0,0 1 1 0 0,-1 0-1 0 0,0 0 0 0 0,1 0 0 0 0,-1 0 0 0 0,0 0 1 0 0,0 0-1 0 0,0 0 0 0 0,0 0 0 0 0,0-1 1 0 0,0 1-1 0 0,0 0 0 0 0,-1 0 0 0 0,1 0 0 0 0,-1 0 1 0 0,0 0-1 0 0,1-1 0 0 0,-1 1 0 0 0,0 0 1 0 0,0 0-1 0 0,0-1 0 0 0,0 1 0 0 0,0-1 0 0 0,-1 1 1 0 0,0 1-1 0 0,-4 5 68 0 0,0 0 1 0 0,0 0-1 0 0,-1-1 1 0 0,0 0-1 0 0,0 0 1 0 0,-1-1-1 0 0,0 1 1 0 0,0-2-1 0 0,-1 1 1 0 0,1-1-1 0 0,-1 0 0 0 0,0-1 1 0 0,0 0-1 0 0,-1-1 1 0 0,1 0-1 0 0,-11 2 1 0 0,-20-2-141 0 0,0-2-1 0 0,-51-6 1 0 0,88 4-54 0 0,0 1 0 0 0,0-2 0 0 0,0 1 0 0 0,0 0-1 0 0,0-1 1 0 0,0 1 0 0 0,0-1 0 0 0,0 0 0 0 0,1 0 0 0 0,-1 0 0 0 0,1 0 0 0 0,0 0 0 0 0,0-1-1 0 0,-1 1 1 0 0,1-1 0 0 0,1 1 0 0 0,-1-1 0 0 0,-1-3 0 0 0,-9-9-546 0 0,11 12 388 0 0,0 1 0 0 0,0-1 0 0 0,0 0 0 0 0,0 1-1 0 0,1-1 1 0 0,-1 0 0 0 0,1 0 0 0 0,0 0 0 0 0,-1 1 0 0 0,1-1 0 0 0,1 0 0 0 0,-1 0-1 0 0,0 0 1 0 0,1 1 0 0 0,-1-1 0 0 0,1 0 0 0 0,0 0 0 0 0,0 1 0 0 0,1-5 0 0 0,24-18-2328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8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1 464 880 0 0,'0'55'5990'0'0,"5"-54"-5683"0"0,15-1-134 0 0,-14-5 82 0 0,-2-4-163 0 0,2 5-54 0 0,-5 3-26 0 0,0 1-1 0 0,1-1 0 0 0,-1 0 1 0 0,0 0-1 0 0,0 0 0 0 0,1 0 0 0 0,-1-1 1 0 0,0 1-1 0 0,0 0 0 0 0,0 0 0 0 0,-1-1 1 0 0,1 1-1 0 0,0 0 0 0 0,0-1 0 0 0,-1 1 1 0 0,1-1-1 0 0,-1 1 0 0 0,1-1 0 0 0,-1 1 1 0 0,1-1-1 0 0,-1 1 0 0 0,0-1 0 0 0,0 0 1 0 0,0-2-1 0 0,1-5 58 0 0,-1 1 0 0 0,2-1 0 0 0,-1 1 0 0 0,1 0 0 0 0,4-12 1 0 0,7-29 249 0 0,-9 25-157 0 0,-2 0 0 0 0,-1 0 1 0 0,0-1-1 0 0,-2 1 0 0 0,-6-35 0 0 0,-5 22-24 0 0,10 31-120 0 0,-1 0 0 0 0,1 0 0 0 0,1 0-1 0 0,-1 0 1 0 0,1 0 0 0 0,0-1 0 0 0,0-7 0 0 0,1-55 302 0 0,0 69-320 0 0,0-1 0 0 0,1 0 0 0 0,-1 1 0 0 0,0-1 0 0 0,0 0 0 0 0,1 1 0 0 0,-1-1 0 0 0,0 1 0 0 0,1-1 0 0 0,-1 1 0 0 0,0-1 0 0 0,1 1 0 0 0,-1-1 0 0 0,1 1 0 0 0,-1-1 0 0 0,1 1 0 0 0,-1-1 0 0 0,1 1 0 0 0,0 0 0 0 0,-1-1 0 0 0,1 1 0 0 0,-1 0 0 0 0,1-1 0 0 0,0 1 0 0 0,-1 0 0 0 0,1 0 0 0 0,0 0 0 0 0,-1 0 0 0 0,1 0 0 0 0,0 0 0 0 0,-1 0 0 0 0,1 0 0 0 0,0 0 0 0 0,-1 0 0 0 0,1 0 0 0 0,0 0 0 0 0,-1 0 0 0 0,1 0 0 0 0,0 1 0 0 0,-1-1 0 0 0,1 0 0 0 0,-1 0 0 0 0,1 1 0 0 0,0-1 0 0 0,-1 0 0 0 0,1 1 0 0 0,-1-1 0 0 0,1 1 0 0 0,-1-1 0 0 0,1 1 0 0 0,-1-1 0 0 0,0 1 0 0 0,1-1 0 0 0,-1 1 0 0 0,1-1 0 0 0,-1 1 0 0 0,0-1 0 0 0,0 1 0 0 0,1 0 0 0 0,-1 0 0 0 0,1 1 5 0 0,-1-1 0 0 0,1 0 0 0 0,-1 0 1 0 0,1 1-1 0 0,-1-1 0 0 0,1 0 0 0 0,0 0 0 0 0,0 0 1 0 0,0 0-1 0 0,-1 0 0 0 0,1 0 0 0 0,0 0 1 0 0,0 0-1 0 0,1 0 0 0 0,-1 0 0 0 0,0-1 0 0 0,2 2 1 0 0,10 10 73 0 0,-2 5 16 0 0,0 0 0 0 0,-2 1 0 0 0,0 0 1 0 0,7 22-1 0 0,19 37 216 0 0,-11-20-56 0 0,-22-48-219 0 0,1 0 0 0 0,1-1 0 0 0,0 1 0 0 0,0-1 0 0 0,0 0 0 0 0,11 14 0 0 0,-11-18-90 0 0,-1 0 0 0 0,0 1 0 0 0,0-1-1 0 0,0 1 1 0 0,-1-1 0 0 0,0 1 0 0 0,0 0 0 0 0,0 0 0 0 0,0 0 0 0 0,-1 0-1 0 0,0 0 1 0 0,0 0 0 0 0,0 0 0 0 0,0 0 0 0 0,-1 1 0 0 0,0 7 0 0 0,-1-14-97 0 0,1 0 1 0 0,-1 0 0 0 0,1 0-1 0 0,0 1 1 0 0,-1-1 0 0 0,1 0-1 0 0,-1 0 1 0 0,0 1 0 0 0,1-1-1 0 0,-1 0 1 0 0,1 1 0 0 0,-1-1 0 0 0,0 0-1 0 0,0 1 1 0 0,1-1 0 0 0,-1 1-1 0 0,0-1 1 0 0,0 1 0 0 0,0 0-1 0 0,0-1 1 0 0,0 1 0 0 0,1 0-1 0 0,-2-1 1 0 0,-29-7-403 0 0,18 5-195 0 0,-47-20-3027 0 0,30 14 1667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8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50 1681 0 0,'-30'0'2161'0'0,"30"8"2721"0"0,30-16-4322 0 0,30 8-80 0 0,1 0-239 0 0,-1-6-241 0 0,31 6-401 0 0,-31-13-559 0 0,-30 7-881 0 0,0-7-640 0 0,0 1 80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1 344 1761 0 0,'0'0'1521'0'0,"0"1"-1380"0"0,0-1 0 0 0,0 0 0 0 0,0 0 1 0 0,0 1-1 0 0,0-1 0 0 0,-1 0 0 0 0,1 1 1 0 0,0-1-1 0 0,0 0 0 0 0,0 1 0 0 0,0-1 1 0 0,0 1-1 0 0,0-1 0 0 0,0 0 0 0 0,0 1 1 0 0,0-1-1 0 0,0 0 0 0 0,0 1 0 0 0,1-1 1 0 0,-1 0-1 0 0,0 1 0 0 0,0-1 1 0 0,0 0-1 0 0,0 0 0 0 0,0 1 0 0 0,1-1 1 0 0,-1 0-1 0 0,0 1 0 0 0,0-1 0 0 0,1 0 1 0 0,-1 0-1 0 0,0 0 0 0 0,0 1 0 0 0,1-1 1 0 0,-1 0-1 0 0,0 0 0 0 0,0 0 0 0 0,1 1 1 0 0,5-1-76 0 0,-1-1 1 0 0,1 1 0 0 0,-1-1 0 0 0,0 0 0 0 0,0-1-1 0 0,1 1 1 0 0,-1-1 0 0 0,0 0 0 0 0,0 0-1 0 0,-1-1 1 0 0,1 1 0 0 0,0-1 0 0 0,-1 0 0 0 0,0 0-1 0 0,1-1 1 0 0,-1 1 0 0 0,-1-1 0 0 0,1 0-1 0 0,0 0 1 0 0,-1 0 0 0 0,4-6 0 0 0,-2 1 46 0 0,0 0 0 0 0,-1 0 0 0 0,1-1 1 0 0,-2 1-1 0 0,1-1 0 0 0,-2 0 0 0 0,1 0 1 0 0,-1 0-1 0 0,-1-1 0 0 0,0 1 0 0 0,0-14 1 0 0,-1 22-76 0 0,0-1 1 0 0,1 0 0 0 0,-1 0 0 0 0,1 0-1 0 0,-1 0 1 0 0,1 0 0 0 0,0 0 0 0 0,0 1-1 0 0,0-1 1 0 0,1 0 0 0 0,-1 1 0 0 0,1-1-1 0 0,3-4 1 0 0,-4 5 7 0 0,1 0 0 0 0,0 0 0 0 0,-1-1 0 0 0,0 1 0 0 0,1-1 0 0 0,-1 1 1 0 0,0-1-1 0 0,0 1 0 0 0,-1-1 0 0 0,1 0 0 0 0,-1 1 0 0 0,1-1 0 0 0,-1-5 0 0 0,0-49 968 0 0,1 57-1006 0 0,-1-1 0 0 0,0 0 1 0 0,0 1-1 0 0,0-1 0 0 0,0 0 0 0 0,1 1 1 0 0,-1-1-1 0 0,0 1 0 0 0,1-1 1 0 0,-1 0-1 0 0,0 1 0 0 0,1-1 0 0 0,-1 1 1 0 0,1-1-1 0 0,-1 1 0 0 0,1-1 1 0 0,-1 1-1 0 0,1-1 0 0 0,-1 1 0 0 0,1 0 1 0 0,0-1-1 0 0,-1 1 0 0 0,1 0 0 0 0,-1-1 1 0 0,1 1-1 0 0,0 0 0 0 0,-1 0 1 0 0,1 0-1 0 0,0-1 0 0 0,-1 1 0 0 0,1 0 1 0 0,1 0-1 0 0,-2 0-1 0 0,1 0 0 0 0,-1 0 0 0 0,1 0 0 0 0,0 0 1 0 0,-1 0-1 0 0,1 0 0 0 0,-1 0 0 0 0,1-1 0 0 0,-1 1 0 0 0,1 0 0 0 0,0 0 0 0 0,-1-1 0 0 0,1 1 0 0 0,-1 0 1 0 0,1-1-1 0 0,-1 1 0 0 0,0 0 0 0 0,1-1 0 0 0,-1 1 0 0 0,1-1 0 0 0,-1 1 0 0 0,0 0 0 0 0,1-1 1 0 0,-1 1-1 0 0,0-1 0 0 0,1 0 0 0 0,-1 1 0 0 0,0-1 0 0 0,0 1 0 0 0,1-2 0 0 0,-1 1 87 0 0,-1 3-86 0 0,1-1 1 0 0,0 0-1 0 0,0 1 1 0 0,0-1 0 0 0,0 0-1 0 0,0 1 1 0 0,0-1 0 0 0,1 0-1 0 0,-1 1 1 0 0,0-1 0 0 0,1 0-1 0 0,-1 1 1 0 0,1-1-1 0 0,-1 0 1 0 0,1 0 0 0 0,1 2-1 0 0,4-3 10 0 0,-5 0-12 0 0,-1 0-1 0 0,1 0 0 0 0,0 0 0 0 0,-1 0 1 0 0,1 0-1 0 0,-1 0 0 0 0,1 0 0 0 0,0 0 1 0 0,-1 0-1 0 0,1 0 0 0 0,-1 0 0 0 0,1 0 0 0 0,0 0 1 0 0,-1 0-1 0 0,1 1 0 0 0,-1-1 0 0 0,1 0 1 0 0,-1 0-1 0 0,1 1 0 0 0,0-1 0 0 0,-1 0 1 0 0,1 1-1 0 0,-1-1 0 0 0,0 0 0 0 0,1 1 0 0 0,-1-1 1 0 0,1 1-1 0 0,-1-1 0 0 0,0 1 0 0 0,1-1 1 0 0,-1 1-1 0 0,0-1 0 0 0,1 1 0 0 0,-1-1 1 0 0,0 1-1 0 0,0 0 0 0 0,0-1 0 0 0,1 1 0 0 0,-1-1 1 0 0,0 1-1 0 0,0 0 0 0 0,0-1 0 0 0,0 1 1 0 0,0 0-1 0 0,0 0 0 0 0,0 0 0 0 0,0 0 0 0 0,0 0 0 0 0,0 0 0 0 0,1-1 0 0 0,-1 1 0 0 0,0 0 0 0 0,0 0 0 0 0,1 0 0 0 0,-1-1 0 0 0,1 1 1 0 0,-1 0-1 0 0,0 0 0 0 0,1-1 0 0 0,0 1 0 0 0,-1 0 0 0 0,1-1 0 0 0,-1 1 0 0 0,1-1 0 0 0,0 1 0 0 0,-1-1 0 0 0,1 1 0 0 0,0-1 0 0 0,0 1 0 0 0,-1-1 0 0 0,3 1 1 0 0,-2-1-3 0 0,0 1 1 0 0,0-1 0 0 0,0 1-1 0 0,-1-1 1 0 0,1 1 0 0 0,0 0-1 0 0,0-1 1 0 0,0 1 0 0 0,0 0-1 0 0,-1 0 1 0 0,1-1 0 0 0,0 1 0 0 0,-1 0-1 0 0,1 0 1 0 0,0 0 0 0 0,-1 0-1 0 0,1 0 1 0 0,-1 0 0 0 0,1 0-1 0 0,-1 0 1 0 0,0 0 0 0 0,0 0-1 0 0,1 0 1 0 0,-1 0 0 0 0,0 0 0 0 0,0 0-1 0 0,0 2 1 0 0,0-2-1 0 0,0 0 0 0 0,0 0 0 0 0,0 0-1 0 0,1 0 1 0 0,-1 0 0 0 0,0 0 0 0 0,0 0 0 0 0,1 0 0 0 0,-1 0 0 0 0,1 0 0 0 0,-1 0 0 0 0,1 0 0 0 0,-1 0-1 0 0,1 0 1 0 0,0-1 0 0 0,-1 1 0 0 0,1 0 0 0 0,0 0 0 0 0,0-1 0 0 0,-1 1 0 0 0,1 0 0 0 0,0-1 0 0 0,2 2-1 0 0,-2-2-4 0 0,0 1-1 0 0,0 0 0 0 0,0 0 0 0 0,0-1 1 0 0,0 1-1 0 0,0 0 0 0 0,0 0 0 0 0,0 0 0 0 0,0 0 1 0 0,0 0-1 0 0,-1 1 0 0 0,1-1 0 0 0,0 0 0 0 0,-1 0 1 0 0,1 0-1 0 0,-1 1 0 0 0,1-1 0 0 0,-1 0 1 0 0,1 1-1 0 0,-1-1 0 0 0,0 0 0 0 0,0 1 0 0 0,0-1 1 0 0,0 2-1 0 0,0-4-77 0 0,0-29-320 0 0,0 29 320 0 0,0 27-160 0 0,0-24 245 0 0,0 0 0 0 0,-1 0 0 0 0,1 0 0 0 0,0 0 0 0 0,0 0 0 0 0,1 0 1 0 0,-1 0-1 0 0,0 0 0 0 0,1 0 0 0 0,-1-1 0 0 0,1 1 0 0 0,-1 0 0 0 0,1 0 1 0 0,0 0-1 0 0,0-1 0 0 0,0 1 0 0 0,0 0 0 0 0,0-1 0 0 0,0 1 0 0 0,0-1 1 0 0,1 1-1 0 0,-1-1 0 0 0,1 0 0 0 0,-1 1 0 0 0,3 1 0 0 0,1 1 8 0 0,-4-4-12 0 0,0 1 0 0 0,-1 0-1 0 0,1-1 1 0 0,-1 1 0 0 0,1 0-1 0 0,-1-1 1 0 0,1 1 0 0 0,-1 0-1 0 0,0 0 1 0 0,1 0 0 0 0,-1-1-1 0 0,0 1 1 0 0,1 0 0 0 0,-1 0-1 0 0,0 0 1 0 0,0 0 0 0 0,0 0-1 0 0,0 0 1 0 0,0-1 0 0 0,0 1-1 0 0,0 0 1 0 0,0 0 0 0 0,0 0-1 0 0,-1 0 1 0 0,1 1 0 0 0,-1-1 1 0 0,1 0 1 0 0,0 0-1 0 0,0-1 0 0 0,-1 1 1 0 0,1 0-1 0 0,0 0 1 0 0,0 0-1 0 0,0 0 0 0 0,0 0 1 0 0,0-1-1 0 0,0 1 1 0 0,0 0-1 0 0,1 0 0 0 0,-1 0 1 0 0,0 0-1 0 0,0-1 1 0 0,1 1-1 0 0,-1 0 0 0 0,0 0 1 0 0,1-1-1 0 0,-1 1 1 0 0,1 0-1 0 0,-1 0 0 0 0,1-1 1 0 0,0 2-1 0 0,8 4 9 0 0,-8-5-11 0 0,0-1 0 0 0,1 1 0 0 0,-1 0 0 0 0,0 0 0 0 0,0-1 0 0 0,0 1 0 0 0,0 0 0 0 0,0 0 1 0 0,-1 0-1 0 0,1 0 0 0 0,0 1 0 0 0,0-1 0 0 0,-1 0 0 0 0,1 0 0 0 0,0 0 0 0 0,-1 1 0 0 0,1-1 1 0 0,-1 0-1 0 0,0 0 0 0 0,1 1 0 0 0,-1-1 0 0 0,0 0 0 0 0,0 1 0 0 0,0-1 0 0 0,0 0 0 0 0,0 1 1 0 0,0 2-1 0 0,-1 3 0 0 0,1-4 0 0 0,-1-1 0 0 0,1 1 0 0 0,0-1 0 0 0,-1 1 0 0 0,1-1 0 0 0,1 1 0 0 0,-1 0 0 0 0,0-1 0 0 0,1 1 0 0 0,-1-1 0 0 0,1 1 0 0 0,0-1 0 0 0,0 0 0 0 0,2 5 0 0 0,1-3 1 0 0,-2-3 1 0 0,0 0 0 0 0,-1 0 0 0 0,1 1 0 0 0,-1-1 0 0 0,1 1 0 0 0,-1-1 0 0 0,0 1 0 0 0,0-1 0 0 0,1 1 0 0 0,-1 0 0 0 0,0-1 0 0 0,-1 1 0 0 0,1 0 0 0 0,0 0 0 0 0,0 0 0 0 0,-1 0 0 0 0,1 0 0 0 0,-1 0 0 0 0,0 0 0 0 0,1 0 0 0 0,-1 0 0 0 0,0 0 0 0 0,0 0 0 0 0,0 0 0 0 0,-1 3 0 0 0,1-2-35 0 0,0-1-1 0 0,0 1 1 0 0,1-1-1 0 0,-1 0 1 0 0,1 1-1 0 0,0-1 1 0 0,-1 1-1 0 0,1-1 1 0 0,0 0 0 0 0,1 0-1 0 0,-1 1 1 0 0,0-1-1 0 0,1 0 1 0 0,2 3-1 0 0,-2-3-43 0 0,-1 0-1 0 0,1 0 0 0 0,-1 0 0 0 0,0 0 1 0 0,0 0-1 0 0,1 0 0 0 0,-2 0 1 0 0,1 0-1 0 0,0 0 0 0 0,0 0 0 0 0,-1 0 1 0 0,1 1-1 0 0,-1-1 0 0 0,1 4 1 0 0,-1-5 7 0 0,0 0 0 0 0,0 0 0 0 0,0 0 1 0 0,1 0-1 0 0,-1-1 0 0 0,0 1 0 0 0,0 0 1 0 0,1 0-1 0 0,-1 0 0 0 0,0-1 0 0 0,1 1 1 0 0,-1 0-1 0 0,1 0 0 0 0,-1-1 0 0 0,1 1 0 0 0,-1-1 1 0 0,1 1-1 0 0,0 0 0 0 0,-1-1 0 0 0,1 1 1 0 0,0-1-1 0 0,-1 1 0 0 0,1-1 0 0 0,0 0 1 0 0,0 1-1 0 0,-1-1 0 0 0,1 0 0 0 0,0 1 1 0 0,0-1-1 0 0,0 0 0 0 0,0 0 0 0 0,-1 0 1 0 0,1 0-1 0 0,0 0 0 0 0,0 0 0 0 0,1 0 1 0 0,1 1-205 0 0,27 7-4782 0 0,-55-15 334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1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1 720 0 0,'0'0'4242'0'0,"0"6"-2721"0"0,-30-6-7044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207 104 160 0 0,'0'-96'5803'0'0,"-1"95"-5787"0"0,0 0 0 0 0,1 1-1 0 0,-1-1 1 0 0,0 1 0 0 0,0-1 0 0 0,0 1 0 0 0,1-1 0 0 0,-1 1 0 0 0,0-1 0 0 0,0 1 0 0 0,0 0 0 0 0,0-1 0 0 0,0 1 0 0 0,0 0-1 0 0,0 0 1 0 0,0 0 0 0 0,0 0 0 0 0,0 0 0 0 0,0 0 0 0 0,0 0 0 0 0,0 0 0 0 0,0 0 0 0 0,0 0 0 0 0,-2 1 0 0 0,-2-1-1 0 0,10 5 12 0 0,8-4 52 0 0,-26 0 15 0 0,12-1-84 0 0,1 0-1 0 0,0 0 0 0 0,-1 0 0 0 0,1 0 0 0 0,0 1 0 0 0,-1-1 0 0 0,1 0 1 0 0,0 0-1 0 0,0 0 0 0 0,-1 0 0 0 0,1 1 0 0 0,0-1 0 0 0,0 0 1 0 0,-1 0-1 0 0,1 1 0 0 0,0-1 0 0 0,0 0 0 0 0,0 1 0 0 0,-1-1 1 0 0,1 0-1 0 0,0 0 0 0 0,0 1 0 0 0,0-1 0 0 0,0 0 0 0 0,0 1 1 0 0,0-1-1 0 0,0 0 0 0 0,0 1 0 0 0,0-1 0 0 0,0 0 0 0 0,0 1 0 0 0,0-1 1 0 0,0 0-1 0 0,0 1 0 0 0,0-1 0 0 0,0 0 0 0 0,0 1 0 0 0,0-1 1 0 0,0 0-1 0 0,0 1 0 0 0,1-1 0 0 0,-1 1 6 0 0,0-1 1 0 0,0 0-1 0 0,0 1 0 0 0,0-1 1 0 0,0 0-1 0 0,1 1 0 0 0,-1-1 0 0 0,0 0 1 0 0,0 1-1 0 0,0-1 0 0 0,0 0 1 0 0,0 1-1 0 0,0-1 0 0 0,0 0 1 0 0,0 1-1 0 0,0-1 0 0 0,-1 0 0 0 0,1 1 1 0 0,0-1-1 0 0,0 0 0 0 0,0 1 1 0 0,0-1-1 0 0,0 0 0 0 0,0 0 0 0 0,-1 1 1 0 0,1-1-1 0 0,0 0 0 0 0,0 0 1 0 0,-1 1-1 0 0,1-1 0 0 0,0 0 1 0 0,0 0-1 0 0,-1 1 0 0 0,1-1 0 0 0,0 0 1 0 0,0 0-1 0 0,-1 0 0 0 0,1 0 1 0 0,0 1-1 0 0,-1-1 0 0 0,1 0 0 0 0,-7 0 21 0 0,7 0-31 0 0,-1 0 0 0 0,0 0 0 0 0,1 0 0 0 0,-1 0 0 0 0,1 0 0 0 0,-1-1 0 0 0,0 1 0 0 0,1 1 0 0 0,-1-1 0 0 0,0 0 0 0 0,1 0 0 0 0,-1 0 0 0 0,1 0 0 0 0,-1 0 0 0 0,1 0 0 0 0,-1 1 0 0 0,0-1 0 0 0,1 0 0 0 0,-1 1 0 0 0,1-1 0 0 0,-1 0 0 0 0,1 1 0 0 0,-1-1 0 0 0,1 0 0 0 0,-1 1 0 0 0,1-1 0 0 0,0 1 0 0 0,-1-1 0 0 0,1 1 0 0 0,-1-1 0 0 0,1 1 0 0 0,0-1 0 0 0,0 1 0 0 0,-1 0 0 0 0,1-1 0 0 0,0 1 0 0 0,0-1 0 0 0,0 1 0 0 0,0 0 0 0 0,-1 0 0 0 0,-4 1 75 0 0,0 1-58 0 0,-1 0 0 0 0,0 1 1 0 0,1-1-1 0 0,0 1 1 0 0,0 0-1 0 0,0 0 1 0 0,0 1-1 0 0,0-1 1 0 0,1 1-1 0 0,0 0 0 0 0,0 0 1 0 0,1 1-1 0 0,-1-1 1 0 0,1 1-1 0 0,0 0 1 0 0,1 0-1 0 0,-1 0 0 0 0,1 0 1 0 0,0 0-1 0 0,1 0 1 0 0,-2 11-1 0 0,3 0 51 0 0,1-11-43 0 0,-1 0-1 0 0,0-1 0 0 0,0 1 0 0 0,-1 0 0 0 0,0 0 1 0 0,0-1-1 0 0,-2 9 0 0 0,-6 5 46 0 0,6-13-58 0 0,1-1 0 0 0,0 1 0 0 0,0-1 0 0 0,0 1-1 0 0,0 0 1 0 0,1 0 0 0 0,0 0 0 0 0,0 10 0 0 0,1 1-64 0 0,-3 31 143 0 0,3-46-144 0 0,0-1 0 0 0,-1 1 0 0 0,1 0-1 0 0,-1-1 1 0 0,0 1 0 0 0,1 0 0 0 0,-1-1 0 0 0,0 1 0 0 0,0-1 0 0 0,0 0 0 0 0,0 1 0 0 0,0-1 0 0 0,0 0 0 0 0,0 1 0 0 0,-1-1 0 0 0,1 0 0 0 0,0 0 0 0 0,-1 0-1 0 0,1 0 1 0 0,-3 1 0 0 0,5-3-95 0 0,1 0 1 0 0,0 0-1 0 0,0 0 0 0 0,0 0 0 0 0,-1 0 0 0 0,1-1 0 0 0,-1 1 1 0 0,1-1-1 0 0,-1 1 0 0 0,1-1 0 0 0,-1 1 0 0 0,2-4 0 0 0,5-5-1068 0 0,17-10-1230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78 1601 0 0,'-85'-20'4362'0'0,"80"13"-4152"0"0,5 7-191 0 0,0 0 0 0 0,0-1-1 0 0,1 1 1 0 0,-2 0 0 0 0,1 0-1 0 0,0-1 1 0 0,0 1 0 0 0,0 0-1 0 0,0 0 1 0 0,0-1 0 0 0,0 1-1 0 0,0 0 1 0 0,0 0 0 0 0,0-1-1 0 0,0 1 1 0 0,0 0 0 0 0,-1 0 0 0 0,1-1-1 0 0,0 1 1 0 0,0 0 0 0 0,0 0-1 0 0,0 0 1 0 0,-1 0 0 0 0,1-1-1 0 0,0 1 1 0 0,0 0 0 0 0,-1 0-1 0 0,1 0 1 0 0,0 0 0 0 0,0 0-1 0 0,0 0 1 0 0,-1-1 0 0 0,1 1-1 0 0,0 0 1 0 0,0 0 0 0 0,-1 0-1 0 0,1 0 1 0 0,-51-11 782 0 0,46 10-721 0 0,0 0 0 0 0,-9-4 728 0 0,29 3-413 0 0,51 3-181 0 0,-37 0-31 0 0,89 1 195 0 0,126-5-1116 0 0,-189-8-2850 0 0,-55 11 3551 0 0,0 0 1 0 0,0 0-1 0 0,0 0 0 0 0,0 0 1 0 0,-1 0-1 0 0,1 0 0 0 0,0 0 1 0 0,0 0-1 0 0,0 0 1 0 0,0 0-1 0 0,0-1 0 0 0,0 1 1 0 0,-1 0-1 0 0,1 0 0 0 0,0 0 1 0 0,0 0-1 0 0,0 0 0 0 0,0 0 1 0 0,0 0-1 0 0,0 0 1 0 0,0-1-1 0 0,0 1 0 0 0,-1 0 1 0 0,1 0-1 0 0,0 0 0 0 0,0 0 1 0 0,0 0-1 0 0,0-1 0 0 0,0 1 1 0 0,0 0-1 0 0,0 0 1 0 0,0 0-1 0 0,0 0 0 0 0,0-1 1 0 0,0 1-1 0 0,0 0 0 0 0,0 0 1 0 0,0 0-1 0 0,0 0 1 0 0,0 0-1 0 0,0-1 0 0 0,0 1 1 0 0,0 0-1 0 0,0 0 0 0 0,1 0 1 0 0,-1 0-1 0 0,0 0 0 0 0,0-1 1 0 0,0 1-1 0 0,0 0 1 0 0,0 0-1 0 0,0 0 0 0 0,0 0 1 0 0,0 0-1 0 0,1 0 0 0 0,-1 0 1 0 0,0 0-1 0 0,0-1 0 0 0,0 1 1 0 0,0 0-1 0 0,0 0 1 0 0,1 0-1 0 0,-1 0 0 0 0,0 0 1 0 0,0 0-1 0 0,0 0 0 0 0,-25-6-2444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1 485 80 0 0,'25'0'1868'0'0,"-19"-11"2251"0"0,-2 3-3823 0 0,-2 6-250 0 0,0 0 1 0 0,1-1-1 0 0,-1 1 1 0 0,0 0-1 0 0,-1-1 0 0 0,1 1 1 0 0,0-1-1 0 0,-1 1 0 0 0,1-1 1 0 0,-1 0-1 0 0,0 0 1 0 0,0 0-1 0 0,0 0 0 0 0,0 0 1 0 0,0 1-1 0 0,-1-2 1 0 0,1 1-1 0 0,-1 0 0 0 0,0 0 1 0 0,0 0-1 0 0,0 0 1 0 0,-1-6-1 0 0,1-228 1475 0 0,0 234-1505 0 0,0 1 0 0 0,-1 0 1 0 0,1-1-1 0 0,0 1 1 0 0,-1-1-1 0 0,0 1 0 0 0,0 0 1 0 0,1-1-1 0 0,-1 1 0 0 0,0 0 1 0 0,-1 0-1 0 0,1 0 0 0 0,0 0 1 0 0,-1 0-1 0 0,-1-3 0 0 0,1 4-2 0 0,1-1 0 0 0,-1 0-1 0 0,1 0 1 0 0,-1 0 0 0 0,1 0-1 0 0,0-1 1 0 0,0 1 0 0 0,0 0-1 0 0,0 0 1 0 0,1-1 0 0 0,-1 1-1 0 0,1 0 1 0 0,-1-1 0 0 0,1 1-1 0 0,0-4 1 0 0,3-36 142 0 0,-2 40-151 0 0,0 0 0 0 0,-1 0 1 0 0,1 1-1 0 0,0-1 0 0 0,0 0 0 0 0,0 1 1 0 0,1-1-1 0 0,-1 1 0 0 0,0-1 1 0 0,1 1-1 0 0,-1-1 0 0 0,1 1 0 0 0,-1 0 1 0 0,1 0-1 0 0,2-2 0 0 0,0-6 4 0 0,-4 9-7 0 0,0 0 0 0 0,0 0 0 0 0,0-1 0 0 0,0 1 0 0 0,0 0 0 0 0,0 0-1 0 0,0 0 1 0 0,0-1 0 0 0,0 1 0 0 0,1 0 0 0 0,-1 0 0 0 0,0 0 0 0 0,0-1 0 0 0,0 1 0 0 0,0 0 0 0 0,0 0 0 0 0,0 0 0 0 0,0-1 0 0 0,0 1 0 0 0,0 0 0 0 0,1 0 0 0 0,-1 0 0 0 0,0 0 0 0 0,0-1 0 0 0,0 1 0 0 0,0 0 0 0 0,1 0 0 0 0,-1 0 0 0 0,0 0 0 0 0,0 0 0 0 0,0 0 0 0 0,1 0 0 0 0,-1 0 0 0 0,0 0 0 0 0,0-1 0 0 0,0 1 0 0 0,1 0 0 0 0,-1 0 0 0 0,0 0 0 0 0,0 0 0 0 0,0 0 0 0 0,1 0-1 0 0,28 4 33 0 0,0 1-1 0 0,0 1 1 0 0,-1 1-1 0 0,1 2 0 0 0,-2 0 1 0 0,1 2-1 0 0,-2 2 0 0 0,1 0 1 0 0,38 27-1 0 0,-61-37-28 0 0,-1 0 0 0 0,1 0 0 0 0,-1 0 0 0 0,1 1 0 0 0,-1-1 0 0 0,0 1 0 0 0,-1 0 1 0 0,4 5-1 0 0,-5-8-2 0 0,-1 1 0 0 0,1-1 1 0 0,0 1-1 0 0,-1 0 1 0 0,1-1-1 0 0,-1 1 1 0 0,0 0-1 0 0,1-1 0 0 0,-1 1 1 0 0,0 0-1 0 0,0-1 1 0 0,0 1-1 0 0,0 0 1 0 0,-1 0-1 0 0,1-1 0 0 0,-1 3 1 0 0,0-1-2 0 0,-1 0 0 0 0,0-1 0 0 0,1 1 0 0 0,-1-1 0 0 0,0 0 0 0 0,0 1 0 0 0,-1-1 0 0 0,1 0 0 0 0,0 0 0 0 0,-1 0 0 0 0,1-1 0 0 0,-1 1 0 0 0,0 0 0 0 0,1-1 0 0 0,-1 0 1 0 0,0 0-1 0 0,0 0 0 0 0,0 0 0 0 0,0 0 0 0 0,-5 0 0 0 0,-25 5 45 0 0,0-3 1 0 0,-1 0 0 0 0,1-2-1 0 0,-1-2 1 0 0,1-1 0 0 0,-64-13-1 0 0,82 9 3 0 0,-10 0 127 0 0,40 6-165 0 0,161 0-117 0 0,-91 9-2 0 0,122 27 0 0 0,-152-18 94 0 0,-54-18 13 0 0,-1 0 0 0 0,1 0 1 0 0,-1 0-1 0 0,1 0 0 0 0,-1 0 0 0 0,1 1 1 0 0,0-1-1 0 0,-1 0 0 0 0,1 0 1 0 0,-1 1-1 0 0,1-1 0 0 0,-1 0 0 0 0,1 1 1 0 0,-1-1-1 0 0,0 1 0 0 0,1-1 0 0 0,-1 1 1 0 0,1-1-1 0 0,-1 1 0 0 0,0-1 1 0 0,0 1-1 0 0,1-1 0 0 0,-1 1 0 0 0,0-1 1 0 0,0 1-1 0 0,1-1 0 0 0,-1 1 1 0 0,0-1-1 0 0,0 1 0 0 0,0 0 0 0 0,0-1 1 0 0,0 1-1 0 0,0-1 0 0 0,0 1 0 0 0,0 0 1 0 0,0-1-1 0 0,0 1 0 0 0,0-1 1 0 0,0 1-1 0 0,-1-1 0 0 0,1 1 0 0 0,0 0 1 0 0,0-1-1 0 0,0 1 0 0 0,-1-1 1 0 0,1 1-1 0 0,0-1 0 0 0,-1 1 0 0 0,1-1 1 0 0,-1 0-1 0 0,1 1 0 0 0,0-1 0 0 0,-1 1 1 0 0,0-1-1 0 0,-29 17 60 0 0,29-16-55 0 0,-239 80 322 0 0,123-46-121 0 0,64-22-180 0 0,3-2-67 0 0,45-8-683 0 0,22-4-818 0 0,-11 0 1139 0 0,0 0 1 0 0,0-1-1 0 0,0 1 0 0 0,0-1 0 0 0,-1-1 0 0 0,1 1 0 0 0,0-1 0 0 0,-1 0 0 0 0,9-6 1 0 0,16-9-1572 0 0,25-11-441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1281 0 0,'0'0'6336'0'0,"5"0"-5883"0"0,402 20-52 0 0,-381-24-1076 0 0,-26 4 661 0 0,0 0 0 0 0,1 0-1 0 0,-1 0 1 0 0,0 0 0 0 0,0 0 0 0 0,1 0-1 0 0,-1 0 1 0 0,0 0 0 0 0,0-1-1 0 0,0 1 1 0 0,1 0 0 0 0,-1 0-1 0 0,0 0 1 0 0,0 0 0 0 0,0-1 0 0 0,0 1-1 0 0,1 0 1 0 0,-1 0 0 0 0,0 0-1 0 0,0-1 1 0 0,0 1 0 0 0,0 0-1 0 0,0 0 1 0 0,0 0 0 0 0,0-1-1 0 0,1 1 1 0 0,-1 0 0 0 0,0 0 0 0 0,0-1-1 0 0,0 1 1 0 0,0 0 0 0 0,0 0-1 0 0,0-1 1 0 0,0 1 0 0 0,0 0-1 0 0,0 0 1 0 0,0-1 0 0 0,-1 1 0 0 0,1 0-1 0 0,0-1 1 0 0,-2-1-325 0 0,0 0 1 0 0,0 0-1 0 0,0 1 1 0 0,0-1 0 0 0,0 0-1 0 0,0 1 1 0 0,-1-1-1 0 0,1 1 1 0 0,-1 0-1 0 0,1 0 1 0 0,-4-1-1 0 0,-19-4-1688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0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6 720 0 0,'-55'15'3684'0'0,"10"-3"-1755"0"0,42-10-935 0 0,21-4 176 0 0,31-3-766 0 0,0 3 0 0 0,64 4 0 0 0,46-1-1168 0 0,-131-3-967 0 0,51-10 0 0 0,-34 4-964 0 0,-35 2 227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1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72 400 0 0,'0'0'1654'0'0,"1"-6"4027"0"0,-7-1-5492 0 0,-15 2-16 0 0,21 5-159 0 0,0 0 0 0 0,0 0 1 0 0,-1 0-1 0 0,1-1 0 0 0,0 1 0 0 0,-1 0 1 0 0,1 0-1 0 0,0 0 0 0 0,0 0 0 0 0,-1-1 1 0 0,1 1-1 0 0,0 0 0 0 0,0 0 0 0 0,0-1 0 0 0,-1 1 1 0 0,1 0-1 0 0,0 0 0 0 0,0-1 0 0 0,0 1 1 0 0,0 0-1 0 0,-1 0 0 0 0,1-1 0 0 0,0 1 1 0 0,0 0-1 0 0,0-1 0 0 0,0 1 0 0 0,0 0 0 0 0,0-1 1 0 0,0 1-1 0 0,0 0 0 0 0,0-1 0 0 0,0 1 1 0 0,0 0-1 0 0,0 0 0 0 0,0-1 0 0 0,0 1 1 0 0,0 0-1 0 0,0-1 0 0 0,0 1 0 0 0,1 0 0 0 0,-1-1 1 0 0,0 1-1 0 0,0 0 0 0 0,0 0 0 0 0,0-1 1 0 0,1 1-1 0 0,-1 0 0 0 0,0 0 0 0 0,0 0 0 0 0,1-1 1 0 0,-1 1-1 0 0,0 0 0 0 0,0 0 0 0 0,1 0 1 0 0,-1-1-1 0 0,0 1 0 0 0,0 0 0 0 0,1 0 1 0 0,-1 0-1 0 0,26-6 626 0 0,-1 6 14 0 0,186 1 319 0 0,-32-5-511 0 0,-99 5 21 0 0,83-11 0 0 0,-32-1 564 0 0,156 8 1 0 0,-162 4-262 0 0,15-1-1199 0 0,-130-7-2922 0 0,6 6-1860 0 0,-37 8 1346 0 0,-9 0 1194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1:1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2801 0 0,'-86'18'4095'0'0,"107"-22"-3067"0"0,-16 4-948 0 0,0 0 0 0 0,22 0 84 0 0,-6 1-41 0 0,0-2-1 0 0,0 0 0 0 0,29-5 0 0 0,-43 5-91 0 0,0-1 0 0 0,0 1 0 0 0,-1 1 0 0 0,1-1 0 0 0,0 1-1 0 0,0 0 1 0 0,9 2 0 0 0,16 0 96 0 0,127 6 622 0 0,0 6 0 0 0,164 38 1 0 0,-125-18-437 0 0,-178-30-300 0 0,-1-2 1 0 0,1 0-1 0 0,0-1 0 0 0,0-1 1 0 0,27-3-1 0 0,-46 2-95 0 0,0-1 1 0 0,0 0-1 0 0,-1 1 0 0 0,1-1 1 0 0,0 0-1 0 0,-1 0 0 0 0,1 0 0 0 0,-1 1 1 0 0,0-1-1 0 0,0 0 0 0 0,0 0 1 0 0,0 0-1 0 0,0 0 0 0 0,0 1 0 0 0,0-1 1 0 0,0 0-1 0 0,-1 0 0 0 0,1 0 1 0 0,-1 0-1 0 0,1 1 0 0 0,-1-1 1 0 0,0 0-1 0 0,-1-1 0 0 0,-28-16-1852 0 0,-25-5-1681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119 119 1201 0 0,'151'-43'5295'0'0,"25"5"-3094"0"0,-55 11-1774 0 0,-122 27-416 0 0,1-1 0 0 0,0 1 0 0 0,0 0 0 0 0,-1 0 0 0 0,1 0-1 0 0,0 0 1 0 0,0 0 0 0 0,0 0 0 0 0,-1 0 0 0 0,1 0 0 0 0,0 0 0 0 0,0-1 0 0 0,0 1-1 0 0,0 0 1 0 0,-1 0 0 0 0,1 0 0 0 0,0 0 0 0 0,0 0 0 0 0,0-1 0 0 0,0 1 0 0 0,0 0-1 0 0,0 0 1 0 0,0 0 0 0 0,-1-1 0 0 0,1 1 0 0 0,0 0 0 0 0,0 0 0 0 0,0 0 0 0 0,0-1-1 0 0,0 1 1 0 0,0 0 0 0 0,0 0 0 0 0,0-1 0 0 0,0 1 0 0 0,0 0 0 0 0,0 0 0 0 0,0 0-1 0 0,0-1 1 0 0,0 1 0 0 0,0 0 0 0 0,0 0 0 0 0,1 0 0 0 0,-1-1 0 0 0,0 1 0 0 0,0 0 0 0 0,0 0-1 0 0,0 0 1 0 0,0-1 0 0 0,0 1 0 0 0,0 0 0 0 0,1 0 0 0 0,-1 0 0 0 0,0 0 0 0 0,0 0-1 0 0,0-1 1 0 0,1 1 0 0 0,-1 0 0 0 0,0 0 0 0 0,0 0 0 0 0,0 0 0 0 0,1 0 0 0 0,-1 0-1 0 0,0 0 1 0 0,1 0 0 0 0,-37 3 198 0 0,0 2 1 0 0,1 2-1 0 0,-43 13 0 0 0,31-8-85 0 0,43-11-119 0 0,-27 5 66 0 0,0 1 0 0 0,1 2 0 0 0,0 1 0 0 0,0 1 0 0 0,1 2 0 0 0,0 1 0 0 0,-29 19 0 0 0,45-24-81 0 0,7-6-6 0 0,1 1 0 0 0,0-1 0 0 0,0 1 0 0 0,0 0-1 0 0,0 1 1 0 0,-5 6 0 0 0,9-10 12 0 0,0 1 0 0 0,0-1-1 0 0,0 1 1 0 0,0 0 0 0 0,1 0-1 0 0,-1-1 1 0 0,0 1 0 0 0,1 0-1 0 0,-1 0 1 0 0,1 0 0 0 0,0 0-1 0 0,0 0 1 0 0,0 0 0 0 0,0 0-1 0 0,0 0 1 0 0,0-1-1 0 0,0 1 1 0 0,1 0 0 0 0,-1 0-1 0 0,0 0 1 0 0,1 0 0 0 0,0 0-1 0 0,-1-1 1 0 0,1 1 0 0 0,0 0-1 0 0,2 2 1 0 0,2 3-11 0 0,-1 0 1 0 0,1-1-1 0 0,1 1 0 0 0,-1-1 0 0 0,1 0 0 0 0,0-1 1 0 0,0 0-1 0 0,1 0 0 0 0,0 0 0 0 0,0-1 0 0 0,0 0 1 0 0,0 0-1 0 0,15 5 0 0 0,5 0-151 0 0,0-2 0 0 0,48 7 0 0 0,-18-4-383 0 0,-50-8 435 0 0,27 6-557 0 0,0-1 0 0 0,1-2 0 0 0,0-2 1 0 0,41 0-1 0 0,10-3-1730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25 240 0 0,'0'0'51'0'0,"0"0"-1"0"0,0 0 1 0 0,0 0-1 0 0,0 0 1 0 0,0-1-1 0 0,0 1 1 0 0,1 0-1 0 0,-1 0 1 0 0,0 0-1 0 0,0 0 1 0 0,0 0-1 0 0,0 0 1 0 0,0-1-1 0 0,0 1 1 0 0,0 0-1 0 0,0 0 1 0 0,0 0-1 0 0,0 0 1 0 0,0 0-1 0 0,0-1 1 0 0,0 1-1 0 0,0 0 1 0 0,0 0-1 0 0,0 0 1 0 0,0 0-1 0 0,0 0 1 0 0,0 0-1 0 0,0-1 1 0 0,0 1-1 0 0,0 0 1 0 0,0 0-1 0 0,-1 0 1 0 0,1 0-1 0 0,0 0 1 0 0,0 0-1 0 0,0-1 1 0 0,0 1-1 0 0,0 0 1 0 0,0 0-1 0 0,0 0 1 0 0,0 0-1 0 0,-1 0 1 0 0,1 0-1 0 0,0 0 1 0 0,0 0-1 0 0,0 0 1 0 0,0 0-1 0 0,0 0 1 0 0,0 0-1 0 0,-1 0 1 0 0,1 0-1 0 0,0 0 1 0 0,0 0-1 0 0,0-1 1 0 0,0 1-1 0 0,0 1 1 0 0,-1-1-1 0 0,1 0 1 0 0,0 0-1 0 0,0 0 1 0 0,0 0-1 0 0,0 0 1 0 0,0 0-1 0 0,0 0 1 0 0,-1 0-1 0 0,1 0 1 0 0,0 0-1 0 0,0 0 1 0 0,0 0-1 0 0,-15-2 490 0 0,0 0-1 0 0,-1 1 1 0 0,1 1 0 0 0,0 0-1 0 0,0 2 1 0 0,-24 3 0 0 0,-88 25 124 0 0,121-29-634 0 0,0 1 0 0 0,0 0 0 0 0,0 0-1 0 0,1 0 1 0 0,-1 1 0 0 0,0 0 0 0 0,1 0 0 0 0,0 1-1 0 0,0-1 1 0 0,0 1 0 0 0,0 0 0 0 0,1 1 0 0 0,-1-1 0 0 0,1 1-1 0 0,0 0 1 0 0,-3 5 0 0 0,6-9-26 0 0,1 0 0 0 0,-1 1 0 0 0,1-1 0 0 0,-1 0 0 0 0,1 1 0 0 0,0-1 0 0 0,-1 0 0 0 0,1 1 0 0 0,0-1 0 0 0,0 0 0 0 0,0 1 0 0 0,0-1 0 0 0,1 0 0 0 0,-1 1 0 0 0,0-1 0 0 0,0 0 0 0 0,1 0 0 0 0,-1 1 0 0 0,1-1 0 0 0,-1 0 0 0 0,1 0 0 0 0,-1 1 0 0 0,1-1 0 0 0,0 0 0 0 0,0 0 0 0 0,-1 0 0 0 0,1 0 0 0 0,0 0 0 0 0,1 1 0 0 0,36 24 82 0 0,-28-19-52 0 0,0-2-10 0 0,0 0 0 0 0,0 0 0 0 0,0-1 0 0 0,1 0 0 0 0,0 0 0 0 0,0-1-1 0 0,0-1 1 0 0,0 0 0 0 0,0-1 0 0 0,0 0 0 0 0,0 0 0 0 0,1-1 0 0 0,-1-1 0 0 0,0 0 0 0 0,0 0-1 0 0,0-1 1 0 0,0-1 0 0 0,0 1 0 0 0,0-2 0 0 0,-1 0 0 0 0,1 0 0 0 0,-1-1 0 0 0,13-7 0 0 0,-20 9 7 0 0,-1 0 0 0 0,1 0 0 0 0,-1 0-1 0 0,1 0 1 0 0,-1-1 0 0 0,0 1 0 0 0,0-1 0 0 0,-1 1 0 0 0,1-1 0 0 0,-1 0 0 0 0,1 1 0 0 0,-1-1 0 0 0,0 0 0 0 0,-1 0 0 0 0,1 0 0 0 0,-1 0 0 0 0,1 0 0 0 0,-1 0 0 0 0,-1 0 0 0 0,0-6 0 0 0,1 3-69 0 0,-1 1 0 0 0,0-1 1 0 0,0 1-1 0 0,0 0 0 0 0,-1-1 1 0 0,0 1-1 0 0,-1 0 0 0 0,1 0 0 0 0,-1 0 1 0 0,0 0-1 0 0,-1 1 0 0 0,-4-8 1 0 0,5 12-163 0 0,0-1 0 0 0,0 0-1 0 0,0 1 1 0 0,0-1 0 0 0,0 1 0 0 0,0 0 0 0 0,0 0 0 0 0,0 0 0 0 0,0 0 0 0 0,-1 1 0 0 0,1-1 0 0 0,0 1 0 0 0,0 0-1 0 0,-1 0 1 0 0,1 0 0 0 0,0 1 0 0 0,0-1 0 0 0,-1 1 0 0 0,1-1 0 0 0,0 1 0 0 0,0 0 0 0 0,0 0 0 0 0,-6 3 0 0 0,8-2-20 0 0,1-1 0 0 0,-1 0 1 0 0,0 1-1 0 0,1-1 0 0 0,-1 0 1 0 0,1 1-1 0 0,0-1 0 0 0,-1 1 1 0 0,1-1-1 0 0,0 1 0 0 0,0-1 1 0 0,0 1-1 0 0,0-1 0 0 0,0 3 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33 181 1361 0 0,'0'-1'149'0'0,"0"0"1"0"0,0 0 0 0 0,0 1-1 0 0,0-1 1 0 0,0 0 0 0 0,0 0 0 0 0,-1 1-1 0 0,1-1 1 0 0,0 0 0 0 0,0 1-1 0 0,-1-1 1 0 0,1 0 0 0 0,0 1-1 0 0,-1-1 1 0 0,1 0 0 0 0,0 1-1 0 0,-1-1 1 0 0,1 1 0 0 0,-1-1 0 0 0,1 1-1 0 0,-1-1 1 0 0,0 1 0 0 0,1-1-1 0 0,-1 1 1 0 0,1-1 0 0 0,-1 1-1 0 0,0 0 1 0 0,1-1 0 0 0,-1 1 0 0 0,0 0-1 0 0,0 0 1 0 0,0-1-125 0 0,0 1-1 0 0,0-1 1 0 0,0 1-1 0 0,0 0 1 0 0,0-1-1 0 0,0 0 1 0 0,0 1-1 0 0,0-1 1 0 0,1 1-1 0 0,-1-1 1 0 0,0 0 0 0 0,0 0-1 0 0,1 1 1 0 0,-1-1-1 0 0,0 0 1 0 0,1 0-1 0 0,-1 0 1 0 0,1 0-1 0 0,-1 0 1 0 0,1 0-1 0 0,0 0 1 0 0,-1 0 0 0 0,1 0-1 0 0,0 0 1 0 0,0 0-1 0 0,0 0 1 0 0,-1 0-1 0 0,1 0 1 0 0,0 0-1 0 0,0 0 1 0 0,1-2 0 0 0,-2-9 122 0 0,0 7-132 0 0,1 1 1 0 0,-1 0-1 0 0,1 0 1 0 0,0 0-1 0 0,0 0 1 0 0,1 0-1 0 0,-1 0 1 0 0,1 0-1 0 0,0 0 1 0 0,0-1-1 0 0,3-5 1 0 0,0 6-26 0 0,1 0 0 0 0,0 0 1 0 0,-1 1-1 0 0,2-1 0 0 0,-1 1 0 0 0,0 1 0 0 0,0-1 1 0 0,1 1-1 0 0,0 0 0 0 0,-1 0 0 0 0,1 0 0 0 0,0 1 0 0 0,9-1 1 0 0,-10 1 11 0 0,-1 1 1 0 0,1 0 0 0 0,-1 0 0 0 0,1 1-1 0 0,-1-1 1 0 0,1 1 0 0 0,-1 0-1 0 0,1 0 1 0 0,-1 0 0 0 0,0 1 0 0 0,0 0-1 0 0,0-1 1 0 0,0 2 0 0 0,0-1 0 0 0,0 0-1 0 0,0 1 1 0 0,-1-1 0 0 0,1 1 0 0 0,-1 0-1 0 0,6 7 1 0 0,-2-2-1 0 0,-5-7 7 0 0,0 1 0 0 0,-1 0 0 0 0,1-1 0 0 0,-1 1 0 0 0,0 0 0 0 0,0 0 0 0 0,1 0 0 0 0,-1 0 0 0 0,0 0 0 0 0,0 0 0 0 0,-1 0 0 0 0,1 0 0 0 0,0 1 0 0 0,-1-1 0 0 0,1 0 0 0 0,-1 0 0 0 0,0 1 0 0 0,0 3 0 0 0,-4 23 164 0 0,3-28-161 0 0,1 0 0 0 0,-1-1 0 0 0,0 1 0 0 0,-1-1 0 0 0,1 1 0 0 0,0-1 0 0 0,0 0-1 0 0,0 1 1 0 0,0-1 0 0 0,0 0 0 0 0,0 0 0 0 0,0 0 0 0 0,0 0 0 0 0,-1 1 0 0 0,1-2-1 0 0,0 1 1 0 0,-2 0 0 0 0,2 0-3 0 0,1-1-1 0 0,0 1 1 0 0,-1 0-1 0 0,1-1 0 0 0,-1 1 1 0 0,1 0-1 0 0,0-1 1 0 0,-1 1-1 0 0,1-1 1 0 0,0 1-1 0 0,-1 0 1 0 0,1-1-1 0 0,0 1 0 0 0,0-1 1 0 0,0 1-1 0 0,-1-1 1 0 0,1 1-1 0 0,0-1 1 0 0,0 1-1 0 0,0-1 1 0 0,0 1-1 0 0,0-1 0 0 0,0 1 1 0 0,0-1-1 0 0,0 1 1 0 0,0-1-1 0 0,0 1 1 0 0,0-1-1 0 0,0 1 0 0 0,0-1 1 0 0,1 0-1 0 0,-1 0 1 0 0,0 0-1 0 0,0-1 0 0 0,0 1 0 0 0,0 0 0 0 0,0 0 0 0 0,0 0 0 0 0,-1 0 0 0 0,1-1 1 0 0,0 1-1 0 0,0 0 0 0 0,-1 0 0 0 0,1 0 0 0 0,-1 0 0 0 0,1 0 0 0 0,-2-2 0 0 0,-11-12 20 0 0,26 0 24 0 0,-3-10-38 0 0,-3 21-10 0 0,1 0 0 0 0,-1 0 0 0 0,1 1 0 0 0,0 0 0 0 0,0 0 0 0 0,1 1 0 0 0,-1 0 0 0 0,0 1 0 0 0,1 0 0 0 0,-1 0 0 0 0,0 1 0 0 0,1 0 1 0 0,-1 0-1 0 0,1 1 0 0 0,-1 0 0 0 0,1 1 0 0 0,-1-1 0 0 0,0 2 0 0 0,0-1 0 0 0,0 1 0 0 0,0 0 0 0 0,14 9 0 0 0,-17 0 67 0 0,0 0 72 0 0,-4-12-128 0 0,-1 1 0 0 0,1 0 0 0 0,-1-1 0 0 0,1 1 1 0 0,-1-1-1 0 0,1 1 0 0 0,-1-1 0 0 0,1 0 0 0 0,0 1 1 0 0,-1-1-1 0 0,1 1 0 0 0,0-1 0 0 0,-1 0 0 0 0,1 0 1 0 0,0 1-1 0 0,0-1 0 0 0,-1 0 0 0 0,1 0 0 0 0,0 0 1 0 0,0 0-1 0 0,-1 0 0 0 0,1 0 0 0 0,0 0 0 0 0,-1 0 1 0 0,1 0-1 0 0,0 0 0 0 0,0 0 0 0 0,-1-1 0 0 0,1 1 1 0 0,0 0-1 0 0,1-1 0 0 0,0-27 499 0 0,-2 16-607 0 0,0 11 94 0 0,0 0 0 0 0,0 0 1 0 0,0 0-1 0 0,1 0 1 0 0,-1 1-1 0 0,0-1 0 0 0,0 0 1 0 0,0 0-1 0 0,1 0 1 0 0,-1 0-1 0 0,0 1 0 0 0,1-1 1 0 0,-1 0-1 0 0,0 0 1 0 0,1 1-1 0 0,-1-1 0 0 0,1 0 1 0 0,0 1-1 0 0,-1-1 1 0 0,1 0-1 0 0,-1 1 0 0 0,1-1 1 0 0,0 1-1 0 0,0-1 1 0 0,-1 1-1 0 0,1 0 0 0 0,0-1 1 0 0,0 1-1 0 0,-1 0 1 0 0,1-1-1 0 0,1 1 0 0 0,-1 0 0 0 0,0-1 0 0 0,-1 1-1 0 0,1 0 1 0 0,0 0 0 0 0,0-1-1 0 0,-1 1 1 0 0,1 0 0 0 0,0-1 0 0 0,-1 1-1 0 0,1 0 1 0 0,-1-1 0 0 0,1 1-1 0 0,-1-1 1 0 0,1 1 0 0 0,-1-1-1 0 0,1 0 1 0 0,-1 1 0 0 0,1-1-1 0 0,-1 1 1 0 0,1-1 0 0 0,-1 0-1 0 0,0 1 1 0 0,0-1 0 0 0,1 0 0 0 0,-1 0-1 0 0,0 1 1 0 0,0-1 0 0 0,0 0-1 0 0,0 0 1 0 0,1 1 0 0 0,-1-2-1 0 0,0 2 1 0 0,0-1 0 0 0,0 1 0 0 0,0 0 0 0 0,0-1 0 0 0,0 1 0 0 0,0 0 0 0 0,0-1 0 0 0,0 1 0 0 0,0-1 0 0 0,0 1 0 0 0,0 0 0 0 0,0-1 0 0 0,1 1 0 0 0,-1 0 0 0 0,0-1 0 0 0,0 1 0 0 0,0 0 0 0 0,1-1 0 0 0,-1 1 0 0 0,0 0 0 0 0,0 0 0 0 0,1-1-1 0 0,-1 1 1 0 0,0 0 0 0 0,1 0 0 0 0,-1-1 0 0 0,0 1 0 0 0,1 0 0 0 0,-1 0 0 0 0,0 0 0 0 0,1 0 0 0 0,-1 0 0 0 0,1 0 0 0 0,-1-1 0 0 0,0 1 0 0 0,1 0 0 0 0,-1 0 0 0 0,0 0 0 0 0,1 0 0 0 0,-1 0 0 0 0,1 0 0 0 0,-1 0 0 0 0,0 1 0 0 0,1-1 0 0 0,-1 0 0 0 0,0 0 0 0 0,1 0 0 0 0,-1 0-1 0 0,0 0 1 0 0,1 1 0 0 0,0-1 0 0 0,20 15 149 0 0,-17-9-93 0 0,-1 0 0 0 0,1 0-1 0 0,-1 0 1 0 0,-1 0-1 0 0,1 0 1 0 0,-1 1-1 0 0,0-1 1 0 0,0 1-1 0 0,-1-1 1 0 0,1 1-1 0 0,-2 0 1 0 0,1 0-1 0 0,-1-1 1 0 0,0 1-1 0 0,0 0 1 0 0,-1 0 0 0 0,0 0-1 0 0,0-1 1 0 0,-1 1-1 0 0,-2 7 1 0 0,3-13-50 0 0,0 1 0 0 0,0-1 1 0 0,1 0-1 0 0,-1 1 0 0 0,0-1 0 0 0,-1 0 1 0 0,1 0-1 0 0,0 0 0 0 0,0 0 1 0 0,0 0-1 0 0,-1 0 0 0 0,1 0 0 0 0,0-1 1 0 0,-1 1-1 0 0,-1 1 0 0 0,-7-1-7620 0 0,-15-6 5078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0,'31'6'2401'0'0,"-1"2"-400"0"0,0-3-560 0 0,0 1-401 0 0,0 8-480 0 0,31-3-1200 0 0,-31 8-1601 0 0,24-5-480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3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96 472 2081 0 0,'-1'1'151'0'0,"0"0"0"0"0,0 0 0 0 0,0-1 0 0 0,0 1 0 0 0,0 0 1 0 0,0-1-1 0 0,0 1 0 0 0,0 0 0 0 0,0-1 0 0 0,0 1 0 0 0,0-1 0 0 0,0 0 0 0 0,-1 1 0 0 0,1-1 0 0 0,0 0 0 0 0,0 0 1 0 0,0 0-1 0 0,-1 0 0 0 0,1 0 0 0 0,0 0 0 0 0,0 0 0 0 0,0 0 0 0 0,-1 0 0 0 0,1-1 0 0 0,-1 0 0 0 0,0 2-55 0 0,1-1-1 0 0,0 0 0 0 0,-1 0 1 0 0,1 0-1 0 0,0-1 0 0 0,-1 1 1 0 0,1 0-1 0 0,0 0 0 0 0,-1-1 1 0 0,1 1-1 0 0,0-1 0 0 0,-1 1 1 0 0,1-1-1 0 0,0 0 0 0 0,0 1 1 0 0,0-1-1 0 0,0 0 0 0 0,-1 0 1 0 0,1 0-1 0 0,0 0 0 0 0,1 0 0 0 0,-1 0 1 0 0,-1-2-1 0 0,2 1-100 0 0,-1 0-1 0 0,1 0 0 0 0,0 0 1 0 0,-1 0-1 0 0,1 0 1 0 0,-1 0-1 0 0,1 0 1 0 0,-1 0-1 0 0,0 0 1 0 0,0 0-1 0 0,0 0 0 0 0,0 0 1 0 0,0 0-1 0 0,-1 0 1 0 0,0-1-1 0 0,-11-17-38 0 0,10 4 67 0 0,0 0 0 0 0,1 0 1 0 0,1 0-1 0 0,0-1 1 0 0,1 1-1 0 0,3-25 0 0 0,-1-5 134 0 0,-2-182 1684 0 0,0 229-1761 0 0,3 44 7 0 0,-4-39-88 0 0,1-1 0 0 0,-1 1 0 0 0,2-1 0 0 0,-1 0 0 0 0,1 1 0 0 0,1 9 0 0 0,3 2 1 0 0,1 3 0 0 0,-1-1 0 0 0,2 0 0 0 0,1 0 0 0 0,17 31 0 0 0,-17-36-3 0 0,0 1-1 0 0,-1 0 1 0 0,8 23 0 0 0,2 4-51 0 0,-16-38 58 0 0,1-1 0 0 0,-1 0 1 0 0,-1 1-1 0 0,1-1 0 0 0,0 1 0 0 0,-1 0 0 0 0,0-1 0 0 0,0 1 1 0 0,0-1-1 0 0,0 1 0 0 0,-1-1 0 0 0,1 1 0 0 0,-1-1 0 0 0,0 1 0 0 0,0-1 1 0 0,0 1-1 0 0,0-1 0 0 0,-4 6 0 0 0,4-7 8 0 0,0 1-1 0 0,0-1 1 0 0,-1 1-1 0 0,1-1 1 0 0,-1 0 0 0 0,0 0-1 0 0,0 0 1 0 0,0 0-1 0 0,0 0 1 0 0,0 0-1 0 0,0 0 1 0 0,0-1-1 0 0,0 1 1 0 0,-1-1 0 0 0,1 1-1 0 0,-1-1 1 0 0,1 0-1 0 0,-1 0 1 0 0,1 0-1 0 0,-1 0 1 0 0,-5 0 0 0 0,8-2 14 0 0,0 0-30 0 0,0 0-1 0 0,0 0 0 0 0,0 0 1 0 0,0 0-1 0 0,0 0 0 0 0,0 0 1 0 0,0 0-1 0 0,0 0 0 0 0,0 0 1 0 0,1 0-1 0 0,-1 0 0 0 0,0 0 1 0 0,1 0-1 0 0,-1 1 0 0 0,1-1 1 0 0,-1 0-1 0 0,1 0 1 0 0,0 0-1 0 0,-1 0 0 0 0,1 1 1 0 0,0-1-1 0 0,-1 0 0 0 0,1 1 1 0 0,0-1-1 0 0,0 0 0 0 0,0 1 1 0 0,-1-1-1 0 0,1 1 0 0 0,0-1 1 0 0,0 1-1 0 0,0 0 0 0 0,2-1 1 0 0,4-3-43 0 0,9-11 34 0 0,-13 11 13 0 0,0 1 0 0 0,0-1 0 0 0,1 1 0 0 0,-1 0 0 0 0,1 0 0 0 0,0 1 0 0 0,0-1 0 0 0,0 1 0 0 0,0 0 0 0 0,0 0 0 0 0,1 0 0 0 0,4-1 0 0 0,18-5 0 0 0,0 1 0 0 0,0 2 0 0 0,0 0 0 0 0,42 0 0 0 0,-54 6-1 0 0,0 0 0 0 0,0 1 0 0 0,0 1-1 0 0,-1 1 1 0 0,24 8 0 0 0,-32-9 4 0 0,1 0-1 0 0,0 0 1 0 0,-1 0-1 0 0,1 1 1 0 0,-1 0 0 0 0,0 1-1 0 0,0-1 1 0 0,-1 1-1 0 0,1 0 1 0 0,-1 1-1 0 0,0-1 1 0 0,7 11 0 0 0,-11-13 2 0 0,0-1 1 0 0,0 0 0 0 0,0 1 0 0 0,-1-1 0 0 0,1 1 0 0 0,-1-1 0 0 0,1 0 0 0 0,-1 1 0 0 0,0-1 0 0 0,0 1 0 0 0,0-1 0 0 0,0 1 0 0 0,0-1 0 0 0,-1 1 0 0 0,1-1 0 0 0,-1 1 0 0 0,0-1 0 0 0,1 1-1 0 0,-1-1 1 0 0,0 0 0 0 0,0 0 0 0 0,-1 1 0 0 0,1-1 0 0 0,0 0 0 0 0,-1 0 0 0 0,1 0 0 0 0,-1 0 0 0 0,0 0 0 0 0,0-1 0 0 0,0 1 0 0 0,0-1 0 0 0,0 1 0 0 0,-2 1 0 0 0,-7 5 58 0 0,0-1 0 0 0,0 0 0 0 0,0-1 0 0 0,-1 0 0 0 0,-15 5 0 0 0,16-8-45 0 0,-1 0 0 0 0,0-1 0 0 0,0 0-1 0 0,0-1 1 0 0,0 0 0 0 0,0-1 0 0 0,0-1 0 0 0,-14-2-1 0 0,4 0-50 0 0,0-1 0 0 0,0-1 0 0 0,-22-8-1 0 0,40 12 12 0 0,0-1 0 0 0,0 1 0 0 0,0-1 0 0 0,0 0 0 0 0,1 0-1 0 0,-1 0 1 0 0,1 0 0 0 0,-1-1 0 0 0,1 0 0 0 0,0 1 0 0 0,0-1-1 0 0,0 0 1 0 0,0 0 0 0 0,1-1 0 0 0,-1 1 0 0 0,1-1 0 0 0,0 1-1 0 0,-2-5 1 0 0,1 0-219 0 0,1 0-1 0 0,1-1 1 0 0,-1 1-1 0 0,1 0 1 0 0,1 0-1 0 0,0-16 1 0 0,0 13-89 0 0,0 9 212 0 0,0 0 1 0 0,0-1-1 0 0,0 1 0 0 0,0 0 0 0 0,0-1 1 0 0,1 1-1 0 0,-1 0 0 0 0,1 0 1 0 0,-1-1-1 0 0,1 1 0 0 0,0 0 0 0 0,0 0 1 0 0,0 0-1 0 0,0 0 0 0 0,2-3 1 0 0,3 0-432 0 0,1-1 1 0 0,-1 1-1 0 0,1 1 1 0 0,0 0-1 0 0,10-5 1 0 0,-16 8 497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3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2161 0 0,'-60'63'4482'0'0,"30"-5"-2561"0"0,0-14-1841 0 0,30-11-240 0 0,0-8 80 0 0,0-19-160 0 0,30-18-1201 0 0,0-1-320 0 0,-30-7-560 0 0,30-5 80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0 251 960 0 0,'0'-185'6964'0'0,"1"183"-6964"0"0,-1 0 0 0 0,1 0 0 0 0,-1 0 0 0 0,1 0 0 0 0,0 0 0 0 0,0 0 0 0 0,0 0 1 0 0,0 1-1 0 0,0-1 0 0 0,0 0 0 0 0,1 0 0 0 0,-1 1 0 0 0,1-1 0 0 0,-1 1 0 0 0,1-1 0 0 0,-1 1 1 0 0,1 0-1 0 0,0 0 0 0 0,0 0 0 0 0,0 0 0 0 0,-1 0 0 0 0,1 0 0 0 0,0 0 0 0 0,0 0 0 0 0,0 1 1 0 0,0-1-1 0 0,1 1 0 0 0,-1 0 0 0 0,2-1 0 0 0,2 0-2 0 0,0 0 1 0 0,0 0-1 0 0,0 1 1 0 0,0 0-1 0 0,0 0 1 0 0,0 0-1 0 0,0 1 1 0 0,-1 0-1 0 0,1 0 1 0 0,10 3-1 0 0,-8-1-8 0 0,1 1 0 0 0,-1 0 0 0 0,0 1 1 0 0,0 0-1 0 0,-1 0 0 0 0,8 6 0 0 0,-13-9 11 0 0,1 1 0 0 0,-1-1-1 0 0,0 1 1 0 0,1 0 0 0 0,-1 0 0 0 0,0 0 0 0 0,-1 0 0 0 0,1 0 0 0 0,-1 0 0 0 0,1 0 0 0 0,-1 1 0 0 0,0-1-1 0 0,0 1 1 0 0,0-1 0 0 0,-1 1 0 0 0,1-1 0 0 0,-1 6 0 0 0,0-7 10 0 0,0-1-1 0 0,0 0 1 0 0,-1 0-1 0 0,1 1 1 0 0,-1-1 0 0 0,1 0-1 0 0,-1 0 1 0 0,1 0-1 0 0,-1 0 1 0 0,0 0 0 0 0,0 0-1 0 0,1 0 1 0 0,-1 0 0 0 0,0 0-1 0 0,0 0 1 0 0,0 0-1 0 0,0 0 1 0 0,0 0 0 0 0,0-1-1 0 0,0 1 1 0 0,-1 0-1 0 0,1-1 1 0 0,0 1 0 0 0,0-1-1 0 0,0 0 1 0 0,-1 1 0 0 0,1-1-1 0 0,0 0 1 0 0,0 1-1 0 0,-1-1 1 0 0,1 0 0 0 0,0 0-1 0 0,-1 0 1 0 0,1 0 0 0 0,0-1-1 0 0,0 1 1 0 0,-1 0-1 0 0,0-1 1 0 0,-50-9 522 0 0,47 8-502 0 0,1 0 0 0 0,-1 0-1 0 0,1-1 1 0 0,-1 0 0 0 0,1 1 0 0 0,0-2 0 0 0,0 1-1 0 0,0 0 1 0 0,1-1 0 0 0,-1 0 0 0 0,1 0-1 0 0,-3-5 1 0 0,5 8-27 0 0,1 0-1 0 0,-1 0 1 0 0,1 0-1 0 0,0 0 1 0 0,0 0-1 0 0,0 0 1 0 0,-1 0-1 0 0,1 0 1 0 0,0 0-1 0 0,0 0 0 0 0,0 0 1 0 0,1 0-1 0 0,-1 0 1 0 0,0-1-1 0 0,0 1 1 0 0,0 0-1 0 0,1 0 1 0 0,-1 0-1 0 0,1 0 1 0 0,-1 1-1 0 0,1-1 1 0 0,-1 0-1 0 0,1 0 1 0 0,-1 0-1 0 0,1 0 1 0 0,0 0-1 0 0,-1 1 1 0 0,1-1-1 0 0,0 0 1 0 0,0 1-1 0 0,0-1 1 0 0,0 0-1 0 0,0 1 1 0 0,-1-1-1 0 0,1 1 0 0 0,2-1 1 0 0,3-4 14 0 0,-1-3-15 0 0,-3 5-10 0 0,0 0-1 0 0,1 0 0 0 0,-1 0 0 0 0,1 0 0 0 0,-1 1 0 0 0,1-1 0 0 0,0 1 0 0 0,0-1 0 0 0,0 1 0 0 0,1 0 0 0 0,-1 0 1 0 0,0 0-1 0 0,1 1 0 0 0,-1-1 0 0 0,1 1 0 0 0,-1 0 0 0 0,1 0 0 0 0,7-1 0 0 0,7-2-43 0 0,0 2 0 0 0,1 0 0 0 0,-1 1 0 0 0,1 0 0 0 0,30 4-1 0 0,-39-1 40 0 0,0 0-1 0 0,0 1 0 0 0,0 0 0 0 0,0 0 1 0 0,0 1-1 0 0,-1 0 0 0 0,14 9 0 0 0,-20-11-2 0 0,0 1 1 0 0,0 0-1 0 0,-1 0 0 0 0,1 0 0 0 0,-1 0 0 0 0,0 0 0 0 0,1 0 1 0 0,-1 0-1 0 0,-1 1 0 0 0,1-1 0 0 0,0 1 0 0 0,-1 0 1 0 0,0-1-1 0 0,0 1 0 0 0,0 0 0 0 0,0 0 0 0 0,-1 0 0 0 0,1-1 1 0 0,-1 1-1 0 0,0 7 0 0 0,0-10-46 0 0,0 0 0 0 0,0 0 0 0 0,0-1 0 0 0,0 1 0 0 0,-1 0 0 0 0,1 0 0 0 0,0-1 0 0 0,0 1 0 0 0,0 0 0 0 0,-1-1 0 0 0,1 1 0 0 0,0 0 0 0 0,-1-1 1 0 0,1 1-1 0 0,-1 0 0 0 0,1-1 0 0 0,-1 1 0 0 0,1-1 0 0 0,-1 1 0 0 0,1 0 0 0 0,-1-1 0 0 0,1 1 0 0 0,-1-1 0 0 0,0 0 0 0 0,1 1 0 0 0,-1-1 0 0 0,0 0 0 0 0,0 1 0 0 0,1-1 0 0 0,-1 0 0 0 0,0 0 0 0 0,1 1 0 0 0,-1-1 0 0 0,0 0 0 0 0,0 0 1 0 0,0 0-1 0 0,1 0 0 0 0,-1 0 0 0 0,-1 0 0 0 0,-7 1-2970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5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3 720 0 0,'20'-1'717'0'0,"34"0"1197"0"0,-51 1-1765 0 0,-1 0 1 0 0,1 0-1 0 0,0 0 0 0 0,0 1 1 0 0,0-1-1 0 0,-1 1 1 0 0,1 0-1 0 0,0 0 0 0 0,-1 0 1 0 0,1 0-1 0 0,-1 0 1 0 0,1 0-1 0 0,3 4 0 0 0,1 4 162 0 0,-1 0-1 0 0,-1 1 0 0 0,7 17 0 0 0,19 45 117 0 0,-30-69-418 0 0,0 0 1 0 0,0 1-1 0 0,0-1 1 0 0,0 0-1 0 0,-1 0 1 0 0,0 1-1 0 0,1-1 0 0 0,-1 1 1 0 0,0-1-1 0 0,-1 5 1 0 0,1 5 59 0 0,0-13-67 0 0,0 1 0 0 0,0-1 0 0 0,0 1-1 0 0,0-1 1 0 0,0 0 0 0 0,1 1 0 0 0,-1-1-1 0 0,0 0 1 0 0,0 1 0 0 0,1-1 0 0 0,-1 0-1 0 0,0 1 1 0 0,0-1 0 0 0,1 0 0 0 0,-1 1 0 0 0,0-1-1 0 0,1 0 1 0 0,-1 0 0 0 0,1 0 0 0 0,-1 1-1 0 0,0-1 1 0 0,1 0 0 0 0,-1 0 0 0 0,1 0-1 0 0,-1 0 1 0 0,0 0 0 0 0,1 1 0 0 0,-1-1-1 0 0,1 0 1 0 0,-1 0 0 0 0,0 0 0 0 0,1 0 0 0 0,-1 0-1 0 0,1-1 1 0 0,-1 1 0 0 0,1 0 0 0 0,-1 0-1 0 0,0 0 1 0 0,1 0 0 0 0,-1 0 0 0 0,1 0-1 0 0,-1-1 1 0 0,1 1 0 0 0,9-7 67 0 0,-14 6-52 0 0,3 1-13 0 0,0 0 0 0 0,0 0 0 0 0,1 0 1 0 0,-1 0-1 0 0,0 0 0 0 0,0 0 0 0 0,0 0 1 0 0,0 0-1 0 0,1 0 0 0 0,-1-1 0 0 0,0 1 0 0 0,0 0 1 0 0,1-1-1 0 0,-1 1 0 0 0,0-1 0 0 0,1 1 1 0 0,-1-1-1 0 0,0 1 0 0 0,1-1 0 0 0,-1 1 1 0 0,0-1-1 0 0,1 0 0 0 0,-1 1 0 0 0,1-1 1 0 0,-1 0-1 0 0,1 1 0 0 0,0-1 0 0 0,-1 0 1 0 0,1 0-1 0 0,0 1 0 0 0,-1-1 0 0 0,1 0 1 0 0,0 0-1 0 0,0 0 0 0 0,0 1 0 0 0,0-2 0 0 0,-2 0 7 0 0,1-1-1 0 0,0 1 1 0 0,-1 0-1 0 0,1 0 1 0 0,-1 0-1 0 0,1 1 1 0 0,-1-1-1 0 0,0 0 1 0 0,0 1-1 0 0,0-1 1 0 0,0 1-1 0 0,0 0 1 0 0,0-1-1 0 0,0 1 1 0 0,-1 0-1 0 0,1 0 1 0 0,-5-1-1 0 0,-46-18 122 0 0,40 17-95 0 0,0 0 1 0 0,0 1 0 0 0,0 0-1 0 0,-1 1 1 0 0,1 0 0 0 0,0 1-1 0 0,-1 0 1 0 0,1 1 0 0 0,0 1-1 0 0,-1 0 1 0 0,1 1 0 0 0,0 1-1 0 0,1 0 1 0 0,-1 0 0 0 0,1 1-1 0 0,-15 9 1 0 0,24-12-19 0 0,0 0 1 0 0,0 0-1 0 0,1 0 1 0 0,-1 0-1 0 0,1 1 0 0 0,0-1 1 0 0,-1 1-1 0 0,1 0 1 0 0,0 0-1 0 0,1 0 1 0 0,-1 0-1 0 0,0 0 0 0 0,1 0 1 0 0,0 0-1 0 0,0 1 1 0 0,0-1-1 0 0,-1 6 1 0 0,2-8-15 0 0,-1 1 1 0 0,1 0-1 0 0,0-1 1 0 0,0 1 0 0 0,0-1-1 0 0,1 1 1 0 0,-1 0 0 0 0,0-1-1 0 0,0 1 1 0 0,1-1 0 0 0,-1 1-1 0 0,1-1 1 0 0,0 1-1 0 0,-1-1 1 0 0,1 1 0 0 0,0-1-1 0 0,0 1 1 0 0,0-1 0 0 0,0 0-1 0 0,0 1 1 0 0,0-1 0 0 0,0 0-1 0 0,0 0 1 0 0,0 0-1 0 0,1 0 1 0 0,-1 0 0 0 0,0 0-1 0 0,1 0 1 0 0,-1-1 0 0 0,1 1-1 0 0,-1 0 1 0 0,1-1 0 0 0,-1 1-1 0 0,4 0 1 0 0,15 3-160 0 0,2-1-1 0 0,-1-1 1 0 0,0 0-1 0 0,0-2 1 0 0,1 0 0 0 0,31-6-1 0 0,-30 2-1045 0 0,-1-1-1 0 0,1-1 1 0 0,35-15-1 0 0,-2 2-906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25 1281 0 0,'0'-1'348'0'0,"0"0"0"0"0,0 0-1 0 0,0-1 1 0 0,0 1 0 0 0,0 0 0 0 0,0 0 0 0 0,0 0 0 0 0,1 0 0 0 0,-1-1 0 0 0,0 1 0 0 0,1 0 0 0 0,-1 0 0 0 0,1 0 0 0 0,-1 0 0 0 0,1 0 0 0 0,-1 0 0 0 0,2-2 0 0 0,14 0 889 0 0,-13 3-1467 0 0,-27 4 447 0 0,1 0 0 0 0,-1 1 1 0 0,1 2-1 0 0,-38 15 0 0 0,30-12-50 0 0,-1 1-7 0 0,20-8-86 0 0,1 0 1 0 0,0 2-1 0 0,0-1 0 0 0,0 1 0 0 0,0 1 0 0 0,1 0 0 0 0,0 1 0 0 0,-17 13 1 0 0,7-6 18 0 0,13-11-47 0 0,1 1-1 0 0,0 0 0 0 0,0 0 0 0 0,0 1 1 0 0,-9 9-1 0 0,15-13-39 0 0,-1-1 0 0 0,1 1-1 0 0,-1 0 1 0 0,1 0 0 0 0,-1 0 0 0 0,1-1-1 0 0,-1 1 1 0 0,1 0 0 0 0,0 0 0 0 0,0 0-1 0 0,-1 0 1 0 0,1 0 0 0 0,0 0 0 0 0,0 0 0 0 0,0 0-1 0 0,0 0 1 0 0,0 0 0 0 0,0 0 0 0 0,0-1-1 0 0,1 3 1 0 0,-1-2-1 0 0,1 1-1 0 0,0-1 1 0 0,0 1 0 0 0,0-1-1 0 0,0 0 1 0 0,0 1-1 0 0,0-1 1 0 0,0 0 0 0 0,1 0-1 0 0,-1 0 1 0 0,0 0-1 0 0,1 0 1 0 0,-1 0 0 0 0,1 0-1 0 0,1 1 1 0 0,13 6-47 0 0,1 0 1 0 0,0-1 0 0 0,0-1-1 0 0,1-1 1 0 0,-1 0-1 0 0,1-1 1 0 0,0-1-1 0 0,32 1 1 0 0,-15-4-463 0 0,0-1 1 0 0,0-2-1 0 0,54-12 0 0 0,-80 13 188 0 0,0 0 1 0 0,0 0-1 0 0,-1-1 0 0 0,1 0 1 0 0,8-5-1 0 0,18-22-3152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2561 0 0,'-61'52'4722'0'0,"31"-16"-3601"0"0,0-9-1441 0 0,30-8 160 0 0,0 12 320 0 0,0-12-80 0 0,30-19-560 0 0,0-19-1041 0 0,0 0-1120 0 0,1 7 240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6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14 160 0 0,'0'0'2134'0'0,"-2"-5"3125"0"0,9-2-4381 0 0,-2 6-872 0 0,1 1 1 0 0,0-1 0 0 0,-1 1-1 0 0,1 1 1 0 0,0-1 0 0 0,-1 1-1 0 0,1 0 1 0 0,0 0 0 0 0,-1 1-1 0 0,1 0 1 0 0,-1 0 0 0 0,0 0-1 0 0,0 0 1 0 0,0 1 0 0 0,0 0-1 0 0,0 0 1 0 0,0 0 0 0 0,-1 1-1 0 0,5 4 1 0 0,-8-7-4 0 0,0-1 1 0 0,0 1-1 0 0,-1 0 0 0 0,1 0 1 0 0,0 0-1 0 0,-1-1 1 0 0,1 1-1 0 0,0 0 0 0 0,-1 0 1 0 0,1 0-1 0 0,-1 0 0 0 0,0 0 1 0 0,1 0-1 0 0,-1 0 1 0 0,0 0-1 0 0,1 0 0 0 0,-1 0 1 0 0,0 0-1 0 0,0 1 0 0 0,0-1 1 0 0,0 0-1 0 0,0 0 1 0 0,0 0-1 0 0,-1 0 0 0 0,1 0 1 0 0,0 0-1 0 0,0 0 0 0 0,-1 0 1 0 0,1 0-1 0 0,-1 0 1 0 0,1 0-1 0 0,-1 0 0 0 0,1 0 1 0 0,-1 0-1 0 0,0 1 0 0 0,-23 14 276 0 0,20-15-212 0 0,0 0 0 0 0,-1 0 0 0 0,1-1 0 0 0,-1 0 1 0 0,1 0-1 0 0,0 0 0 0 0,-1 0 0 0 0,1-1 0 0 0,-1 0 0 0 0,1 0 0 0 0,0 0 0 0 0,-8-3 0 0 0,-45-22 182 0 0,52 18-179 0 0,0 3-60 0 0,-15 5-10 0 0,18 1 3 0 0,-1 0 0 0 0,1 0 0 0 0,-1 1 1 0 0,1-1-1 0 0,0 1 0 0 0,0 0 1 0 0,0-1-1 0 0,0 1 0 0 0,0 0 0 0 0,0 0 1 0 0,0 0-1 0 0,0 0 0 0 0,1 1 1 0 0,-1-1-1 0 0,1 0 0 0 0,0 1 0 0 0,0-1 1 0 0,0 1-1 0 0,0-1 0 0 0,0 1 1 0 0,0 0-1 0 0,1-1 0 0 0,-1 1 0 0 0,1 0 1 0 0,0 0-1 0 0,0-1 0 0 0,0 1 0 0 0,0 0 1 0 0,0 0-1 0 0,1 2 0 0 0,-1 0 8 0 0,0-1 0 0 0,1 0 0 0 0,-1 1 0 0 0,1-1-1 0 0,0 0 1 0 0,0 0 0 0 0,1 0 0 0 0,-1 1 0 0 0,1-1-1 0 0,0-1 1 0 0,0 1 0 0 0,0 0 0 0 0,1 0-1 0 0,-1-1 1 0 0,1 1 0 0 0,0-1 0 0 0,0 0 0 0 0,6 5-1 0 0,3-1 10 0 0,1-1 0 0 0,0 0 1 0 0,0-1-1 0 0,0-1 0 0 0,0 0 0 0 0,20 3 0 0 0,-29-6-177 0 0,0-1 1 0 0,0 1 0 0 0,-1-1-1 0 0,1 1 1 0 0,0-1 0 0 0,0 0 0 0 0,0-1-1 0 0,-1 1 1 0 0,1-1 0 0 0,0 0-1 0 0,0 1 1 0 0,-1-2 0 0 0,1 1-1 0 0,-1 0 1 0 0,1-1 0 0 0,-1 1 0 0 0,1-1-1 0 0,-1 0 1 0 0,0 0 0 0 0,0-1-1 0 0,0 1 1 0 0,0-1 0 0 0,0 1-1 0 0,-1-1 1 0 0,1 0 0 0 0,-1 0 0 0 0,0 0-1 0 0,0 0 1 0 0,4-7 0 0 0,19-36-3286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39:4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689 128 1601 0 0,'-86'-5'5389'0'0,"84"5"-5261"0"0,1-1 1 0 0,-1 1-1 0 0,0 0 1 0 0,0 0-1 0 0,0 0 0 0 0,0 0 1 0 0,0 0-1 0 0,0 0 1 0 0,0 0-1 0 0,0 1 0 0 0,1-1 1 0 0,-4 2-1 0 0,-8 1 177 0 0,-8 0-41 0 0,0 2 0 0 0,0 0 0 0 0,1 1 1 0 0,-1 1-1 0 0,1 1 0 0 0,-28 15 0 0 0,41-19-229 0 0,1-1 1 0 0,0 1 0 0 0,0 1-1 0 0,0-1 1 0 0,0 1 0 0 0,1 0-1 0 0,-1 0 1 0 0,1 0-1 0 0,1 1 1 0 0,-1 0 0 0 0,1 0-1 0 0,0 0 1 0 0,0 0-1 0 0,1 1 1 0 0,0-1 0 0 0,0 1-1 0 0,0 0 1 0 0,1 0 0 0 0,0 0-1 0 0,1 0 1 0 0,-1 0-1 0 0,0 13 1 0 0,2-18-7 0 0,1 1 0 0 0,-1 0 1 0 0,0 0-1 0 0,1 0 0 0 0,-1-1 0 0 0,1 1 0 0 0,0 0 1 0 0,0 0-1 0 0,0-1 0 0 0,0 1 0 0 0,1-1 0 0 0,-1 1 0 0 0,1-1 1 0 0,-1 0-1 0 0,1 1 0 0 0,0-1 0 0 0,0 0 0 0 0,0 0 1 0 0,0 0-1 0 0,0-1 0 0 0,0 1 0 0 0,1 0 0 0 0,-1-1 1 0 0,1 1-1 0 0,-1-1 0 0 0,1 0 0 0 0,3 1 0 0 0,8 3 6 0 0,1-1 0 0 0,0 0 0 0 0,0-1 0 0 0,18 0-1 0 0,-15 0-65 0 0,8 0-57 0 0,-1-1-1 0 0,1-1 1 0 0,0-1-1 0 0,-1-1 1 0 0,1-2-1 0 0,-1 0 1 0 0,1-2-1 0 0,-1 0 1 0 0,0-2-1 0 0,42-18 1 0 0,-64 24 87 0 0,0 0-1 0 0,0-1 1 0 0,-1 0 0 0 0,1 1 0 0 0,0-1 0 0 0,-1 0 0 0 0,0 0 0 0 0,1-1 0 0 0,-1 1 0 0 0,0 0 0 0 0,0-1-1 0 0,0 1 1 0 0,1-4 0 0 0,-2 4 2 0 0,-1 0-1 0 0,1 0 1 0 0,-1 0 0 0 0,0-1-1 0 0,1 1 1 0 0,-1 0-1 0 0,0 0 1 0 0,0 0 0 0 0,-1 0-1 0 0,1 0 1 0 0,0 0-1 0 0,-1 0 1 0 0,1 0 0 0 0,-1 0-1 0 0,0 0 1 0 0,1 0-1 0 0,-1 0 1 0 0,0 1 0 0 0,0-1-1 0 0,0 0 1 0 0,-1 0-1 0 0,1 1 1 0 0,0-1-1 0 0,-1 1 1 0 0,-2-3 0 0 0,-16-16 12 0 0,-1 1 1 0 0,-1 0-1 0 0,-1 2 0 0 0,-33-20 1 0 0,-113-52-161 0 0,134 74-452 0 0,-1 1 0 0 0,0 3 1 0 0,0 0-1 0 0,-1 3 1 0 0,0 1-1 0 0,0 1 0 0 0,-47 0 1 0 0,-60-2-4151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4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52 5603 0 0,'0'-52'907'0'0,"5"52"-1094"0"0,15 0 67 0 0,-20 1 131 0 0,1-1-1 0 0,-1 0 1 0 0,1 1 0 0 0,-1-1 0 0 0,1 0 0 0 0,-1 1-1 0 0,0-1 1 0 0,1 1 0 0 0,-1-1 0 0 0,0 1 0 0 0,1-1-1 0 0,-1 1 1 0 0,0-1 0 0 0,0 1 0 0 0,0-1 0 0 0,1 1-1 0 0,-1-1 1 0 0,0 1 0 0 0,0-1 0 0 0,0 1-1 0 0,0 0 1 0 0,0-1 0 0 0,0 1 0 0 0,0-1 0 0 0,0 1-1 0 0,4 13 163 0 0,1-11-112 0 0,-4-2-48 0 0,0-1 0 0 0,0 0 0 0 0,0 1 0 0 0,0-1 1 0 0,0 1-1 0 0,-1-1 0 0 0,1 1 0 0 0,0 0 0 0 0,0-1 0 0 0,0 1 0 0 0,0 0 1 0 0,-1 0-1 0 0,1 0 0 0 0,0-1 0 0 0,-1 1 0 0 0,1 0 0 0 0,-1 0 0 0 0,1 0 1 0 0,-1 0-1 0 0,1 0 0 0 0,-1 0 0 0 0,0 0 0 0 0,1 0 0 0 0,-1 0 1 0 0,0 0-1 0 0,0 1 0 0 0,0-1 0 0 0,0 0 0 0 0,0 0 0 0 0,0 0 0 0 0,0 0 1 0 0,0 0-1 0 0,0 0 0 0 0,-1 0 0 0 0,1 0 0 0 0,-1 2 0 0 0,-8 6 124 0 0,8-8-105 0 0,-1 0 0 0 0,1 1-1 0 0,0-1 1 0 0,0 0-1 0 0,0 0 1 0 0,-1 1-1 0 0,2-1 1 0 0,-1 1 0 0 0,0-1-1 0 0,0 1 1 0 0,0-1-1 0 0,1 1 1 0 0,-1 0 0 0 0,0-1-1 0 0,1 1 1 0 0,0 0-1 0 0,-1 0 1 0 0,1-1-1 0 0,0 1 1 0 0,0 3 0 0 0,0-3-3 0 0,-1 0 0 0 0,0 0 0 0 0,1 0 0 0 0,-1 0 1 0 0,0 0-1 0 0,0 0 0 0 0,0-1 0 0 0,0 1 0 0 0,-1 0 1 0 0,1-1-1 0 0,0 1 0 0 0,-1 0 0 0 0,1-1 0 0 0,-4 3 1 0 0,-11 14 159 0 0,1 8-56 0 0,-21 48 0 0 0,36-73-131 0 0,-1 1 0 0 0,1-1 1 0 0,-1 1-1 0 0,1-1 0 0 0,0 1 0 0 0,-1-1 0 0 0,1 1 0 0 0,0-1 0 0 0,0 1 0 0 0,0 0 0 0 0,0-1 0 0 0,1 1 0 0 0,-1-1 0 0 0,0 1 0 0 0,1-1 0 0 0,-1 1 0 0 0,0-1 0 0 0,1 1 0 0 0,0-1 0 0 0,-1 1 0 0 0,1-1 0 0 0,0 0 0 0 0,0 1 0 0 0,0-1 1 0 0,2 2-1 0 0,5 14 11 0 0,-16-1-13 0 0,6-14 0 0 0,1-1 0 0 0,0 1 0 0 0,0-1 0 0 0,0 1 0 0 0,0 0 0 0 0,0 0 0 0 0,0-1 0 0 0,0 1 0 0 0,1 0 0 0 0,-1 0 0 0 0,1 0 0 0 0,-1 0 0 0 0,1 0 0 0 0,0 0 0 0 0,-1 2 0 0 0,0 31 26 0 0,0-22 18 0 0,1 1 1 0 0,0 0 0 0 0,1 0-1 0 0,0 0 1 0 0,4 19 0 0 0,6-8 65 0 0,-9-22-107 0 0,0 1 1 0 0,0 0 0 0 0,0 0 0 0 0,-1 0 0 0 0,1 0 0 0 0,-1 1-1 0 0,0-1 1 0 0,0 0 0 0 0,0 1 0 0 0,-1-1 0 0 0,1 0 0 0 0,-1 1-1 0 0,0-1 1 0 0,-1 1 0 0 0,1-1 0 0 0,-1 0 0 0 0,1 1 0 0 0,-1-1-1 0 0,-2 5 1 0 0,-5 3-5 0 0,-11 20 81 0 0,19-31-74 0 0,-1 0 1 0 0,1 0-1 0 0,0 1 0 0 0,-1-1 0 0 0,1 0 0 0 0,0 0 1 0 0,0 1-1 0 0,0-1 0 0 0,0 0 0 0 0,0 1 0 0 0,0-1 1 0 0,0 0-1 0 0,0 1 0 0 0,1-1 0 0 0,-1 0 0 0 0,0 1 1 0 0,1-1-1 0 0,-1 0 0 0 0,1 0 0 0 0,-1 0 0 0 0,1 1 1 0 0,0-1-1 0 0,0 0 0 0 0,-1 0 0 0 0,2 1 0 0 0,0-1 14 0 0,-1 0-13 0 0,1-1 0 0 0,-1 1 1 0 0,0-1-1 0 0,0 1 1 0 0,0 0-1 0 0,0 0 1 0 0,0-1-1 0 0,0 1 0 0 0,0 0 1 0 0,0 0-1 0 0,0 0 1 0 0,0 0-1 0 0,0 0 0 0 0,0 0 1 0 0,-1 0-1 0 0,1 1 1 0 0,0-1-1 0 0,0 1 1 0 0,-5-1-6 0 0,-14 8 149 0 0,14 21 16 0 0,4 70-61 0 0,0-98-95 0 0,0 0 0 0 0,0 0 1 0 0,0 0-1 0 0,0 0 0 0 0,-1-1 0 0 0,1 1 0 0 0,-1 0 0 0 0,1 0 0 0 0,-1 0 0 0 0,0-1 0 0 0,1 1 0 0 0,-1-1 0 0 0,0 1 0 0 0,0 0 0 0 0,-1-1 0 0 0,1 1 0 0 0,0-1 0 0 0,-2 2 0 0 0,2-2 7 0 0,-1 1 0 0 0,1-1 0 0 0,-1 1-1 0 0,1 0 1 0 0,0 0 0 0 0,0 0 0 0 0,0 0-1 0 0,0-1 1 0 0,0 1 0 0 0,0 1-1 0 0,0-1 1 0 0,1 0 0 0 0,-1 0 0 0 0,1 0-1 0 0,0 0 1 0 0,-1 0 0 0 0,1 0 0 0 0,0 3-1 0 0,0-3 22 0 0,-1 0-1 0 0,0 0 1 0 0,0 0-1 0 0,0-1 1 0 0,0 1-1 0 0,0 0 1 0 0,0-1 0 0 0,0 1-1 0 0,0-1 1 0 0,-1 0-1 0 0,1 1 1 0 0,-1-1-1 0 0,1 0 1 0 0,-1 0-1 0 0,1 1 1 0 0,-1-1-1 0 0,-3 1 1 0 0,8-1-23 0 0,0 0 0 0 0,0 0 0 0 0,0 0 0 0 0,0-1 0 0 0,0 1 0 0 0,0-1 0 0 0,0 0 0 0 0,0 1 0 0 0,0-2 1 0 0,0 1-1 0 0,0 0 0 0 0,0 0 0 0 0,4-2 0 0 0,2 0 12 0 0,252-16 712 0 0,-64 0-66 0 0,38 8 229 0 0,348-26 622 0 0,-487 30-1045 0 0,-91 6 1 0 0,0 0-308 0 0,106 12 454 0 0,-69-5-1841 0 0,-29-7-1370 0 0,-63-14-10746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678 132 2721 0 0,'-125'6'5323'0'0,"17"-10"-4969"0"0,75 1-188 0 0,-8 1 74 0 0,0 1 0 0 0,0 3 0 0 0,1 1 0 0 0,-1 2 0 0 0,1 2 1 0 0,-47 14-1 0 0,39 5 310 0 0,45-24-522 0 0,0-1-1 0 0,1 1 1 0 0,-1 0-1 0 0,1 0 0 0 0,-1 0 1 0 0,1 1-1 0 0,0-1 0 0 0,0 1 1 0 0,-1-1-1 0 0,2 1 0 0 0,-1-1 1 0 0,0 1-1 0 0,-1 3 0 0 0,6-2-14 0 0,-1-1-1 0 0,1 0 1 0 0,0 1-1 0 0,0-1 0 0 0,1-1 1 0 0,-1 1-1 0 0,0 0 1 0 0,1-1-1 0 0,0 1 0 0 0,0-1 1 0 0,-1 0-1 0 0,1-1 0 0 0,8 4 1 0 0,22 8 17 0 0,0-2-1 0 0,1-1 1 0 0,61 10 0 0 0,127 1 24 0 0,20-14-39 0 0,-206-8-18 0 0,0-2 0 0 0,-1-1 0 0 0,0-2 0 0 0,68-20 0 0 0,-95 22-16 0 0,0 1 0 0 0,0-1 0 0 0,0 0 0 0 0,-1-1 0 0 0,16-10 0 0 0,-22 13 4 0 0,0 0 0 0 0,0 0 0 0 0,0 1 0 0 0,0-1 0 0 0,-1-1 0 0 0,1 1 0 0 0,0 0 0 0 0,-1 0 0 0 0,0 0 0 0 0,1-1 0 0 0,-1 1 0 0 0,0-1-1 0 0,0 1 1 0 0,-1-1 0 0 0,1 1 0 0 0,0-1 0 0 0,-1 0 0 0 0,0 1 0 0 0,1-1 0 0 0,-1 0 0 0 0,0 1 0 0 0,0-1 0 0 0,-1 0 0 0 0,1 1 0 0 0,0-1 0 0 0,-2-4 0 0 0,-4-6-61 0 0,0 0-1 0 0,0 0 0 0 0,-2 1 1 0 0,1 0-1 0 0,-2 0 1 0 0,1 1-1 0 0,-1 0 1 0 0,-1 1-1 0 0,0 0 1 0 0,-1 0-1 0 0,0 1 1 0 0,0 1-1 0 0,-1 0 1 0 0,0 0-1 0 0,0 1 1 0 0,-1 0-1 0 0,1 1 1 0 0,-21-6-1 0 0,16 8 61 0 0,0 1 0 0 0,0 0 0 0 0,-1 2 0 0 0,1-1 0 0 0,-1 2 0 0 0,1 1 0 0 0,-1 0 0 0 0,1 1 0 0 0,-23 5 0 0 0,39-6-45 0 0,0-1 0 0 0,1 1 0 0 0,-1 0 0 0 0,0 0 1 0 0,0-1-1 0 0,0 1 0 0 0,1 0 0 0 0,-1 0 0 0 0,0 0 0 0 0,1 0 0 0 0,-1 0 0 0 0,1 0 0 0 0,-1 0 1 0 0,1 0-1 0 0,0 0 0 0 0,-1 0 0 0 0,1 0 0 0 0,0 0 0 0 0,0 0 0 0 0,-1 0 0 0 0,1 0 1 0 0,0 0-1 0 0,0 0 0 0 0,0 0 0 0 0,1 1 0 0 0,-1-1 0 0 0,0 0 0 0 0,0 0 0 0 0,0 0 0 0 0,1 0 1 0 0,-1 0-1 0 0,1 0 0 0 0,-1 0 0 0 0,1 0 0 0 0,-1 0 0 0 0,1 0 0 0 0,-1 0 0 0 0,2 1 1 0 0,6 3-696 0 0,0 0 0 0 0,1 0 0 0 0,-1 0 0 0 0,1-1 0 0 0,10 3 0 0 0,36 6-1485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6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148 109 1601 0 0,'-21'19'3272'0'0,"18"-17"-3048"0"0,0 0 1 0 0,0 1-1 0 0,1-1 1 0 0,-1 1-1 0 0,0-1 0 0 0,1 1 1 0 0,-1 0-1 0 0,1 0 1 0 0,0 0-1 0 0,0 0 1 0 0,0 0-1 0 0,1 1 1 0 0,-1-1-1 0 0,1 1 1 0 0,-1-1-1 0 0,1 1 1 0 0,1-1-1 0 0,-2 6 1 0 0,7-7-159 0 0,50 5 735 0 0,-54-8-766 0 0,-1-1-1 0 0,0 1 1 0 0,0 0 0 0 0,1 0 0 0 0,-1-1 0 0 0,0 1 0 0 0,0 0 0 0 0,0 0 0 0 0,-1-1 0 0 0,1 1 0 0 0,0 0 0 0 0,0 0 0 0 0,-1 0 0 0 0,1-1 0 0 0,-1 1 0 0 0,1 0 0 0 0,-1 0-1 0 0,1 0 1 0 0,-1 0 0 0 0,-1-2 0 0 0,-15-8 194 0 0,14 10-191 0 0,0-1-1 0 0,0 1 0 0 0,0-1 1 0 0,0 0-1 0 0,0 0 1 0 0,1 0-1 0 0,-1-1 0 0 0,1 1 1 0 0,0-1-1 0 0,-4-4 1 0 0,-5-16 279 0 0,9 18-215 0 0,0-1-1 0 0,-1 1 0 0 0,0 0 1 0 0,0-1-1 0 0,0 1 0 0 0,-5-5 1 0 0,-48-49 911 0 0,56 59-1004 0 0,0 0-1 0 0,0 0 0 0 0,0-1 0 0 0,0 1 0 0 0,-1 0 1 0 0,1 0-1 0 0,0 0 0 0 0,0-1 0 0 0,0 1 0 0 0,0 0 0 0 0,0 0 1 0 0,0 0-1 0 0,0-1 0 0 0,0 1 0 0 0,0 0 0 0 0,0 0 1 0 0,0-1-1 0 0,0 1 0 0 0,0 0 0 0 0,0 0 0 0 0,0-1 0 0 0,0 1 1 0 0,0 0-1 0 0,0 0 0 0 0,0-1 0 0 0,0 1 0 0 0,0 0 1 0 0,0 0-1 0 0,0 0 0 0 0,0-1 0 0 0,0 1 0 0 0,0 0 0 0 0,1 0 1 0 0,-1 0-1 0 0,0-1 0 0 0,0 1 0 0 0,0 0 0 0 0,0 0 1 0 0,1 0-1 0 0,-1 0 0 0 0,0-1 0 0 0,0 1 0 0 0,0 0 0 0 0,1 0 1 0 0,-1 0-1 0 0,0 0 0 0 0,0 0 0 0 0,1 0 0 0 0,-1 0 1 0 0,0 0-1 0 0,0 0 0 0 0,0 0 0 0 0,1 0 0 0 0,-1 0 0 0 0,0 0 1 0 0,0 0-1 0 0,1 0 0 0 0,-1 0 0 0 0,0 0 0 0 0,0 0 1 0 0,1 0-1 0 0,-1 0 0 0 0,0 0 0 0 0,0 0 0 0 0,1 0 0 0 0,-1 0 1 0 0,18 1-65 0 0,-17-1 70 0 0,182 21-975 0 0,-84-7-2920 0 0,181 0-1 0 0,-184-20-119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7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246 338 1040 0 0,'6'-16'7688'0'0,"5"6"-5675"0"0,-8 6-2332 0 0,-23 3 2076 0 0,15 2-1437 0 0,-17 6-34 0 0,1 1 0 0 0,0 1 0 0 0,0 1-1 0 0,1 0 1 0 0,0 2 0 0 0,-21 16 0 0 0,35-24-219 0 0,-1 1-1 0 0,1 0 1 0 0,1 1-1 0 0,-1 0 1 0 0,1 0 0 0 0,0 0-1 0 0,1 0 1 0 0,-1 1 0 0 0,1-1-1 0 0,0 1 1 0 0,1 0 0 0 0,0 1-1 0 0,-4 11 1 0 0,6-14-49 0 0,0-1 1 0 0,0 0-1 0 0,0 0 1 0 0,1 1-1 0 0,0-1 1 0 0,0 0-1 0 0,0 1 1 0 0,0-1-1 0 0,1 0 1 0 0,-1 0-1 0 0,1 1 1 0 0,0-1-1 0 0,0 0 1 0 0,1 0-1 0 0,-1 0 1 0 0,1 0-1 0 0,0 0 1 0 0,0 0-1 0 0,0-1 1 0 0,1 1-1 0 0,-1-1 1 0 0,1 1-1 0 0,0-1 1 0 0,0 0-1 0 0,7 5 1 0 0,5 2-3 0 0,1 0 0 0 0,0-2-1 0 0,0 0 1 0 0,1-1 0 0 0,0 0 0 0 0,0-2 0 0 0,1 0 0 0 0,0 0 0 0 0,33 2-1 0 0,-21-3-52 0 0,1-3 0 0 0,0 0 0 0 0,-1-2 0 0 0,53-7 0 0 0,-74 7-25 0 0,-1-1 1 0 0,1 0-1 0 0,-1 0 0 0 0,0-1 0 0 0,0 0 0 0 0,0 0 0 0 0,0-1 0 0 0,-1 0 1 0 0,1-1-1 0 0,-1 1 0 0 0,0-1 0 0 0,0-1 0 0 0,-1 1 0 0 0,1-1 0 0 0,-1 0 0 0 0,-1-1 1 0 0,1 1-1 0 0,-1-1 0 0 0,0 0 0 0 0,7-14 0 0 0,-9 11-26 0 0,1 1 0 0 0,-1-1 0 0 0,-1 0 0 0 0,0 0 0 0 0,0 0 0 0 0,-1 0 0 0 0,-1 0 0 0 0,1 0 0 0 0,-2-1 0 0 0,1 1 0 0 0,-1 0 0 0 0,-1 0 0 0 0,0 0-1 0 0,0 0 1 0 0,-6-13 0 0 0,-1-5-62 0 0,3 8 95 0 0,-1 1-1 0 0,-1-1 1 0 0,-1 1 0 0 0,-17-28 0 0 0,13 29 58 0 0,6 10 5 0 0,1 0-1 0 0,0-1 1 0 0,1 0 0 0 0,0-1 0 0 0,1 1 0 0 0,-1-1 0 0 0,-4-17 0 0 0,7 22-7 0 0,0-1 1 0 0,0 0-1 0 0,-1 1 0 0 0,0-1 0 0 0,0 1 1 0 0,-7-9-1 0 0,7 11-11 0 0,1 0 0 0 0,-1-1-1 0 0,1 1 1 0 0,0-1 0 0 0,0 0 0 0 0,0 1 0 0 0,0-1 0 0 0,1 0 0 0 0,-1 0-1 0 0,1 0 1 0 0,0-1 0 0 0,0 1 0 0 0,0-7 0 0 0,1-5 1111 0 0,0 43 25 0 0,3 7-1033 0 0,2 1-1 0 0,1-1 0 0 0,2-1 0 0 0,1 1 0 0 0,2-1 0 0 0,1-1 1 0 0,1 0-1 0 0,2-1 0 0 0,1 0 0 0 0,31 43 0 0 0,-32-53-348 0 0,-14-18 87 0 0,0-1 0 0 0,0 1 0 0 0,1-1 0 0 0,-1 1 0 0 0,1-1 0 0 0,0 0 0 0 0,-1 1 0 0 0,1-1 0 0 0,0 0 0 0 0,1 0 0 0 0,-1 0 0 0 0,0-1 0 0 0,0 1 0 0 0,1 0 0 0 0,-1-1 0 0 0,1 0 0 0 0,-1 1 0 0 0,1-1 0 0 0,0 0-1 0 0,0-1 1 0 0,-1 1 0 0 0,1 0 0 0 0,0-1 0 0 0,0 1 0 0 0,0-1 0 0 0,-1 0 0 0 0,1 0 0 0 0,0 0 0 0 0,0 0 0 0 0,5-1 0 0 0,-7 1 23 0 0,0 0 0 0 0,0 0-1 0 0,0 0 1 0 0,0 0 0 0 0,0 0-1 0 0,0 0 1 0 0,0 0 0 0 0,1 0-1 0 0,-1 0 1 0 0,0 0-1 0 0,0-1 1 0 0,0 1 0 0 0,0 0-1 0 0,0-1 1 0 0,0 1 0 0 0,0-1-1 0 0,0 1 1 0 0,0-1 0 0 0,0 1-1 0 0,0-1 1 0 0,0 0 0 0 0,0 0-1 0 0,-1 1 1 0 0,1-1-1 0 0,0 0 1 0 0,0 0 0 0 0,-1 0-1 0 0,1 0 1 0 0,-1 0 0 0 0,1 0-1 0 0,-1 0 1 0 0,1 0 0 0 0,-1 0-1 0 0,1 0 1 0 0,-1 0-1 0 0,0 0 1 0 0,0 0 0 0 0,1 0-1 0 0,-1 0 1 0 0,0 0 0 0 0,0-1-1 0 0,0 1 1 0 0,0 0 0 0 0,0 0-1 0 0,-1 0 1 0 0,1 0-1 0 0,0 0 1 0 0,0 0 0 0 0,-1-1-1 0 0,1-9 1316 0 0,5 14-758 0 0,1-1 0 0 0,-1 1 1 0 0,0 0-1 0 0,1 1 0 0 0,-2-1 1 0 0,1 1-1 0 0,0 0 0 0 0,-1 0 0 0 0,1 0 1 0 0,-1 1-1 0 0,0-1 0 0 0,4 8 0 0 0,-2-3-183 0 0,1-1-1 0 0,1 0 0 0 0,0 0 0 0 0,0-1 0 0 0,15 11 1 0 0,-16-14-193 0 0,2 1 0 0 0,-1-2 0 0 0,0 1 0 0 0,1-1 1 0 0,0 0-1 0 0,0-1 0 0 0,0 0 0 0 0,0 0 0 0 0,0-1 0 0 0,0 0 1 0 0,0-1-1 0 0,0 0 0 0 0,0 0 0 0 0,0-1 0 0 0,1-1 0 0 0,-1 1 1 0 0,-1-1-1 0 0,1-1 0 0 0,0 1 0 0 0,0-1 0 0 0,12-7 0 0 0,2-5-32 0 0,-11 8 3 0 0,0 0 1 0 0,0-1 0 0 0,19-18-1 0 0,-28 23-3 0 0,0 0-1 0 0,0-1 0 0 0,0 0 0 0 0,-1 1 0 0 0,1-1 1 0 0,-1 0-1 0 0,0 0 0 0 0,0 0 0 0 0,-1 0 1 0 0,1 0-1 0 0,-1 0 0 0 0,0-1 0 0 0,0 1 0 0 0,0-1 1 0 0,-1 1-1 0 0,1-7 0 0 0,-1-5-31 0 0,1 12 69 0 0,-1 0 0 0 0,0 0 0 0 0,0 0 0 0 0,0 0-1 0 0,0 0 1 0 0,-1 0 0 0 0,-1-6 0 0 0,1 9-16 0 0,0 0-1 0 0,1 0 0 0 0,-1 0 1 0 0,0 0-1 0 0,1 0 0 0 0,-1 0 1 0 0,0 0-1 0 0,0 1 0 0 0,0-1 1 0 0,0 0-1 0 0,0 0 0 0 0,0 1 1 0 0,0-1-1 0 0,0 1 0 0 0,0-1 1 0 0,0 1-1 0 0,0-1 0 0 0,0 1 1 0 0,0 0-1 0 0,-1-1 0 0 0,1 1 1 0 0,0 0-1 0 0,0 0 0 0 0,0 0 1 0 0,-1 0-1 0 0,1 0 1 0 0,0 0-1 0 0,0 0 0 0 0,0 1 1 0 0,-3-1-1 0 0,-3 2 96 0 0,0-1 0 0 0,0 1 0 0 0,0 0-1 0 0,1 0 1 0 0,-1 1 0 0 0,0-1 0 0 0,1 2 0 0 0,0-1 0 0 0,0 1 0 0 0,0 0-1 0 0,0 0 1 0 0,0 0 0 0 0,1 1 0 0 0,0 0 0 0 0,0 0 0 0 0,-8 11 0 0 0,11-12-74 0 0,-1 0 0 0 0,1 0-1 0 0,-1 0 1 0 0,1 0 0 0 0,1 0 0 0 0,-1 1 0 0 0,1-1 0 0 0,-1 1 0 0 0,1-1 0 0 0,0 1 0 0 0,1 0-1 0 0,-1-1 1 0 0,1 1 0 0 0,0 0 0 0 0,0-1 0 0 0,1 1 0 0 0,-1 0 0 0 0,1-1 0 0 0,0 1 0 0 0,0-1 0 0 0,1 1-1 0 0,-1-1 1 0 0,1 1 0 0 0,0-1 0 0 0,5 8 0 0 0,-3-5-210 0 0,1 0 1 0 0,0 0-1 0 0,1-1 0 0 0,0 1 1 0 0,0-1-1 0 0,0 0 0 0 0,0-1 0 0 0,1 0 1 0 0,0 0-1 0 0,0 0 0 0 0,1-1 1 0 0,12 6-1 0 0,-6-5-703 0 0,0-1 0 0 0,1 0 0 0 0,-1-1 0 0 0,1-1 0 0 0,0 0 0 0 0,15 0 0 0 0,55-5-5989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154 404 2081 0 0,'-9'-4'671'0'0,"1"0"1"0"0,0 0-1 0 0,0 0 0 0 0,1-1 1 0 0,-1-1-1 0 0,1 1 0 0 0,-9-10 0 0 0,8 8-432 0 0,0 0-1 0 0,-1 1 0 0 0,-16-11 0 0 0,22 15-203 0 0,1 0 0 0 0,-1-1 0 0 0,1 1 0 0 0,-1-1 1 0 0,1 1-1 0 0,0-1 0 0 0,0 0 0 0 0,0 0 0 0 0,0 0 0 0 0,1 0 0 0 0,-1-1 1 0 0,1 1-1 0 0,0 0 0 0 0,0 0 0 0 0,0-1 0 0 0,0 1 0 0 0,0-1 0 0 0,1 1 0 0 0,0-1 1 0 0,-1 1-1 0 0,1-1 0 0 0,1 1 0 0 0,-1-1 0 0 0,0 1 0 0 0,1-1 0 0 0,0 1 1 0 0,0-1-1 0 0,0 1 0 0 0,0 0 0 0 0,0-1 0 0 0,1 1 0 0 0,0 0 0 0 0,-1 0 1 0 0,1 0-1 0 0,0 0 0 0 0,0 0 0 0 0,1 1 0 0 0,-1-1 0 0 0,1 1 0 0 0,4-5 1 0 0,1 3-20 0 0,-1 1 1 0 0,1-1 0 0 0,0 1 0 0 0,0 0-1 0 0,0 1 1 0 0,1 0 0 0 0,-1 0 0 0 0,1 1 0 0 0,-1 0-1 0 0,1 0 1 0 0,-1 1 0 0 0,1 0 0 0 0,-1 1 0 0 0,1 0-1 0 0,-1 0 1 0 0,1 1 0 0 0,-1 0 0 0 0,0 0 0 0 0,8 4-1 0 0,14 6-40 0 0,-2 1 0 0 0,0 1 1 0 0,40 27-1 0 0,-66-40 20 0 0,14 9-17 0 0,0 1 1 0 0,-1 0-1 0 0,23 21 0 0 0,-34-27-7 0 0,0-1-1 0 0,-1 1 0 0 0,1-1 1 0 0,-1 1-1 0 0,0 0 0 0 0,0 0 1 0 0,-1 1-1 0 0,1-1 0 0 0,-1 1 1 0 0,0-1-1 0 0,-1 1 0 0 0,1 0 1 0 0,-1-1-1 0 0,0 1 0 0 0,-1 0 1 0 0,1 6-1 0 0,-1-11 13 0 0,0-1-1 0 0,0 1 1 0 0,0-1-1 0 0,0 1 1 0 0,0-1-1 0 0,0 1 1 0 0,0-1-1 0 0,0 1 1 0 0,-1-1 0 0 0,1 1-1 0 0,0-1 1 0 0,0 1-1 0 0,0-1 1 0 0,-1 1-1 0 0,1-1 1 0 0,0 1-1 0 0,-1-1 1 0 0,1 1-1 0 0,0-1 1 0 0,-1 0 0 0 0,1 1-1 0 0,0-1 1 0 0,-1 0-1 0 0,1 1 1 0 0,-1-1-1 0 0,1 0 1 0 0,-1 0-1 0 0,1 1 1 0 0,-1-1 0 0 0,1 0-1 0 0,-1 0 1 0 0,1 0-1 0 0,-1 0 1 0 0,1 1-1 0 0,-1-1 1 0 0,1 0-1 0 0,-2 0 1 0 0,-26-6-250 0 0,-17-19 277 0 0,10-13 15 0 0,32 35-17 0 0,1 0 0 0 0,-1 1 0 0 0,1-1-1 0 0,-1 0 1 0 0,1-1 0 0 0,0 1 0 0 0,0 0-1 0 0,1-1 1 0 0,-1 1 0 0 0,1-1 0 0 0,-1 1-1 0 0,1-1 1 0 0,0 1 0 0 0,-1-8 0 0 0,0-57 259 0 0,3 43-121 0 0,-1 22-135 0 0,0 1-1 0 0,0-1 1 0 0,0 0-1 0 0,1 1 1 0 0,-1-1-1 0 0,1 1 1 0 0,-1-1-1 0 0,1 1 0 0 0,0-1 1 0 0,0 1-1 0 0,0-1 1 0 0,0 1-1 0 0,0 0 1 0 0,1 0-1 0 0,-1 0 1 0 0,1 0-1 0 0,0 0 1 0 0,-1 0-1 0 0,1 0 1 0 0,0 0-1 0 0,0 0 1 0 0,0 1-1 0 0,0-1 1 0 0,0 1-1 0 0,1 0 0 0 0,-1-1 1 0 0,0 1-1 0 0,1 0 1 0 0,-1 0-1 0 0,1 1 1 0 0,-1-1-1 0 0,1 0 1 0 0,4 0-1 0 0,-1 1-4 0 0,1 0 0 0 0,-1 0 0 0 0,1 0 0 0 0,-1 1 0 0 0,0-1 0 0 0,1 2 0 0 0,-1-1-1 0 0,0 1 1 0 0,0 0 0 0 0,0 0 0 0 0,0 0 0 0 0,0 1 0 0 0,0 0 0 0 0,8 6 0 0 0,26 19 32 0 0,56 41-12 0 0,-93-66-30 0 0,1 0 0 0 0,-1 0-1 0 0,1 1 1 0 0,-1 0-1 0 0,0-1 1 0 0,-1 1-1 0 0,1 0 1 0 0,-1 0-1 0 0,1 0 1 0 0,-1 1-1 0 0,-1-1 1 0 0,1 0-1 0 0,0 1 1 0 0,-1 0-1 0 0,0-1 1 0 0,0 1-1 0 0,-1-1 1 0 0,1 1-1 0 0,-1 0 1 0 0,0 0-1 0 0,0-1 1 0 0,-1 6-1 0 0,-14-28-84 0 0,-5-2 30 0 0,13 10 61 0 0,1-2 1 0 0,1 1 0 0 0,0 0-1 0 0,0-1 1 0 0,1 0-1 0 0,0 0 1 0 0,1-1 0 0 0,-2-22-1 0 0,4 26 11 0 0,0 0 0 0 0,1 0 0 0 0,0 0 0 0 0,0 0 0 0 0,1 0 0 0 0,0 1-1 0 0,1-1 1 0 0,0 0 0 0 0,0 0 0 0 0,1 1 0 0 0,0-1 0 0 0,0 1 0 0 0,6-9-1 0 0,-4 10 9 0 0,0 1-1 0 0,0 0 1 0 0,1 0-1 0 0,0 0 1 0 0,0 1-1 0 0,1 0 0 0 0,-1 0 1 0 0,1 0-1 0 0,0 1 1 0 0,0 0-1 0 0,1 1 1 0 0,-1-1-1 0 0,17-3 0 0 0,-20 5 19 0 0,1 1-1 0 0,0 0 0 0 0,0 0 0 0 0,0 0 1 0 0,0 1-1 0 0,1 0 0 0 0,-1 0 0 0 0,0 0 0 0 0,0 0 1 0 0,0 1-1 0 0,0 0 0 0 0,0 0 0 0 0,0 0 1 0 0,0 1-1 0 0,-1 0 0 0 0,1 0 0 0 0,0 0 0 0 0,-1 0 1 0 0,0 1-1 0 0,1 0 0 0 0,-1 0 0 0 0,0 0 1 0 0,0 0-1 0 0,6 7 0 0 0,196 222 628 0 0,-157-181-2621 0 0,48 66 0 0 0,-95-114 1613 0 0,-1-1 1 0 0,0 1 0 0 0,1-1 0 0 0,-1 1 0 0 0,-1-1 0 0 0,1 1-1 0 0,0 0 1 0 0,0-1 0 0 0,-1 1 0 0 0,0 0 0 0 0,1 0 0 0 0,-1-1 0 0 0,-1 5-1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49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0 640 0 0,'0'6'2241'0'0,"0"2"-320"0"0,0-3-400 0 0,-30 1 560 0 0,-1-6-1361 0 0,31 8-240 0 0,-30 3-79 0 0,0 34 159 0 0,0 32-160 0 0,30-20-240 0 0,30-7-240 0 0,0 2 80 0 0,31-2-80 0 0,-1-17-160 0 0,0-14-721 0 0,1-13-799 0 0,-31-31-2402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0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 3041 0 0,'-5'8'413'0'0,"1"0"-1"0"0,0 0 1 0 0,0 0-1 0 0,1 1 0 0 0,1 0 1 0 0,-1-1-1 0 0,1 1 1 0 0,1 0-1 0 0,-1 0 1 0 0,2 0-1 0 0,-1 17 0 0 0,2-27-393 0 0,0 0 0 0 0,0 1 0 0 0,0-1 0 0 0,0 1 0 0 0,0-1 0 0 0,1 1 0 0 0,-1-1 0 0 0,0 1 0 0 0,0 0 0 0 0,0-1 0 0 0,0 1 0 0 0,0 0 0 0 0,1 0 0 0 0,-1 0 0 0 0,0 0 0 0 0,0 0 0 0 0,0 0 0 0 0,0 0 0 0 0,1 0 0 0 0,0 1 0 0 0,-1-1 9 0 0,-1 0-23 0 0,0 0 0 0 0,0 0 0 0 0,1 0 0 0 0,-1 0 0 0 0,0 0 0 0 0,1-1 0 0 0,-1 1 0 0 0,0 0 0 0 0,0 0 0 0 0,1 0 0 0 0,-1 0 0 0 0,0-1 0 0 0,0 1 0 0 0,0 0 0 0 0,1 0 0 0 0,-1 0 0 0 0,0-1 0 0 0,0 1 0 0 0,0 0 0 0 0,1 0 0 0 0,-1-1 0 0 0,0 1 0 0 0,0 0 0 0 0,0 0 0 0 0,0-1 0 0 0,0 1 0 0 0,0 0 0 0 0,0-1 0 0 0,0 1 0 0 0,0 0 0 0 0,0 0 0 0 0,0-1 0 0 0,0 1 0 0 0,0 0 0 0 0,0-1 0 0 0,0 1 0 0 0,0 0 0 0 0,0-1 0 0 0,0 1 0 0 0,0 0 0 0 0,0 0 0 0 0,0-1 0 0 0,0 1 0 0 0,-1 0 0 0 0,1 0 0 0 0,0-1 0 0 0,0 1 0 0 0,0 0 0 0 0,0 0 0 0 0,-1-1 0 0 0,1 1 0 0 0,0 0 0 0 0,0 0 0 0 0,-1 0 0 0 0,1 0 0 0 0,0-1 0 0 0,0 1 0 0 0,-1 0 0 0 0,1 0 0 0 0,0 0 0 0 0,0 0 0 0 0,-1 0 0 0 0,1 0 0 0 0,-20-11 189 0 0,33 0 46 0 0,-6 6-207 0 0,-7 5-22 0 0,1-1 0 0 0,-1 1 0 0 0,1-1 0 0 0,-1 1-1 0 0,1-1 1 0 0,-1 1 0 0 0,0-1 0 0 0,1 0 0 0 0,-1 1 0 0 0,0-1 0 0 0,1 0-1 0 0,-1 1 1 0 0,0-1 0 0 0,0 0 0 0 0,0 1 0 0 0,0-1 0 0 0,1 0 0 0 0,-1 1-1 0 0,0-1 1 0 0,0 0 0 0 0,0 0 0 0 0,0 1 0 0 0,-1-1 0 0 0,1 0-1 0 0,0 0 1 0 0,0 0 3 0 0,-1 0-1 0 0,1 0 0 0 0,0 0 0 0 0,0 0 1 0 0,0 0-1 0 0,0 0 0 0 0,0 0 0 0 0,0 1 1 0 0,0-1-1 0 0,1 0 0 0 0,-1 0 0 0 0,0 0 0 0 0,0 0 1 0 0,1 0-1 0 0,-1 0 0 0 0,1 1 0 0 0,-1-1 1 0 0,0 0-1 0 0,1 0 0 0 0,1-1 0 0 0,3-2 16 0 0,1 1-1 0 0,0-1 0 0 0,1 1 0 0 0,-1 0 0 0 0,0 1 0 0 0,1-1 0 0 0,-1 1 0 0 0,1 1 0 0 0,0-1 0 0 0,0 1 0 0 0,0 0 0 0 0,0 1 0 0 0,7 0 0 0 0,-1-1-27 0 0,1 2 1 0 0,0 0-1 0 0,0 0 0 0 0,0 2 0 0 0,15 3 1 0 0,-27-5-2 0 0,0 0 0 0 0,0 0 0 0 0,0 0 0 0 0,0 0 0 0 0,0 0 0 0 0,0 0 0 0 0,0 1 0 0 0,0-1 0 0 0,0 1 0 0 0,-1-1 0 0 0,1 1 0 0 0,1 1 0 0 0,11 9 0 0 0,-9-9 3 0 0,0-1 1 0 0,0 1-1 0 0,-1 0 0 0 0,1 1 1 0 0,-1-1-1 0 0,0 1 1 0 0,5 5-1 0 0,-8-9-2 0 0,-1 0 1 0 0,1 1-1 0 0,-1-1 0 0 0,0 1 1 0 0,1-1-1 0 0,-1 1 0 0 0,0-1 0 0 0,1 1 1 0 0,-1-1-1 0 0,0 1 0 0 0,1-1 1 0 0,-1 1-1 0 0,0-1 0 0 0,0 1 1 0 0,0 0-1 0 0,0-1 0 0 0,1 1 0 0 0,-1-1 1 0 0,0 1-1 0 0,0 0 0 0 0,0-1 1 0 0,0 1-1 0 0,0-1 0 0 0,-1 1 0 0 0,1 0 1 0 0,0-1-1 0 0,0 1 0 0 0,0-1 1 0 0,0 1-1 0 0,-1 0 0 0 0,1-1 0 0 0,0 1 1 0 0,0-1-1 0 0,-1 1 0 0 0,1-1 1 0 0,0 1-1 0 0,-1-1 0 0 0,1 1 1 0 0,-1-1-1 0 0,1 0 0 0 0,-1 1 0 0 0,1-1 1 0 0,-1 0-1 0 0,1 1 0 0 0,-1-1 1 0 0,1 0-1 0 0,-1 1 0 0 0,1-1 0 0 0,-1 0 1 0 0,-1 0-1 0 0,-3 4 52 0 0,0-1-39 0 0,4-2-14 0 0,0-1 0 0 0,0 0 0 0 0,-1 0 0 0 0,1 0 0 0 0,0 0 0 0 0,0 0 0 0 0,-1 0 0 0 0,1 0 0 0 0,0 0 0 0 0,0 0 0 0 0,0-1 0 0 0,-1 1 0 0 0,1 0 0 0 0,0-1 0 0 0,0 1 0 0 0,0-1 0 0 0,0 0 0 0 0,0 1 0 0 0,0-1 0 0 0,0 0 0 0 0,-2-1 0 0 0,5-3 0 0 0,-2 4 0 0 0,0 0 0 0 0,0 0 0 0 0,-1 0 0 0 0,1 0 0 0 0,0 0 0 0 0,-1 1 0 0 0,1-1 0 0 0,-1 0 0 0 0,1 0 0 0 0,-1 0 0 0 0,1 0 0 0 0,-1 0 0 0 0,0 1 0 0 0,1-1 0 0 0,-1 0 0 0 0,0 1 0 0 0,0-1 0 0 0,1 0 0 0 0,-1 1 0 0 0,0-1 0 0 0,0 1 0 0 0,0-1 0 0 0,0 1 0 0 0,0-1 0 0 0,-1 1 0 0 0,-6-5 0 0 0,8 5-1 0 0,-1 0 1 0 0,1-1-1 0 0,0 1 0 0 0,0-1 1 0 0,-1 1-1 0 0,1 0 1 0 0,0-1-1 0 0,0 1 0 0 0,0-1 1 0 0,-1 1-1 0 0,1-1 1 0 0,0 1-1 0 0,0-1 0 0 0,0 1 1 0 0,0 0-1 0 0,0-1 1 0 0,0 1-1 0 0,0-1 0 0 0,0 1 1 0 0,0-1-1 0 0,0 1 1 0 0,0-1-1 0 0,0 1 1 0 0,0-1-1 0 0,1 1 0 0 0,-1-1 1 0 0,0 1-1 0 0,0 0 1 0 0,0-1-1 0 0,1 1 0 0 0,-1-1 1 0 0,0 1-1 0 0,1 0 1 0 0,-1-1-1 0 0,0 1 0 0 0,1 0 1 0 0,-1-1-1 0 0,0 1 1 0 0,1-1-1 0 0,15-12-34 0 0,-14 12 27 0 0,-1 0 7 0 0,-1 1 1 0 0,1-1-1 0 0,0 0 0 0 0,-1 0 0 0 0,1 0 0 0 0,-1 0 1 0 0,1 0-1 0 0,-1 0 0 0 0,0 0 0 0 0,1 0 1 0 0,-1 0-1 0 0,0 0 0 0 0,0 0 0 0 0,0 0 1 0 0,0 0-1 0 0,0-1 0 0 0,0 1 0 0 0,0 0 1 0 0,0 0-1 0 0,0 0 0 0 0,0 0 0 0 0,-1-1 1 0 0,1 1-3 0 0,-1 1 1 0 0,1-1 0 0 0,0 0 0 0 0,0 1 0 0 0,0-1 0 0 0,0 0 0 0 0,0 0-1 0 0,0 1 1 0 0,0-1 0 0 0,0 0 0 0 0,0 0 0 0 0,0 1 0 0 0,0-1-1 0 0,0 0 1 0 0,0 1 0 0 0,0-1 0 0 0,1 0 0 0 0,-1 1 0 0 0,0-1-1 0 0,1 0 1 0 0,-1 1 0 0 0,0-1 0 0 0,1 1 0 0 0,-1-1 0 0 0,1 0-1 0 0,-1 1 1 0 0,1-1 0 0 0,0 0 0 0 0,3-3-6 0 0,4 1 3 0 0,36-2 5 0 0,-42 5 0 0 0,1 0 0 0 0,0 0 0 0 0,0 0 0 0 0,0 0 0 0 0,0 0 0 0 0,0 1 0 0 0,0-1 0 0 0,0 1 0 0 0,0 0 0 0 0,0 0 0 0 0,0 0 0 0 0,-1 0 0 0 0,1 1 0 0 0,-1-1 0 0 0,1 1 0 0 0,-1 0 0 0 0,1-1 0 0 0,-1 1 0 0 0,0 0 0 0 0,1 0 0 0 0,-1 0 0 0 0,-1 1 0 0 0,1-1 0 0 0,0 1 0 0 0,0-1 0 0 0,1 5 0 0 0,18 18 0 0 0,7 17-29 0 0,-26-37 31 0 0,1 0 0 0 0,0 0 1 0 0,0-1-1 0 0,0 1 0 0 0,0-1 0 0 0,7 7 0 0 0,-5-1 25 0 0,-5-9 40 0 0,0-2-65 0 0,0 0-1 0 0,-1 0 1 0 0,0 0 0 0 0,1 0 0 0 0,-1 0 0 0 0,1 0 0 0 0,-1 0-1 0 0,0 0 1 0 0,0 0 0 0 0,0 1 0 0 0,1-1 0 0 0,-1 0 0 0 0,0 0 0 0 0,0 1-1 0 0,0-1 1 0 0,0 1 0 0 0,0-1 0 0 0,0 1 0 0 0,-2-1 0 0 0,-10-8-94 0 0,13 9 89 0 0,-1-1 0 0 0,1 1 0 0 0,0 0 0 0 0,0-1 0 0 0,0 1 0 0 0,0 0 0 0 0,0-1 0 0 0,0 1 1 0 0,0 0-1 0 0,0-1 0 0 0,0 1 0 0 0,0 0 0 0 0,0-1 0 0 0,0 1 0 0 0,0 0 0 0 0,0-1 0 0 0,0 1 1 0 0,0 0-1 0 0,1-1 0 0 0,-1 1 0 0 0,0 0 0 0 0,0-1 0 0 0,0 1 0 0 0,0 0 0 0 0,1-1 1 0 0,-1 1-1 0 0,0 0 0 0 0,0 0 0 0 0,1 0 0 0 0,-1-1 0 0 0,0 1 0 0 0,0 0 0 0 0,1 0 0 0 0,-1 0 1 0 0,0-1-1 0 0,0 1 0 0 0,1 0 0 0 0,-1 0 0 0 0,0 0 0 0 0,1 0 0 0 0,7-3-56 0 0,-7 2 45 0 0,0 1 0 0 0,0 0 0 0 0,-1 0 0 0 0,1 0 0 0 0,0 0 0 0 0,0-1 0 0 0,-1 1 0 0 0,1 0 0 0 0,0-1 0 0 0,0 1 0 0 0,-1 0 0 0 0,1-1 0 0 0,0 1 0 0 0,-1-1 0 0 0,1 1 0 0 0,-1-1 0 0 0,1 1 0 0 0,-1-1 0 0 0,1 0 0 0 0,-1 1 0 0 0,1-1 0 0 0,-1 0 0 0 0,1 1 0 0 0,-1-1 0 0 0,0 0 0 0 0,1 1 0 0 0,-1-1 0 0 0,0 0 0 0 0,0 0 0 0 0,0-1 0 0 0,4 1-211 0 0,0-1 1 0 0,-1 0-1 0 0,1 1 1 0 0,0 0-1 0 0,-1-1 1 0 0,1 2-1 0 0,0-1 1 0 0,0 0-1 0 0,0 1 1 0 0,0 0-1 0 0,0-1 1 0 0,5 2-1 0 0,-3-1-271 0 0,43 0-1719 0 0,-14 4 28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61 202 1281 0 0,'-7'-4'6869'0'0,"6"3"-6820"0"0,-1 0 0 0 0,0 0-1 0 0,1 0 1 0 0,-1 0 0 0 0,1-1 0 0 0,-1 1 0 0 0,1 0 0 0 0,0-1 0 0 0,-1 1 0 0 0,1-1 0 0 0,0 0 0 0 0,0 1 0 0 0,0-1 0 0 0,0 0 0 0 0,1 0 0 0 0,-1 0 0 0 0,0 1 0 0 0,1-1 0 0 0,-1 0 0 0 0,1-3 0 0 0,0 3-41 0 0,-1-1 0 0 0,1 0 0 0 0,0 0 0 0 0,-1 1 0 0 0,0-1 0 0 0,1 0 0 0 0,-1 1 0 0 0,0-1 0 0 0,0 1 0 0 0,-1-1 0 0 0,1 1 0 0 0,-1-1 0 0 0,-2-3 0 0 0,2 4-9 0 0,0 0 1 0 0,1-1 0 0 0,-1 1-1 0 0,1-1 1 0 0,0 0-1 0 0,-1 1 1 0 0,1-1 0 0 0,0 0-1 0 0,1 0 1 0 0,-1 0-1 0 0,0 1 1 0 0,1-1 0 0 0,0-5-1 0 0,0-63 1 0 0,-1 71 0 0 0,1-1 0 0 0,0 1 0 0 0,0 0 0 0 0,0-1 0 0 0,0 1 0 0 0,0-1 0 0 0,0 1 0 0 0,1 0 0 0 0,-1-1 0 0 0,0 1 0 0 0,0 0 0 0 0,0-1 0 0 0,0 1 0 0 0,0 0 0 0 0,0-1 1 0 0,1 1-1 0 0,-1 0 0 0 0,0-1 0 0 0,0 1 0 0 0,1 0 0 0 0,-1 0 0 0 0,0-1 0 0 0,0 1 0 0 0,1 0 0 0 0,-1 0 0 0 0,0-1 0 0 0,0 1 0 0 0,1 0 0 0 0,-1 0 0 0 0,0 0 0 0 0,1 0 0 0 0,-1 0 0 0 0,0-1 0 0 0,1 1 0 0 0,-1 0 0 0 0,1 0 0 0 0,-1 0 0 0 0,0 0 0 0 0,1 0 0 0 0,-1 0 0 0 0,0 0 0 0 0,1 0 0 0 0,-1 0 0 0 0,0 0 0 0 0,1 1 0 0 0,19 8 26 0 0,-10 2 4 0 0,0 1 1 0 0,-1-1-1 0 0,0 2 1 0 0,-1-1-1 0 0,0 1 1 0 0,-1 0-1 0 0,0 1 1 0 0,5 15-1 0 0,-8-19-11 0 0,24 67 109 0 0,-24-62-106 0 0,0 0 1 0 0,2 0-1 0 0,0 0 1 0 0,0-1-1 0 0,2 0 0 0 0,0 0 1 0 0,18 24-1 0 0,19 7-8 0 0,-31-18-21 0 0,-13-26 2 0 0,-1 0 0 0 0,1 1 0 0 0,-1-1 1 0 0,1 0-1 0 0,-1 1 0 0 0,1-1 0 0 0,0 0 1 0 0,0 0-1 0 0,0 0 0 0 0,0 0 0 0 0,0 0 1 0 0,0 0-1 0 0,0 0 0 0 0,0 0 0 0 0,0 0 1 0 0,0 0-1 0 0,0 0 0 0 0,0-1 0 0 0,1 1 1 0 0,1 0-1 0 0,-2-1-49 0 0,0-1 0 0 0,-1 0 0 0 0,1 0 1 0 0,-1 0-1 0 0,1 0 0 0 0,-1 0 0 0 0,1 0 0 0 0,-1 0 1 0 0,0 0-1 0 0,1 0 0 0 0,-1 0 0 0 0,0-1 0 0 0,0 1 1 0 0,0 0-1 0 0,0 0 0 0 0,0 0 0 0 0,0 0 1 0 0,0 0-1 0 0,0 0 0 0 0,-1-2 0 0 0,1 2-43 0 0,1-8-95 0 0,-1 6 147 0 0,0 0 0 0 0,1 0 0 0 0,-1 1-1 0 0,-1-1 1 0 0,1 0 0 0 0,0 0 0 0 0,-1 0 0 0 0,1 0-1 0 0,-1 1 1 0 0,0-1 0 0 0,-2-5 0 0 0,-3 0-12 0 0,-1-1 0 0 0,1-1-1 0 0,1 1 1 0 0,0-1 0 0 0,0 0 0 0 0,1 0 0 0 0,0 0 0 0 0,1-1-1 0 0,0 1 1 0 0,1-1 0 0 0,0 0 0 0 0,0 0 0 0 0,1-12 0 0 0,1-53 603 0 0,0 75-521 0 0,1 0-1 0 0,-1 0 0 0 0,1-1 0 0 0,-1 1 0 0 0,1 0 0 0 0,0 0 0 0 0,-1 0 0 0 0,1 0 0 0 0,0 0 0 0 0,0 0 0 0 0,0 0 0 0 0,0 0 0 0 0,-1 0 0 0 0,2 0 0 0 0,-1 0 1 0 0,0 0-1 0 0,0 1 0 0 0,0-1 0 0 0,0 0 0 0 0,0 1 0 0 0,1-1 0 0 0,-1 1 0 0 0,1-1 0 0 0,41-9 426 0 0,-27 10-384 0 0,-1 1 0 0 0,0 0 0 0 0,0 1 0 0 0,0 0 1 0 0,0 1-1 0 0,-1 1 0 0 0,1 1 0 0 0,20 9 0 0 0,4 4 190 0 0,59 38 0 0 0,-95-55-247 0 0,39 30 185 0 0,-42-30-189 0 0,1-1 0 0 0,-1 1 1 0 0,1 0-1 0 0,-1-1 0 0 0,1 1 0 0 0,-1 0 0 0 0,0 0 0 0 0,1-1 0 0 0,-1 1 0 0 0,0 0 1 0 0,1 0-1 0 0,-1-1 0 0 0,0 1 0 0 0,0 0 0 0 0,0 0 0 0 0,0 0 0 0 0,0 0 0 0 0,0-1 1 0 0,0 1-1 0 0,0 0 0 0 0,0 0 0 0 0,0 0 0 0 0,-1 0 0 0 0,1-1 0 0 0,0 1 0 0 0,0 0 1 0 0,-1 0-1 0 0,1-1 0 0 0,0 1 0 0 0,-1 0 0 0 0,1 0 0 0 0,-1-1 0 0 0,1 1 0 0 0,-1-1 1 0 0,1 1-1 0 0,-1 0 0 0 0,0-1 0 0 0,1 1 0 0 0,-1-1 0 0 0,-1 1 0 0 0,0 1-2 0 0,-1 0-1 0 0,-1-1 1 0 0,1 1-1 0 0,0-1 1 0 0,0 0-1 0 0,0 0 0 0 0,-1 0 1 0 0,1 0-1 0 0,-1-1 1 0 0,1 1-1 0 0,0-1 1 0 0,-1 0-1 0 0,1 0 1 0 0,-1 0-1 0 0,1-1 1 0 0,-6 0-1 0 0,-55-15-444 0 0,56 13 94 0 0,1 0 0 0 0,0 0 1 0 0,0 0-1 0 0,0-1 0 0 0,1-1 0 0 0,-1 1 0 0 0,1-1 0 0 0,0 0 1 0 0,0 0-1 0 0,1-1 0 0 0,-7-7 0 0 0,10 11 107 0 0,2 2 186 0 0,-1-1 0 0 0,1 1 1 0 0,0 0-1 0 0,0-1 0 0 0,-1 1 1 0 0,1 0-1 0 0,0-1 0 0 0,0 1 1 0 0,-1 0-1 0 0,1-1 0 0 0,0 1 0 0 0,0-1 1 0 0,0 1-1 0 0,0 0 0 0 0,0-1 1 0 0,0 1-1 0 0,-1-1 0 0 0,1 1 1 0 0,0 0-1 0 0,0-1 0 0 0,0 1 1 0 0,0-1-1 0 0,0 1 0 0 0,1-1 0 0 0,-1 1 1 0 0,0 0-1 0 0,0-1 0 0 0,0 1 1 0 0,0-1-1 0 0,0 1 0 0 0,0 0 1 0 0,1-1-1 0 0,-1 1 0 0 0,0 0 1 0 0,0-1-1 0 0,1 1 0 0 0,-1 0 0 0 0,0-1 1 0 0,1 0-1 0 0,24-17-2053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39 80 0 0,'0'1'198'0'0,"-1"0"1"0"0,1 1-1 0 0,0-1 0 0 0,-1 0 1 0 0,1 1-1 0 0,-1-1 1 0 0,1 0-1 0 0,-1 1 0 0 0,0-1 1 0 0,0 0-1 0 0,1 0 0 0 0,-1 0 1 0 0,0 0-1 0 0,0 0 0 0 0,0 0 1 0 0,0 0-1 0 0,0 0 0 0 0,0 0 1 0 0,0 0-1 0 0,-1-1 1 0 0,1 1-1 0 0,0 0 0 0 0,0-1 1 0 0,-1 1-1 0 0,1-1 0 0 0,0 1 1 0 0,-1-1-1 0 0,1 0 0 0 0,0 1 1 0 0,-1-1-1 0 0,-1 0 0 0 0,-21 10 1059 0 0,17-3-704 0 0,5-6-472 0 0,-1 1 1 0 0,1-1-1 0 0,1 1 0 0 0,-1 0 1 0 0,0-1-1 0 0,0 1 0 0 0,0 0 1 0 0,1 0-1 0 0,0 0 1 0 0,-1 0-1 0 0,1 1 0 0 0,0-1 1 0 0,0 0-1 0 0,0 1 1 0 0,0-1-1 0 0,0 0 0 0 0,0 1 1 0 0,1-1-1 0 0,-1 1 0 0 0,1-1 1 0 0,0 1-1 0 0,0-1 1 0 0,0 1-1 0 0,0 2 0 0 0,0-3-73 0 0,1-1 0 0 0,-1 1 0 0 0,0-1 0 0 0,1 1 0 0 0,-1-1-1 0 0,1 1 1 0 0,-1-1 0 0 0,1 0 0 0 0,0 1 0 0 0,-1-1 0 0 0,1 0-1 0 0,0 0 1 0 0,0 1 0 0 0,0-1 0 0 0,0 0 0 0 0,0 0 0 0 0,0 0-1 0 0,1 0 1 0 0,-1 0 0 0 0,0-1 0 0 0,0 1 0 0 0,1 0 0 0 0,-1 0-1 0 0,0-1 1 0 0,4 2 0 0 0,40 9 50 0 0,-30-8-26 0 0,12 5-12 0 0,0-2 0 0 0,1 0 0 0 0,0-2 0 0 0,0-1 0 0 0,0-2 0 0 0,0 0 0 0 0,43-6 0 0 0,-67 5-15 0 0,-1 0 0 0 0,1-1-1 0 0,-1 1 1 0 0,1-1 0 0 0,-1 0 0 0 0,0 0 0 0 0,0 0 0 0 0,1 0-1 0 0,-1-1 1 0 0,0 1 0 0 0,0-1 0 0 0,0 0 0 0 0,0 0-1 0 0,-1 0 1 0 0,4-3 0 0 0,-5 4 2 0 0,0-1 1 0 0,-1 1-1 0 0,1 0 0 0 0,-1 0 0 0 0,1-1 1 0 0,-1 1-1 0 0,0 0 0 0 0,0-1 0 0 0,1 1 1 0 0,-1 0-1 0 0,0-1 0 0 0,0 1 0 0 0,0 0 1 0 0,-1-1-1 0 0,1 1 0 0 0,0 0 0 0 0,0-1 0 0 0,-1 1 1 0 0,1 0-1 0 0,-1-1 0 0 0,1 1 0 0 0,-1 0 1 0 0,1 0-1 0 0,-1 0 0 0 0,-1-2 0 0 0,-6-8 68 0 0,-1 1 0 0 0,0-1 0 0 0,-1 2 0 0 0,0 0 0 0 0,-17-12 0 0 0,23 18-56 0 0,-7-6 50 0 0,-2 0 0 0 0,1 1 0 0 0,-1 0 0 0 0,0 1 0 0 0,0 0 0 0 0,-1 1 0 0 0,0 1 1 0 0,0 0-1 0 0,0 1 0 0 0,-30-5 0 0 0,43 9-88 0 0,-1 0-1 0 0,1 0 1 0 0,0 0 0 0 0,-1 0 0 0 0,1 0-1 0 0,0 0 1 0 0,-1 0 0 0 0,1 0-1 0 0,0 1 1 0 0,-1-1 0 0 0,1 0 0 0 0,0 1-1 0 0,0-1 1 0 0,-1 1 0 0 0,1-1 0 0 0,0 1-1 0 0,0 0 1 0 0,0 0 0 0 0,0-1-1 0 0,0 1 1 0 0,0 0 0 0 0,0 0 0 0 0,0 0-1 0 0,-1 2 1 0 0,1-2-65 0 0,1 0-1 0 0,0 0 1 0 0,-1 0 0 0 0,1 0 0 0 0,0 0-1 0 0,0 0 1 0 0,0 0 0 0 0,0 0-1 0 0,0 0 1 0 0,0 0 0 0 0,0 0 0 0 0,0 0-1 0 0,1 0 1 0 0,-1 0 0 0 0,0 0-1 0 0,0 0 1 0 0,1 0 0 0 0,-1 0 0 0 0,1 0-1 0 0,-1 0 1 0 0,1 0 0 0 0,-1 0-1 0 0,1 0 1 0 0,0-1 0 0 0,-1 1 0 0 0,1 0-1 0 0,0 0 1 0 0,0-1 0 0 0,0 1-1 0 0,1 0 1 0 0,73 38-6199 0 0,-44-25 3602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31 179 80 0 0,'0'1'374'0'0,"0"-1"1"0"0,0 1-1 0 0,1 0 0 0 0,-1-1 1 0 0,0 1-1 0 0,1 0 0 0 0,-1-1 1 0 0,0 1-1 0 0,1-1 1 0 0,-1 1-1 0 0,1-1 0 0 0,-1 1 1 0 0,1 0-1 0 0,-1-1 0 0 0,1 0 1 0 0,0 1-1 0 0,-1-1 0 0 0,1 1 1 0 0,0-1-1 0 0,-1 0 0 0 0,1 1 1 0 0,1-1-1 0 0,25 8 1089 0 0,19-1-1678 0 0,-41-7 615 0 0,-5 0-391 0 0,0 0-1 0 0,1-1 1 0 0,-1 1-1 0 0,0 0 1 0 0,0 0-1 0 0,0 0 1 0 0,0 0-1 0 0,0-1 1 0 0,0 1 0 0 0,0 0-1 0 0,0 0 1 0 0,0 0-1 0 0,1-1 1 0 0,-1 1-1 0 0,0 0 1 0 0,0 0-1 0 0,0 0 1 0 0,0-1-1 0 0,0 1 1 0 0,0 0 0 0 0,0 0-1 0 0,0 0 1 0 0,0-1-1 0 0,-1 1 1 0 0,1 0-1 0 0,0 0 1 0 0,0 0-1 0 0,0 0 1 0 0,0-1-1 0 0,0 1 1 0 0,0 0 0 0 0,0 0-1 0 0,0 0 1 0 0,0 0-1 0 0,-1-1 1 0 0,1 1-1 0 0,0 0 1 0 0,0 0-1 0 0,0 0 1 0 0,0 0-1 0 0,0 0 1 0 0,-1 0 0 0 0,1-1-1 0 0,0 1 1 0 0,0 0-1 0 0,0 0 1 0 0,-1 0-1 0 0,1 0 1 0 0,0 0-1 0 0,0 0 1 0 0,0 0-1 0 0,0 0 1 0 0,-1 0 0 0 0,1 0-1 0 0,0 0 1 0 0,0 0-1 0 0,0 0 1 0 0,-1 0-1 0 0,1 0 1 0 0,0 0-1 0 0,0 0 1 0 0,0 0-1 0 0,-1 0 1 0 0,-6-2 96 0 0,7 2-84 0 0,-1 0 0 0 0,0 0 0 0 0,0-1 0 0 0,0 1 0 0 0,0 0 0 0 0,0-1 0 0 0,0 1 0 0 0,1 0 0 0 0,-1-1 0 0 0,0 1 0 0 0,0-1 0 0 0,1 0 0 0 0,-1 1 0 0 0,0-1 0 0 0,1 1 0 0 0,-1-1 0 0 0,0 0 0 0 0,1 0 0 0 0,-1 1 0 0 0,1-1 0 0 0,-1 0 0 0 0,1 0 0 0 0,0 0 0 0 0,-1 1 0 0 0,1-1 0 0 0,0 0 0 0 0,-1 0 0 0 0,1 0 0 0 0,0 0 0 0 0,0 0 0 0 0,0 0 0 0 0,0 0 0 0 0,0 1 0 0 0,0-3 0 0 0,0 0 77 0 0,0 0 0 0 0,-1 0 0 0 0,1 0 0 0 0,-1 1-1 0 0,0-1 1 0 0,0 0 0 0 0,0 0 0 0 0,0 0 0 0 0,0 1-1 0 0,-1-1 1 0 0,1 1 0 0 0,-5-6 0 0 0,-3-7 445 0 0,-21-40 1804 0 0,25 35-1375 0 0,5 19-926 0 0,0 0-1 0 0,0 0 1 0 0,0 0 0 0 0,0 0 0 0 0,0 0-1 0 0,0 0 1 0 0,0 0 0 0 0,0 0 0 0 0,-1 0-1 0 0,1 1 1 0 0,0-1 0 0 0,-1 0 0 0 0,1 0-1 0 0,0 0 1 0 0,-1 0 0 0 0,1 1 0 0 0,-1-1-1 0 0,0-1 1 0 0,-5 0 209 0 0,5 2-208 0 0,0-1 0 0 0,-1 1 0 0 0,1 0 0 0 0,0-1 0 0 0,0 1 0 0 0,0-1 0 0 0,0 1 0 0 0,0-1 0 0 0,0 1 0 0 0,0-1 0 0 0,0 0-1 0 0,0 0 1 0 0,0 1 0 0 0,0-1 0 0 0,0 0 0 0 0,1 0 0 0 0,-1 0 0 0 0,-1-1 0 0 0,3 1-34 0 0,-1 1-1 0 0,0 0 0 0 0,0-1 1 0 0,0 1-1 0 0,0 0 0 0 0,1-1 1 0 0,-1 1-1 0 0,0 0 0 0 0,0-1 1 0 0,1 1-1 0 0,-1 0 0 0 0,0-1 1 0 0,0 1-1 0 0,1 0 0 0 0,-1 0 1 0 0,0-1-1 0 0,1 1 0 0 0,-1 0 1 0 0,0 0-1 0 0,1 0 0 0 0,-1-1 1 0 0,1 1-1 0 0,-1 0 0 0 0,0 0 1 0 0,1 0-1 0 0,-1 0 0 0 0,1 0 1 0 0,-1 0-1 0 0,0 0 0 0 0,1 0 1 0 0,-1 0-1 0 0,1 0 0 0 0,-1 0 1 0 0,0 0-1 0 0,1 0 0 0 0,-1 0 1 0 0,1 0-1 0 0,-1 1 0 0 0,1-1 1 0 0,21 6-387 0 0,-1 1-931 0 0,0-1-1 0 0,0-2 0 0 0,1 1 0 0 0,0-2 1 0 0,26 0-1 0 0,3 1-2372 0 0,28 1-390 0 0,-13-4 973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2001 0 0,'30'31'3201'0'0,"30"34"241"0"0,-30-2-1601 0 0,1-18-1681 0 0,-31-15-320 0 0,30 9 80 0 0,0-1 80 0 0,0 1-240 0 0,0-1-561 0 0,-30-19-719 0 0,0 1-2242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1441 0 0,'0'0'2401'0'0,"30"0"-240"0"0,30 0-400 0 0,1-6-641 0 0,-1 0-1520 0 0,31-7-2001 0 0,-1-7-561 0 0,1 9 561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3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1841 0 0,'55'-6'3468'0'0,"-50"6"-2201"0"0,0 1-373 0 0,17 5-719 0 0,0 1 1 0 0,0 0-1 0 0,-1 2 0 0 0,0 1 0 0 0,0 0 0 0 0,28 21 1 0 0,10 3-42 0 0,-44-25-71 0 0,1 1-1 0 0,-1 0 1 0 0,-1 0 0 0 0,0 2 0 0 0,-1 0 0 0 0,20 22 0 0 0,-27-28-30 0 0,0-1-1 0 0,0 0 1 0 0,0 0 0 0 0,1 0-1 0 0,-1-1 1 0 0,1 0 0 0 0,12 5 0 0 0,-1 0 25 0 0,-8 4 22 0 0,-10-10-37 0 0,0-5 21 0 0,-1 0-65 0 0,1 1 0 0 0,-1 0 0 0 0,1 1 1 0 0,-1-1-1 0 0,0 0 0 0 0,1 0 0 0 0,-1 0 0 0 0,0 0 1 0 0,0 0-1 0 0,0 1 0 0 0,0-1 0 0 0,1 0 1 0 0,-1 1-1 0 0,0-1 0 0 0,0 1 0 0 0,0-1 0 0 0,-1 1 1 0 0,0-1-1 0 0,-16-11 16 0 0,6 5 43 0 0,-1 0 0 0 0,1 0 0 0 0,-1 1 1 0 0,0 1-1 0 0,0 0 0 0 0,-1 1 0 0 0,0 0 0 0 0,0 1 1 0 0,0 1-1 0 0,-25-2 0 0 0,31 4 11 0 0,1-1 1 0 0,0 2-1 0 0,-1-1 0 0 0,1 1 0 0 0,0 0 1 0 0,-1 1-1 0 0,1-1 0 0 0,0 1 0 0 0,0 1 0 0 0,0-1 1 0 0,1 1-1 0 0,-1 1 0 0 0,1-1 0 0 0,-1 1 1 0 0,1 0-1 0 0,0 0 0 0 0,1 1 0 0 0,-1 0 1 0 0,1 0-1 0 0,-7 9 0 0 0,10-13-57 0 0,1 1 1 0 0,0 1-1 0 0,0-1 1 0 0,0 0-1 0 0,0 0 0 0 0,0 0 1 0 0,1 0-1 0 0,-1 1 1 0 0,1-1-1 0 0,-1 0 0 0 0,1 0 1 0 0,0 1-1 0 0,0-1 1 0 0,0 0-1 0 0,0 1 0 0 0,0-1 1 0 0,0 0-1 0 0,1 1 1 0 0,1 3-1 0 0,-1-2-3 0 0,1 1 0 0 0,1-1 0 0 0,-1 0 0 0 0,0 0 0 0 0,1 0 0 0 0,0 0 0 0 0,0 0 0 0 0,0-1 0 0 0,5 4 0 0 0,2 2-5 0 0,0-1-1 0 0,1 0 1 0 0,1 0 0 0 0,-1-1 0 0 0,17 7-1 0 0,-14-10-161 0 0,0 0-1 0 0,1-1 1 0 0,-1 0 0 0 0,0-1-1 0 0,1-1 1 0 0,-1 0-1 0 0,1-1 1 0 0,0 0 0 0 0,-1-2-1 0 0,1 1 1 0 0,-1-2-1 0 0,0 0 1 0 0,0-1 0 0 0,0 0-1 0 0,18-8 1 0 0,-20 7-467 0 0,0-1 1 0 0,-1 0 0 0 0,0-1 0 0 0,0 0-1 0 0,0 0 1 0 0,-1-1 0 0 0,0-1-1 0 0,0 0 1 0 0,8-10 0 0 0,-13 0-1470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2:5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89 400 0 0,'11'2'820'0'0,"-7"-2"-532"0"0,0 1 1 0 0,0-1-1 0 0,0 1 1 0 0,0 0-1 0 0,-1 0 1 0 0,1 0-1 0 0,0 1 1 0 0,-1-1 0 0 0,1 1-1 0 0,-1 0 1 0 0,5 3-1 0 0,-7-4-196 0 0,0 0 0 0 0,0 0 0 0 0,0 0-1 0 0,0 0 1 0 0,0 0 0 0 0,0-1 0 0 0,0 1-1 0 0,0 0 1 0 0,0-1 0 0 0,0 1 0 0 0,0 0 0 0 0,0-1-1 0 0,0 1 1 0 0,1-1 0 0 0,-1 0 0 0 0,0 1 0 0 0,0-1-1 0 0,1 0 1 0 0,-1 0 0 0 0,3 1 3063 0 0,-13-3-2662 0 0,8 2-496 0 0,1 0 0 0 0,-1 0 0 0 0,0 0 0 0 0,0-1 1 0 0,0 1-1 0 0,0 0 0 0 0,0-1 0 0 0,1 1 0 0 0,-1 0 0 0 0,0-1 0 0 0,0 1 0 0 0,1-1 0 0 0,-1 1 0 0 0,0-1 0 0 0,1 0 0 0 0,-1 1 0 0 0,1-1 0 0 0,-1 0 0 0 0,0 1 0 0 0,1-1 0 0 0,0 0 0 0 0,-2-1 0 0 0,1 0 32 0 0,-1 0-1 0 0,0-1 1 0 0,0 1 0 0 0,0 0-1 0 0,-1 1 1 0 0,1-1-1 0 0,0 0 1 0 0,-1 1 0 0 0,1-1-1 0 0,-1 1 1 0 0,1 0 0 0 0,-1-1-1 0 0,0 1 1 0 0,-4-1 0 0 0,-19-10 328 0 0,-54-25 617 0 0,80 36-950 0 0,0 1 1 0 0,0 0-1 0 0,0 0 1 0 0,1 0 0 0 0,-1 0-1 0 0,0 0 1 0 0,0 0-1 0 0,0 0 1 0 0,0-1 0 0 0,0 1-1 0 0,1 0 1 0 0,-1 0-1 0 0,0 0 1 0 0,0 0-1 0 0,0-1 1 0 0,0 1 0 0 0,0 0-1 0 0,0 0 1 0 0,0 0-1 0 0,0-1 1 0 0,0 1-1 0 0,0 0 1 0 0,1 0 0 0 0,-1 0-1 0 0,0-1 1 0 0,0 1-1 0 0,0 0 1 0 0,0 0-1 0 0,0-1 1 0 0,-1 1 0 0 0,1 0-1 0 0,0 0 1 0 0,0 0-1 0 0,0-1 1 0 0,0 1 0 0 0,0 0-1 0 0,0 0 1 0 0,0 0-1 0 0,0-1 1 0 0,0 1-1 0 0,0 0 1 0 0,-1 0 0 0 0,1 0-1 0 0,0 0 1 0 0,0 0-1 0 0,0-1 1 0 0,0 1-1 0 0,0 0 1 0 0,-1 0 0 0 0,1 0-1 0 0,0 0 1 0 0,0 0-1 0 0,0 0 1 0 0,-1-1-1 0 0,21-1 598 0 0,-19 2-768 0 0,4 0 466 0 0,-10 0-266 0 0,-20 0-374 0 0,24 0 295 0 0,1 0 0 0 0,0 0 1 0 0,0 0-1 0 0,0 0 1 0 0,0 0-1 0 0,0 1 1 0 0,0-1-1 0 0,0 0 0 0 0,0 0 1 0 0,0 0-1 0 0,-1 0 1 0 0,1 1-1 0 0,0-1 0 0 0,0 0 1 0 0,0 0-1 0 0,0 0 1 0 0,0 0-1 0 0,0 1 1 0 0,0-1-1 0 0,0 0 0 0 0,0 0 1 0 0,0 0-1 0 0,0 0 1 0 0,0 1-1 0 0,0-1 0 0 0,1 0 1 0 0,-1 0-1 0 0,0 0 1 0 0,0 0-1 0 0,0 0 1 0 0,0 1-1 0 0,0-1 0 0 0,0 0 1 0 0,0 0-1 0 0,0 0 1 0 0,0 0-1 0 0,1 0 0 0 0,-1 0 1 0 0,0 1-1 0 0,0-1 1 0 0,0 0-1 0 0,0 0 1 0 0,0 0-1 0 0,0 0 0 0 0,1 0 1 0 0,-1 0-1 0 0,0 0 1 0 0,0 0-1 0 0,0 0 1 0 0,0 0-1 0 0,1 0 0 0 0,-1 0 1 0 0,0 0-1 0 0,0 0 1 0 0,0 0-1 0 0,0 0 0 0 0,1 0 1 0 0,-1 0-1 0 0,0 0 1 0 0,0 0-1 0 0,0 0 1 0 0,0 0-1 0 0,1 0 0 0 0,-1 0 1 0 0,0 0-1 0 0,0 0 1 0 0,0 0-1 0 0,0 0 0 0 0,1-1 1 0 0,19 1-296 0 0,-15 0 80 0 0,-5-19-6390 0 0,0 13 3962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0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1710 1 2161 0 0,'-116'7'5429'0'0,"107"-5"-5148"0"0,0 1 0 0 0,0 1 0 0 0,0-1 0 0 0,-15 10 0 0 0,-11 5-5 0 0,-13 14 144 0 0,5-2-266 0 0,6-12-56 0 0,27-14-70 0 0,1 0 0 0 0,0 0-1 0 0,0 1 1 0 0,0 0 0 0 0,0 1-1 0 0,1 0 1 0 0,-8 7 0 0 0,6 0 34 0 0,-15 13 49 0 0,21-23-91 0 0,1 0-1 0 0,-1 0 1 0 0,1 1-1 0 0,0-1 1 0 0,0 1-1 0 0,0 0 1 0 0,1 0 0 0 0,-3 5-1 0 0,1-3 16 0 0,0 1 0 0 0,-1-1 1 0 0,1 0-1 0 0,-1 0 0 0 0,-8 8 0 0 0,-24 21 98 0 0,2 3 1 0 0,1 1-1 0 0,2 1 0 0 0,2 2 1 0 0,2 1-1 0 0,2 1 1 0 0,2 2-1 0 0,-21 54 0 0 0,17-30-12 0 0,-60 112-1 0 0,56-116-59 0 0,-6 10-29 0 0,-2-12 33 0 0,-66 95 243 0 0,45-86-227 0 0,24-28-35 0 0,-41 61 1 0 0,64-85-40 0 0,-17 29 196 0 0,-44 93 0 0 0,57-102-25 0 0,-3-1 0 0 0,-31 47 0 0 0,48-81-182 0 0,0 1 0 0 0,1-1 0 0 0,0 1 0 0 0,0 0-1 0 0,0 0 1 0 0,1 0 0 0 0,0 0 0 0 0,0 0 0 0 0,1 1 0 0 0,-1-1 0 0 0,2 0 0 0 0,-1 10 0 0 0,1-10 2 0 0,-1 1 0 0 0,0 0 1 0 0,0-1-1 0 0,-1 1 0 0 0,0-1 1 0 0,0 1-1 0 0,-4 6 0 0 0,3-7 1 0 0,0 1-1 0 0,1-1 0 0 0,0 0 1 0 0,0 1-1 0 0,1 0 0 0 0,0-1 1 0 0,0 9-1 0 0,3 33-48 0 0,-1-30 38 0 0,0 1 1 0 0,-1 0-1 0 0,-1-1 0 0 0,-1 1 1 0 0,-4 20-1 0 0,2-26 56 0 0,-1 7 150 0 0,0-1 0 0 0,1 1 0 0 0,0 0 0 0 0,1 23 0 0 0,2-20-132 0 0,-2 0 0 0 0,-8 42 0 0 0,6-44-120 0 0,1 1 1 0 0,-2 41-1 0 0,6 184-49 0 0,-1-226 92 0 0,-1-1-1 0 0,-1 0 1 0 0,-7 25-1 0 0,6-25 12 0 0,0-1-1 0 0,1 1 1 0 0,-1 25-1 0 0,4 362-235 0 0,2-383 151 0 0,0-1 0 0 0,10 44-1 0 0,-7-44-16 0 0,-1 1 0 0 0,2 43-1 0 0,-4-36 98 0 0,1-1 0 0 0,1-1 0 0 0,17 57 0 0 0,-13-57 14 0 0,-1 0 1 0 0,-1 0 0 0 0,3 57 0 0 0,-9 791-366 0 0,-1-853 344 0 0,-1 1 1 0 0,-2-1 0 0 0,-7 29-1 0 0,4-20 11 0 0,3-9 5 0 0,-2-1 0 0 0,0 0 0 0 0,-2 0 0 0 0,0 0 0 0 0,-2-1 0 0 0,-14 24 0 0 0,19-37 7 0 0,1 0 1 0 0,-1 1-1 0 0,2-1 1 0 0,-1 1-1 0 0,2 0 1 0 0,-1 0-1 0 0,0 16 1 0 0,1 82 74 0 0,3-54-77 0 0,0-44-4 0 0,0 0-1 0 0,1 0 1 0 0,0 0 0 0 0,1 0 0 0 0,0 0-1 0 0,1 0 1 0 0,0-1 0 0 0,1 0 0 0 0,0 0-1 0 0,0 0 1 0 0,1 0 0 0 0,1-1 0 0 0,-1 0-1 0 0,1 0 1 0 0,11 10 0 0 0,-4-6 2 0 0,0 0 0 0 0,1 0 0 0 0,0-2 0 0 0,1 0 0 0 0,1 0 1 0 0,-1-2-1 0 0,2 0 0 0 0,34 12 0 0 0,72 18 123 0 0,1-6 1 0 0,2-6 0 0 0,195 17 0 0 0,-106-40-814 0 0,-183-6-139 0 0,-1-1 0 0 0,1-2 1 0 0,-1-2-1 0 0,45-14 0 0 0,44-30-3456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3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115 148 640 0 0,'-8'5'3920'0'0,"-9"-4"-3413"0"0,17-1-318 0 0,-5 0 51 0 0,5 0-220 0 0,1 1 0 0 0,-1-1 0 0 0,0 1 0 0 0,0 0 0 0 0,0-1 0 0 0,0 1 0 0 0,0 0 0 0 0,0-1 0 0 0,0 1 0 0 0,0 0 0 0 0,0-1 0 0 0,0 1 0 0 0,0-1 0 0 0,0 1 1 0 0,-1 0-1 0 0,1-1 0 0 0,0 1 0 0 0,0 0 0 0 0,-1-1 0 0 0,1 1 0 0 0,0-1 0 0 0,-1 1 0 0 0,1-1 0 0 0,0 1 0 0 0,-1-1 0 0 0,1 1 0 0 0,-1-1 0 0 0,1 1 0 0 0,-1-1 0 0 0,1 0 0 0 0,-1 1 0 0 0,1-1 0 0 0,-1 0 0 0 0,1 1 0 0 0,-1-1 1 0 0,0 0-1 0 0,1 0 0 0 0,-1 0 0 0 0,1 1 0 0 0,-1-1 0 0 0,0 0 0 0 0,1 0 0 0 0,-1 0 0 0 0,0 0 0 0 0,0 0 6 0 0,0 0 0 0 0,0 0 0 0 0,1 0 1 0 0,-1 0-1 0 0,0 0 0 0 0,1 1 0 0 0,-1-1 0 0 0,0 0 1 0 0,0 1-1 0 0,1-1 0 0 0,-1 0 0 0 0,0 1 0 0 0,1-1 1 0 0,-1 0-1 0 0,1 1 0 0 0,-1-1 0 0 0,0 1 0 0 0,1-1 0 0 0,-1 1 1 0 0,1 0-1 0 0,0-1 0 0 0,-1 1 0 0 0,1-1 0 0 0,-1 1 1 0 0,1 0-1 0 0,0-1 0 0 0,-1 1 0 0 0,1 0 0 0 0,0 0 1 0 0,0-1-1 0 0,0 1 0 0 0,0 0 0 0 0,-1 0 0 0 0,1-1 0 0 0,0 1 1 0 0,0 0-1 0 0,0 0 0 0 0,1-1 0 0 0,-1 1 0 0 0,0 0 1 0 0,0 0-1 0 0,0-1 0 0 0,1 2 0 0 0,-2 0 18 0 0,0-1 0 0 0,0 1-1 0 0,1-1 1 0 0,-1 0 0 0 0,-1 0 0 0 0,1 1-1 0 0,0-1 1 0 0,0 0 0 0 0,0 0 0 0 0,-1 0 0 0 0,1 0-1 0 0,0 0 1 0 0,-1 0 0 0 0,1 0 0 0 0,-1-1-1 0 0,1 1 1 0 0,-1 0 0 0 0,1-1 0 0 0,-1 0-1 0 0,0 1 1 0 0,1-1 0 0 0,-1 0 0 0 0,1 1 0 0 0,-1-1-1 0 0,0 0 1 0 0,1 0 0 0 0,-4-1 0 0 0,-8 0 426 0 0,37 0-112 0 0,-24 0-278 0 0,0 0-70 0 0,-1 0 0 0 0,1 0 0 0 0,0 0-1 0 0,0 0 1 0 0,0 0 0 0 0,0 0 0 0 0,1 0-1 0 0,-1 0 1 0 0,0 0 0 0 0,0 0-1 0 0,1 0 1 0 0,-1 1 0 0 0,0-1 0 0 0,1 0-1 0 0,-1 0 1 0 0,1 0 0 0 0,-1 0 0 0 0,1 0-1 0 0,-1 1 1 0 0,1-1 0 0 0,0 0 0 0 0,-1 0-1 0 0,1 1 1 0 0,0-1 0 0 0,0 1-1 0 0,-1-1 1 0 0,1 1 0 0 0,0-1 0 0 0,0 1-1 0 0,0-1 1 0 0,0 1 0 0 0,0-1 0 0 0,1 1-1 0 0,6-4 47 0 0,0-3 23 0 0,2-2 19 0 0,1 1 0 0 0,0 0 0 0 0,0 0 0 0 0,0 1 0 0 0,22-9 0 0 0,0-7 279 0 0,-5 2-127 0 0,57-36 390 0 0,-84 57-638 0 0,-1 0-1 0 0,0 0 1 0 0,0-1-1 0 0,1 1 0 0 0,-1 0 1 0 0,0 0-1 0 0,0 0 0 0 0,0 0 1 0 0,1 0-1 0 0,-1 0 1 0 0,0 0-1 0 0,0-1 0 0 0,0 1 1 0 0,1 0-1 0 0,-1 0 0 0 0,0 0 1 0 0,0-1-1 0 0,0 1 1 0 0,0 0-1 0 0,1 0 0 0 0,-1 0 1 0 0,0-1-1 0 0,0 1 0 0 0,0 0 1 0 0,0 0-1 0 0,0-1 1 0 0,0 1-1 0 0,0 0 0 0 0,0 0 1 0 0,0-1-1 0 0,0 1 0 0 0,0 0 1 0 0,0 0-1 0 0,0-1 1 0 0,0 1-1 0 0,0 0 0 0 0,0 0 1 0 0,0-1-1 0 0,0 1 0 0 0,0 0 1 0 0,0 0-1 0 0,0 0 1 0 0,0-1-1 0 0,0 1 0 0 0,-1 0 1 0 0,1-1-1 0 0,1-3 30 0 0,25-3 34 0 0,-26 7-92 0 0,0 0 36 0 0,0 0 0 0 0,0 0 1 0 0,0 0-1 0 0,0 0 1 0 0,0 0-1 0 0,0 1 1 0 0,0-1-1 0 0,0 0 0 0 0,0 0 1 0 0,0 0-1 0 0,0 0 1 0 0,0 0-1 0 0,0 0 1 0 0,0 1-1 0 0,0-1 0 0 0,0 0 1 0 0,0 0-1 0 0,0 0 1 0 0,0 0-1 0 0,0 0 0 0 0,0 0 1 0 0,0 0-1 0 0,0 1 1 0 0,0-1-1 0 0,0 0 1 0 0,0 0-1 0 0,1 0 0 0 0,-1 0 1 0 0,0 0-1 0 0,0 0 1 0 0,0 0-1 0 0,0 0 1 0 0,0 1-1 0 0,0-1 0 0 0,0 0 1 0 0,0 0-1 0 0,0 0 1 0 0,1 0-1 0 0,-1 0 0 0 0,0 0 1 0 0,0 0-1 0 0,0 0 1 0 0,0 0-1 0 0,0 0 1 0 0,0 0-1 0 0,1 0 0 0 0,-1 0 1 0 0,0 0-1 0 0,0 0 1 0 0,0 0-1 0 0,0 0 0 0 0,0 0 1 0 0,0 0-1 0 0,1 0 1 0 0,-1 0-1 0 0,0 0 1 0 0,0 0-1 0 0,0 0 0 0 0,0 0 1 0 0,0 0-1 0 0,0 0 1 0 0,0 0-1 0 0,1-1 1 0 0,-1 1-1 0 0,0 0 0 0 0,0 0 1 0 0,0 0-1 0 0,0 0 1 0 0,0 0-1 0 0,0 8 332 0 0,0 18-63 0 0,-1 23 166 0 0,9 64 0 0 0,-6-96-442 0 0,2 1 1 0 0,0-1 0 0 0,1 1 0 0 0,1-1-1 0 0,0-1 1 0 0,1 1 0 0 0,12 18 0 0 0,-14-26-89 0 0,2 3 97 0 0,0 0 0 0 0,1-1 0 0 0,17 21 0 0 0,-22-30-184 0 0,-1 1 0 0 0,1-1-1 0 0,0 0 1 0 0,0 1 0 0 0,0-1-1 0 0,0 0 1 0 0,0-1-1 0 0,0 1 1 0 0,1-1 0 0 0,-1 1-1 0 0,1-1 1 0 0,-1 0 0 0 0,1 0-1 0 0,-1 0 1 0 0,1-1 0 0 0,-1 1-1 0 0,1-1 1 0 0,0 0 0 0 0,-1 0-1 0 0,5-1 1 0 0,16-3-1254 0 0,0-1-1 0 0,-1-1 1 0 0,42-17 0 0 0,0-14-2068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1 880 0 0,'1'6'5615'0'0,"-7"-2"-5173"0"0,-1-1-308 0 0,0-1 0 0 0,1 1 0 0 0,-1 1 1 0 0,1-1-1 0 0,-1 1 0 0 0,1 0 1 0 0,1 1-1 0 0,-1-1 0 0 0,0 1 1 0 0,-7 9-1 0 0,-57 70 1163 0 0,45-48-857 0 0,24-33-403 0 0,-1 0-1 0 0,0 0 0 0 0,0-1 0 0 0,0 1 0 0 0,-1 0 1 0 0,1-1-1 0 0,0 0 0 0 0,-1 1 0 0 0,0-1 1 0 0,1 0-1 0 0,-1 0 0 0 0,0-1 0 0 0,-5 3 1 0 0,7-3-21 0 0,-1-1 0 0 0,1 1 0 0 0,-1 0 0 0 0,0 0 0 0 0,1 0 0 0 0,-1 0 0 0 0,1 0 0 0 0,0 0 0 0 0,-1 0 0 0 0,1 0 0 0 0,0 0 0 0 0,0 1 0 0 0,0-1 0 0 0,0 1 0 0 0,0-1 0 0 0,0 1 0 0 0,0-1 0 0 0,0 1 0 0 0,1-1 0 0 0,-1 1-1 0 0,0 0 1 0 0,1-1 0 0 0,-1 1 0 0 0,1 0 0 0 0,0-1 0 0 0,0 1 0 0 0,0 0 0 0 0,0 0 0 0 0,0 1 0 0 0,0 12 188 0 0,-1-11-172 0 0,0-1 0 0 0,1 1 0 0 0,0-1-1 0 0,0 1 1 0 0,0-1 0 0 0,0 1 0 0 0,1-1 0 0 0,-1 1-1 0 0,1-1 1 0 0,0 1 0 0 0,0-1 0 0 0,0 0-1 0 0,0 1 1 0 0,1-1 0 0 0,-1 0 0 0 0,1 0 0 0 0,0 0-1 0 0,0 0 1 0 0,0 0 0 0 0,0 0 0 0 0,0-1 0 0 0,1 1-1 0 0,-1-1 1 0 0,1 0 0 0 0,0 1 0 0 0,0-1-1 0 0,4 2 1 0 0,25 14-1 0 0,0-2 0 0 0,1-1-1 0 0,1-2 1 0 0,0-1-1 0 0,41 8 1 0 0,-27-9-80 0 0,1-3 0 0 0,0-1-1 0 0,62-1 1 0 0,-96-6-16 0 0,1 0-1 0 0,-1-1 1 0 0,0-1 0 0 0,0 0-1 0 0,1-1 1 0 0,-2-1 0 0 0,29-11-1 0 0,-37 12 16 0 0,0 0-1 0 0,-1 0 1 0 0,1-1-1 0 0,0 0 1 0 0,-1 0-1 0 0,0 0 0 0 0,0-1 1 0 0,0 1-1 0 0,-1-1 1 0 0,0 0-1 0 0,0-1 0 0 0,0 1 1 0 0,0-1-1 0 0,-1 0 1 0 0,0 0-1 0 0,0 0 1 0 0,-1 0-1 0 0,1 0 0 0 0,2-13 1 0 0,-4 13 41 0 0,-1-1-1 0 0,1 1 1 0 0,-1 0 0 0 0,0-1 0 0 0,0 1-1 0 0,-1-1 1 0 0,0 1 0 0 0,0 0 0 0 0,0 0-1 0 0,-1-1 1 0 0,0 1 0 0 0,0 0 0 0 0,0 0-1 0 0,-1 1 1 0 0,0-1 0 0 0,-6-8 0 0 0,-7-8 69 0 0,0 2 0 0 0,-36-35 0 0 0,45 48-43 0 0,-5-4 65 0 0,-1-1-1 0 0,0 2 1 0 0,0 0 0 0 0,-1 1 0 0 0,0 0-1 0 0,-1 1 1 0 0,0 1 0 0 0,0 0 0 0 0,-1 1-1 0 0,0 0 1 0 0,0 2 0 0 0,-26-5 0 0 0,28 7-35 0 0,1 1 0 0 0,-1 0 0 0 0,0 1 0 0 0,1 0-1 0 0,-1 1 1 0 0,1 1 0 0 0,-1 0 0 0 0,1 1 0 0 0,0 0 0 0 0,0 1 0 0 0,0 1 0 0 0,0 0 0 0 0,1 0 0 0 0,0 1 0 0 0,-13 9 0 0 0,21-12-200 0 0,0 0 0 0 0,0 0 0 0 0,0 0 1 0 0,0 0-1 0 0,0 1 0 0 0,1-1 0 0 0,-1 1 0 0 0,1 0 0 0 0,0 0 0 0 0,1 0 1 0 0,-1 1-1 0 0,1-1 0 0 0,-1 1 0 0 0,1-1 0 0 0,1 1 0 0 0,-1 0 0 0 0,1 0 1 0 0,-1 0-1 0 0,1 0 0 0 0,1 0 0 0 0,-1 0 0 0 0,1 0 0 0 0,0 0 0 0 0,0 0 1 0 0,0 0-1 0 0,1 0 0 0 0,0 0 0 0 0,0 0 0 0 0,0 0 0 0 0,0-1 0 0 0,1 1 0 0 0,0 0 1 0 0,0-1-1 0 0,0 1 0 0 0,0-1 0 0 0,5 6 0 0 0,48 42-4729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5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1 960 0 0,'-5'1'1361'0'0,"-20"6"707"0"0,25-9-1988 0 0,0-3-80 0 0,0 4-67 0 0,-26 2-1134 0 0,21 4 1188 0 0,10-3-27 0 0,16-2 93 0 0,-16 0 28 0 0,-31 5 2120 0 0,21-5-1855 0 0,5-1-252 0 0,0-2-14 0 0,0 2 480 0 0,-30 1-240 0 0,31 1-150 0 0,-7 2-100 0 0,-105 17 1464 0 0,112-20-1518 0 0,-1 0-1 0 0,0 0 1 0 0,0 0-1 0 0,0 0 0 0 0,0 0 1 0 0,0 0-1 0 0,0 1 1 0 0,1-1-1 0 0,-1 0 0 0 0,0 0 1 0 0,0 0-1 0 0,0 0 1 0 0,0 0-1 0 0,0 1 1 0 0,0-1-1 0 0,0 0 0 0 0,0 0 1 0 0,0 0-1 0 0,0 0 1 0 0,0 1-1 0 0,0-1 0 0 0,0 0 1 0 0,0 0-1 0 0,0 0 1 0 0,0 0-1 0 0,0 1 0 0 0,0-1 1 0 0,0 0-1 0 0,0 0 1 0 0,0 0-1 0 0,0 0 1 0 0,0 1-1 0 0,0-1 0 0 0,0 0 1 0 0,0 0-1 0 0,0 0 1 0 0,0 0-1 0 0,-1 1 0 0 0,1-1 1 0 0,0 0-1 0 0,0 0 1 0 0,0 0-1 0 0,0 0 1 0 0,-1 0-1 0 0,389 20 799 0 0,-333-20-654 0 0,-50 0-80 0 0,25 0 80 0 0,-30 19 333 0 0,1-16-463 0 0,-1-1-1 0 0,0 1 0 0 0,1 0 0 0 0,-1 0 1 0 0,1-1-1 0 0,0 1 0 0 0,0 0 0 0 0,0-1 1 0 0,0 1-1 0 0,0-1 0 0 0,1 1 0 0 0,-1-1 1 0 0,1 0-1 0 0,-1 0 0 0 0,3 3 0 0 0,9 13 130 0 0,-3 4-13 0 0,-1 0 0 0 0,0 1 0 0 0,6 29 0 0 0,7 21-23 0 0,-15-54-289 0 0,0 1-1 0 0,2-1 0 0 0,0 0 0 0 0,1 0 1 0 0,23 31-1 0 0,-32-49 82 0 0,-1 0 0 0 0,1-1 0 0 0,-1 1 0 0 0,1-1 0 0 0,-1 1 1 0 0,1-1-1 0 0,-1 1 0 0 0,1-1 0 0 0,-1 1 0 0 0,1-1 0 0 0,-1 1 0 0 0,1-1 0 0 0,0 0 1 0 0,-1 1-1 0 0,1-1 0 0 0,0 0 0 0 0,-1 0 0 0 0,1 1 0 0 0,0-1 0 0 0,0 0 0 0 0,-1 0 1 0 0,1 0-1 0 0,0 0 0 0 0,-1 0 0 0 0,1 0 0 0 0,0 0 0 0 0,0 0 0 0 0,-1 0 0 0 0,1 0 1 0 0,0 0-1 0 0,-1-1 0 0 0,1 1 0 0 0,0 0 0 0 0,-1 0 0 0 0,1-1 0 0 0,0 1 0 0 0,0-1 0 0 0,0-1-205 0 0,1 1 0 0 0,-1-1 0 0 0,0 0-1 0 0,-1 0 1 0 0,1 1 0 0 0,0-1-1 0 0,0 0 1 0 0,-1 0 0 0 0,1 0-1 0 0,-1 0 1 0 0,0 0 0 0 0,1 0 0 0 0,-1 0-1 0 0,0 0 1 0 0,0-2 0 0 0,0-14-1711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30 179 640 0 0,'-30'0'1921'0'0,"30"-6"2721"0"0,0 12-4001 0 0,0 0 479 0 0,30 0-720 0 0,31-12 0 0 0,29-6-79 0 0,1-7-81 0 0,24-8-160 0 0,36-3-80 0 0,-31-15-721 0 0,-29 13-2240 0 0,-61 12-1601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6 3602 0 0,'-51'-4'3268'0'0,"51"4"-3230"0"0,0-1-1 0 0,0 1 1 0 0,0 0 0 0 0,-1 0 0 0 0,1 0 0 0 0,0 0-1 0 0,0 0 1 0 0,-1-1 0 0 0,1 1 0 0 0,0 0-1 0 0,0 0 1 0 0,-1 0 0 0 0,1 0 0 0 0,0 0 0 0 0,0 0-1 0 0,-1 0 1 0 0,1 0 0 0 0,0 0 0 0 0,0 0-1 0 0,-1 0 1 0 0,1 0 0 0 0,0 0 0 0 0,-1 0 0 0 0,1 0-1 0 0,0 1 1 0 0,0-1 0 0 0,0 0 0 0 0,-1 0 0 0 0,1 0-1 0 0,0 0 1 0 0,0 0 0 0 0,-1 0 0 0 0,1 1-1 0 0,0-1 1 0 0,0 0 0 0 0,0 0 0 0 0,-1 0 0 0 0,1 1-1 0 0,0-1 1 0 0,0 0 0 0 0,0 0 0 0 0,0 1 0 0 0,0-1-1 0 0,0 0 1 0 0,-1 0 0 0 0,1 1 0 0 0,0-1-1 0 0,0 0 1 0 0,0 0 0 0 0,0 1 0 0 0,0-1 0 0 0,0 0-1 0 0,0 0 1 0 0,0 1 0 0 0,0-1 0 0 0,0 0-1 0 0,0 1 1 0 0,0-1-25 0 0,1 0-1 0 0,-1 0 1 0 0,0 0-1 0 0,0 1 1 0 0,0-1-1 0 0,0 0 0 0 0,0 0 1 0 0,0 0-1 0 0,0 1 1 0 0,0-1-1 0 0,0 0 1 0 0,0 0-1 0 0,0 0 1 0 0,0 1-1 0 0,0-1 1 0 0,0 0-1 0 0,0 0 1 0 0,0 0-1 0 0,-1 1 1 0 0,1-1-1 0 0,0 0 0 0 0,0 0 1 0 0,0 0-1 0 0,0 0 1 0 0,0 1-1 0 0,0-1 1 0 0,0 0-1 0 0,-1 0 1 0 0,1 0-1 0 0,0 0 1 0 0,0 0-1 0 0,0 1 1 0 0,0-1-1 0 0,-1 0 0 0 0,1 0 1 0 0,0 0-1 0 0,0 0 1 0 0,0 0-1 0 0,0 0 1 0 0,-1 0-1 0 0,1 0 1 0 0,0 0-1 0 0,0 0 1 0 0,0 0-1 0 0,-1 0 1 0 0,1 0-1 0 0,0 0 0 0 0,0 0 1 0 0,-1 0-1 0 0,-3 1 7 0 0,-9 4 215 0 0,0 19 60 0 0,2-2-242 0 0,3-6-8 0 0,0 1 0 0 0,1 0-1 0 0,-9 32 1 0 0,8-3-20 0 0,2-12-22 0 0,-15 49-1 0 0,12-50-2 0 0,2 0 0 0 0,1 0 1 0 0,-2 38-1 0 0,2-16-10 0 0,1-12-7 0 0,-15 211-97 0 0,23-121 377 0 0,6 0 1 0 0,45 224-1 0 0,-46-321-167 0 0,2 0 0 0 0,1 0 0 0 0,2-1 0 0 0,2-1 0 0 0,1 0 0 0 0,1-1 1 0 0,2-1-1 0 0,24 30 0 0 0,-27-40-126 0 0,2-2 0 0 0,0 0 0 0 0,1-1 0 0 0,1-1 0 0 0,1 0 0 0 0,0-2 0 0 0,1-1 0 0 0,1 0 0 0 0,1-2 0 0 0,0-1 0 0 0,0 0 1 0 0,26 7-1 0 0,-14-8-589 0 0,0-3 1 0 0,1-1-1 0 0,-1-1 0 0 0,1-2 1 0 0,0-2-1 0 0,0-1 1 0 0,0-2-1 0 0,48-7 1 0 0,-24-4-1894 0 0,62-20 1 0 0,-122 32 2494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40 960 0 0,'-1'-12'1564'0'0,"1"10"-1330"0"0,0 1-1 0 0,-1-1 0 0 0,1 1 1 0 0,0-1-1 0 0,0 1 0 0 0,0-1 1 0 0,0 1-1 0 0,1-1 0 0 0,-1 1 1 0 0,0-1-1 0 0,1 1 0 0 0,-1-1 1 0 0,1 1-1 0 0,-1-1 0 0 0,2-1 1 0 0,-1 3-164 0 0,1-1 0 0 0,0 1 0 0 0,-1 0 0 0 0,1 0 0 0 0,-1 0 0 0 0,1 0 0 0 0,0 0 0 0 0,-1 0 1 0 0,1 0-1 0 0,0 0 0 0 0,-1 1 0 0 0,1-1 0 0 0,-1 0 0 0 0,1 1 0 0 0,-1 0 0 0 0,1-1 1 0 0,-1 1-1 0 0,1 0 0 0 0,-1 0 0 0 0,0 0 0 0 0,1 0 0 0 0,1 2 0 0 0,60 38 739 0 0,73 62-1 0 0,-105-78-651 0 0,9 6 17 0 0,43 34 204 0 0,-2 2 0 0 0,128 141 0 0 0,-103-72-125 0 0,-81-105-208 0 0,41 50 366 0 0,103 164 0 0 0,-116-148 3 0 0,-5 2-1 0 0,-4 1 1 0 0,-5 3-1 0 0,39 159 1 0 0,-43-94-681 0 0,-27-134 2 0 0,4 35-1044 0 0,-12-68 1204 0 0,1 1 0 0 0,-1-1 1 0 0,0 1-1 0 0,0-1 0 0 0,0 0 0 0 0,0 1 1 0 0,-1-1-1 0 0,1 1 0 0 0,0-1 0 0 0,0 0 1 0 0,-1 1-1 0 0,1-1 0 0 0,-1 0 0 0 0,0 1 1 0 0,1-1-1 0 0,-1 0 0 0 0,0 0 0 0 0,1 1 1 0 0,-1-1-1 0 0,0 0 0 0 0,0 0 0 0 0,0 0 1 0 0,0 0-1 0 0,0 0 0 0 0,-1 0 0 0 0,1-1 1 0 0,0 1-1 0 0,0 0 0 0 0,0-1 0 0 0,-1 1 1 0 0,1 0-1 0 0,0-1 0 0 0,-3 1 0 0 0,-1-1-501 0 0,-1-1 0 0 0,1 0 0 0 0,0 0 0 0 0,0 0-1 0 0,0 0 1 0 0,0-1 0 0 0,0 0 0 0 0,-9-5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7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1361 0 0,'31'14'3601'0'0,"-31"-1"-1040"0"0,0-1-880 0 0,0-4-1121 0 0,30-8-880 0 0,0-8-1360 0 0,-30-11-802 0 0,0-12-399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52 3121 0 0,'31'-32'3842'0'0,"-62"26"-2081"0"0,31-2-240 0 0,-30 16-1201 0 0,30-2-400 0 0,30-6-1041 0 0,1-6-3121 0 0,-1-2 1681 0 0,-30 2 320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9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31 320 0 0,'0'-2'202'0'0,"0"1"0"0"0,0 0 0 0 0,0 0 0 0 0,-1 0 0 0 0,1 0 0 0 0,0 0 0 0 0,0 0 0 0 0,0 0-1 0 0,-1 0 1 0 0,1 0 0 0 0,-1 0 0 0 0,1 0 0 0 0,-1 0 0 0 0,1 0 0 0 0,-1 0 0 0 0,1 1 0 0 0,-1-1 0 0 0,0 0 0 0 0,0 0 0 0 0,1 1 0 0 0,-1-1-1 0 0,0 0 1 0 0,0 1 0 0 0,0-1 0 0 0,0 0 0 0 0,0 1 0 0 0,0-1 0 0 0,0 1 0 0 0,0 0 0 0 0,0-1 0 0 0,0 1 0 0 0,0 0 0 0 0,0 0-1 0 0,0-1 1 0 0,-1 1 0 0 0,-40 3 1416 0 0,28-1-1447 0 0,123-6 5165 0 0,68 0-11753 0 0,-142 10 3349 0 0,-5 6 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2401 0 0,'0'6'3682'0'0,"-30"-6"-1441"0"0,30 8-1121 0 0,0-3-559 0 0,30 1-241 0 0,30 2-160 0 0,-30-8 80 0 0,25-8-80 0 0,5 8-80 0 0,-30-6-160 0 0,31 1-560 0 0,-1-3-1201 0 0,0 8-720 0 0,-30 0-81 0 0,-30 8 81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1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33 224 2561 0 0,'-25'0'2695'0'0,"24"-2"-2506"0"0,0 0 0 0 0,0 1 0 0 0,0-1-1 0 0,1 0 1 0 0,-1 0 0 0 0,0 0 0 0 0,1 0 0 0 0,0 1 0 0 0,-1-1 0 0 0,1 0 0 0 0,0 0 0 0 0,0 0 0 0 0,0 0 0 0 0,0 0 0 0 0,1 0 0 0 0,-1-3 0 0 0,1 2 147 0 0,-2-6-138 0 0,0 7-163 0 0,1 0 1 0 0,0 0-1 0 0,0 0 1 0 0,-1 0-1 0 0,1 0 1 0 0,1 0-1 0 0,-1 0 0 0 0,0 0 1 0 0,0 0-1 0 0,1-1 1 0 0,-1 1-1 0 0,1 0 1 0 0,0 1-1 0 0,-1-1 1 0 0,1 0-1 0 0,2-3 0 0 0,102-113 1006 0 0,-104 117-1031 0 0,0 1-1 0 0,-1-1 1 0 0,1 0 0 0 0,-1 1-1 0 0,1-1 1 0 0,-1 0 0 0 0,1 1-1 0 0,-1-1 1 0 0,0 0 0 0 0,1 1 0 0 0,-1-1-1 0 0,0 0 1 0 0,0 0 0 0 0,1 1-1 0 0,-1-1 1 0 0,0 0 0 0 0,0 0-1 0 0,0 0 1 0 0,0 0 0 0 0,0 1 0 0 0,0-1-1 0 0,0 0 1 0 0,0 0 0 0 0,0 0-1 0 0,0 1 1 0 0,-1-2 0 0 0,0 4 20 0 0,1 0 0 0 0,-1 0 1 0 0,1 1-1 0 0,0-1 0 0 0,0 0 1 0 0,0 1-1 0 0,0-1 0 0 0,0 0 1 0 0,0 1-1 0 0,1-1 0 0 0,-1 0 1 0 0,1 1-1 0 0,-1-1 0 0 0,1 0 1 0 0,1 4-1 0 0,9 54 459 0 0,-4 2 0 0 0,1 120 0 0 0,-7-147-428 0 0,3 0 0 0 0,0 0 0 0 0,3-1 0 0 0,0 1 0 0 0,3-2 0 0 0,17 44 0 0 0,-24-66-112 0 0,2-1 1 0 0,-1 1-1 0 0,1-1 0 0 0,0 0 1 0 0,1-1-1 0 0,0 1 0 0 0,1-1 1 0 0,0-1-1 0 0,11 12 0 0 0,-11-15-181 0 0,-1 0 0 0 0,0-1 0 0 0,1 0 0 0 0,0 0 0 0 0,0 0 0 0 0,0-1 0 0 0,1 0-1 0 0,-1-1 1 0 0,1 0 0 0 0,-1 0 0 0 0,1 0 0 0 0,0-1 0 0 0,0 0 0 0 0,11 0 0 0 0,97-9-4424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1 640 0 0,'-5'1'1814'0'0,"-15"4"-159"0"0,-19 10 1728 0 0,13-4-2991 0 0,8-5-40 0 0,-54 20 530 0 0,67-24-818 0 0,-1 1-1 0 0,1-1 1 0 0,0 1 0 0 0,0 1-1 0 0,0-1 1 0 0,1 1-1 0 0,-1 0 1 0 0,1 0 0 0 0,0 0-1 0 0,-4 5 1 0 0,6-5-24 0 0,1-1 0 0 0,0 1 0 0 0,0-1 1 0 0,0 1-1 0 0,0 0 0 0 0,1-1 0 0 0,-1 1 0 0 0,1 0 1 0 0,0-1-1 0 0,0 1 0 0 0,0 0 0 0 0,0-1 0 0 0,2 5 0 0 0,-1 11 131 0 0,-1-17-161 0 0,1 1-1 0 0,-1 0 0 0 0,1-1 0 0 0,0 1 0 0 0,-1-1 0 0 0,1 1 0 0 0,0-1 0 0 0,1 1 1 0 0,-1-1-1 0 0,0 0 0 0 0,1 1 0 0 0,-1-1 0 0 0,1 0 0 0 0,0 0 0 0 0,0 0 0 0 0,0 0 1 0 0,0 0-1 0 0,0-1 0 0 0,0 1 0 0 0,0-1 0 0 0,0 1 0 0 0,1-1 0 0 0,-1 0 0 0 0,6 2 0 0 0,4 5 17 0 0,5 1-20 0 0,1-1 0 0 0,0 0-1 0 0,0-1 1 0 0,0-1 0 0 0,1-1 0 0 0,0 0 0 0 0,0-2 0 0 0,0 0-1 0 0,1-1 1 0 0,-1-1 0 0 0,1-1 0 0 0,-1 0 0 0 0,0-2 0 0 0,1 0-1 0 0,24-6 1 0 0,-37 6-6 0 0,0 1-1 0 0,-1-1 1 0 0,1-1-1 0 0,-1 1 0 0 0,1-1 1 0 0,-1 0-1 0 0,0 0 0 0 0,0-1 1 0 0,0 0-1 0 0,-1 0 1 0 0,1 0-1 0 0,-1-1 0 0 0,0 0 1 0 0,0 0-1 0 0,-1 0 1 0 0,1 0-1 0 0,-1-1 0 0 0,-1 0 1 0 0,1 0-1 0 0,-1 0 1 0 0,5-11-1 0 0,-7 15 1 0 0,-1 0 0 0 0,1 0 0 0 0,-1 0 0 0 0,1 0 0 0 0,-1 0 0 0 0,0 0 0 0 0,0 0 0 0 0,0 0 0 0 0,0 0 0 0 0,0 0 0 0 0,-1 0 0 0 0,1 0 0 0 0,0 0 0 0 0,-1 0 0 0 0,0 0 0 0 0,1 0 0 0 0,-1 0 0 0 0,0 0 0 0 0,0 0 0 0 0,0 1 0 0 0,0-1 0 0 0,0 0 0 0 0,-1 1 0 0 0,-1-3 0 0 0,-6-10 0 0 0,7 9-22 0 0,0 1 0 0 0,0-1 0 0 0,-1 0 0 0 0,0 1 0 0 0,0 0 0 0 0,0-1 0 0 0,0 1 0 0 0,0 1 0 0 0,-1-1 0 0 0,0 0 0 0 0,0 1 0 0 0,0 0 0 0 0,0-1 0 0 0,0 2 0 0 0,-1-1 0 0 0,-7-3 0 0 0,7 3-456 0 0,-1 1-1 0 0,1 0 0 0 0,0 0 1 0 0,0 1-1 0 0,-1-1 0 0 0,1 1 0 0 0,-1 0 1 0 0,-7 0-1 0 0,8 1-2229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33 720 0 0,'0'-1'88'0'0,"0"1"-1"0"0,0-1 0 0 0,0 0 1 0 0,-1 0-1 0 0,1 1 1 0 0,0-1-1 0 0,0 0 0 0 0,0 1 1 0 0,-1-1-1 0 0,1 0 1 0 0,0 1-1 0 0,-1-1 0 0 0,1 1 1 0 0,0-1-1 0 0,-1 1 1 0 0,1-1-1 0 0,-1 1 0 0 0,1-1 1 0 0,-1 1-1 0 0,1-1 0 0 0,-1 1 1 0 0,1-1-1 0 0,-1 1 1 0 0,0 0-1 0 0,1-1 0 0 0,-1 1 1 0 0,0 0-1 0 0,1-1 1 0 0,-1 1-1 0 0,0 0 0 0 0,1 0 1 0 0,-1 0-1 0 0,0 0 0 0 0,1 0 1 0 0,-1 0-1 0 0,-1 0 1 0 0,2 0-12 0 0,-1 0 1 0 0,1 0 0 0 0,-1 0 0 0 0,1 0-1 0 0,0 0 1 0 0,-1 0 0 0 0,1 0 0 0 0,-1 0-1 0 0,1-1 1 0 0,-1 1 0 0 0,1 0 0 0 0,-1 0-1 0 0,1 0 1 0 0,-1-1 0 0 0,1 1 0 0 0,-1 0-1 0 0,1 0 1 0 0,0-1 0 0 0,-1 1 0 0 0,1 0-1 0 0,0-1 1 0 0,-1 1 0 0 0,1 0 0 0 0,0-1-1 0 0,-1 1 1 0 0,1-1 0 0 0,0 1 0 0 0,0-1-1 0 0,-1 1 1 0 0,1 0 0 0 0,0-1 0 0 0,0 1-1 0 0,0-2 1 0 0,-5 0 1057 0 0,-16-2-387 0 0,16 3-254 0 0,5 5-408 0 0,0 0 0 0 0,1 0 0 0 0,-1 0 0 0 0,1 0-1 0 0,0 0 1 0 0,0-1 0 0 0,0 1 0 0 0,0 0 0 0 0,0-1 0 0 0,1 1-1 0 0,0 0 1 0 0,3 4 0 0 0,10 22 160 0 0,9 27 282 0 0,37 60 0 0 0,-55-105-470 0 0,-1 0 0 0 0,0-1 0 0 0,-1 1 0 0 0,0 1 0 0 0,3 19 0 0 0,-6-23 38 0 0,1 1 0 0 0,0-1 1 0 0,0 0-1 0 0,1-1 0 0 0,0 1 0 0 0,1 0 0 0 0,0-1 0 0 0,0 0 0 0 0,11 14 0 0 0,13 10 401 0 0,-13-16-328 0 0,0 1 1 0 0,12 20-1 0 0,-22-29-242 0 0,29 38-1793 0 0,-33-44 1730 0 0,1-1 0 0 0,-1 1-1 0 0,1 0 1 0 0,-1-1 0 0 0,1 0 0 0 0,0 1 0 0 0,0-1 0 0 0,-1 0 0 0 0,1 0-1 0 0,0 0 1 0 0,0 0 0 0 0,0 0 0 0 0,0 0 0 0 0,0-1 0 0 0,1 1-1 0 0,-1-1 1 0 0,0 0 0 0 0,0 1 0 0 0,0-1 0 0 0,0 0 0 0 0,1 0-1 0 0,2 0 1 0 0,24-16-3998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2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4482 0 0,'-90'39'5042'0'0,"60"-28"-4081"0"0,30-3-1361 0 0,0-16 79 0 0,0-3-79 0 0,30-3-400 0 0,-30 3-1041 0 0,-30-3-880 0 0,30 9 80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3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26 201 400 0 0,'-4'-31'5465'0'0,"4"30"-5333"0"0,-1 0-1 0 0,0 1 0 0 0,1-1 1 0 0,-1 0-1 0 0,0 1 0 0 0,0-1 1 0 0,1 1-1 0 0,-1-1 0 0 0,0 1 1 0 0,0-1-1 0 0,0 1 0 0 0,0 0 1 0 0,0-1-1 0 0,0 1 0 0 0,0 0 1 0 0,1 0-1 0 0,-1 0 0 0 0,0 0 1 0 0,0 0-1 0 0,0 0 0 0 0,0 0 1 0 0,0 0-1 0 0,-2 0 0 0 0,134-20 1444 0 0,322-53-121 0 0,-241 43-394 0 0,364-6 0 0 0,-474 34-873 0 0,128 5 107 0 0,-205 1-348 0 0,-24-3-108 0 0,0 0 1 0 0,0 0-1 0 0,-1 0 0 0 0,1 1 0 0 0,0-1 0 0 0,-1 0 0 0 0,1 1 0 0 0,-1-1 0 0 0,0 0 0 0 0,1 1 1 0 0,-1-1-1 0 0,0 1 0 0 0,0-1 0 0 0,0 1 0 0 0,0-1 0 0 0,0 1 0 0 0,0-1 0 0 0,0 0 0 0 0,-1 1 1 0 0,1 1-1 0 0,-1 3-1281 0 0,1 22-3506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4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181 108 5923 0 0,'-120'13'4162'0'0,"59"-13"-3762"0"0,61-5-1121 0 0,0-3 321 0 0,30-11-720 0 0,-30-18-2322 0 0,31-15-960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118 197 3201 0 0,'0'-9'508'0'0,"1"-1"-227"0"0,0 1 0 0 0,-1 0 0 0 0,0 0 0 0 0,-1 0 0 0 0,0 0 0 0 0,0 0 0 0 0,-1 0 0 0 0,0 0 0 0 0,-1 0 0 0 0,0 1 0 0 0,0-1 0 0 0,-1 1 0 0 0,-8-15 0 0 0,-1 11-247 0 0,12 11-30 0 0,0 0 0 0 0,-1 0 0 0 0,1 0 0 0 0,0 0 0 0 0,0 0 0 0 0,0-1 0 0 0,0 1 0 0 0,0 0 0 0 0,0-1 0 0 0,0 1-1 0 0,0 0 1 0 0,1-1 0 0 0,-1 1 0 0 0,0-1 0 0 0,1 1 0 0 0,-1-1 0 0 0,1 1 0 0 0,0-1 0 0 0,-1 1 0 0 0,1-1 0 0 0,0-1 0 0 0,1 2 4 0 0,0 0 0 0 0,0 1 1 0 0,1-1-1 0 0,-1 0 0 0 0,0 1 1 0 0,0 0-1 0 0,1-1 0 0 0,-1 1 1 0 0,0 0-1 0 0,1-1 0 0 0,-1 1 1 0 0,0 0-1 0 0,1 0 0 0 0,-1 0 1 0 0,0 0-1 0 0,1 0 0 0 0,1 1 1 0 0,-3-1 1 0 0,1 2 12 0 0,0 0 1 0 0,0 0-1 0 0,0 0 0 0 0,-1 0 1 0 0,1 0-1 0 0,0 0 1 0 0,-1 0-1 0 0,0 0 1 0 0,1 0-1 0 0,-1 0 0 0 0,0 1 1 0 0,0-1-1 0 0,0 0 1 0 0,-1 0-1 0 0,0 4 1 0 0,1-2 18 0 0,0 2-27 0 0,-1 0 0 0 0,0 0 1 0 0,-1-1-1 0 0,1 1 0 0 0,-1 0 0 0 0,-2 5 1 0 0,-5 19 32 0 0,18-13-35 0 0,-9-16-12 0 0,1 0 0 0 0,0-1 0 0 0,0 1 0 0 0,0 0 0 0 0,-1 0 0 0 0,1 0 0 0 0,-1 0 0 0 0,1 0 0 0 0,0 0 0 0 0,-1 0 0 0 0,0 0 0 0 0,1 0 0 0 0,-1 0 0 0 0,0 0 0 0 0,1 0 0 0 0,-1 0 0 0 0,0 0 0 0 0,0 0 0 0 0,0 0 1 0 0,0 0-1 0 0,0 0 0 0 0,0 0 0 0 0,0 1 0 0 0,0-1 0 0 0,0 0 0 0 0,-1 0 0 0 0,1 0 0 0 0,0 0 0 0 0,-1 0 0 0 0,0 1 0 0 0,-21 23 0 0 0,19-23 3 0 0,0 0 1 0 0,1 1-1 0 0,-1-1 1 0 0,1 1-1 0 0,0-1 1 0 0,-1 1-1 0 0,1 0 1 0 0,1 0-1 0 0,-1 0 1 0 0,0 0-1 0 0,1 0 1 0 0,-1 0-1 0 0,1 0 1 0 0,0 1-1 0 0,0-1 1 0 0,0 0 0 0 0,1 1-1 0 0,-1 6 1 0 0,1-5-3 0 0,0 0 0 0 0,0 0 1 0 0,0 0-1 0 0,-1 0 1 0 0,0 0-1 0 0,0 0 0 0 0,0-1 1 0 0,0 1-1 0 0,-1 0 1 0 0,0 0-1 0 0,0-1 0 0 0,0 1 1 0 0,0-1-1 0 0,-5 6 1 0 0,4-4 3 0 0,2-4-3 0 0,1 0 0 0 0,-1 0 0 0 0,1 0 0 0 0,0 0 0 0 0,0 0 0 0 0,0 0 0 0 0,0 0 0 0 0,0 0 0 0 0,0 0 0 0 0,1 0 0 0 0,-1 0 0 0 0,0 0-1 0 0,1 0 1 0 0,0 0 0 0 0,-1 0 0 0 0,1-1 0 0 0,0 1 0 0 0,0 0 0 0 0,0 0 0 0 0,0-1 0 0 0,1 1 0 0 0,-1-1 0 0 0,0 1 0 0 0,1-1 0 0 0,-1 1 0 0 0,1-1 0 0 0,-1 0 0 0 0,1 0-1 0 0,2 2 1 0 0,-1 0-6 0 0,12 9-57 0 0,0-1 0 0 0,1 0 0 0 0,1 0 0 0 0,0-2 0 0 0,0 0 0 0 0,21 7 0 0 0,38 20-1460 0 0,-16-4-1400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6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58 161 1841 0 0,'0'-1'151'0'0,"0"0"0"0"0,0 0 0 0 0,0 1 1 0 0,0-1-1 0 0,-1 0 0 0 0,1 0 0 0 0,0 1 1 0 0,0-1-1 0 0,-1 0 0 0 0,1 0 0 0 0,0 1 0 0 0,-1-1 1 0 0,1 0-1 0 0,-1 1 0 0 0,1-1 0 0 0,0 1 0 0 0,-1-1 1 0 0,0 1-1 0 0,1-1 0 0 0,-1 1 0 0 0,1-1 0 0 0,-1 1 1 0 0,0-1-1 0 0,1 1 0 0 0,-1-1 0 0 0,0 1 1 0 0,1 0-1 0 0,-2-1 0 0 0,1 1-96 0 0,0-1 0 0 0,0 1 1 0 0,0-1-1 0 0,0 1 0 0 0,0-1 0 0 0,0 1 1 0 0,0-1-1 0 0,0 0 0 0 0,0 0 1 0 0,1 1-1 0 0,-1-1 0 0 0,0 0 0 0 0,0 0 1 0 0,1 0-1 0 0,-1 0 0 0 0,1 0 0 0 0,-1 0 1 0 0,1 0-1 0 0,-1 0 0 0 0,1 0 0 0 0,-1 0 1 0 0,1 0-1 0 0,0 0 0 0 0,0 0 0 0 0,0-1 1 0 0,0 1-1 0 0,-1 0 0 0 0,1 0 0 0 0,1-2 1 0 0,-1-103 784 0 0,-1 106-838 0 0,1-1-1 0 0,-1 0 1 0 0,1 1-1 0 0,-1-1 1 0 0,1 1 0 0 0,-1-1-1 0 0,1 1 1 0 0,-1-1-1 0 0,0 1 1 0 0,1-1 0 0 0,-1 1-1 0 0,0-1 1 0 0,1 1-1 0 0,-1 0 1 0 0,0-1 0 0 0,1 1-1 0 0,-1 0 1 0 0,0 0-1 0 0,0 0 1 0 0,0 0 0 0 0,1-1-1 0 0,-1 1 1 0 0,0 0-1 0 0,-1 1 1 0 0,-7 5 48 0 0,11 17 20 0 0,8 2 1 0 0,1 0 0 0 0,28 45-1 0 0,16 34 25 0 0,-5 1-77 0 0,-44-95-24 0 0,1 0 1 0 0,0 0-1 0 0,0 0 1 0 0,0-1-1 0 0,1 1 0 0 0,1-2 1 0 0,11 10-1 0 0,-16-16-29 0 0,0 0 0 0 0,0 0 0 0 0,0-1 0 0 0,0 1 0 0 0,0-1 0 0 0,0 0 0 0 0,0-1 0 0 0,0 1 0 0 0,1 0 0 0 0,-1-1 0 0 0,0 0 0 0 0,0 0 0 0 0,1-1 0 0 0,-1 1 0 0 0,0-1 0 0 0,7-1 0 0 0,-3 0-164 0 0,0-1 0 0 0,0 1 0 0 0,0-1 0 0 0,0 0 0 0 0,-1-1 0 0 0,10-5 1 0 0,-16 8 94 0 0,0 0 0 0 0,-1 1 0 0 0,1-1 0 0 0,0 0 0 0 0,0 0 0 0 0,-1 0 0 0 0,1 1 0 0 0,-1-1 0 0 0,1 0 0 0 0,0 0 0 0 0,-1 0 0 0 0,0 0 0 0 0,1 0 1 0 0,-1 0-1 0 0,0 0 0 0 0,1 0 0 0 0,-1-1 0 0 0,0 1 0 0 0,0 0 0 0 0,0 0 0 0 0,0 0 0 0 0,0 0 0 0 0,0-1 0 0 0,0-23-3137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6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7 2001 0 0,'-19'12'1697'0'0,"0"2"0"0"0,-31 30 0 0 0,43-37-1484 0 0,0 0-1 0 0,0 0 1 0 0,1 1-1 0 0,0 0 0 0 0,1 1 1 0 0,0-1-1 0 0,0 1 1 0 0,-5 14-1 0 0,9-20-202 0 0,1 0 0 0 0,-1 1 1 0 0,1-1-1 0 0,0 0 0 0 0,0 1 0 0 0,0-1 0 0 0,0 0 0 0 0,1 0 0 0 0,-1 1 1 0 0,1-1-1 0 0,0 0 0 0 0,0 0 0 0 0,0 0 0 0 0,0 0 0 0 0,1 0 0 0 0,-1 0 1 0 0,1 0-1 0 0,0 0 0 0 0,0 0 0 0 0,0-1 0 0 0,0 1 0 0 0,0-1 0 0 0,0 0 1 0 0,1 1-1 0 0,-1-1 0 0 0,1 0 0 0 0,0 0 0 0 0,-1-1 0 0 0,1 1 0 0 0,5 1 1 0 0,2 3 23 0 0,0-1 0 0 0,1 0 0 0 0,0-1 0 0 0,0 0 0 0 0,0-1 0 0 0,1 0 0 0 0,17 2 0 0 0,-11-3-11 0 0,1-2 1 0 0,0 0-1 0 0,-1-1 0 0 0,1 0 1 0 0,-1-2-1 0 0,1 0 0 0 0,22-7 1 0 0,-37 8-17 0 0,-3 2-5 0 0,1 0 1 0 0,-1 0-1 0 0,0 0 0 0 0,0 0 0 0 0,0-1 0 0 0,0 1 0 0 0,0 0 0 0 0,0-1 1 0 0,0 1-1 0 0,0-1 0 0 0,0 1 0 0 0,0-1 0 0 0,0 1 0 0 0,0-1 0 0 0,0 0 0 0 0,0 1 1 0 0,-1-1-1 0 0,1 0 0 0 0,0 0 0 0 0,0 0 0 0 0,-1 0 0 0 0,1 1 0 0 0,-1-1 1 0 0,1 0-1 0 0,0 0 0 0 0,-1 0 0 0 0,0 0 0 0 0,1-1 0 0 0,-1 1 0 0 0,0 0 0 0 0,1 0 1 0 0,-1 0-1 0 0,0-2 0 0 0,0 2 2 0 0,0-1 0 0 0,0 0 0 0 0,1 1 0 0 0,-1-1-1 0 0,0 0 1 0 0,1 1 0 0 0,0-1 0 0 0,-1 1 0 0 0,1-1 0 0 0,0 1 0 0 0,-1-1 0 0 0,1 1 0 0 0,0 0 0 0 0,0-1 0 0 0,0 1 0 0 0,1 0 0 0 0,-1 0 0 0 0,2-2-1 0 0,-2 2-1 0 0,0 0 0 0 0,1 0 0 0 0,-1 0 0 0 0,0 0 0 0 0,0 0-1 0 0,-1-1 1 0 0,1 1 0 0 0,0 0 0 0 0,0 0 0 0 0,0-1 0 0 0,-1 1 0 0 0,1 0-1 0 0,-1-1 1 0 0,1 1 0 0 0,-1 0 0 0 0,0-1 0 0 0,1 1 0 0 0,-1-1-1 0 0,0 1 1 0 0,0-1 0 0 0,0 1 0 0 0,0-1 0 0 0,0 1 0 0 0,0-1-1 0 0,0 1 1 0 0,-1-1 0 0 0,1 1 0 0 0,0 0 0 0 0,-1-1 0 0 0,0 1-1 0 0,0-2 1 0 0,-3-9-42 0 0,-1 1 0 0 0,0-1 0 0 0,-1 1 0 0 0,-1 1 0 0 0,1-1 0 0 0,-2 1 0 0 0,1 0 0 0 0,-1 1 0 0 0,-1-1 0 0 0,0 2 0 0 0,0-1 0 0 0,-1 1 0 0 0,0 1 0 0 0,0 0 0 0 0,-1 0 0 0 0,-11-5 0 0 0,-3 8-814 0 0,25 4 772 0 0,-1 0-1 0 0,1 0 0 0 0,0 0 1 0 0,-1 0-1 0 0,1 1 0 0 0,0-1 1 0 0,-1 0-1 0 0,1 0 1 0 0,0 0-1 0 0,0 1 0 0 0,-1-1 1 0 0,1 0-1 0 0,0 0 0 0 0,0 1 1 0 0,-1-1-1 0 0,1 0 0 0 0,0 0 1 0 0,0 1-1 0 0,0-1 1 0 0,0 0-1 0 0,-1 1 0 0 0,1-1 1 0 0,0 0-1 0 0,0 1 0 0 0,0-1 1 0 0,0 0-1 0 0,0 1 0 0 0,0-1 1 0 0,0 0-1 0 0,0 1 1 0 0,0-1-1 0 0,0 0 0 0 0,0 1 1 0 0,0-1-1 0 0,0 0 0 0 0,0 1 1 0 0,0-1-1 0 0,0 0 0 0 0,0 1 1 0 0,1-1-1 0 0,-1 2-437 0 0,0 16-2108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6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77 1521 0 0,'-30'20'2961'0'0,"-30"5"0"0"0,-1-12-1120 0 0,31-7-880 0 0,60-6-1041 0 0,1-6 80 0 0,-1-2-80 0 0,0-3 0 0 0,60-8-80 0 0,-5-1-481 0 0,6-5-799 0 0,-1-1-1362 0 0,-29 1 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2721 0 0,'0'-4'278'0'0,"0"1"-1"0"0,1-1 0 0 0,-1 0 0 0 0,1 1 1 0 0,-1-1-1 0 0,1 0 0 0 0,0 1 1 0 0,1-1-1 0 0,-1 1 0 0 0,1-1 0 0 0,-1 1 1 0 0,1 0-1 0 0,0-1 0 0 0,0 1 1 0 0,0 0-1 0 0,1 0 0 0 0,-1 1 1 0 0,1-1-1 0 0,0 0 0 0 0,5-4 0 0 0,11-10 437 0 0,-17 14-722 0 0,1 0 0 0 0,0-1 0 0 0,0 2 0 0 0,0-1 0 0 0,0 0 0 0 0,0 1 1 0 0,1-1-1 0 0,-1 1 0 0 0,1 0 0 0 0,0 0 0 0 0,-1 1 0 0 0,1-1 1 0 0,0 1-1 0 0,0 0 0 0 0,0 0 0 0 0,7-1 0 0 0,-8 1 7 0 0,1 1 1 0 0,-1 0-1 0 0,0-1 0 0 0,1 2 0 0 0,-1-1 0 0 0,0 0 0 0 0,0 1 1 0 0,1-1-1 0 0,-1 1 0 0 0,0 0 0 0 0,0 0 0 0 0,0 0 0 0 0,0 0 1 0 0,0 1-1 0 0,0-1 0 0 0,0 1 0 0 0,0 0 0 0 0,-1 0 1 0 0,1 0-1 0 0,0 0 0 0 0,-1 0 0 0 0,0 1 0 0 0,0-1 0 0 0,1 1 1 0 0,2 5-1 0 0,3 5 29 0 0,0 0 1 0 0,0 1 0 0 0,10 28-1 0 0,-18-41-27 0 0,6 12 54 0 0,-1 1 0 0 0,-1 0 0 0 0,0 0 0 0 0,0 0 0 0 0,-1 0 0 0 0,-1 1 0 0 0,0 15 0 0 0,-2-22-20 0 0,1-1 0 0 0,0 1-1 0 0,0 0 1 0 0,1-1 0 0 0,0 1 0 0 0,0-1 0 0 0,6 14 0 0 0,0 0 46 0 0,22 53 279 0 0,-26-57-274 0 0,-3-15-265 0 0,4-7-942 0 0,-1 2 975 0 0,-3 2 13 0 0,1 0 0 0 0,-1 0 0 0 0,1 0 0 0 0,-1 0 0 0 0,0 0 0 0 0,1-1 0 0 0,-1 1 0 0 0,0 0 0 0 0,0-1 0 0 0,0 1 0 0 0,0-1 0 0 0,0 1 0 0 0,-1-1 0 0 0,1 0 0 0 0,0 1 0 0 0,-1-1 0 0 0,1 0 0 0 0,-1 1 0 0 0,1-1 0 0 0,-1 0 0 0 0,0 0 0 0 0,0 1 0 0 0,0-1 0 0 0,0 0 0 0 0,0 0 0 0 0,0 0 0 0 0,0 1 0 0 0,-1-1 0 0 0,1 0 0 0 0,-1 0 0 0 0,0-2 0 0 0,-25-21-2321 0 0,-4-1 226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31 549 2721 0 0,'0'7'2561'0'0,"-30"-1"-640"0"0,60 0-640 0 0,-30 0-481 0 0,60-6-239 0 0,-29-6-321 0 0,29-6-320 0 0,31-15-721 0 0,-1-17-2080 0 0,25-6-2321 0 0</inkml:trace>
  <inkml:trace contextRef="#ctx0" brushRef="#br0" timeOffset="1">448 9 80 0 0,'30'-8'5122'0'0,"0"16"-3521"0"0,-30-3-640 0 0,60 39-321 0 0,31 66-80 0 0,-31-8 0 0 0,-29-19 1 0 0,-1-14-1 0 0,0-19-160 0 0,0 7-320 0 0,-60-12-80 0 0,0-13 80 0 0,0-18-160 0 0,-1-14-480 0 0,1-27-721 0 0,0-10-640 0 0,0-15-2801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8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1441 0 0,'0'25'3121'0'0,"0"27"561"0"0,-30 17-1201 0 0,60-5-1841 0 0,1 7-400 0 0,-1 4 80 0 0,-6-4 81 0 0,36-8-161 0 0,-30-13-80 0 0,1-11-800 0 0,-1-20-1041 0 0,0-19-880 0 0,0 0-2722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121 102 1761 0 0,'-60'37'8164'0'0,"0"-10"-5123"0"0,60-46-4642 0 0,0-20 401 0 0,0-18-801 0 0,30 7-1441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 4802 0 0,'-30'0'3202'0'0,"0"-8"-2882"0"0,60 8-800 0 0,-60 0 239 0 0,30 8 161 0 0,0-16 160 0 0,30 8-800 0 0,-30 8 0 0 0,30-8-2001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29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327 107 1601 0 0,'-60'12'4789'0'0,"60"-13"-4773"0"0,0-1 1 0 0,0 1-1 0 0,1-1 0 0 0,-1 0 1 0 0,0 1-1 0 0,-1-1 1 0 0,1 1-1 0 0,0-1 1 0 0,0 1-1 0 0,-1-1 1 0 0,1 0-1 0 0,-1 1 1 0 0,1-1-1 0 0,-1 1 0 0 0,0 0 1 0 0,1-1-1 0 0,-1 1 1 0 0,0-1-1 0 0,0 1 1 0 0,0 0-1 0 0,0 0 1 0 0,0 0-1 0 0,-1-1 1 0 0,-1 0-1 0 0,-2 0 64 0 0,0 1 0 0 0,0 0 0 0 0,-1 0-1 0 0,1 0 1 0 0,0 1 0 0 0,-1 0 0 0 0,-7 1 0 0 0,12-1-77 0 0,-19 0 77 0 0,15 0 0 0 0,5 0-13 0 0,-5 4-53 0 0,-15-3-1 0 0,-10-1 147 0 0,25 0-13 0 0,0 0 13 0 0,-25 2 280 0 0,-51 9 0 0 0,292-49 441 0 0,106-11-655 0 0,-300 46-203 0 0,-1 1-1 0 0,0 0 0 0 0,1 2 0 0 0,-1 0 0 0 0,1 0 1 0 0,-1 2-1 0 0,20 4 0 0 0,-27-4 8 0 0,-1 0 0 0 0,0 1 0 0 0,0 0 0 0 0,0 0 0 0 0,0 1 0 0 0,0 0 0 0 0,-1 1 0 0 0,0-1 0 0 0,0 2 0 0 0,0-1-1 0 0,-1 1 1 0 0,1 0 0 0 0,-1 0 0 0 0,5 7 0 0 0,-1 3 15 0 0,-2 0 0 0 0,0 0 0 0 0,0 1 0 0 0,-1 0-1 0 0,-2 0 1 0 0,8 32 0 0 0,-2-5 1 0 0,19 47 83 0 0,-16-56-101 0 0,-3 1-1 0 0,-1 0 1 0 0,-1 1-1 0 0,-2 0 0 0 0,3 53 1 0 0,-9-76-26 0 0,0-1 0 0 0,0 1 0 0 0,2 0 0 0 0,0 0-1 0 0,0-1 1 0 0,10 23 0 0 0,-12-34-21 0 0,-1 0 0 0 0,0 0 0 0 0,1 0 1 0 0,-1 0-1 0 0,0 0 0 0 0,0 0 0 0 0,-1 0 0 0 0,1 0 0 0 0,0 0 0 0 0,0 0 0 0 0,-1 0 0 0 0,0 0 0 0 0,1 0 0 0 0,-1 0 0 0 0,0 0 0 0 0,0-1 0 0 0,0 1 1 0 0,0 0-1 0 0,0-1 0 0 0,0 1 0 0 0,0 0 0 0 0,-3 2 0 0 0,2 0-768 0 0,21-11-220 0 0,-13 4 808 0 0,4-1-240 0 0,-8 4 307 0 0,1-1 0 0 0,-1 1 0 0 0,0-1 0 0 0,0 0 0 0 0,0 1 0 0 0,0-1 0 0 0,0 0 0 0 0,0 0 0 0 0,0 0 0 0 0,0-1 0 0 0,0 1 0 0 0,0 0 0 0 0,0-1 0 0 0,-1 0 0 0 0,1 1-1 0 0,-1-1 1 0 0,1 0 0 0 0,-1 1 0 0 0,0-1 0 0 0,1 0 0 0 0,-1 0 0 0 0,0 0 0 0 0,0 0 0 0 0,0-1 0 0 0,-1 1 0 0 0,1 0 0 0 0,0 0 0 0 0,0-4 0 0 0,-1-24-3496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3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182 343 3282 0 0,'-61'8'3841'0'0,"1"3"-1600"0"0,0 3-400 0 0,90-20-1761 0 0,30-8 0 0 0,1-16-80 0 0,89-47-320 0 0,32-25-800 0 0,-31 25-401 0 0,-97 38-640 0 0,6 9-3042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3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1521 0 0,'0'-13'2081'0'0,"0"7"-401"0"0,0-2-239 0 0,0 22-400 0 0,0 36-1 0 0,0 46-80 0 0,61 0-479 0 0,-1-2-401 0 0,-30 2-80 0 0,31 0 0 0 0,-1-21-160 0 0,0-4-321 0 0,-5-26-239 0 0,35-20-400 0 0,-60-6-1362 0 0</inkml:trace>
  <inkml:trace contextRef="#ctx0" brushRef="#br0" timeOffset="1">658 988 4802 0 0,'-90'37'4802'0'0,"29"-18"-3921"0"0,92-25-1762 0 0,-1-7 721 0 0,0-6-160 0 0,0-26-2081 0 0,-30-43-3602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32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151 592 1681 0 0,'-20'-12'1024'0'0,"-1"0"1"0"0,0 1-1 0 0,-1 1 1 0 0,-40-13-1 0 0,57 22-637 0 0,6 1-356 0 0,0 0 0 0 0,1 0-1 0 0,-1 0 1 0 0,0 0 0 0 0,0 0 0 0 0,0 0 0 0 0,0 1-1 0 0,1-1 1 0 0,-1 0 0 0 0,0 1 0 0 0,0-1 0 0 0,0 1-1 0 0,0-1 1 0 0,0 1 0 0 0,0-1 0 0 0,0 1 0 0 0,0 0-1 0 0,0-1 1 0 0,0 1 0 0 0,0 0 0 0 0,0 0 0 0 0,-1 0 0 0 0,1 0-1 0 0,0 0 1 0 0,-1 0 0 0 0,1 0 0 0 0,0 0 0 0 0,-1 0-1 0 0,1 0 1 0 0,-1 0 0 0 0,0 0 0 0 0,1 0 0 0 0,-1 0-1 0 0,0 0 1 0 0,1 1 0 0 0,-1-1 0 0 0,0 0 0 0 0,0 0-1 0 0,0 0 1 0 0,0 1 0 0 0,-1 0 0 0 0,1-1-29 0 0,0-1 1 0 0,0 1-1 0 0,-1-1 0 0 0,1 0 1 0 0,0 1-1 0 0,0-1 1 0 0,-1 1-1 0 0,1-1 0 0 0,0 0 1 0 0,-1 1-1 0 0,1-1 1 0 0,0 0-1 0 0,-1 1 0 0 0,1-1 1 0 0,-1 0-1 0 0,1 0 1 0 0,0 0-1 0 0,-1 1 0 0 0,1-1 1 0 0,-1 0-1 0 0,1 0 1 0 0,-1 0-1 0 0,1 0 0 0 0,-1 0 1 0 0,1 0-1 0 0,-1 0 1 0 0,1 0-1 0 0,-1 0 0 0 0,1 0 1 0 0,-1 0-1 0 0,1 0 0 0 0,-1 0 1 0 0,1 0-1 0 0,0 0 1 0 0,-1 0-1 0 0,0-1 11 0 0,1 1 0 0 0,-1 0 1 0 0,1 0-1 0 0,-1 0 0 0 0,1 0 0 0 0,-1 0 0 0 0,1 0 0 0 0,-1 0 1 0 0,1 0-1 0 0,-1 0 0 0 0,1 0 0 0 0,-1 0 0 0 0,1 0 0 0 0,-1 0 1 0 0,1 0-1 0 0,-1 0 0 0 0,1 0 0 0 0,-1 1 0 0 0,1-1 0 0 0,-1 0 1 0 0,1 0-1 0 0,0 1 0 0 0,-1-1 0 0 0,1 0 0 0 0,-1 0 0 0 0,1 1 1 0 0,0-1-1 0 0,-1 1 0 0 0,1-1 0 0 0,0 0 0 0 0,-1 1 0 0 0,1-1 1 0 0,0 1-1 0 0,0-1 0 0 0,-1 1 0 0 0,92-14 561 0 0,137-9 8 0 0,-106 13-479 0 0,130-29-1 0 0,-231 34-107 0 0,195-50-57 0 0,-65 15 62 0 0,-90 29 123 0 0,121-5-1 0 0,-14 2 33 0 0,49-19 312 0 0,-127 9-160 0 0,448-36 2187 0 0,-393 34-1373 0 0,131-28 386 0 0,73-3-544 0 0,-100 18-485 0 0,80 11 212 0 0,-241 23-486 0 0,246 12 677 0 0,-255-4-668 0 0,282 10 827 0 0,-258-8-902 0 0,-28 1-66 0 0,0-4 1 0 0,1-4-1 0 0,133-17 0 0 0,-170 9-32 0 0,-37 8-38 0 0,-1 1 1 0 0,1 0-1 0 0,0-1 0 0 0,-1 1 1 0 0,1-1-1 0 0,-1 1 0 0 0,1-1 1 0 0,-1 0-1 0 0,1 0 0 0 0,-1 0 1 0 0,1 0-1 0 0,-1 0 0 0 0,0 0 1 0 0,0 0-1 0 0,1 0 1 0 0,0-2-1 0 0,-2 3-1 0 0,0-1-1 0 0,1 1 1 0 0,-1-1 0 0 0,0 0-1 0 0,0 1 1 0 0,1 0 0 0 0,-1-1 0 0 0,0 1-1 0 0,1-1 1 0 0,-1 1 0 0 0,0-1-1 0 0,1 1 1 0 0,-1-1 0 0 0,1 1-1 0 0,-1 0 1 0 0,0-1 0 0 0,1 1 0 0 0,-1 0-1 0 0,1 0 1 0 0,-1-1 0 0 0,1 1-1 0 0,0 0 1 0 0,-1 0 0 0 0,1 0 0 0 0,-1 0-1 0 0,1-1 1 0 0,-1 1 0 0 0,1 0-1 0 0,-1 0 1 0 0,1 0 0 0 0,0 0 0 0 0,0 1-1 0 0,0-1 2 0 0,-1 0-1 0 0,1 0 0 0 0,-1 0 0 0 0,1 0 1 0 0,-1 0-1 0 0,1 0 0 0 0,0 0 1 0 0,-1 0-1 0 0,1-1 0 0 0,-1 1 1 0 0,1 0-1 0 0,-1 0 0 0 0,1 0 1 0 0,-1-1-1 0 0,1 1 0 0 0,-1 0 1 0 0,1 0-1 0 0,-1-1 0 0 0,1 1 1 0 0,-1-1-1 0 0,1 1 0 0 0,-1 0 0 0 0,0-1 1 0 0,1 1-1 0 0,-1-1 0 0 0,0 1 1 0 0,1-1-1 0 0,-1 1 0 0 0,0-1 1 0 0,1 1-1 0 0,-1-1 0 0 0,0 0 1 0 0,0 0-3 0 0,1 1 1 0 0,-1 0 0 0 0,0-1-1 0 0,0 1 1 0 0,1-1 0 0 0,-1 1-1 0 0,0 0 1 0 0,1-1 0 0 0,-1 1-1 0 0,1 0 1 0 0,-1-1 0 0 0,0 1-1 0 0,1 0 1 0 0,-1 0 0 0 0,1-1-1 0 0,-1 1 1 0 0,1 0 0 0 0,-1 0-1 0 0,0 0 1 0 0,1-1 0 0 0,-1 1 0 0 0,1 0-1 0 0,-1 0 1 0 0,1 0 0 0 0,-1 0-1 0 0,1 0 1 0 0,-1 0 0 0 0,1 0-1 0 0,-1 0 1 0 0,1 0 0 0 0,-1 1-1 0 0,1-1 1 0 0,0 0 0 0 0,0 0-12 0 0,-1 0 1 0 0,0 1-1 0 0,1-1 1 0 0,-1 0-1 0 0,1 0 1 0 0,0 0-1 0 0,-1 0 1 0 0,1 0 0 0 0,-1 0-1 0 0,1 0 1 0 0,-1 0-1 0 0,1 0 1 0 0,-1 0-1 0 0,1 0 1 0 0,-1-1-1 0 0,1 1 1 0 0,-1 0 0 0 0,0 0-1 0 0,1 0 1 0 0,-1-1-1 0 0,1 1 1 0 0,-1 0-1 0 0,1 0 1 0 0,-1-1-1 0 0,0 1 1 0 0,1 0 0 0 0,-1-1-1 0 0,1 1 1 0 0,-1-1-1 0 0,0 1 1 0 0,0 0-1 0 0,1-1 1 0 0,-1 0-1 0 0,0-1-828 0 0,5 2-3095 0 0,1 1 2828 0 0,0-1 0 0 0,-1 1-1 0 0,1 0 1 0 0,-1 0 0 0 0,1 1 0 0 0,-1-1 0 0 0,1 1 0 0 0,-1 1-1 0 0,6 2 1 0 0,44 25-3041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49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332 523 4322 0 0,'-32'8'1599'0'0,"-20"6"1150"0"0,-105 13 0 0 0,101-14-2020 0 0,54-13-669 0 0,0 1 0 0 0,0 0 0 0 0,1-1 0 0 0,-1 1 1 0 0,0 0-1 0 0,0 0 0 0 0,1 0 0 0 0,-1 0 0 0 0,0 0 1 0 0,1 1-1 0 0,-1-1 0 0 0,1 0 0 0 0,0 1 0 0 0,-1-1 1 0 0,1 1-1 0 0,0-1 0 0 0,0 1 0 0 0,0 0 0 0 0,0 0 1 0 0,0-1-1 0 0,0 1 0 0 0,0 0 0 0 0,1 0 1 0 0,-1 0-1 0 0,0 2 0 0 0,15-4 284 0 0,0-1 0 0 0,0 0 0 0 0,0-1 0 0 0,18-4 0 0 0,6-1-90 0 0,325-63 81 0 0,-283 48-126 0 0,-1-3-1 0 0,113-52 1 0 0,-172 68-131 0 0,-18 9-66 0 0,0-1 0 0 0,0 1-1 0 0,0-1 1 0 0,0 1 0 0 0,0-1 0 0 0,0 0 0 0 0,0 0 0 0 0,-1 0-1 0 0,1 0 1 0 0,0 0 0 0 0,-1 0 0 0 0,1-1 0 0 0,0 1-1 0 0,-1-1 1 0 0,0 1 0 0 0,1-1 0 0 0,-1 1 0 0 0,0-1 0 0 0,0 0-1 0 0,0 0 1 0 0,0 1 0 0 0,0-1 0 0 0,0 0 0 0 0,0 0-1 0 0,-1 0 1 0 0,1 0 0 0 0,-1 0 0 0 0,1 0 0 0 0,-1 0 0 0 0,0 0-1 0 0,0 0 1 0 0,0 0 0 0 0,0-4 0 0 0,0-1 21 0 0,0 0-1 0 0,-1 1 1 0 0,0-1 0 0 0,0 0 0 0 0,0 0 0 0 0,-1 1-1 0 0,0-1 1 0 0,0 1 0 0 0,-1 0 0 0 0,1-1 0 0 0,-2 1 0 0 0,1 0-1 0 0,0 1 1 0 0,-1-1 0 0 0,0 1 0 0 0,-7-8 0 0 0,-5-8 62 0 0,-2-8 36 0 0,13 21-90 0 0,0-1-1 0 0,-1 1 1 0 0,1 0-1 0 0,-2 1 1 0 0,-12-14-1 0 0,4 11-11 0 0,-1 0 1 0 0,-30-14-1 0 0,32 18-12 0 0,0-1 0 0 0,1 0 0 0 0,0-1 0 0 0,-22-18 0 0 0,27 15 16 0 0,-3 3-15 0 0,-35 2-15 0 0,21 5-70 0 0,18 5-287 0 0,4 0 241 0 0,0-2 71 0 0,-2 1-10 0 0,1 1-1 0 0,0-1 1 0 0,0 1 0 0 0,1-1 0 0 0,-1 1-1 0 0,1 0 1 0 0,0 1 0 0 0,0-1 0 0 0,0 0-1 0 0,0 1 1 0 0,1 0 0 0 0,0-1 0 0 0,-3 9-1 0 0,-5 58-253 0 0,3-35 238 0 0,1-10 18 0 0,1-1 0 0 0,2 1 1 0 0,-1 27-1 0 0,4 512 957 0 0,1-540-1022 0 0,1-1 0 0 0,1 1-1 0 0,2-1 1 0 0,0 0 0 0 0,1-1 0 0 0,1 1 0 0 0,2-1-1 0 0,0-1 1 0 0,1 0 0 0 0,24 37 0 0 0,-32-54-146 0 0,0-1 0 0 0,1 1 1 0 0,-1-1-1 0 0,1 1 0 0 0,0-1 0 0 0,1 0 1 0 0,-1 0-1 0 0,1 0 0 0 0,0-1 0 0 0,0 1 1 0 0,0-1-1 0 0,0 0 0 0 0,0 0 1 0 0,1 0-1 0 0,0-1 0 0 0,-1 0 0 0 0,1 0 1 0 0,0 0-1 0 0,0 0 0 0 0,0-1 0 0 0,0 1 1 0 0,0-1-1 0 0,0-1 0 0 0,1 1 1 0 0,-1-1-1 0 0,0 0 0 0 0,0 0 0 0 0,1 0 1 0 0,-1-1-1 0 0,0 0 0 0 0,0 0 1 0 0,9-3-1 0 0,46-19-6316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0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338 100 1681 0 0,'-11'2'679'0'0,"0"1"0"0"0,0-1 0 0 0,0-1 1 0 0,0 0-1 0 0,0 0 0 0 0,0-1 0 0 0,0 0 0 0 0,0-1 1 0 0,0-1-1 0 0,0 0 0 0 0,-14-4 0 0 0,24 3-568 0 0,-1 0-1 0 0,1 0 1 0 0,0-1-1 0 0,1 1 1 0 0,-1 0-1 0 0,0-1 1 0 0,1 1 0 0 0,0-1-1 0 0,0 1 1 0 0,0 0-1 0 0,0-1 1 0 0,0 1-1 0 0,2-4 1 0 0,-2 1 49 0 0,1 4-128 0 0,1 0 0 0 0,-1 0 0 0 0,1 0 0 0 0,0 0 0 0 0,-1 0 1 0 0,1 1-1 0 0,0-1 0 0 0,0 0 0 0 0,0 1 0 0 0,0-1 1 0 0,0 1-1 0 0,1 0 0 0 0,-1 0 0 0 0,0 0 0 0 0,0 0 0 0 0,3 0 1 0 0,9-4 3 0 0,0 2 1 0 0,0 0 0 0 0,0 1 0 0 0,0 0 0 0 0,0 1 0 0 0,0 1 0 0 0,0 0 0 0 0,0 1 0 0 0,0 0 0 0 0,0 1 0 0 0,0 1 0 0 0,20 6 0 0 0,-33-9-28 0 0,1 1 0 0 0,0 0 0 0 0,0 0 0 0 0,-1 0 0 0 0,1 1 0 0 0,0-1 0 0 0,-1 0 0 0 0,1 1 1 0 0,-1-1-1 0 0,0 1 0 0 0,1-1 0 0 0,-1 1 0 0 0,0 0 0 0 0,0-1 0 0 0,0 1 0 0 0,0 0 0 0 0,0 0 0 0 0,0 0 0 0 0,0 4 0 0 0,1 37 328 0 0,-2-27-215 0 0,0-15-109 0 0,0 1 1 0 0,1-1-1 0 0,-1 0 0 0 0,0 1 1 0 0,0-1-1 0 0,0 0 0 0 0,0 1 1 0 0,0-1-1 0 0,0 0 0 0 0,0 1 1 0 0,0-1-1 0 0,0 0 0 0 0,-1 1 1 0 0,1-1-1 0 0,-1 0 0 0 0,1 0 1 0 0,-1 1-1 0 0,1-1 0 0 0,-1 0 1 0 0,0 0-1 0 0,1 0 1 0 0,-1 0-1 0 0,0 0 0 0 0,0 0 1 0 0,0 0-1 0 0,0 0 0 0 0,0 0 1 0 0,0 0-1 0 0,0 0 0 0 0,0-1 1 0 0,0 1-1 0 0,0 0 0 0 0,-1-1 1 0 0,-1 2-1 0 0,-6-7 80 0 0,-137-32 134 0 0,125 30-109 0 0,-1 2-1 0 0,1 1 1 0 0,-36-3-1 0 0,45 6-80 0 0,1 1-1 0 0,-1 0 1 0 0,1 1 0 0 0,-1 0 0 0 0,1 1-1 0 0,0 0 1 0 0,0 1 0 0 0,-19 6-1 0 0,27-6-27 0 0,1-1-1 0 0,-1 0 0 0 0,0 1 1 0 0,1-1-1 0 0,0 1 0 0 0,0 0 1 0 0,-1-1-1 0 0,2 1 0 0 0,-1 0 1 0 0,0 0-1 0 0,1 1 0 0 0,-1-1 1 0 0,1 0-1 0 0,0 0 0 0 0,0 1 1 0 0,0-1-1 0 0,0 1 0 0 0,1-1 1 0 0,-1 8-1 0 0,1-5 18 0 0,-1-1 0 0 0,1 1 0 0 0,0 0 1 0 0,0 0-1 0 0,1 0 0 0 0,0 0 0 0 0,0 0 0 0 0,0 0 1 0 0,0 0-1 0 0,1-1 0 0 0,0 1 0 0 0,4 6 0 0 0,2-2 20 0 0,1 0 0 0 0,0-1 0 0 0,0-1 0 0 0,18 13-1 0 0,17 17-7 0 0,-39-31-98 0 0,1 0 0 0 0,1-1 0 0 0,-1 0 0 0 0,1 0 0 0 0,0-1 0 0 0,0 0 0 0 0,1 0 0 0 0,-1 0 0 0 0,1-1 0 0 0,0 0 0 0 0,0-1 0 0 0,1 0 0 0 0,-1 0 0 0 0,1-1 0 0 0,-1 0 0 0 0,1 0 0 0 0,0-1 0 0 0,0 0 0 0 0,0-1 0 0 0,-1 0 0 0 0,1 0 0 0 0,0-1-1 0 0,0 0 1 0 0,0 0 0 0 0,14-5 0 0 0,-6 2-386 0 0,0 0-1 0 0,-1 0 0 0 0,1-2 0 0 0,-1 0 0 0 0,0-1 0 0 0,-1 0 0 0 0,0-2 0 0 0,0 0 1 0 0,-1 0-1 0 0,0-1 0 0 0,0-1 0 0 0,-1 0 0 0 0,18-21 0 0 0,30-52-5302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3602 0 0,'-30'0'5522'0'0,"-1"0"-3521"0"0,31 7-1361 0 0,-30 5-640 0 0,30 51-160 0 0,-30 58 320 0 0,-30 6 161 0 0,60-25-81 0 0,0-11-80 0 0,0-9-240 0 0,0-7 0 0 0,0-4 80 0 0,0-2 0 0 0,30-30-401 0 0,0-26-879 0 0,-30-7-721 0 0,-30 0-2001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1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1921 0 0,'30'0'5122'0'0,"-30"7"-3361"0"0,30-7-560 0 0,0 6-401 0 0,0 0-400 0 0,61 7-480 0 0,0-13-560 0 0,-31 0-1121 0 0,30-13-1440 0 0,-29 1-81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2161 0 0,'-87'33'5295'0'0,"-28"12"-2921"0"0,104-40-2328 0 0,1 1 0 0 0,0 0 0 0 0,0 1 0 0 0,1-1 0 0 0,0 2 1 0 0,0-1-1 0 0,0 1 0 0 0,-8 11 0 0 0,13-12 57 0 0,0-1 0 0 0,0 1 1 0 0,1 0-1 0 0,0 0 1 0 0,0 0-1 0 0,0 0 0 0 0,1 1 1 0 0,0-1-1 0 0,1 1 1 0 0,0-1-1 0 0,0 1 0 0 0,0 0 1 0 0,1-1-1 0 0,0 1 0 0 0,2 9 1 0 0,-2-13-81 0 0,0-1 0 0 0,1 0 0 0 0,0 1 1 0 0,-1-1-1 0 0,1 1 0 0 0,0-1 0 0 0,1 0 1 0 0,-1 0-1 0 0,1 1 0 0 0,-1-1 0 0 0,1 0 0 0 0,0-1 1 0 0,0 1-1 0 0,0 0 0 0 0,0 0 0 0 0,1-1 1 0 0,-1 1-1 0 0,1-1 0 0 0,0 0 0 0 0,-1 0 0 0 0,7 4 1 0 0,6 2 9 0 0,1 0 0 0 0,-1-2 0 0 0,23 8 0 0 0,-18-7-9 0 0,10 3-3 0 0,0-1 0 0 0,0-1 0 0 0,1-1 0 0 0,63 4 0 0 0,-80-11-65 0 0,0 1-1 0 0,0-2 0 0 0,1 0 1 0 0,-1 0-1 0 0,0-2 0 0 0,0 0 0 0 0,-1 0 1 0 0,1-1-1 0 0,0-1 0 0 0,-1 0 1 0 0,0-1-1 0 0,-1 0 0 0 0,16-11 1 0 0,-25 15 33 0 0,-1 0 0 0 0,1 0 0 0 0,-1 0 1 0 0,0 0-1 0 0,0 0 0 0 0,0-1 0 0 0,0 1 1 0 0,0-1-1 0 0,0 1 0 0 0,-1-1 0 0 0,1 0 1 0 0,-1 0-1 0 0,0 0 0 0 0,1 0 0 0 0,-2 0 1 0 0,1 0-1 0 0,0 0 0 0 0,-1 0 0 0 0,1 0 1 0 0,-1 0-1 0 0,0 0 0 0 0,0 0 0 0 0,0-1 1 0 0,0 1-1 0 0,-1-5 0 0 0,1-2-16 0 0,0 6 8 0 0,0-1 0 0 0,-1 1 0 0 0,1 0 0 0 0,-1-1 0 0 0,0 1 1 0 0,0 0-1 0 0,0 0 0 0 0,0 0 0 0 0,-1 0 0 0 0,0 0 0 0 0,0 0 0 0 0,0 0 1 0 0,0 0-1 0 0,0 1 0 0 0,-5-5 0 0 0,3 3-37 0 0,-1 1 0 0 0,0 0-1 0 0,-1 0 1 0 0,1 0 0 0 0,0 1 0 0 0,-1 0-1 0 0,0 0 1 0 0,0 0 0 0 0,0 1 0 0 0,-11-3-1 0 0,-14-2-522 0 0,0 2 0 0 0,0 1 0 0 0,0 1 1 0 0,-46 2-1 0 0,-19 11-3983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2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116 333 2641 0 0,'-6'4'655'0'0,"-1"0"0"0"0,0 0 0 0 0,1-1 0 0 0,-2 0 0 0 0,1-1 0 0 0,0 1 0 0 0,0-1 0 0 0,-1-1 0 0 0,-13 2 0 0 0,-10 2 679 0 0,86-20 333 0 0,-35 7-1392 0 0,28-16 455 0 0,-46 22-668 0 0,0 1-1 0 0,0-1 1 0 0,-1 0 0 0 0,1 0 0 0 0,0 1 0 0 0,-1-1 0 0 0,0 0-1 0 0,1 0 1 0 0,-1-1 0 0 0,0 1 0 0 0,0 0 0 0 0,0 0-1 0 0,0-1 1 0 0,-1 1 0 0 0,1 0 0 0 0,0-1 0 0 0,-1 1 0 0 0,0-1-1 0 0,0-4 1 0 0,0-140 3153 0 0,0 139-3147 0 0,-1 1 1 0 0,0 0-1 0 0,-1-1 1 0 0,0 1-1 0 0,0 0 0 0 0,-1 0 1 0 0,1 0-1 0 0,-2 0 0 0 0,1 0 1 0 0,-1 1-1 0 0,0 0 0 0 0,0-1 1 0 0,0 1-1 0 0,-1 1 1 0 0,-9-9-1 0 0,8 4-715 0 0,7 18-1868 0 0,1-6 2244 0 0,1 0 0 0 0,-1 0-1 0 0,0-1 1 0 0,1 1 0 0 0,0-1-1 0 0,-1 1 1 0 0,1-1 0 0 0,0 0-1 0 0,-1 0 1 0 0,1-1-1 0 0,0 1 1 0 0,0 0 0 0 0,0-1-1 0 0,5 1 1 0 0,7 2-1261 0 0,0 1 31 0 0,0 0 1 0 0,0-1-1 0 0,26 3 0 0 0,-6-5-1353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2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34 240 0 0,'0'-1'98'0'0,"0"0"0"0"0,0 1 0 0 0,0-1 0 0 0,0 1 0 0 0,0-1 0 0 0,0 0 0 0 0,0 1 0 0 0,0-1 0 0 0,0 1 0 0 0,1-1 0 0 0,-1 0 0 0 0,0 1-1 0 0,0-1 1 0 0,1 1 0 0 0,-1-1 0 0 0,0 1 0 0 0,1-1 0 0 0,-1 1 0 0 0,1-1 0 0 0,-1 1 0 0 0,0-1 0 0 0,1 1 0 0 0,-1-1 0 0 0,1 1 0 0 0,-1 0 0 0 0,1-1 0 0 0,-1 1 0 0 0,1 0 0 0 0,0 0 0 0 0,-1-1 0 0 0,1 1 0 0 0,-1 0-1 0 0,1 0 1 0 0,0 0 0 0 0,-1 0 0 0 0,1 0 0 0 0,-1 0 0 0 0,2 0 0 0 0,-1 0 47 0 0,-1 0 0 0 0,1 0 0 0 0,0 0 0 0 0,-1-1 0 0 0,1 1 0 0 0,-1 0-1 0 0,1 0 1 0 0,0 0 0 0 0,-1 0 0 0 0,1 0 0 0 0,-1-1 0 0 0,1 1 0 0 0,-1 0 0 0 0,1-1 0 0 0,-1 1 0 0 0,1 0-1 0 0,-1-1 1 0 0,1 1 0 0 0,-1-1 0 0 0,1 1 0 0 0,-1 0 0 0 0,0-1 0 0 0,1 1 0 0 0,-1-1 0 0 0,0 1-1 0 0,1-1 1 0 0,-1 0 0 0 0,0 1 0 0 0,0-1 0 0 0,1 1 0 0 0,-1-1 0 0 0,0 1 0 0 0,0-1 0 0 0,0 0 0 0 0,0 1-1 0 0,0-1 1 0 0,0 1 0 0 0,0-3 1614 0 0,0 8 1844 0 0,5 18-2537 0 0,1-16-938 0 0,0 1 0 0 0,0 0-1 0 0,-1 0 1 0 0,0 1 0 0 0,-1-1 0 0 0,0 1-1 0 0,0 0 1 0 0,-1 0 0 0 0,0 1 0 0 0,-1-1 0 0 0,0 0-1 0 0,0 1 1 0 0,-1 0 0 0 0,0-1 0 0 0,-1 1-1 0 0,0 0 1 0 0,-1-1 0 0 0,-2 14 0 0 0,-9 14 179 0 0,10-31-394 0 0,0 0 0 0 0,0 0 0 0 0,0 0 1 0 0,0 0-1 0 0,1 0 0 0 0,0 0 1 0 0,0 8-1 0 0,1 41-3888 0 0,0-55 3876 0 0,0 1 0 0 0,0-1-1 0 0,0 0 1 0 0,1 1 0 0 0,-1-1 0 0 0,0 0 0 0 0,0 1 0 0 0,0-1 0 0 0,0 0 0 0 0,0 1 0 0 0,1-1-1 0 0,-1 0 1 0 0,0 1 0 0 0,0-1 0 0 0,0 0 0 0 0,1 0 0 0 0,-1 1 0 0 0,0-1 0 0 0,0 0-1 0 0,1 0 1 0 0,-1 1 0 0 0,0-1 0 0 0,1 0 0 0 0,-1 0 0 0 0,0 0 0 0 0,1 0 0 0 0,-1 1 0 0 0,0-1-1 0 0,1 0 1 0 0,-1 0 0 0 0,0 0 0 0 0,1 0 0 0 0,-1 0 0 0 0,0 0 0 0 0,1 0 0 0 0,-1 0 0 0 0,0 0-1 0 0,1 0 1 0 0,-1 0 0 0 0,0 0 0 0 0,1 0 0 0 0,-1-1 0 0 0,0 1 0 0 0,1 0 0 0 0,0 0-1 0 0,11-5-1970 0 0,-7-7-3199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2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2401 0 0,'0'1'107'0'0,"0"0"1"0"0,0-1-1 0 0,-1 1 0 0 0,1-1 0 0 0,0 1 0 0 0,-1-1 1 0 0,1 1-1 0 0,0-1 0 0 0,-1 1 0 0 0,1-1 1 0 0,-1 1-1 0 0,1-1 0 0 0,-1 0 0 0 0,1 1 1 0 0,-1-1-1 0 0,1 0 0 0 0,-1 1 0 0 0,0-1 0 0 0,1 0 1 0 0,-1 0-1 0 0,1 0 0 0 0,-1 1 0 0 0,0-1 1 0 0,1 0-1 0 0,-1 0 0 0 0,0 0 0 0 0,1 0 0 0 0,-1 0 1 0 0,1 0-1 0 0,-1 0 0 0 0,-1-1 0 0 0,-11 4 2465 0 0,13-1-998 0 0,0-2-1550 0 0,0 0 0 0 0,0 0 1 0 0,0 0-1 0 0,0 1 1 0 0,0-1-1 0 0,0 0 0 0 0,0 0 1 0 0,0 0-1 0 0,0 1 0 0 0,0-1 1 0 0,0 0-1 0 0,0 0 1 0 0,0 0-1 0 0,0 1 0 0 0,0-1 1 0 0,0 0-1 0 0,0 0 0 0 0,0 0 1 0 0,0 1-1 0 0,0-1 1 0 0,0 0-1 0 0,0 0 0 0 0,0 0 1 0 0,0 0-1 0 0,0 1 0 0 0,1-1 1 0 0,-1 0-1 0 0,0 0 1 0 0,0 0-1 0 0,0 0 0 0 0,0 1 1 0 0,0-1-1 0 0,1 0 0 0 0,-1 0 1 0 0,0 0-1 0 0,0 0 1 0 0,0 0-1 0 0,0 0 0 0 0,1 0 1 0 0,-1 0-1 0 0,0 1 0 0 0,0-1 1 0 0,0 0-1 0 0,1 0 1 0 0,-1 0-1 0 0,0 0 0 0 0,0 0 1 0 0,0 0-1 0 0,1 0 0 0 0,-1 0 1 0 0,0 0-1 0 0,13 0 76 0 0,33 5-4 0 0,-45-5-95 0 0,0 0 1 0 0,0 0-1 0 0,0 1 1 0 0,1-1-1 0 0,-1 0 1 0 0,0 0-1 0 0,0 1 1 0 0,0-1 0 0 0,0 1-1 0 0,0-1 1 0 0,1 1-1 0 0,-1-1 1 0 0,0 1-1 0 0,0 0 1 0 0,0-1-1 0 0,-1 1 1 0 0,1 0-1 0 0,0 0 1 0 0,0 0-1 0 0,0 0 1 0 0,0 0 0 0 0,-1 0-1 0 0,1 0 1 0 0,0 0-1 0 0,-1 0 1 0 0,1 0-1 0 0,-1 0 1 0 0,1 2-1 0 0,-1-1 45 0 0,0 1 1 0 0,1 0-1 0 0,-1 0 0 0 0,1 0 0 0 0,0-1 1 0 0,0 1-1 0 0,0 0 0 0 0,0-1 0 0 0,0 1 0 0 0,1-1 1 0 0,2 5-1 0 0,8 15 546 0 0,-10-15-419 0 0,-1-1 0 0 0,0 1-1 0 0,0-1 1 0 0,-1 1 0 0 0,0-1-1 0 0,0 1 1 0 0,0-1 0 0 0,-1 1-1 0 0,0 0 1 0 0,0-1 0 0 0,-1 0 0 0 0,0 1-1 0 0,0-1 1 0 0,0 0 0 0 0,-1 0-1 0 0,0 0 1 0 0,-5 8 0 0 0,6-10-114 0 0,1 0 1 0 0,0 0 0 0 0,0 0 0 0 0,0 0 0 0 0,0 0 0 0 0,0 0 0 0 0,1 1 0 0 0,0-1 0 0 0,0 0-1 0 0,0 0 1 0 0,2 7 0 0 0,-1 10 182 0 0,-1-21-239 0 0,0 1 0 0 0,0-1 0 0 0,0 0 0 0 0,0 1 0 0 0,0-1 0 0 0,0 1 0 0 0,0-1 0 0 0,0 0 0 0 0,0 1 0 0 0,0-1 0 0 0,0 1 0 0 0,0-1 0 0 0,0 0 0 0 0,0 1 0 0 0,0-1 0 0 0,1 0 0 0 0,-1 1 0 0 0,0-1 0 0 0,0 0 0 0 0,0 1 0 0 0,1-1 0 0 0,-1 0 0 0 0,0 1 0 0 0,0-1 0 0 0,1 0 0 0 0,-1 0 0 0 0,0 1 0 0 0,1-1 0 0 0,-1 0 0 0 0,1 1 0 0 0,19 1-3 0 0,-20-2-5 0 0,1 0-1 0 0,-1-1 1 0 0,0 1-1 0 0,0 0 1 0 0,1 0-1 0 0,-1 0 1 0 0,0 0-1 0 0,0 0 1 0 0,0 0-1 0 0,1 0 1 0 0,-1 0-1 0 0,0-1 1 0 0,0 1-1 0 0,1 0 1 0 0,-1 0-1 0 0,0 0 1 0 0,0 0-1 0 0,0-1 1 0 0,0 1 0 0 0,1 0-1 0 0,-1 0 1 0 0,0 0-1 0 0,0-1 1 0 0,0 1-1 0 0,0 0 1 0 0,0 0-1 0 0,0-1 1 0 0,0 1-1 0 0,0 0 1 0 0,1 0-1 0 0,-1-1 1 0 0,0 1-1 0 0,0 0 1 0 0,0 0-1 0 0,0-1 1 0 0,0 1-1 0 0,0 0 1 0 0,-1 0-1 0 0,1-1 1 0 0,0 1-1 0 0,0 0 1 0 0,0 0-1 0 0,0-1 1 0 0,0 1-1 0 0,0 0 1 0 0,0 0-1 0 0,0-1 1 0 0,-1 1-1 0 0,1 0 1 0 0,0 0-1 0 0,0 0 1 0 0,0-1-1 0 0,0 1 1 0 0,-1 0-1 0 0,1 0 1 0 0,0 0-1 0 0,0 0 1 0 0,0-1-1 0 0,-1 1 1 0 0,1 0-1 0 0,0 0 1 0 0,0 0-1 0 0,-1 0 1 0 0,1 0-1 0 0,0 0 1 0 0,0 0-1 0 0,-1 0 1 0 0,-5-3-15 0 0,5 3 32 0 0,0 0 0 0 0,0-1 0 0 0,0 1 0 0 0,0 0 0 0 0,0-1 0 0 0,0 1 0 0 0,0-1 0 0 0,0 0 0 0 0,0 1 0 0 0,1-1 0 0 0,-1 0 0 0 0,0 1 0 0 0,0-1 0 0 0,0 0 0 0 0,1 0 0 0 0,-1 0-1 0 0,0 0 1 0 0,1 0 0 0 0,-1 0 0 0 0,1 0 0 0 0,-1 0 0 0 0,1 0 0 0 0,0 0 0 0 0,-1 0 0 0 0,1 0 0 0 0,0 0 0 0 0,0 0 0 0 0,-1 0 0 0 0,1 0 0 0 0,0 0 0 0 0,0 0 0 0 0,0-1 0 0 0,1-1 0 0 0,-2 2 18 0 0,1-1 0 0 0,-1 0 0 0 0,0 1 0 0 0,0-1 0 0 0,0 0 0 0 0,0 1 0 0 0,0-1 0 0 0,0 1 1 0 0,0-1-1 0 0,0 1 0 0 0,-1 0 0 0 0,1 0 0 0 0,-1-1 0 0 0,1 1 0 0 0,-1 0 0 0 0,1 0 0 0 0,-1 0 0 0 0,1 1 0 0 0,-1-1 0 0 0,0 0 1 0 0,0 1-1 0 0,1-1 0 0 0,-1 1 0 0 0,-3-1 0 0 0,-50-8 725 0 0,50 9-687 0 0,-1 0 1 0 0,0 1-1 0 0,1-1 0 0 0,-1 1 1 0 0,1 1-1 0 0,-1-1 0 0 0,1 1 0 0 0,-1 0 1 0 0,1 0-1 0 0,0 0 0 0 0,0 1 1 0 0,0 0-1 0 0,0 0 0 0 0,1 0 1 0 0,-1 1-1 0 0,1-1 0 0 0,0 1 0 0 0,0 0 1 0 0,0 0-1 0 0,0 1 0 0 0,1-1 1 0 0,0 1-1 0 0,-1-1 0 0 0,-2 10 0 0 0,4-12-51 0 0,0 0 0 0 0,1 0 0 0 0,-1 1-1 0 0,1-1 1 0 0,-1 1 0 0 0,1-1 0 0 0,0 1-1 0 0,0 0 1 0 0,1-1 0 0 0,-1 1 0 0 0,0 0-1 0 0,1 0 1 0 0,0-1 0 0 0,-1 1 0 0 0,1 0-1 0 0,0 0 1 0 0,0 0 0 0 0,1 0 0 0 0,0 5-1 0 0,2-3-46 0 0,0 0-1 0 0,0 0 0 0 0,1-1 0 0 0,-1 1 0 0 0,1-1 0 0 0,0 0 1 0 0,0 0-1 0 0,1 0 0 0 0,6 5 0 0 0,-4-4-226 0 0,0-1 0 0 0,0 1 0 0 0,0-1-1 0 0,1 0 1 0 0,0-1 0 0 0,0 1 0 0 0,0-2-1 0 0,0 1 1 0 0,0-1 0 0 0,0 0 0 0 0,1-1-1 0 0,-1 0 1 0 0,1 0 0 0 0,16-1 0 0 0,-11-2-561 0 0,0 1 0 0 0,0-2 0 0 0,0 0 1 0 0,0 0-1 0 0,0-1 0 0 0,-1-1 0 0 0,0 0 0 0 0,18-10 1 0 0,-26 12 573 0 0,2-1-318 0 0,0 0-1 0 0,0 0 1 0 0,0-1 0 0 0,11-10 0 0 0,-12 8-147 0 0,-1 0 0 0 0,0-1 0 0 0,0 0 0 0 0,0 0 0 0 0,3-11 0 0 0,-7 18 628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44 7283 0 0,'-30'-13'3762'0'0,"6"-6"-3042"0"0,24 7 1922 0 0,0 18-81 0 0,0 13-1361 0 0,0 69 961 0 0,24 28-1040 0 0,-24-28-961 0 0,0-11-240 0 0,0 11 480 0 0,30 3-800 0 0,-30-16-2001 0 0,0-23-2161 0 0,31-14-1041 0 0,-31-13-2080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20 4322 0 0,'-49'-7'5643'0'0,"48"6"-5486"0"0,-5-8 336 0 0,7 9-471 0 0,1-1 1 0 0,-1 1 0 0 0,0-1-1 0 0,1 1 1 0 0,-1 0 0 0 0,0-1-1 0 0,1 1 1 0 0,-1 0 0 0 0,0 0-1 0 0,1 0 1 0 0,-1 0 0 0 0,0 0-1 0 0,1 1 1 0 0,-1-1-1 0 0,0 0 1 0 0,1 1 0 0 0,-1-1-1 0 0,2 1 1 0 0,-2-1-23 0 0,0 0 1 0 0,1 0-1 0 0,-1 0 1 0 0,0 0-1 0 0,0 0 0 0 0,0 1 1 0 0,1-1-1 0 0,-1 0 1 0 0,0 0-1 0 0,0 1 0 0 0,0-1 1 0 0,0 1-1 0 0,0-1 1 0 0,0 1-1 0 0,0 0 0 0 0,0-1 1 0 0,0 1-1 0 0,0 0 1 0 0,0 0-1 0 0,0-1 0 0 0,0 1 1 0 0,0 0-1 0 0,0 0 1 0 0,-1 0-1 0 0,1 0 0 0 0,-1 0 1 0 0,2 2-1 0 0,-2-1 4 0 0,-1 0 0 0 0,1-1 1 0 0,-1 1-1 0 0,0-1 0 0 0,1 1 0 0 0,-1 0 0 0 0,0-1 0 0 0,0 0 0 0 0,0 1 1 0 0,0-1-1 0 0,0 0 0 0 0,0 1 0 0 0,-2 0 0 0 0,-8 15 167 0 0,10-16-162 0 0,1 0 0 0 0,-1-1 0 0 0,0 1 0 0 0,0 0 0 0 0,0-1-1 0 0,1 1 1 0 0,-1-1 0 0 0,0 1 0 0 0,0-1 0 0 0,0 0 0 0 0,0 1 0 0 0,0-1 0 0 0,0 0-1 0 0,0 1 1 0 0,0-1 0 0 0,0 0 0 0 0,0 0 0 0 0,0 0 0 0 0,0 0 0 0 0,0 0 0 0 0,0 0 0 0 0,0 0-1 0 0,-2-1 1 0 0,2 1 18 0 0,-9-7 387 0 0,-10 1 133 0 0,45 5-147 0 0,-23 1-395 0 0,1 0 0 0 0,-1 0 0 0 0,1 0 0 0 0,-1 1 0 0 0,0-1 0 0 0,1 0 0 0 0,-1 1 0 0 0,0 0 0 0 0,1 0 0 0 0,-1-1 0 0 0,0 1 0 0 0,0 1 0 0 0,0-1 0 0 0,0 0 0 0 0,0 0 0 0 0,3 2 0 0 0,54 34-2396 0 0,-44-27 1482 0 0,45 32-4440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50 5843 0 0,'-54'8'4402'0'0,"-7"-16"-3202"0"0,31 2-479 0 0,0 1 879 0 0,30-3-1119 0 0,0 2-321 0 0,0 0-401 0 0,30-7-559 0 0,-30 7-1121 0 0,61 6-1040 0 0,-31 6-401 0 0,0 13 81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6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28 560 0 0,'-7'-1'6864'0'0,"-16"-3"-6685"0"0,23 3 382 0 0,5 1-495 0 0,15 0-39 0 0,-15 0 840 0 0,-30 0 734 0 0,20 0-1201 0 0,10 0-320 0 0,15 0 0 0 0,40 0 267 0 0,-55 0-134 0 0,0 0 28 0 0,-4 0-75 0 0,19-1-97 0 0,-15-5 2350 0 0,-6 5-2365 0 0,0 0-1 0 0,0 1 1 0 0,1-1 0 0 0,-1 1-1 0 0,0-1 1 0 0,0 0-1 0 0,0 1 1 0 0,0 0 0 0 0,0-1-1 0 0,0 1 1 0 0,0-1 0 0 0,1 1-1 0 0,-1 0 1 0 0,0 0-1 0 0,0 0 1 0 0,0-1 0 0 0,0 1-1 0 0,0 0 1 0 0,0 0 0 0 0,0 0-1 0 0,0 1 1 0 0,0-1-1 0 0,-2 0 1 0 0,1 0 86 0 0,-3 0 581 0 0,0 0-1 0 0,-56-3 964 0 0,31 0-1106 0 0,0 2 0 0 0,-35 2 0 0 0,59-1-595 0 0,0 1-1 0 0,0-1 1 0 0,0 1-1 0 0,0 1 1 0 0,0-1-1 0 0,0 1 1 0 0,1 0 0 0 0,-1 1-1 0 0,1-1 1 0 0,-1 1-1 0 0,1 0 1 0 0,0 0-1 0 0,0 1 1 0 0,0-1-1 0 0,0 1 1 0 0,-5 7 0 0 0,8-7-35 0 0,0 0 0 0 0,1 1 0 0 0,0-1 0 0 0,0 1 0 0 0,0-1 0 0 0,1 1 0 0 0,-1-1 0 0 0,1 1 1 0 0,0-1-1 0 0,1 1 0 0 0,1 8 0 0 0,-2 2 34 0 0,0-12 6 0 0,1 1 0 0 0,-1-1 0 0 0,0 1-1 0 0,1-1 1 0 0,0 1 0 0 0,0-1 0 0 0,0 0 0 0 0,0 1 0 0 0,0-1-1 0 0,1 0 1 0 0,-1 0 0 0 0,1 0 0 0 0,0 0 0 0 0,4 5-1 0 0,0 0-17 0 0,-2 12 3 0 0,2-1 14 0 0,6-10-12 0 0,0 0 0 0 0,0-1 0 0 0,1-1 0 0 0,0 0 0 0 0,16 6-1 0 0,-6-2-50 0 0,-4-3 93 0 0,0-1-1 0 0,40 9 1 0 0,-44-13 1 0 0,0 1 1 0 0,-1 0-1 0 0,1 2 0 0 0,-1-1 1 0 0,18 11-1 0 0,-31-14-17 0 0,0 0 0 0 0,0 0 1 0 0,-1 0-1 0 0,1 0 0 0 0,0 0 0 0 0,-1 0 1 0 0,1 0-1 0 0,-1 1 0 0 0,0-1 0 0 0,0 0 0 0 0,0 0 1 0 0,0 0-1 0 0,0 1 0 0 0,0-1 0 0 0,0 0 0 0 0,-1 0 1 0 0,1 0-1 0 0,-1 1 0 0 0,0-1 0 0 0,0 0 1 0 0,-1 4-1 0 0,-5 4 38 0 0,-1 1 1 0 0,0-1-1 0 0,-1 0 0 0 0,1-1 1 0 0,-2 0-1 0 0,1-1 1 0 0,-1 1-1 0 0,-1-2 1 0 0,-14 9-1 0 0,-15 13 34 0 0,4-1-51 0 0,-1-1 1 0 0,-2-2 0 0 0,0-1 0 0 0,-1-2 0 0 0,-1-2 0 0 0,-54 18 0 0 0,73-35-1508 0 0,22-3 1436 0 0,0 0 1 0 0,0 0 0 0 0,0 0 0 0 0,0 0 0 0 0,0 0-1 0 0,0-1 1 0 0,-1 1 0 0 0,1 0 0 0 0,0 0 0 0 0,0 0 0 0 0,0 0-1 0 0,0 0 1 0 0,0-1 0 0 0,0 1 0 0 0,0 0 0 0 0,0 0-1 0 0,0 0 1 0 0,0 0 0 0 0,0 0 0 0 0,0-1 0 0 0,0 1 0 0 0,0 0-1 0 0,0 0 1 0 0,0 0 0 0 0,0 0 0 0 0,0-1 0 0 0,0 1-1 0 0,0 0 1 0 0,0 0 0 0 0,0 0 0 0 0,0 0 0 0 0,0-1 0 0 0,0 1-1 0 0,0 0 1 0 0,0 0 0 0 0,0 0 0 0 0,0 0 0 0 0,0 0-1 0 0,0 0 1 0 0,1-1 0 0 0,-1 1 0 0 0,0 0 0 0 0,0 0 0 0 0,0 0-1 0 0,0 0 1 0 0,0 0 0 0 0,0 0 0 0 0,1 0 0 0 0,-1 0 0 0 0,0-1-1 0 0,0 1 1 0 0,0 0 0 0 0,35-27-4874 0 0,-19 15 4238 0 0,49-54-3571 0 0,21-34-1628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6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19 6563 0 0,'-17'-14'2555'0'0,"11"10"-1040"0"0,5 16 18 0 0,1-11-1473 0 0,1 1 0 0 0,-1-1 1 0 0,0 1-1 0 0,1-1 0 0 0,-1 0 1 0 0,1 1-1 0 0,-1-1 0 0 0,1 0 1 0 0,0 1-1 0 0,-1-1 0 0 0,1 0 1 0 0,0 0-1 0 0,0 0 0 0 0,0 0 1 0 0,2 2-1 0 0,10 15 295 0 0,-7-5-196 0 0,0 1 0 0 0,-1 1 0 0 0,-1-1 0 0 0,0 1 0 0 0,-1-1 0 0 0,-1 1 0 0 0,0 0 0 0 0,-1 0-1 0 0,-1 17 1 0 0,-1-13-82 0 0,0-1-1 0 0,-1 1 1 0 0,-1-1-1 0 0,-1 1 1 0 0,-1-1-1 0 0,0 0 1 0 0,-12 26-1 0 0,-93 190 44 0 0,86-190-614 0 0,19-37 158 0 0,0 0 0 0 0,1 1 0 0 0,0-1 0 0 0,1 1 1 0 0,-1 0-1 0 0,1 1 0 0 0,1-1 0 0 0,0 0 0 0 0,0 1 0 0 0,-1 14 1 0 0,3-21 141 0 0,0 0 1 0 0,0-1-1 0 0,0 1 1 0 0,0 0 0 0 0,0 0-1 0 0,0-1 1 0 0,1 1-1 0 0,-1 0 1 0 0,1-1-1 0 0,-1 1 1 0 0,1 0 0 0 0,-1-1-1 0 0,2 3 1 0 0,23 11-3436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2801 0 0,'-30'0'4242'0'0,"0"0"-1601"0"0,-31 8-1120 0 0,31-8-480 0 0,0 0 159 0 0,0 0 401 0 0,30 6-3122 0 0,30-6-720 0 0,0 0-640 0 0,0-6-801 0 0,31 6 401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38 2561 0 0,'-107'-23'15330'0'0,"108"22"-15294"0"0,0 0 0 0 0,0 0 0 0 0,1 0 0 0 0,-1 0 0 0 0,1 0-1 0 0,-1 1 1 0 0,1-1 0 0 0,-1 0 0 0 0,1 1 0 0 0,0-1 0 0 0,-1 1 0 0 0,1 0 0 0 0,-1-1 0 0 0,1 1 0 0 0,0 0 0 0 0,2 0 0 0 0,91-2-1359 0 0,3-1-2292 0 0,-1 7-3279 0 0,-66-3 3666 0 0,-1-1 346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8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4082 0 0,'0'0'3521'0'0,"-31"6"-1360"0"0,31 1-960 0 0,-30-1-481 0 0,30 8-159 0 0,30-9-241 0 0,1 1-160 0 0,-1-6-320 0 0,0 8-401 0 0,0-2-799 0 0,31-1-1441 0 0,23 1-881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3:59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3201 0 0,'-55'17'4803'0'0,"49"-14"-4403"0"0,0-2 0 0 0,0 1 0 0 0,0-1 0 0 0,0 0 1 0 0,-1 0-1 0 0,1-1 0 0 0,-11 0 0 0 0,37-7 80 0 0,-15 7 254 0 0,0 0-441 0 0,105-5 1081 0 0,-105 5-1213 0 0,1 0-1 0 0,9-2 389 0 0,-42-1 799 0 0,3 1-991 0 0,-43-3 406 0 0,0 4 0 0 0,-1 3 0 0 0,1 2 0 0 0,-75 16 0 0 0,85-7-574 0 0,55-12-197 0 0,-1-1 0 0 0,1 0 0 0 0,0 1 0 0 0,0 0 0 0 0,0-1 0 0 0,0 1 0 0 0,1 0 0 0 0,-1 0 0 0 0,0 0 0 0 0,0 0 0 0 0,0 0 0 0 0,1 1 0 0 0,-1-1 0 0 0,1 1 0 0 0,-1-1 0 0 0,1 1 0 0 0,-1-1 0 0 0,1 1 0 0 0,0 0 0 0 0,0-1 0 0 0,-2 4 0 0 0,3 5 1 0 0,0-1 0 0 0,1 0 0 0 0,0 0-1 0 0,1 0 1 0 0,0 0 0 0 0,0 0-1 0 0,1-1 1 0 0,0 1 0 0 0,0-1 0 0 0,1 1-1 0 0,0-1 1 0 0,1 0 0 0 0,0-1 0 0 0,0 1-1 0 0,0-1 1 0 0,1 0 0 0 0,0 0-1 0 0,1-1 1 0 0,-1 0 0 0 0,1 0 0 0 0,12 8-1 0 0,3-1-22 0 0,0 0 0 0 0,1-1-1 0 0,48 16 1 0 0,82 18-302 0 0,-66-28 302 0 0,-65-15 11 0 0,0 1 0 0 0,-1 0-1 0 0,33 13 1 0 0,-54-17 21 0 0,0 0 1 0 0,0 1-1 0 0,0-1 0 0 0,0 0 0 0 0,0 0 0 0 0,0 1 1 0 0,1-1-1 0 0,-1 0 0 0 0,0 0 0 0 0,0 1 1 0 0,0-1-1 0 0,0 0 0 0 0,0 1 0 0 0,0-1 1 0 0,0 0-1 0 0,-1 0 0 0 0,1 1 0 0 0,0-1 0 0 0,0 0 1 0 0,0 0-1 0 0,0 1 0 0 0,0-1 0 0 0,0 0 1 0 0,0 0-1 0 0,-1 0 0 0 0,1 1 0 0 0,0-1 1 0 0,0 0-1 0 0,0 0 0 0 0,0 0 0 0 0,-1 1 0 0 0,1-1 1 0 0,0 0-1 0 0,0 0 0 0 0,0 0 0 0 0,-1 0 1 0 0,1 0-1 0 0,0 1 0 0 0,0-1 0 0 0,-1 0 0 0 0,1 0 1 0 0,0 0-1 0 0,0 0 0 0 0,-1 0 0 0 0,1 0 1 0 0,0 0-1 0 0,0 0 0 0 0,-1 0 0 0 0,1 0 1 0 0,0 0-1 0 0,-1 0 0 0 0,-12 5 55 0 0,3 11 90 0 0,0-3-84 0 0,0 0-1 0 0,0-1 1 0 0,-18 15 0 0 0,5-4 20 0 0,7-8-40 0 0,-1 1 0 0 0,-1-2 1 0 0,0 0-1 0 0,-1-2 1 0 0,0 0-1 0 0,-37 17 1 0 0,9-5-28 0 0,38-19-35 0 0,0 0 1 0 0,0-1-1 0 0,0 0 1 0 0,-1 0-1 0 0,1-1 1 0 0,-19 3-1 0 0,-5 1-505 0 0,32-6 329 0 0,-1-1 0 0 0,1 0 1 0 0,-1 0-1 0 0,1 0 0 0 0,-1 0 0 0 0,1 0 0 0 0,-1 0 0 0 0,1 0 0 0 0,-1 0 0 0 0,1-1 1 0 0,-1 1-1 0 0,1 0 0 0 0,-1-1 0 0 0,1 0 0 0 0,-3-1 0 0 0,4 2 113 0 0,-1 0 0 0 0,1 0 0 0 0,0 0 0 0 0,-1 0 0 0 0,1 0 0 0 0,0-1-1 0 0,-1 1 1 0 0,1 0 0 0 0,0 0 0 0 0,-1-1 0 0 0,1 1 0 0 0,0 0 0 0 0,0 0 0 0 0,-1-1 0 0 0,1 1 0 0 0,0 0 0 0 0,0-1-1 0 0,0 1 1 0 0,-1 0 0 0 0,1-1 0 0 0,0 1 0 0 0,0 0 0 0 0,0-1 0 0 0,0 1 0 0 0,0 0 0 0 0,0-1 0 0 0,0 1-1 0 0,0 0 1 0 0,0-1 0 0 0,0 1 0 0 0,0 0 0 0 0,0-1 0 0 0,0 1 0 0 0,0-1 0 0 0,0 1 0 0 0,0 0 0 0 0,0-1 0 0 0,0 1-1 0 0,0 0 1 0 0,0-1 0 0 0,1 1 0 0 0,-1 0 0 0 0,0-1 0 0 0,0 1 0 0 0,0 0 0 0 0,1-1 0 0 0,54-38-3640 0 0,-10 0 961 0 0,55-29-2748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184 146 1441 0 0,'-5'-1'2628'0'0,"5"1"-2123"0"0,-20-4 940 0 0,15-2 3074 0 0,0 7-4132 0 0,-15 3-187 0 0,15-2-67 0 0,10 3-92 0 0,7 1 9 0 0,-14-3 17 0 0,1-2-49 0 0,0-1 0 0 0,0 1 1 0 0,0 0-1 0 0,0-1 1 0 0,0 1-1 0 0,0 0 0 0 0,0 0 1 0 0,0 0-1 0 0,1 0 1 0 0,-1 0-1 0 0,0 0 0 0 0,1 0 1 0 0,-1 0-1 0 0,0 0 0 0 0,1 0 1 0 0,-1 0-1 0 0,1 0 1 0 0,0 0-1 0 0,-1 0 0 0 0,1 1 1 0 0,0-1-1 0 0,0 0 1 0 0,0 0-1 0 0,0 0 0 0 0,0 1 1 0 0,0 1-1 0 0,-1 0 45 0 0,1 0-1 0 0,0-1 1 0 0,-1 1-1 0 0,0 0 1 0 0,0 0-1 0 0,0-1 1 0 0,0 1 0 0 0,0 0-1 0 0,-1-1 1 0 0,1 1-1 0 0,-1-1 1 0 0,1 0-1 0 0,-1 0 1 0 0,0 1 0 0 0,0-1-1 0 0,0 0 1 0 0,0 0-1 0 0,0-1 1 0 0,-1 1-1 0 0,1 0 1 0 0,0-1-1 0 0,-1 1 1 0 0,1-1 0 0 0,-4 1-1 0 0,3 0 3 0 0,-1-1 1 0 0,1 1-1 0 0,0-1 0 0 0,-1 0 0 0 0,1-1 0 0 0,0 1 1 0 0,-1 0-1 0 0,1-1 0 0 0,-1 0 0 0 0,1 0 0 0 0,-1 0 1 0 0,1 0-1 0 0,0-1 0 0 0,-1 1 0 0 0,1-1 0 0 0,-1 0 1 0 0,1 0-1 0 0,0 0 0 0 0,-6-3 0 0 0,7 0-94 0 0,1 0-1 0 0,0 0 1 0 0,0 0 0 0 0,0 0-1 0 0,0 0 1 0 0,1 0 0 0 0,-1 0-1 0 0,1 0 1 0 0,0 0 0 0 0,0 0-1 0 0,1-1 1 0 0,0-4 0 0 0,0-2-204 0 0,0 5 13 0 0,-1 1-1 0 0,1-1 0 0 0,1 1 0 0 0,-1 0 0 0 0,1 0 1 0 0,0 0-1 0 0,0 0 0 0 0,0 0 0 0 0,1 0 0 0 0,4-6 0 0 0,35-45-3419 0 0,14 3-1576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388 206 240 0 0,'0'-2'398'0'0,"0"1"0"0"0,-1-1 0 0 0,1 0-1 0 0,0 1 1 0 0,-1-1 0 0 0,1 0 0 0 0,-1 1 0 0 0,1-1 0 0 0,-1 1-1 0 0,0-1 1 0 0,0 1 0 0 0,0-1 0 0 0,0 1 0 0 0,0 0 0 0 0,0-1-1 0 0,0 1 1 0 0,0 0 0 0 0,-1 0 0 0 0,-1-2 0 0 0,-34-18 1100 0 0,0 1-188 0 0,29 14-1050 0 0,4 4-170 0 0,0 0 1 0 0,1 0-1 0 0,0 0 1 0 0,0-1-1 0 0,-1 1 1 0 0,1-1-1 0 0,1 0 1 0 0,-1 0 0 0 0,0 0-1 0 0,1 0 1 0 0,-1 0-1 0 0,1 0 1 0 0,0-1-1 0 0,0 1 1 0 0,0-1-1 0 0,1 1 1 0 0,-1-1-1 0 0,1 0 1 0 0,0 0-1 0 0,-1-4 1 0 0,2 6-65 0 0,0 1-1 0 0,0 0 1 0 0,0 0 0 0 0,0-1 0 0 0,0 1-1 0 0,0 0 1 0 0,-1 0 0 0 0,1 0-1 0 0,0-1 1 0 0,-1 1 0 0 0,1 0-1 0 0,-1 0 1 0 0,0 0 0 0 0,1 0 0 0 0,-1 0-1 0 0,0 0 1 0 0,1 0 0 0 0,-1 0-1 0 0,0 0 1 0 0,0 0 0 0 0,0 0 0 0 0,0 1-1 0 0,0-1 1 0 0,-1-1 0 0 0,0 1 30 0 0,1 1-1 0 0,0-1 1 0 0,0 0 0 0 0,0 0 0 0 0,0 0 0 0 0,0 0 0 0 0,0 0 0 0 0,0 0 0 0 0,0 0 0 0 0,1 0 0 0 0,-1 0 0 0 0,0-1 0 0 0,1 1 0 0 0,-1 0 0 0 0,1 0 0 0 0,-1-1 0 0 0,1 1-1 0 0,-1 0 1 0 0,1-1 0 0 0,0 1 0 0 0,0-1 0 0 0,0 1 0 0 0,0 0 0 0 0,0-3 0 0 0,0 16 1628 0 0,-5 17-660 0 0,-4-20-783 0 0,8-8-205 0 0,-1 1 1 0 0,1-1-1 0 0,0 0 1 0 0,-1 1-1 0 0,1-1 0 0 0,0 1 1 0 0,0 0-1 0 0,0-1 1 0 0,0 1-1 0 0,0 0 1 0 0,1 0-1 0 0,-1-1 1 0 0,0 1-1 0 0,1 0 1 0 0,0 0-1 0 0,-1 0 1 0 0,1 0-1 0 0,0 3 1 0 0,-1-2-17 0 0,1 0 0 0 0,0 0 1 0 0,-1 0-1 0 0,0 0 1 0 0,1 0-1 0 0,-1-1 1 0 0,0 1-1 0 0,-1 0 1 0 0,1 0-1 0 0,0-1 0 0 0,-1 1 1 0 0,0-1-1 0 0,-2 4 1 0 0,-5 7 39 0 0,2 1 68 0 0,-2 0 0 0 0,0-1-1 0 0,-12 13 1 0 0,7-9 15 0 0,10 0 90 0 0,4-15-203 0 0,0-1-1 0 0,0 0 1 0 0,0 0 0 0 0,0 1-1 0 0,0-1 1 0 0,0 0 0 0 0,0 0-1 0 0,0 1 1 0 0,-1-1-1 0 0,1 0 1 0 0,-1 0 0 0 0,1 0-1 0 0,-1 0 1 0 0,1 0-1 0 0,-2 2 1 0 0,-16 19 570 0 0,-39 38 1 0 0,56-59-596 0 0,0 1 0 0 0,0 0 0 0 0,0 0 0 0 0,0-1 0 0 0,1 1 0 0 0,-1 0 0 0 0,1 0 0 0 0,0 0 0 0 0,-1 0 0 0 0,1 0 0 0 0,0 0 0 0 0,0 0 0 0 0,0 0 0 0 0,0-1 0 0 0,0 1 0 0 0,1 0 0 0 0,-1 0 0 0 0,1 0 0 0 0,-1 0 0 0 0,1 0 0 0 0,0 0 0 0 0,-1-1 0 0 0,3 3 0 0 0,11 3-23 0 0,0 0 0 0 0,0-1 0 0 0,1-1 0 0 0,0 0 0 0 0,0-1 0 0 0,0-1 0 0 0,1 0 0 0 0,-1-1 0 0 0,23 0 0 0 0,-14-1-7 0 0,0-2-1 0 0,0 0 0 0 0,0-1 1 0 0,-1-2-1 0 0,38-10 0 0 0,-52 11 10 0 0,1 0 0 0 0,-1-1 0 0 0,0-1 0 0 0,0 1 0 0 0,0-1 0 0 0,0-1 0 0 0,8-7 0 0 0,-13 10 12 0 0,-1 0 1 0 0,0 0 0 0 0,1-1 0 0 0,-2 1 0 0 0,1-1 0 0 0,0 0 0 0 0,-1 0 0 0 0,1 0 0 0 0,-1 0 0 0 0,0 0 0 0 0,-1 0 0 0 0,1 0 0 0 0,-1-1 0 0 0,1 1 0 0 0,-1-1 0 0 0,-1 1 0 0 0,1-1-1 0 0,0-5 1 0 0,-1-6 12 0 0,0 0 0 0 0,-1 0 0 0 0,0 0 0 0 0,-1 0 0 0 0,-1 1 0 0 0,-1-1 0 0 0,0 1 0 0 0,-7-16-1 0 0,4 14 29 0 0,6 17 38 0 0,4 40 80 0 0,-3 8-61 0 0,-2-22-116 0 0,1 0 1 0 0,2 0-1 0 0,0 0 0 0 0,2 0 0 0 0,1-1 1 0 0,1 1-1 0 0,15 42 0 0 0,-4-27-337 0 0,-2-6-1790 0 0,24 46 1 0 0,-32-71 1458 0 0,-1-1 1 0 0,2 0-1 0 0,-1-1 1 0 0,1 0-1 0 0,0 0 0 0 0,1 0 1 0 0,0-1-1 0 0,0 0 1 0 0,12 9-1 0 0,41 17-3778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8 1521 0 0,'-30'11'6163'0'0,"-30"3"-1681"0"0,30-1-2401 0 0,6-13-1921 0 0,48 0-1601 0 0,-24-7-960 0 0,30-5-801 0 0,0-1-79 0 0,0-1 320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50 115 1121 0 0,'0'-73'8123'0'0,"0"71"-8104"0"0,1 0 0 0 0,-1 1 0 0 0,1-1 0 0 0,-1 0 0 0 0,1 1-1 0 0,0-1 1 0 0,0 1 0 0 0,0-1 0 0 0,0 1 0 0 0,0 0 0 0 0,0-1 0 0 0,0 1 0 0 0,1 0-1 0 0,-1 0 1 0 0,0 0 0 0 0,1 0 0 0 0,-1 0 0 0 0,1 0 0 0 0,-1 0 0 0 0,1 0 0 0 0,-1 1-1 0 0,1-1 1 0 0,0 0 0 0 0,-1 1 0 0 0,1 0 0 0 0,0-1 0 0 0,-1 1 0 0 0,4 0 0 0 0,61-8-391 0 0,-50 7 410 0 0,-3 0-35 0 0,0 1 0 0 0,-1 0 0 0 0,1 1 0 0 0,-1 0 0 0 0,0 1 0 0 0,1 1 0 0 0,16 5 1 0 0,-23-7 2 0 0,0 1 0 0 0,-1 1 1 0 0,1-1-1 0 0,-1 1 0 0 0,1 0 1 0 0,-1 0-1 0 0,0 0 1 0 0,0 1-1 0 0,0 0 0 0 0,-1 0 1 0 0,0 0-1 0 0,1 1 1 0 0,-1-1-1 0 0,-1 1 0 0 0,1 0 1 0 0,3 6-1 0 0,-5-5-5 0 0,1 0-1 0 0,-1 0 1 0 0,-1 1-1 0 0,1-1 1 0 0,-1 1-1 0 0,0-1 1 0 0,0 1-1 0 0,-1 0 1 0 0,0-1-1 0 0,0 1 1 0 0,0-1-1 0 0,-1 1 1 0 0,0 0-1 0 0,-1-1 1 0 0,-2 10-1 0 0,-2-1 25 0 0,0-1 1 0 0,0 0-1 0 0,-2 0 0 0 0,0 0 1 0 0,-14 18-1 0 0,18-26-5 0 0,-1-1 0 0 0,0 0 0 0 0,0 0 0 0 0,-1 0 0 0 0,1-1 0 0 0,-1 1 0 0 0,0-1-1 0 0,0-1 1 0 0,0 1 0 0 0,-14 4 0 0 0,14-5 1 0 0,-2-1 182 0 0,13-7-129 0 0,18-8-31 0 0,-7 6-52 0 0,1 0-1 0 0,26-17 0 0 0,2-2-14 0 0,-38 22 48 0 0,1 0 0 0 0,0 1 0 0 0,-1 0 0 0 0,1 0 0 0 0,1 1 0 0 0,-1 0 0 0 0,0 0 0 0 0,1 1 0 0 0,9-1 0 0 0,-14 2-1 0 0,11 2 185 0 0,-23 9 136 0 0,-8 7 28 0 0,-10 14 218 0 0,1-1 58 0 0,-1-1 0 0 0,-43 38 1 0 0,5-21-317 0 0,-126 70 1 0 0,148-93-598 0 0,17-7-982 0 0,25-17 1212 0 0,0 0 1 0 0,0 0-1 0 0,0-1 0 0 0,1 1 1 0 0,-1 0-1 0 0,0 0 0 0 0,0 0 0 0 0,0 0 1 0 0,0 0-1 0 0,0 0 0 0 0,0 0 1 0 0,0 0-1 0 0,1 0 0 0 0,-1 0 1 0 0,0 0-1 0 0,0 0 0 0 0,0 0 1 0 0,0 0-1 0 0,0 0 0 0 0,0 0 1 0 0,1 0-1 0 0,-1 0 0 0 0,0 0 0 0 0,0 0 1 0 0,0 0-1 0 0,0 0 0 0 0,0 0 1 0 0,0 1-1 0 0,0-1 0 0 0,0 0 1 0 0,1 0-1 0 0,-1 0 0 0 0,0 0 1 0 0,0 0-1 0 0,0 0 0 0 0,0 0 1 0 0,0 0-1 0 0,0 0 0 0 0,0 0 1 0 0,0 1-1 0 0,0-1 0 0 0,0 0 0 0 0,0 0 1 0 0,0 0-1 0 0,0 0 0 0 0,0 0 1 0 0,0 0-1 0 0,1 1 0 0 0,-1-1 1 0 0,0 0-1 0 0,0 0 0 0 0,0 0 1 0 0,0 0-1 0 0,-1 0 0 0 0,1 0 1 0 0,0 0-1 0 0,0 1 0 0 0,0-1 0 0 0,0 0 1 0 0,0 0-1 0 0,0 0 0 0 0,0 0 1 0 0,49-12-3257 0 0,-47 11 3277 0 0,83-23-4908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5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118 446 6083 0 0,'1'-3'3236'0'0,"-1"2"-3224"0"0,0 0 0 0 0,0 1 0 0 0,0-1 0 0 0,0 0 0 0 0,0 1 0 0 0,0-1 0 0 0,0 1 0 0 0,0-1 0 0 0,0 0-1 0 0,0 1 1 0 0,0-1 0 0 0,0 0 0 0 0,0 1 0 0 0,-1-1 0 0 0,1 1 0 0 0,0-1 0 0 0,0 0 0 0 0,-1 1 0 0 0,1-1 0 0 0,0 1 0 0 0,-1-1 0 0 0,1 1 0 0 0,-1-1 0 0 0,0 0 0 0 0,-21-8 224 0 0,17 7-145 0 0,1 1 0 0 0,0-1 0 0 0,0 1-1 0 0,1-1 1 0 0,-1 0 0 0 0,0-1 0 0 0,1 1-1 0 0,-1-1 1 0 0,1 1 0 0 0,-1-1 0 0 0,1 0 0 0 0,0 0-1 0 0,-3-4 1 0 0,-24-45 883 0 0,29 48-913 0 0,-1 1 0 0 0,1-1-1 0 0,0 0 1 0 0,0 0 0 0 0,1 0 0 0 0,-1 0 0 0 0,1 0 0 0 0,0 0 0 0 0,0 0-1 0 0,0 0 1 0 0,1 0 0 0 0,-1 0 0 0 0,1 0 0 0 0,0 0 0 0 0,0 0 0 0 0,0 0-1 0 0,1 0 1 0 0,-1 0 0 0 0,1 1 0 0 0,4-7 0 0 0,-4 5-6 0 0,1-1 1 0 0,-1 0-1 0 0,0 1 0 0 0,0-1 1 0 0,0 0-1 0 0,-1 0 0 0 0,1-11 1 0 0,-2 15-48 0 0,0 0 0 0 0,0-1 0 0 0,1 1 0 0 0,-1 0 1 0 0,0 0-1 0 0,1 0 0 0 0,0 0 0 0 0,-1 0 0 0 0,1-1 0 0 0,0 1 1 0 0,0 0-1 0 0,0 1 0 0 0,0-1 0 0 0,0 0 0 0 0,0 0 0 0 0,1 0 1 0 0,2-2-1 0 0,6-8 31 0 0,1-7 22 0 0,-9 16-50 0 0,0 0 0 0 0,0-1-1 0 0,0 1 1 0 0,0 0-1 0 0,0 0 1 0 0,0 0-1 0 0,1 1 1 0 0,0-1-1 0 0,-1 1 1 0 0,1-1-1 0 0,0 1 1 0 0,0 0-1 0 0,0 0 1 0 0,1 0-1 0 0,-1 0 1 0 0,5-1 0 0 0,55-24-34 0 0,-48 19-98 0 0,0 1 0 0 0,1 0 1 0 0,0 2-1 0 0,0 0 0 0 0,23-5 1 0 0,-32 9 13 0 0,8 2-160 0 0,-2 20-333 0 0,0 10 222 0 0,20 59-190 0 0,-30-82 577 0 0,-2 1 1 0 0,1-1-1 0 0,-1 1 0 0 0,0-1 0 0 0,-1 1 0 0 0,0 0 0 0 0,0-1 1 0 0,-1 1-1 0 0,-1 9 0 0 0,-2-1 271 0 0,-1-1 0 0 0,0 0 0 0 0,-1 0 1 0 0,-1-1-1 0 0,-17 29 0 0 0,17-28 293 0 0,10-12 411 0 0,-3-4-957 0 0,0-1 0 0 0,1 1 0 0 0,-1-1 1 0 0,0 1-1 0 0,0-1 0 0 0,0 1 0 0 0,1-1 0 0 0,-1 0 0 0 0,0 1 0 0 0,0-1 0 0 0,0 1 0 0 0,0-1 1 0 0,0 1-1 0 0,0-1 0 0 0,0 0 0 0 0,0 1 0 0 0,0-1 0 0 0,0 1 0 0 0,0-1 0 0 0,-1 1 0 0 0,1-1 1 0 0,0 0-1 0 0,0 1 0 0 0,0-1 0 0 0,-1 1 0 0 0,1-1 0 0 0,0 1 0 0 0,-1-1 0 0 0,1 1 0 0 0,0 0 0 0 0,-1-1 1 0 0,1 1-1 0 0,-1-1 0 0 0,1 1 0 0 0,-1 0 0 0 0,1-1 0 0 0,-1 1 0 0 0,0-1 0 0 0,-5-3 51 0 0,5 3-73 0 0,0 1 0 0 0,0-1 0 0 0,0 1 0 0 0,0-1 0 0 0,0 0 0 0 0,0 1 0 0 0,0-1 1 0 0,0 0-1 0 0,1 0 0 0 0,-1 1 0 0 0,0-1 0 0 0,0 0 0 0 0,1 0 0 0 0,-1 0 0 0 0,0 0 1 0 0,1 0-1 0 0,-1 0 0 0 0,1 0 0 0 0,0 0 0 0 0,-1 0 0 0 0,1-1 0 0 0,0 1 0 0 0,-1 0 0 0 0,1 0 1 0 0,0 0-1 0 0,0 0 0 0 0,0 0 0 0 0,0-1 0 0 0,0 1 0 0 0,0 0 0 0 0,1 0 0 0 0,-1 0 1 0 0,0 0-1 0 0,1 0 0 0 0,-1-1 0 0 0,1 0 0 0 0,14-29 3 0 0,-1-1 15 0 0,1 1 0 0 0,2 0 0 0 0,39-52 0 0 0,-49 74 15 0 0,0 0 0 0 0,1 1 0 0 0,0 1 0 0 0,1-1 0 0 0,0 1 0 0 0,0 1 0 0 0,0 0 0 0 0,1 0 1 0 0,0 0-1 0 0,0 2 0 0 0,1-1 0 0 0,-1 1 0 0 0,1 1 0 0 0,0 0 0 0 0,0 0 0 0 0,19-1 0 0 0,-28 3-14 0 0,9 0 98 0 0,0 0 1 0 0,0 1-1 0 0,19 2 1 0 0,-27-2-86 0 0,1 1 0 0 0,-1 0 1 0 0,0 0-1 0 0,1 0 1 0 0,-1 0-1 0 0,0 0 1 0 0,0 1-1 0 0,0-1 0 0 0,0 1 1 0 0,0 0-1 0 0,0 0 1 0 0,-1 0-1 0 0,1 0 1 0 0,0 0-1 0 0,-1 1 0 0 0,0-1 1 0 0,4 5-1 0 0,17 33 684 0 0,26 62 0 0 0,-36-73-522 0 0,-6-14-362 0 0,-1 1 1 0 0,-1 0-1 0 0,0 0 0 0 0,-1 0 0 0 0,-1 0 1 0 0,0 1-1 0 0,-1-1 0 0 0,-1 1 0 0 0,-2 25 1 0 0,1-41 72 0 0,0-1 1 0 0,0 0-1 0 0,0 0 1 0 0,0 1-1 0 0,0-1 1 0 0,1 0-1 0 0,-1 0 1 0 0,0 1-1 0 0,0-1 1 0 0,0 0-1 0 0,0 0 1 0 0,0 1-1 0 0,0-1 1 0 0,0 0 0 0 0,0 0-1 0 0,1 0 1 0 0,-1 1-1 0 0,0-1 1 0 0,0 0-1 0 0,0 0 1 0 0,1 0-1 0 0,-1 1 1 0 0,0-1-1 0 0,0 0 1 0 0,0 0-1 0 0,1 0 1 0 0,-1 0-1 0 0,0 0 1 0 0,0 0-1 0 0,1 1 1 0 0,-1-1-1 0 0,0 0 1 0 0,0 0-1 0 0,1 0 1 0 0,-1 0 0 0 0,0 0-1 0 0,0 0 1 0 0,1 0-1 0 0,-1 0 1 0 0,0 0-1 0 0,0 0 1 0 0,1 0-1 0 0,15-5-1480 0 0,-9 3 638 0 0,-7 2 919 0 0,5-1-499 0 0,1 0 1 0 0,0-1 0 0 0,-1 0-1 0 0,0 0 1 0 0,1 0 0 0 0,-1-1-1 0 0,0 1 1 0 0,0-1 0 0 0,-1-1-1 0 0,1 1 1 0 0,0-1 0 0 0,-1 0-1 0 0,0 0 1 0 0,5-6 0 0 0,-4-17-2678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6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 2641 0 0,'0'-1'133'0'0,"0"1"1"0"0,0-1-1 0 0,0 1 0 0 0,0-1 0 0 0,0 1 0 0 0,0-1 1 0 0,0 1-1 0 0,0-1 0 0 0,0 1 0 0 0,0-1 1 0 0,0 1-1 0 0,-1-1 0 0 0,1 1 0 0 0,0-1 0 0 0,0 1 1 0 0,-1-1-1 0 0,1 1 0 0 0,0 0 0 0 0,0-1 1 0 0,-1 1-1 0 0,1-1 0 0 0,-1 1 0 0 0,1 0 0 0 0,0-1 1 0 0,-1 1-1 0 0,1 0 0 0 0,-1 0 0 0 0,1-1 0 0 0,0 1 1 0 0,-1 0-1 0 0,1 0 0 0 0,-1-1 0 0 0,1 1 1 0 0,-1 0-1 0 0,1 0 0 0 0,-1 0 0 0 0,1 0 0 0 0,-1 0 1 0 0,1 0-1 0 0,-1 0 0 0 0,1 0 0 0 0,-1 0 0 0 0,1 0 1 0 0,-1 0-1 0 0,0 1 0 0 0,0-1-104 0 0,1 0 0 0 0,-1 0 0 0 0,1 0 0 0 0,-1 0 0 0 0,1 0-1 0 0,-1 0 1 0 0,1 0 0 0 0,-1 0 0 0 0,1 0 0 0 0,-1 0 0 0 0,1 0 0 0 0,-1 0 0 0 0,1 0 0 0 0,0 0-1 0 0,-1-1 1 0 0,1 1 0 0 0,-1 0 0 0 0,1 0 0 0 0,-1 0 0 0 0,1-1 0 0 0,-1 1 0 0 0,1 0 0 0 0,0-1-1 0 0,-1 1 1 0 0,1 0 0 0 0,0-1 0 0 0,-1 1 0 0 0,1 0 0 0 0,0-1 0 0 0,-1 1 0 0 0,1-1 0 0 0,0 1-1 0 0,0-1 1 0 0,0 1 0 0 0,-1 0 0 0 0,1-1 0 0 0,0 1 0 0 0,0-1 0 0 0,0 1 0 0 0,0-1 0 0 0,0 1-1 0 0,0-1 1 0 0,0 1 0 0 0,0-1 0 0 0,0 0 0 0 0,0 0 211 0 0,0 9 494 0 0,0-4-613 0 0,0-1 0 0 0,1 1 0 0 0,-1 0 0 0 0,1-1 0 0 0,0 1 0 0 0,0-1 0 0 0,1 1 0 0 0,-1-1 0 0 0,1 0 0 0 0,-1 1 0 0 0,4 4 0 0 0,10 21 508 0 0,3 20 611 0 0,19 89 1 0 0,24 151 1187 0 0,-59-274-2381 0 0,0-1 0 0 0,0 1 0 0 0,-2 0 0 0 0,0 20 0 0 0,-1-4-376 0 0,1-31 254 0 0,0 1 0 0 0,0-1 0 0 0,0 1-1 0 0,0-1 1 0 0,0 1 0 0 0,-1-1 0 0 0,1 1 0 0 0,0-1 0 0 0,0 1-1 0 0,0 0 1 0 0,0-1 0 0 0,-1 1 0 0 0,1-1 0 0 0,0 0-1 0 0,-1 1 1 0 0,1-1 0 0 0,0 1 0 0 0,-1-1 0 0 0,1 1-1 0 0,-1-1 1 0 0,1 0 0 0 0,0 1 0 0 0,-1-1 0 0 0,1 0-1 0 0,-1 0 1 0 0,1 1 0 0 0,-1-1 0 0 0,1 0 0 0 0,-1 0 0 0 0,1 1-1 0 0,-1-1 1 0 0,1 0 0 0 0,-1 0 0 0 0,1 0 0 0 0,-1 0-1 0 0,0 0 1 0 0,1 0 0 0 0,-1 0 0 0 0,1 0 0 0 0,-1 0-1 0 0,1 0 1 0 0,-2-1 0 0 0,-1 2-987 0 0,73-26-6675 0 0,-69 25 7538 0 0,-1 0 0 0 0,1-1 0 0 0,0 1-1 0 0,-1 0 1 0 0,1-1 0 0 0,0 1 0 0 0,-1-1 0 0 0,1 1 0 0 0,-1-1-1 0 0,1 0 1 0 0,-1 1 0 0 0,0-1 0 0 0,1 1 0 0 0,-1-1-1 0 0,1 0 1 0 0,-1 1 0 0 0,0-1 0 0 0,0 0 0 0 0,1 1 0 0 0,-1-1-1 0 0,0 0 1 0 0,0 0 0 0 0,0 1 0 0 0,0-1 0 0 0,0 0 0 0 0,0 0-1 0 0,0 1 1 0 0,0-2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72 880 0 0,'-30'30'7524'0'0,"-61"-11"-2882"0"0,31-11-2561 0 0,60-16-640 0 0,0-3-641 0 0,0 3-560 0 0,0 3-480 0 0,30-1-640 0 0,-30-8-721 0 0,30-11-1200 0 0,31 6-641 0 0,-31 0-80 0 0,0 5 481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 1281 0 0,'-140'0'12485'0'0,"135"0"-10244"0"0,0 0-493 0 0,-7 0-878 0 0,13 0-140 0 0,28 0 311 0 0,48 0-587 0 0,134 5-2402 0 0,-129-5-286 0 0,-43-1-436 0 0,1 1 0 0 0,56 9-1 0 0,-77-3-1165 0 0,-7 4 2467 0 0,-8-7 518 0 0,1 9-1590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2481 0 0,'-30'13'5683'0'0,"-1"-7"-3202"0"0,1 8-1841 0 0,30-9-320 0 0,0 3 0 0 0,61-2 81 0 0,-7 7-1 0 0,36-1-80 0 0,61 7-960 0 0,-60-13-1761 0 0,-1 1-3122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9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267 122 880 0 0,'0'0'57'0'0,"0"0"0"0"0,0 0-1 0 0,0 0 1 0 0,0 0 0 0 0,0 0 0 0 0,0-1-1 0 0,1 1 1 0 0,-1 0 0 0 0,0 0-1 0 0,0 0 1 0 0,0 0 0 0 0,0-1-1 0 0,0 1 1 0 0,0 0 0 0 0,0 0-1 0 0,0 0 1 0 0,0-1 0 0 0,0 1 0 0 0,0 0-1 0 0,0 0 1 0 0,0 0 0 0 0,0 0-1 0 0,0-1 1 0 0,0 1 0 0 0,0 0-1 0 0,0 0 1 0 0,0 0 0 0 0,0-1-1 0 0,-1 1 1 0 0,1 0 0 0 0,0 0 0 0 0,0 0-1 0 0,0 0 1 0 0,0 0 0 0 0,0-1-1 0 0,0 1 1 0 0,0 0 0 0 0,-1 0-1 0 0,1 0 1 0 0,0 0 0 0 0,0 0-1 0 0,0 0 1 0 0,0 0 0 0 0,-1-1 0 0 0,1 1-1 0 0,0 0 1 0 0,0 0 0 0 0,0 0-1 0 0,0 0 1 0 0,-1 0 0 0 0,1 0-1 0 0,0 0 1 0 0,0 0 0 0 0,0 0-1 0 0,-1 0 1 0 0,1 0 0 0 0,0 0 0 0 0,0 0-1 0 0,0 0 1 0 0,0 0 0 0 0,-1 0-1 0 0,1 0 1 0 0,0 1 0 0 0,-20-5 596 0 0,15 3 108 0 0,5 0-681 0 0,0-5 0 0 0,5-1 0 0 0,1 6-50 0 0,-5 1-23 0 0,-1 0-1 0 0,1 0 0 0 0,0 0 0 0 0,0 0 0 0 0,-1 0 0 0 0,1 0 1 0 0,0-1-1 0 0,0 1 0 0 0,-1 0 0 0 0,1 0 0 0 0,0-1 1 0 0,-1 1-1 0 0,1-1 0 0 0,0 1 0 0 0,-1 0 0 0 0,1-1 1 0 0,0 1-1 0 0,-1-1 0 0 0,1 1 0 0 0,-1-1 0 0 0,1 0 1 0 0,-1 1-1 0 0,1-1 0 0 0,-1 1 0 0 0,1-1 0 0 0,-1 0 1 0 0,0 1-1 0 0,0-1 0 0 0,1 0 0 0 0,-1 0 0 0 0,0 1 1 0 0,0-1-1 0 0,1 0 0 0 0,-1 0 0 0 0,0-1 0 0 0,1 1 26 0 0,1-1 1 0 0,0 1-1 0 0,0-1 0 0 0,-1 1 0 0 0,1 0 0 0 0,0-1 1 0 0,0 1-1 0 0,0 0 0 0 0,0 0 0 0 0,1 1 0 0 0,2-2 1 0 0,4-2 221 0 0,-2 2-144 0 0,-6 2-85 0 0,0 0 1 0 0,0-1-1 0 0,0 1 0 0 0,0 0 0 0 0,0 0 0 0 0,-1-1 0 0 0,1 1 0 0 0,0 0 0 0 0,0-1 1 0 0,-1 1-1 0 0,1-1 0 0 0,0 1 0 0 0,0-1 0 0 0,-1 1 0 0 0,1-1 0 0 0,-1 0 0 0 0,1 1 1 0 0,-1-1-1 0 0,1 0 0 0 0,-1 1 0 0 0,1-1 0 0 0,-1 0 0 0 0,1 0 0 0 0,-1 0 0 0 0,0 1 1 0 0,1-1-1 0 0,-1 0 0 0 0,0 0 0 0 0,0 0 0 0 0,0 0 0 0 0,0 1 0 0 0,1-1 1 0 0,-1 0-1 0 0,0 0 0 0 0,-1 0 0 0 0,1-1 0 0 0,14-12 487 0 0,0 0-87 0 0,-14 14-394 0 0,0 0-1 0 0,0 0 0 0 0,-1 0 0 0 0,1 0 0 0 0,0 0 1 0 0,0 0-1 0 0,0 0 0 0 0,0 0 0 0 0,0 0 0 0 0,0 0 1 0 0,-1 0-1 0 0,1 0 0 0 0,0 0 0 0 0,0 0 0 0 0,0 0 0 0 0,0 0 1 0 0,0 0-1 0 0,0 0 0 0 0,0-1 0 0 0,-1 1 0 0 0,1 0 1 0 0,0 0-1 0 0,0 0 0 0 0,0 0 0 0 0,0 0 0 0 0,0 0 1 0 0,0 0-1 0 0,0 0 0 0 0,0-1 0 0 0,0 1 0 0 0,0 0 0 0 0,0 0 1 0 0,0 0-1 0 0,0 0 0 0 0,0 0 0 0 0,0 0 0 0 0,0 0 1 0 0,0-1-1 0 0,0 1 0 0 0,0 0 0 0 0,0 0 0 0 0,0 0 1 0 0,0 0-1 0 0,0 0 0 0 0,0 0 0 0 0,0-1 0 0 0,0 1 0 0 0,0 0 1 0 0,0 0-1 0 0,0 0 0 0 0,0 0 0 0 0,0 0 0 0 0,0 0 1 0 0,0 0-1 0 0,0-1 0 0 0,-13 3 40 0 0,12-2-58 0 0,1 0-1 0 0,-1-1 0 0 0,1 1 1 0 0,0 0-1 0 0,-1 0 1 0 0,1 0-1 0 0,-1 0 0 0 0,1 0 1 0 0,0 1-1 0 0,-1-1 0 0 0,1 0 1 0 0,-1 0-1 0 0,1 0 1 0 0,0 0-1 0 0,-1 0 0 0 0,1 1 1 0 0,-1-1-1 0 0,1 0 1 0 0,0 0-1 0 0,-1 0 0 0 0,1 1 1 0 0,0-1-1 0 0,0 0 0 0 0,-1 1 1 0 0,1-1-1 0 0,0 0 1 0 0,0 1-1 0 0,-1-1 0 0 0,1 0 1 0 0,0 1-1 0 0,0-1 1 0 0,0 0-1 0 0,-1 1 0 0 0,1-1 1 0 0,0 1-1 0 0,-25-1 149 0 0,20 0 80 0 0,0 0-146 0 0,-14 0 83 0 0,-34 2 685 0 0,50-2-833 0 0,1 0 0 0 0,0 0 0 0 0,0 1 0 0 0,0 0 0 0 0,-1-1-1 0 0,1 1 1 0 0,0 0 0 0 0,0 0 0 0 0,0 0 0 0 0,0 0-1 0 0,0 0 1 0 0,1 1 0 0 0,-1-1 0 0 0,0 0 0 0 0,1 1 0 0 0,-1-1-1 0 0,1 1 1 0 0,-3 2 0 0 0,-31 85 451 0 0,29-78-430 0 0,0 0 0 0 0,1 1 1 0 0,1 0-1 0 0,0 0 0 0 0,-4 20 0 0 0,-14 40 63 0 0,7-41-43 0 0,4-9 13 0 0,1 1 1 0 0,-9 32-1 0 0,9-16 67 0 0,2 0 0 0 0,1 1 0 0 0,-3 69 0 0 0,10-108-177 0 0,0 0 0 0 0,-1 0 0 0 0,1 1 0 0 0,0-1 0 0 0,0 0 0 0 0,0 1 0 0 0,0-1 0 0 0,1 0 0 0 0,-1 0 0 0 0,0 1 0 0 0,0-1 0 0 0,1 0 0 0 0,-1 0 0 0 0,1 0 0 0 0,-1 1 0 0 0,1-1 0 0 0,-1 0 0 0 0,1 0 0 0 0,0 0 0 0 0,1 1 0 0 0,-1-2-61 0 0,1 1-1 0 0,-1-1 1 0 0,1 0-1 0 0,-1 0 1 0 0,1-1-1 0 0,-1 1 1 0 0,1 0-1 0 0,-1 0 1 0 0,1-1-1 0 0,-1 1 1 0 0,0-1 0 0 0,1 1-1 0 0,-1-1 1 0 0,2-1-1 0 0,75-38-2448 0 0,-40 18 1833 0 0,-21 12 253 0 0,0 0 1 0 0,0-1 0 0 0,17-14 0 0 0,-20 11-643 0 0,0-2 0 0 0,22-30 1 0 0,-35 44 1008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296 521 1841 0 0,'-5'1'1072'0'0,"-14"4"285"0"0,13 3 2537 0 0,1-8-3641 0 0,3 0-222 0 0,1 0-1 0 0,0 0 1 0 0,0 0 0 0 0,0 0-1 0 0,0 0 1 0 0,0 0 0 0 0,-1 0-1 0 0,1 0 1 0 0,0-1 0 0 0,0 1-1 0 0,0 0 1 0 0,0-1 0 0 0,0 1-1 0 0,0-1 1 0 0,0 1 0 0 0,0-1-1 0 0,-1 0 1 0 0,1-1 42 0 0,0 0 1 0 0,1 1-1 0 0,-1-1 1 0 0,0 0-1 0 0,1 0 1 0 0,0 0 0 0 0,-1 0-1 0 0,1 0 1 0 0,0 0-1 0 0,0 0 1 0 0,0 0-1 0 0,0-3 1 0 0,-1 3-54 0 0,0-1 1 0 0,-1 1-1 0 0,1 0 1 0 0,-1 0-1 0 0,0-1 1 0 0,1 1-1 0 0,-1 0 1 0 0,0 0-1 0 0,0 1 1 0 0,0-1-1 0 0,-1 0 1 0 0,1 1-1 0 0,0-1 1 0 0,-1 1 0 0 0,1 0-1 0 0,-1 0 1 0 0,-4-2-1 0 0,-13-8 91 0 0,3-1-20 0 0,4 3 3 0 0,0-1 0 0 0,0 0 0 0 0,-11-12 0 0 0,22 19-69 0 0,0-1 0 0 0,-1 1 0 0 0,0 0 0 0 0,0 0 1 0 0,0 0-1 0 0,0 0 0 0 0,0 0 0 0 0,-5-2 0 0 0,3-5 7 0 0,5 14-250 0 0,0 2 99 0 0,1 1 1 0 0,-1-1 0 0 0,1 0 0 0 0,0 0-1 0 0,1 0 1 0 0,-1 1 0 0 0,1-2 0 0 0,4 8-1 0 0,5 25-390 0 0,-5 15-187 0 0,-3 0 0 0 0,-5 66 0 0 0,0-57 1663 0 0,-3-64-713 0 0,-15-2-81 0 0,15 3 80 0 0,5 1-240 0 0,1 0-1 0 0,-1 0 1 0 0,0-1-1 0 0,0 1 0 0 0,0 0 1 0 0,0-1-1 0 0,0 1 1 0 0,0 0-1 0 0,0-1 0 0 0,1 1 1 0 0,-1 0-1 0 0,0-1 1 0 0,0 1-1 0 0,0-1 1 0 0,0 1-1 0 0,-1 0 0 0 0,1-1 1 0 0,0 1-1 0 0,0 0 1 0 0,0-1-1 0 0,0 1 0 0 0,0 0 1 0 0,0-1-1 0 0,0 1 1 0 0,-1 0-1 0 0,1 0 0 0 0,0-1 1 0 0,0 1-1 0 0,0 0 1 0 0,-1-1-1 0 0,1 1 0 0 0,0 0 1 0 0,-1 0-1 0 0,1 0 1 0 0,0-1-1 0 0,0 1 1 0 0,-1 0-1 0 0,1 0 0 0 0,0 0 1 0 0,-1 0-1 0 0,1-1 1 0 0,-1 1-1 0 0,-6-1 27 0 0,6 1-24 0 0,0 0 0 0 0,1 0 0 0 0,-1 0 0 0 0,0 0-1 0 0,1 0 1 0 0,-1 0 0 0 0,0 0 0 0 0,1 0 0 0 0,-1 0 0 0 0,0-1 0 0 0,1 1 0 0 0,-1 0 0 0 0,0 0 0 0 0,1-1 0 0 0,-1 1 0 0 0,1 0-1 0 0,-1-1 1 0 0,0 1 0 0 0,1-1 0 0 0,-1 1 0 0 0,1-1 0 0 0,-1 1 0 0 0,1-1 0 0 0,0 1 0 0 0,-1-1 0 0 0,1 1 0 0 0,0-1 0 0 0,-1 0-1 0 0,1 1 1 0 0,0-1 0 0 0,-1 0 0 0 0,1 1 0 0 0,0-1 0 0 0,0 0 0 0 0,0 1 0 0 0,0-1 0 0 0,0 0 0 0 0,0 1 0 0 0,0-1 0 0 0,0 0-1 0 0,0 1 1 0 0,0-2 0 0 0,0 1 9 0 0,0 0 0 0 0,0 0-1 0 0,0-1 1 0 0,-1 1-1 0 0,1 0 1 0 0,0 0 0 0 0,-1 0-1 0 0,1 0 1 0 0,-1 0 0 0 0,1 0-1 0 0,-1 0 1 0 0,1 0 0 0 0,-1 0-1 0 0,0 0 1 0 0,0 0-1 0 0,1 0 1 0 0,-1 1 0 0 0,0-1-1 0 0,0 0 1 0 0,0 0 0 0 0,0 1-1 0 0,0-1 1 0 0,-1 0 0 0 0,1 1-12 0 0,0-1 0 0 0,0 0 0 0 0,0 1 0 0 0,0-1 0 0 0,1 0 0 0 0,-1 1 0 0 0,0-1 0 0 0,0 0 0 0 0,0 0 1 0 0,1 0-1 0 0,-1 1 0 0 0,0-1 0 0 0,1 0 0 0 0,-1 0 0 0 0,1 0 0 0 0,-1 0 0 0 0,1 0 0 0 0,0 0 0 0 0,-1-1 1 0 0,1 1-1 0 0,0 0 0 0 0,0 0 0 0 0,0 0 0 0 0,-1 0 0 0 0,1 0 0 0 0,0 0 0 0 0,1 0 0 0 0,-1 0 1 0 0,0-1-1 0 0,0 1 0 0 0,0 0 0 0 0,1 0 0 0 0,-1 0 0 0 0,0 0 0 0 0,1 0 0 0 0,-1 0 0 0 0,2-1 0 0 0,83-194 1442 0 0,-74 174-1351 0 0,1 0-1 0 0,0 0 0 0 0,2 1 1 0 0,0 1-1 0 0,33-37 0 0 0,79-113 312 0 0,-116 158-395 0 0,-2 3 5 0 0,-1 0 1 0 0,2 0-1 0 0,-1 1 0 0 0,1 0 0 0 0,0 0 1 0 0,1 1-1 0 0,10-7 0 0 0,-11 10-15 0 0,-7 4-9 0 0,-1 0 0 0 0,0 0 0 0 0,0-1 1 0 0,0 1-1 0 0,0 0 0 0 0,0-1 0 0 0,0 1 0 0 0,0-1 0 0 0,0 1 0 0 0,0-1 1 0 0,-1 0-1 0 0,1 1 0 0 0,0-1 0 0 0,0 0 0 0 0,0 0 0 0 0,-1 0 1 0 0,1 1-1 0 0,0-1 0 0 0,-1 0 0 0 0,1 0 0 0 0,-1 0 0 0 0,1 0 1 0 0,-1 0-1 0 0,1 0 0 0 0,-1 0 0 0 0,0 0 0 0 0,1-2 0 0 0,4-3-13 0 0,-2 6 15 0 0,11 1-58 0 0,-1 25 243 0 0,5 23-55 0 0,-1 1-1 0 0,-3 1 1 0 0,-3 0-1 0 0,-1 1 1 0 0,-3 0-1 0 0,1 81 1 0 0,-8 145-199 0 0,0-263 77 0 0,-2 1-1 0 0,0 0 1 0 0,-1 0 0 0 0,0-1-1 0 0,-10 25 1 0 0,11-34-15 0 0,-3 29-88 0 0,5-35 91 0 0,0 0-1 0 0,0 0 0 0 0,0 0 1 0 0,0 0-1 0 0,0 0 1 0 0,-1 0-1 0 0,1-1 0 0 0,0 1 1 0 0,0 0-1 0 0,0 0 1 0 0,0 0-1 0 0,0 0 0 0 0,-1 0 1 0 0,1 0-1 0 0,0 0 1 0 0,0 0-1 0 0,0 0 1 0 0,0 0-1 0 0,0 0 0 0 0,-1 0 1 0 0,1 0-1 0 0,0 0 1 0 0,0 0-1 0 0,0 0 0 0 0,0 0 1 0 0,0 0-1 0 0,-1 1 1 0 0,1-1-1 0 0,0 0 0 0 0,0 0 1 0 0,0 0-1 0 0,0 0 1 0 0,0 0-1 0 0,0 0 1 0 0,-1 0-1 0 0,1 0 0 0 0,0 0 1 0 0,0 1-1 0 0,0-1 1 0 0,0 0-1 0 0,0 0 0 0 0,0 0 1 0 0,0 0-1 0 0,0 0 1 0 0,0 0-1 0 0,0 1 0 0 0,0-1 1 0 0,0 0-1 0 0,0 0 1 0 0,0 0-1 0 0,0 0 1 0 0,0 0-1 0 0,0 1 0 0 0,0-1 1 0 0,0 0-1 0 0,0 0 1 0 0,0 0-1 0 0,0 0 0 0 0,0 0 1 0 0,0 1-1 0 0,0-1 1 0 0,0 0-1 0 0,0 0 0 0 0,0 0 1 0 0,0 0-1 0 0,0 1 1 0 0,-5-5 29 0 0,1 0-1 0 0,-1 0 1 0 0,1-1 0 0 0,0 1 0 0 0,0-1 0 0 0,1 0-1 0 0,-1 0 1 0 0,1 0 0 0 0,0 0 0 0 0,0 0 0 0 0,1-1 0 0 0,-4-10-1 0 0,-2-5 49 0 0,0 1 0 0 0,-6-38 0 0 0,12 41-71 0 0,1-1 0 0 0,1 1 0 0 0,1-1 0 0 0,1 1 0 0 0,0 0 0 0 0,7-26 0 0 0,0-3 8 0 0,-3 3 18 0 0,-5 26 6 0 0,2-1 0 0 0,-1 0-1 0 0,2 1 1 0 0,1 0 0 0 0,0 0-1 0 0,1 0 1 0 0,0 0 0 0 0,2 1-1 0 0,16-28 1 0 0,-12 30 45 0 0,0 1-1 0 0,1 0 0 0 0,27-21 1 0 0,-6 5 37 0 0,-25 20-108 0 0,1 1 0 0 0,0 0 0 0 0,1 1 0 0 0,0-1 0 0 0,0 2 0 0 0,14-7-1 0 0,-20 11-14 0 0,0 0-1 0 0,1 1 0 0 0,-1-1 1 0 0,0 1-1 0 0,1 0 1 0 0,-1 1-1 0 0,1-1 0 0 0,0 1 1 0 0,-1 0-1 0 0,1 1 0 0 0,-1-1 1 0 0,1 1-1 0 0,-1 0 1 0 0,0 0-1 0 0,1 1 0 0 0,6 2 1 0 0,-9-2 3 0 0,-1-2 6 0 0,-1 1 0 0 0,1-1 0 0 0,0 1 0 0 0,-1-1 1 0 0,1 1-1 0 0,-1 0 0 0 0,0 0 0 0 0,1 0 0 0 0,-1 0 0 0 0,0 0 1 0 0,1 0-1 0 0,-1 0 0 0 0,0 0 0 0 0,0 1 0 0 0,0-1 1 0 0,0 0-1 0 0,0 1 0 0 0,0-1 0 0 0,-1 1 0 0 0,1-1 1 0 0,0 1-1 0 0,-1-1 0 0 0,1 1 0 0 0,-1-1 0 0 0,1 4 0 0 0,6 13 90 0 0,2 0-6 0 0,19 55 224 0 0,-23-41-236 0 0,-1 0-1 0 0,-1 0 1 0 0,-2 1-1 0 0,-3 46 1 0 0,0 1 80 0 0,2-48-25 0 0,1-20-53 0 0,0 0 0 0 0,-2 0 1 0 0,1 1-1 0 0,-2-1 0 0 0,-2 15 0 0 0,-22 40 175 0 0,26-82-1033 0 0,-1 12 577 0 0,0 0 1 0 0,1-1-1 0 0,0 1 1 0 0,0 0-1 0 0,0-1 1 0 0,0 1-1 0 0,1 0 1 0 0,-1-1 0 0 0,1 1-1 0 0,0 0 1 0 0,0 0-1 0 0,0-1 1 0 0,1-2-1 0 0,1 3 85 0 0,0-2-326 0 0,0 1 0 0 0,1-1 0 0 0,0 1-1 0 0,0-1 1 0 0,0 1 0 0 0,1 1 0 0 0,-1-1-1 0 0,1 0 1 0 0,0 1 0 0 0,0 0 0 0 0,0 0-1 0 0,0 1 1 0 0,1-1 0 0 0,-1 1 0 0 0,1 0-1 0 0,9-2 1 0 0,35-4-2317 0 0,-14 2 160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1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25 2001 0 0,'0'-1'115'0'0,"0"0"0"0"0,0 0 0 0 0,0 0 0 0 0,0 0 1 0 0,0 0-1 0 0,0 0 0 0 0,-1 0 0 0 0,1 0 0 0 0,0 0 0 0 0,-1 0 0 0 0,1 0 0 0 0,-1 0 0 0 0,1 1 1 0 0,-1-1-1 0 0,1 0 0 0 0,-1 0 0 0 0,1 0 0 0 0,-1 1 0 0 0,0-1 0 0 0,1 0 0 0 0,-1 1 1 0 0,0-1-1 0 0,0 1 0 0 0,0-1 0 0 0,0 1 0 0 0,1-1 0 0 0,-1 1 0 0 0,0-1 0 0 0,0 1 1 0 0,0 0-1 0 0,0 0 0 0 0,0-1 0 0 0,0 1 0 0 0,0 0 0 0 0,0 0 0 0 0,-1 0 0 0 0,0 0 15 0 0,-3 7 3955 0 0,5 25-3822 0 0,0-15 257 0 0,1 0-263 0 0,0 0-1 0 0,2-1 0 0 0,0 1 1 0 0,1-1-1 0 0,0 0 0 0 0,1 0 1 0 0,1 0-1 0 0,1-1 0 0 0,0 0 1 0 0,1 0-1 0 0,0-1 0 0 0,1 0 0 0 0,21 24 1 0 0,-22-28-147 0 0,3 1 40 0 0,-1 1 0 0 0,0 0 0 0 0,-1 0 0 0 0,0 1 0 0 0,-1 1 0 0 0,7 16 0 0 0,-8-17-32 0 0,0-1 1 0 0,0 0-1 0 0,1 0 0 0 0,1 0 0 0 0,11 11 0 0 0,-12-15-61 0 0,0 1 0 0 0,-1 1 0 0 0,0-1 0 0 0,-1 1 0 0 0,0 0 0 0 0,9 20-1 0 0,-14-24-103 0 0,1-1 0 0 0,-1 0 0 0 0,1 0-1 0 0,0 0 1 0 0,1-1 0 0 0,-1 1-1 0 0,1 0 1 0 0,0-1 0 0 0,0 0 0 0 0,5 6-1 0 0,-1 1-1091 0 0,-11-9-1313 0 0,-4-2-3748 0 0,-42-5 1318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31 319 1441 0 0,'0'-8'2961'0'0,"0"-3"-400"0"0,-30 3-400 0 0,60-3-400 0 0,-30-3-160 0 0,30-5-321 0 0,31-25-239 0 0,23-20-561 0 0,67-18-3121 0 0,-60 24-2642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2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24 3602 0 0,'1'-1'212'0'0,"-1"0"1"0"0,0 0-1 0 0,0 0 1 0 0,0 0-1 0 0,0 0 1 0 0,1 0-1 0 0,-1 0 1 0 0,0 0-1 0 0,-1 0 1 0 0,1 0-1 0 0,0 0 1 0 0,0 0-1 0 0,0 0 1 0 0,-1 0-1 0 0,1 0 1 0 0,0 0-1 0 0,-1 0 1 0 0,1 0-1 0 0,0 1 0 0 0,-1-1 1 0 0,0 0-1 0 0,1 0 1 0 0,-2-1-1 0 0,-30 18 1515 0 0,29-14-1817 0 0,-19 12 288 0 0,1 0 0 0 0,0 2 0 0 0,1 0 0 0 0,1 1-1 0 0,1 1 1 0 0,0 1 0 0 0,2 0 0 0 0,0 2 0 0 0,1-1 0 0 0,1 2 0 0 0,-12 25-1 0 0,-10 36 261 0 0,-24 48 72 0 0,44-96-410 0 0,1 2 0 0 0,1 0 0 0 0,3 0 0 0 0,1 1 0 0 0,2 1 0 0 0,1-1 0 0 0,2 1 0 0 0,0 69 0 0 0,5-71-129 0 0,-1-16-7 0 0,0 0-1 0 0,2 0 1 0 0,0 0 0 0 0,2 0-1 0 0,0 0 1 0 0,9 29 0 0 0,-10-45-43 0 0,0 0 1 0 0,1 0 0 0 0,-1 0 0 0 0,1 0-1 0 0,0 0 1 0 0,1 0 0 0 0,-1-1 0 0 0,1 0-1 0 0,0 1 1 0 0,0-1 0 0 0,1-1 0 0 0,4 4-1 0 0,-3-3-85 0 0,1 0-1 0 0,0-1 1 0 0,0 0-1 0 0,0 0 1 0 0,0-1-1 0 0,0 0 1 0 0,1 0-1 0 0,-1-1 1 0 0,1 1 0 0 0,-1-2-1 0 0,10 1 1 0 0,4-2-390 0 0,-1-1 0 0 0,0 0 1 0 0,0-2-1 0 0,-1 0 1 0 0,1-1-1 0 0,-1-1 1 0 0,0-1-1 0 0,0 0 0 0 0,-1-2 1 0 0,0 0-1 0 0,25-18 1 0 0,-17 7-2309 0 0,39-39 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2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213 350 5362 0 0,'-11'2'660'0'0,"-1"-1"0"0"0,0 0 0 0 0,0-1 0 0 0,1 0 0 0 0,-1-1 0 0 0,-22-4 0 0 0,-7 0 43 0 0,38 5-651 0 0,0 0 0 0 0,0 0 0 0 0,1 0 0 0 0,-1 0 0 0 0,0 0 0 0 0,1-1 0 0 0,-1 0 0 0 0,0 1 0 0 0,1-1 0 0 0,-1 0 0 0 0,1 0 1 0 0,-1 0-1 0 0,1-1 0 0 0,-1 1 0 0 0,1 0 0 0 0,0-1 0 0 0,0 0 0 0 0,0 0 0 0 0,0 1 0 0 0,0-1 0 0 0,0 0 0 0 0,0 0 0 0 0,-2-4 0 0 0,2 0 39 0 0,1 0 1 0 0,-1 0-1 0 0,1 0 0 0 0,0 0 1 0 0,1 0-1 0 0,-1 0 0 0 0,1 0 0 0 0,2-10 1 0 0,-2-9 105 0 0,1 12-154 0 0,0 0 1 0 0,0-1 0 0 0,1 1-1 0 0,1 0 1 0 0,1 1 0 0 0,-1-1-1 0 0,2 0 1 0 0,0 1 0 0 0,13-23-1 0 0,-15 30-34 0 0,0 0-1 0 0,0 0 0 0 0,1 0 1 0 0,-1 0-1 0 0,1 1 0 0 0,1-1 1 0 0,-1 1-1 0 0,0 0 0 0 0,1 0 1 0 0,0 1-1 0 0,0 0 1 0 0,0-1-1 0 0,0 2 0 0 0,1-1 1 0 0,-1 1-1 0 0,1-1 0 0 0,0 1 1 0 0,-1 1-1 0 0,1-1 0 0 0,0 1 1 0 0,0 0-1 0 0,0 1 0 0 0,0-1 1 0 0,0 1-1 0 0,10 1 0 0 0,-5 2 12 0 0,0 0-1 0 0,0 0 0 0 0,0 1 1 0 0,0 0-1 0 0,-1 1 0 0 0,0 0 0 0 0,0 1 1 0 0,0 0-1 0 0,-1 1 0 0 0,0 0 1 0 0,0 0-1 0 0,-1 1 0 0 0,1 0 1 0 0,-2 0-1 0 0,1 1 0 0 0,-1 0 1 0 0,-1 0-1 0 0,0 1 0 0 0,0 0 1 0 0,-1 0-1 0 0,0 0 0 0 0,0 1 1 0 0,-1 0-1 0 0,-1 0 0 0 0,0 0 1 0 0,0 0-1 0 0,-1 0 0 0 0,1 22 0 0 0,-3-27 6 0 0,-1 0 0 0 0,1 0 0 0 0,-1 0 0 0 0,0 0-1 0 0,0-1 1 0 0,-1 1 0 0 0,0 0 0 0 0,0-1-1 0 0,0 1 1 0 0,-5 8 0 0 0,0-1 36 0 0,4-8 3 0 0,0 0-1 0 0,-1 0 1 0 0,0 0 0 0 0,0-1 0 0 0,0 0-1 0 0,0 0 1 0 0,-1 0 0 0 0,1 0 0 0 0,-1 0-1 0 0,0-1 1 0 0,-1 0 0 0 0,1 0-1 0 0,0-1 1 0 0,-1 1 0 0 0,1-1 0 0 0,-1 0-1 0 0,-6 1 1 0 0,11-5-73 0 0,0 0 0 0 0,0 0 0 0 0,0 0 0 0 0,1 0-1 0 0,-1-1 1 0 0,1 1 0 0 0,-1 0 0 0 0,1 0 0 0 0,0 0 0 0 0,0 0 0 0 0,0-1-1 0 0,0 1 1 0 0,0 0 0 0 0,1-4 0 0 0,-1 3 26 0 0,0 1-17 0 0,0 0 0 0 0,0 1 0 0 0,1-1 1 0 0,-1 0-1 0 0,1 0 0 0 0,-1 0 0 0 0,1 0 0 0 0,0 1 0 0 0,0-1 0 0 0,0 0 0 0 0,0 1 0 0 0,0-1 1 0 0,0 0-1 0 0,0 1 0 0 0,0 0 0 0 0,1-1 0 0 0,0 0 0 0 0,8-10 11 0 0,-7 7-10 0 0,0 1-1 0 0,0-1 0 0 0,1 1 0 0 0,0-1 0 0 0,0 1 0 0 0,0 1 0 0 0,0-1 1 0 0,0 0-1 0 0,1 1 0 0 0,0 0 0 0 0,9-5 0 0 0,25-16-15 0 0,-32 19 15 0 0,1 0 0 0 0,0 0 0 0 0,1 1 0 0 0,-1 0 0 0 0,1 1 0 0 0,0 0 0 0 0,0 0 0 0 0,0 1 0 0 0,12-2 0 0 0,2-1 0 0 0,-18 5 28 0 0,0-1 0 0 0,1 1 0 0 0,-1 0 0 0 0,0 0 0 0 0,0 1 0 0 0,0 0 0 0 0,0 0 0 0 0,0 0 0 0 0,0 0-1 0 0,0 1 1 0 0,-1 0 0 0 0,1 0 0 0 0,0 0 0 0 0,-1 0 0 0 0,1 1 0 0 0,-1 0 0 0 0,0 0 0 0 0,0 0 0 0 0,0 0 0 0 0,0 1 0 0 0,3 4 0 0 0,5 4 145 0 0,-1 1 0 0 0,-1 1 0 0 0,0-1 1 0 0,11 23-1 0 0,15 35 427 0 0,-29-58-520 0 0,4 13 27 0 0,-11-25-114 0 0,0 0 1 0 0,0 0 0 0 0,-1-1 0 0 0,1 1 0 0 0,0 0 0 0 0,0 0 0 0 0,-1 0 0 0 0,1 0 0 0 0,-1-1-1 0 0,1 1 1 0 0,-1 0 0 0 0,1 0 0 0 0,-1-1 0 0 0,0 1 0 0 0,1 0 0 0 0,-1-1 0 0 0,0 1 0 0 0,1-1 0 0 0,-1 1-1 0 0,0 0 1 0 0,0-1 0 0 0,0 0 0 0 0,0 1 0 0 0,-4 2-487 0 0,4-4 248 0 0,1 0 0 0 0,0-1 0 0 0,-1 1 0 0 0,1 0 1 0 0,0-1-1 0 0,0 1 0 0 0,0 0 0 0 0,0-1 1 0 0,1 1-1 0 0,-1 0 0 0 0,0-1 0 0 0,0 1 0 0 0,1 0 1 0 0,-1-1-1 0 0,1 1 0 0 0,-1 0 0 0 0,1 0 1 0 0,0 0-1 0 0,1-2 0 0 0,16-13-1142 0 0,19-21-1788 0 0,-7-11-680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51 2001 0 0,'-30'38'7203'0'0,"-30"1"-3761"0"0,30-34-1201 0 0,60-10-801 0 0,0-1 1 0 0,0 0-1281 0 0,-30-2-80 0 0,30 3-160 0 0,31-9-400 0 0,-31 3-560 0 0,30-9-561 0 0,-5 1-880 0 0,5 6-881 0 0,0 1 1 0 0,1 5 319 0 0,-31 1 561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3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1 259 1201 0 0,'0'-52'10084'0'0,"0"-66"-8323"0"0,0 115-1746 0 0,0-1-1 0 0,0 1 1 0 0,1-1-1 0 0,0 1 1 0 0,-1 0-1 0 0,1-1 1 0 0,1 1-1 0 0,-1 0 1 0 0,0 0-1 0 0,1 0 1 0 0,0 0-1 0 0,2-5 1 0 0,-2 6 46 0 0,0-1 1 0 0,-1 0-1 0 0,1 1 1 0 0,-1-1-1 0 0,1 0 0 0 0,-1 0 1 0 0,0 0-1 0 0,0 0 1 0 0,-1 0-1 0 0,1 0 0 0 0,-1 0 1 0 0,1-4-1 0 0,9 30 673 0 0,12 19 518 0 0,29 80 1 0 0,-42-96-1028 0 0,-2 0 0 0 0,0 0 0 0 0,-2 0 0 0 0,-1 1 0 0 0,2 38 0 0 0,-6-54-227 0 0,1 0 1 0 0,0-1-1 0 0,1 1 1 0 0,0-1-1 0 0,1 1 1 0 0,0-1-1 0 0,0 0 1 0 0,7 12 0 0 0,-10-20-86 0 0,0 0 0 0 0,1 0 0 0 0,-1 0 0 0 0,1 0 0 0 0,0-1 0 0 0,0 1 0 0 0,-1 0 1 0 0,1 0-1 0 0,0-1 0 0 0,0 1 0 0 0,1-1 0 0 0,-1 1 0 0 0,0-1 0 0 0,0 1 0 0 0,1-1 1 0 0,-1 0-1 0 0,1 0 0 0 0,-1 1 0 0 0,1-1 0 0 0,0 0 0 0 0,-1 0 0 0 0,3 0 0 0 0,-1-2-365 0 0,1 0-1 0 0,0-1 0 0 0,-1 0 1 0 0,0 1-1 0 0,1-1 0 0 0,-1-1 1 0 0,0 1-1 0 0,0 0 0 0 0,0-1 1 0 0,0 1-1 0 0,3-6 0 0 0,40-42-3388 0 0,-11-16-1735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4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1 720 0 0,'24'0'7364'0'0,"-48"13"-3603"0"0,24-1-2800 0 0,0 7-801 0 0,54 44 160 0 0,37 33 881 0 0,-31 12 79 0 0,31-6-159 0 0,-31 0-481 0 0,1-6-400 0 0,-31-8-160 0 0,0 14-80 0 0,0 0-320 0 0,0-14-961 0 0,-30-22-1520 0 0,31-35-2481 0 0,-31-37-1681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6003 0 0,'-121'25'6483'0'0,"61"32"-4482"0"0,30 7-1361 0 0,0 32-80 0 0,-1 11 161 0 0,1-5-161 0 0,30 6-400 0 0,-30-12-480 0 0,30-33-641 0 0,30 1-1920 0 0,61-37-721 0 0,-1-35-2561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115 442 3201 0 0,'-50'-7'3695'0'0,"49"7"-3664"0"0,1 1-1 0 0,0-1 0 0 0,-1 0 0 0 0,1 0 0 0 0,-1 0 0 0 0,1 0 1 0 0,0 0-1 0 0,-1-1 0 0 0,1 1 0 0 0,-1 0 0 0 0,1 0 0 0 0,0 0 1 0 0,-1 0-1 0 0,1 0 0 0 0,0 0 0 0 0,-1-1 0 0 0,1 1 0 0 0,0 0 0 0 0,-1 0 1 0 0,1-1-1 0 0,0 1 0 0 0,-1 0 0 0 0,1 0 0 0 0,0-1 0 0 0,0 1 1 0 0,-1 0-1 0 0,1-1 0 0 0,0 1 0 0 0,0 0 0 0 0,0-1 0 0 0,-1 1 1 0 0,1-1-1 0 0,0 1 0 0 0,0 0 0 0 0,0-1 0 0 0,0 1 0 0 0,0-1 0 0 0,0 1 1 0 0,0 0-1 0 0,0-1 0 0 0,0 1 0 0 0,0-1 0 0 0,0 1 0 0 0,0 0 1 0 0,0-1-1 0 0,0 1 0 0 0,0-1 0 0 0,1 0-28 0 0,-1 1 0 0 0,0 0 1 0 0,0-1-1 0 0,0 1 0 0 0,0-1 0 0 0,0 1 1 0 0,0-1-1 0 0,0 1 0 0 0,0-1 0 0 0,0 1 0 0 0,0 0 1 0 0,0-1-1 0 0,0 1 0 0 0,0-1 0 0 0,0 1 1 0 0,0-1-1 0 0,0 1 0 0 0,-1-1 0 0 0,1 1 0 0 0,0 0 1 0 0,0-1-1 0 0,0 1 0 0 0,-1 0 0 0 0,1-1 0 0 0,0 1 1 0 0,-1-1-1 0 0,1 1 0 0 0,0 0 0 0 0,-1 0 1 0 0,1-1-1 0 0,0 1 0 0 0,-1-1 0 0 0,-1 0-13 0 0,1 1 54 0 0,-1-1 0 0 0,0 0-1 0 0,1 0 1 0 0,-1 0 0 0 0,1 0 0 0 0,-1 0 0 0 0,1-1 0 0 0,0 1 0 0 0,-1 0 0 0 0,1-1-1 0 0,0 1 1 0 0,0-1 0 0 0,0 1 0 0 0,0-1 0 0 0,0 1 0 0 0,0-1 0 0 0,1 0 0 0 0,-1 0-1 0 0,1 1 1 0 0,-1-1 0 0 0,1 0 0 0 0,-1 0 0 0 0,1 0 0 0 0,0 1 0 0 0,0-1 0 0 0,0 0-1 0 0,0 0 1 0 0,0 0 0 0 0,0 0 0 0 0,1 1 0 0 0,0-3 0 0 0,-1 2-10 0 0,-1 0-1 0 0,1 0 1 0 0,0 1 0 0 0,0-1 0 0 0,-1 0 0 0 0,1 0-1 0 0,-1 0 1 0 0,0 1 0 0 0,1-1 0 0 0,-1 0-1 0 0,0 1 1 0 0,0-1 0 0 0,0 0 0 0 0,0 1 0 0 0,-2-2-1 0 0,2 1 1 0 0,0 0-1 0 0,-1 1 0 0 0,1-1 0 0 0,0 0 1 0 0,0 0-1 0 0,0-1 0 0 0,0 1 0 0 0,0 0 1 0 0,0 0-1 0 0,1 0 0 0 0,-1-1 0 0 0,1 1 1 0 0,0 0-1 0 0,-1-1 0 0 0,1-2 0 0 0,1-3 15 0 0,0-1 0 0 0,1 1 0 0 0,0 0 0 0 0,0 0 0 0 0,1-1 0 0 0,0 1 0 0 0,0 1 0 0 0,1-1 0 0 0,0 0 0 0 0,0 1 0 0 0,1 0 0 0 0,-1 0-1 0 0,2 0 1 0 0,-1 1 0 0 0,1 0 0 0 0,0 0 0 0 0,0 0 0 0 0,1 1 0 0 0,0-1 0 0 0,0 2 0 0 0,0-1 0 0 0,0 1 0 0 0,1 0 0 0 0,0 1 0 0 0,-1-1 0 0 0,13-2 0 0 0,11 0-47 0 0,-26 6-2 0 0,1 0 1 0 0,0 1 0 0 0,0 0 0 0 0,-1 0 0 0 0,1 0 0 0 0,0 0 0 0 0,-1 1 0 0 0,1 0 0 0 0,-1 0 0 0 0,0 1 0 0 0,0 0 0 0 0,1 0 0 0 0,-2 0 0 0 0,1 0 0 0 0,0 1 0 0 0,-1 0-1 0 0,0-1 1 0 0,1 2 0 0 0,-2-1 0 0 0,1 0 0 0 0,5 8 0 0 0,5 9-10 0 0,-1 0 1 0 0,0 1-1 0 0,13 32 0 0 0,-21-43 24 0 0,0 0 1 0 0,-1 0-1 0 0,0 0 0 0 0,-1 1 1 0 0,0-1-1 0 0,-1 1 0 0 0,0-1 1 0 0,-1 1-1 0 0,0 20 0 0 0,-2-31-12 0 0,0-1-1 0 0,0 0 0 0 0,0 0 0 0 0,0 0 1 0 0,0 0-1 0 0,0 0 0 0 0,0 0 1 0 0,0 0-1 0 0,0 0 0 0 0,0 0 1 0 0,0 0-1 0 0,0 0 0 0 0,0-1 1 0 0,0 1-1 0 0,0-1 0 0 0,0 1 1 0 0,0 0-1 0 0,0-1 0 0 0,0 1 0 0 0,0-1 1 0 0,0 0-1 0 0,1 1 0 0 0,-1-1 1 0 0,0 0-1 0 0,0 1 0 0 0,1-1 1 0 0,-1 0-1 0 0,1 0 0 0 0,-1 0 1 0 0,1 0-1 0 0,-1 0 0 0 0,1 0 0 0 0,-1 1 1 0 0,1-1-1 0 0,0 0 0 0 0,-1 0 1 0 0,1 0-1 0 0,0 0 0 0 0,0 0 1 0 0,0 0-1 0 0,0 0 0 0 0,0-2 1 0 0,-1-39 78 0 0,3 0 0 0 0,8-56 1 0 0,-7 85-7 0 0,0-1 1 0 0,1 1-1 0 0,0 0 1 0 0,1 1-1 0 0,0-1 1 0 0,1 1 0 0 0,0 0-1 0 0,1 0 1 0 0,1 1-1 0 0,0 0 1 0 0,12-14-1 0 0,-13 19-14 0 0,0 0 0 0 0,0 1 0 0 0,0-1 1 0 0,1 2-1 0 0,0-1 0 0 0,0 1 0 0 0,0 0 0 0 0,0 0 0 0 0,1 1 0 0 0,17-4 0 0 0,-22 6-48 0 0,0 0 0 0 0,0 0 0 0 0,1 1 0 0 0,-1-1 0 0 0,0 1 0 0 0,1 0 0 0 0,-1 0 0 0 0,0 0 0 0 0,1 1 0 0 0,-1 0 0 0 0,0 0 0 0 0,0 0 0 0 0,0 0 0 0 0,0 1 0 0 0,0-1 0 0 0,0 1 0 0 0,0 0 0 0 0,0 0 0 0 0,0 0 0 0 0,-1 1 0 0 0,1 0 0 0 0,-1-1 0 0 0,0 1 0 0 0,0 0 0 0 0,0 1 0 0 0,4 4 0 0 0,2 10 129 0 0,0 1 1 0 0,-1 1-1 0 0,0-1 0 0 0,7 36 0 0 0,-4-16 13 0 0,-8-30-133 0 0,0 0 0 0 0,0 0 0 0 0,-1 1 0 0 0,0-1 0 0 0,-1 0 0 0 0,0 1 0 0 0,-1-1 0 0 0,1 1 0 0 0,-2-1 0 0 0,1 1 0 0 0,-2-1 0 0 0,1 0 0 0 0,-6 19 0 0 0,5-20-22 0 0,0-2-11 0 0,1 0 0 0 0,-1 0 0 0 0,0 0 0 0 0,0 0-1 0 0,0-1 1 0 0,-1 1 0 0 0,0-1 0 0 0,0 1 0 0 0,-5 6 0 0 0,11-11-3468 0 0,11-5 2489 0 0,18-10 289 0 0,-25 9 312 0 0,0 1-1 0 0,-1-1 1 0 0,1 0 0 0 0,-1-1-1 0 0,-1 1 1 0 0,1-1 0 0 0,-1 0 0 0 0,6-9-1 0 0,20-36-3503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45 240 0 0,'-85'6'8738'0'0,"-37"17"-6623"0"0,117-22-1936 0 0,-14 4 517 0 0,26-5 335 0 0,35-2 243 0 0,108 25-175 0 0,32 1-1558 0 0,-150-22-136 0 0,0-2-1 0 0,1-1 0 0 0,43-8 0 0 0,-64 7 106 0 0,0 0 1 0 0,-1-1-1 0 0,1-1 1 0 0,-1 0 0 0 0,1-1-1 0 0,-1 0 1 0 0,0-1-1 0 0,-1 0 1 0 0,0 0-1 0 0,0-1 1 0 0,17-15-1 0 0,8-22-3925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6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2 1521 0 0,'1'0'225'0'0,"1"0"1"0"0,-1 1-1 0 0,1-1 1 0 0,-1 1-1 0 0,1-1 1 0 0,-1 1-1 0 0,1-1 1 0 0,-1 1-1 0 0,0 0 1 0 0,1 0-1 0 0,-1 0 1 0 0,0 0-1 0 0,0 0 1 0 0,1 0-1 0 0,1 3 0 0 0,-22 7 3118 0 0,65-25 981 0 0,-28 10-4324 0 0,0 1-1 0 0,1 0 1 0 0,-1 1 0 0 0,1 1-1 0 0,0 1 1 0 0,30 4 0 0 0,-46-4 8 0 0,0 1 1 0 0,0 0 0 0 0,0 0 0 0 0,0 1-1 0 0,0-1 1 0 0,0 1 0 0 0,0-1 0 0 0,0 1-1 0 0,-1 0 1 0 0,1 0 0 0 0,-1 0 0 0 0,1 0-1 0 0,-1 1 1 0 0,0-1 0 0 0,0 1 0 0 0,0-1-1 0 0,0 1 1 0 0,-1 0 0 0 0,1-1 0 0 0,-1 1-1 0 0,1 0 1 0 0,-1 0 0 0 0,0 0 0 0 0,0 0-1 0 0,0 1 1 0 0,-1-1 0 0 0,1 0 0 0 0,-1 0-1 0 0,1 0 1 0 0,-1 1 0 0 0,-1 4 0 0 0,1 1 10 0 0,0 0 0 0 0,-1 0 1 0 0,-1 0-1 0 0,1 0 1 0 0,-1 0-1 0 0,-1 0 0 0 0,0-1 1 0 0,0 1-1 0 0,0-1 1 0 0,-7 11-1 0 0,-6 5 25 0 0,9-14 9 0 0,0 1-1 0 0,1 0 1 0 0,0 0-1 0 0,-7 19 1 0 0,11-23-42 0 0,-1 0 1 0 0,1 0-1 0 0,-1 0 1 0 0,0 0-1 0 0,-1 0 1 0 0,0 0-1 0 0,0-1 1 0 0,0 0-1 0 0,-1 0 1 0 0,0 0-1 0 0,0 0 1 0 0,0-1-1 0 0,-1 0 1 0 0,-6 5-1 0 0,-17 17 4 0 0,23-22-10 0 0,0-1 1 0 0,-1 1-1 0 0,0-1 0 0 0,1 0 1 0 0,-2 0-1 0 0,1-1 1 0 0,0 0-1 0 0,-1 0 1 0 0,1-1-1 0 0,-1 0 0 0 0,0 0 1 0 0,1-1-1 0 0,-1 0 1 0 0,0 0-1 0 0,0-1 1 0 0,0 0-1 0 0,0 0 0 0 0,0-1 1 0 0,0 0-1 0 0,1-1 1 0 0,-1 1-1 0 0,0-2 1 0 0,1 1-1 0 0,-1-1 1 0 0,1 0-1 0 0,-11-6 0 0 0,16 8 11 0 0,0 0-1 0 0,0 1 1 0 0,1-1-1 0 0,-1 0 0 0 0,0 0 1 0 0,1 0-1 0 0,-1-1 1 0 0,0 1-1 0 0,1 0 1 0 0,0 0-1 0 0,-1-1 0 0 0,1 1 1 0 0,0-1-1 0 0,0 0 1 0 0,0 1-1 0 0,0-1 1 0 0,0 0-1 0 0,0 1 0 0 0,0-1 1 0 0,0 0-1 0 0,1 0 1 0 0,-1 0-1 0 0,1 0 1 0 0,-1 0-1 0 0,1 0 0 0 0,0 1 1 0 0,0-1-1 0 0,0 0 1 0 0,0 0-1 0 0,0 0 1 0 0,1-3-1 0 0,6 3 72 0 0,0 0 0 0 0,0 0 0 0 0,0 1 0 0 0,0 0 1 0 0,12 0-1 0 0,-13 1 17 0 0,18-1 84 0 0,0 2 1 0 0,0 1-1 0 0,0 0 1 0 0,0 2 0 0 0,0 1-1 0 0,37 13 1 0 0,-50-15-135 0 0,336 110 479 0 0,-343-111-775 0 0,0 0-1 0 0,0-1 0 0 0,0 0 1 0 0,0 0-1 0 0,1 0 0 0 0,-1 0 0 0 0,0-1 1 0 0,0 0-1 0 0,0 1 0 0 0,1-2 1 0 0,-1 1-1 0 0,0 0 0 0 0,0-1 0 0 0,0 0 1 0 0,0 0-1 0 0,0 0 0 0 0,0 0 1 0 0,0-1-1 0 0,0 1 0 0 0,0-1 1 0 0,6-4-1 0 0,-1-2-456 0 0,0 0 0 0 0,-1-1 0 0 0,0 0 1 0 0,0 0-1 0 0,-1-1 0 0 0,8-15 0 0 0,41-58-5224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4 320 0 0,'2'-1'494'0'0,"1"0"0"0"0,-1 1 0 0 0,0-1 0 0 0,0 1 0 0 0,1 0 0 0 0,-1-1 0 0 0,0 1 0 0 0,0 0 0 0 0,1 0 0 0 0,-1 1 0 0 0,0-1 0 0 0,0 0-1 0 0,1 1 1 0 0,-1-1 0 0 0,0 1 0 0 0,4 2 0 0 0,-2 0-271 0 0,-1 2 0 0 0,0-1 0 0 0,0 0 1 0 0,0 1-1 0 0,0-1 0 0 0,0 1 0 0 0,-1 0 0 0 0,3 8 0 0 0,131 281 1604 0 0,-123-263-1490 0 0,-2 2-1 0 0,0-1 1 0 0,-2 2-1 0 0,-2-1 1 0 0,-1 1-1 0 0,-1 0 1 0 0,-2 0-1 0 0,-3 64 0 0 0,-1-86-294 0 0,0 0-1 0 0,0 0 0 0 0,-1-1 1 0 0,-1 1-1 0 0,0 0 0 0 0,-1-1 1 0 0,0 0-1 0 0,0 0 0 0 0,-1 0 0 0 0,-10 15 1 0 0,3-2-16 0 0,-5 11-8 0 0,12-23-29 0 0,-1 0 0 0 0,0 0-1 0 0,0-1 1 0 0,-1 0 0 0 0,0 0 0 0 0,-1 0 0 0 0,-1-1 0 0 0,1-1-1 0 0,-14 12 1 0 0,8-10-254 0 0,0-2 1 0 0,-1 1-1 0 0,0-2 0 0 0,-1 0 0 0 0,1-1 0 0 0,-32 10 0 0 0,39-17-737 0 0,11-5-90 0 0,5-3 418 0 0,1 1 0 0 0,0 1 0 0 0,0-1 0 0 0,16-6-1 0 0,1-3-570 0 0,34-26-2957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4082 0 0,'0'6'4802'0'0,"0"2"-2241"0"0,-30-3-1520 0 0,30 1-1281 0 0,30-6-401 0 0,-30-6 1 0 0,30 1-160 0 0,0-3-881 0 0,-30 2-720 0 0,31-7-80 0 0,-1 7 240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8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50 320 0 0,'-24'19'3362'0'0,"24"0"-401"0"0,0-13-720 0 0,-31 2 400 0 0,62-16-2641 0 0,-31 2-400 0 0,0-13-560 0 0,24 6-801 0 0,6 1-640 0 0,0-1-160 0 0,0 7 320 0 0</inkml:trace>
  <inkml:trace contextRef="#ctx0" brushRef="#br0" timeOffset="1">326 63 2001 0 0,'0'6'2481'0'0,"0"0"4002"0"0,0-12-6083 0 0,0-7-320 0 0,31 1-400 0 0,-31-1-400 0 0,30 1-561 0 0,0-1-800 0 0,0 7-400 0 0,31 6 160 0 0,-31 0 320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18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1 108 320 0 0,'30'0'2241'0'0,"0"0"80"0"0,-30-6-320 0 0,0-1-240 0 0,0 1-400 0 0,0 0-401 0 0,24-7-400 0 0,-24-1-320 0 0,31 3-320 0 0,-1-3-320 0 0,0 3-160 0 0,0 3-240 0 0,0 2-161 0 0,1 0-319 0 0,-1 6-2722 0 0,0 0 2001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54 102 1761 0 0,'0'-11'2241'0'0,"0"3"-240"0"0,-30 2-320 0 0,30 1-321 0 0,0-3-399 0 0,-24 8-401 0 0,24-6-480 0 0,24 6-800 0 0,-24-13-1281 0 0,0 1-641 0 0,30-7-79 0 0,1 5 320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302 116 5683 0 0,'-4'-5'491'0'0,"0"1"0"0"0,0-1 0 0 0,0 1 0 0 0,-1 1 0 0 0,0-1 0 0 0,1 0 1 0 0,-1 1-1 0 0,0 0 0 0 0,-1 0 0 0 0,-9-3 0 0 0,13 5-474 0 0,-1 0 0 0 0,0 0 0 0 0,1-1-1 0 0,-1 1 1 0 0,1-1 0 0 0,-1 1 0 0 0,1-1 0 0 0,0 0 0 0 0,-4-4-1 0 0,5 5-15 0 0,0 1 0 0 0,1-1 0 0 0,-1 0 0 0 0,1 1-1 0 0,-1-1 1 0 0,1 0 0 0 0,0 0 0 0 0,-1 0 0 0 0,1 1-1 0 0,0-1 1 0 0,-1 0 0 0 0,1 0 0 0 0,0 0 0 0 0,0 0-1 0 0,0 1 1 0 0,0-1 0 0 0,0 0 0 0 0,0 0-1 0 0,0 0 1 0 0,0 0 0 0 0,0 0 0 0 0,0 0 0 0 0,0 1-1 0 0,1-1 1 0 0,-1 0 0 0 0,0 0 0 0 0,0 0 0 0 0,1 1-1 0 0,-1-1 1 0 0,1 0 0 0 0,-1 0 0 0 0,1 1 0 0 0,-1-1-1 0 0,1 0 1 0 0,-1 1 0 0 0,1-1 0 0 0,0 0 0 0 0,-1 1-1 0 0,2-1 1 0 0,7-3 28 0 0,0 0 0 0 0,1 1 0 0 0,-1 0 1 0 0,1 1-1 0 0,-1 0 0 0 0,1 0 0 0 0,0 1 0 0 0,0 1 0 0 0,-1-1 0 0 0,12 2 0 0 0,2 4 3 0 0,-1 0-1 0 0,1 2 1 0 0,-1 0-1 0 0,0 2 1 0 0,-1 0-1 0 0,0 1 1 0 0,-1 2 0 0 0,0 0-1 0 0,0 1 1 0 0,27 23-1 0 0,-42-32-9 0 0,0 1-1 0 0,0-1 1 0 0,0 1-1 0 0,0 0 1 0 0,-1 0-1 0 0,0 1 1 0 0,0-1-1 0 0,0 1 1 0 0,-1 0-1 0 0,0 0 1 0 0,0 0-1 0 0,0 0 1 0 0,-1 0-1 0 0,3 10 1 0 0,-5-8-9 0 0,1-1 0 0 0,-1 1 0 0 0,0-1 0 0 0,-1 0 0 0 0,0 1 1 0 0,0-1-1 0 0,-1 0 0 0 0,0 1 0 0 0,0-1 0 0 0,0 0 0 0 0,-1 0 1 0 0,-4 7-1 0 0,-53 107 667 0 0,55-111-532 0 0,0-1 1 0 0,-1 0-1 0 0,0-1 0 0 0,-1 1 1 0 0,1-1-1 0 0,-2 0 0 0 0,1-1 1 0 0,-1 0-1 0 0,0 0 0 0 0,-1-1 1 0 0,-17 10-1 0 0,12-6 46 0 0,-5 3 70 0 0,-1 0 1 0 0,0-2-1 0 0,0 0 0 0 0,-1-2 0 0 0,-25 9 1 0 0,31-14-250 0 0,-1-1 0 0 0,1-1 0 0 0,0 0 0 0 0,-1-1 0 0 0,1 0 0 0 0,-1-1 0 0 0,1-1 0 0 0,-23-4 0 0 0,19 2-54 0 0,0-1 0 0 0,-26-8 0 0 0,41 10 36 0 0,-1 1-1 0 0,1-1 1 0 0,0 0-1 0 0,0 0 1 0 0,-1-1-1 0 0,2 1 1 0 0,-1-1-1 0 0,0 0 0 0 0,0 0 1 0 0,1 0-1 0 0,0 0 1 0 0,-1-1-1 0 0,1 1 1 0 0,1-1-1 0 0,-5-6 1 0 0,6 8-3 0 0,0 0 1 0 0,1 1 0 0 0,-1-1 0 0 0,1 0-1 0 0,-1 0 1 0 0,1 0 0 0 0,0 0 0 0 0,0 0-1 0 0,0 0 1 0 0,0 1 0 0 0,0-1 0 0 0,0 0 0 0 0,0 0-1 0 0,1 0 1 0 0,-1 0 0 0 0,1 0 0 0 0,-1 1-1 0 0,1-1 1 0 0,0 0 0 0 0,0 0 0 0 0,0 1-1 0 0,1-3 1 0 0,29-31-230 0 0,-16 20 124 0 0,-13 13 90 0 0,0 0 0 0 0,1 0 0 0 0,-1 0 1 0 0,1 0-1 0 0,-1 1 0 0 0,1-1 0 0 0,-1 1 1 0 0,1-1-1 0 0,0 1 0 0 0,0 0 0 0 0,-1 0 1 0 0,1 0-1 0 0,0 1 0 0 0,0-1 0 0 0,0 0 1 0 0,0 1-1 0 0,0 0 0 0 0,5 0 1 0 0,60 10-56 0 0,-61-9 66 0 0,30 9 45 0 0,0 2 1 0 0,0 1-1 0 0,-2 1 1 0 0,0 2-1 0 0,41 25 1 0 0,-39-19 41 0 0,-1 2-1 0 0,-1 1 1 0 0,63 58 0 0 0,-82-67-211 0 0,-6-4 155 0 0,2-1 0 0 0,-1 0 0 0 0,22 14 0 0 0,-29-22-266 0 0,0-1 1 0 0,1 0 0 0 0,-1 0 0 0 0,0 0 0 0 0,1-1-1 0 0,-1 1 1 0 0,1-1 0 0 0,0 0 0 0 0,-1 0-1 0 0,1-1 1 0 0,0 0 0 0 0,-1 1 0 0 0,1-1 0 0 0,0-1-1 0 0,-1 1 1 0 0,7-2 0 0 0,39-15-3051 0 0,-15-7-1027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71 1521 0 0,'-60'31'8083'0'0,"5"-12"-3761"0"0,55-11-2801 0 0,0-16-1201 0 0,30 2-480 0 0,-5 1-1200 0 0,5-3-81 0 0,0-11-1200 0 0,0 1-721 0 0,0-14-159 0 0,1-1 559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03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116 368 1201 0 0,'-70'-7'7739'0'0,"31"-5"-5674"0"0,38 11-1973 0 0,0 0 0 0 0,0-1 0 0 0,1 1 0 0 0,-1 0 0 0 0,0 0 0 0 0,1-1 0 0 0,0 1 0 0 0,-1 0 0 0 0,1 0 0 0 0,0-1-1 0 0,-1 1 1 0 0,1-1 0 0 0,0 1 0 0 0,0 0 0 0 0,0-1 0 0 0,0 1 0 0 0,0 0 0 0 0,1-1 0 0 0,-1 1 0 0 0,0 0 0 0 0,1-1 0 0 0,-1 1 0 0 0,1 0 0 0 0,-1-1 0 0 0,1 1 0 0 0,-1 0 0 0 0,3-2 0 0 0,5-6 10 0 0,5-3-19 0 0,0-1-1 0 0,-1 0 0 0 0,-1-1 0 0 0,0 0 0 0 0,-1-1 1 0 0,-1 0-1 0 0,14-30 0 0 0,-16 28-13 0 0,-2-1 1 0 0,0 1-1 0 0,-1-1 1 0 0,2-30-1 0 0,-4 5 2879 0 0,-2 98-1317 0 0,-2 10-98 0 0,4 1 0 0 0,2-1 0 0 0,23 120 0 0 0,-2-78-639 0 0,-21-76-762 0 0,7 31-51 0 0,69 119-1201 0 0,-33-89-3359 0 0,-38-77-6556 0 0,-34-73 2365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4:2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89 5282 0 0,'-32'-11'627'0'0,"0"0"0"0"0,-1 2 0 0 0,0 1 0 0 0,-43-4 0 0 0,16 0-180 0 0,51 9-313 0 0,-1 1 1 0 0,0 0-1 0 0,0 0 1 0 0,-1 1 0 0 0,-10 0-1 0 0,-85-7 693 0 0,36 4-235 0 0,49 2-386 0 0,-1 1-1 0 0,-33 3 1 0 0,51-1-169 0 0,-1-1-1 0 0,1 1 1 0 0,-1 0-1 0 0,1 0 0 0 0,0 1 1 0 0,-1-1-1 0 0,1 1 0 0 0,0 0 1 0 0,0 0-1 0 0,0 0 0 0 0,0 1 1 0 0,1 0-1 0 0,-1-1 1 0 0,0 1-1 0 0,1 0 0 0 0,-4 5 1 0 0,-29 38 443 0 0,33-43-453 0 0,0 0-1 0 0,0 1 1 0 0,0 0 0 0 0,1-1-1 0 0,-1 1 1 0 0,1 0 0 0 0,0 1-1 0 0,0-1 1 0 0,0 0 0 0 0,1 0-1 0 0,-1 1 1 0 0,1-1 0 0 0,0 1-1 0 0,1-1 1 0 0,-1 1 0 0 0,1 0-1 0 0,0-1 1 0 0,0 1 0 0 0,0-1-1 0 0,1 7 1 0 0,-1-9-13 0 0,0 1 0 0 0,0 0 0 0 0,-1 0 0 0 0,1 0 0 0 0,-1-1 0 0 0,0 1 0 0 0,0 0 0 0 0,0 0 1 0 0,0-1-1 0 0,0 1 0 0 0,0-1 0 0 0,-1 1 0 0 0,1-1 0 0 0,-3 3 0 0 0,2-3-6 0 0,1 0 0 0 0,-1 1 0 0 0,1-1 1 0 0,-1 1-1 0 0,1-1 0 0 0,0 1 0 0 0,0 0 0 0 0,0-1 0 0 0,0 1 1 0 0,0 0-1 0 0,1 0 0 0 0,0-1 0 0 0,-1 1 0 0 0,1 3 1 0 0,-1 0 11 0 0,1 0 1 0 0,-1 0-1 0 0,-1 0 0 0 0,1 0 1 0 0,-1 0-1 0 0,0 0 1 0 0,-1-1-1 0 0,1 1 1 0 0,-1-1-1 0 0,0 0 1 0 0,-7 10-1 0 0,-15 32 135 0 0,-6 49 165 0 0,29-86-286 0 0,0 1 0 0 0,0-1 0 0 0,0 0 0 0 0,1 1 0 0 0,1-1 0 0 0,0 1 0 0 0,1-1 0 0 0,0 1 0 0 0,0-1-1 0 0,5 20 1 0 0,4-10-22 0 0,-8-15-10 0 0,0-1-1 0 0,1 1 1 0 0,-2 0-1 0 0,1-1 1 0 0,0 1-1 0 0,-1 0 1 0 0,0 0-1 0 0,0 0 1 0 0,0 9-1 0 0,-2 5 28 0 0,1-12-16 0 0,-1 1 0 0 0,1-1 0 0 0,0 1 1 0 0,0-1-1 0 0,1 1 0 0 0,0-1 0 0 0,0 1 1 0 0,1-1-1 0 0,0 0 0 0 0,0 0 0 0 0,0 0 0 0 0,1 0 1 0 0,1 0-1 0 0,-1 0 0 0 0,8 10 0 0 0,6 4 54 0 0,1 0 0 0 0,1-1-1 0 0,1-2 1 0 0,1 1 0 0 0,0-2-1 0 0,44 26 1 0 0,-31-27-18 0 0,20 11-3 0 0,1-2 0 0 0,103 30 0 0 0,-80-37 21 0 0,141 14-1 0 0,37-28-106 0 0,-222-6 34 0 0,0-2-1 0 0,-1-2 0 0 0,0 0 1 0 0,0-3-1 0 0,56-21 0 0 0,-66 18-31 0 0,0-1 0 0 0,-1-2-1 0 0,-1 0 1 0 0,0-1-1 0 0,-1-1 1 0 0,0-1 0 0 0,26-32-1 0 0,-41 45 21 0 0,-1-1-1 0 0,0 0 1 0 0,0 0-1 0 0,-1 0 1 0 0,1-1-1 0 0,-1 1 1 0 0,-1-1-1 0 0,1 0 1 0 0,-1 1-1 0 0,0-1 1 0 0,-1 0-1 0 0,1 0 0 0 0,-1-1 1 0 0,-1 1-1 0 0,0 0 1 0 0,0 0-1 0 0,0 0 1 0 0,-1 0-1 0 0,-1-8 1 0 0,-3-4-14 0 0,-1-1 1 0 0,-1 2-1 0 0,-1-1 0 0 0,0 1 1 0 0,-15-23-1 0 0,-5-16 98 0 0,20 39-31 0 0,0 1 0 0 0,-1 0 0 0 0,-1 0-1 0 0,-23-28 1 0 0,17 27 15 0 0,0-1 9 0 0,-1 0-1 0 0,0 1 0 0 0,-2 1 1 0 0,0 0-1 0 0,-23-14 0 0 0,-71-45 407 0 0,-14-7-49 0 0,88 62-242 0 0,-1 2 0 0 0,-50-17 0 0 0,75 31-216 0 0,0 0 1 0 0,0 1 0 0 0,-1 1-1 0 0,1 0 1 0 0,-1 1 0 0 0,0 1-1 0 0,0 1 1 0 0,0 0-1 0 0,0 1 1 0 0,-16 3 0 0 0,-65 24-2215 0 0,90-26 1901 0 0,0 1-1 0 0,0 0 0 0 0,1 0 1 0 0,-1 1-1 0 0,1 0 0 0 0,0 0 1 0 0,0 1-1 0 0,0-1 1 0 0,0 1-1 0 0,1 0 0 0 0,-5 7 1 0 0,5 11-1953 0 0,5-3-1427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1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961 306 2161 0 0,'-3'5'5283'0'0,"-9"-4"-3444"0"0,11-1-1820 0 0,1-1 0 0 0,0 1-1 0 0,-1 0 1 0 0,1 0-1 0 0,-1 0 1 0 0,1 0-1 0 0,-1 0 1 0 0,1 0-1 0 0,-1 0 1 0 0,1 0 0 0 0,-1 0-1 0 0,1 0 1 0 0,-1 0-1 0 0,1 0 1 0 0,-1 0-1 0 0,1 0 1 0 0,0 0-1 0 0,-1 1 1 0 0,1-1-1 0 0,-1 0 1 0 0,1 0 0 0 0,-1 0-1 0 0,1 1 1 0 0,0-1-1 0 0,-1 0 1 0 0,1 1-1 0 0,-1-1 1 0 0,1 0-1 0 0,0 1 1 0 0,0-1-1 0 0,-1 0 1 0 0,1 1 0 0 0,0-1-1 0 0,-1 1 1 0 0,1 0-1 0 0,0 0 1063 0 0,-25-1 293 0 0,20 0-1134 0 0,0 0-13 0 0,-46-6 266 0 0,21-6 214 0 0,25 11-533 0 0,5 1-167 0 0,0-1 1 0 0,0 1 0 0 0,-1-1 0 0 0,1 1 0 0 0,0 0 0 0 0,0-1 0 0 0,-1 1-1 0 0,1 0 1 0 0,0-1 0 0 0,0 1 0 0 0,-1 0 0 0 0,1-1 0 0 0,0 1 0 0 0,-1 0-1 0 0,1 0 1 0 0,-1 0 0 0 0,1-1 0 0 0,0 1 0 0 0,-1 0 0 0 0,1 0 0 0 0,0 0 0 0 0,-1 0-1 0 0,1-1 1 0 0,-1 1 0 0 0,1 0 0 0 0,-1 0 0 0 0,1 0 0 0 0,0 0 0 0 0,-1 0-1 0 0,1 0 1 0 0,-1 0 0 0 0,1 1 0 0 0,-1-1 0 0 0,1 0 0 0 0,0 0 0 0 0,-1 0 0 0 0,0 0-4 0 0,1 1 0 0 0,-1-1 1 0 0,1 0-1 0 0,-1 0 1 0 0,1 0-1 0 0,-1 0 0 0 0,1 0 1 0 0,-1 0-1 0 0,0 0 0 0 0,1 0 1 0 0,-1 0-1 0 0,1 0 1 0 0,-1 0-1 0 0,1 0 0 0 0,-1 0 1 0 0,1 0-1 0 0,-1-1 1 0 0,1 1-1 0 0,-1 0 0 0 0,1 0 1 0 0,0 0-1 0 0,-1-1 1 0 0,1 1-1 0 0,-1 0 0 0 0,1-1 1 0 0,-1 1-1 0 0,1 0 1 0 0,0-1-1 0 0,-1 1 0 0 0,1-1 1 0 0,0 1-1 0 0,-1 0 1 0 0,1-1-1 0 0,0 1 0 0 0,0-1 1 0 0,0 1-1 0 0,-1-1 1 0 0,1 1-1 0 0,0-1 0 0 0,-5-3 23 0 0,-15 3 40 0 0,14-5 203 0 0,2-1-153 0 0,-15-2-31 0 0,-5-2 244 0 0,-49-15 1 0 0,-13-10 2 0 0,56 24-119 0 0,30 12-213 0 0,0 0 1 0 0,0 0-1 0 0,0 0 1 0 0,-1 0-1 0 0,1 0 1 0 0,0 0-1 0 0,0 0 1 0 0,0 0 0 0 0,0 0-1 0 0,-1 0 1 0 0,1 0-1 0 0,0 0 1 0 0,0 0-1 0 0,0 0 1 0 0,0 0-1 0 0,-1 0 1 0 0,1 0 0 0 0,0 0-1 0 0,0 0 1 0 0,0 0-1 0 0,0 0 1 0 0,-1-1-1 0 0,1 1 1 0 0,0 0 0 0 0,0 0-1 0 0,0 0 1 0 0,0 0-1 0 0,0 0 1 0 0,0 0-1 0 0,0-1 1 0 0,-1 1-1 0 0,1 0 1 0 0,0 0 0 0 0,0 0-1 0 0,0 0 1 0 0,0 0-1 0 0,0-1 1 0 0,0 1-1 0 0,0 0 1 0 0,0 0-1 0 0,0 0 1 0 0,0-1 0 0 0,0 1-1 0 0,0 0 1 0 0,0 0-1 0 0,0 0 1 0 0,0 0-1 0 0,0-1 1 0 0,0 1-1 0 0,0 0 1 0 0,0 0 0 0 0,-5-4 63 0 0,-141-22 509 0 0,136 24-515 0 0,-39 0 109 0 0,-1 2-62 0 0,45 0-66 0 0,0 0-80 0 0,-16 0 14 0 0,11 5-54 0 0,7-4 64 0 0,2-1 14 0 0,0 0 0 0 0,0 0 0 0 0,0 0 0 0 0,0 0 0 0 0,0 0 0 0 0,0 1 0 0 0,0-1 0 0 0,0 0 0 0 0,0 1 0 0 0,0-1 0 0 0,1 0 0 0 0,-1 1 0 0 0,0-1-1 0 0,0 1 1 0 0,0 0 0 0 0,0-1 0 0 0,1 1 0 0 0,-1-1 0 0 0,0 1 0 0 0,0 0 0 0 0,1 0 0 0 0,-1-1 0 0 0,1 1 0 0 0,-2 2 0 0 0,2-3 2 0 0,0 1 0 0 0,0-1 0 0 0,0 1 0 0 0,-1-1-1 0 0,1 1 1 0 0,0-1 0 0 0,0 0 0 0 0,-1 1 0 0 0,1-1 0 0 0,0 1 0 0 0,-1-1 0 0 0,1 1 0 0 0,0-1 0 0 0,-1 0 0 0 0,1 1-1 0 0,-1-1 1 0 0,1 0 0 0 0,-1 0 0 0 0,1 1 0 0 0,-1-1 0 0 0,1 0 0 0 0,-1 0 0 0 0,1 0 0 0 0,-1 1 0 0 0,1-1-1 0 0,-1 0 1 0 0,1 0 0 0 0,-1 0 0 0 0,1 0 0 0 0,-1 0 0 0 0,1 0 0 0 0,-1 0 0 0 0,1 0 0 0 0,-1 0 0 0 0,0 0 0 0 0,0-1 1 0 0,1 1-1 0 0,-1 0 1 0 0,1 0-1 0 0,-1 0 0 0 0,1 0 1 0 0,-1 0-1 0 0,1 1 1 0 0,-1-1-1 0 0,0 0 1 0 0,1 0-1 0 0,-1 0 1 0 0,1 0-1 0 0,-1 1 1 0 0,1-1-1 0 0,-1 0 1 0 0,1 0-1 0 0,-1 1 1 0 0,1-1-1 0 0,-1 0 1 0 0,1 1-1 0 0,0-1 1 0 0,-1 0-1 0 0,1 1 1 0 0,0-1-1 0 0,-1 1 0 0 0,1-1 1 0 0,0 1-1 0 0,-1-1 1 0 0,1 1-1 0 0,0-1 1 0 0,0 1-1 0 0,-1-1 1 0 0,1 2-1 0 0,-2 0-1 0 0,1-1 1 0 0,-1 1-1 0 0,0-1 0 0 0,0 1 0 0 0,1-1 0 0 0,-1 0 0 0 0,0 1 1 0 0,-1-1-1 0 0,1 0 0 0 0,0 0 0 0 0,0-1 0 0 0,0 1 0 0 0,0 0 1 0 0,-1-1-1 0 0,-2 1 0 0 0,-15 0 14 0 0,19-1-11 0 0,1 0 0 0 0,0 0-1 0 0,0 1 1 0 0,-1-1-1 0 0,1 0 1 0 0,0 0 0 0 0,0 0-1 0 0,-1 0 1 0 0,1 0 0 0 0,0 0-1 0 0,0 1 1 0 0,-1-1-1 0 0,1 0 1 0 0,0 0 0 0 0,0 0-1 0 0,0 1 1 0 0,-1-1 0 0 0,1 0-1 0 0,0 0 1 0 0,0 1-1 0 0,0-1 1 0 0,0 0 0 0 0,-1 0-1 0 0,1 1 1 0 0,0-1 0 0 0,0 0-1 0 0,0 0 1 0 0,0 1-1 0 0,0-1 1 0 0,0 0 0 0 0,0 0-1 0 0,0 1 1 0 0,0-1 0 0 0,0 0-1 0 0,0 1 1 0 0,0-1-1 0 0,0 0 1 0 0,0 1 0 0 0,-4 9-66 0 0,-2-8 52 0 0,5-2 12 0 0,0 0 0 0 0,1 0 0 0 0,-1 0 0 0 0,0 0 0 0 0,0 0 0 0 0,0 0 0 0 0,1 0 0 0 0,-1 1 0 0 0,0-1 0 0 0,0 0 0 0 0,1 1 0 0 0,-1-1-1 0 0,0 0 1 0 0,1 1 0 0 0,-1-1 0 0 0,0 1 0 0 0,1-1 0 0 0,-1 1 0 0 0,0-1 0 0 0,1 1 0 0 0,-1 0 0 0 0,1-1 0 0 0,-1 1 0 0 0,1 0 0 0 0,0-1 0 0 0,-1 1 0 0 0,1 0 0 0 0,0 0 0 0 0,-1-1 0 0 0,1 1 0 0 0,0 0 0 0 0,0 0 0 0 0,0-1 0 0 0,-1 2 0 0 0,1 0 0 0 0,0 0 0 0 0,0-1 0 0 0,0 1 0 0 0,-1 0 0 0 0,1 0 0 0 0,-1-1 0 0 0,1 1 0 0 0,-1 0 0 0 0,0-1 0 0 0,0 1 0 0 0,1-1 0 0 0,-1 1 0 0 0,0-1 0 0 0,0 1 0 0 0,-1-1 0 0 0,1 0 0 0 0,-2 3 0 0 0,1-3 0 0 0,1 0 0 0 0,0 0 0 0 0,-1 1 0 0 0,1-1 0 0 0,0 1 0 0 0,0-1 0 0 0,0 1 0 0 0,0-1 0 0 0,0 1 0 0 0,1 0 0 0 0,-1-1 0 0 0,0 1 0 0 0,1 0 0 0 0,-1 0 0 0 0,1 0 0 0 0,0-1 0 0 0,-1 5 0 0 0,1-5 0 0 0,0 0 0 0 0,0 0 0 0 0,0 1 0 0 0,0-1 1 0 0,0 0-1 0 0,0 0 0 0 0,-1 1 0 0 0,1-1 0 0 0,0 0 0 0 0,-1 0 0 0 0,1 0 1 0 0,-1 0-1 0 0,0 1 0 0 0,1-1 0 0 0,-1 0 0 0 0,0 0 0 0 0,1 0 0 0 0,-1 0 0 0 0,0 0 1 0 0,0-1-1 0 0,0 1 0 0 0,0 0 0 0 0,0 0 0 0 0,-1 0 0 0 0,0 0 0 0 0,1 0-1 0 0,0 0 0 0 0,0-1 1 0 0,0 1-1 0 0,0 0 0 0 0,0 0 1 0 0,0 0-1 0 0,0 0 0 0 0,1 0 1 0 0,-1 0-1 0 0,0 1 0 0 0,1-1 1 0 0,-1 0-1 0 0,0 0 0 0 0,1 1 1 0 0,-1-1-1 0 0,1 0 0 0 0,0 0 1 0 0,-1 1-1 0 0,1-1 0 0 0,0 0 1 0 0,0 1-1 0 0,0-1 0 0 0,0 2 1 0 0,0-1-1 0 0,0 0 1 0 0,-1-1-1 0 0,1 1 0 0 0,0 0 1 0 0,1-1-1 0 0,-1 1 1 0 0,0-1-1 0 0,0 1 1 0 0,1 0-1 0 0,-1-1 1 0 0,0 1-1 0 0,1 0 1 0 0,0-1-1 0 0,-1 1 1 0 0,1-1-1 0 0,0 0 1 0 0,0 1-1 0 0,0-1 1 0 0,0 1-1 0 0,0-1 0 0 0,0 0 1 0 0,0 0-1 0 0,1 0 1 0 0,-1 0-1 0 0,0 0 1 0 0,2 1-1 0 0,4 4 2 0 0,-6-6-5 0 0,-1 1 1 0 0,1 0-1 0 0,-1-1 0 0 0,1 1 0 0 0,-1-1 0 0 0,0 1 0 0 0,1 0 1 0 0,-1-1-1 0 0,0 1 0 0 0,0 0 0 0 0,1 0 0 0 0,-1-1 0 0 0,0 1 1 0 0,0 0-1 0 0,0 0 0 0 0,0-1 0 0 0,0 1 0 0 0,0 0 0 0 0,0 0 0 0 0,0-1 1 0 0,-1 2-1 0 0,1-1 0 0 0,0-1 1 0 0,0 1-1 0 0,0-1 0 0 0,0 1 1 0 0,0-1-1 0 0,0 1 1 0 0,0-1-1 0 0,0 1 0 0 0,0-1 1 0 0,0 1-1 0 0,0-1 0 0 0,0 1 1 0 0,0-1-1 0 0,0 1 1 0 0,0-1-1 0 0,1 1 0 0 0,-1-1 1 0 0,0 1-1 0 0,0-1 1 0 0,1 1-1 0 0,-1-1 0 0 0,0 0 1 0 0,1 1-1 0 0,-1-1 0 0 0,0 1 1 0 0,1-1-1 0 0,-1 0 1 0 0,0 1-1 0 0,1-1 0 0 0,-1 0 1 0 0,1 1-1 0 0,2-1-3 0 0,-2 0 7 0 0,0 0 0 0 0,0 0-1 0 0,0 1 1 0 0,0-1 0 0 0,0 0 0 0 0,0 0-1 0 0,0 0 1 0 0,0 1 0 0 0,0-1 0 0 0,0 0-1 0 0,0 1 1 0 0,0-1 0 0 0,0 1 0 0 0,0-1-1 0 0,0 1 1 0 0,-1 0 0 0 0,1-1 0 0 0,0 1-1 0 0,0 0 1 0 0,-1-1 0 0 0,1 1 0 0 0,0 0-1 0 0,-1 0 1 0 0,1 1 0 0 0,0-2 0 0 0,-1 1 0 0 0,0-1 0 0 0,0 1 0 0 0,0-1 0 0 0,0 1 0 0 0,1-1 0 0 0,-1 1 0 0 0,0-1 0 0 0,0 1 0 0 0,1-1 0 0 0,-1 0 0 0 0,0 1 0 0 0,1-1 0 0 0,-1 0 0 0 0,1 1 0 0 0,-1-1 0 0 0,0 0 0 0 0,1 1 0 0 0,-1-1 0 0 0,1 0 0 0 0,-1 0 0 0 0,1 1 0 0 0,-1-1 0 0 0,1 0 0 0 0,-1 0 0 0 0,1 0 0 0 0,-1 0 0 0 0,1 0 0 0 0,-1 0 0 0 0,1 0 0 0 0,-1 0 0 0 0,1 0 0 0 0,-1 0 0 0 0,1 0 0 0 0,0 0 0 0 0,-1 0 0 0 0,1 0 0 0 0,-1 0 0 0 0,1 0 0 0 0,0 0 0 0 0,-1 0 0 0 0,1 0 0 0 0,-1 0 0 0 0,1 0 0 0 0,-1 0 0 0 0,1 0 0 0 0,-1 0 0 0 0,1 0 0 0 0,0 1 0 0 0,-1-1 0 0 0,1 0 0 0 0,-1 0 0 0 0,1 1 0 0 0,-1-1 0 0 0,1 0 0 0 0,-1 1 0 0 0,0-1 0 0 0,1 0 0 0 0,-1 1 0 0 0,1-1 0 0 0,-1 1 0 0 0,0-1 0 0 0,1 1 0 0 0,-1-1 0 0 0,0 1 0 0 0,0-1 0 0 0,1 1 0 0 0,-1-1 0 0 0,0 1 0 0 0,0-1 0 0 0,0 1 0 0 0,1 0 0 0 0,1 3 6 0 0,1-1 1 0 0,0 1-1 0 0,0-1 1 0 0,1 0-1 0 0,-1 0 0 0 0,1 0 1 0 0,-1-1-1 0 0,1 1 1 0 0,7 3-1 0 0,4 3 10 0 0,45 25-3 0 0,-49-24 15 0 0,-10-8-25 0 0,1-1 0 0 0,-1 0 0 0 0,1 1 0 0 0,-1-1 0 0 0,1 0 0 0 0,-1 0 0 0 0,1 0 0 0 0,0 0 0 0 0,0 0 0 0 0,-1 0 0 0 0,1-1 0 0 0,4 2 0 0 0,16 10-44 0 0,-17-9 29 0 0,1 0 0 0 0,0 0 1 0 0,-1 0-1 0 0,1 0 0 0 0,0-1 0 0 0,0 0 1 0 0,0 0-1 0 0,11 1 0 0 0,13 5 26 0 0,1-1-1 0 0,0-1 0 0 0,0-2 1 0 0,0-2-1 0 0,56-1 0 0 0,42-10 250 0 0,132 9 1 0 0,122 27 156 0 0,-238-20-180 0 0,17 4 147 0 0,-150-10-344 0 0,0 0-1 0 0,0-1 0 0 0,0-1 0 0 0,0 0 1 0 0,20-4-1 0 0,26-2 184 0 0,93-7 2416 0 0,81 29-2402 0 0,-127-5-161 0 0,-44-2-32 0 0,80-2 0 0 0,-132-5-48 0 0,41-8-64 0 0,-41 5 69 0 0,-1-1 0 0 0,1 0 0 0 0,-1-1 0 0 0,0 0 0 0 0,0 0 0 0 0,0 0 0 0 0,12-10 0 0 0,18-10 44 0 0,-2 3 59 0 0,48-23-68 0 0,32-8 108 0 0,-106 40-67 0 0,40-13 27 0 0,-49 25-105 0 0,-1 0 0 0 0,1-1 0 0 0,-1 1 1 0 0,0 0-1 0 0,1 0 0 0 0,-1-1 0 0 0,0 1 0 0 0,1 0 1 0 0,-1 0-1 0 0,0-1 0 0 0,1 1 0 0 0,-1-1 1 0 0,0 1-1 0 0,0 0 0 0 0,1-1 0 0 0,-1 1 0 0 0,0 0 1 0 0,0-1-1 0 0,0 1 0 0 0,0-1 0 0 0,1 1 0 0 0,-1-1 1 0 0,0 1-1 0 0,0-1 0 0 0,0 1 0 0 0,0 0 1 0 0,0-1-1 0 0,0 0 0 0 0,4-7 14 0 0,10 1 24 0 0,-12 6-35 0 0,0 1 0 0 0,1-1 0 0 0,-1 0 0 0 0,0 0 0 0 0,0 0 0 0 0,0 0 0 0 0,0 0 0 0 0,0-1 0 0 0,0 1 0 0 0,0 0 0 0 0,0-1 0 0 0,0 0 0 0 0,-1 1 0 0 0,1-1 0 0 0,-1 0 0 0 0,1 0 0 0 0,-1 0 0 0 0,0 0 0 0 0,0 0 0 0 0,0 0 0 0 0,0 0 0 0 0,0 0 0 0 0,1-3 0 0 0,-2 4-3 0 0,0 0 1 0 0,0 1 0 0 0,0-1-1 0 0,0 0 1 0 0,0 0-1 0 0,1 1 1 0 0,-1-1-1 0 0,0 0 1 0 0,0 1-1 0 0,1-1 1 0 0,-1 0 0 0 0,1 1-1 0 0,-1-1 1 0 0,0 1-1 0 0,1-1 1 0 0,-1 1-1 0 0,1-1 1 0 0,-1 0-1 0 0,1 1 1 0 0,-1 0 0 0 0,1-1-1 0 0,0 1 1 0 0,-1-1-1 0 0,1 1 1 0 0,0 0-1 0 0,-1-1 1 0 0,2 1-1 0 0,-1-1 1 0 0,0 1-1 0 0,1-1 1 0 0,-1 1-1 0 0,0-1 1 0 0,0 1-1 0 0,0-1 1 0 0,-1 0-1 0 0,1 0 1 0 0,0 1-1 0 0,0-1 1 0 0,0 0-1 0 0,0 0 1 0 0,-1 0-1 0 0,1 0 1 0 0,0 0-1 0 0,-1 0 1 0 0,1 0 0 0 0,-1 0-1 0 0,1 0 1 0 0,-1 0-1 0 0,0-1 1 0 0,1 1-1 0 0,-1 0 1 0 0,0 0-1 0 0,0 0 1 0 0,0 0-1 0 0,0-1 1 0 0,0 1-1 0 0,0-1 1 0 0,0 1-3 0 0,0 1-1 0 0,0-1 1 0 0,0 1 0 0 0,0-1 0 0 0,0 1 0 0 0,0-1 0 0 0,0 1 0 0 0,0-1 0 0 0,0 1 0 0 0,0-1 0 0 0,1 1 0 0 0,-1-1 0 0 0,0 1-1 0 0,0-1 1 0 0,0 1 0 0 0,1-1 0 0 0,-1 1 0 0 0,0-1 0 0 0,1 1 0 0 0,-1 0 0 0 0,0-1 0 0 0,1 1 0 0 0,-1-1 0 0 0,0 1 0 0 0,1 0-1 0 0,-1-1 1 0 0,1 1 0 0 0,-1 0 0 0 0,1 0 0 0 0,-1-1 0 0 0,1 1 0 0 0,-1 0 0 0 0,1 0 0 0 0,-1 0 0 0 0,1 0 0 0 0,-1 0 0 0 0,1 0 0 0 0,0 0-1 0 0,0-1 2 0 0,0 1-1 0 0,0 0 1 0 0,0 0-1 0 0,0-1 1 0 0,0 1-1 0 0,0 0 0 0 0,0-1 1 0 0,-1 1-1 0 0,1-1 1 0 0,0 1-1 0 0,0-1 1 0 0,0 0-1 0 0,-1 1 0 0 0,1-1 1 0 0,0 0-1 0 0,-1 1 1 0 0,1-1-1 0 0,0 0 1 0 0,-1 0-1 0 0,1 0 0 0 0,-1 0 1 0 0,1 1-1 0 0,-1-1 1 0 0,0 0-1 0 0,1 0 0 0 0,-1 0 1 0 0,0 0-1 0 0,0 0 1 0 0,0 0-1 0 0,0 0 1 0 0,1 0-1 0 0,-1 0 0 0 0,0 0 1 0 0,-1 0-1 0 0,1 0 1 0 0,0 0-1 0 0,0 0 1 0 0,-1-1-1 0 0,0-1 7 0 0,2-1 20 0 0,24-7-61 0 0,-19-10 17 0 0,-7 9 21 0 0,1-76 236 0 0,0 87-238 0 0,0 1 1 0 0,0-1-1 0 0,0 1 0 0 0,-1 0 1 0 0,1-1-1 0 0,0 1 0 0 0,-1 0 1 0 0,1-1-1 0 0,0 1 1 0 0,-1 0-1 0 0,1-1 0 0 0,0 1 1 0 0,-1 0-1 0 0,1-1 1 0 0,0 1-1 0 0,-1 0 0 0 0,1 0 1 0 0,-1 0-1 0 0,1-1 1 0 0,-1 1-1 0 0,1 0 0 0 0,-1 0 1 0 0,1 0-1 0 0,0 0 1 0 0,-1 0-1 0 0,1 0 0 0 0,-1 0 1 0 0,1 0-1 0 0,-1 0 1 0 0,1 0-1 0 0,-1 0 0 0 0,1 0 1 0 0,-1 0-1 0 0,0 1 1 0 0,1-1-4 0 0,-1 0 1 0 0,1 0 0 0 0,-1 1 0 0 0,1-1 0 0 0,-1 0 0 0 0,1 0 0 0 0,-1 0 0 0 0,1 0 0 0 0,-1 0-1 0 0,1 0 1 0 0,-1 0 0 0 0,1 0 0 0 0,-1 0 0 0 0,1-1 0 0 0,-1 1 0 0 0,1 0 0 0 0,-1 0 0 0 0,1 0 0 0 0,-1 0-1 0 0,1-1 1 0 0,-1 1 0 0 0,1 0 0 0 0,-1-1 0 0 0,1 1 0 0 0,0 0 0 0 0,-1-1 0 0 0,1 1 0 0 0,0 0 0 0 0,-1-1-1 0 0,1 1 1 0 0,0 0 0 0 0,-1-1 0 0 0,1 1 0 0 0,0-1 0 0 0,0 1 0 0 0,-1-1 0 0 0,0-1 1 0 0,-1 1 1 0 0,1 0-1 0 0,-1 0 0 0 0,1 0 1 0 0,-1 1-1 0 0,0-1 1 0 0,1 0-1 0 0,-1 1 0 0 0,0-1 1 0 0,0 1-1 0 0,1-1 1 0 0,-1 1-1 0 0,0 0 0 0 0,-3 0 1 0 0,-2-1 43 0 0,-109-26 49 0 0,-65-5-241 0 0,-95-1 77 0 0,105 15 47 0 0,-130 6-44 0 0,240 7 134 0 0,-144-3-307 0 0,192 8 232 0 0,0-1 0 0 0,0 2 1 0 0,-19 2-1 0 0,-18 1-28 0 0,-257 7 23 0 0,41 2 56 0 0,5-1-20 0 0,222-11-189 0 0,1 1-1 0 0,-1 1 0 0 0,1 2 0 0 0,-1 2 1 0 0,-45 15-1 0 0,44-7 2 0 0,15-5 269 0 0,-1-1 0 0 0,-29 6 0 0 0,50-13-64 0 0,5-2-49 0 0,1-1 0 0 0,-1 1 1 0 0,0 0-1 0 0,0 0 1 0 0,0 0-1 0 0,0 0 1 0 0,0 0-1 0 0,0-1 1 0 0,0 1-1 0 0,0 0 0 0 0,0 0 1 0 0,1 0-1 0 0,-1 0 1 0 0,0-1-1 0 0,0 1 1 0 0,0 0-1 0 0,0 0 0 0 0,0 0 1 0 0,0-1-1 0 0,0 1 1 0 0,0 0-1 0 0,0 0 1 0 0,0 0-1 0 0,0 0 1 0 0,-1-1-1 0 0,1 1 0 0 0,0 0 1 0 0,0 0-1 0 0,0 0 1 0 0,0 0-1 0 0,0-1 1 0 0,0 1-1 0 0,0 0 1 0 0,0 0-1 0 0,0 0 0 0 0,-1 0 1 0 0,1 0-1 0 0,0 0 1 0 0,0-1-1 0 0,0 1 1 0 0,0 0-1 0 0,0 0 0 0 0,-1 0 1 0 0,1 0-1 0 0,0 0 1 0 0,0 0-1 0 0,0 0 1 0 0,0 0-1 0 0,-1 0 1 0 0,1 0-1 0 0,0 0 0 0 0,0 0 1 0 0,0 0-1 0 0,0 0 1 0 0,-1 0-1 0 0,1 0 1 0 0,0 0-1 0 0,0 0 1 0 0,0 0-1 0 0,0 0 0 0 0,-1 0 1 0 0,1 0-1 0 0,0 0 1 0 0,0 0-1 0 0,0 0 1 0 0,-1 0-1 0 0,-19-1-1738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0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45 960 0 0,'0'-1'128'0'0,"0"1"-1"0"0,0-1 1 0 0,0 1-1 0 0,-1 0 1 0 0,1-1-1 0 0,0 1 1 0 0,0-1-1 0 0,0 1 0 0 0,0 0 1 0 0,-1-1-1 0 0,1 1 1 0 0,0-1-1 0 0,-1 1 1 0 0,1 0-1 0 0,0 0 1 0 0,-1-1-1 0 0,1 1 0 0 0,0 0 1 0 0,-1-1-1 0 0,1 1 1 0 0,0 0-1 0 0,-1 0 1 0 0,1 0-1 0 0,-1-1 1 0 0,1 1-1 0 0,0 0 0 0 0,-1 0 1 0 0,1 0-1 0 0,-1 0 1 0 0,1 0-1 0 0,-1 0 1 0 0,1 0-1 0 0,0 0 1 0 0,-2 0-1 0 0,2 0-44 0 0,-1 0-1 0 0,1 0 0 0 0,-1 0 1 0 0,1 0-1 0 0,-1 0 1 0 0,1 0-1 0 0,0 0 1 0 0,-1 0-1 0 0,1 0 1 0 0,-1-1-1 0 0,1 1 1 0 0,-1 0-1 0 0,1 0 1 0 0,-1 0-1 0 0,1-1 1 0 0,0 1-1 0 0,-1 0 1 0 0,1-1-1 0 0,-1 1 1 0 0,1 0-1 0 0,0-1 1 0 0,-1 1-1 0 0,1 0 1 0 0,0-1-1 0 0,0 1 1 0 0,-1 0-1 0 0,1-1 1 0 0,0 1-1 0 0,0-1 1 0 0,-1 1-1 0 0,1-1 1 0 0,0 1-1 0 0,0-1 1 0 0,0 1-1 0 0,0-1 1 0 0,0 0-27 0 0,0 1 0 0 0,-1-1 0 0 0,1 1 0 0 0,0-1 1 0 0,0 1-1 0 0,0-1 0 0 0,-1 1 0 0 0,1 0 1 0 0,0-1-1 0 0,-1 1 0 0 0,1-1 0 0 0,0 1 1 0 0,-1 0-1 0 0,1-1 0 0 0,-1 1 0 0 0,1 0 1 0 0,0-1-1 0 0,-1 1 0 0 0,1 0 0 0 0,-1 0 1 0 0,1-1-1 0 0,-1 1 0 0 0,1 0 0 0 0,-1 0 1 0 0,1 0-1 0 0,-1 0 0 0 0,1 0 0 0 0,-1-1 1 0 0,1 1-1 0 0,-1 0 0 0 0,1 0 0 0 0,-1 0 1 0 0,1 1-1 0 0,-2-1 0 0 0,2 0 5 0 0,-1 0-1 0 0,1 0 1 0 0,-1 0-1 0 0,1 0 1 0 0,-1 0-1 0 0,0 0 1 0 0,1 0 0 0 0,-1 0-1 0 0,1 0 1 0 0,-1 0-1 0 0,1 0 1 0 0,-1-1-1 0 0,1 1 1 0 0,-1 0-1 0 0,1 0 1 0 0,-1-1 0 0 0,1 1-1 0 0,-1 0 1 0 0,1-1-1 0 0,-1 1 1 0 0,1 0-1 0 0,-1-1 1 0 0,1 1-1 0 0,0 0 1 0 0,-1-1 0 0 0,1 1-1 0 0,0-1 1 0 0,-1 1-1 0 0,1-1 1 0 0,0 1-1 0 0,-1-1 1 0 0,1 1-1 0 0,0-1 1 0 0,0 1 0 0 0,0-2-1 0 0,-5 2 514 0 0,4 0-520 0 0,0 1-13 0 0,0-1 1 0 0,-1 0-1 0 0,1 0 0 0 0,0 0 1 0 0,-1 0-1 0 0,1 0 1 0 0,0 0-1 0 0,-1 0 1 0 0,1-1-1 0 0,0 1 1 0 0,-1 0-1 0 0,1-1 1 0 0,0 1-1 0 0,-1-1 1 0 0,1 1-1 0 0,0-1 1 0 0,-2-1-1 0 0,3 2 186 0 0,5 0-120 0 0,16 0-54 0 0,-16 2-579 0 0,0 3-989 0 0,12 0-657 0 0,11 3-4500 0 0,-24-3 3657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13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1100 358 1441 0 0,'0'-52'8163'0'0,"0"51"-8104"0"0,-1 0-1 0 0,0 0 1 0 0,0 0-1 0 0,0 0 1 0 0,0 1-1 0 0,0-1 1 0 0,0 0-1 0 0,0 0 1 0 0,0 1-1 0 0,0-1 1 0 0,0 1-1 0 0,0-1 1 0 0,-1 1-1 0 0,1-1 0 0 0,0 1 1 0 0,0 0-1 0 0,0-1 1 0 0,-1 1-1 0 0,1 0 1 0 0,-2 0-1 0 0,2 0 35 0 0,-29-12 894 0 0,25 11-880 0 0,-20-4 213 0 0,15-3 227 0 0,-10 3-240 0 0,17 5-181 0 0,1-1 1 0 0,-1 1 0 0 0,1 0 0 0 0,-1-1-1 0 0,1 0 1 0 0,0 0 0 0 0,-1 1 0 0 0,1-1-1 0 0,0-1 1 0 0,0 1 0 0 0,0 0-1 0 0,0 0 1 0 0,-4-4 0 0 0,-43 1 580 0 0,44 3-600 0 0,-17 0 207 0 0,19 2-255 0 0,-2-1 275 0 0,0-1-188 0 0,-6-1-57 0 0,1 0 0 0 0,-1 1 1 0 0,0 0-1 0 0,1 1 0 0 0,-21 2 0 0 0,-122 3 257 0 0,128-5-346 0 0,20 0-67 0 0,0 1-13 0 0,-40 13-129 0 0,33-10 178 0 0,1 0 0 0 0,-1-1 0 0 0,-24 4-1 0 0,33-6 16 0 0,-1 0 0 0 0,1-1 0 0 0,0 1-1 0 0,-1 0 1 0 0,1 1 0 0 0,0-1 0 0 0,-1 1-1 0 0,-3 2 1 0 0,-19 8-131 0 0,11-6 128 0 0,1 0-1 0 0,-1 1 1 0 0,-19 13 0 0 0,21-12 15 0 0,0-1 0 0 0,0 0 0 0 0,-21 7 0 0 0,25-11 13 0 0,0 0 0 0 0,1 0 1 0 0,-1 1-1 0 0,1 1 0 0 0,0-1 1 0 0,0 1-1 0 0,0 1 0 0 0,1-1 1 0 0,-8 8-1 0 0,8-9-8 0 0,0 0-1 0 0,0-1 1 0 0,0 0-1 0 0,0 0 1 0 0,-13 2-1 0 0,-6 4-3 0 0,0-1 146 0 0,22-8-126 0 0,-1 0 23 0 0,5 1-80 0 0,-4 29-240 0 0,-7-21 224 0 0,1-4 59 0 0,9-3-6 0 0,0-1 1 0 0,0 0-1 0 0,1 1 1 0 0,-1-1-1 0 0,0 1 1 0 0,1-1-1 0 0,-1 1 1 0 0,1-1-1 0 0,0 1 1 0 0,-1 0-1 0 0,1-1 1 0 0,0 1-1 0 0,0-1 1 0 0,0 1-1 0 0,0 0 1 0 0,0-1-1 0 0,1 1 1 0 0,-1-1-1 0 0,0 1 1 0 0,1 1-1 0 0,0-2 8 0 0,-1 1 0 0 0,1-1 0 0 0,-1 0 0 0 0,0 1 0 0 0,1-1 0 0 0,-1 1 0 0 0,0-1 0 0 0,0 1 0 0 0,0-1 0 0 0,0 0 0 0 0,0 1 0 0 0,-1-1 0 0 0,1 1 0 0 0,0-1 0 0 0,-1 0 0 0 0,1 1-1 0 0,-1-1 1 0 0,1 0 0 0 0,-1 1 0 0 0,1-1 0 0 0,-1 0 0 0 0,0 0 0 0 0,-1 2 0 0 0,-18 3-5 0 0,45 9-293 0 0,-20-13 291 0 0,1 0 1 0 0,0 0-1 0 0,0 0 1 0 0,0-1-1 0 0,0 1 1 0 0,0-1-1 0 0,0-1 1 0 0,7 1-1 0 0,51 17 2 0 0,103 17-362 0 0,-110-21 103 0 0,107 13 0 0 0,37-25 381 0 0,-105-3-84 0 0,-86 1-31 0 0,0 0-1 0 0,0 0 1 0 0,0-1-1 0 0,17-3 1 0 0,-5 1 27 0 0,12 1 124 0 0,-1-2 0 0 0,0-2-1 0 0,0-1 1 0 0,38-13 0 0 0,17-3 280 0 0,-33 12-266 0 0,0 2-1 0 0,1 3 1 0 0,0 2-1 0 0,0 2 1 0 0,0 3-1 0 0,72 11 1 0 0,194 24 214 0 0,-225-32-158 0 0,-73-5-193 0 0,1 1-1 0 0,-1 2 1 0 0,1 0-1 0 0,47 12 1 0 0,-41-5-35 0 0,1-1-1 0 0,0-3 1 0 0,0 0 0 0 0,47 0 0 0 0,51 7 94 0 0,167 13-27 0 0,-195-19-37 0 0,-73-6-13 0 0,-1 2-1 0 0,54 9 1 0 0,51 12 3 0 0,60 12 53 0 0,-169-31-49 0 0,1-1-1 0 0,39-1 1 0 0,-38-1 94 0 0,51 7 0 0 0,-19-2 42 0 0,-1-3 0 0 0,1-1 0 0 0,-1-4 0 0 0,90-12 0 0 0,-95 8-59 0 0,27-6 38 0 0,248-47 822 0 0,-207 28-321 0 0,-110 28-619 0 0,1 0 0 0 0,-2-1 1 0 0,1 0-1 0 0,0 0 0 0 0,-1-1 0 0 0,0 0 0 0 0,0-1 0 0 0,0 0 0 0 0,-1 0 0 0 0,0-1 0 0 0,10-10 1 0 0,32-14 284 0 0,-45 27-248 0 0,-1-1-1 0 0,1 1 0 0 0,0 0 1 0 0,0 1-1 0 0,0-1 0 0 0,0 1 1 0 0,1 0-1 0 0,10-5 0 0 0,-11 6-26 0 0,-5 2-27 0 0,0 0-1 0 0,1 0 0 0 0,-1 0 0 0 0,0-1 1 0 0,1 1-1 0 0,-1 0 0 0 0,0 0 1 0 0,0-1-1 0 0,1 1 0 0 0,-1 0 0 0 0,0 0 1 0 0,0-1-1 0 0,1 1 0 0 0,-1 0 1 0 0,0-1-1 0 0,0 1 0 0 0,0 0 0 0 0,0-1 1 0 0,0 1-1 0 0,0 0 0 0 0,1-1 0 0 0,-1 1 1 0 0,0-1-1 0 0,0 1 0 0 0,0 0 1 0 0,0-1-1 0 0,0 1 0 0 0,0 0 0 0 0,0-1 1 0 0,0 1-1 0 0,-1-1 0 0 0,1 1 1 0 0,0 0-1 0 0,0-1 0 0 0,0 1 0 0 0,0 0 1 0 0,0-1-1 0 0,-1 1 0 0 0,1 0 0 0 0,0-1 1 0 0,0 1-1 0 0,-1 0 0 0 0,1 0 1 0 0,0-1-1 0 0,0 1 0 0 0,-1 0 0 0 0,1 0 1 0 0,0-1-1 0 0,-1 1 0 0 0,1 0 1 0 0,0 0-1 0 0,-1 0 0 0 0,1 0 0 0 0,0 0 1 0 0,-1-1-1 0 0,1 1 0 0 0,0 0 1 0 0,-1 0-1 0 0,0 0 0 0 0,-15-9 134 0 0,-20-21-140 0 0,1 1-1 0 0,0 1 1 0 0,-71-43-1 0 0,35 33 13 0 0,-2 3 0 0 0,-139-46 0 0 0,86 38-36 0 0,1 9 134 0 0,107 28-110 0 0,-76-27 71 0 0,-2 5-1 0 0,-108-19 1 0 0,167 42-176 0 0,-353-39-171 0 0,99 36-14 0 0,-217 47-149 0 0,206-8 564 0 0,253-27-340 0 0,-352 37 149 0 0,205 1-1769 0 0,130-23-908 0 0,-66 30 0 0 0,119-44 1662 0 0,-1 1 0 0 0,1 1 1 0 0,-22 14-1 0 0,30-16 329 0 0,0-1 1 0 0,0 1-1 0 0,1 0 1 0 0,0 1 0 0 0,0-1-1 0 0,0 1 1 0 0,1 0-1 0 0,-3 7 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1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80 0 0,'0'-5'1361'0'0,"0"10"-81"0"0,0 3-2800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1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870 254 400 0 0,'0'-7'4216'0'0,"1"-19"-148"0"0,0 24-3953 0 0,-1 1 1 0 0,0-1-1 0 0,0 0 0 0 0,0 1 1 0 0,0-1-1 0 0,0 0 0 0 0,0 1 1 0 0,-1-1-1 0 0,1 1 0 0 0,0-1 1 0 0,-1 0-1 0 0,0 1 0 0 0,1-1 1 0 0,-1 1-1 0 0,0-1 1 0 0,-1-1-1 0 0,-52-10 828 0 0,31 6-586 0 0,1 2 0 0 0,-44-4 0 0 0,61 9-223 0 0,5 0-126 0 0,0 0 0 0 0,0-1 0 0 0,0 1 0 0 0,1 0 0 0 0,-1 0 0 0 0,0 0 0 0 0,0 0 0 0 0,0-1 0 0 0,0 1 0 0 0,0 0 0 0 0,0 0 0 0 0,0 0 0 0 0,0 0 0 0 0,0-1 0 0 0,0 1 0 0 0,0 0 0 0 0,0 0 0 0 0,0 0 0 0 0,0-1 0 0 0,0 1 0 0 0,0 0 1 0 0,0 0-1 0 0,0 0 0 0 0,0-1 0 0 0,0 1 0 0 0,0 0 0 0 0,0 0 0 0 0,0 0 0 0 0,0 0 0 0 0,0-1 0 0 0,0 1 0 0 0,-1 0 0 0 0,1 0 0 0 0,0 0 0 0 0,0 0 0 0 0,0 0 0 0 0,0-1 0 0 0,0 1 0 0 0,-1 0 0 0 0,1 0 0 0 0,0 0 0 0 0,0 0 0 0 0,0 0 1 0 0,0 0-1 0 0,-1 0 0 0 0,1 0 0 0 0,0 0 0 0 0,0-1 0 0 0,0 1 0 0 0,-1 0 0 0 0,1 0 0 0 0,0 0 0 0 0,0 0 0 0 0,0 0 0 0 0,0 0 0 0 0,-1 0 0 0 0,1 0 0 0 0,0 0 0 0 0,0 1 0 0 0,0-1 0 0 0,-1 0 0 0 0,1 0 0 0 0,-28-5 402 0 0,-47-3 0 0 0,-23-4 51 0 0,84 10-424 0 0,0 0-1 0 0,0 0 1 0 0,0 1-1 0 0,-16 1 1 0 0,15 0 7 0 0,-96 0 356 0 0,106 0-320 0 0,0 0 0 0 0,-44-1-26 0 0,46 0-68 0 0,0 1 0 0 0,1 0-1 0 0,-1 0 1 0 0,1 0 0 0 0,-1 0-1 0 0,0 0 1 0 0,1 1 0 0 0,-1-1 0 0 0,1 1-1 0 0,-1 0 1 0 0,1 0 0 0 0,-1 0 0 0 0,1 0-1 0 0,-3 2 1 0 0,-30 11-31 0 0,27-14 18 0 0,0 0 19 0 0,3 5 21 0 0,0 2 41 0 0,-75 37 39 0 0,80-44-92 0 0,-1 0-1 0 0,1 1 1 0 0,0-1-1 0 0,-1 0 1 0 0,1 0-1 0 0,0 0 1 0 0,0 0-1 0 0,-1 0 1 0 0,1 1-1 0 0,0-1 1 0 0,0 0 0 0 0,-1 0-1 0 0,1 0 1 0 0,0 1-1 0 0,0-1 1 0 0,-1 0-1 0 0,1 0 1 0 0,0 1-1 0 0,0-1 1 0 0,0 0-1 0 0,0 1 1 0 0,0-1-1 0 0,-1 0 1 0 0,1 1 0 0 0,0-1-1 0 0,0 0 1 0 0,0 0-1 0 0,0 1 1 0 0,0-1-1 0 0,0 0 1 0 0,0 1-1 0 0,0-1 1 0 0,0 0-1 0 0,0 1 1 0 0,0-1 0 0 0,-4 12-21 0 0,2-10 21 0 0,0 0 1 0 0,0 1-1 0 0,0-1 1 0 0,0 0-1 0 0,0 0 0 0 0,1 1 1 0 0,-1-1-1 0 0,1 1 1 0 0,0-1-1 0 0,-1 1 0 0 0,1 0 1 0 0,0 0-1 0 0,0 3 0 0 0,-2 46 58 0 0,3-50-57 0 0,0 70 78 0 0,0-71-81 0 0,0 0 0 0 0,0 0 0 0 0,0 0 0 0 0,0 0 0 0 0,1 0 0 0 0,-1 0 0 0 0,0 0 0 0 0,1 0 0 0 0,-1-1 0 0 0,0 1 0 0 0,1 0 0 0 0,-1 0 0 0 0,1 0 0 0 0,0 0 0 0 0,-1 0 0 0 0,1-1 0 0 0,0 1 0 0 0,-1 0 0 0 0,1 0 0 0 0,0-1 0 0 0,0 1 0 0 0,0-1 0 0 0,1 2 0 0 0,-1-2 0 0 0,0 1 0 0 0,1 0 0 0 0,-1 0 0 0 0,0 0-1 0 0,0 0 1 0 0,0 0 0 0 0,0 0 0 0 0,0 0 0 0 0,0 0 0 0 0,-1 0-1 0 0,1 0 1 0 0,0 0 0 0 0,0 0 0 0 0,-1 1 0 0 0,1-1-1 0 0,-1 0 1 0 0,1 1 0 0 0,-1-1 0 0 0,0 0 0 0 0,1 1-1 0 0,-1-1 1 0 0,0 1 0 0 0,0-1 0 0 0,0 2 0 0 0,0 22 41 0 0,-2-22-58 0 0,2-3 11 0 0,27 9-102 0 0,-20-6 114 0 0,-5-3-2 0 0,-1 0 0 0 0,0 0 0 0 0,1 1 0 0 0,-1-1 0 0 0,0 1 0 0 0,1-1 0 0 0,-1 1 0 0 0,0-1 0 0 0,1 1 0 0 0,-1 0 0 0 0,0-1 0 0 0,0 1 0 0 0,0 0 0 0 0,0 0 0 0 0,0 0 0 0 0,0 0 0 0 0,0 0 0 0 0,0 0 0 0 0,0 0 0 0 0,0 0 0 0 0,-1 0 0 0 0,1 1 0 0 0,0-1 0 0 0,0 3 0 0 0,1-3-3 0 0,-1 1-1 0 0,1-1 1 0 0,-1 1-1 0 0,1-1 1 0 0,0 0-1 0 0,0 0 1 0 0,0 1-1 0 0,0-1 1 0 0,-1 0-1 0 0,1-1 1 0 0,1 1-1 0 0,-1 0 1 0 0,0-1-1 0 0,0 1 1 0 0,0-1-1 0 0,0 1 1 0 0,0-1-1 0 0,4 0 1 0 0,10 4-4 0 0,-2 4 34 0 0,2 0-1 0 0,-1-1 1 0 0,1-1-1 0 0,0 0 1 0 0,1-1 0 0 0,17 3-1 0 0,113 13 12 0 0,-55-10 18 0 0,21 5 72 0 0,1-5-1 0 0,0-5 1 0 0,1-5 0 0 0,117-14-1 0 0,-46 0 351 0 0,66 4 284 0 0,34-1 377 0 0,-26-5-587 0 0,140 11 142 0 0,-377 4-642 0 0,164-11 351 0 0,-127 5-248 0 0,1 3 1 0 0,78 5-1 0 0,-123 0-129 0 0,58 1 169 0 0,-18-9-185 0 0,4-12 147 0 0,-30 4-13 0 0,-20 2 13 0 0,-4 9-147 0 0,-5 3-6 0 0,0 0 0 0 0,0 0-1 0 0,0-1 1 0 0,0 1 0 0 0,0 0 0 0 0,0-1 0 0 0,0 1 0 0 0,-1-1 0 0 0,1 1 0 0 0,0-1 0 0 0,0 1-1 0 0,0-1 1 0 0,-1 1 0 0 0,1-1 0 0 0,0 0 0 0 0,-1 0 0 0 0,1 1 0 0 0,-1-1 0 0 0,1 0 0 0 0,0 0-1 0 0,-1 0 1 0 0,0 1 0 0 0,1-1 0 0 0,-1 0 0 0 0,0 0 0 0 0,1 0 0 0 0,-1 0 0 0 0,0 0-1 0 0,0 0 1 0 0,0 0 0 0 0,0 0 0 0 0,0-2 0 0 0,0 2-3 0 0,0 0 0 0 0,0 1 1 0 0,0-1-1 0 0,1 0 0 0 0,-1 0 0 0 0,0 0 1 0 0,0 0-1 0 0,0 0 0 0 0,1 0 0 0 0,-1 0 0 0 0,0 1 1 0 0,1-1-1 0 0,-1 0 0 0 0,1 0 0 0 0,-1 0 1 0 0,1 1-1 0 0,0-1 0 0 0,-1 0 0 0 0,1 1 1 0 0,0-1-1 0 0,-1 0 0 0 0,1 1 0 0 0,0-1 0 0 0,0 1 1 0 0,-1-1-1 0 0,1 1 0 0 0,0-1 0 0 0,1 1 1 0 0,-1-1-4 0 0,0 1 1 0 0,0 0 0 0 0,0-1 0 0 0,0 1-1 0 0,-1-1 1 0 0,1 0 0 0 0,0 1 0 0 0,0-1-1 0 0,0 0 1 0 0,-1 1 0 0 0,1-1 0 0 0,0 0-1 0 0,-1 0 1 0 0,1 1 0 0 0,-1-1 0 0 0,1 0-1 0 0,-1 0 1 0 0,1 0 0 0 0,-1 0 0 0 0,0 0-1 0 0,1 0 1 0 0,-1 0 0 0 0,0 0 0 0 0,0 0-1 0 0,0 0 1 0 0,1 0 0 0 0,-1 0 0 0 0,0-1-1 0 0,0-105 226 0 0,0 105-226 0 0,-1 1 1 0 0,1-1-1 0 0,0 0 0 0 0,0 1 0 0 0,-1-1 0 0 0,1 0 0 0 0,-1 1 1 0 0,1-1-1 0 0,-1 1 0 0 0,0-1 0 0 0,1 1 0 0 0,-1-1 0 0 0,0 1 1 0 0,0-1-1 0 0,0 1 0 0 0,0 0 0 0 0,0 0 0 0 0,-1-1 0 0 0,-1 0 1 0 0,2 1 0 0 0,0 0 0 0 0,0 0 0 0 0,-1-1 0 0 0,1 1 0 0 0,0 0 1 0 0,0-1-1 0 0,0 1 0 0 0,0 0 0 0 0,1-1 0 0 0,-1 1 0 0 0,0-1 1 0 0,1 0-1 0 0,-1 1 0 0 0,1-1 0 0 0,-1 1 0 0 0,1-1 0 0 0,0 0 1 0 0,-1 1-1 0 0,1-3 0 0 0,-1 0 1 0 0,0 0 1 0 0,-1 0-1 0 0,1 0 0 0 0,-1 1 0 0 0,0-1 1 0 0,0 1-1 0 0,0-1 0 0 0,-1 1 1 0 0,1 0-1 0 0,-1 0 0 0 0,0 0 1 0 0,0 0-1 0 0,0 0 0 0 0,0 1 1 0 0,0-1-1 0 0,-1 1 0 0 0,-6-4 0 0 0,-5-5 31 0 0,-10-6-37 0 0,-1 1 0 0 0,0 1 0 0 0,-1 1-1 0 0,-1 2 1 0 0,0 0 0 0 0,0 2 0 0 0,-33-7 0 0 0,39 10 2 0 0,-51-12-32 0 0,-1 2 1 0 0,-1 4-1 0 0,-146-7 1 0 0,-226 34-119 0 0,240 8 178 0 0,-329 78 0 0 0,355-66-1361 0 0,166-34-2731 0 0,5-9 873 0 0,30-14-1695 0 0,-15 18 4118 0 0,50-47-5780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1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70 560 0 0,'-4'-16'5693'0'0,"-11"13"-4744"0"0,9 3-761 0 0,1 0 12 0 0,6-1-197 0 0,0 0 0 0 0,-1 1 1 0 0,1-1-1 0 0,0 1 0 0 0,0-1 0 0 0,0 1 0 0 0,-1-1 0 0 0,1 1 1 0 0,0-1-1 0 0,0 1 0 0 0,0 0 0 0 0,0-1 0 0 0,0 1 0 0 0,0 0 1 0 0,0 0-1 0 0,0 0 0 0 0,0 0 0 0 0,0 0 0 0 0,0 0 0 0 0,0 0 1 0 0,0 0-1 0 0,0 0 0 0 0,0 0 0 0 0,2 1 0 0 0,2-1-69 0 0,-5-19-1062 0 0,5 12-3493 0 0,-4 7 4473 0 0,13-6-142 0 0,-14 6 274 0 0,1 0 0 0 0,-1 0 0 0 0,0 0 0 0 0,0 0 0 0 0,0 0 0 0 0,0 0 0 0 0,1 0 0 0 0,-1 0 0 0 0,0 0 0 0 0,0 0 0 0 0,0 0 0 0 0,1 0 0 0 0,-1 0 0 0 0,0 0 0 0 0,0 0 0 0 0,0 0 0 0 0,1 0 0 0 0,-1 0 0 0 0,0 0 0 0 0,0 0 0 0 0,0 0 0 0 0,0 0 0 0 0,1-1 0 0 0,-1 1 0 0 0,0 0 0 0 0,0 0 0 0 0,0 0 0 0 0,0 0 0 0 0,0 0 0 0 0,0-1 0 0 0,1 1 0 0 0,-1 0 0 0 0,0 0 0 0 0,0 0 0 0 0,0 0 0 0 0,0-1 0 0 0,0 1 0 0 0,0 0 0 0 0,0 0 0 0 0,0 0 0 0 0,0-1 0 0 0,0 1 0 0 0,0 0 0 0 0,0 0 0 0 0,0 0 0 0 0,0 0 0 0 0,0-1 0 0 0,0 1 0 0 0,0 0 0 0 0,0 0 0 0 0,0 0 0 0 0,0-1 0 0 0,0 1 0 0 0,0 0 0 0 0,-1 0 0 0 0,-24-6-424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20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1256 124 480 0 0,'1'0'78'0'0,"-1"-1"1"0"0,0 1-1 0 0,0-1 0 0 0,0 0 0 0 0,0 1 0 0 0,0-1 1 0 0,0 0-1 0 0,0 1 0 0 0,0-1 0 0 0,0 0 0 0 0,0 1 1 0 0,0-1-1 0 0,0 0 0 0 0,-1 1 0 0 0,1-1 0 0 0,0 1 1 0 0,0-1-1 0 0,-1 0 0 0 0,1 1 0 0 0,0-1 0 0 0,-1 1 1 0 0,1-1-1 0 0,-1 1 0 0 0,1-1 0 0 0,-1 1 0 0 0,1-1 1 0 0,-1 1-1 0 0,1-1 0 0 0,-1 1 0 0 0,1 0 0 0 0,-1-1 1 0 0,1 1-1 0 0,-1 0 0 0 0,0 0 0 0 0,1-1 0 0 0,-1 1 1 0 0,1 0-1 0 0,-1 0 0 0 0,0 0 0 0 0,1 0 0 0 0,-1 0 1 0 0,0 0-1 0 0,1 0 0 0 0,-1 0 0 0 0,0 0 0 0 0,0 0 1 0 0,-7-1 234 0 0,-27-2 5809 0 0,24 3-5937 0 0,0-1 0 0 0,0 0-1 0 0,0-1 1 0 0,1 0-1 0 0,-22-7 1 0 0,14 3 313 0 0,0 0 1 0 0,0 2-1 0 0,-1 0 1 0 0,-37-3-1 0 0,-30-5 358 0 0,5-3-434 0 0,0 5 1 0 0,-84-1-1 0 0,39 3-22 0 0,114 7-385 0 0,6 0-9 0 0,0 1 0 0 0,1-1 0 0 0,-1 1 0 0 0,0 1 0 0 0,1-1 0 0 0,-1 1 0 0 0,0 0-1 0 0,1 0 1 0 0,-1 1 0 0 0,-5 2 0 0 0,1-3-59 0 0,3-1 67 0 0,1 0 0 0 0,0 0 0 0 0,-1 0 0 0 0,1 1 0 0 0,-1 0 0 0 0,1 0 0 0 0,0 1 0 0 0,0-1 0 0 0,0 2 0 0 0,0-1 1 0 0,-8 5-1 0 0,-24 7-23 0 0,28-12 22 0 0,-6 1-5 0 0,1 0 0 0 0,1 1 0 0 0,-1 0 0 0 0,-20 10 0 0 0,-13 8-113 0 0,36-18 77 0 0,12-3 27 0 0,-1-1-1 0 0,1 0 1 0 0,0 0-1 0 0,0 0 1 0 0,-1 0 0 0 0,1 0-1 0 0,0 0 1 0 0,-1 0-1 0 0,1 1 1 0 0,0-1-1 0 0,0 0 1 0 0,0 0 0 0 0,-1 0-1 0 0,1 1 1 0 0,0-1-1 0 0,0 0 1 0 0,0 0 0 0 0,-1 1-1 0 0,1-1 1 0 0,0 0-1 0 0,0 0 1 0 0,0 1-1 0 0,0-1 1 0 0,0 0 0 0 0,0 0-1 0 0,-1 1 1 0 0,1-1-1 0 0,0 0 1 0 0,0 1 0 0 0,0-1-1 0 0,0 0 1 0 0,0 1-1 0 0,0-1 1 0 0,0 0-1 0 0,0 0 1 0 0,0 1 0 0 0,1-1-1 0 0,-1 0 1 0 0,0 1-1 0 0,0-1 1 0 0,0 1 1 0 0,0-1-1 0 0,0 0 0 0 0,0 0 0 0 0,0 1 0 0 0,0-1 0 0 0,1 0 0 0 0,-1 1 0 0 0,0-1 0 0 0,0 0 0 0 0,0 1 0 0 0,-1-1 0 0 0,1 0 0 0 0,0 0 1 0 0,0 1-1 0 0,0-1 0 0 0,0 0 0 0 0,0 1 0 0 0,0-1 0 0 0,0 0 0 0 0,0 0 0 0 0,-1 1 0 0 0,1-1 0 0 0,0 0 0 0 0,0 0 0 0 0,0 1 1 0 0,-1-1-1 0 0,1 0 0 0 0,0 0 0 0 0,0 0 0 0 0,0 1 0 0 0,-1-1 0 0 0,1 0 0 0 0,0 0 0 0 0,0 0 0 0 0,-1 0 0 0 0,1 0 0 0 0,0 0 1 0 0,-1 1-1 0 0,-5 0 1 0 0,5-1 0 0 0,0 0 0 0 0,0 0 0 0 0,1 0 0 0 0,-1 0 0 0 0,0 0 0 0 0,0 1 0 0 0,1-1 0 0 0,-1 0 0 0 0,0 0 0 0 0,0 1 0 0 0,1-1 0 0 0,-1 0 0 0 0,0 1 0 0 0,1-1 0 0 0,-1 0 0 0 0,0 1 0 0 0,1-1 0 0 0,-1 1 0 0 0,1 0 0 0 0,-1-1 0 0 0,1 1 0 0 0,-1-1 0 0 0,1 1 0 0 0,-1 0 0 0 0,1-1 0 0 0,0 1 0 0 0,-1 0 0 0 0,1-1 0 0 0,0 1 0 0 0,-1 0 0 0 0,1 0 0 0 0,0-1 0 0 0,0 1 0 0 0,0 0 0 0 0,0 1 0 0 0,0-2 1 0 0,-1 1 0 0 0,1-1 0 0 0,0 1 0 0 0,0-1 0 0 0,0 1 1 0 0,-1-1-1 0 0,1 1 0 0 0,0-1 0 0 0,0 0 0 0 0,-1 1 0 0 0,1-1 1 0 0,0 1-1 0 0,-1-1 0 0 0,1 0 0 0 0,0 1 0 0 0,-1-1 0 0 0,1 0 0 0 0,-1 0 1 0 0,1 1-1 0 0,-1-1 0 0 0,1 0 0 0 0,-1 0 0 0 0,1 0 0 0 0,-1 0 1 0 0,1 1-1 0 0,0-1 0 0 0,-1 0 0 0 0,1 0 0 0 0,-1 0 0 0 0,1 0 0 0 0,-1 0 1 0 0,1 0-1 0 0,-1 0 0 0 0,0 0 0 0 0,0-1 0 0 0,1 1 0 0 0,-1 0-1 0 0,0 0 1 0 0,1 0 0 0 0,-1 0-1 0 0,1 0 1 0 0,-1 0 0 0 0,1 0-1 0 0,-1 0 1 0 0,0 1 0 0 0,1-1 0 0 0,-1 0-1 0 0,1 0 1 0 0,-1 0 0 0 0,1 1-1 0 0,-1-1 1 0 0,1 0 0 0 0,-1 1 0 0 0,1-1-1 0 0,-1 0 1 0 0,1 1 0 0 0,-1-1-1 0 0,1 0 1 0 0,0 1 0 0 0,-1-1 0 0 0,1 1-1 0 0,0-1 1 0 0,-1 1 0 0 0,1-1-1 0 0,0 1 1 0 0,-1-1 0 0 0,1 1-1 0 0,0-1 1 0 0,0 1 0 0 0,0 0 0 0 0,0 0-1 0 0,0 62 0 0 0,0-63 1 0 0,0 0-1 0 0,0 1 1 0 0,0-1 0 0 0,1 1-1 0 0,-1-1 1 0 0,0 0-1 0 0,0 1 1 0 0,1-1-1 0 0,-1 0 1 0 0,0 1-1 0 0,1-1 1 0 0,-1 0 0 0 0,1 0-1 0 0,-1 1 1 0 0,0-1-1 0 0,1 0 1 0 0,-1 0-1 0 0,1 1 1 0 0,-1-1-1 0 0,0 0 1 0 0,1 0 0 0 0,-1 0-1 0 0,1 0 1 0 0,-1 0-1 0 0,1 0 1 0 0,-1 0-1 0 0,1 0 1 0 0,-1 0-1 0 0,1 0 1 0 0,-1 0 0 0 0,0 0-1 0 0,1 0 1 0 0,-1 0-1 0 0,1 0 1 0 0,0-1-1 0 0,-1 1-2 0 0,1 0 0 0 0,-1 0 1 0 0,1 0-1 0 0,-1-1 0 0 0,1 1 0 0 0,-1 0 0 0 0,1 0 0 0 0,-1 0 0 0 0,1 0 0 0 0,-1 0 0 0 0,1 0 0 0 0,-1 0 0 0 0,1 0 0 0 0,-1 0 0 0 0,1 1 0 0 0,-1-1 1 0 0,1 0-1 0 0,-1 0 0 0 0,1 0 0 0 0,-1 1 0 0 0,1-1 0 0 0,-1 0 0 0 0,0 0 0 0 0,1 1 0 0 0,-1-1 0 0 0,1 0 0 0 0,-1 1 0 0 0,0-1 0 0 0,1 0 0 0 0,-1 1 1 0 0,0-1-1 0 0,0 1 0 0 0,1-1 0 0 0,-1 0 0 0 0,0 1 0 0 0,0-1 0 0 0,1 1 0 0 0,-1 0 1 0 0,0 0 1 0 0,1 0-1 0 0,-1-1 0 0 0,1 1 0 0 0,-1 0 1 0 0,1-1-1 0 0,0 1 0 0 0,-1-1 1 0 0,1 1-1 0 0,-1-1 0 0 0,1 1 0 0 0,0-1 1 0 0,0 1-1 0 0,-1-1 0 0 0,1 1 1 0 0,0-1-1 0 0,0 0 0 0 0,-1 1 0 0 0,1-1 1 0 0,0 0-1 0 0,0 0 0 0 0,1 0 1 0 0,17 9 3 0 0,65 27 63 0 0,67 8-199 0 0,-133-37 108 0 0,0-2 0 0 0,0 0 1 0 0,1-1-1 0 0,-1-1 0 0 0,1-1 0 0 0,22 0 1 0 0,202-14 421 0 0,-154 6-301 0 0,-38 2 15 0 0,365-6 178 0 0,-401 11-268 0 0,52 3 9 0 0,73 14-1 0 0,-115-17 25 0 0,5-1-28 0 0,-5 0 41 0 0,36-6 106 0 0,-56 4-67 0 0,0-3 15 0 0,15 0-27 0 0,-19 4-37 0 0,0-1 0 0 0,-1 0 0 0 0,1 1 0 0 0,0-1 1 0 0,0 0-1 0 0,-1 0 0 0 0,1 0 0 0 0,-1 1 0 0 0,0-1 1 0 0,0 0-1 0 0,1 0 0 0 0,-1 0 0 0 0,0 0 0 0 0,-1 0 1 0 0,1 0-1 0 0,0 1 0 0 0,-1-4 0 0 0,1 2 87 0 0,0 2-159 0 0,0-1 0 0 0,-1 1-1 0 0,1 0 1 0 0,0-1 0 0 0,-1 1-1 0 0,1-1 1 0 0,-1 1 0 0 0,1 0-1 0 0,-1 0 1 0 0,0-1 0 0 0,1 1-1 0 0,-1 0 1 0 0,0 0 0 0 0,0 0-1 0 0,0 0 1 0 0,0 0 0 0 0,0 0-1 0 0,0 0 1 0 0,0 0 0 0 0,0 0-1 0 0,0 0 1 0 0,0 1-1 0 0,-1-1 1 0 0,1 0 0 0 0,0 1-1 0 0,0-1 1 0 0,-1 1 0 0 0,1-1-1 0 0,-1 1 1 0 0,1 0 0 0 0,-3-1-1 0 0,-44-1-2265 0 0,41 3 1745 0 0,-88-2-8801 0 0,34-4 4708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28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3362 0 0,'30'12'4241'0'0,"0"-4"1682"0"0,-30-3-3041 0 0,0-10-2562 0 0,0-3-1281 0 0,0-11-1760 0 0,30-12-1921 0 0,-30-8 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0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14 160 0 0,'-30'5'4482'0'0,"30"1"-880"0"0,0 0-2482 0 0,0-12-2560 0 0,30 0-721 0 0,-30 1-401 0 0,0-9-79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0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33 560 0 0,'31'0'7043'0'0,"-31"6"-5042"0"0,0-12 320 0 0,-31 6-2000 0 0,62 0-3923 0 0,-31-6 721 0 0,0-7-81 0 0,30-1 321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1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3121 0 0,'0'19'1121'0'0,"30"-5"-2482"0"0,0 11-1040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120 243 2401 0 0,'0'1'277'0'0,"0"0"-1"0"0,0 0 1 0 0,0-1-1 0 0,0 1 1 0 0,-1 0-1 0 0,1 0 1 0 0,0 0-1 0 0,0 0 1 0 0,0 0-1 0 0,-1 0 1 0 0,1 0-1 0 0,-1 0 1 0 0,1 0-1 0 0,-1 0 1 0 0,1-1-1 0 0,-1 1 1 0 0,1 0-1 0 0,-1 0 1 0 0,0-1-1 0 0,-1 2 1 0 0,0-1-211 0 0,0 0 0 0 0,0 0 0 0 0,0 0 0 0 0,0-1 0 0 0,-1 1 0 0 0,1-1 1 0 0,0 1-1 0 0,0-1 0 0 0,-1 0 0 0 0,1 0 0 0 0,-3 0 0 0 0,-13 1 671 0 0,-17 11 2491 0 0,35-12-3186 0 0,0 0 0 0 0,1 0 0 0 0,-1 0 0 0 0,0 0 0 0 0,0 0 0 0 0,0 0 0 0 0,0 0 0 0 0,0 0 0 0 0,1 0 0 0 0,-1 0 0 0 0,0 0 0 0 0,0 0 0 0 0,0 1 0 0 0,0-1 0 0 0,0 0 1 0 0,0 0-1 0 0,1 0 0 0 0,-1 0 0 0 0,0 0 0 0 0,0 0 0 0 0,0 0 0 0 0,0 0 0 0 0,0 1 0 0 0,0-1 0 0 0,0 0 0 0 0,0 0 0 0 0,0 0 0 0 0,0 0 0 0 0,0 0 0 0 0,1 0 0 0 0,-1 1 0 0 0,0-1 0 0 0,0 0 0 0 0,0 0 0 0 0,0 0 0 0 0,0 0 0 0 0,0 0 0 0 0,0 1 0 0 0,0-1 0 0 0,0 0 0 0 0,0 0 0 0 0,0 0 0 0 0,0 0 1 0 0,-1 1-1 0 0,1-1 0 0 0,0 0 0 0 0,0 0 0 0 0,0 0 0 0 0,0 0 0 0 0,0 0 0 0 0,0 0 0 0 0,0 1 0 0 0,0-1 0 0 0,0 0 0 0 0,0 0 0 0 0,-1 0 0 0 0,1 0 0 0 0,0 0 0 0 0,0 0 0 0 0,0 0 0 0 0,0 0 0 0 0,0 1 0 0 0,-14 3 438 0 0,0-1-678 0 0,12-4 312 0 0,5 0 390 0 0,2-2-426 0 0,-1 0 0 0 0,1 0 0 0 0,-1-1-1 0 0,1 1 1 0 0,-1-1 0 0 0,-1 0 0 0 0,1 0 0 0 0,0-1 0 0 0,-1 1-1 0 0,0-1 1 0 0,3-5 0 0 0,-4 7-39 0 0,-1-1 1 0 0,0 1-1 0 0,0 0 1 0 0,0-1-1 0 0,-1 1 1 0 0,1 0-1 0 0,-1-1 0 0 0,1 1 1 0 0,-1-1-1 0 0,-1-4 1 0 0,4-28 246 0 0,21-22 92 0 0,-19 50-305 0 0,0-1 0 0 0,-1 0 0 0 0,-1 0 0 0 0,1 0 0 0 0,-2 0 0 0 0,1-1 0 0 0,-1 0 0 0 0,0 1 0 0 0,0-13-1 0 0,-2 66 354 0 0,2-15-337 0 0,-2 1 1 0 0,-7 53-1 0 0,-5-41-95 0 0,9-34 14 0 0,0 0-1 0 0,1 0 1 0 0,0 0 0 0 0,1 0-1 0 0,-2 17 1 0 0,5 16 30 0 0,-1-24-30 0 0,-1-1 1 0 0,0 0-1 0 0,-1 0 1 0 0,-6 29-1 0 0,-3-16 7 0 0,7-23-10 0 0,1 0-1 0 0,0 0 1 0 0,0 1 0 0 0,0-1 0 0 0,1 0 0 0 0,0 1 0 0 0,-1 9 0 0 0,1 11 27 0 0,0-22-7 0 0,0 1 0 0 0,0-1 0 0 0,1 1 0 0 0,0-1 0 0 0,1 1 0 0 0,-1-1 1 0 0,1 1-1 0 0,0-1 0 0 0,0 1 0 0 0,0-1 0 0 0,3 6 0 0 0,2 1 55 0 0,-4-7-68 0 0,0 0 0 0 0,1 0 1 0 0,-1 0-1 0 0,1 0 1 0 0,0 0-1 0 0,1 0 1 0 0,-1-1-1 0 0,1 0 0 0 0,0 1 1 0 0,0-1-1 0 0,0-1 1 0 0,0 1-1 0 0,9 5 0 0 0,39 8-1559 0 0,0-2-1 0 0,82 12 0 0 0,-107-22 456 0 0,-6-1-1012 0 0,-1-1 1 0 0,31 0 0 0 0,64-12-5781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8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154 156 80 0 0,'0'4'483'0'0,"1"0"-1"0"0,-2 0 1 0 0,1 0-1 0 0,0 0 1 0 0,-1-1 0 0 0,0 1-1 0 0,0 0 1 0 0,0 0-1 0 0,-1 0 1 0 0,1 0 0 0 0,-1-1-1 0 0,0 1 1 0 0,0-1-1 0 0,0 1 1 0 0,0-1 0 0 0,-4 4-1 0 0,2-4-293 0 0,0 1 0 0 0,-1-1 0 0 0,0 1 0 0 0,0-2 0 0 0,0 1 0 0 0,0 0 0 0 0,0-1 0 0 0,0 0 0 0 0,-1 0 0 0 0,1-1 0 0 0,-8 2-1 0 0,-17-1 439 0 0,30-41 200 0 0,0 37-807 0 0,-1 1-1 0 0,1-1 0 0 0,0 0 0 0 0,0 1 0 0 0,-1-1 0 0 0,1 1 0 0 0,-1-1 0 0 0,1 1 0 0 0,-1-1 0 0 0,0 1 0 0 0,1-1 0 0 0,-1 1 1 0 0,0 0-1 0 0,0-1 0 0 0,0 1 0 0 0,0 0 0 0 0,0 0 0 0 0,0 0 0 0 0,-2-1 0 0 0,2 0-3 0 0,-1 1 1 0 0,1 0-1 0 0,0 0 0 0 0,0-1 0 0 0,0 1 1 0 0,0-1-1 0 0,0 1 0 0 0,0-1 1 0 0,0 1-1 0 0,0-1 0 0 0,0 1 0 0 0,1-1 1 0 0,-1 0-1 0 0,1 1 0 0 0,-1-1 0 0 0,1 0 1 0 0,0 0-1 0 0,-1 1 0 0 0,1-4 0 0 0,-1-18 154 0 0,0 16-119 0 0,1-1 0 0 0,0 0 0 0 0,0 1-1 0 0,0-1 1 0 0,1 0 0 0 0,0 1 0 0 0,0-1 0 0 0,3-9-1 0 0,6 6-26 0 0,-8 10-21 0 0,-1 0 0 0 0,0 0 0 0 0,0 0 0 0 0,0 0 0 0 0,0 0 0 0 0,0-1 0 0 0,0 1 0 0 0,0 0 0 0 0,0-1 0 0 0,0 1 0 0 0,-1 0 0 0 0,1-1 0 0 0,-1 1 0 0 0,1-1 0 0 0,-1 1 0 0 0,1-1 0 0 0,-1 1 0 0 0,1-3-1 0 0,0 3-5 0 0,1 0-1 0 0,0-1 0 0 0,0 1 0 0 0,0 0 0 0 0,-1 0 0 0 0,1 0 0 0 0,0 0 0 0 0,1 1 0 0 0,-1-1 1 0 0,0 1-1 0 0,0-1 0 0 0,4 0 0 0 0,0 0 1 0 0,16-1-43 0 0,-1 2 1 0 0,1 0-1 0 0,0 1 0 0 0,0 1 0 0 0,-1 2 1 0 0,25 5-1 0 0,-20 0 6 0 0,0 0 1 0 0,0 1-1 0 0,-1 2 1 0 0,47 28-1 0 0,-46-25 38 0 0,-22-13 20 0 0,0 0 0 0 0,0-1 1 0 0,0 2-1 0 0,-1-1 0 0 0,1 0 0 0 0,0 1 0 0 0,-1-1 1 0 0,0 1-1 0 0,0 0 0 0 0,0 0 0 0 0,0 1 1 0 0,0-1-1 0 0,-1 1 0 0 0,1-1 0 0 0,-1 1 1 0 0,0 0-1 0 0,0-1 0 0 0,0 1 0 0 0,-1 0 0 0 0,1 1 1 0 0,-1-1-1 0 0,0 0 0 0 0,0 0 0 0 0,0 0 1 0 0,-1 1-1 0 0,0-1 0 0 0,0 0 0 0 0,0 1 1 0 0,0 4-1 0 0,-1-4 52 0 0,-1-1 0 0 0,1 1 0 0 0,0-1 1 0 0,-1 0-1 0 0,0 1 0 0 0,0-1 0 0 0,0 0 0 0 0,-1 0 1 0 0,1 0-1 0 0,-1-1 0 0 0,0 1 0 0 0,0-1 0 0 0,0 1 1 0 0,-1-1-1 0 0,1 0 0 0 0,-1 0 0 0 0,0 0 1 0 0,-7 4-1 0 0,11-7-52 0 0,-1 1 0 0 0,0-1 0 0 0,1 1 0 0 0,-1-1-1 0 0,0 1 1 0 0,0-1 0 0 0,1 1 0 0 0,-1-1 0 0 0,0 0 0 0 0,0 0 0 0 0,0 1 0 0 0,1-1 0 0 0,-1 0 0 0 0,0 0 0 0 0,0 0 0 0 0,0 0 0 0 0,0 0 0 0 0,1 0 0 0 0,-1 0 0 0 0,0 0 0 0 0,0 0 0 0 0,-1 0 0 0 0,-4-13 435 0 0,-3-5-105 0 0,7 17-337 0 0,0-1 1 0 0,0 0 0 0 0,0 1 0 0 0,0-1 0 0 0,0 0-1 0 0,0 0 1 0 0,1 0 0 0 0,-1-1 0 0 0,1 1 0 0 0,0 0-1 0 0,-1 0 1 0 0,1-1 0 0 0,0 1 0 0 0,0-1 0 0 0,0 1-1 0 0,1-1 1 0 0,-1 1 0 0 0,1-1 0 0 0,-1 0 0 0 0,1 1-1 0 0,0-1 1 0 0,0 0 0 0 0,0 1 0 0 0,0-1 0 0 0,2-4-1 0 0,-2-1-10 0 0,0 0-1 0 0,1 1 1 0 0,-1-1-1 0 0,2 1 0 0 0,-1 0 1 0 0,1-1-1 0 0,0 1 1 0 0,1 0-1 0 0,0 0 0 0 0,0 0 1 0 0,0 0-1 0 0,1 1 1 0 0,8-12-1 0 0,-8 14-13 0 0,0 0 0 0 0,0-1 0 0 0,1 2 0 0 0,-1-1 0 0 0,1 1 0 0 0,0-1 1 0 0,0 1-1 0 0,0 0 0 0 0,1 1 0 0 0,-1 0 0 0 0,1 0 0 0 0,-1 0 0 0 0,1 0 0 0 0,0 1 0 0 0,0 0 0 0 0,-1 0 0 0 0,1 0 0 0 0,11 1 0 0 0,-9 1 7 0 0,0 0 0 0 0,0 0-1 0 0,0 1 1 0 0,0 0 0 0 0,0 1-1 0 0,0 0 1 0 0,0 0 0 0 0,-1 0-1 0 0,0 1 1 0 0,14 9 0 0 0,0 2 40 0 0,35 32 1 0 0,-43-33-12 0 0,0 1-1 0 0,19 27 0 0 0,5 7-22 0 0,-20-33 30 0 0,-13-10-681 0 0,-19-8-382 0 0,9 0 806 0 0,3 2-74 0 0,0-1 0 0 0,0 0 0 0 0,0 0 1 0 0,0-1-1 0 0,0 1 0 0 0,0 0 0 0 0,0-1 0 0 0,0 0 0 0 0,0 0 0 0 0,1 0 0 0 0,-1 0 0 0 0,-3-4 0 0 0,-18-14-1870 0 0,-31-25-2577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124 325 560 0 0,'-5'-2'7367'0'0,"-7"-5"-4191"0"0,-4-3-3031 0 0,0 0 0 0 0,-21-18 1 0 0,33 21-90 0 0,-1 1 0 0 0,1-1 0 0 0,0 0 0 0 0,1 0-1 0 0,0 0 1 0 0,0-1 0 0 0,0 1 0 0 0,1-1 0 0 0,0 0 0 0 0,-1-13 0 0 0,1-7 119 0 0,3-52 0 0 0,1 15-20 0 0,-2 63-88 0 0,5 10 26 0 0,3-4-27 0 0,0 1 0 0 0,0 0 0 0 0,-1 1 0 0 0,0 0 0 0 0,0 0-1 0 0,0 0 1 0 0,-1 1 0 0 0,0 0 0 0 0,0 0 0 0 0,-1 1 0 0 0,1-1 0 0 0,6 15-1 0 0,2 7 166 0 0,-1 1-1 0 0,13 44 1 0 0,6 18 49 0 0,-13-41-73 0 0,16 71-1 0 0,-35-119-199 0 0,7 33 190 0 0,16 48-1 0 0,-23-82-212 0 0,1-1-1 0 0,-1 0 0 0 0,1 0 0 0 0,-1 0 1 0 0,0 0-1 0 0,1 0 0 0 0,-1 0 0 0 0,0 1 1 0 0,0-1-1 0 0,0 0 0 0 0,0 0 0 0 0,0 0 1 0 0,0 1-1 0 0,0-1 0 0 0,0 0 0 0 0,0 0 1 0 0,-1 0-1 0 0,1 1 0 0 0,-1 0 0 0 0,1-1-23 0 0,-1-1-1 0 0,1 0 0 0 0,-1 1 1 0 0,1-1-1 0 0,-1 0 0 0 0,1 1 0 0 0,-1-1 1 0 0,0 0-1 0 0,1 0 0 0 0,-1 1 1 0 0,1-1-1 0 0,-1 0 0 0 0,1 0 0 0 0,-1 0 1 0 0,0 0-1 0 0,1 0 0 0 0,-1 0 1 0 0,0 0-1 0 0,1 0 0 0 0,-1 0 0 0 0,1 0 1 0 0,-1 0-1 0 0,0 0 0 0 0,1 0 1 0 0,-1-1-1 0 0,0 1 0 0 0,-1-1-181 0 0,-1 0 0 0 0,1 0 0 0 0,0 0-1 0 0,0 0 1 0 0,-1-1 0 0 0,1 1 0 0 0,0-1 0 0 0,0 1-1 0 0,1-1 1 0 0,-1 0 0 0 0,0 0 0 0 0,0 0 0 0 0,1 0-1 0 0,-1 0 1 0 0,1 0 0 0 0,0 0 0 0 0,0 0 0 0 0,-2-4-1 0 0,1-4-1351 0 0,1-1-1 0 0,0 1 0 0 0,0-21 0 0 0,1 29 1432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0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50 2161 0 0,'-25'10'2099'0'0,"0"-1"1"0"0,0-2-1 0 0,-48 9 0 0 0,50-13-1761 0 0,1-1-1 0 0,0-1 1 0 0,0-1-1 0 0,-28-4 1 0 0,35 0-330 0 0,14-2 241 0 0,2 6-242 0 0,-1-1 0 0 0,0 1 0 0 0,0 0 0 0 0,0 0 0 0 0,0-1 0 0 0,0 1 0 0 0,0 0 0 0 0,0-1 1 0 0,0 1-1 0 0,0 0 0 0 0,0 0 0 0 0,0-1 0 0 0,0 1 0 0 0,0 0 0 0 0,0 0 0 0 0,0-1 0 0 0,0 1 0 0 0,0 0 0 0 0,0 0 0 0 0,-1-1 0 0 0,1 1 0 0 0,0 0 0 0 0,0 0 0 0 0,0 0 1 0 0,0-1-1 0 0,0 1 0 0 0,-1 0 0 0 0,1 0 0 0 0,0 0 0 0 0,0-1 0 0 0,0 1 0 0 0,-1 0 0 0 0,1 0 0 0 0,0 0 0 0 0,0 0 0 0 0,-1 0 0 0 0,1 0 0 0 0,0-1 0 0 0,0 1 0 0 0,-1 0 1 0 0,-12-4 88 0 0,13 4-92 0 0,0 0 1 0 0,0 0 0 0 0,-1 0 0 0 0,1 0-1 0 0,0 0 1 0 0,-1 0 0 0 0,1 0 0 0 0,0 0-1 0 0,0 0 1 0 0,-1 0 0 0 0,1 0 0 0 0,0 0-1 0 0,0 0 1 0 0,-1 0 0 0 0,1-1 0 0 0,0 1-1 0 0,0 0 1 0 0,-1 0 0 0 0,1 0 0 0 0,0 0-1 0 0,0 0 1 0 0,-1-1 0 0 0,1 1 0 0 0,0 0-1 0 0,0 0 1 0 0,0 0 0 0 0,0-1 0 0 0,-1 1-1 0 0,1 0 1 0 0,0 0 0 0 0,0-1 0 0 0,0 1-1 0 0,0 0 1 0 0,0 0 0 0 0,0-1 0 0 0,0 1-1 0 0,0 0 1 0 0,0-1 0 0 0,0 1 0 0 0,0 0-1 0 0,0 0 1 0 0,0-1 0 0 0,0 1 0 0 0,0 0-1 0 0,0 0 1 0 0,0-1 0 0 0,0 1 0 0 0,0 0-1 0 0,0-1 1 0 0,17-8 36 0 0,1 1 0 0 0,0 0 1 0 0,0 1-1 0 0,0 1 0 0 0,1 1 0 0 0,0 1 1 0 0,25-3-1 0 0,-2 2-71 0 0,1 2 0 0 0,58 3 0 0 0,-53 4 91 0 0,-1 2 0 0 0,0 2 0 0 0,0 2 0 0 0,-1 2 0 0 0,0 2 0 0 0,70 31 0 0 0,-114-44-37 0 0,1 0 0 0 0,0 1 1 0 0,-1-1-1 0 0,1 0 0 0 0,-1 1 0 0 0,1 0 1 0 0,-1 0-1 0 0,0-1 0 0 0,0 1 0 0 0,0 0 0 0 0,0 1 1 0 0,0-1-1 0 0,0 0 0 0 0,-1 1 0 0 0,1-1 1 0 0,-1 0-1 0 0,1 1 0 0 0,0 3 0 0 0,-2-4-6 0 0,0 0 0 0 0,0-1 0 0 0,0 1 0 0 0,0-1 0 0 0,-1 1 0 0 0,1-1 0 0 0,0 1 0 0 0,-1-1 0 0 0,0 1 0 0 0,1-1 0 0 0,-1 1 0 0 0,0-1 0 0 0,0 0 0 0 0,0 1 0 0 0,0-1 0 0 0,0 0 0 0 0,0 0 0 0 0,0 1 0 0 0,0-1 0 0 0,0 0 0 0 0,0 0 0 0 0,-1 0 0 0 0,-1 0 0 0 0,-6 5 48 0 0,-1 0-1 0 0,-1-1 0 0 0,1-1 0 0 0,-1 0 0 0 0,1 0 1 0 0,-1-1-1 0 0,-14 2 0 0 0,-11 0-281 0 0,-1-2 0 0 0,1-1 1 0 0,-1-2-1 0 0,1-1 0 0 0,-72-13 0 0 0,79 8-347 0 0,0-1-1 0 0,0-1 1 0 0,1-2-1 0 0,0 0 1 0 0,1-2-1 0 0,0-2 1 0 0,-43-28-1 0 0,4-9-3157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1441 0 0,'0'-1'145'0'0,"1"0"0"0"0,-1 1 0 0 0,0-1 0 0 0,0 0 0 0 0,0 1 0 0 0,1-1 1 0 0,-1 1-1 0 0,0-1 0 0 0,1 0 0 0 0,-1 1 0 0 0,0-1 0 0 0,1 1 0 0 0,-1-1 1 0 0,1 1-1 0 0,-1-1 0 0 0,1 1 0 0 0,-1-1 0 0 0,1 1 0 0 0,-1 0 0 0 0,1-1 0 0 0,0 1 1 0 0,-1 0-1 0 0,1-1 0 0 0,-1 1 0 0 0,1 0 0 0 0,0 0 0 0 0,-1 0 0 0 0,1-1 1 0 0,0 1-1 0 0,-1 0 0 0 0,1 0 0 0 0,0 0 0 0 0,0 0 0 0 0,-1 0 0 0 0,1 0 1 0 0,0 0-1 0 0,-1 1 0 0 0,1-1 0 0 0,0 0 0 0 0,0 1 0 0 0,58 12 1175 0 0,-3 5-847 0 0,-1 3 0 0 0,-1 2 0 0 0,72 41 0 0 0,-94-45-348 0 0,0 2 1 0 0,-2 2-1 0 0,0 0 0 0 0,-2 2 0 0 0,-1 1 1 0 0,0 2-1 0 0,23 32 0 0 0,106 173 796 0 0,-125-191-702 0 0,-12-19 15 0 0,-2 1 1 0 0,-1 0 0 0 0,-1 2 0 0 0,0 0-1 0 0,13 36 1 0 0,-18-26 52 0 0,-2-1 0 0 0,-1 1 0 0 0,-2 1-1 0 0,-2-1 1 0 0,-1 56 0 0 0,-1-75-179 0 0,-2 1 0 0 0,0-1 1 0 0,-6 31-1 0 0,5-42-113 0 0,1-1-1 0 0,-1 0 1 0 0,0 0-1 0 0,0 0 1 0 0,-1 0 0 0 0,0-1-1 0 0,1 1 1 0 0,-2 0-1 0 0,1-1 1 0 0,0 0 0 0 0,-1 0-1 0 0,0 0 1 0 0,0 0 0 0 0,0-1-1 0 0,-5 4 1 0 0,5-5-78 0 0,1 1 1 0 0,-1-1 0 0 0,0 0-1 0 0,0-1 1 0 0,0 1-1 0 0,0-1 1 0 0,0 1 0 0 0,0-1-1 0 0,-1-1 1 0 0,1 1-1 0 0,0 0 1 0 0,-1-1 0 0 0,1 0-1 0 0,0 0 1 0 0,0-1 0 0 0,-7 0-1 0 0,-6-2-492 0 0,0 0-1 0 0,1-2 1 0 0,-1 0-1 0 0,1-1 1 0 0,0 0-1 0 0,-15-9 1 0 0,3-2-1639 0 0,1-1 1 0 0,-42-37 0 0 0,67 53 2063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1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6403 0 0,'30'44'6003'0'0,"-60"-32"-4963"0"0,30-18-2080 0 0,0 0 639 0 0,0-2-239 0 0,0 3-720 0 0,30-9-1122 0 0,-30 3-239 0 0,-30 11 240 0 0,30 11 240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6083 0 0,'30'0'5522'0'0,"-30"6"-4241"0"0,0 0-3522 0 0,-30 7-5603 0 0,6-7 5523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0 720 0 0,'1'2'3657'0'0,"-7"2"-2712"0"0,-14 2 1110 0 0,19-5-1848 0 0,1-1 0 0 0,-1 1 1 0 0,1-1-1 0 0,0 0 0 0 0,-1 1 1 0 0,1-1-1 0 0,-1 1 0 0 0,1-1 1 0 0,0 1-1 0 0,-1-1 0 0 0,1 1 1 0 0,0 0-1 0 0,0-1 0 0 0,-1 1 1 0 0,1-1-1 0 0,0 1 0 0 0,0-1 1 0 0,0 1-1 0 0,0 0 0 0 0,0-1 1 0 0,0 1-1 0 0,0-1 0 0 0,0 2 1 0 0,0 3 1948 0 0,1-10-17 0 0,2 6-2132 0 0,0 1 0 0 0,0-1 0 0 0,1 0 0 0 0,-1-1 0 0 0,0 1 1 0 0,1-1-1 0 0,-1 1 0 0 0,0-1 0 0 0,1 0 0 0 0,6-1 0 0 0,7 1 8 0 0,16 5-90 0 0,-20-2-184 0 0,1-1 0 0 0,-1-1 0 0 0,20 0 0 0 0,-27-2-398 0 0,1 0 0 0 0,-1 0 0 0 0,0 0 0 0 0,0-1 0 0 0,0 0 1 0 0,7-3-1 0 0,3 0-1101 0 0,-16 5 1657 0 0,0 0 0 0 0,1 0 0 0 0,-1 0 0 0 0,0 0 0 0 0,0 0 0 0 0,1 0 0 0 0,-1 0 0 0 0,0 0 0 0 0,1 0 0 0 0,-1 0 0 0 0,0 0 1 0 0,0 0-1 0 0,1 0 0 0 0,-1 0 0 0 0,0 0 0 0 0,1 0 0 0 0,-1-1 0 0 0,0 1 0 0 0,0 0 0 0 0,1 0 0 0 0,-1 0 0 0 0,0 0 0 0 0,0-1 0 0 0,0 1 0 0 0,1 0 0 0 0,-1 0 0 0 0,0-1 0 0 0,0 1 0 0 0,0 0 0 0 0,0 0 0 0 0,1 0 0 0 0,-1-1 0 0 0,0 1 0 0 0,0 0 0 0 0,0-1 0 0 0,0 1 0 0 0,0 0 0 0 0,0 0 0 0 0,0-1 0 0 0,0 1 0 0 0,0 0 0 0 0,0-1 0 0 0,0 1 0 0 0,0 0 0 0 0,0 0 0 0 0,0-1 0 0 0,0 1 0 0 0,0 0 0 0 0,0-1 0 0 0,0 1 0 0 0,0 0 0 0 0,0 0 0 0 0,-1-1 0 0 0,1 1 0 0 0,0 0 0 0 0,0 0 0 0 0,0-1 0 0 0,0 1 0 0 0,-1 0 0 0 0,1 0 0 0 0,0-1 0 0 0,0 1 0 0 0,0 0 0 0 0,-1 0 0 0 0,1 0 0 0 0,-1-1 0 0 0,-24-6-2007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4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46 800 0 0,'-12'6'2166'0'0,"-10"1"623"0"0,-29-13-20 0 0,46 5-2476 0 0,4 0-249 0 0,1 1-1 0 0,0-1 0 0 0,-1 1 0 0 0,1-1 0 0 0,-1 1 0 0 0,1-1 0 0 0,-1 1 1 0 0,0-1-1 0 0,1 1 0 0 0,-1 0 0 0 0,1-1 0 0 0,-1 1 0 0 0,0 0 0 0 0,1 0 1 0 0,-1-1-1 0 0,0 1 0 0 0,1 0 0 0 0,-1 0 0 0 0,0 0 0 0 0,1 0 0 0 0,-1 0 1 0 0,0 0-1 0 0,1 0 0 0 0,-1 0 0 0 0,0 0 0 0 0,0 0 0 0 0,1 0 0 0 0,-1 0 1 0 0,0 0-1 0 0,0 1 0 0 0,-30 4 267 0 0,26-4 270 0 0,43 2 645 0 0,-23-1-834 0 0,0 0 0 0 0,0-2-1 0 0,18 0 1 0 0,150-22 126 0 0,11 0-3502 0 0,-3 7-3258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0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1400 2081 0 0,'0'0'3908'0'0,"1"7"-832"0"0,-7-2-2710 0 0,-14-3 114 0 0,20-2-433 0 0,0-1 0 0 0,0 1 0 0 0,0 0 1 0 0,0 0-1 0 0,1 0 0 0 0,-1 0 0 0 0,0 0 0 0 0,0 0 0 0 0,0 0 0 0 0,0-1 0 0 0,0 1 0 0 0,0 0 0 0 0,0 0 0 0 0,1 0 0 0 0,-1 0 0 0 0,0-1 1 0 0,0 1-1 0 0,0 0 0 0 0,0 0 0 0 0,0 0 0 0 0,0 0 0 0 0,0-1 0 0 0,0 1 0 0 0,0 0 0 0 0,0 0 0 0 0,0 0 0 0 0,0-1 0 0 0,0 1 1 0 0,0 0-1 0 0,0 0 0 0 0,0 0 0 0 0,0 0 0 0 0,0-1 0 0 0,0 1 0 0 0,0 0 0 0 0,0 0 0 0 0,0 0 0 0 0,-1 0 0 0 0,1-1 0 0 0,0 1 1 0 0,0 0-1 0 0,0 0 0 0 0,0 0 0 0 0,0 0 0 0 0,0 0 0 0 0,-1-1 0 0 0,1 1 0 0 0,0 0 0 0 0,0 0 0 0 0,0 0 0 0 0,68 0 237 0 0,210 6 740 0 0,-131-3-873 0 0,-73-4-76 0 0,37 1-8 0 0,118 12-52 0 0,-6 1-17 0 0,-168-11 6 0 0,15 1-101 0 0,137 11-143 0 0,184-28 13 0 0,-129 20 227 0 0,-174-6-113 0 0,151-19-1 0 0,-228 17 69 0 0,0 0-1 0 0,0-1 0 0 0,0 0 0 0 0,0-1 1 0 0,-1 0-1 0 0,14-8 0 0 0,-24 12 44 0 0,0 0-4 0 0,0 0 4 0 0,1 0 1 0 0,-1 0 0 0 0,0 0-1 0 0,1 0 1 0 0,-1 0 0 0 0,0 0-1 0 0,0 0 1 0 0,1 0 0 0 0,-1-1-1 0 0,0 1 1 0 0,0 0 0 0 0,1 0-1 0 0,-1 0 1 0 0,0-1-1 0 0,0 1 1 0 0,0 0 0 0 0,1 0-1 0 0,-1-1 1 0 0,0 1 0 0 0,0 0-1 0 0,0 0 1 0 0,0-1 0 0 0,0 1-1 0 0,1 0 1 0 0,-1 0 0 0 0,0-1-1 0 0,0 1 1 0 0,0 0 0 0 0,0-1-1 0 0,0 1 1 0 0,0 0 0 0 0,0-1-1 0 0,0 1 1 0 0,0 0 0 0 0,0 0-1 0 0,0-1 1 0 0,0 1 0 0 0,0 0-1 0 0,-1-1 1 0 0,1 1-1 0 0,0 0 1 0 0,0 0 0 0 0,0-1-1 0 0,0 1 1 0 0,0 0 0 0 0,0 0-1 0 0,-1-1 1 0 0,1 1 0 0 0,0 0-1 0 0,0 0 1 0 0,-1 0 0 0 0,1-1-1 0 0,0 1 1 0 0,0 0 0 0 0,0 0-1 0 0,-1 0 1 0 0,1 0 0 0 0,0-1-1 0 0,-1 1 1 0 0,1 0 0 0 0,0 0-1 0 0,-1 0 1 0 0,-14 1 41 0 0,15-1-39 0 0,0 0 0 0 0,0 0-1 0 0,0 0 1 0 0,0 0 0 0 0,0 0 0 0 0,0 0 0 0 0,0 0 0 0 0,0 0-1 0 0,0 0 1 0 0,0 0 0 0 0,0 0 0 0 0,0 0 0 0 0,0 0 0 0 0,0 0-1 0 0,0 0 1 0 0,0-1 0 0 0,0 1 0 0 0,0 0 0 0 0,0 0 0 0 0,0 0-1 0 0,0 0 1 0 0,0 0 0 0 0,0 0 0 0 0,0 0 0 0 0,0 0 0 0 0,0 0-1 0 0,0 0 1 0 0,0 0 0 0 0,0 0 0 0 0,0 0 0 0 0,0 0 0 0 0,0 0-1 0 0,25-6 13 0 0,0 4-13 0 0,6-2 13 0 0,-14 2 24 0 0,10 1-16 0 0,19 3 148 0 0,20-10 58 0 0,-46 8-201 0 0,-4 1 9 0 0,1-2-1 0 0,-1 0 0 0 0,1-1 1 0 0,-1-1-1 0 0,0 0 0 0 0,17-6 1 0 0,25-3-36 0 0,-26 7-12 0 0,54-5 27 0 0,28-2 52 0 0,-67 2-69 0 0,-3 8 20 0 0,-32 2-4 0 0,1-1 0 0 0,-1-1 1 0 0,1 0-1 0 0,16-6 1 0 0,18-3-15 0 0,128-15 2 0 0,67-12-15 0 0,-193 16-59 0 0,-46 21 68 0 0,-1-1 1 0 0,1 1 0 0 0,-1 0-1 0 0,0-1 1 0 0,1 1 0 0 0,-1-1-1 0 0,0 0 1 0 0,0 0 0 0 0,0 0-1 0 0,0 0 1 0 0,0 0 0 0 0,-1 0-1 0 0,1 0 1 0 0,0-1 0 0 0,-1 1 0 0 0,2-4-1 0 0,-3 5 5 0 0,0 0 0 0 0,0 1 0 0 0,0-1 0 0 0,0 0-1 0 0,1 1 1 0 0,-1-1 0 0 0,0 0 0 0 0,0 1 0 0 0,1-1 0 0 0,-1 0 0 0 0,0 1-1 0 0,1-1 1 0 0,-1 0 0 0 0,1 1 0 0 0,-1-1 0 0 0,0 1 0 0 0,1-1-1 0 0,0 1 1 0 0,-1-1 0 0 0,1 1 0 0 0,-1 0 0 0 0,1-1 0 0 0,0 1 0 0 0,-1-1-1 0 0,1 1 1 0 0,-1 0 0 0 0,1 0 0 0 0,1-1 0 0 0,-1 1 2 0 0,0 0 1 0 0,0-1-1 0 0,0 1 0 0 0,0-1 1 0 0,0 1-1 0 0,-1-1 0 0 0,1 1 1 0 0,0-1-1 0 0,0 0 0 0 0,0 1 1 0 0,-1-1-1 0 0,1 0 1 0 0,0 0-1 0 0,-1 1 0 0 0,1-1 1 0 0,0 0-1 0 0,-1 0 0 0 0,1 0 1 0 0,-1 0-1 0 0,0 0 1 0 0,1 0-1 0 0,-1 0 0 0 0,0 0 1 0 0,1 0-1 0 0,-1 0 0 0 0,0 0 1 0 0,0 0-1 0 0,0 0 1 0 0,0-2-1 0 0,0 2-1 0 0,0 0-1 0 0,0 0 1 0 0,0-1-1 0 0,0 1 1 0 0,0 0 0 0 0,0 0-1 0 0,1-1 1 0 0,-1 1 0 0 0,0 0-1 0 0,1 0 1 0 0,-1 0-1 0 0,1 0 1 0 0,-1-1 0 0 0,1 1-1 0 0,-1 0 1 0 0,1 0 0 0 0,0 0-1 0 0,0 0 1 0 0,0 0-1 0 0,-1 0 1 0 0,1 1 0 0 0,0-1-1 0 0,0 0 1 0 0,2-1 0 0 0,-1 1-2 0 0,-1 0 0 0 0,0 0 1 0 0,0 0-1 0 0,0 0 0 0 0,0 0 1 0 0,0 0-1 0 0,0 0 1 0 0,0 0-1 0 0,0 0 0 0 0,0 0 1 0 0,-1-1-1 0 0,1 1 0 0 0,0 0 1 0 0,-1-1-1 0 0,1 1 1 0 0,-1 0-1 0 0,1-1 0 0 0,-1 1 1 0 0,0-1-1 0 0,0 1 0 0 0,1-1 1 0 0,-1 1-1 0 0,0-1 1 0 0,-1-2-1 0 0,1 3-2 0 0,0 0 0 0 0,1 0 0 0 0,-1 0 1 0 0,0 0-1 0 0,0 0 0 0 0,1 0 0 0 0,-1 0 0 0 0,0 0 1 0 0,1 0-1 0 0,-1 0 0 0 0,1 0 0 0 0,0 0 0 0 0,-1 0 1 0 0,1 0-1 0 0,0 0 0 0 0,-1 0 0 0 0,1 1 0 0 0,0-1 1 0 0,0 0-1 0 0,0 1 0 0 0,-1-1 0 0 0,3 0 0 0 0,-2 0 1 0 0,0 0-1 0 0,0 0 0 0 0,0 0 0 0 0,0 1 0 0 0,1-1 0 0 0,-1 0 0 0 0,0-1 0 0 0,-1 1 1 0 0,1 0-1 0 0,0 0 0 0 0,0 0 0 0 0,0-1 0 0 0,-1 1 0 0 0,1 0 0 0 0,-1 0 0 0 0,1-1 1 0 0,-1 1-1 0 0,1-1 0 0 0,-1 1 0 0 0,0 0 0 0 0,0-1 0 0 0,0 1 0 0 0,0-2 0 0 0,1 2 3 0 0,-1 1 0 0 0,0-1-1 0 0,0 1 1 0 0,0-1-1 0 0,0 1 1 0 0,1-1-1 0 0,-1 1 1 0 0,0 0-1 0 0,0-1 1 0 0,1 1-1 0 0,-1-1 1 0 0,0 1-1 0 0,1 0 1 0 0,-1-1 0 0 0,0 1-1 0 0,1 0 1 0 0,-1-1-1 0 0,1 1 1 0 0,-1 0-1 0 0,1 0 1 0 0,-1-1-1 0 0,1 1 1 0 0,-1 0-1 0 0,1 0 1 0 0,-1 0-1 0 0,0 0 1 0 0,1 0 0 0 0,-1-1-1 0 0,1 1 1 0 0,-1 0-1 0 0,1 0 1 0 0,0 0-1 0 0,-1 0 1 0 0,1 1-1 0 0,0-1 1 0 0,-1 0 0 0 0,1 0 0 0 0,-1 0 0 0 0,1 0 0 0 0,-1 0 0 0 0,1 0 0 0 0,0 0 0 0 0,-1 0 1 0 0,1 0-1 0 0,-1 0 0 0 0,1 0 0 0 0,-1 0 0 0 0,1-1 0 0 0,-1 1 0 0 0,1 0 0 0 0,0 0 0 0 0,-1-1 0 0 0,1 1 0 0 0,-1 0 1 0 0,0-1-1 0 0,1 1 0 0 0,-1 0 0 0 0,1-1 0 0 0,-1 1 0 0 0,1 0 0 0 0,-1-1 0 0 0,0 1 0 0 0,1-1 0 0 0,-1 1 0 0 0,0-1 1 0 0,0 1-1 0 0,1-1 0 0 0,-1 1 0 0 0,0-1 0 0 0,0 0 0 0 0,0 1 0 0 0,1-1 0 0 0,-2-1 0 0 0,1 0 0 0 0,0 1 0 0 0,0-1 0 0 0,0 1 0 0 0,0-1 0 0 0,0 0 0 0 0,1 1 0 0 0,-1-1 0 0 0,0 1 0 0 0,1-1 0 0 0,-1 1 0 0 0,1-1 0 0 0,0 1 0 0 0,-1-1 0 0 0,1 1 0 0 0,0-1 0 0 0,0 1 0 0 0,0 0 0 0 0,0 0 0 0 0,0-1 0 0 0,0 1 0 0 0,0 0 0 0 0,0 0 0 0 0,1 0 0 0 0,-1 0 0 0 0,0 0 0 0 0,1 0 0 0 0,1 0 0 0 0,1-2 0 0 0,-3 1-5 0 0,0-1 1 0 0,0 0-1 0 0,0 0 0 0 0,0 0 0 0 0,0 0 1 0 0,0 0-1 0 0,-1 0 0 0 0,0 0 1 0 0,1 0-1 0 0,-1 0 0 0 0,0 0 0 0 0,-1 0 1 0 0,1 0-1 0 0,-2-6 0 0 0,2 0-4 0 0,0 7 5 0 0,0 0 1 0 0,0 0-1 0 0,0 0 0 0 0,0 0 1 0 0,1 0-1 0 0,-1 0 0 0 0,1 0 1 0 0,-1 0-1 0 0,1 0 0 0 0,0 0 1 0 0,0 0-1 0 0,0 1 0 0 0,0-1 1 0 0,0 0-1 0 0,0 1 0 0 0,0-1 1 0 0,0 1-1 0 0,2-3 0 0 0,-1 3 3 0 0,-1-1 0 0 0,1 1 0 0 0,-1-1-1 0 0,0 0 1 0 0,1 0 0 0 0,-1 1 0 0 0,0-1-1 0 0,0 0 1 0 0,0 0 0 0 0,-1 0 0 0 0,1 0-1 0 0,0 0 1 0 0,-1 0 0 0 0,0-1 0 0 0,1 1-1 0 0,-1 0 1 0 0,0 0 0 0 0,0-3 0 0 0,0 4-2 0 0,0-1 0 0 0,0 1 0 0 0,0 0 0 0 0,-1-1 0 0 0,1 1 0 0 0,0 0 0 0 0,-1-1 1 0 0,1 1-1 0 0,-1 0 0 0 0,1 0 0 0 0,-1-1 0 0 0,0 1 0 0 0,1 0 0 0 0,-1 0 0 0 0,0 0 0 0 0,0 0 0 0 0,0 0 1 0 0,0 0-1 0 0,0 0 0 0 0,0 0 0 0 0,0 0 0 0 0,-1 0 0 0 0,1 0 0 0 0,0 0 0 0 0,0 0 0 0 0,0 0 1 0 0,-1 0-1 0 0,2 0 0 0 0,-1 0 0 0 0,0 0 0 0 0,0 0 0 0 0,0 0 0 0 0,0 0 0 0 0,1 0 0 0 0,-1 0 0 0 0,0-1 0 0 0,1 1 1 0 0,-1 0-1 0 0,1-1 0 0 0,0 1 0 0 0,-1 0 0 0 0,1-1 0 0 0,0 1 0 0 0,0 0 0 0 0,0-2 0 0 0,0 2 3 0 0,0 0-1 0 0,0 0 1 0 0,-1 0-1 0 0,1 0 1 0 0,0 0-1 0 0,0 0 0 0 0,-1 0 1 0 0,1 0-1 0 0,0 0 1 0 0,-1 0-1 0 0,1 0 1 0 0,-1 1-1 0 0,1-1 1 0 0,-1 0-1 0 0,1 0 0 0 0,-1 0 1 0 0,0 1-1 0 0,1-1 1 0 0,-1 0-1 0 0,0 1 1 0 0,0-1-1 0 0,0 1 1 0 0,1-1-1 0 0,-1 1 0 0 0,0-1 1 0 0,0 1-1 0 0,-2-1 1 0 0,-5-5 2 0 0,-3-6-2 0 0,-14-8 0 0 0,-65-23 22 0 0,-1 3 1 0 0,-148-41-1 0 0,87 31-9 0 0,102 36 20 0 0,-56-9 0 0 0,51 12 54 0 0,-56-18 0 0 0,-77-19 145 0 0,141 40-105 0 0,0-3 0 0 0,2-2 0 0 0,-1-1 0 0 0,-63-31 0 0 0,44 19 26 0 0,55 24-133 0 0,1-1 0 0 0,0-1 0 0 0,0 1 1 0 0,-15-10-1 0 0,-35-2 19 0 0,34 10-12 0 0,-81-21 147 0 0,46 16-38 0 0,47 9-93 0 0,-1-1-1 0 0,1-1 1 0 0,-23-6 0 0 0,16 3-17 0 0,-1 1 0 0 0,-40-4 0 0 0,-13-3 56 0 0,4 1 91 0 0,-1 2 1 0 0,-76 1 0 0 0,78 5 25 0 0,-46-3-26 0 0,75 5-67 0 0,15 2-65 0 0,-181-5 186 0 0,24 1-134 0 0,-68 1 55 0 0,188 5-125 0 0,1-2 0 0 0,0-3 0 0 0,-108-18 0 0 0,135 13-16 0 0,-70-4 0 0 0,1 2-21 0 0,66 5-31 0 0,-5 0-46 0 0,-54 2 1 0 0,15 4 13 0 0,36 14-20 0 0,35-10 97 0 0,1 1 0 0 0,-1 0 0 0 0,1 1 0 0 0,1 0 0 0 0,-1 0 0 0 0,2 1 0 0 0,-11 14 0 0 0,14 2-64 0 0,4-24 68 0 0,1 0 0 0 0,-1 1-1 0 0,0-1 1 0 0,0 0 0 0 0,0 0-1 0 0,0 1 1 0 0,0-1 0 0 0,0 0-1 0 0,-1 1 1 0 0,1-1 0 0 0,0 0-1 0 0,0 0 1 0 0,-1 0 0 0 0,1 1-1 0 0,-1-1 1 0 0,1 0 0 0 0,-1 0 0 0 0,0 0-1 0 0,1 0 1 0 0,-2 2 0 0 0,0-3 12 0 0,0 0-12 0 0,1 0-1 0 0,0 0 1 0 0,0 0 0 0 0,0 1-1 0 0,-1-1 1 0 0,1 0 0 0 0,0 1-1 0 0,0-1 1 0 0,0 0 0 0 0,0 1-1 0 0,0 0 1 0 0,0-1 0 0 0,0 1-1 0 0,0 0 1 0 0,0-1 0 0 0,0 1-1 0 0,0 0 1 0 0,0 0 0 0 0,0 0-1 0 0,-1 1 1 0 0,-3 5 49 0 0,-20-1-26 0 0,17-5-8 0 0,-1 1-1 0 0,1 0 1 0 0,0 1 0 0 0,0 0-1 0 0,-9 4 1 0 0,14-6-25 0 0,1 1 1 0 0,0-1-1 0 0,0 0 0 0 0,0 1 0 0 0,0 0 0 0 0,0-1 1 0 0,1 1-1 0 0,-1 0 0 0 0,0 0 0 0 0,1 0 0 0 0,-1 0 1 0 0,1 0-1 0 0,0 0 0 0 0,0 0 0 0 0,0 0 1 0 0,0 1-1 0 0,0-1 0 0 0,0 0 0 0 0,0 1 0 0 0,1-1 1 0 0,-1 1-1 0 0,1-1 0 0 0,0 5 0 0 0,0 89-47 0 0,0-94 52 0 0,0-1 1 0 0,-1 1-1 0 0,1-1 0 0 0,0 0 1 0 0,0 1-1 0 0,-1-1 0 0 0,1 1 0 0 0,-1-1 1 0 0,1 0-1 0 0,-1 1 0 0 0,1-1 1 0 0,-1 0-1 0 0,0 0 0 0 0,0 1 1 0 0,0-1-1 0 0,0 0 0 0 0,0 0 1 0 0,0 0-1 0 0,0 0 0 0 0,0 0 1 0 0,-2 1-1 0 0,2-1 4 0 0,0 0 0 0 0,0 0 0 0 0,0-1 0 0 0,0 1 0 0 0,0 0 1 0 0,0 0-1 0 0,0 0 0 0 0,0 0 0 0 0,1 0 0 0 0,-1 1 0 0 0,0-1 0 0 0,1 0 0 0 0,-1 0 0 0 0,0 0 1 0 0,1 1-1 0 0,0-1 0 0 0,-1 0 0 0 0,1 1 0 0 0,0-1 0 0 0,0 0 0 0 0,-1 3 0 0 0,1-4-2 0 0,0 1-1 0 0,0 0 0 0 0,0 0 1 0 0,0 0-1 0 0,0 0 1 0 0,0-1-1 0 0,0 1 0 0 0,-1 0 1 0 0,1 0-1 0 0,0-1 0 0 0,-1 1 1 0 0,1 0-1 0 0,-1 0 1 0 0,1-1-1 0 0,-1 1 0 0 0,1 0 1 0 0,-1-1-1 0 0,1 1 0 0 0,-1-1 1 0 0,1 1-1 0 0,-1-1 1 0 0,0 1-1 0 0,1-1 0 0 0,-1 1 1 0 0,0-1-1 0 0,0 0 1 0 0,1 1-1 0 0,-1-1 0 0 0,0 0 1 0 0,0 1-1 0 0,1-1 0 0 0,-1 0 1 0 0,-1 0-1 0 0,2 0 1 0 0,-1 0-1 0 0,0 0 0 0 0,1 0 1 0 0,-1 0-1 0 0,1 1 1 0 0,-1-1-1 0 0,1 0 1 0 0,-1 0-1 0 0,1 0 0 0 0,-1 1 1 0 0,1-1-1 0 0,-1 0 1 0 0,1 1-1 0 0,-1-1 1 0 0,1 0-1 0 0,-1 1 1 0 0,1-1-1 0 0,0 0 0 0 0,-1 1 1 0 0,1-1-1 0 0,-1 1 1 0 0,1-1-1 0 0,0 1 1 0 0,0-1-1 0 0,-1 1 0 0 0,1-1 1 0 0,0 1-1 0 0,0-1 1 0 0,0 1-1 0 0,-1 0 1 0 0,1 0-1 0 0,-5 1 67 0 0,1-1-43 0 0,4-2-22 0 0,-1 1-1 0 0,0 0 1 0 0,0 0-1 0 0,0 1 1 0 0,0-1-1 0 0,1 0 1 0 0,-1 0-1 0 0,0 0 1 0 0,0 0-1 0 0,0 1 1 0 0,1-1-1 0 0,-1 0 1 0 0,0 1-1 0 0,0-1 1 0 0,1 1-1 0 0,-1-1 1 0 0,0 0-1 0 0,1 1 1 0 0,-1 0-1 0 0,0-1 1 0 0,1 1-1 0 0,-1-1 1 0 0,1 1-1 0 0,-1 0 1 0 0,1-1-1 0 0,0 1 1 0 0,-1 0-1 0 0,1 0 1 0 0,-1-1-1 0 0,1 1 1 0 0,0 0-1 0 0,0 0 1 0 0,-1 0-1 0 0,1-1 1 0 0,0 1-1 0 0,0 1 1 0 0,0 0-4 0 0,0-1 1 0 0,-1 0-1 0 0,1 1 1 0 0,-1-1 0 0 0,1 0-1 0 0,-1 0 1 0 0,0 1-1 0 0,1-1 1 0 0,-1 0-1 0 0,0 0 1 0 0,0 0-1 0 0,0 0 1 0 0,0 0 0 0 0,0 0-1 0 0,0 0 1 0 0,0 0-1 0 0,-1 1 1 0 0,0-1-1 0 0,1-1 1 0 0,0 1 0 0 0,0 0-1 0 0,0 0 1 0 0,0 0-1 0 0,0 0 1 0 0,0 0-1 0 0,0 0 1 0 0,0 0 0 0 0,0 0-1 0 0,0 0 1 0 0,1 1-1 0 0,-1-1 1 0 0,0 0-1 0 0,1 0 1 0 0,-1 1 0 0 0,1-1-1 0 0,0 1 1 0 0,-1-1-1 0 0,1 0 1 0 0,0 1-1 0 0,0-1 1 0 0,0 1 0 0 0,0-1-1 0 0,0 0 1 0 0,0 1-1 0 0,0-1 1 0 0,0 1-1 0 0,1-1 1 0 0,-1 0 0 0 0,0 1-1 0 0,1-1 1 0 0,-1 0-1 0 0,1 1 1 0 0,0-1 0 0 0,-1 0-1 0 0,2 2 1 0 0,4 7 3 0 0,-4-7 2 0 0,1 1 1 0 0,-1 0 0 0 0,0 0-1 0 0,0 0 1 0 0,0 0-1 0 0,-1 0 1 0 0,0 1 0 0 0,0-1-1 0 0,0 0 1 0 0,0 1 0 0 0,0-1-1 0 0,-1 1 1 0 0,0 5-1 0 0,0 176 236 0 0,0-186-243 0 0,0 1-1 0 0,0 0 1 0 0,0-1-1 0 0,1 1 1 0 0,-1-1-1 0 0,0 1 1 0 0,0 0-1 0 0,0-1 1 0 0,1 1-1 0 0,-1-1 1 0 0,0 1-1 0 0,1-1 1 0 0,-1 1-1 0 0,1-1 1 0 0,-1 1-1 0 0,0-1 1 0 0,1 1 0 0 0,-1-1-1 0 0,1 1 1 0 0,-1-1-1 0 0,1 0 1 0 0,-1 1-1 0 0,1-1 1 0 0,-1 0-1 0 0,1 0 1 0 0,0 1-1 0 0,-1-1 1 0 0,1 0-1 0 0,-1 0 1 0 0,1 0-1 0 0,1 0 1 0 0,-1 1-1 0 0,-1-1 1 0 0,1 0 0 0 0,0 0 0 0 0,0 0 0 0 0,-1 1 0 0 0,1-1 0 0 0,0 0 0 0 0,0 0 0 0 0,-1 1 0 0 0,1-1 0 0 0,0 1 0 0 0,-1-1 0 0 0,1 1-1 0 0,-1-1 1 0 0,1 1 0 0 0,0-1 0 0 0,-1 1 0 0 0,1-1 0 0 0,-1 1 0 0 0,0 0 0 0 0,1-1 0 0 0,-1 1 0 0 0,1 0 0 0 0,-1 0 0 0 0,0-1 0 0 0,0 1-1 0 0,1 0 1 0 0,-1 0 0 0 0,0-1 0 0 0,0 1 0 0 0,0 0 0 0 0,0 1 0 0 0,0-1 4 0 0,0 0 0 0 0,0 0 0 0 0,0 0 0 0 0,1 0 0 0 0,-1 0 0 0 0,0-1 0 0 0,0 1 0 0 0,1 0 0 0 0,-1 0 0 0 0,0 0-1 0 0,1 0 1 0 0,-1-1 0 0 0,1 1 0 0 0,-1 0 0 0 0,1 0 0 0 0,-1-1 0 0 0,1 1 0 0 0,-1 0 0 0 0,1-1 0 0 0,0 1 0 0 0,-1-1 0 0 0,1 1 0 0 0,0-1 0 0 0,0 1 0 0 0,-1-1 0 0 0,1 1 0 0 0,0-1 0 0 0,0 0 0 0 0,0 1-1 0 0,0-1 1 0 0,-1 0 0 0 0,2 0 0 0 0,-1 1 0 0 0,-1-1 1 0 0,1 0-1 0 0,0 0 0 0 0,-1 0 0 0 0,1 0 0 0 0,-1 0 1 0 0,1 0-1 0 0,-1 1 0 0 0,1-1 0 0 0,-1 0 0 0 0,1 1 0 0 0,-1-1 1 0 0,1 0-1 0 0,-1 1 0 0 0,0-1 0 0 0,1 0 0 0 0,-1 1 1 0 0,1-1-1 0 0,-1 1 0 0 0,0-1 0 0 0,1 0 0 0 0,-1 1 0 0 0,0-1 1 0 0,0 1-1 0 0,1-1 0 0 0,-1 1 0 0 0,0 0 0 0 0,0-1 1 0 0,0 2-1 0 0,2 0-1 0 0,0 0 0 0 0,1 0-1 0 0,-1 0 1 0 0,0 0 0 0 0,0 0 0 0 0,1 0 0 0 0,-1 0 0 0 0,1-1 0 0 0,0 1 0 0 0,0-1 0 0 0,-1 0 0 0 0,1 0 0 0 0,0 0 0 0 0,4 1-1 0 0,7 4 16 0 0,-4 19 52 0 0,70 25 13 0 0,-37-19-80 0 0,-32-22 0 0 0,1-1 0 0 0,0 0 0 0 0,0 0 0 0 0,0-1 0 0 0,17 6 0 0 0,-20-8 8 0 0,0 0 1 0 0,0 0-1 0 0,-1 1 1 0 0,13 11-1 0 0,39 27 30 0 0,110 57-105 0 0,-160-86-1760 0 0,6-12-355 0 0,4 2-2487 0 0,-20-5 4630 0 0,0 0 0 0 0,0 0 0 0 0,1 0 0 0 0,-1 0 0 0 0,0 0 0 0 0,0 0 0 0 0,0 0 0 0 0,0 0 0 0 0,1 0 0 0 0,-1 0 1 0 0,0 1-1 0 0,0-1 0 0 0,0 0 0 0 0,0 0 0 0 0,0 0 0 0 0,1 0 0 0 0,-1 0 0 0 0,0 0 0 0 0,0 1 0 0 0,0-1 0 0 0,0 0 0 0 0,0 0 0 0 0,0 0 1 0 0,0 0-1 0 0,0 1 0 0 0,0-1 0 0 0,0 0 0 0 0,0 0 0 0 0,1 0 0 0 0,-1 1 0 0 0,0-1 0 0 0,0 0 0 0 0,0 0 0 0 0,0 0 0 0 0,0 0 0 0 0,-1 1 1 0 0,1-1-1 0 0,0 0 0 0 0,0 0 0 0 0,0 0 0 0 0,0 1 0 0 0,0-1 0 0 0,0 0 0 0 0,0 0 0 0 0,0 0 0 0 0,0 0 0 0 0,0 0 0 0 0,0 1 0 0 0,-1-1 1 0 0,1 0-1 0 0,0 0 0 0 0,0 0 0 0 0,0 0 0 0 0,0 0 0 0 0,0 0 0 0 0,-1 1 0 0 0,1-1 0 0 0,0 0 0 0 0,0 0 0 0 0,0 0 0 0 0,0 0 0 0 0,-1 0 1 0 0,1 0-1 0 0,0 0 0 0 0,0 0 0 0 0,0 0 0 0 0,-1 0 0 0 0,-69 28-4737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4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43 3201 0 0,'-2'-2'358'0'0,"0"0"-1"0"0,0 0 1 0 0,0 0-1 0 0,0 0 0 0 0,0-1 1 0 0,0 1-1 0 0,1-1 0 0 0,-1 1 1 0 0,1-1-1 0 0,0 1 0 0 0,-2-6 1 0 0,1 0 872 0 0,2 6-986 0 0,0 5-229 0 0,0 1-1 0 0,1-1 1 0 0,-1 0 0 0 0,1 0-1 0 0,0-1 1 0 0,0 1-1 0 0,0 0 1 0 0,0 0 0 0 0,0 0-1 0 0,1 0 1 0 0,2 3-1 0 0,8 17 65 0 0,40 80 193 0 0,-31-65-168 0 0,26 63 0 0 0,43 138 336 0 0,-84-228-457 0 0,-2 0 1 0 0,1 1-1 0 0,-1 0 0 0 0,-1 0 1 0 0,0 0-1 0 0,-1 0 0 0 0,1 19 1 0 0,-3-29-51 0 0,1 1 1 0 0,-1-1-1 0 0,0 1 0 0 0,1-1 1 0 0,-1 1-1 0 0,1-1 1 0 0,0 1-1 0 0,0-1 1 0 0,0 1-1 0 0,0-1 1 0 0,0 0-1 0 0,0 1 1 0 0,1-1-1 0 0,3 4 1 0 0,-2 0-913 0 0,-17-4-953 0 0,9-2-2803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85 104 3842 0 0,'-3'-6'474'0'0,"-1"1"1"0"0,1 0 0 0 0,-1-1-1 0 0,-1 2 1 0 0,1-1 0 0 0,-1 0-1 0 0,1 1 1 0 0,-1 0 0 0 0,-1 0-1 0 0,1 1 1 0 0,-6-4 0 0 0,10 7-474 0 0,-1-1 0 0 0,1 1 1 0 0,-1-1-1 0 0,1 0 0 0 0,0 1 0 0 0,-1-1 1 0 0,1 0-1 0 0,0 0 0 0 0,0 0 1 0 0,0 0-1 0 0,0 0 0 0 0,0 0 0 0 0,0 0 1 0 0,0 0-1 0 0,0 0 0 0 0,0 0 1 0 0,0-1-1 0 0,0 1 0 0 0,1 0 1 0 0,-1-1-1 0 0,1 1 0 0 0,-1 0 0 0 0,1-1 1 0 0,-1 1-1 0 0,1-1 0 0 0,0 1 1 0 0,0-1-1 0 0,0 1 0 0 0,0-1 0 0 0,0-2 1 0 0,0 3 7 0 0,1 1 1 0 0,-1-1-1 0 0,0 1 1 0 0,1-1-1 0 0,-1 1 1 0 0,1-1-1 0 0,0 1 1 0 0,-1-1-1 0 0,1 1 1 0 0,-1-1-1 0 0,1 1 1 0 0,0 0-1 0 0,-1-1 1 0 0,1 1-1 0 0,0 0 0 0 0,-1 0 1 0 0,1-1-1 0 0,0 1 1 0 0,-1 0-1 0 0,1 0 1 0 0,0 0-1 0 0,-1 0 1 0 0,1 0-1 0 0,0 0 1 0 0,0 0-1 0 0,0 0 1 0 0,29 1-7 0 0,-23-1 18 0 0,22 0 26 0 0,0 1 1 0 0,0 1-1 0 0,-1 2 1 0 0,41 10-1 0 0,-58-11-19 0 0,-1 0 0 0 0,1 1 0 0 0,-1 1 0 0 0,0-1-1 0 0,0 2 1 0 0,0-1 0 0 0,-1 2 0 0 0,1-1 0 0 0,-2 1 0 0 0,1 0-1 0 0,-1 1 1 0 0,0 0 0 0 0,11 15 0 0 0,-16-20-16 0 0,-1 0 1 0 0,0 0 0 0 0,0 0-1 0 0,0 0 1 0 0,0 1-1 0 0,-1-1 1 0 0,1 0 0 0 0,-1 1-1 0 0,0-1 1 0 0,0 1 0 0 0,0 0-1 0 0,0-1 1 0 0,-1 1-1 0 0,1 0 1 0 0,-1 0 0 0 0,0-1-1 0 0,0 1 1 0 0,0 0-1 0 0,-1-1 1 0 0,1 1 0 0 0,-1 0-1 0 0,0-1 1 0 0,-2 5-1 0 0,1-3-6 0 0,-2 0 0 0 0,1-1-1 0 0,0 1 1 0 0,-1-1 0 0 0,0 0-1 0 0,0 0 1 0 0,0 0-1 0 0,-1 0 1 0 0,0-1 0 0 0,1 1-1 0 0,-1-1 1 0 0,0-1-1 0 0,0 1 1 0 0,-9 3 0 0 0,1 0-214 0 0,1-1 0 0 0,-1 0 0 0 0,0-1 0 0 0,0 0 0 0 0,0-1 0 0 0,-1-1 0 0 0,1 0 0 0 0,-1 0 0 0 0,0-2 0 0 0,1 0 0 0 0,-1 0 0 0 0,1-1 0 0 0,-1-1 1 0 0,0 0-1 0 0,1-1 0 0 0,-16-5 0 0 0,-31-26-4168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5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1921 0 0,'0'33'3041'0'0,"0"68"1201"0"0,30-12-2321 0 0,-30-6-1841 0 0,30-20-160 0 0,0-5 0 0 0,-30-8 480 0 0,30-4-480 0 0,-30-15-640 0 0,31-18-481 0 0,-31-2-720 0 0,60-3-2641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5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417 197 800 0 0,'-75'-11'6861'0'0,"-29"-6"-4251"0"0,97 15-2618 0 0,0 0-1 0 0,0 0 1 0 0,0-1-1 0 0,1 1 1 0 0,-1-2-1 0 0,0 1 1 0 0,1-1-1 0 0,0 0 1 0 0,0 0-1 0 0,-10-10 1 0 0,15 10 33 0 0,-1-1 0 0 0,1 0 0 0 0,0 0 0 0 0,0 1-1 0 0,1-1 1 0 0,-1 0 0 0 0,1 0 0 0 0,0 0 0 0 0,0 0 0 0 0,1 0 0 0 0,0 0 0 0 0,0 1 0 0 0,0-1 0 0 0,2-7-1 0 0,0 8 2 0 0,-1 1-1 0 0,0 0 0 0 0,1 0 1 0 0,0 0-1 0 0,0 0 0 0 0,0 0 1 0 0,0 0-1 0 0,0 1 0 0 0,1 0 0 0 0,-1-1 1 0 0,1 1-1 0 0,-1 0 0 0 0,1 1 1 0 0,0-1-1 0 0,0 1 0 0 0,0-1 1 0 0,-1 1-1 0 0,1 0 0 0 0,1 1 0 0 0,-1-1 1 0 0,0 1-1 0 0,0 0 0 0 0,0 0 1 0 0,0 0-1 0 0,0 0 0 0 0,0 1 1 0 0,0-1-1 0 0,8 4 0 0 0,-12-4-15 0 0,1 0 0 0 0,-1 1-1 0 0,1-1 1 0 0,-1 0 0 0 0,1 1 0 0 0,-1-1 0 0 0,0 1-1 0 0,1-1 1 0 0,-1 1 0 0 0,0-1 0 0 0,0 1-1 0 0,1-1 1 0 0,-1 1 0 0 0,0-1 0 0 0,0 1 0 0 0,0-1-1 0 0,0 1 1 0 0,0-1 0 0 0,0 1 0 0 0,1 0-1 0 0,-1-1 1 0 0,0 1 0 0 0,-1-1 0 0 0,1 1-1 0 0,0-1 1 0 0,0 1 0 0 0,0-1 0 0 0,0 1 0 0 0,0-1-1 0 0,0 1 1 0 0,-1 0 0 0 0,1-1 0 0 0,0 0-1 0 0,0 1 1 0 0,-1-1 0 0 0,1 1 0 0 0,0-1-1 0 0,-1 1 1 0 0,1-1 0 0 0,-1 1 0 0 0,1-1 0 0 0,0 0-1 0 0,-1 1 1 0 0,1-1 0 0 0,-1 0 0 0 0,1 0-1 0 0,-2 1 1 0 0,-15 14 148 0 0,9-9-179 0 0,1 0 0 0 0,-2-1 0 0 0,1 0 0 0 0,0 0 0 0 0,-1-1 1 0 0,0 0-1 0 0,0 0 0 0 0,0-1 0 0 0,0 0 0 0 0,-1-1 0 0 0,1 0 0 0 0,-15 1 0 0 0,16-2-676 0 0,0 0 0 0 0,0-1-1 0 0,0-1 1 0 0,0 1 0 0 0,-10-3 0 0 0,-12-10-2852 0 0,-1-10 201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328 408 1441 0 0,'-4'-2'627'0'0,"0"0"0"0"0,1 0 0 0 0,-1 0 0 0 0,0 1 0 0 0,0 0 0 0 0,0-1-1 0 0,0 1 1 0 0,-5 0 0 0 0,-7-4-53 0 0,-44-13 240 0 0,58 17-793 0 0,1 1 0 0 0,-1 0 1 0 0,1 0-1 0 0,0-1 0 0 0,-1 1 1 0 0,1 0-1 0 0,-1 0 0 0 0,1 0 1 0 0,-1 1-1 0 0,1-1 0 0 0,-1 0 1 0 0,1 0-1 0 0,-1 1 0 0 0,1-1 1 0 0,-3 2-1 0 0,0 0 51 0 0,-15 1 609 0 0,12-1-286 0 0,10-2-211 0 0,10 3-3 0 0,-14-3-176 0 0,1 0 0 0 0,0 0 1 0 0,0 0-1 0 0,0 0 1 0 0,0 0-1 0 0,0 0 0 0 0,-1 0 1 0 0,1 0-1 0 0,0 1 1 0 0,0-1-1 0 0,0 0 0 0 0,0 0 1 0 0,0 0-1 0 0,0 0 0 0 0,-1 0 1 0 0,1 0-1 0 0,0 1 1 0 0,0-1-1 0 0,0 0 0 0 0,0 0 1 0 0,0 0-1 0 0,0 0 1 0 0,0 1-1 0 0,0-1 0 0 0,0 0 1 0 0,0 0-1 0 0,0 0 0 0 0,0 0 1 0 0,0 1-1 0 0,0-1 1 0 0,0 0-1 0 0,0 0 0 0 0,0 0 1 0 0,0 0-1 0 0,0 1 0 0 0,0-1 1 0 0,0 0-1 0 0,0 0 1 0 0,0 0-1 0 0,0 0 0 0 0,0 0 1 0 0,0 1-1 0 0,1-1 1 0 0,-1 0-1 0 0,0 0 0 0 0,0 0 1 0 0,0 0-1 0 0,0 0 0 0 0,0 0 1 0 0,0 1-1 0 0,1-1 1 0 0,-1 0-1 0 0,0 0 0 0 0,0 0 1 0 0,0 0-1 0 0,1 0 1 0 0,-7 3 5 0 0,-44-1 218 0 0,-10 5-123 0 0,30-3-39 0 0,5-9 0 0 0,105 5 506 0 0,79-5 12 0 0,217-34-1 0 0,145-57 102 0 0,-444 79-498 0 0,0 0 111 0 0,155-14 1 0 0,331 20 887 0 0,-342 4-854 0 0,10 1-13 0 0,302-17 439 0 0,-287 8-317 0 0,271-23 1065 0 0,-371 31-1227 0 0,-146 6-1226 0 0,0 1 873 0 0,0 0 0 0 0,0 0-1 0 0,0-1 1 0 0,0 1 0 0 0,0 0 0 0 0,1 0 0 0 0,-1-1-1 0 0,0 1 1 0 0,0 0 0 0 0,-1 0 0 0 0,1-1-1 0 0,0 1 1 0 0,0 0 0 0 0,0 0 0 0 0,0-1 0 0 0,0 1-1 0 0,0 0 1 0 0,0 0 0 0 0,0-1 0 0 0,0 1-1 0 0,0 0 1 0 0,-1 0 0 0 0,1 0 0 0 0,0-1 0 0 0,0 1-1 0 0,0 0 1 0 0,0 0 0 0 0,-1 0 0 0 0,1-1-1 0 0,0 1 1 0 0,0 0 0 0 0,-1 0 0 0 0,1 0 0 0 0,0 0-1 0 0,0 0 1 0 0,0 0 0 0 0,-1 0 0 0 0,1-1-1 0 0,0 1 1 0 0,-1 0 0 0 0,-54-23-5009 0 0,-126-33-4723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5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213 175 2001 0 0,'-7'2'515'0'0,"6"-1"-326"0"0,0-1-1 0 0,0 0 1 0 0,0 1-1 0 0,-1-1 1 0 0,1 1-1 0 0,0-1 1 0 0,0 1-1 0 0,0-1 1 0 0,0 1-1 0 0,0 0 1 0 0,0-1-1 0 0,0 1 1 0 0,0 0-1 0 0,0 0 1 0 0,0 0-1 0 0,1 0 1 0 0,-1 0-1 0 0,0 0 1 0 0,1 0 0 0 0,-1 0-1 0 0,0 0 1 0 0,1 0-1 0 0,0 0 1 0 0,-1 0-1 0 0,1 1 1 0 0,-1-1-1 0 0,1 0 1 0 0,0 0-1 0 0,0 0 1 0 0,0 1-1 0 0,0-1 1 0 0,0 2-1 0 0,-35 13 586 0 0,-16-14-107 0 0,21 4 427 0 0,25-6-441 0 0,5-1-626 0 0,0 1 0 0 0,0-1 0 0 0,0 0 0 0 0,0 0-1 0 0,0 1 1 0 0,0-1 0 0 0,0 0 0 0 0,-1 0-1 0 0,1 1 1 0 0,0-1 0 0 0,0 0 0 0 0,-1 1-1 0 0,1-1 1 0 0,0 0 0 0 0,-1 1 0 0 0,1-1-1 0 0,-1 1 1 0 0,1-1 0 0 0,-1 0 0 0 0,1 1-1 0 0,-1-1 1 0 0,1 1 0 0 0,-1-1 0 0 0,0 1-1 0 0,1 0 1 0 0,-1-1 0 0 0,0 1 0 0 0,1 0 0 0 0,-1-1-1 0 0,0 1 1 0 0,-1-1 0 0 0,1 1-19 0 0,0 0 1 0 0,1 0-1 0 0,-1-1 0 0 0,0 1 1 0 0,0-1-1 0 0,0 1 1 0 0,0-1-1 0 0,1 1 0 0 0,-1-1 1 0 0,0 1-1 0 0,0-1 1 0 0,1 0-1 0 0,-1 1 1 0 0,0-1-1 0 0,1 0 0 0 0,-1 1 1 0 0,1-1-1 0 0,-1 0 1 0 0,1 0-1 0 0,0 0 0 0 0,-1 0 1 0 0,1 0-1 0 0,0 1 1 0 0,-1-1-1 0 0,1 0 0 0 0,0 0 1 0 0,0 0-1 0 0,0 0 1 0 0,0 0-1 0 0,0 0 0 0 0,0 0 1 0 0,0-1-1 0 0,0 1-2 0 0,0 1-1 0 0,0-1 0 0 0,-1 1 0 0 0,1-1 1 0 0,0 1-1 0 0,0-1 0 0 0,0 1 0 0 0,-1-1 1 0 0,1 1-1 0 0,0-1 0 0 0,-1 1 0 0 0,1 0 0 0 0,0-1 1 0 0,-1 1-1 0 0,1-1 0 0 0,0 1 0 0 0,-1 0 1 0 0,1-1-1 0 0,-1 1 0 0 0,1 0 0 0 0,-1 0 1 0 0,1-1-1 0 0,-1 1 0 0 0,1 0 0 0 0,-1 0 1 0 0,1 0-1 0 0,-1-1 0 0 0,1 1 0 0 0,-1 0 1 0 0,1 0-1 0 0,-1 0 0 0 0,0 0 0 0 0,1 0 1 0 0,-1 0-1 0 0,0 0 0 0 0,0 1-2 0 0,1-1 1 0 0,-1 0-1 0 0,1 0 0 0 0,-1 0 0 0 0,1 0 1 0 0,-1 0-1 0 0,1 0 0 0 0,-1-1 1 0 0,0 1-1 0 0,1 0 0 0 0,-1 0 0 0 0,1 0 1 0 0,-1 0-1 0 0,1-1 0 0 0,-1 1 1 0 0,1 0-1 0 0,-1 0 0 0 0,1-1 0 0 0,-1 1 1 0 0,1 0-1 0 0,0-1 0 0 0,-1 1 0 0 0,1-1 1 0 0,0 1-1 0 0,-1-1 0 0 0,1 1 1 0 0,0 0-1 0 0,-1-1 0 0 0,1 1 0 0 0,0-1 1 0 0,0 1-1 0 0,-1-1 0 0 0,1 1 1 0 0,0-1-1 0 0,0-1 0 0 0,0-150 571 0 0,-2 150-549 0 0,29-8 16 0 0,-22 9-51 0 0,1 0-1 0 0,-1 1 0 0 0,1 0 1 0 0,-1 0-1 0 0,1 0 0 0 0,-1 0 1 0 0,1 1-1 0 0,-1 0 0 0 0,1 0 1 0 0,-1 1-1 0 0,0-1 0 0 0,0 1 1 0 0,1 0-1 0 0,-1 1 0 0 0,-1-1 1 0 0,6 4-1 0 0,2 1 3 0 0,1 0 1 0 0,-1 1-1 0 0,-1 0 1 0 0,1 1-1 0 0,14 14 1 0 0,-13-5 41 0 0,0 0 1 0 0,11 22 0 0 0,-14-22 7 0 0,-9-18-32 0 0,0 1-1 0 0,-1 0 0 0 0,1-1 0 0 0,-1 1 1 0 0,1 0-1 0 0,-1-1 0 0 0,0 1 0 0 0,1 0 1 0 0,-1 0-1 0 0,0-1 0 0 0,1 1 1 0 0,-1 0-1 0 0,0 0 0 0 0,0 0 0 0 0,0-1 1 0 0,1 1-1 0 0,-1 0 0 0 0,0 0 0 0 0,0 0 1 0 0,-1 0-1 0 0,1-1 0 0 0,0 1 0 0 0,0 0 1 0 0,0 0-1 0 0,0 0 0 0 0,-1-1 0 0 0,1 1 1 0 0,0 0-1 0 0,-1 0 0 0 0,1-1 1 0 0,0 1-1 0 0,-1 0 0 0 0,1 0 0 0 0,-1-1 1 0 0,-1 2-1 0 0,2-2-7 0 0,-1 1 1 0 0,0-1-1 0 0,0 1 1 0 0,0-1-1 0 0,0 0 1 0 0,0 1-1 0 0,0-1 1 0 0,0 0-1 0 0,0 0 1 0 0,0 0-1 0 0,0 0 1 0 0,0 0-1 0 0,0 0 1 0 0,0 0-1 0 0,0 0 1 0 0,0 0-1 0 0,0 0 1 0 0,0 0-1 0 0,1-1 1 0 0,-1 1-1 0 0,0 0 1 0 0,0-1-1 0 0,0 1 1 0 0,0-1-1 0 0,0 1 1 0 0,0-1-1 0 0,0 0 1 0 0,2-3-6 0 0,-1 3 5 0 0,0 0 0 0 0,0 1 1 0 0,0-1-1 0 0,0 0 0 0 0,0 0 1 0 0,0 1-1 0 0,0-1 0 0 0,0 0 0 0 0,0 1 1 0 0,-1-1-1 0 0,1 0 0 0 0,0 0 1 0 0,-1 1-1 0 0,1-1 0 0 0,0 1 1 0 0,-1-1-1 0 0,1 0 0 0 0,-1 1 1 0 0,1-1-1 0 0,-1 1 0 0 0,1-1 1 0 0,-1 1-1 0 0,1-1 0 0 0,-1 1 1 0 0,0-1-1 0 0,1 1 0 0 0,-1 0 1 0 0,0-1-1 0 0,1 1 0 0 0,-1 0 1 0 0,0 0-1 0 0,1-1 0 0 0,-1 1 1 0 0,-1 0-1 0 0,2 0-2 0 0,-1 0 1 0 0,0 0-1 0 0,0-1 0 0 0,1 1 1 0 0,-1 0-1 0 0,0 0 0 0 0,1-1 1 0 0,-1 1-1 0 0,0 0 0 0 0,1-1 1 0 0,-1 1-1 0 0,0-1 0 0 0,1 1 1 0 0,-1-1-1 0 0,1 1 0 0 0,-1-1 1 0 0,1 1-1 0 0,-1-1 0 0 0,1 0 1 0 0,-1 1-1 0 0,1-1 0 0 0,0 0 1 0 0,-1 1-1 0 0,1-1 1 0 0,0 0-1 0 0,0 1 0 0 0,-1-1 1 0 0,1 0-1 0 0,0 0 0 0 0,0 1 1 0 0,0-1-1 0 0,0 0 0 0 0,0 0 1 0 0,0 0-1 0 0,-1-14 51 0 0,0 11-44 0 0,1-1 0 0 0,-1 1-1 0 0,1 0 1 0 0,0-1 0 0 0,0 1 0 0 0,1-1 0 0 0,-1 1 0 0 0,1 0 0 0 0,0-1 0 0 0,0 1-1 0 0,3-8 1 0 0,3 4-14 0 0,1 1 0 0 0,0-1-1 0 0,1 2 1 0 0,-1-1 0 0 0,1 1 0 0 0,0 0-1 0 0,1 1 1 0 0,-1 0 0 0 0,1 1 0 0 0,14-5-1 0 0,-21 9-9 0 0,0-1 1 0 0,0 1-1 0 0,0 0 0 0 0,0 0 0 0 0,0 0 0 0 0,0 0 0 0 0,1 0 1 0 0,-1 1-1 0 0,0-1 0 0 0,0 1 0 0 0,0 0 0 0 0,0 0 0 0 0,-1 0 0 0 0,1 0 1 0 0,4 3-1 0 0,1-1-21 0 0,2 11-42 0 0,22 4 97 0 0,-30-17-12 0 0,0 0-1 0 0,-1 1 0 0 0,1-1 0 0 0,0 0 1 0 0,-1 1-1 0 0,1-1 0 0 0,-1 1 0 0 0,0 0 1 0 0,1-1-1 0 0,-1 1 0 0 0,0 0 0 0 0,0 0 1 0 0,0 0-1 0 0,0-1 0 0 0,-1 1 0 0 0,1 0 1 0 0,1 4-1 0 0,-1 0 12 0 0,1 0 0 0 0,1 0 0 0 0,-1 0 0 0 0,1 0-1 0 0,0 0 1 0 0,0-1 0 0 0,1 1 0 0 0,0-1 0 0 0,0 0 0 0 0,0 0 0 0 0,0-1 0 0 0,8 7 0 0 0,-6-5 4 0 0,0 0 0 0 0,0 1 0 0 0,-1 0 0 0 0,8 13 0 0 0,-11-14-29 0 0,0 0 0 0 0,-1 0 0 0 0,0 0 1 0 0,0 0-1 0 0,-1 0 0 0 0,0 8 1 0 0,-1-8-1033 0 0,0-34-1192 0 0,5-8-875 0 0,16-42-2695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1040 0 0,'-18'9'1567'0'0,"0"0"-1"0"0,1 1 0 0 0,0 1 0 0 0,-24 20 0 0 0,39-28-1427 0 0,1 0 1 0 0,-1 0-1 0 0,1 0 0 0 0,-1 0 1 0 0,1 1-1 0 0,0-1 0 0 0,0 0 1 0 0,0 1-1 0 0,1-1 1 0 0,-1 1-1 0 0,1-1 0 0 0,0 1 1 0 0,0-1-1 0 0,0 5 1 0 0,8 46 183 0 0,-4-47-308 0 0,-1 0 0 0 0,1 0 0 0 0,0-1 1 0 0,0 1-1 0 0,1-1 0 0 0,0-1 0 0 0,0 1 0 0 0,0 0 0 0 0,8 5 0 0 0,16 18 61 0 0,-11-1-27 0 0,-1 0 0 0 0,-2 1 0 0 0,0 0 0 0 0,-2 1 0 0 0,13 46 1 0 0,-4-16 68 0 0,-4-8-60 0 0,-8-21-77 0 0,2-1 1 0 0,0 0 0 0 0,2 0-1 0 0,2-1 1 0 0,22 33-1 0 0,-34-58-264 0 0,-1 0 0 0 0,1-1 0 0 0,0 1 0 0 0,0-1 0 0 0,0 1 0 0 0,0-1-1 0 0,1-1 1 0 0,-1 1 0 0 0,1 0 0 0 0,0-1 0 0 0,-1 0 0 0 0,1 0 0 0 0,0-1 0 0 0,0 1 0 0 0,1-1 0 0 0,-1 0 0 0 0,10 0-1 0 0,45 6-6012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70 720 0 0,'0'-6'4642'0'0,"-30"1"1"0"0,30 10-4083 0 0,-31-5-320 0 0,31-5-880 0 0,0-9-961 0 0,0 3-800 0 0,-60-22-1201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51 560 0 0,'-16'2'1045'0'0,"1"0"-1"0"0,-1-1 0 0 0,-31-3 1 0 0,-5-13 527 0 0,51 14-1561 0 0,1 0 1 0 0,-1 1 0 0 0,1-1 0 0 0,-1 0-1 0 0,1 0 1 0 0,-1 0 0 0 0,1 0 0 0 0,0 0 0 0 0,-1 0-1 0 0,1 0 1 0 0,0 0 0 0 0,0 0 0 0 0,0 0-1 0 0,0 0 1 0 0,0 0 0 0 0,0 0 0 0 0,0 0 0 0 0,0 0-1 0 0,0-1 1 0 0,0 1 49 0 0,1 0 1 0 0,-1 1-1 0 0,0-1 0 0 0,0 0 1 0 0,0 1-1 0 0,0-1 0 0 0,0 0 1 0 0,0 1-1 0 0,0-1 0 0 0,0 1 1 0 0,0-1-1 0 0,0 0 0 0 0,0 1 1 0 0,0-1-1 0 0,-1 0 0 0 0,1 1 1 0 0,0-1-1 0 0,0 0 0 0 0,-1 1 1 0 0,1-1-1 0 0,0 1 0 0 0,-1-1 1 0 0,1 1-1 0 0,0-1 0 0 0,-1 1 1 0 0,1-1-1 0 0,-1 1 0 0 0,0-1 1 0 0,-8 2 158 0 0,0 0 1 0 0,0 1-1 0 0,0 0 1 0 0,-17 7-1 0 0,-28 7 359 0 0,29-10-326 0 0,10-2 207 0 0,0-1 0 0 0,0-1 1 0 0,-30 2-1 0 0,40-4 314 0 0,30 0 106 0 0,-20 0-373 0 0,834-37 1000 0 0,-650 31-976 0 0,348 32 0 0 0,-394-14-232 0 0,-53-4-125 0 0,192 8 692 0 0,662-54 1589 0 0,-910 35-2428 0 0,-19 2 9 0 0,1 0-1 0 0,-1-2 0 0 0,1 1 1 0 0,-1-2-1 0 0,20-7 1 0 0,-35 11-95 0 0,1 0 1 0 0,-1 0-1 0 0,0 0 0 0 0,0-1 1 0 0,0 1-1 0 0,0 0 1 0 0,0 0-1 0 0,1 0 1 0 0,-1 0-1 0 0,0 0 0 0 0,0 0 1 0 0,0 0-1 0 0,0 0 1 0 0,0 0-1 0 0,1 0 0 0 0,-1 0 1 0 0,0 0-1 0 0,0 0 1 0 0,0 0-1 0 0,0 0 0 0 0,1 0 1 0 0,-1 0-1 0 0,0 0 1 0 0,0 0-1 0 0,0 0 0 0 0,0 0 1 0 0,1 0-1 0 0,-1 0 1 0 0,0 0-1 0 0,0 0 0 0 0,0 0 1 0 0,0 0-1 0 0,0 0 1 0 0,0 1-1 0 0,1-1 0 0 0,-1 0 1 0 0,0 0-1 0 0,0 0 1 0 0,0 0-1 0 0,0 0 0 0 0,0 0 1 0 0,0 0-1 0 0,0 1 1 0 0,0-1-1 0 0,1 0 0 0 0,-1 0 1 0 0,0 0-1 0 0,0 0 1 0 0,0 1-1 0 0,0-1 0 0 0,0 0 1 0 0,0 0-1 0 0,0 0 1 0 0,0 0-1 0 0,0 0 1 0 0,0 1-1 0 0,0-1 0 0 0,0 0 1 0 0,0 0-1 0 0,0 0 1 0 0,0 0-1 0 0,0 1 0 0 0,-7 24-4680 0 0,-18 48-6012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19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141 204 2641 0 0,'-3'-12'4823'0'0,"-9"7"-2990"0"0,12 6-1808 0 0,-1-1 1 0 0,0 0-1 0 0,1 0 1 0 0,-1 0-1 0 0,1-1 1 0 0,-1 1-1 0 0,0 0 1 0 0,1 0-1 0 0,-1 0 0 0 0,1 0 1 0 0,-1-1-1 0 0,0 1 1 0 0,1 0-1 0 0,-1 0 1 0 0,1-1-1 0 0,-1 1 1 0 0,1 0-1 0 0,-1-1 1 0 0,1 1-1 0 0,-1-1 0 0 0,1 1 1 0 0,0 0-1 0 0,-1-1 1 0 0,1 1-1 0 0,0-1 1 0 0,-1 1-1 0 0,1-1 1 0 0,0 0-1 0 0,-1 1 1 0 0,1-1-1 0 0,0 1 0 0 0,0-1 1 0 0,0 1-1 0 0,0-1 1 0 0,-1 0-1 0 0,1 1 1 0 0,0-1-1 0 0,0 0 1 0 0,0 1-1 0 0,0-1 1 0 0,0 1-1 0 0,1-2 0 0 0,2-31 776 0 0,-3 30-776 0 0,1 1 1 0 0,1 0 0 0 0,-1-1-1 0 0,0 1 1 0 0,1 0 0 0 0,-1 0-1 0 0,1 0 1 0 0,-1 0 0 0 0,1 0-1 0 0,0 0 1 0 0,0 1 0 0 0,3-3-1 0 0,-4 3-19 0 0,-1 0-1 0 0,1 1 0 0 0,-1-1 0 0 0,1 0 0 0 0,-1 1 1 0 0,1-1-1 0 0,-1 0 0 0 0,0 0 0 0 0,1 0 1 0 0,-1 1-1 0 0,0-1 0 0 0,0 0 0 0 0,0 0 1 0 0,1 0-1 0 0,-1 0 0 0 0,0 1 0 0 0,0-1 1 0 0,0 0-1 0 0,0 0 0 0 0,0 0 0 0 0,-1 0 1 0 0,1 0-1 0 0,0 0-1 0 0,0 0 1 0 0,0 0 0 0 0,-1 0-1 0 0,1 0 1 0 0,0 0 0 0 0,0 1-1 0 0,0-1 1 0 0,0 0-1 0 0,1 0 1 0 0,-1 0 0 0 0,0 0-1 0 0,0 0 1 0 0,0 1-1 0 0,1-1 1 0 0,-1 0 0 0 0,1 0-1 0 0,-1 0 1 0 0,0 1 0 0 0,1-1-1 0 0,-1 0 1 0 0,1 1-1 0 0,0-2 1 0 0,8-4 7 0 0,-8 6-6 0 0,0-1 0 0 0,0 1 0 0 0,0-1 0 0 0,0 1 0 0 0,0-1 0 0 0,0 0 0 0 0,-1 0 0 0 0,1 1 0 0 0,0-1 0 0 0,0 0 0 0 0,0 0 0 0 0,-1 0 0 0 0,1 0 0 0 0,0 0 0 0 0,-1 0 0 0 0,1 0 0 0 0,-1 0 0 0 0,1 0 0 0 0,-1 0 0 0 0,0 0 0 0 0,1 0 0 0 0,-1-1 0 0 0,0 1 0 0 0,0 0 0 0 0,0 0-1 0 0,0-2 1 0 0,0 2-2 0 0,0 1-1 0 0,0-1 1 0 0,0 1-1 0 0,1-1 1 0 0,-1 1-1 0 0,0-1 1 0 0,0 1-1 0 0,0-1 1 0 0,1 1-1 0 0,-1-1 1 0 0,0 1-1 0 0,0-1 1 0 0,1 1-1 0 0,-1-1 1 0 0,0 1-1 0 0,1-1 0 0 0,-1 1 1 0 0,1 0-1 0 0,-1-1 1 0 0,1 1-1 0 0,-1 0 1 0 0,0-1-1 0 0,1 1 1 0 0,-1 0-1 0 0,1 0 1 0 0,-1-1-1 0 0,1 1 1 0 0,0 0-1 0 0,-1 0 1 0 0,1 0-1 0 0,-1 0 1 0 0,1 0-1 0 0,0 0 0 0 0,0 0 5 0 0,0 0-1 0 0,0-1 1 0 0,-1 1-1 0 0,1 0 1 0 0,0 0-1 0 0,0 0 1 0 0,-1-1-1 0 0,1 1 1 0 0,0 0-1 0 0,-1-1 1 0 0,1 1-1 0 0,0-1 1 0 0,-1 1-1 0 0,1-1 0 0 0,0 1 1 0 0,-1-1-1 0 0,1 1 1 0 0,-1-1-1 0 0,1 1 1 0 0,-1-1-1 0 0,1 0 1 0 0,-1 1-1 0 0,0-1 1 0 0,1 0-1 0 0,-1 1 1 0 0,0-1-1 0 0,1 0 1 0 0,-1 0-1 0 0,0 1 0 0 0,0-1 1 0 0,0 0-1 0 0,0 0 1 0 0,0 0-1 0 0,1 1 1 0 0,-2-2-1 0 0,1 2 39 0 0,0-1 1 0 0,0 1-1 0 0,0 0 0 0 0,-1-1 0 0 0,1 1 0 0 0,0 0 0 0 0,-1 0 0 0 0,1-1 1 0 0,0 1-1 0 0,0 0 0 0 0,-1 0 0 0 0,1 0 0 0 0,0-1 0 0 0,-1 1 0 0 0,1 0 1 0 0,-1 0-1 0 0,1 0 0 0 0,0 0 0 0 0,-1 0 0 0 0,1 0 0 0 0,0 0 1 0 0,-1 0-1 0 0,1 0 0 0 0,-1 0 0 0 0,1 0 0 0 0,0 0 0 0 0,-1 0 0 0 0,1 0 1 0 0,0 0-1 0 0,-1 0 0 0 0,1 0 0 0 0,0 0 0 0 0,-1 0 0 0 0,1 1 0 0 0,0-1 1 0 0,-1 0-1 0 0,0 0 0 0 0,-21 12 375 0 0,5 5-293 0 0,1 1 0 0 0,1 0 0 0 0,1 2 0 0 0,0-1 0 0 0,1 2 0 0 0,1 0 0 0 0,2 0 0 0 0,0 1 0 0 0,-10 30 0 0 0,18-42-96 0 0,0 0 0 0 0,1 0 0 0 0,0 0 0 0 0,0 0 0 0 0,1 0 0 0 0,2 18 0 0 0,-1-16 7 0 0,0 0-1 0 0,-1 0 1 0 0,0 0-1 0 0,-1 0 1 0 0,0 0-1 0 0,-4 12 1 0 0,0-8-1 0 0,-5 23 57 0 0,12-22-67 0 0,0-1 0 0 0,1 0 1 0 0,1 0-1 0 0,1-1 0 0 0,0 1 0 0 0,1-1 0 0 0,0 0 0 0 0,11 18 1 0 0,-11-25-50 0 0,0-1 1 0 0,0 0 0 0 0,0 0-1 0 0,1 0 1 0 0,0-1-1 0 0,0 0 1 0 0,0 0 0 0 0,1-1-1 0 0,0 0 1 0 0,11 5 0 0 0,15 11-703 0 0,-27-18 397 0 0,1 1 0 0 0,-1-1 0 0 0,1 0 0 0 0,0-1 0 0 0,-1 0 0 0 0,1 0 0 0 0,0 0 0 0 0,0-1 0 0 0,15 0 0 0 0,61-6-1950 0 0,-69 3 1273 0 0,-1-1 1 0 0,0-1 0 0 0,0 0-1 0 0,-1-1 1 0 0,1-1-1 0 0,23-12 1 0 0,-2-8-2066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0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0 560 0 0,'0'14'1601'0'0,"-30"-9"-160"0"0,30 9-321 0 0,-30-8-319 0 0,30-1 79 0 0,-30 3-560 0 0,30-2 80 0 0,0 0-240 0 0,-31-6 160 0 0,1 7-159 0 0,30-1-1362 0 0,30 0-1440 0 0,-30 7-801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236 338 3922 0 0,'0'2'131'0'0,"1"0"1"0"0,-1 0 0 0 0,0-1-1 0 0,0 1 1 0 0,0 0 0 0 0,0 0-1 0 0,0 0 1 0 0,-1 0-1 0 0,1 0 1 0 0,0-1 0 0 0,-1 1-1 0 0,1 0 1 0 0,-1 0-1 0 0,0-1 1 0 0,0 1 0 0 0,1 0-1 0 0,-1-1 1 0 0,0 1 0 0 0,-1 0-1 0 0,1-1 1 0 0,0 0-1 0 0,0 1 1 0 0,-1-1 0 0 0,1 0-1 0 0,0 1 1 0 0,-1-1 0 0 0,1 0-1 0 0,-1 0 1 0 0,0 0-1 0 0,-1 0 1 0 0,3-1-130 0 0,-4 8 240 0 0,-2-1 783 0 0,-75 3 589 0 0,76-9-427 0 0,-12-9-657 0 0,16 8-522 0 0,1 0 0 0 0,-1 0 1 0 0,0 0-1 0 0,1 0 0 0 0,-1-1 0 0 0,0 1 1 0 0,1 0-1 0 0,-1 0 0 0 0,0-1 1 0 0,1 1-1 0 0,-1 0 0 0 0,1-1 0 0 0,-1 1 1 0 0,1-1-1 0 0,-1 1 0 0 0,1-1 0 0 0,-1 1 1 0 0,1-1-1 0 0,-1 1 0 0 0,1-1 1 0 0,0 1-1 0 0,-1-1 0 0 0,1 0 0 0 0,0 1 1 0 0,-1-1-1 0 0,1 0 0 0 0,0 1 0 0 0,0-1 1 0 0,0 0-1 0 0,-1 1 0 0 0,1-1 1 0 0,0 0-1 0 0,0 1 0 0 0,0-1 0 0 0,0 0 1 0 0,0 1-1 0 0,0-1 0 0 0,1 0 1 0 0,-1 1-1 0 0,0-1 0 0 0,0 0 0 0 0,0 1 1 0 0,1-2-1 0 0,-1 1-4 0 0,0 0-1 0 0,0-1 1 0 0,-1 1 0 0 0,1 0-1 0 0,0 0 1 0 0,-1-1 0 0 0,1 1-1 0 0,-1 0 1 0 0,1 0 0 0 0,-1 0-1 0 0,0 0 1 0 0,1 0 0 0 0,-1 0-1 0 0,0 0 1 0 0,0 0 0 0 0,0 0-1 0 0,1 0 1 0 0,-1 0 0 0 0,0 0-1 0 0,0 0 1 0 0,-3-1 0 0 0,-5-6 8 0 0,1-7 10 0 0,0 0-1 0 0,1 0 1 0 0,1-1-1 0 0,0 0 1 0 0,-4-22-1 0 0,0 2-3 0 0,8 32-21 0 0,1-1-1 0 0,1 1 1 0 0,-1 0 0 0 0,1 0-1 0 0,0 0 1 0 0,0-1 0 0 0,0 1-1 0 0,0 0 1 0 0,1 0 0 0 0,-1-1-1 0 0,1 1 1 0 0,1 0 0 0 0,-1 0-1 0 0,0 0 1 0 0,1 0 0 0 0,0 0-1 0 0,0 0 1 0 0,0 1 0 0 0,4-6-1 0 0,-2-5-9 0 0,1 7 13 0 0,1 6-8 0 0,1 1-1 0 0,-1 0 1 0 0,1 0-1 0 0,-1 1 1 0 0,0 0-1 0 0,1 0 1 0 0,-1 0-1 0 0,0 1 1 0 0,1 0-1 0 0,9 5 1 0 0,12 14-52 0 0,-20-16 61 0 0,-1 1-1 0 0,1 0 1 0 0,-1 0 0 0 0,0 1-1 0 0,-1-1 1 0 0,1 2 0 0 0,-1-1 0 0 0,6 11-1 0 0,73 150 147 0 0,-83-163-125 0 0,-1 0 0 0 0,0 1 0 0 0,0-1 0 0 0,-1 0 0 0 0,1 0 0 0 0,-2 10 0 0 0,1-11-16 0 0,0-17-2 0 0,-1 1 1 0 0,-1-1-1 0 0,0 0 0 0 0,-7-19 0 0 0,-2-16-12 0 0,4 7-5 0 0,-16-78 13 0 0,21 115 1 0 0,1 0 0 0 0,0-1 1 0 0,0 1-1 0 0,0-1 0 0 0,1 1 0 0 0,0-1 0 0 0,-1 1 0 0 0,1-1 1 0 0,1 1-1 0 0,-1-1 0 0 0,1 1 0 0 0,0-1 0 0 0,0 1 0 0 0,0-1 0 0 0,0 1 1 0 0,1 0-1 0 0,0 0 0 0 0,0-1 0 0 0,0 1 0 0 0,0 1 0 0 0,1-1 1 0 0,5-7-1 0 0,-7 10 2 0 0,-1 0 0 0 0,1 0 0 0 0,0 0 0 0 0,-1 0 0 0 0,1 0 0 0 0,0 1 0 0 0,0-1 0 0 0,0 0 0 0 0,0 0 0 0 0,0 0 1 0 0,0 1-1 0 0,0-1 0 0 0,0 1 0 0 0,0-1 0 0 0,0 1 0 0 0,0-1 0 0 0,0 1 0 0 0,0 0 0 0 0,0-1 0 0 0,1 1 0 0 0,-1 0 0 0 0,0 0 0 0 0,0 0 0 0 0,0 0 0 0 0,0 0 1 0 0,1 0-1 0 0,-1 0 0 0 0,0 0 0 0 0,2 1 0 0 0,26 21 225 0 0,-19-12-135 0 0,12 14 152 0 0,-1 1-1 0 0,23 32 1 0 0,-16-18-32 0 0,-16-24-153 0 0,-2 0 0 0 0,0 0 0 0 0,0 1 0 0 0,-2 0 1 0 0,8 18-1 0 0,-5-19-46 0 0,-9-14-22 0 0,-1 0 0 0 0,0 0 1 0 0,0 0-1 0 0,0 0 0 0 0,0 0 0 0 0,-1 0 1 0 0,1 0-1 0 0,0 0 0 0 0,0 0 0 0 0,-1 1 0 0 0,1-1 1 0 0,-1 0-1 0 0,1 0 0 0 0,-1 1 0 0 0,1-1 1 0 0,-1 0-1 0 0,0 1 0 0 0,1 2 0 0 0,-1-4-31 0 0,1 1 0 0 0,-1 0-1 0 0,1-1 1 0 0,-1 1 0 0 0,1 0-1 0 0,-1-1 1 0 0,1 1 0 0 0,0-1-1 0 0,-1 1 1 0 0,1-1 0 0 0,0 1 0 0 0,-1-1-1 0 0,1 1 1 0 0,0-1 0 0 0,0 0-1 0 0,0 1 1 0 0,-1-1 0 0 0,1 0-1 0 0,0 0 1 0 0,0 0 0 0 0,0 0 0 0 0,-1 0-1 0 0,1 0 1 0 0,0 0 0 0 0,0 0-1 0 0,0 0 1 0 0,0 0 0 0 0,-1 0-1 0 0,1 0 1 0 0,2-1 0 0 0,-2 1-130 0 0,19 1-2699 0 0,-18-1 2696 0 0,1 1 0 0 0,-1-1 1 0 0,1 0-1 0 0,-1 0 1 0 0,1 0-1 0 0,-1-1 0 0 0,1 1 1 0 0,-1 0-1 0 0,1-1 0 0 0,-1 0 1 0 0,1 1-1 0 0,-1-1 1 0 0,1 0-1 0 0,2-2 0 0 0,26-17-4256 0 0,-26 2 2307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1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1040 0 0,'-1'4'314'0'0,"0"-1"0"0"0,0 0 0 0 0,-1-1-1 0 0,1 1 1 0 0,-1 0 0 0 0,1 0-1 0 0,-1-1 1 0 0,0 1 0 0 0,0-1-1 0 0,0 1 1 0 0,-1-1 0 0 0,1 0-1 0 0,0 0 1 0 0,-1 0 0 0 0,1 0 0 0 0,-1 0-1 0 0,0 0 1 0 0,0-1 0 0 0,0 0-1 0 0,0 1 1 0 0,-4 0 0 0 0,-73 28 3593 0 0,70-27-3164 0 0,6-2 71 0 0,4-3-59 0 0,0 2-738 0 0,0 0 1 0 0,0 0 0 0 0,0 0 0 0 0,0-1 0 0 0,0 1 0 0 0,0 0 0 0 0,0 0 0 0 0,0 0 0 0 0,0 0-1 0 0,0 0 1 0 0,0-1 0 0 0,0 1 0 0 0,0 0 0 0 0,0 0 0 0 0,0 0 0 0 0,0 0 0 0 0,0-1 0 0 0,0 1 0 0 0,0 0-1 0 0,0 0 1 0 0,0 0 0 0 0,0 0 0 0 0,0-1 0 0 0,0 1 0 0 0,0 0 0 0 0,0 0 0 0 0,0 0 0 0 0,0 0 0 0 0,0 0-1 0 0,1-1 1 0 0,-1 1 0 0 0,0 0 0 0 0,0 0 0 0 0,0 0 0 0 0,0 0 0 0 0,0 0 0 0 0,0 0 0 0 0,1 0-1 0 0,-1 0 1 0 0,0 0 0 0 0,0-1 0 0 0,0 1 0 0 0,0 0 0 0 0,0 0 0 0 0,1 0 0 0 0,-1 0 0 0 0,0 0 0 0 0,0 0-1 0 0,0 0 1 0 0,0 0 0 0 0,1 0 0 0 0,-1 0 0 0 0,0 0 0 0 0,438-8 1249 0 0,-184-6-4209 0 0,-87-2-6095 0 0,-106 10 5743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1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146 112 800 0 0,'0'0'107'0'0,"0"0"0"0"0,0 1 0 0 0,0-1 1 0 0,0 1-1 0 0,-1-1 0 0 0,1 0 0 0 0,0 1 0 0 0,0-1 0 0 0,0 0 0 0 0,-1 1 0 0 0,1-1 0 0 0,0 0 0 0 0,-1 0 0 0 0,1 1 0 0 0,0-1 0 0 0,-1 0 0 0 0,1 0 0 0 0,0 0 0 0 0,-1 1 0 0 0,1-1 0 0 0,0 0 0 0 0,-1 0 0 0 0,1 0 0 0 0,-1 0 0 0 0,1 0 0 0 0,0 0 0 0 0,-1 1 0 0 0,1-1 0 0 0,-1 0 0 0 0,1 0 1 0 0,-1 0-1 0 0,1-1 0 0 0,0 1 0 0 0,-1 0 0 0 0,1 0 0 0 0,-1 0 0 0 0,1 0 0 0 0,-1 0 0 0 0,-21-7 3095 0 0,-25-22-338 0 0,44 28-2826 0 0,0-1 0 0 0,0 0 0 0 0,0 0-1 0 0,1-1 1 0 0,-1 1 0 0 0,1 0 0 0 0,-1-1 0 0 0,1 0 0 0 0,0 1 0 0 0,0-1 0 0 0,0 0 0 0 0,0 0 0 0 0,1 0 0 0 0,-1 0 0 0 0,1-1-1 0 0,-1-3 1 0 0,3 3-7 0 0,-1-3 6 0 0,-27-13-25 0 0,34 18-15 0 0,7 7 20 0 0,6 26 76 0 0,4-4-14 0 0,13 13 135 0 0,38 54 0 0 0,-61-75-154 0 0,1 0 0 0 0,2 0 0 0 0,20 17 0 0 0,-24-24-16 0 0,-1 0-1 0 0,0 1 0 0 0,0 0 1 0 0,-2 1-1 0 0,1 0 0 0 0,-2 1 1 0 0,10 18-1 0 0,-16-25-37 0 0,31 55 178 0 0,-32-59-207 0 0,1 0 1 0 0,0 0-1 0 0,0 0 1 0 0,0-1-1 0 0,0 1 1 0 0,1-1-1 0 0,-1 0 1 0 0,1 0-1 0 0,0 0 1 0 0,0 0-1 0 0,8 4 1 0 0,-11-8-76 0 0,0-1-1 0 0,-1 1 1 0 0,1 0 0 0 0,0 0-1 0 0,-1 0 1 0 0,1 0 0 0 0,-1 0-1 0 0,0-1 1 0 0,1 1 0 0 0,-1 0-1 0 0,0 0 1 0 0,0-1 0 0 0,0 1-1 0 0,0 0 1 0 0,0-1 0 0 0,0 1-1 0 0,0 0 1 0 0,0 0 0 0 0,-1-3-1 0 0,1 1-269 0 0,-5-35-2860 0 0,-20-10-2334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3762 0 0,'-21'2'2209'0'0,"15"4"1544"0"0,8-4-3481 0 0,0-1 0 0 0,0 1 0 0 0,0 0 0 0 0,0-1 0 0 0,0 1 0 0 0,0-1 0 0 0,0 1 0 0 0,0-1-1 0 0,1 0 1 0 0,-1 0 0 0 0,0 0 0 0 0,5 1 0 0 0,27 10-113 0 0,-18-8-120 0 0,-1 2 0 0 0,1 0 0 0 0,17 11 0 0 0,-28-14-18 0 0,0 0 1 0 0,0 0-1 0 0,-1 1 0 0 0,0 0 1 0 0,0 0-1 0 0,0 0 0 0 0,0 0 1 0 0,0 1-1 0 0,-1-1 1 0 0,0 1-1 0 0,0 0 0 0 0,0 0 1 0 0,3 10-1 0 0,-5-12 7 0 0,0 0 0 0 0,0 0 0 0 0,-1 0 0 0 0,1 0 0 0 0,-1 1 0 0 0,0-1 0 0 0,0 0 0 0 0,0 0 0 0 0,0 0 0 0 0,-1 0 0 0 0,1 0 0 0 0,-1 1 0 0 0,0-1 0 0 0,0 0 0 0 0,0 0 0 0 0,0-1 0 0 0,-1 1 0 0 0,1 0 0 0 0,-1 0 0 0 0,0 0 0 0 0,1-1 0 0 0,-1 1 0 0 0,0-1 0 0 0,-1 0 0 0 0,1 1 0 0 0,0-1 0 0 0,-5 3 0 0 0,-2 1 54 0 0,1 0 0 0 0,0-1 0 0 0,-1 0 0 0 0,0 0 0 0 0,0-1 0 0 0,-1 0 1 0 0,-15 4-1 0 0,0-2-100 0 0,0-1 1 0 0,-1-1-1 0 0,-36 1 1 0 0,51-5-136 0 0,-1-1-1 0 0,1 1 1 0 0,-1-2 0 0 0,1 1 0 0 0,0-2 0 0 0,0 1 0 0 0,0-2 0 0 0,0 1 0 0 0,-17-9 0 0 0,25 10-52 0 0,1 0 0 0 0,-1 0 0 0 0,0 0 1 0 0,1-1-1 0 0,0 1 0 0 0,0 0 0 0 0,-1-1 0 0 0,1 0 1 0 0,1 1-1 0 0,-1-1 0 0 0,0 0 0 0 0,1 0 0 0 0,-1 0 0 0 0,1 0 1 0 0,0 0-1 0 0,0 0 0 0 0,0 0 0 0 0,0-1 0 0 0,1 1 0 0 0,-1 0 1 0 0,1 0-1 0 0,0-1 0 0 0,0 1 0 0 0,0 0 0 0 0,1-1 0 0 0,-1 1 1 0 0,1 0-1 0 0,-1 0 0 0 0,1 0 0 0 0,2-5 0 0 0,22-62-6678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0 400 0 0,'-30'0'2561'0'0,"30"6"81"0"0,60 46 799 0 0,55 42-880 0 0,-25 2-1760 0 0,1 0-561 0 0,0 12 480 0 0,-31 0 241 0 0,0-26-241 0 0,-29 14-160 0 0,29-13 0 0 0,-30-12-239 0 0,-30-40-1122 0 0,-30-45-1840 0 0,0-36-2481 0 0,-31-32-2722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3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1 400 0 0,'0'0'154'0'0,"0"1"0"0"0,-1-1 1 0 0,1 1-1 0 0,0-1 0 0 0,-1 1 0 0 0,1-1 0 0 0,-1 1 0 0 0,1-1 0 0 0,-1 1 1 0 0,1-1-1 0 0,-1 0 0 0 0,1 1 0 0 0,-1-1 0 0 0,1 0 0 0 0,-1 1 0 0 0,1-1 1 0 0,-1 0-1 0 0,0 0 0 0 0,1 1 0 0 0,-1-1 0 0 0,1 0 0 0 0,-1 0 0 0 0,0 0 1 0 0,1 0-1 0 0,-1 0 0 0 0,0 0 0 0 0,1 0 0 0 0,-2 0 0 0 0,-25 0 2512 0 0,21-1-2172 0 0,1 1 2027 0 0,7 1-2475 0 0,1 0-1 0 0,-1 0 0 0 0,0 0 0 0 0,1 1 0 0 0,-1-1 0 0 0,0 0 0 0 0,0 1 0 0 0,0-1 1 0 0,0 1-1 0 0,0 0 0 0 0,0 0 0 0 0,-1 0 0 0 0,1 0 0 0 0,0 0 0 0 0,-1 0 0 0 0,0 0 0 0 0,1 0 1 0 0,-1 1-1 0 0,0-1 0 0 0,0 1 0 0 0,0-1 0 0 0,0 4 0 0 0,24 37 318 0 0,24 7 44 0 0,-20-21 3 0 0,33 42 0 0 0,-25-23-167 0 0,-2 1-1 0 0,-3 2 0 0 0,-2 1 1 0 0,-2 2-1 0 0,21 57 0 0 0,-25-54-147 0 0,5 20-382 0 0,-21-21-2815 0 0,-3-63-180 0 0,20-10-2534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23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297 103 2001 0 0,'-72'14'7508'0'0,"61"-13"-7397"0"0,1 0 0 0 0,0 0 1 0 0,-1-1-1 0 0,1-1 1 0 0,-1 0-1 0 0,1 0 1 0 0,0-1-1 0 0,-15-4 0 0 0,21 4-25 0 0,0 1-1 0 0,1-1 0 0 0,-1 0 1 0 0,1-1-1 0 0,-1 1 0 0 0,1 0 1 0 0,0-1-1 0 0,-4-4 0 0 0,-19-15 321 0 0,24 21-389 0 0,1 0 0 0 0,-1 0 0 0 0,0 0 0 0 0,1 0 0 0 0,-1 0 0 0 0,1-1 0 0 0,-1 1 0 0 0,1-1 0 0 0,0 1-1 0 0,0-1 1 0 0,-1 0 0 0 0,1 1 0 0 0,-1-4 0 0 0,-2-34 387 0 0,9 38-324 0 0,4 1-32 0 0,-1 0 0 0 0,1 1 1 0 0,-1 0-1 0 0,0 0 0 0 0,1 1 1 0 0,-1 1-1 0 0,0-1 1 0 0,0 1-1 0 0,0 0 0 0 0,-1 1 1 0 0,1 0-1 0 0,-1 0 0 0 0,1 1 1 0 0,-2 0-1 0 0,10 7 0 0 0,-15-11-55 0 0,-1-1 0 0 0,0 0 0 0 0,1 0-1 0 0,-1 1 1 0 0,1-1 0 0 0,-1 1-1 0 0,1-1 1 0 0,-1 0 0 0 0,0 1 0 0 0,1-1-1 0 0,-1 1 1 0 0,0-1 0 0 0,1 1-1 0 0,-1-1 1 0 0,0 1 0 0 0,0-1 0 0 0,1 1-1 0 0,-1-1 1 0 0,0 1 0 0 0,0 0 0 0 0,0-1-1 0 0,0 1 1 0 0,0-1 0 0 0,0 1-1 0 0,0-1 1 0 0,0 1 0 0 0,0 0 0 0 0,0-1-1 0 0,0 1 1 0 0,0-1 0 0 0,0 1-1 0 0,0-1 1 0 0,-1 1 0 0 0,1 0 0 0 0,0-1-1 0 0,0 1 1 0 0,-1-1 0 0 0,1 1-1 0 0,0-1 1 0 0,-1 0 0 0 0,1 1 0 0 0,0-1-1 0 0,-1 1 1 0 0,1-1 0 0 0,-1 1 0 0 0,1-1-1 0 0,-1 0 1 0 0,1 1 0 0 0,-1-1-1 0 0,-24 7-842 0 0,15-6 102 0 0,0-1-1 0 0,0 0 0 0 0,0 0 0 0 0,0-1 0 0 0,0-1 0 0 0,-16-4 0 0 0,-33-15-3093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598 102 4082 0 0,'0'0'35'0'0,"-31"-12"1681"0"0,-56-14 0 0 0,78 24-1760 0 0,1 1 0 0 0,0 0 0 0 0,-1 0 0 0 0,1 0 0 0 0,-1 1 0 0 0,1 1 0 0 0,-1-1 0 0 0,1 1 0 0 0,0 1 0 0 0,-1-1 0 0 0,1 2 0 0 0,-9 2 0 0 0,4 2 154 0 0,1 0 0 0 0,-1 1 1 0 0,-11 10-1 0 0,-10 6 236 0 0,28-19-258 0 0,0 0 1 0 0,0 0-1 0 0,1 1 1 0 0,0 0-1 0 0,0 0 1 0 0,0 0-1 0 0,-6 12 1 0 0,6-11-41 0 0,1 0 0 0 0,-1 0 0 0 0,0-1-1 0 0,0 0 1 0 0,0 1 0 0 0,-1-2 0 0 0,0 1 0 0 0,0-1 0 0 0,-12 8 0 0 0,15-12-39 0 0,1 1 1 0 0,0-1-1 0 0,0 1 1 0 0,0-1-1 0 0,0 1 1 0 0,0 0-1 0 0,0 0 1 0 0,0 0-1 0 0,1 0 1 0 0,-1 0-1 0 0,1 0 1 0 0,-1 0-1 0 0,1 0 1 0 0,0 1-1 0 0,0-1 1 0 0,0 1-1 0 0,0-1 1 0 0,0 0-1 0 0,1 1 1 0 0,-1 0-1 0 0,1-1 0 0 0,-1 1 1 0 0,1-1-1 0 0,0 1 1 0 0,0 0-1 0 0,0-1 1 0 0,1 1-1 0 0,-1-1 1 0 0,1 4-1 0 0,-1 9 27 0 0,0-12-32 0 0,0 0 0 0 0,0 0 0 0 0,-1 0 1 0 0,0-1-1 0 0,1 1 0 0 0,-1 0 0 0 0,0 0 0 0 0,-1 0 0 0 0,1 0 0 0 0,0-1 1 0 0,-1 1-1 0 0,1-1 0 0 0,-1 1 0 0 0,-2 2 0 0 0,-4 6 27 0 0,-10 15 47 0 0,16-24-77 0 0,1 0 0 0 0,-1 0 0 0 0,0 1-1 0 0,1-1 1 0 0,-1 0 0 0 0,1 1 0 0 0,0 0 0 0 0,0-1 0 0 0,0 1 0 0 0,0-1 0 0 0,0 1-1 0 0,1 0 1 0 0,-1 0 0 0 0,1 0 0 0 0,0-1 0 0 0,0 1 0 0 0,0 4 0 0 0,-4 35 255 0 0,4-40-253 0 0,-1-1 1 0 0,0 1-1 0 0,0 0 0 0 0,0 0 1 0 0,0-1-1 0 0,-1 1 0 0 0,1-1 1 0 0,0 1-1 0 0,-1-1 1 0 0,1 0-1 0 0,-1 1 0 0 0,1-1 1 0 0,-1 0-1 0 0,-2 1 0 0 0,-6 11-163 0 0,-9 0 160 0 0,31 1 0 0 0,-5-9 0 0 0,3 21 67 0 0,14 7-46 0 0,-21-27-12 0 0,1 0 1 0 0,0 0 0 0 0,0-1 0 0 0,0 0 0 0 0,8 8 0 0 0,11 6 0 0 0,-15-13-1 0 0,-1-1 0 0 0,0 1-1 0 0,0 1 1 0 0,-1-1 0 0 0,1 1 0 0 0,-1 0-1 0 0,9 15 1 0 0,-10-13 0 0 0,-1 1 0 0 0,0-1 0 0 0,0 1 0 0 0,-1 0 0 0 0,-1 0 0 0 0,1 0-1 0 0,-2 0 1 0 0,2 14 0 0 0,-3-18-7 0 0,1-1 0 0 0,0 1 0 0 0,0 0-1 0 0,0-1 1 0 0,0 1 0 0 0,1-1 0 0 0,0 0 0 0 0,4 8-1 0 0,-3-8 8 0 0,-1 0 0 0 0,0 0-1 0 0,0 1 1 0 0,0-1-1 0 0,-1 0 1 0 0,0 1-1 0 0,0-1 1 0 0,0 9 0 0 0,-1 179 404 0 0,0-191-397 0 0,1 0 1 0 0,-1 0-1 0 0,1 0 0 0 0,-1 0 1 0 0,1 0-1 0 0,0 0 0 0 0,0 0 0 0 0,0 0 1 0 0,0 0-1 0 0,0-1 0 0 0,0 1 1 0 0,0 0-1 0 0,1-1 0 0 0,-1 1 1 0 0,1-1-1 0 0,-1 1 0 0 0,4 1 0 0 0,9 13 131 0 0,72 66 40 0 0,65 115 120 0 0,-128-151-273 0 0,-11-17 12 0 0,0-13-33 0 0,-11-15-6 0 0,0 1 0 0 0,1-1 0 0 0,-1 1 0 0 0,0-1 0 0 0,0 1 0 0 0,0 0 0 0 0,0 0 0 0 0,0 0 0 0 0,0-1 0 0 0,-1 1 0 0 0,1 0 0 0 0,-1 0 0 0 0,1 0 0 0 0,-1 0 0 0 0,0 0 0 0 0,0 0 1 0 0,1 0-1 0 0,-2 4 0 0 0,1 82 86 0 0,5-82-80 0 0,19 1-1 0 0,-24-4 15 0 0,2 0 1 0 0,28 4-15 0 0,-13-3-14 0 0,-3-1 4 0 0,1 0-1 0 0,0-2 1 0 0,-1 1-1 0 0,1-2 0 0 0,15-1 1 0 0,-3 0 55 0 0,0-1 0 0 0,-1-1 1 0 0,0-2-1 0 0,0 0 1 0 0,0-2-1 0 0,0 0 0 0 0,26-13 1 0 0,2 0 53 0 0,-37 15-71 0 0,-1-1 1 0 0,0-1-1 0 0,0-1 1 0 0,16-9 0 0 0,-7 2 24 0 0,-17 11-38 0 0,-1-1 0 0 0,1 1 1 0 0,-1-1-1 0 0,0-1 0 0 0,-1 1 0 0 0,1-1 0 0 0,-1 0 1 0 0,8-10-1 0 0,-10 12-18 0 0,0 0 0 0 0,0 0 0 0 0,0 1 0 0 0,1-1 0 0 0,-1 1 1 0 0,1 0-1 0 0,8-3 0 0 0,25-20 69 0 0,-26 14-18 0 0,0 0-1 0 0,2 1 1 0 0,15-12 0 0 0,-6 6 16 0 0,-13-11 70 0 0,-2 23-135 0 0,-7 5-10 0 0,0-1 1 0 0,0 0 0 0 0,0 1 0 0 0,0-1 0 0 0,0 0 0 0 0,0 0-1 0 0,0 1 1 0 0,0-1 0 0 0,0 0 0 0 0,0 0 0 0 0,0 0 0 0 0,-1 0 0 0 0,1 0-1 0 0,0 0 1 0 0,-1 0 0 0 0,1 0 0 0 0,-1-1 0 0 0,1 1 0 0 0,-1 0 0 0 0,1 0-1 0 0,-1 0 1 0 0,0-1 0 0 0,1-1 0 0 0,-1 2-3 0 0,-1 1 1 0 0,2-1-1 0 0,-1 0 1 0 0,0 0-1 0 0,0 1 1 0 0,0-1-1 0 0,0 0 1 0 0,0 0-1 0 0,1 1 1 0 0,-1-1-1 0 0,0 0 1 0 0,0 1-1 0 0,1-1 1 0 0,-1 0-1 0 0,1 1 1 0 0,-1-1-1 0 0,1 0 1 0 0,-1 1-1 0 0,1-1 1 0 0,-1 1 0 0 0,1-1-1 0 0,-1 1 1 0 0,1-1-1 0 0,0 1 1 0 0,-1-1-1 0 0,1 1 1 0 0,0 0-1 0 0,-1-1 1 0 0,1 1-1 0 0,0 0 1 0 0,-1 0-1 0 0,2-1 1 0 0,-1 1-2 0 0,0 0 1 0 0,0 0 0 0 0,0-1 0 0 0,-1 1 0 0 0,1 0 0 0 0,0-1 0 0 0,-1 1 0 0 0,1 0 0 0 0,0-1 0 0 0,-1 1-1 0 0,1-1 1 0 0,0 1 0 0 0,-1-1 0 0 0,1 1 0 0 0,-1-1 0 0 0,1 0 0 0 0,-1 1 0 0 0,1-1 0 0 0,-1 0 0 0 0,1 1-1 0 0,-1-1 1 0 0,0 0 0 0 0,1 0 0 0 0,-1 1 0 0 0,0-1 0 0 0,0 0 0 0 0,1 0 0 0 0,-1 0 0 0 0,0 1 0 0 0,0-1-1 0 0,0 0 1 0 0,0-1 0 0 0,0-354 240 0 0,0 353-243 0 0,-1 1-1 0 0,1-1 1 0 0,0 1-1 0 0,-1-1 1 0 0,0 1-1 0 0,0-1 1 0 0,0 1-1 0 0,0-1 1 0 0,0 1-1 0 0,0 0 1 0 0,0 0-1 0 0,-1-1 1 0 0,1 1-1 0 0,-1 0 1 0 0,-2-3-1 0 0,-13-19-20 0 0,-7-5 44 0 0,18 22-15 0 0,0 0 1 0 0,1 0 0 0 0,-1-1-1 0 0,1 1 1 0 0,-4-10 0 0 0,-41-46-60 0 0,48 59 54 0 0,0 1-1 0 0,1 1 0 0 0,0-1 0 0 0,-1 1 0 0 0,1-1 0 0 0,-1 1 0 0 0,0 0 0 0 0,0-1 0 0 0,0 1 0 0 0,0 0 0 0 0,0 0 0 0 0,-1 0 0 0 0,-3-2 0 0 0,5 3-2 0 0,1 1 1 0 0,-1 0-1 0 0,0-1 0 0 0,1 1 1 0 0,-1-1-1 0 0,1 0 0 0 0,0 1 1 0 0,-1-1-1 0 0,1 1 0 0 0,-1-1 1 0 0,1 0-1 0 0,0 1 0 0 0,0-1 1 0 0,-1 0-1 0 0,1 1 0 0 0,0-1 1 0 0,0 0-1 0 0,0 1 0 0 0,0-1 1 0 0,0 0-1 0 0,0 1 0 0 0,0-1 1 0 0,0-1-1 0 0,-3-10 14 0 0,-22-10 42 0 0,20 19-51 0 0,0-1 0 0 0,1 0 0 0 0,-1 0 0 0 0,1-1 0 0 0,0 1-1 0 0,-5-7 1 0 0,6 6-11 0 0,0 0-1 0 0,0 0 0 0 0,0-1 0 0 0,0 1 0 0 0,1-1 1 0 0,0 0-1 0 0,0 0 0 0 0,1 0 0 0 0,0 1 0 0 0,0-1 1 0 0,0-1-1 0 0,1 1 0 0 0,-1 0 0 0 0,2-8 1 0 0,-1 12 8 0 0,0 1 0 0 0,0-1 0 0 0,0 1 1 0 0,0 0-1 0 0,-1-1 0 0 0,1 1 0 0 0,0 0 1 0 0,-1-1-1 0 0,1 1 0 0 0,-1 0 1 0 0,1-1-1 0 0,-1 1 0 0 0,0 0 0 0 0,1 0 1 0 0,-1 0-1 0 0,0 0 0 0 0,0 0 1 0 0,0 0-1 0 0,0 0 0 0 0,0 0 0 0 0,0 0 1 0 0,-2-1-1 0 0,2 1 1 0 0,0 0 0 0 0,0 0 0 0 0,0 0 0 0 0,0 0 1 0 0,0 1-1 0 0,0-2 0 0 0,0 1 0 0 0,0 0 0 0 0,0 0 0 0 0,0 0 0 0 0,1 0 1 0 0,-1 0-1 0 0,0-1 0 0 0,1 1 0 0 0,-1 0 0 0 0,1-1 0 0 0,0 1 1 0 0,-1 0-1 0 0,1-1 0 0 0,0 1 0 0 0,0 0 0 0 0,0-3 0 0 0,1-24 37 0 0,0 21-25 0 0,0 0 0 0 0,0 0 1 0 0,-1 0-1 0 0,0 0 1 0 0,-1 0-1 0 0,0 0 0 0 0,0 0 1 0 0,0 0-1 0 0,-4-11 0 0 0,-1 8-35 0 0,4 5 11 0 0,-1 1-1 0 0,1-1 1 0 0,-1 0-1 0 0,1 0 1 0 0,1 0-1 0 0,-1 0 1 0 0,1 0 0 0 0,0 0-1 0 0,0 0 1 0 0,0-11-1 0 0,1 13 11 0 0,0-1 0 0 0,-1 1 0 0 0,1-1 1 0 0,-1 1-1 0 0,1 0 0 0 0,-1-1 0 0 0,0 1 0 0 0,0 0 0 0 0,0-1 0 0 0,-1 1 0 0 0,1 0 0 0 0,-1 0 0 0 0,0 0 0 0 0,0 0 0 0 0,-3-3 0 0 0,0-2 20 0 0,3 2-10 0 0,0 0 0 0 0,0 0 1 0 0,1 0-1 0 0,0 0 0 0 0,0 0 1 0 0,1 0-1 0 0,0-1 0 0 0,0 1 0 0 0,0 0 1 0 0,2-10-1 0 0,0-3-6 0 0,-2-69-82 0 0,0 87 82 0 0,-1 0 0 0 0,1 1-1 0 0,0-1 1 0 0,0 1 0 0 0,0-1-1 0 0,0 0 1 0 0,0 1 0 0 0,-1-1 0 0 0,1 1-1 0 0,0-1 1 0 0,0 0 0 0 0,-1 1-1 0 0,1-1 1 0 0,0 1 0 0 0,-1-1 0 0 0,1 1-1 0 0,-1-1 1 0 0,1 1 0 0 0,0 0-1 0 0,-1-1 1 0 0,1 1 0 0 0,-1-1 0 0 0,0 1-1 0 0,1 0 1 0 0,-1 0 0 0 0,1-1-1 0 0,-1 1 1 0 0,1 0 0 0 0,-1 0 0 0 0,0-1-1 0 0,1 1 1 0 0,-1 0 0 0 0,0 0-1 0 0,0 0 2 0 0,0 0-1 0 0,0 0 1 0 0,1 0 0 0 0,-1-1-1 0 0,0 1 1 0 0,0 0-1 0 0,1 0 1 0 0,-1-1-1 0 0,0 1 1 0 0,1 0-1 0 0,-1-1 1 0 0,0 1-1 0 0,1-1 1 0 0,-1 1-1 0 0,1-1 1 0 0,-1 1-1 0 0,1-1 1 0 0,-1 0-1 0 0,1 1 1 0 0,-1-1 0 0 0,1 1-1 0 0,-1-1 1 0 0,1 0-1 0 0,0 1 1 0 0,-1-1-1 0 0,1 0 1 0 0,0 0-1 0 0,0 1 1 0 0,0-1-1 0 0,-1 0 1 0 0,1 0-1 0 0,0 1 1 0 0,0-1-1 0 0,0-1 1 0 0,-1 0 4 0 0,-1 1 0 0 0,1-1 1 0 0,-1 1-1 0 0,0 0 0 0 0,1 0 1 0 0,-1-1-1 0 0,0 1 0 0 0,0 0 0 0 0,0 0 1 0 0,0 1-1 0 0,0-1 0 0 0,-3-1 0 0 0,-4-1 72 0 0,-11-3-1 0 0,-1 1 0 0 0,1 1-1 0 0,-1 1 1 0 0,0 0-1 0 0,-34 2 1 0 0,13-1 30 0 0,-62 1 30 0 0,1 5 1 0 0,-148 23-1 0 0,25-1-2167 0 0,204-24 1311 0 0,-59 1-1396 0 0,75-3 1424 0 0,0-1-1 0 0,0 0 0 0 0,0 0 0 0 0,0-1 0 0 0,-11-4 0 0 0,12-1-4658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31 116 240 0 0,'1'-1'312'0'0,"1"1"1"0"0,-1-1-1 0 0,1 0 0 0 0,0 1 0 0 0,-1-1 0 0 0,1 0 1 0 0,-1 0-1 0 0,0 0 0 0 0,1 0 0 0 0,-1 0 0 0 0,0 0 1 0 0,1-1-1 0 0,-1 1 0 0 0,0 0 0 0 0,0-1 0 0 0,0 1 1 0 0,0-1-1 0 0,1-2 0 0 0,-2 3-141 0 0,-1 1-1 0 0,1-1 1 0 0,0 0-1 0 0,0 0 1 0 0,-1 0 0 0 0,1 1-1 0 0,-1-1 1 0 0,1 0 0 0 0,-1 1-1 0 0,1-1 1 0 0,-1 0-1 0 0,1 1 1 0 0,-1-1 0 0 0,0 1-1 0 0,1-1 1 0 0,-1 0 0 0 0,0 1-1 0 0,1 0 1 0 0,-1-1-1 0 0,0 1 1 0 0,0-1 0 0 0,0 1-1 0 0,1 0 1 0 0,-1 0 0 0 0,0-1-1 0 0,0 1 1 0 0,0 0-1 0 0,1 0 1 0 0,-1 0 0 0 0,0 0-1 0 0,-1 0 1 0 0,-3-1 1270 0 0,4 0-1357 0 0,1 1 1 0 0,-1-1-1 0 0,1 0 1 0 0,-1 1-1 0 0,1-1 1 0 0,-1 1-1 0 0,0-1 1 0 0,1 1-1 0 0,-1-1 1 0 0,1 1-1 0 0,-1-1 1 0 0,0 1-1 0 0,0-1 0 0 0,1 1 1 0 0,-1 0-1 0 0,0-1 1 0 0,0 1-1 0 0,1 0 1 0 0,-1 0-1 0 0,0 0 1 0 0,0 0-1 0 0,0 0 1 0 0,1 0-1 0 0,-1 0 1 0 0,0 0-1 0 0,0 0 1 0 0,0 0-1 0 0,1 0 1 0 0,-1 0-1 0 0,0 0 1 0 0,-1 1-1 0 0,-5-1 94 0 0,7-43-8142 0 0,0 24 2842 0 0,0 12 2974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1040 0 0,'0'8'4723'0'0,"0"-2"-2322"0"0,0-12-3042 0 0,0-7-1680 0 0,0-7-240 0 0,0-5 640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6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72 2561 0 0,'31'0'2721'0'0,"-1"0"721"0"0,-30-6-3442 0 0,-30-7-1441 0 0,-1-7-800 0 0,1 1-400 0 0,-30 6 480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3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58 7043 0 0,'-31'-19'2721'0'0,"31"11"-3201"0"0,31 8-480 0 0,29-5-1281 0 0,-30-20-3762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37 3201 0 0,'-55'0'5390'0'0,"50"0"-4123"0"0,10 0-1134 0 0,160 7 881 0 0,964-26 1154 0 0,-325-5-990 0 0,-8 55-789 0 0,-637-13-1080 0 0,4 0-4821 0 0,-148-16-1344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0,'30'13'2561'0'0,"-6"12"-480"0"0,37 14-240 0 0,-31 11-160 0 0,60 8-481 0 0,1-26-799 0 0,-61-13-321 0 0,0-7-80 0 0,0 1-241 0 0,1-13-719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8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2721 0 0,'60'-19'2802'0'0,"-30"-6"-321"0"0,30 0-480 0 0,1-8-721 0 0,-1 8-1040 0 0,1-8-1680 0 0,-31 8-2002 0 0,0 6-560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3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211 204 2801 0 0,'-55'11'4095'0'0,"-29"-5"-40"0"0,56-4-3175 0 0,39-2 1629 0 0,-6 0-1976 0 0,-10 0-372 0 0,-20 0 92 0 0,30-6-160 0 0,15 5-13 0 0,-15 1 294 0 0,-5-1-353 0 0,0 0-1 0 0,0 1 1 0 0,0-1 0 0 0,1 0 0 0 0,-1 1 0 0 0,0-1-1 0 0,0 0 1 0 0,0 1 0 0 0,0-1 0 0 0,1 1-1 0 0,-1-1 1 0 0,0 0 0 0 0,1 1 0 0 0,-1-1-1 0 0,0 1 1 0 0,1-1 0 0 0,-1 1 0 0 0,1-1 0 0 0,-1 1-1 0 0,1-1 1 0 0,-1 1 0 0 0,1 0 0 0 0,-1-1-1 0 0,1 1 1 0 0,-1 0 0 0 0,1-1 0 0 0,-1 1-1 0 0,1 0 1 0 0,0 0 0 0 0,-1-1 0 0 0,1 1 0 0 0,0 0-1 0 0,-1 0 1 0 0,1 0 0 0 0,-1 0 0 0 0,1 0-1 0 0,0 0 1 0 0,0 0 0 0 0,0 0-19 0 0,-1 0 0 0 0,1 0 1 0 0,-1 0-1 0 0,1 0 0 0 0,-1 0 1 0 0,1 0-1 0 0,-1 0 0 0 0,1 0 0 0 0,-1 0 1 0 0,1 0-1 0 0,-1 0 0 0 0,0 0 0 0 0,1 0 1 0 0,-1-1-1 0 0,1 1 0 0 0,-1 0 0 0 0,1 0 1 0 0,-1-1-1 0 0,0 1 0 0 0,1 0 0 0 0,-1-1 1 0 0,0 1-1 0 0,1 0 0 0 0,-1-1 1 0 0,0 1-1 0 0,1 0 0 0 0,-1-1 0 0 0,0 1 1 0 0,0-1-1 0 0,1 1 0 0 0,-1 0 0 0 0,0-1 1 0 0,0 1-1 0 0,0-1 0 0 0,0 1 0 0 0,1-1 1 0 0,1-2 13 0 0,1 1 1 0 0,0 0-1 0 0,0 0 1 0 0,0 0 0 0 0,0 1-1 0 0,1-1 1 0 0,-1 1 0 0 0,0-1-1 0 0,1 1 1 0 0,4 0-1 0 0,8-6 55 0 0,-1-5 36 0 0,3-2 98 0 0,-1-1-1 0 0,23-26 0 0 0,-39 40-182 0 0,0-1-1 0 0,0 1 0 0 0,-1-1 1 0 0,1 1-1 0 0,-1-1 1 0 0,1 1-1 0 0,-1-1 0 0 0,0 1 1 0 0,1-1-1 0 0,-1 0 0 0 0,0 1 1 0 0,0-1-1 0 0,0 1 0 0 0,0-1 1 0 0,-1-1-1 0 0,1 2 0 0 0,0-1 0 0 0,0 1 0 0 0,0 0 0 0 0,0-1 0 0 0,0 1 0 0 0,0 0 0 0 0,0-1 0 0 0,0 1 0 0 0,0 0 0 0 0,1 0 0 0 0,-1-1 1 0 0,0 1-1 0 0,1 0 0 0 0,-1 0 0 0 0,1-1 0 0 0,0 1 0 0 0,0-2 0 0 0,9-4 126 0 0,-9 7-119 0 0,0-1 0 0 0,0 1 0 0 0,0-1 0 0 0,0 1 0 0 0,0-1 1 0 0,0 1-1 0 0,0-1 0 0 0,-1 0 0 0 0,1 0 0 0 0,0 1 0 0 0,-1-1 0 0 0,1 0 0 0 0,0 0 0 0 0,-1 0 0 0 0,1 0 0 0 0,-1 0 1 0 0,1 0-1 0 0,-1 0 0 0 0,1 0 0 0 0,-1 0 0 0 0,0 0 0 0 0,0 0 0 0 0,0 0 0 0 0,1 0 0 0 0,-1 0 0 0 0,0 0 0 0 0,0-2 1 0 0,-5 3 131 0 0,-16 0-67 0 0,21 0-91 0 0,0 0 1 0 0,0 0-1 0 0,0 0 1 0 0,0 0-1 0 0,-1 0 1 0 0,1 0-1 0 0,0 0 1 0 0,0 0-1 0 0,0 0 1 0 0,-1 0-1 0 0,1 0 1 0 0,0 0-1 0 0,0 0 0 0 0,0 0 1 0 0,-1 0-1 0 0,1 0 1 0 0,0 1-1 0 0,0-1 1 0 0,0 0-1 0 0,0 0 1 0 0,-1 0-1 0 0,1 0 1 0 0,0 0-1 0 0,0 0 0 0 0,0 0 1 0 0,0 1-1 0 0,0-1 1 0 0,-1 0-1 0 0,1 0 1 0 0,0 0-1 0 0,0 0 1 0 0,0 1-1 0 0,0-1 1 0 0,0 0-1 0 0,0 0 1 0 0,0 0-1 0 0,0 1 0 0 0,0-1 1 0 0,0 0-1 0 0,0 0 1 0 0,0 0-1 0 0,0 1 1 0 0,0-1-1 0 0,0 0 1 0 0,0 0-1 0 0,0 0 1 0 0,0 1-1 0 0,0-1 1 0 0,0 0-1 0 0,0 0 0 0 0,0 0 1 0 0,0 1-1 0 0,0 1 15 0 0,0 0-17 0 0,0 0 0 0 0,0 0 0 0 0,0-1 0 0 0,0 1 0 0 0,-1 0 0 0 0,1 0 0 0 0,-1-1 0 0 0,0 1 0 0 0,1 0 0 0 0,-1-1 0 0 0,0 1 0 0 0,0-1 0 0 0,0 1 0 0 0,-2 1 0 0 0,-12 18-8 0 0,-5 5 13 0 0,2 0 0 0 0,0 2 1 0 0,-16 35-1 0 0,29-34-2 0 0,0-4-19 0 0,-11 2-31 0 0,-19 42 0 0 0,5 14-59 0 0,28-74 55 0 0,0 1 1 0 0,0 0-1 0 0,1-1 1 0 0,0 1-1 0 0,0 0 1 0 0,1 0 0 0 0,2 14-1 0 0,-1-13 45 0 0,0-1 0 0 0,-1 1 0 0 0,0 0 0 0 0,-1-1 0 0 0,-3 15-1 0 0,-1-4-11 0 0,0-6-10 0 0,1 0-1 0 0,0 0 0 0 0,2 1 0 0 0,-1-1 0 0 0,2 1 0 0 0,0 0 0 0 0,1-1 0 0 0,1 1 0 0 0,3 21 1 0 0,16 27-79 0 0,-14-39-14 0 0,-6-20-33 0 0,0-1 0 0 0,1 1 1 0 0,0-1-1 0 0,0 1 0 0 0,0-1 1 0 0,0 1-1 0 0,1-1 1 0 0,-1 0-1 0 0,1 0 0 0 0,0 0 1 0 0,1 0-1 0 0,-1 0 1 0 0,1 0-1 0 0,0 0 0 0 0,0-1 1 0 0,0 1-1 0 0,0-1 0 0 0,0 0 1 0 0,1 0-1 0 0,-1 0 1 0 0,1-1-1 0 0,0 1 0 0 0,0-1 1 0 0,7 3-1 0 0,-5-3-437 0 0,0 0 1 0 0,1 0-1 0 0,-1-1 0 0 0,1 0 0 0 0,0 0 1 0 0,9 0-1 0 0,44-9-5292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26 3842 0 0,'0'-6'3319'0'0,"-3"-1"-660"0"0,3 6-2615 0 0,-1 0 0 0 0,0 0 0 0 0,0 0 0 0 0,0 1 0 0 0,0-1 0 0 0,0 0 1 0 0,0 0-1 0 0,0 1 0 0 0,0-1 0 0 0,-1 0 0 0 0,1 1 0 0 0,0-1 0 0 0,0 1 1 0 0,0 0-1 0 0,-1-1 0 0 0,1 1 0 0 0,0 0 0 0 0,-2 0 0 0 0,-2-1 516 0 0,0 1 54 0 0,-28 3-22 0 0,0 2 1 0 0,0 2-1 0 0,1 1 0 0 0,-38 14 0 0 0,59-18-577 0 0,1 2 0 0 0,0-1 0 0 0,0 1 0 0 0,0 0 0 0 0,1 1 0 0 0,0 0 0 0 0,-13 13 0 0 0,16-3 160 0 0,2 0 131 0 0,-46 52-560 0 0,43-56 201 0 0,6-11 49 0 0,0 0 0 0 0,0-1-1 0 0,0 1 1 0 0,0-1 0 0 0,0 1 0 0 0,0-1-1 0 0,0 1 1 0 0,0-1 0 0 0,-1 0 0 0 0,1 1 0 0 0,-1-1-1 0 0,1 0 1 0 0,-1 0 0 0 0,1 0 0 0 0,-1 0 0 0 0,0 0-1 0 0,1 0 1 0 0,-4 0 0 0 0,0 2 48 0 0,0 0-1 0 0,0 0 1 0 0,0 1 0 0 0,1-1 0 0 0,-1 1 0 0 0,1 0-1 0 0,0 0 1 0 0,0 1 0 0 0,1-1 0 0 0,-1 1 0 0 0,1 0-1 0 0,0-1 1 0 0,-3 9 0 0 0,-25 31 157 0 0,21-31-188 0 0,1 0 1 0 0,0 0-1 0 0,-13 27 1 0 0,17-29-55 0 0,3-3 54 0 0,0-1 1 0 0,0 1-1 0 0,1 0 0 0 0,0 0 1 0 0,1 0-1 0 0,-1 0 0 0 0,2-1 1 0 0,-1 1-1 0 0,1 0 0 0 0,0 0 1 0 0,5 14-1 0 0,-2-14-44 0 0,1 1-1 0 0,1-1 1 0 0,-1 0-1 0 0,1-1 1 0 0,11 11 0 0 0,-14-15 32 0 0,1 0 1 0 0,0-1 0 0 0,0 1 0 0 0,0-1 0 0 0,0 0-1 0 0,0 0 1 0 0,0-1 0 0 0,0 1 0 0 0,1-1-1 0 0,-1 0 1 0 0,1 0 0 0 0,-1 0 0 0 0,1 0-1 0 0,-1-1 1 0 0,6 0 0 0 0,22-3 66 0 0,0-2 0 0 0,-1-1 0 0 0,0-2 0 0 0,-1-1 0 0 0,46-19 0 0 0,-41 15 4 0 0,-32 12-55 0 0,1-1 1 0 0,-1 0-1 0 0,0 1 0 0 0,1-1 1 0 0,-1 0-1 0 0,0 0 0 0 0,-1-1 1 0 0,1 1-1 0 0,0 0 0 0 0,4-7 1 0 0,20-13 125 0 0,-25 21-135 0 0,0 0 1 0 0,-1 1 0 0 0,1-1 0 0 0,-1 0-1 0 0,1 0 1 0 0,-1 1 0 0 0,0-1 0 0 0,1-1-1 0 0,-1 1 1 0 0,0 0 0 0 0,1 0 0 0 0,-1 0 0 0 0,0-1-1 0 0,0 1 1 0 0,0 0 0 0 0,0-1 0 0 0,-1 1-1 0 0,1-1 1 0 0,0 1 0 0 0,0-1 0 0 0,-1 1-1 0 0,1-1 1 0 0,-1 0 0 0 0,0 1 0 0 0,1-3-1 0 0,-2 1 7 0 0,1 1 0 0 0,-1 0 0 0 0,0-1-1 0 0,0 1 1 0 0,0 0 0 0 0,0 0 0 0 0,-1 0 0 0 0,1 0-1 0 0,0 0 1 0 0,-1 0 0 0 0,0 0 0 0 0,1 0-1 0 0,-1 0 1 0 0,0 1 0 0 0,0-1 0 0 0,0 1-1 0 0,-3-2 1 0 0,-42-35 172 0 0,-26-16 26 0 0,56 43-231 0 0,0 1 198 0 0,-1-1-1 0 0,-27-10 1 0 0,41 20-239 0 0,1-1 0 0 0,-1 1 1 0 0,0 0-1 0 0,1 0 0 0 0,-1 0 0 0 0,0 0 1 0 0,0 1-1 0 0,0-1 0 0 0,0 1 1 0 0,1 0-1 0 0,-1 1 0 0 0,0-1 1 0 0,0 0-1 0 0,0 1 0 0 0,0 0 1 0 0,1 0-1 0 0,-1 0 0 0 0,0 0 0 0 0,-3 3 1 0 0,6-4 4 0 0,1 1 0 0 0,-1-1 0 0 0,1 0 0 0 0,-1 1 0 0 0,1-1 0 0 0,-1 1 0 0 0,1-1 0 0 0,0 1 0 0 0,-1-1 0 0 0,1 1 0 0 0,0 0 1 0 0,0-1-1 0 0,-1 1 0 0 0,1-1 0 0 0,0 1 0 0 0,0-1 0 0 0,0 1 0 0 0,0 0 0 0 0,-1-1 0 0 0,1 1 0 0 0,0 0 0 0 0,0-1 0 0 0,0 1 0 0 0,0-1 0 0 0,1 2 0 0 0,10 24-2612 0 0,39 41-3590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237 134 960 0 0,'-2'-1'377'0'0,"1"1"-195"0"0,-1 0 0 0 0,1-1-1 0 0,0 1 1 0 0,-1 0 0 0 0,1-1 0 0 0,0 1 0 0 0,0-1 0 0 0,-1 1 0 0 0,1-1-1 0 0,0 0 1 0 0,0 1 0 0 0,0-1 0 0 0,0 0 0 0 0,0 0 0 0 0,0 0-1 0 0,0 0 1 0 0,0 0 0 0 0,0 0 0 0 0,0 0 0 0 0,1 0 0 0 0,-1 0 0 0 0,0 0-1 0 0,1-1 1 0 0,-1 1 0 0 0,1 0 0 0 0,-1 0 0 0 0,1-1 0 0 0,-1 1 0 0 0,1 0-1 0 0,0 0 1 0 0,0-1 0 0 0,0 1 0 0 0,0-1 0 0 0,0 1 0 0 0,0-3 1294 0 0,5 4-1156 0 0,15-4-253 0 0,0-1 0 0 0,-1-1 0 0 0,0 0 0 0 0,36-19 0 0 0,-42 19-55 0 0,26-16-11 0 0,-34 18-11 0 0,1 1 0 0 0,-1 0 1 0 0,1 0-1 0 0,0 0 0 0 0,-1 1 1 0 0,8-3-1 0 0,-11 12 33 0 0,0-1 1 0 0,-1 1 0 0 0,0-1-1 0 0,-1 1 1 0 0,1 0-1 0 0,-1-1 1 0 0,-2 12 0 0 0,2-8 40 0 0,1 2 14 0 0,0-8-50 0 0,-1 0 0 0 0,0 0 0 0 0,0 0-1 0 0,0 0 1 0 0,0 1 0 0 0,0-1 0 0 0,-1 0-1 0 0,0 0 1 0 0,0 0 0 0 0,0-1 0 0 0,0 1 0 0 0,-1 0-1 0 0,-3 6 1 0 0,-26 18 184 0 0,24-24-138 0 0,1 1-1 0 0,0 0 1 0 0,0 0 0 0 0,0 1-1 0 0,-7 8 1 0 0,6-4 22 0 0,-1-1 0 0 0,0 0 1 0 0,0-1-1 0 0,-1 0 1 0 0,0 0-1 0 0,0-1 0 0 0,-1 0 1 0 0,0-1-1 0 0,0 0 0 0 0,0 0 1 0 0,-1-1-1 0 0,0-1 0 0 0,-18 6 1 0 0,8-4-10 0 0,-1-2 1 0 0,0 0-1 0 0,1-1 0 0 0,-2-1 1 0 0,1-1-1 0 0,-24-2 1 0 0,44 1-75 0 0,0 0 0 0 0,1 0 0 0 0,-1 0 0 0 0,0 0 0 0 0,0-1 0 0 0,1 1 0 0 0,-1 0 0 0 0,0-1 0 0 0,1 1 0 0 0,-1-1 0 0 0,0 0 0 0 0,1 1 0 0 0,-1-1 0 0 0,1 0 0 0 0,-1 0 0 0 0,1 0 0 0 0,-3-2 0 0 0,3 1 7 0 0,1 0 0 0 0,-1 0 0 0 0,0 0 1 0 0,1 1-1 0 0,0-1 0 0 0,-1 0 0 0 0,1 0 0 0 0,0 0 0 0 0,0 0 0 0 0,0 0 0 0 0,0-4 1 0 0,1-5-4 0 0,-1 10-17 0 0,0 0 0 0 0,0 0 0 0 0,0 0 0 0 0,0 0 0 0 0,1 0 0 0 0,-1 0 0 0 0,0 0 0 0 0,1 0 0 0 0,-1 0 0 0 0,1 0 0 0 0,-1 0 0 0 0,1 1 0 0 0,-1-1-1 0 0,1 0 1 0 0,-1 0 0 0 0,1 1 0 0 0,0-1 0 0 0,0 0 0 0 0,-1 1 0 0 0,1-1 0 0 0,0 1 0 0 0,0-1 0 0 0,0 1 0 0 0,-1-1 0 0 0,1 1 0 0 0,2-1 0 0 0,6-5 15 0 0,0 0 3 0 0,0 0 0 0 0,0 1 0 0 0,1-1 0 0 0,0 2 0 0 0,0 0 0 0 0,0 0 0 0 0,0 0 0 0 0,1 1 0 0 0,-1 1 0 0 0,18-2 0 0 0,10-2 76 0 0,63 0 0 0 0,-75 9-57 0 0,-1 0 0 0 0,0 2 1 0 0,0 1-1 0 0,0 1 0 0 0,-1 1 0 0 0,44 21 0 0 0,-39-17-243 0 0,-14-4-40 0 0,-13-7-31 0 0,0 0-1 0 0,0 0 1 0 0,0 0 0 0 0,0 0 0 0 0,1 0-1 0 0,-1 0 1 0 0,0 0 0 0 0,0 0 0 0 0,1-1-1 0 0,-1 0 1 0 0,1 1 0 0 0,-1-1-1 0 0,0 0 1 0 0,1 0 0 0 0,3-1 0 0 0,-5 1 206 0 0,-1 0 1 0 0,0 0-1 0 0,1-1 0 0 0,-1 1 1 0 0,0 0-1 0 0,0 0 1 0 0,1-1-1 0 0,-1 1 1 0 0,0 0-1 0 0,0-1 1 0 0,0 1-1 0 0,1 0 0 0 0,-1-1 1 0 0,0 1-1 0 0,0-1 1 0 0,0 1-1 0 0,0 0 1 0 0,0-1-1 0 0,0 1 1 0 0,0 0-1 0 0,0-1 1 0 0,0 1-1 0 0,0-1 0 0 0,0 1 1 0 0,0 0-1 0 0,0-1 1 0 0,0 1-1 0 0,0-1 1 0 0,0 1-1 0 0,0 0 1 0 0,0-1-1 0 0,0 1 0 0 0,-1 0 1 0 0,1-1-1 0 0,0 1 1 0 0,0 0-1 0 0,0-1 1 0 0,-1 1-1 0 0,1 0 1 0 0,0-1-1 0 0,0 1 0 0 0,-1 0 1 0 0,1 0-1 0 0,-1-1 1 0 0,-24-39-4052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0,'25'5'2361'0'0,"-20"-4"-226"0"0,0 0-374 0 0,15 4-387 0 0,-19-4-1281 0 0,-1-1 1 0 0,1 1-1 0 0,-1-1 1 0 0,1 1-1 0 0,-1 0 1 0 0,1-1 0 0 0,-1 1-1 0 0,0 0 1 0 0,1-1-1 0 0,-1 1 1 0 0,1 0-1 0 0,-1-1 1 0 0,0 1 0 0 0,0 0-1 0 0,0 0 1 0 0,1-1-1 0 0,-1 1 1 0 0,0 0-1 0 0,0 0 1 0 0,0-1 0 0 0,0 1-1 0 0,0 0 1 0 0,-1 1-1 0 0,5 16 129 0 0,4-8-73 0 0,1 1-1 0 0,0-1 0 0 0,13 11 1 0 0,11 11 271 0 0,6 10 122 0 0,-32-35-475 0 0,0 0 0 0 0,-1 0 0 0 0,0 0 1 0 0,0 1-1 0 0,0 0 0 0 0,-1 0 0 0 0,0 0 1 0 0,-1 1-1 0 0,5 11 0 0 0,5 9 52 0 0,1 0 1 0 0,1-1-1 0 0,31 41 0 0 0,-23-35-102 0 0,-14-20 2 0 0,-3-4-9 0 0,0 0 0 0 0,-1 0 0 0 0,0 1 0 0 0,0-1 0 0 0,7 23 1 0 0,17 104-211 0 0,-26-113-287 0 0,-2 1 0 0 0,-1 0 0 0 0,-1-1 0 0 0,-2 1 0 0 0,0 0 0 0 0,-1-1 0 0 0,-1 1 0 0 0,-2-1 1 0 0,-9 26-1 0 0,9-29-621 0 0,-2 0 1 0 0,-13 28 0 0 0,-34 34-3482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7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1361 0 0,'0'25'3681'0'0,"0"-11"-639"0"0,30-3-881 0 0,-30-3 0 0 0,0-16-2321 0 0,0-3-1521 0 0,0-14-1601 0 0,-30-14-719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3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70 1121 0 0,'0'-6'2241'0'0,"-31"-2"-401"0"0,31 3-1199 0 0,-30-15-2402 0 0,30-10-1681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92 237 960 0 0,'-1'0'125'0'0,"-35"-7"2092"0"0,36 6-2171 0 0,-1 1 0 0 0,0 0 0 0 0,0-1 0 0 0,1 1 0 0 0,-1 0 0 0 0,0 0 0 0 0,0 0 0 0 0,0 0 0 0 0,1 0 1 0 0,-1 0-1 0 0,0 0 0 0 0,0 0 0 0 0,0 0 0 0 0,0 0 0 0 0,1 0 0 0 0,-1 0 0 0 0,0 0 0 0 0,0 1 0 0 0,1-1 0 0 0,-1 0 0 0 0,0 1 0 0 0,0-1 0 0 0,1 1 0 0 0,-1-1 0 0 0,0 0 0 0 0,1 1 0 0 0,-1 0 0 0 0,0-1 0 0 0,1 1 0 0 0,-1-1 0 0 0,0 2 1 0 0,1-1 1020 0 0,0-4-807 0 0,0 3-244 0 0,0 0-1 0 0,0-1 0 0 0,1 1 1 0 0,-1-1-1 0 0,0 1 1 0 0,0 0-1 0 0,0-1 1 0 0,0 1-1 0 0,0-1 0 0 0,0 1 1 0 0,0-1-1 0 0,0 1 1 0 0,0 0-1 0 0,0-1 1 0 0,0 1-1 0 0,-1-1 0 0 0,1 1 1 0 0,0 0-1 0 0,0-1 1 0 0,0 1-1 0 0,0-1 0 0 0,-1 1 1 0 0,1 0-1 0 0,0-1 1 0 0,0 1-1 0 0,-1 0 1 0 0,1-1-1 0 0,0 1 0 0 0,-1 0 1 0 0,1 0-1 0 0,0-1 1 0 0,-1 1-1 0 0,1 0 1 0 0,-1-1-1 0 0,0 1 22 0 0,-1-1 1 0 0,1 0-1 0 0,-1 0 0 0 0,1 0 1 0 0,0 0-1 0 0,-1 0 0 0 0,1 0 1 0 0,0 0-1 0 0,0 0 0 0 0,0 0 1 0 0,0-1-1 0 0,0 1 0 0 0,0 0 0 0 0,0-1 1 0 0,0 1-1 0 0,0-1 0 0 0,1 1 1 0 0,-1-1-1 0 0,1 1 0 0 0,-1-3 1 0 0,-2-42 1351 0 0,3 32-1174 0 0,0 12-188 0 0,-1 0 0 0 0,1 0 0 0 0,0 0 0 0 0,0 0 0 0 0,0 0 0 0 0,1 0 1 0 0,-1 1-1 0 0,0-1 0 0 0,1 0 0 0 0,-1 0 0 0 0,1 0 0 0 0,0 0 0 0 0,-1 0 0 0 0,1 1 0 0 0,0-1 1 0 0,0 0-1 0 0,0 1 0 0 0,0-1 0 0 0,1 1 0 0 0,-1-1 0 0 0,0 1 0 0 0,3-3 0 0 0,5-5 17 0 0,-8 8-32 0 0,0 0 0 0 0,-1-1-1 0 0,1 1 1 0 0,-1-1 0 0 0,1 0 0 0 0,-1 1 0 0 0,0-1 0 0 0,1 1 0 0 0,-1-1 0 0 0,0 0-1 0 0,0 1 1 0 0,0-1 0 0 0,0 1 0 0 0,0-1 0 0 0,-1-2 0 0 0,0 3-4 0 0,1-1 0 0 0,0 1 0 0 0,0 0 0 0 0,-1-1 0 0 0,1 1 0 0 0,0 0 0 0 0,0-1 0 0 0,0 1 0 0 0,1 0 0 0 0,-1-1 0 0 0,0 1 0 0 0,0 0 0 0 0,1 0 0 0 0,-1-1-1 0 0,1 1 1 0 0,-1 0 0 0 0,1 0 0 0 0,-1-1 0 0 0,1 1 0 0 0,0 0 0 0 0,-1 0 0 0 0,2-1 0 0 0,18-7 19 0 0,-15 6 26 0 0,-5-2 27 0 0,0 9-66 0 0,0-9-14 0 0,0 0-14 0 0,0 4-66 0 0,5 1-80 0 0,15 0-67 0 0,-13 3-274 0 0,-3 1 336 0 0,1-1 13 0 0,-4-3 87 0 0,0 1-1 0 0,1-1 1 0 0,-1 1-1 0 0,0 0 0 0 0,0-1 1 0 0,0 1-1 0 0,0 0 1 0 0,0 0-1 0 0,0 0 1 0 0,0-1-1 0 0,0 1 1 0 0,-1 0-1 0 0,1 0 1 0 0,0 0-1 0 0,0 1 1 0 0,-1-1-1 0 0,1 0 0 0 0,-1 0 1 0 0,1 0-1 0 0,-1 0 1 0 0,1 1-1 0 0,-1-1 1 0 0,0 0-1 0 0,0 0 1 0 0,1 1-1 0 0,-1 1 1 0 0,5 16-2176 0 0,20 1-614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116 336 720 0 0,'-90'0'5216'0'0,"90"1"-5201"0"0,0-1-1 0 0,0 0 1 0 0,0 0 0 0 0,0 0-1 0 0,0 0 1 0 0,0 0 0 0 0,1 0-1 0 0,-1 1 1 0 0,0-1 0 0 0,0 0-1 0 0,0 0 1 0 0,0 0 0 0 0,0 0-1 0 0,0 1 1 0 0,0-1 0 0 0,0 0-1 0 0,0 0 1 0 0,0 0 0 0 0,0 0 0 0 0,0 1-1 0 0,0-1 1 0 0,0 0 0 0 0,0 0-1 0 0,0 0 1 0 0,0 0 0 0 0,0 1-1 0 0,0-1 1 0 0,0 0 0 0 0,0 0-1 0 0,-1 0 1 0 0,1 0 0 0 0,0 0-1 0 0,0 1 1 0 0,0-1 0 0 0,0 0-1 0 0,0 0 1 0 0,0 0 0 0 0,0 0-1 0 0,-1 0 1 0 0,1 0 0 0 0,0 0-1 0 0,0 1 1 0 0,0-1 0 0 0,0 0-1 0 0,0 0 1 0 0,-1 0 0 0 0,1 0-1 0 0,0 0 1 0 0,0 0 0 0 0,0 0-1 0 0,0 0 1 0 0,-1 0 0 0 0,1 0-1 0 0,0 0 1 0 0,0 0 0 0 0,0 0-1 0 0,0 0 1 0 0,-1 0 0 0 0,1 0-1 0 0,0 0 1 0 0,0 0 0 0 0,0 0-1 0 0,0 0 1 0 0,0 0 0 0 0,-1 0-1 0 0,1 0 1 0 0,0 0 0 0 0,0-1 0 0 0,0 1-1 0 0,-20 1 66 0 0,20 0-78 0 0,0-1-1 0 0,0 0 1 0 0,0 0-1 0 0,0 0 1 0 0,0 0-1 0 0,0 0 1 0 0,0 0-1 0 0,0 0 1 0 0,1 0-1 0 0,-1 0 1 0 0,0 0-1 0 0,0 0 1 0 0,0 1-1 0 0,0-1 1 0 0,0 0-1 0 0,0 0 1 0 0,0 0-1 0 0,0 0 1 0 0,0 0-1 0 0,0 0 1 0 0,0 0-1 0 0,0 1 1 0 0,0-1-1 0 0,0 0 1 0 0,0 0-1 0 0,0 0 1 0 0,0 0 0 0 0,0 0-1 0 0,0 0 1 0 0,0 0-1 0 0,0 1 1 0 0,0-1-1 0 0,0 0 1 0 0,0 0-1 0 0,0 0 1 0 0,0 0-1 0 0,0 0 1 0 0,0 0-1 0 0,0 0 1 0 0,0 1-1 0 0,0-1 1 0 0,0 0-1 0 0,0 0 1 0 0,0 0-1 0 0,-1 0 1 0 0,1 0-1 0 0,0 0 1 0 0,0 0-1 0 0,0 0 1 0 0,0 0-1 0 0,0 0 1 0 0,0 1-1 0 0,20 0 93 0 0,-20-1-84 0 0,0 0 0 0 0,0 0 1 0 0,0 0-1 0 0,1 0 1 0 0,-1 0-1 0 0,0 0 0 0 0,0 0 1 0 0,0 0-1 0 0,1 0 0 0 0,-1 0 1 0 0,0 0-1 0 0,0 0 0 0 0,0 0 1 0 0,1-1-1 0 0,-1 1 1 0 0,0 0-1 0 0,0 0 0 0 0,0 0 1 0 0,0 0-1 0 0,1 0 0 0 0,-1 0 1 0 0,0 0-1 0 0,0-1 1 0 0,0 1-1 0 0,0 0 0 0 0,0 0 1 0 0,1 0-1 0 0,-1 0 0 0 0,0-1 1 0 0,0 1-1 0 0,0 0 1 0 0,0 0-1 0 0,0 0 0 0 0,0-1 1 0 0,0 1-1 0 0,0 0 0 0 0,0 0 1 0 0,0 0-1 0 0,0-1 1 0 0,0 1-1 0 0,0 0 0 0 0,0 0 1 0 0,0-1-1 0 0,5-8 401 0 0,0 7-329 0 0,-4 2-66 0 0,0-1 0 0 0,0 1 0 0 0,0 0 0 0 0,0-1 0 0 0,0 1 0 0 0,0-1 0 0 0,0 1 0 0 0,0-1 0 0 0,0 1 0 0 0,0-1 0 0 0,-1 0 0 0 0,1 1 0 0 0,0-1 0 0 0,0 0 0 0 0,-1 0 0 0 0,1 1 0 0 0,0-1 0 0 0,-1 0 0 0 0,1 0 0 0 0,-1 0 0 0 0,1 0 0 0 0,-1 0 0 0 0,1 0 0 0 0,-1 0 0 0 0,0 0 0 0 0,0 0 1 0 0,1 0-1 0 0,-1-2 0 0 0,0 1 16 0 0,1-1 1 0 0,0 0 0 0 0,0 1-1 0 0,0-1 1 0 0,0 1 0 0 0,0-1-1 0 0,1 1 1 0 0,-1 0 0 0 0,1 0-1 0 0,-1-1 1 0 0,1 1 0 0 0,0 0-1 0 0,0 0 1 0 0,0 1 0 0 0,0-1-1 0 0,0 0 1 0 0,3-1 0 0 0,-2 0 5 0 0,0 1 0 0 0,0-1 0 0 0,0 0 1 0 0,0 0-1 0 0,0 0 0 0 0,-1 0 0 0 0,4-6 0 0 0,55-128 1083 0 0,-59 130-1032 0 0,-1 0 1 0 0,1 1-1 0 0,-1-1 0 0 0,0 0 1 0 0,0 0-1 0 0,-1 0 0 0 0,0 0 1 0 0,0 0-1 0 0,-2-8 0 0 0,1-10 525 0 0,1 24-467 0 0,0 2-157 0 0,0 0 1 0 0,1 1-1 0 0,-1-1 0 0 0,0 0 0 0 0,0 0 1 0 0,0 0-1 0 0,0 0 0 0 0,0 1 1 0 0,0-1-1 0 0,0 0 0 0 0,-1 0 1 0 0,1 0-1 0 0,0 0 0 0 0,-1 0 0 0 0,1 1 1 0 0,0-1-1 0 0,-1 0 0 0 0,1 0 1 0 0,-1 0-1 0 0,0 0 0 0 0,0 1 1 0 0,-1-1 11 0 0,0 0 0 0 0,1-1 0 0 0,-1 1 0 0 0,1 0 0 0 0,-1 0 0 0 0,1 0 1 0 0,-1 1-1 0 0,1-1 0 0 0,0 0 0 0 0,-1 1 0 0 0,1-1 0 0 0,0 0 1 0 0,0 1-1 0 0,0-1 0 0 0,0 1 0 0 0,0 0 0 0 0,1-1 0 0 0,-1 1 0 0 0,0 0 1 0 0,1-1-1 0 0,-1 1 0 0 0,1 0 0 0 0,0 0 0 0 0,-1 0 0 0 0,1-1 0 0 0,0 1 1 0 0,0 0-1 0 0,0 0 0 0 0,0 0 0 0 0,1 3 0 0 0,0-4 1 0 0,-1 1 0 0 0,-1-1-1 0 0,1 0 1 0 0,0 0 0 0 0,0 1-1 0 0,0-1 1 0 0,-1 0 0 0 0,1 0-1 0 0,0 0 1 0 0,-1 1 0 0 0,1-1-1 0 0,-1 0 1 0 0,0 0 0 0 0,1 0-1 0 0,-1 0 1 0 0,0 0 0 0 0,0 0-1 0 0,1 0 1 0 0,-1 0 0 0 0,0 0 0 0 0,0 0-1 0 0,0-1 1 0 0,-2 2 0 0 0,2-1 8 0 0,0 0 0 0 0,-1 0 0 0 0,1 0 0 0 0,0-1 1 0 0,0 1-1 0 0,0 1 0 0 0,0-1 0 0 0,1 0 1 0 0,-1 0-1 0 0,0 0 0 0 0,0 0 0 0 0,1 1 0 0 0,-1-1 1 0 0,0 0-1 0 0,1 0 0 0 0,-1 1 0 0 0,1-1 0 0 0,0 1 1 0 0,0-1-1 0 0,-1 0 0 0 0,1 1 0 0 0,0-1 1 0 0,0 3-1 0 0,0-3-9 0 0,0-1 1 0 0,0 1-1 0 0,0 0 1 0 0,0 0-1 0 0,0-1 1 0 0,0 1-1 0 0,0 0 1 0 0,-1-1-1 0 0,1 1 1 0 0,0 0-1 0 0,0-1 1 0 0,-1 1 0 0 0,1 0-1 0 0,-1-1 1 0 0,1 1-1 0 0,0-1 1 0 0,-1 1-1 0 0,1-1 1 0 0,-1 1-1 0 0,1-1 1 0 0,-1 1-1 0 0,0-1 1 0 0,1 1-1 0 0,-1-1 1 0 0,1 0-1 0 0,-1 1 1 0 0,0-1-1 0 0,1 0 1 0 0,-1 0-1 0 0,0 1 1 0 0,1-1-1 0 0,-2 0 1 0 0,1 0-1 0 0,0 0-1 0 0,1 1 1 0 0,-1-1-1 0 0,0 0 1 0 0,0 0-1 0 0,1 1 1 0 0,-1-1-1 0 0,0 1 1 0 0,0-1-1 0 0,1 1 1 0 0,-1-1-1 0 0,0 1 1 0 0,1-1-1 0 0,-1 1 1 0 0,1 0-1 0 0,-1-1 1 0 0,1 1-1 0 0,-1 0 1 0 0,1-1-1 0 0,-1 1 1 0 0,1 0-1 0 0,0 0 1 0 0,-1-1-1 0 0,1 1 1 0 0,0 0-1 0 0,-1 0 1 0 0,1 0 0 0 0,0-1-1 0 0,0 1 1 0 0,0 0-1 0 0,0 0 1 0 0,0 1-1 0 0,0 0 0 0 0,0-1-1 0 0,0 0 1 0 0,0 1-1 0 0,0-1 1 0 0,-1 0 0 0 0,1 1-1 0 0,0-1 1 0 0,-1 0-1 0 0,1 1 1 0 0,-1-1-1 0 0,1 0 1 0 0,-1 0 0 0 0,0 1-1 0 0,1-1 1 0 0,-1 0-1 0 0,0 0 1 0 0,0 0 0 0 0,0 0-1 0 0,0 0 1 0 0,0 0-1 0 0,0 0 1 0 0,-2 1-1 0 0,2-1 1 0 0,0 0 0 0 0,0-1-1 0 0,0 1 1 0 0,0 0-1 0 0,0 0 1 0 0,0 0 0 0 0,0 0-1 0 0,0 0 1 0 0,0 0-1 0 0,0 1 1 0 0,1-1-1 0 0,-1 0 1 0 0,0 0 0 0 0,1 1-1 0 0,-1-1 1 0 0,1 0-1 0 0,0 1 1 0 0,-1-1-1 0 0,1 0 1 0 0,0 1 0 0 0,0-1-1 0 0,0 3 1 0 0,1 27-55 0 0,1-22 51 0 0,-2 0 0 0 0,1 0 0 0 0,-1-1 0 0 0,0 1 0 0 0,-1 0 0 0 0,0 0 1 0 0,0 0-1 0 0,-5 13 0 0 0,-2-13 105 0 0,7-8-100 0 0,0 0-1 0 0,-1 0 1 0 0,1 0-1 0 0,0 0 1 0 0,0 0-1 0 0,0 0 1 0 0,-1 0 0 0 0,1 0-1 0 0,0 0 1 0 0,1 1-1 0 0,-1-1 1 0 0,0 0-1 0 0,0 1 1 0 0,1-1-1 0 0,-1 1 1 0 0,0-1 0 0 0,1 1-1 0 0,-1-1 1 0 0,1 1-1 0 0,0-1 1 0 0,0 1-1 0 0,-1-1 1 0 0,1 1 0 0 0,0 0-1 0 0,0-1 1 0 0,1 1-1 0 0,-1-1 1 0 0,0 1-1 0 0,0-1 1 0 0,1 1-1 0 0,-1-1 1 0 0,1 1 0 0 0,-1-1-1 0 0,1 1 1 0 0,0-1-1 0 0,1 2 1 0 0,0 0 4 0 0,1-1 1 0 0,-1 0 0 0 0,0 1 0 0 0,0-1-1 0 0,0 1 1 0 0,0 0 0 0 0,-1 0-1 0 0,1 0 1 0 0,-1 0 0 0 0,1 0-1 0 0,-1 0 1 0 0,0 0 0 0 0,0 0-1 0 0,-1 0 1 0 0,1 1 0 0 0,0-1-1 0 0,-1 0 1 0 0,0 0 0 0 0,0 1-1 0 0,0-1 1 0 0,-1 6 0 0 0,1-7-13 0 0,-1 1 1 0 0,1-1 0 0 0,0 1-1 0 0,0-1 1 0 0,1 1 0 0 0,-1-1-1 0 0,1 0 1 0 0,-1 1 0 0 0,1-1-1 0 0,0 1 1 0 0,-1-1 0 0 0,1 0-1 0 0,0 0 1 0 0,1 1 0 0 0,-1-1-1 0 0,0 0 1 0 0,1 0 0 0 0,-1 0-1 0 0,1 0 1 0 0,-1-1 0 0 0,1 1-1 0 0,0 0 1 0 0,0-1 0 0 0,2 2-1 0 0,-2 1 15 0 0,-1 0 0 0 0,1 0-1 0 0,-1 1 1 0 0,0-1 0 0 0,-1 0-1 0 0,1 1 1 0 0,-1-1 0 0 0,0 0-1 0 0,0 1 1 0 0,0-1 0 0 0,0 0-1 0 0,-2 7 1 0 0,1 4-68 0 0,3 20 70 0 0,-1-25-29 0 0,0 1 0 0 0,-1-1 0 0 0,1 1-1 0 0,-2-1 1 0 0,0 1 0 0 0,0-1 0 0 0,-6 21 0 0 0,-1-20-136 0 0,-11 20 216 0 0,18-30-61 0 0,1 1-1 0 0,0-1 1 0 0,-1 0-1 0 0,1 1 1 0 0,0-1-1 0 0,0 0 1 0 0,-1 1-1 0 0,1-1 0 0 0,0 1 1 0 0,0-1-1 0 0,1 0 1 0 0,-1 1-1 0 0,0-1 1 0 0,0 0-1 0 0,1 1 1 0 0,-1-1-1 0 0,1 0 1 0 0,-1 1-1 0 0,1-1 0 0 0,-1 0 1 0 0,1 0-1 0 0,0 1 1 0 0,-1-1-1 0 0,1 0 1 0 0,2 2-1 0 0,0 0 10 0 0,-1 0 0 0 0,1 0 0 0 0,-1 0 0 0 0,1 1 0 0 0,-1 0 0 0 0,0-1 0 0 0,-1 1 0 0 0,1 0 0 0 0,-1 0 0 0 0,1 0 0 0 0,-1 0 0 0 0,0 0 0 0 0,-1 0 0 0 0,1 0 0 0 0,-1 0 0 0 0,0 0 0 0 0,0 0 0 0 0,0 0 0 0 0,-1 6 0 0 0,0 9-21 0 0,1-13 9 0 0,-1 0 1 0 0,1 0-1 0 0,0-1 1 0 0,0 1-1 0 0,1 0 1 0 0,-1 0-1 0 0,2-1 1 0 0,-1 1-1 0 0,2 5 1 0 0,4 1 31 0 0,-4-7-16 0 0,-1-1 0 0 0,0 1 0 0 0,0 0 0 0 0,0 0 0 0 0,0 0 0 0 0,-1 0 1 0 0,1 0-1 0 0,-1 0 0 0 0,0 0 0 0 0,-1 0 0 0 0,0 0 0 0 0,0 9 0 0 0,0 183 800 0 0,0-196-807 0 0,0 1-1 0 0,0-1 1 0 0,0 0 0 0 0,1 0 0 0 0,-1 0 0 0 0,0 0 0 0 0,1 1 0 0 0,-1-1-1 0 0,0 0 1 0 0,1 0 0 0 0,-1 0 0 0 0,1 0 0 0 0,0 0 0 0 0,-1 0 0 0 0,1 0-1 0 0,0 0 1 0 0,-1 0 0 0 0,1 0 0 0 0,0 0 0 0 0,0-1 0 0 0,0 1 0 0 0,0 0-1 0 0,0-1 1 0 0,1 2 0 0 0,-1-2 2 0 0,0 1-1 0 0,0 0 1 0 0,0-1 0 0 0,0 1-1 0 0,0 0 1 0 0,0 0-1 0 0,0 0 1 0 0,0 0 0 0 0,0 0-1 0 0,-1 0 1 0 0,1 0 0 0 0,0 0-1 0 0,-1 0 1 0 0,1 0-1 0 0,-1 0 1 0 0,1 1 0 0 0,-1-1-1 0 0,1 0 1 0 0,-1 0-1 0 0,0 1 1 0 0,0-1 0 0 0,0 0-1 0 0,0 0 1 0 0,0 2-1 0 0,0 0 7 0 0,0 4-1 0 0,-1 0 0 0 0,1 0 0 0 0,0-1 0 0 0,1 1 0 0 0,-1 0 0 0 0,1 0 0 0 0,1-1 1 0 0,-1 1-1 0 0,1-1 0 0 0,0 1 0 0 0,1-1 0 0 0,0 0 0 0 0,0 0 0 0 0,0 0 0 0 0,8 11 1 0 0,-5-8 7 0 0,1 1 1 0 0,-2 0 0 0 0,1 1 0 0 0,4 12 0 0 0,11 19 23 0 0,-14-27-706 0 0,-6-14 515 0 0,-1 0 1 0 0,0 0-1 0 0,1 0 0 0 0,-1 0 1 0 0,0 0-1 0 0,1 0 1 0 0,-1 0-1 0 0,1 0 1 0 0,-1 0-1 0 0,1-1 1 0 0,0 1-1 0 0,0 0 1 0 0,-1 0-1 0 0,1 0 1 0 0,0-1-1 0 0,0 1 1 0 0,0 0-1 0 0,-1-1 1 0 0,1 1-1 0 0,0-1 1 0 0,0 1-1 0 0,0-1 1 0 0,0 1-1 0 0,0-1 1 0 0,0 0-1 0 0,0 1 1 0 0,0-1-1 0 0,1 0 1 0 0,-1 0-1 0 0,0 0 1 0 0,0 0-1 0 0,0 0 1 0 0,0 0-1 0 0,0 0 1 0 0,0 0-1 0 0,0 0 0 0 0,0-1 1 0 0,1 1-1 0 0,13-6-3990 0 0,-35-7 480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0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97 1841 0 0,'0'-2'113'0'0,"0"1"1"0"0,0 0-1 0 0,0 0 1 0 0,0-1 0 0 0,-1 1-1 0 0,1 0 1 0 0,0 0-1 0 0,-1-1 1 0 0,1 1-1 0 0,-1 0 1 0 0,0 0-1 0 0,1 0 1 0 0,-1 0-1 0 0,0 0 1 0 0,1 0 0 0 0,-1 0-1 0 0,0 0 1 0 0,0 0-1 0 0,0 0 1 0 0,0 0-1 0 0,0 0 1 0 0,0 1-1 0 0,0-1 1 0 0,0 0-1 0 0,0 1 1 0 0,-3-2 0 0 0,-1-1 275 0 0,5 3-324 0 0,-1 0 0 0 0,1 0 0 0 0,0-1 1 0 0,-1 1-1 0 0,1 0 0 0 0,0-1 0 0 0,-1 1 1 0 0,1 0-1 0 0,0-1 0 0 0,-1 1 0 0 0,1 0 0 0 0,0-1 1 0 0,0 1-1 0 0,0-1 0 0 0,-1 1 0 0 0,1 0 1 0 0,0-1-1 0 0,0 1 0 0 0,0-1 0 0 0,0 1 0 0 0,0-1 1 0 0,0 1-1 0 0,0-1 0 0 0,0 1 0 0 0,0 0 1 0 0,0-1-1 0 0,0 1 0 0 0,0-1 0 0 0,0 0-37 0 0,0 1-1 0 0,0 0 0 0 0,0 0 1 0 0,0-1-1 0 0,1 1 0 0 0,-1 0 1 0 0,0 0-1 0 0,0-1 0 0 0,0 1 1 0 0,0 0-1 0 0,0 0 0 0 0,0-1 1 0 0,-1 1-1 0 0,1 0 0 0 0,0 0 1 0 0,0-1-1 0 0,0 1 0 0 0,0 0 1 0 0,0 0-1 0 0,0 0 1 0 0,0-1-1 0 0,0 1 0 0 0,0 0 1 0 0,-1 0-1 0 0,1 0 0 0 0,0-1 1 0 0,0 1-1 0 0,0 0 0 0 0,0 0 1 0 0,-1 0-1 0 0,1 0 0 0 0,0 0 1 0 0,0-1-1 0 0,-1 1 0 0 0,1 0 1 0 0,0 0-1 0 0,0 0 0 0 0,0 0 1 0 0,-1 0-1 0 0,1 0 0 0 0,0 0 1 0 0,0 0-1 0 0,-1 0 1 0 0,-19-2 198 0 0,15-3-132 0 0,5-1-68 0 0,0 4 41 0 0,1 1 60 0 0,-7-3-94 0 0,-55-15 194 0 0,36 18-214 0 0,-30 0 54 0 0,50-2-40 0 0,5 2 119 0 0,9 4 209 0 0,-8-2-347 0 0,0-1-1 0 0,-1 1 0 0 0,1-1 0 0 0,0 1 0 0 0,-1-1 0 0 0,1 0 0 0 0,0 1 0 0 0,0-1 0 0 0,-1 0 0 0 0,1 0 1 0 0,0 0-1 0 0,0 0 0 0 0,-1 1 0 0 0,1-1 0 0 0,0 0 0 0 0,0 0 0 0 0,0 0 0 0 0,-1 0 0 0 0,1-1 1 0 0,0 1-1 0 0,0 0 0 0 0,-1 0 0 0 0,1 0 0 0 0,0-1 0 0 0,0 1 0 0 0,0-1 107 0 0,-1 2 61 0 0,0 0-171 0 0,0-1 0 0 0,0 0-1 0 0,0 0 1 0 0,0 0 0 0 0,0 0 0 0 0,0 1 0 0 0,0-1 0 0 0,0 0-1 0 0,0 0 1 0 0,0 0 0 0 0,0 0 0 0 0,0 1 0 0 0,0-1 0 0 0,0 0 0 0 0,0 0-1 0 0,0 0 1 0 0,0 0 0 0 0,0 1 0 0 0,0-1 0 0 0,0 0 0 0 0,0 0 0 0 0,0 0-1 0 0,0 0 1 0 0,0 1 0 0 0,0-1 0 0 0,0 0 0 0 0,1 0 0 0 0,-1 0 0 0 0,0 0-1 0 0,0 0 1 0 0,0 1 0 0 0,0-1 0 0 0,0 0 0 0 0,0 0 0 0 0,1 0 0 0 0,-1 0-1 0 0,0 0 1 0 0,0 0 0 0 0,0 0 0 0 0,0 0 0 0 0,1 0 0 0 0,-1 0 0 0 0,0 1-1 0 0,0-1 1 0 0,0 0 0 0 0,0 0 0 0 0,1 0 0 0 0,-1 0 0 0 0,0 0 0 0 0,0 0-1 0 0,0 0 1 0 0,1 0 0 0 0,-1-1 0 0 0,0 1 0 0 0,20 5 156 0 0,-20-5-152 0 0,1 0 0 0 0,-1 0 1 0 0,0 0-1 0 0,0 0 0 0 0,1 1 1 0 0,-1-1-1 0 0,0 0 0 0 0,0 0 0 0 0,0 0 1 0 0,1 0-1 0 0,-1 0 0 0 0,0 0 0 0 0,0 0 1 0 0,0 0-1 0 0,1 0 0 0 0,-1 0 1 0 0,0 1-1 0 0,0-1 0 0 0,0 0 0 0 0,1 0 1 0 0,-1 0-1 0 0,0 0 0 0 0,0 1 0 0 0,0-1 1 0 0,0 0-1 0 0,0 0 0 0 0,0 0 1 0 0,1 1-1 0 0,-1-1 0 0 0,0 0 0 0 0,0 0 1 0 0,0 0-1 0 0,0 1 0 0 0,0-1 0 0 0,0 0 1 0 0,0 0-1 0 0,0 1 0 0 0,0-1 1 0 0,0 0-1 0 0,0 1 0 0 0,4 6 120 0 0,112 44 192 0 0,-110-47-301 0 0,0-1 1 0 0,0 1 0 0 0,0 0-1 0 0,0 0 1 0 0,8 9-1 0 0,-9-8 22 0 0,0 0-1 0 0,0-1 0 0 0,1 0 1 0 0,-1 0-1 0 0,1 0 1 0 0,9 4-1 0 0,-6-3-1 0 0,0 1-1 0 0,-1 0 1 0 0,1 0-1 0 0,12 13 1 0 0,8 5 22 0 0,-19-10-48 0 0,-7-13 0 0 0,-2-1-10 0 0,1 0 0 0 0,-1 0 0 0 0,0 0 0 0 0,0 0 0 0 0,0 1 0 0 0,0-1 0 0 0,0 0 0 0 0,0 1 0 0 0,0-1 0 0 0,0 0 0 0 0,0 1 0 0 0,0-1 0 0 0,0 1 0 0 0,0 0 1 0 0,0-1-1 0 0,-1 1 0 0 0,1 0 0 0 0,0-1 0 0 0,0 1 0 0 0,0 0 0 0 0,0 1 0 0 0,4 1 64 0 0,0-3-59 0 0,-5 0-5 0 0,1 0-1 0 0,0 0 0 0 0,0 0 1 0 0,0 0-1 0 0,-1 0 0 0 0,1 0 0 0 0,0 0 1 0 0,0 1-1 0 0,-1-1 0 0 0,1 0 1 0 0,0 0-1 0 0,0 1 0 0 0,-1-1 0 0 0,1 0 1 0 0,0 1-1 0 0,-1-1 0 0 0,1 0 1 0 0,0 1-1 0 0,-1-1 0 0 0,1 1 0 0 0,-1 0 1 0 0,1-1-1 0 0,-1 1 0 0 0,1-1 1 0 0,-1 1-1 0 0,1 0 0 0 0,-1-1 0 0 0,1 1 1 0 0,-1 0-1 0 0,0-1 0 0 0,1 1 1 0 0,-1 0-1 0 0,0 0 0 0 0,0-1 0 0 0,0 1 1 0 0,0 2-1 0 0,1-3-1 0 0,-1 1-1 0 0,0-1 1 0 0,0 1-1 0 0,0-1 1 0 0,0 1-1 0 0,1-1 1 0 0,-1 0-1 0 0,0 1 1 0 0,0-1-1 0 0,1 1 1 0 0,-1-1-1 0 0,0 0 1 0 0,1 1-1 0 0,-1-1 1 0 0,0 1 0 0 0,1-1-1 0 0,-1 0 1 0 0,1 0-1 0 0,-1 1 1 0 0,0-1-1 0 0,1 0 1 0 0,-1 0-1 0 0,1 1 1 0 0,-1-1-1 0 0,1 0 1 0 0,-1 0-1 0 0,1 0 1 0 0,-1 0-1 0 0,1 0 1 0 0,-1 0 0 0 0,1 0-1 0 0,-1 0 1 0 0,2 0-1 0 0,-2 0 1 0 0,1 0 1 0 0,0 0-1 0 0,-1 0 1 0 0,1 0-1 0 0,0 0 0 0 0,-1 1 1 0 0,1-1-1 0 0,0 0 0 0 0,-1 0 1 0 0,1 0-1 0 0,0 1 0 0 0,-1-1 1 0 0,1 0-1 0 0,-1 1 0 0 0,1-1 1 0 0,0 0-1 0 0,-1 1 0 0 0,1-1 1 0 0,-1 1-1 0 0,1-1 0 0 0,-1 1 1 0 0,0-1-1 0 0,1 1 0 0 0,-1-1 1 0 0,1 1-1 0 0,-1 0 1 0 0,0-1-1 0 0,0 1 0 0 0,1-1 1 0 0,-1 1-1 0 0,0 0 0 0 0,0-1 1 0 0,0 1-1 0 0,1 0 0 0 0,-1 1 1 0 0,0-1 4 0 0,0 1 0 0 0,0 0 1 0 0,0 0-1 0 0,0-1 0 0 0,0 1 0 0 0,1 0 1 0 0,-1 0-1 0 0,1-1 0 0 0,-1 1 1 0 0,1 0-1 0 0,0-1 0 0 0,0 1 0 0 0,0-1 1 0 0,-1 1-1 0 0,1-1 0 0 0,1 1 1 0 0,-1-1-1 0 0,0 0 0 0 0,0 1 0 0 0,3 1 1 0 0,-3-2 1 0 0,0 0 0 0 0,0 0 1 0 0,0 0-1 0 0,0 0 0 0 0,0 0 1 0 0,0 0-1 0 0,0 0 0 0 0,0 0 1 0 0,0 1-1 0 0,-1-1 0 0 0,1 0 1 0 0,-1 1-1 0 0,1-1 0 0 0,-1 0 1 0 0,1 1-1 0 0,-1-1 0 0 0,0 1 1 0 0,1-1-1 0 0,-1 1 0 0 0,0 1 0 0 0,0-1 2 0 0,0 0-1 0 0,0-1 0 0 0,0 1 1 0 0,0-1-1 0 0,1 1 0 0 0,-1 0 0 0 0,1-1 1 0 0,-1 1-1 0 0,1-1 0 0 0,-1 1 0 0 0,1-1 1 0 0,0 0-1 0 0,0 1 0 0 0,0-1 0 0 0,0 0 1 0 0,0 1-1 0 0,0-1 0 0 0,0 0 1 0 0,2 2-1 0 0,-1-2-2 0 0,-1 0 1 0 0,0 1-1 0 0,1-1 0 0 0,-1 0 1 0 0,0 1-1 0 0,0-1 1 0 0,0 0-1 0 0,0 1 0 0 0,0 0 1 0 0,-1-1-1 0 0,1 1 1 0 0,0-1-1 0 0,-1 1 1 0 0,1 0-1 0 0,-1 0 0 0 0,1-1 1 0 0,-1 1-1 0 0,0 0 1 0 0,0 3-1 0 0,0 2 19 0 0,0 0-1 0 0,1 0 1 0 0,-1 0-1 0 0,2 0 1 0 0,-1 0-1 0 0,1 0 1 0 0,0 0 0 0 0,0-1-1 0 0,1 1 1 0 0,0-1-1 0 0,6 12 1 0 0,-4 3 1 0 0,-5-20-23 0 0,0 0 0 0 0,0 0-1 0 0,0 0 1 0 0,0 0 0 0 0,0 0-1 0 0,0 0 1 0 0,0 0 0 0 0,0 0-1 0 0,1 0 1 0 0,-1 0 0 0 0,0 0-1 0 0,1 0 1 0 0,-1 0 0 0 0,1 0-1 0 0,-1-1 1 0 0,1 1 0 0 0,0 1-1 0 0,9 7 11 0 0,-9-8 5 0 0,0 0 1 0 0,1 0-1 0 0,-1 1 1 0 0,0-1-1 0 0,0 0 1 0 0,1 1-1 0 0,-1-1 0 0 0,0 1 1 0 0,-1 0-1 0 0,1-1 1 0 0,0 1-1 0 0,0 0 1 0 0,-1-1-1 0 0,1 1 0 0 0,-1 0 1 0 0,1 0-1 0 0,-1 0 1 0 0,0-1-1 0 0,0 1 1 0 0,0 0-1 0 0,0 0 1 0 0,0 0-1 0 0,-1 3 0 0 0,2-3 1 0 0,-1-1 0 0 0,0 1 0 0 0,0-1-1 0 0,0 1 1 0 0,0 0 0 0 0,0-1-1 0 0,0 1 1 0 0,0-1 0 0 0,-1 1 0 0 0,1-1-1 0 0,0 1 1 0 0,-1-1 0 0 0,1 1 0 0 0,-1-1-1 0 0,0 0 1 0 0,0 1 0 0 0,1-1 0 0 0,-1 0-1 0 0,0 1 1 0 0,0-1 0 0 0,0 0-1 0 0,0 0 1 0 0,0 0 0 0 0,0 0 0 0 0,-1 0-1 0 0,-2 2 1 0 0,-4 3 8 0 0,7-3 9 0 0,0 0 1 0 0,-1 0 0 0 0,1 0 0 0 0,1 1 0 0 0,-1-1-1 0 0,0 0 1 0 0,1 1 0 0 0,0-1 0 0 0,-1 0 0 0 0,1 1-1 0 0,1-1 1 0 0,-1 0 0 0 0,2 6 0 0 0,-2 3 73 0 0,0 0 0 0 0,-1-8-98 0 0,1 0 0 0 0,0-1 0 0 0,0 1 0 0 0,0 0 0 0 0,0-1 0 0 0,1 1 0 0 0,-1 0 0 0 0,1-1 0 0 0,0 1-1 0 0,2 5 1 0 0,-1-7-9 0 0,-1-1-1 0 0,0 0 1 0 0,0 0 0 0 0,-1 0-1 0 0,1 0 1 0 0,0 0-1 0 0,0 0 1 0 0,-1 0 0 0 0,1 0-1 0 0,0 0 1 0 0,-1 1 0 0 0,1-1-1 0 0,-1 0 1 0 0,0 0 0 0 0,1 1-1 0 0,-1-1 1 0 0,0 0-1 0 0,0 1 1 0 0,0-1 0 0 0,0 0-1 0 0,0 0 1 0 0,0 1 0 0 0,0-1-1 0 0,0 0 1 0 0,0 1 0 0 0,-1-1-1 0 0,1 0 1 0 0,-1 0 0 0 0,1 1-1 0 0,-1-1 1 0 0,1 0-1 0 0,-1 0 1 0 0,1 0 0 0 0,-1 0-1 0 0,0 0 1 0 0,0 0 0 0 0,-1 2-1 0 0,-1 1 6 0 0,2 0-14 0 0,-1 0 1 0 0,1 1-1 0 0,0-1 0 0 0,0 0 1 0 0,1 0-1 0 0,-1 1 0 0 0,1-1 1 0 0,0 1-1 0 0,0-1 0 0 0,1 6 1 0 0,0-5-7 0 0,-1 0 1 0 0,0 0 0 0 0,0 0 0 0 0,0 0-1 0 0,-1 0 1 0 0,1 1 0 0 0,-4 8 0 0 0,-5 3 73 0 0,7-14-32 0 0,0 1 1 0 0,0-1-1 0 0,0 1 1 0 0,1 0-1 0 0,-1 0 0 0 0,1-1 1 0 0,0 1-1 0 0,0 0 1 0 0,0 0-1 0 0,1 0 1 0 0,-1 8-1 0 0,1-10-26 0 0,-1 0 0 0 0,1 1-1 0 0,-1-1 1 0 0,0 1 0 0 0,0-1 0 0 0,0 0 0 0 0,0 1-1 0 0,0-1 1 0 0,0 0 0 0 0,-1 0 0 0 0,1 0 0 0 0,-1 0-1 0 0,1 0 1 0 0,-1 0 0 0 0,0 0 0 0 0,0-1 0 0 0,0 1-1 0 0,0-1 1 0 0,-4 3 0 0 0,-19 22-48 0 0,12 1 155 0 0,-10 16 123 0 0,18-35-194 0 0,0 0 0 0 0,0 1 0 0 0,0 0 0 0 0,-5 18 0 0 0,7-19-44 0 0,-1 1 0 0 0,0-1 0 0 0,0 0 0 0 0,0 0 0 0 0,-7 9 0 0 0,-16 25-10 0 0,25-37 34 0 0,-1 0 0 0 0,0 0 0 0 0,0 0 0 0 0,-1 0-1 0 0,1 0 1 0 0,-7 5 0 0 0,10-10-36 0 0,-1 0 0 0 0,1 0 0 0 0,0 0 0 0 0,0 0 0 0 0,0 0 0 0 0,-1 0 0 0 0,1 0 0 0 0,0 0 0 0 0,0 0 0 0 0,0 0 0 0 0,-1 0 0 0 0,1 0 0 0 0,0 0 0 0 0,0 0-1 0 0,0 0 1 0 0,-1 0 0 0 0,1 0 0 0 0,0 0 0 0 0,0-1 0 0 0,0 1 0 0 0,0 0 0 0 0,-1 0 0 0 0,1 0 0 0 0,0 0 0 0 0,0-1 0 0 0,0 1 0 0 0,0 0 0 0 0,0 0 0 0 0,0 0 0 0 0,0 0 0 0 0,-1-1 0 0 0,1 1 0 0 0,0 0 0 0 0,0 0-1 0 0,0 0 1 0 0,0-1 0 0 0,0 1 0 0 0,0 0 0 0 0,0 0 0 0 0,0 0 0 0 0,0-1 0 0 0,0 1 0 0 0,0 0 0 0 0,0 0 0 0 0,0 0 0 0 0,0-1 0 0 0,0 1 0 0 0,1 0 0 0 0,-1 0 0 0 0,0 0 0 0 0,0-1 0 0 0,0 1 0 0 0,0-21-1092 0 0,0 13 610 0 0,0-54-3051 0 0,0-47-2975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58 1040 0 0,'0'-6'4563'0'0,"0"1"-2963"0"0,-30 5-559 0 0,30-8-641 0 0,0 2-1280 0 0,0-7-1281 0 0,-30 1-481 0 0,0 4 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7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 5282 0 0,'-91'52'1841'0'0,"61"-35"-2001"0"0,0-9-160 0 0,30-3 240 0 0,-25-5 160 0 0,-5 0 0 0 0,30-5-160 0 0,0-9-160 0 0,-30 8-400 0 0,30 1-561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1441 0 0,'0'-8'2161'0'0,"31"8"2961"0"0,-31-6-4642 0 0,30 1-1360 0 0,-30-3-1201 0 0,0 2-480 0 0,24 0-81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61 103 3682 0 0,'-30'-17'2961'0'0,"30"3"-2081"0"0,-31 1-719 0 0,31 1-81 0 0,0-1-80 0 0,0 7 80 0 0,0-2-160 0 0,0 2-1121 0 0,0 1-1680 0 0,0-3-321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4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0,'30'5'1361'0'0,"0"3"-1521"0"0,-30-16-801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4962 0 0,'0'0'5123'0'0,"0"13"-6964"0"0,0-1-1761 0 0,0 1 81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2961 0 0,'0'8'2802'0'0,"0"-2"-721"0"0,0 0-161 0 0,0 1-2720 0 0,0-1-1361 0 0,0 0-640 0 0,-30-6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8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 5042 0 0,'0'25'4082'0'0,"-30"-6"-2561"0"0,30-6-1281 0 0,0-18-2241 0 0,0-9 400 0 0,0 1-880 0 0,0-18-560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6803 0 0,'0'-20'2961'0'0,"0"7"-2560"0"0,0 7-641 0 0,0-1-1 0 0,0 1-79 0 0,30 0-640 0 0,-30-7-1121 0 0,30 1-560 0 0,-30-7-81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2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4082 0 0,'31'-19'4882'0'0,"-62"24"-3361"0"0,1 3-1201 0 0,30 4-560 0 0,0 7-1841 0 0,30 19-2481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3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0,'30'12'400'0'0,"-30"-4"-1601"0"0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 5042 0 0,'-30'31'5283'0'0,"30"-24"-5283"0"0,0-20-1921 0 0,0-6-400 0 0,0 5-641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1601 0 0,'30'6'1200'0'0,"0"-12"-2560"0"0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16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3922 0 0,'30'13'7523'0'0,"-30"-1"-5042"0"0,0-5-2160 0 0,-30-7-562 0 0,30 6-239 0 0,30-6-960 0 0,0 0-241 0 0,0 0-6883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1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155 298 160 0 0,'2'-1'316'0'0,"0"0"-1"0"0,0 0 1 0 0,-1-1 0 0 0,1 1 0 0 0,0-1-1 0 0,-1 1 1 0 0,1-1 0 0 0,-1 0-1 0 0,0 0 1 0 0,1 0 0 0 0,-1 1-1 0 0,0-1 1 0 0,0 0 0 0 0,0-1 0 0 0,-1 1-1 0 0,1 0 1 0 0,0 0 0 0 0,-1 0-1 0 0,1 0 1 0 0,-1 0 0 0 0,0-1-1 0 0,0 1 1 0 0,0 0 0 0 0,0 0 0 0 0,0-1-1 0 0,-1-2 1 0 0,1 4 404 0 0,25-7 2348 0 0,125-68-1220 0 0,2 0-1535 0 0,-141 71-351 0 0,0 0 0 0 0,0-1 0 0 0,-1-1-1 0 0,18-13 1 0 0,-21 13 47 0 0,1 1 0 0 0,0 1 0 0 0,0 0 0 0 0,11-5 0 0 0,-12 4 274 0 0,-14 6 154 0 0,-16 7-385 0 0,1 2-1 0 0,0 0 1 0 0,0 2 0 0 0,1 0-1 0 0,0 2 1 0 0,1 0 0 0 0,-30 26-1 0 0,45-33 6 0 0,-22 22 155 0 0,-37 31 0 0 0,59-54-222 0 0,1 0-1 0 0,0 0 1 0 0,-1 1 0 0 0,2-1 0 0 0,-1 1 0 0 0,0 0-1 0 0,-2 7 1 0 0,-19 29-68 0 0,-4-4 68 0 0,2 2 1 0 0,2 1-1 0 0,2 1 1 0 0,1 2-1 0 0,3-1 0 0 0,-16 53 1 0 0,-13 9 40 0 0,15-37 5 0 0,31-59-34 0 0,0 0 0 0 0,0 0 0 0 0,1-1 0 0 0,0 1 0 0 0,0 0 0 0 0,1 0 0 0 0,0 0 0 0 0,1 0 0 0 0,0 0 0 0 0,0 0 0 0 0,1-1 1 0 0,0 1-1 0 0,1 0 0 0 0,4 10 0 0 0,-3-7 2 0 0,0 1 1 0 0,-1 1-1 0 0,0-1 1 0 0,0 20-1 0 0,-3-12-11 0 0,0 0 1 0 0,1-1-1 0 0,1 1 0 0 0,1-1 1 0 0,1 1-1 0 0,0-1 0 0 0,13 32 1 0 0,72 151-74 0 0,-81-187 87 0 0,1-1 0 0 0,0 1 1 0 0,1-2-1 0 0,1 1 1 0 0,0-2-1 0 0,0 1 0 0 0,2-2 1 0 0,20 18-1 0 0,-32-29-7 0 0,3 2-42 0 0,0 0 0 0 0,1 0 0 0 0,-1-1 0 0 0,1 1 0 0 0,0-1-1 0 0,0 0 1 0 0,-1 0 0 0 0,1-1 0 0 0,1 1 0 0 0,-1-1 0 0 0,0 0 0 0 0,0-1 0 0 0,0 1-1 0 0,6-1 1 0 0,-4 1-273 0 0,-4-1 90 0 0,0 0 1 0 0,0 1-1 0 0,0-1 0 0 0,0 0 1 0 0,0-1-1 0 0,0 1 0 0 0,-1-1 0 0 0,1 1 1 0 0,0-1-1 0 0,0 0 0 0 0,-1 0 1 0 0,5-1-1 0 0,48-35-4791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61 353 2321 0 0,'-16'5'1246'0'0,"-13"4"-16"0"0,28-8-1192 0 0,0-1-1 0 0,0 0 1 0 0,0 1-1 0 0,0-1 0 0 0,1 1 1 0 0,-1-1-1 0 0,0 1 1 0 0,0-1-1 0 0,1 1 1 0 0,-1-1-1 0 0,0 1 1 0 0,1 0-1 0 0,-1-1 0 0 0,1 1 1 0 0,-1 0-1 0 0,1 0 1 0 0,-1-1-1 0 0,1 1 1 0 0,-1 0-1 0 0,1 0 1 0 0,0 0-1 0 0,-1 0 0 0 0,1 1 1 0 0,0-1-11 0 0,1 0-1 0 0,-1 0 1 0 0,1-1 0 0 0,0 1-1 0 0,-1 0 1 0 0,1 0 0 0 0,0-1-1 0 0,-1 1 1 0 0,1 0 0 0 0,0-1-1 0 0,0 1 1 0 0,0-1 0 0 0,0 1 0 0 0,0-1-1 0 0,0 1 1 0 0,0-1 0 0 0,0 0-1 0 0,0 0 1 0 0,0 1 0 0 0,0-1-1 0 0,0 0 1 0 0,0 0 0 0 0,0 0-1 0 0,0 0 1 0 0,1 0 0 0 0,0 0 66 0 0,3 1 761 0 0,-5-58 1801 0 0,0-77-2082 0 0,0 131-565 0 0,0 1-1 0 0,0-1 1 0 0,1 1 0 0 0,-1-1 0 0 0,1 1 0 0 0,0 0-1 0 0,0-1 1 0 0,0 1 0 0 0,0 0 0 0 0,0 0 0 0 0,0 0 0 0 0,0 0-1 0 0,1 0 1 0 0,2-4 0 0 0,-2 5 0 0 0,-1-1 0 0 0,1 0 1 0 0,-1 0-1 0 0,0 0 0 0 0,0-1 0 0 0,1 1 0 0 0,-1 0 1 0 0,-1 0-1 0 0,1-1 0 0 0,0 1 0 0 0,0 0 0 0 0,-1-1 1 0 0,1 1-1 0 0,-1-5 0 0 0,0 5-2 0 0,0 1-1 0 0,0-1 1 0 0,0 1-1 0 0,1-1 1 0 0,-1 1-1 0 0,0-1 1 0 0,1 1 0 0 0,-1-1-1 0 0,1 1 1 0 0,0-1-1 0 0,-1 1 1 0 0,1 0 0 0 0,0-1-1 0 0,0 1 1 0 0,0 0-1 0 0,0 0 1 0 0,0-1 0 0 0,0 1-1 0 0,0 0 1 0 0,0 0-1 0 0,2-1 1 0 0,6-6 18 0 0,-1-3-13 0 0,-7 9-11 0 0,1 0 1 0 0,-1 0-1 0 0,0 1 0 0 0,1-1 0 0 0,-1 1 0 0 0,1-1 0 0 0,-1 1 0 0 0,1 0 0 0 0,0-1 0 0 0,-1 1 1 0 0,1 0-1 0 0,0 0 0 0 0,0 0 0 0 0,3-1 0 0 0,1 0 7 0 0,0 0 1 0 0,-1-1-1 0 0,0 0 0 0 0,0 0 0 0 0,0 0 1 0 0,0-1-1 0 0,0 0 0 0 0,-1 0 1 0 0,1 0-1 0 0,5-7 0 0 0,-9 10-7 0 0,0 0 0 0 0,0 0 0 0 0,0 0-1 0 0,1 0 1 0 0,-1 0 0 0 0,0 0 0 0 0,1 1 0 0 0,-1-1 0 0 0,0 1 0 0 0,1-1-1 0 0,-1 1 1 0 0,1-1 0 0 0,-1 1 0 0 0,1 0 0 0 0,-1-1 0 0 0,1 1 0 0 0,-1 0-1 0 0,3 0 1 0 0,3-1-10 0 0,0 0 1 0 0,-1 0 0 0 0,1 0 0 0 0,-1 0-1 0 0,1 1 1 0 0,0 0 0 0 0,-1 1 0 0 0,10 1 0 0 0,-13-2 9 0 0,0 1 1 0 0,-1 0-1 0 0,1 0 0 0 0,0 0 0 0 0,-1 0 1 0 0,0 1-1 0 0,1-1 0 0 0,-1 1 0 0 0,0-1 1 0 0,1 1-1 0 0,-1 0 0 0 0,0 0 0 0 0,0 0 1 0 0,-1 0-1 0 0,1 0 0 0 0,0 0 0 0 0,-1 0 1 0 0,1 1-1 0 0,-1-1 0 0 0,0 0 0 0 0,0 1 1 0 0,1-1-1 0 0,0 6 0 0 0,2 16-9 0 0,-1 0 1 0 0,-2 1-1 0 0,0-1 1 0 0,-4 36-1 0 0,2 2 52 0 0,1-60-43 0 0,0 0 1 0 0,0 0-1 0 0,0 0 0 0 0,-1-1 1 0 0,1 1-1 0 0,-1 0 0 0 0,1 0 0 0 0,-1 0 1 0 0,1 0-1 0 0,-1-1 0 0 0,0 1 1 0 0,0 0-1 0 0,0-1 0 0 0,0 1 1 0 0,0 0-1 0 0,0-1 0 0 0,0 1 0 0 0,0-1 1 0 0,-1 0-1 0 0,1 1 0 0 0,-1-1 1 0 0,-2 2-1 0 0,0 0 6 0 0,4-4 20 0 0,0 1-1 0 0,0-1 1 0 0,0 0-1 0 0,-1 0 1 0 0,1 0 0 0 0,0 0-1 0 0,0 0 1 0 0,0 1-1 0 0,-1-1 1 0 0,1 0-1 0 0,0 0 1 0 0,-1 0-1 0 0,1 1 1 0 0,-1-1-1 0 0,1 0 1 0 0,-1 1-1 0 0,1-1 1 0 0,-1 0-1 0 0,1 1 1 0 0,-1-1-1 0 0,0 0 1 0 0,1 1 0 0 0,-1-1-1 0 0,-1 0 1 0 0,1 0-23 0 0,-1 0 0 0 0,0-1 0 0 0,1 1 1 0 0,-1-1-1 0 0,1 0 0 0 0,-1 1 1 0 0,1-1-1 0 0,0 0 0 0 0,0 0 0 0 0,0 0 1 0 0,0 0-1 0 0,0 0 0 0 0,0 0 1 0 0,1 0-1 0 0,-1 0 0 0 0,0 0 0 0 0,1 0 1 0 0,0 0-1 0 0,0-1 0 0 0,-1 1 1 0 0,1 0-1 0 0,0 0 0 0 0,1 0 0 0 0,-1-3 1 0 0,8-9 18 0 0,-6 11-14 0 0,1-1 1 0 0,-1 0-1 0 0,0 1 1 0 0,-1-1-1 0 0,1 0 1 0 0,-1 0 0 0 0,0 0-1 0 0,0 0 1 0 0,0 0-1 0 0,0 0 1 0 0,-1 0 0 0 0,1-5-1 0 0,-1 2 5 0 0,1-1 0 0 0,0 1 1 0 0,1-1-1 0 0,0 1 0 0 0,0 0 0 0 0,1-1 0 0 0,0 1 1 0 0,0 1-1 0 0,0-1 0 0 0,1 0 0 0 0,4-6 0 0 0,-5 9 2 0 0,1 0-5 0 0,0-1 0 0 0,0 1 0 0 0,0 0 0 0 0,1 0 0 0 0,-1 0 0 0 0,1 1 0 0 0,0 0 0 0 0,0 0-1 0 0,1 0 1 0 0,-1 0 0 0 0,1 1 0 0 0,-1 0 0 0 0,1 0 0 0 0,7-1 0 0 0,-7 1 5 0 0,-1 1 1 0 0,1-1 0 0 0,0 1 0 0 0,-1 1-1 0 0,1-1 1 0 0,0 1 0 0 0,0 0 0 0 0,0 0-1 0 0,-1 1 1 0 0,1 0 0 0 0,0 0 0 0 0,-1 0-1 0 0,1 0 1 0 0,0 1 0 0 0,8 4 0 0 0,-10-3-1 0 0,0-1 0 0 0,0 1 0 0 0,0 0 0 0 0,0 0 1 0 0,-1 0-1 0 0,1 0 0 0 0,-1 1 0 0 0,0 0 0 0 0,5 6 1 0 0,9 46 190 0 0,-15-47-177 0 0,7 15 42 0 0,-7-20-63 0 0,0 0-1 0 0,0 0 1 0 0,0 0-1 0 0,-1 0 1 0 0,1 0 0 0 0,-1 1-1 0 0,0-1 1 0 0,0 0-1 0 0,-1 1 1 0 0,1-1-1 0 0,-1 0 1 0 0,0 1-1 0 0,0-1 1 0 0,-1 0 0 0 0,1 1-1 0 0,-3 5 1 0 0,-4-1-119 0 0,-10 13-240 0 0,16-22 267 0 0,1 1-1 0 0,0 0 0 0 0,-1 0 0 0 0,1-1 0 0 0,0 1 0 0 0,0 0 0 0 0,-1 0 0 0 0,1 0 0 0 0,0-1 0 0 0,0 1 0 0 0,0 0 0 0 0,0 0 0 0 0,0 0 0 0 0,0 0 0 0 0,0-1 0 0 0,0 1 0 0 0,1 0 0 0 0,-1 0 0 0 0,0 0 0 0 0,0-1 0 0 0,1 1 0 0 0,-1 0 1 0 0,0 0-1 0 0,1-1 0 0 0,-1 1 0 0 0,1 0 0 0 0,-1-1 0 0 0,1 1 0 0 0,-1 0 0 0 0,2 0 0 0 0,18 11-3744 0 0,-15-5-2000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0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35 165 960 0 0,'0'-164'9431'0'0,"-5"163"-9271"0"0,-20 3-62 0 0,24 2-116 0 0,2-2 19 0 0,-3 62-117 0 0,0-39 139 0 0,2 0 0 0 0,0 0 0 0 0,1 0 0 0 0,7 33 1 0 0,0-25-14 0 0,-3-16-12 0 0,-1 1 0 0 0,-1-1 0 0 0,0 1 0 0 0,-1 18 0 0 0,-2-10-111 0 0,-1-11 143 0 0,1 1 1 0 0,0 0 0 0 0,6 31-1 0 0,-5-44-81 0 0,-1 0-1 0 0,1 0 0 0 0,0 0 1 0 0,0 0-1 0 0,0 0 0 0 0,1 0 1 0 0,-1 0-1 0 0,1 0 0 0 0,-1-1 0 0 0,1 1 1 0 0,0 0-1 0 0,0-1 0 0 0,0 0 1 0 0,1 1-1 0 0,-1-1 0 0 0,0 0 1 0 0,1 0-1 0 0,0 0 0 0 0,-1 0 1 0 0,1-1-1 0 0,0 1 0 0 0,0-1 1 0 0,0 0-1 0 0,0 0 0 0 0,4 1 1 0 0,-6-1-117 0 0,0-1 1 0 0,1 0-1 0 0,-1 0 1 0 0,0 0-1 0 0,1 1 1 0 0,-1-2-1 0 0,1 1 1 0 0,-1 0-1 0 0,0 0 1 0 0,1 0-1 0 0,-1-1 1 0 0,0 1-1 0 0,1 0 1 0 0,-1-1-1 0 0,0 1 1 0 0,0-1-1 0 0,2 0 1 0 0,-3 0-134 0 0,1 0-1 0 0,0 1 1 0 0,-1-1 0 0 0,0 0 0 0 0,1 0 0 0 0,-1 0 0 0 0,1 1-1 0 0,-1-1 1 0 0,0 0 0 0 0,1 0 0 0 0,-1 0 0 0 0,0 0-1 0 0,0 1 1 0 0,0-1 0 0 0,0 0 0 0 0,0 0 0 0 0,0 0-1 0 0,0-1 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1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1361 0 0,'-5'1'2281'0'0,"-15"3"-240"0"0,20-4-1954 0 0,0 0 0 0 0,0 0 0 0 0,0 0 0 0 0,1 0 1 0 0,-1 0-1 0 0,0 1 0 0 0,0-1 0 0 0,0 0 1 0 0,0 0-1 0 0,0 0 0 0 0,1 0 0 0 0,-1 0 0 0 0,0 1 1 0 0,0-1-1 0 0,0 0 0 0 0,0 0 0 0 0,0 0 1 0 0,0 0-1 0 0,0 1 0 0 0,0-1 0 0 0,0 0 0 0 0,0 0 1 0 0,0 0-1 0 0,0 0 0 0 0,0 1 0 0 0,0-1 1 0 0,0 0-1 0 0,0 0 0 0 0,0 0 0 0 0,0 1 0 0 0,0-1 1 0 0,0 0-1 0 0,0 0 0 0 0,0 0 0 0 0,0 1 1 0 0,0-1-1 0 0,0 0 0 0 0,0 0 0 0 0,0 0 0 0 0,0 0 1 0 0,0 1-1 0 0,-1-1 0 0 0,1 0 0 0 0,0 0 0 0 0,0 0 1 0 0,0 0-1 0 0,0 0 0 0 0,0 0 0 0 0,-1 1 1 0 0,1-1-1 0 0,0 0 0 0 0,13 2-98 0 0,0-1 1 0 0,0 0-1 0 0,0-1 1 0 0,0-1-1 0 0,17-2 0 0 0,-21 1-6 0 0,1 1-1 0 0,0 0 0 0 0,-1 0 1 0 0,1 1-1 0 0,0 0 0 0 0,0 1 1 0 0,-1 0-1 0 0,1 0 0 0 0,0 1 1 0 0,-1 1-1 0 0,1 0 0 0 0,10 4 1 0 0,-19-6 17 0 0,-1-1 0 0 0,1 0 0 0 0,-1 1 0 0 0,0-1 0 0 0,1 1 0 0 0,-1-1 0 0 0,1 1 1 0 0,-1-1-1 0 0,0 1 0 0 0,1-1 0 0 0,-1 1 0 0 0,0-1 0 0 0,0 1 0 0 0,1-1 1 0 0,-1 1-1 0 0,0-1 0 0 0,0 1 0 0 0,0-1 0 0 0,0 1 0 0 0,0 0 0 0 0,0-1 0 0 0,0 1 1 0 0,0-1-1 0 0,0 2 0 0 0,-11 22 143 0 0,1-12-43 0 0,0-1 0 0 0,-1 1 0 0 0,-1-2-1 0 0,1 0 1 0 0,-18 12 0 0 0,23-19-77 0 0,0 1 1 0 0,0-1-1 0 0,0 0 0 0 0,0 0 0 0 0,-1 0 1 0 0,1-1-1 0 0,-10 2 0 0 0,14-4-34 0 0,-1 1-1 0 0,0-1 0 0 0,0 0 0 0 0,0 0 0 0 0,0 0 0 0 0,1 0 1 0 0,-1-1-1 0 0,0 1 0 0 0,0-1 0 0 0,0 0 0 0 0,1 1 0 0 0,-1-1 1 0 0,0 0-1 0 0,1-1 0 0 0,-1 1 0 0 0,1 0 0 0 0,-1-1 0 0 0,-2-2 1 0 0,5 4 2 0 0,-1 0 1 0 0,1 0 0 0 0,0-1 0 0 0,0 1 0 0 0,-1 0 0 0 0,1 0 0 0 0,0 0 0 0 0,0-1-1 0 0,0 1 1 0 0,-1 0 0 0 0,1-1 0 0 0,0 1 0 0 0,0 0 0 0 0,0 0 0 0 0,0-1 0 0 0,0 1 0 0 0,-1 0-1 0 0,1-1 1 0 0,0 1 0 0 0,0 0 0 0 0,0-1 0 0 0,0 1 0 0 0,0 0 0 0 0,0-1 0 0 0,0 1-1 0 0,0 0 1 0 0,0-1 0 0 0,0 1 0 0 0,0 0 0 0 0,1-1 0 0 0,-1 1 0 0 0,0 0 0 0 0,0-1-1 0 0,0 1 1 0 0,0 0 0 0 0,0 0 0 0 0,1-1 0 0 0,-1 1 0 0 0,0 0 0 0 0,0-1 0 0 0,0 1 0 0 0,1 0-1 0 0,-1 0 1 0 0,0 0 0 0 0,1-1 0 0 0,6-5-198 0 0,-6 5 77 0 0,1-1 0 0 0,-1 1 0 0 0,1-1 0 0 0,-1 1 0 0 0,1-1 0 0 0,-1 1 0 0 0,0-1 0 0 0,0 0-1 0 0,0 1 1 0 0,0-1 0 0 0,0 0 0 0 0,-1 0 0 0 0,1 0 0 0 0,0 0 0 0 0,-1 0 0 0 0,1 0 0 0 0,-1 0 0 0 0,0 0 0 0 0,0 0 0 0 0,1 0-1 0 0,-1 0 1 0 0,-1-3 0 0 0,1-46-4153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1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63 960 0 0,'-4'-37'3934'0'0,"3"36"-3789"0"0,0 0 0 0 0,1-1 0 0 0,-1 1 1 0 0,0 0-1 0 0,0-1 0 0 0,0 1 1 0 0,0 0-1 0 0,0 0 0 0 0,-1 0 0 0 0,1 0 1 0 0,0 0-1 0 0,0 0 0 0 0,-1 0 1 0 0,1 1-1 0 0,0-1 0 0 0,-3-1 0 0 0,-2-3 1740 0 0,12 3-848 0 0,14 11-535 0 0,-19-7-473 0 0,0 0 0 0 0,-1 0 1 0 0,1 0-1 0 0,0 0 0 0 0,-1 0 0 0 0,1 1 1 0 0,-1-1-1 0 0,0 0 0 0 0,0 0 1 0 0,0 1-1 0 0,0 3 0 0 0,0-5-27 0 0,0 0 0 0 0,0 0 0 0 0,0 0 0 0 0,0 0 0 0 0,1 0 0 0 0,-1 0 0 0 0,0 0 0 0 0,1 1 0 0 0,-1-1-1 0 0,0 0 1 0 0,1 0 0 0 0,-1 0 0 0 0,1 0 0 0 0,0-1 0 0 0,-1 1 0 0 0,1 0 0 0 0,0 0 0 0 0,-1 0 0 0 0,1 0 0 0 0,1 0-1 0 0,164 147 546 0 0,-75-64-493 0 0,-88-80-55 0 0,1 0 0 0 0,-1-1 1 0 0,0 1-1 0 0,0 0 0 0 0,-1 0 1 0 0,1 1-1 0 0,-1-1 0 0 0,0 1 1 0 0,0-1-1 0 0,0 1 1 0 0,-1-1-1 0 0,1 1 0 0 0,-1 0 1 0 0,0 0-1 0 0,0 9 0 0 0,4 16 12 0 0,20 37 41 0 0,-19-53-47 0 0,0 1 0 0 0,7 28-1 0 0,-9-25-6 0 0,7 34 51 0 0,-2 0 1 0 0,3 80 0 0 0,-11-105-46 0 0,1-1 1 0 0,11 48-1 0 0,-4-28-4 0 0,6 46 0 0 0,25 17 0 0 0,-22-63 7 0 0,23 90 0 0 0,-31-72 60 0 0,-2-46-37 0 0,-1 7-9 0 0,-8-24-24 0 0,1 0 1 0 0,0-1-1 0 0,-1 1 0 0 0,1 0 0 0 0,-1 0 0 0 0,0 0 1 0 0,1-1-1 0 0,-1 1 0 0 0,0 0 0 0 0,1 0 0 0 0,-1-1 1 0 0,0 1-1 0 0,0-1 0 0 0,1 1 0 0 0,-1-1 0 0 0,0 1 1 0 0,0-1-1 0 0,0 1 0 0 0,0-1 0 0 0,0 0 0 0 0,0 1 1 0 0,0-1-1 0 0,0 0 0 0 0,0 0 0 0 0,0 0 0 0 0,0 0 1 0 0,-2 0-1 0 0,-6 1-55 0 0,0-1 0 0 0,0-1 0 0 0,0 0 0 0 0,0 0-1 0 0,0-1 1 0 0,0 0 0 0 0,0 0 0 0 0,1-1 0 0 0,-1 0 0 0 0,1-1 0 0 0,0 0 0 0 0,-12-7 0 0 0,7 4-118 0 0,1-1 0 0 0,0 0 1 0 0,1-1-1 0 0,0 0 0 0 0,0-1 0 0 0,1 0 1 0 0,-11-15-1 0 0,-70-120-4306 0 0,56 64-614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2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0 320 0 0,'-146'25'10165'0'0,"139"-24"-9794"0"0,6-1-311 0 0,0 0 0 0 0,0 0 0 0 0,-1 0-1 0 0,1 0 1 0 0,0 0 0 0 0,0 0 0 0 0,-1 0 0 0 0,1 0 0 0 0,0 1 0 0 0,0-1-1 0 0,0 0 1 0 0,-1 1 0 0 0,1-1 0 0 0,0 1 0 0 0,0-1 0 0 0,0 1 0 0 0,0 0-1 0 0,0-1 1 0 0,0 1 0 0 0,0 0 0 0 0,0 0 0 0 0,0 0 0 0 0,0 0-1 0 0,0 1 1 0 0,1-1 701 0 0,209 14-79 0 0,4 1-5820 0 0,-209-16 4502 0 0,-2 0 397 0 0,-1 0 1 0 0,0 1 0 0 0,1-1 0 0 0,-1 0 0 0 0,0 0-1 0 0,1 0 1 0 0,-1 0 0 0 0,0 0 0 0 0,1-1 0 0 0,-1 1-1 0 0,0 0 1 0 0,1-1 0 0 0,-1 1 0 0 0,0 0 0 0 0,0-1 0 0 0,0 0-1 0 0,1 1 1 0 0,1-2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2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1441 0 0,'-30'0'4722'0'0,"-30"14"-720"0"0,-1-3-1921 0 0,61-3-1921 0 0,0-16-80 0 0,31 8 0 0 0,29 8 80 0 0,61 4 80 0 0,60 7-320 0 0,30-6-1681 0 0,-36-13-4322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4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23 492 4322 0 0,'0'-1'151'0'0,"0"-1"0"0"0,-1 1-1 0 0,1 0 1 0 0,-1 0 0 0 0,1 0 0 0 0,-1 0 0 0 0,1 0 0 0 0,-1 0-1 0 0,0 0 1 0 0,0 0 0 0 0,1 0 0 0 0,-1 0 0 0 0,0 0 0 0 0,0 1-1 0 0,0-1 1 0 0,0 0 0 0 0,0 1 0 0 0,0-1 0 0 0,0 0-1 0 0,0 1 1 0 0,-2-1 0 0 0,-1-3-181 0 0,21 3 37 0 0,-15-2 14 0 0,-1 1 0 0 0,0-1 0 0 0,-1 0 0 0 0,1 1 0 0 0,0-1 0 0 0,-1 0 0 0 0,1 1 0 0 0,-1-1 1 0 0,0 0-1 0 0,0 0 0 0 0,0 0 0 0 0,0 1 0 0 0,-1-5 0 0 0,0 4 17 0 0,1-16 254 0 0,-1 11-208 0 0,1 1 0 0 0,0 0 0 0 0,1 0 0 0 0,0 0 0 0 0,0-1 1 0 0,2-9-1 0 0,3-1 57 0 0,-1 7-22 0 0,-2-1-1 0 0,1 0 1 0 0,-2 0 0 0 0,0 0 0 0 0,2-23-1 0 0,-5 11 56 0 0,0 16-109 0 0,1-1 0 0 0,-1 1 0 0 0,2 0 0 0 0,-1-1 0 0 0,1 1 0 0 0,1 0 0 0 0,2-9 0 0 0,6-5 52 0 0,-8 18-98 0 0,0 0 0 0 0,0 0 0 0 0,0 0 0 0 0,-1 0 1 0 0,1 0-1 0 0,-1 0 0 0 0,0 0 0 0 0,0-1 0 0 0,-1 1 1 0 0,1 0-1 0 0,-1-7 0 0 0,0 10-16 0 0,0 0 0 0 0,0-1 0 0 0,0 1 0 0 0,1 0 0 0 0,-1 0 0 0 0,0-1 0 0 0,1 1 0 0 0,-1 0-1 0 0,1 0 1 0 0,-1 0 0 0 0,1-1 0 0 0,-1 1 0 0 0,1 0 0 0 0,0 0 0 0 0,0 0 0 0 0,0 0 0 0 0,-1 0 0 0 0,1 0 0 0 0,0 1 0 0 0,0-1 0 0 0,0 0 0 0 0,0 0 0 0 0,1 1 0 0 0,-1-1 0 0 0,0 0 0 0 0,2 0 0 0 0,2-2-3 0 0,-2 2 10 0 0,-1-8 24 0 0,-2 0 82 0 0,5 8-49 0 0,-5 1-62 0 0,1-1-1 0 0,1 1-1 0 0,-1 0 0 0 0,0 0 0 0 0,0 0 0 0 0,0 0 1 0 0,0 0-1 0 0,0 0 0 0 0,0 0 0 0 0,0 0 1 0 0,0 0-1 0 0,0 0 0 0 0,0 0 0 0 0,1 1 1 0 0,-1-1-1 0 0,0 1 0 0 0,0-1 0 0 0,0 1 1 0 0,-1-1-1 0 0,1 1 0 0 0,0-1 0 0 0,0 1 1 0 0,1 1-1 0 0,-1-1-3 0 0,-1-1 1 0 0,0 1-1 0 0,1 0 1 0 0,-1 0-1 0 0,1-1 1 0 0,-1 1-1 0 0,1 0 1 0 0,0-1 0 0 0,-1 1-1 0 0,1 0 1 0 0,0-1-1 0 0,-1 1 1 0 0,1-1-1 0 0,0 1 1 0 0,-1-1-1 0 0,1 0 1 0 0,0 1-1 0 0,0-1 1 0 0,0 0-1 0 0,0 1 1 0 0,-1-1-1 0 0,1 0 1 0 0,0 0 0 0 0,1 0-1 0 0,10 5 0 0 0,-5 0 3 0 0,-1 1 0 0 0,1 0 0 0 0,-2-1 0 0 0,1 2 0 0 0,-1-1 0 0 0,1 1 0 0 0,-2 0 0 0 0,1 0 0 0 0,-1 0 0 0 0,0 0 1 0 0,5 14-1 0 0,-5-8 1 0 0,1 0 0 0 0,-1 1 1 0 0,-1-1-1 0 0,0 1 0 0 0,-1 0 0 0 0,0 18 1 0 0,-3-4 8 0 0,1-16-13 0 0,0 1 0 0 0,0 0 0 0 0,1 0 0 0 0,4 19 0 0 0,4-2 4 0 0,-5-19 11 0 0,-1 0 0 0 0,0 0 0 0 0,-1 1 0 0 0,0-1 0 0 0,0 13 0 0 0,-5 34 212 0 0,2-56-211 0 0,1 1 0 0 0,-1-1 0 0 0,0 1 0 0 0,0 0 0 0 0,0-1 0 0 0,0 0 0 0 0,0 1 0 0 0,-1-1 0 0 0,1 0 0 0 0,-1 1 0 0 0,1-1-1 0 0,-1 0 1 0 0,0 0 0 0 0,-3 2 0 0 0,-5-38 705 0 0,2 25-690 0 0,6 7-25 0 0,0 0 0 0 0,1 0 0 0 0,-1 0-1 0 0,1 0 1 0 0,-1 0 0 0 0,1 0 0 0 0,0 0-1 0 0,0 0 1 0 0,0 0 0 0 0,0-1 0 0 0,1 1-1 0 0,-1 0 1 0 0,0-1 0 0 0,1 1 0 0 0,0-1-1 0 0,-1 1 1 0 0,1 0 0 0 0,0-1 0 0 0,1-4-1 0 0,-2-17 14 0 0,-1-1-1 0 0,-10-43 0 0 0,7 43-5 0 0,0 1 0 0 0,0-47 0 0 0,5 65-9 0 0,0 0 1 0 0,1 0-1 0 0,0 0 0 0 0,0 0 1 0 0,0 0-1 0 0,1 1 0 0 0,0-1 1 0 0,0 0-1 0 0,4-6 0 0 0,-4 8 0 0 0,0 0 0 0 0,0-1-1 0 0,0 1 1 0 0,-1-1 0 0 0,1 0-1 0 0,-1 1 1 0 0,-1-1 0 0 0,1 0-1 0 0,0-4 1 0 0,-2 5-7 0 0,1-4-23 0 0,26-8-25 0 0,-24 15 48 0 0,0 1 1 0 0,1-1 0 0 0,-1 0-1 0 0,0 1 1 0 0,0 0 0 0 0,1 0-1 0 0,-1-1 1 0 0,0 1 0 0 0,0 1-1 0 0,1-1 1 0 0,-1 0 0 0 0,0 0-1 0 0,1 1 1 0 0,-1 0-1 0 0,0-1 1 0 0,0 1 0 0 0,0 0-1 0 0,0 0 1 0 0,0 0 0 0 0,0 0-1 0 0,0 0 1 0 0,0 1 0 0 0,0-1-1 0 0,0 0 1 0 0,-1 1-1 0 0,1 0 1 0 0,0-1 0 0 0,-1 1-1 0 0,1 0 1 0 0,1 3 0 0 0,7 6-5 0 0,36 29 20 0 0,19 66 54 0 0,-58-95-80 0 0,0-1 1 0 0,-1 1 0 0 0,0 0-1 0 0,-1 0 1 0 0,0 0 0 0 0,-1 1-1 0 0,0 0 1 0 0,-1 0-1 0 0,-1 0 1 0 0,1 0 0 0 0,-2 0-1 0 0,0 0 1 0 0,-1 24-1 0 0,0-35-17 0 0,0-1 0 0 0,0 0 0 0 0,0 0 0 0 0,1 1 1 0 0,-1-1-1 0 0,0 0 0 0 0,0 0 0 0 0,0 1 0 0 0,0-1 0 0 0,0 0 0 0 0,0 0 0 0 0,0 1 0 0 0,0-1 0 0 0,1 0 0 0 0,-1 0 0 0 0,0 1 0 0 0,0-1 0 0 0,0 0 0 0 0,1 0 0 0 0,-1 0 0 0 0,0 1 0 0 0,0-1 0 0 0,0 0 0 0 0,1 0 0 0 0,-1 0 0 0 0,0 0 0 0 0,0 0 0 0 0,1 0 0 0 0,-1 1 0 0 0,0-1 0 0 0,0 0 0 0 0,1 0 0 0 0,-1 0 0 0 0,0 0 0 0 0,1 0 0 0 0,-1 0 0 0 0,0 0 0 0 0,0 0 0 0 0,1 0 0 0 0,-1 0 0 0 0,1 0 0 0 0,17-6-1172 0 0,11-11-1486 0 0,-29 16 2514 0 0,1 0 0 0 0,0 0 0 0 0,-1 0-1 0 0,1 0 1 0 0,-1 0 0 0 0,1 0 0 0 0,-1-1-1 0 0,0 1 1 0 0,1 0 0 0 0,-1 0 0 0 0,0 0-1 0 0,0-1 1 0 0,0 1 0 0 0,0 0 0 0 0,0-2-1 0 0,0-23-2439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4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80 0 0,'5'0'2001'0'0,"0"0"-1515"0"0,-5 0-388 0 0,1-1 1 0 0,-1 1-1 0 0,1 0 0 0 0,0 0 0 0 0,-1 0 0 0 0,1 0 0 0 0,-1 0 1 0 0,1 0-1 0 0,0 0 0 0 0,-1 0 0 0 0,1 0 0 0 0,0 0 0 0 0,-1 0 1 0 0,1 0-1 0 0,0 0 0 0 0,-1 0 0 0 0,1 0 0 0 0,-1 1 0 0 0,1-1 1 0 0,0 0-1 0 0,-1 1 0 0 0,1-1 0 0 0,-1 0 0 0 0,1 1 1 0 0,-1-1-1 0 0,1 0 0 0 0,-1 1 0 0 0,1-1 0 0 0,-1 1 0 0 0,0-1 1 0 0,1 1-1 0 0,-1-1 0 0 0,0 1 0 0 0,1 0 0 0 0,-1-1 0 0 0,0 1 1 0 0,0-1-1 0 0,1 1 0 0 0,-1-1 0 0 0,0 1 0 0 0,0 0 1 0 0,0-1-1 0 0,0 1 0 0 0,0 0 0 0 0,0 0 0 0 0,0 0-30 0 0,0 0 1 0 0,0 0-1 0 0,1 0 0 0 0,-1 0 0 0 0,0 0 1 0 0,0 0-1 0 0,1 0 0 0 0,-1-1 0 0 0,0 1 0 0 0,1 0 1 0 0,-1 0-1 0 0,1 0 0 0 0,-1 0 0 0 0,1-1 1 0 0,-1 1-1 0 0,1 0 0 0 0,0-1 0 0 0,-1 1 0 0 0,1 0 1 0 0,0-1-1 0 0,-1 1 0 0 0,1-1 0 0 0,2 2 1 0 0,-2-2-33 0 0,0 1 0 0 0,0 0 1 0 0,1 0-1 0 0,-1 0 1 0 0,0 0-1 0 0,0 1 1 0 0,0-1-1 0 0,0 0 0 0 0,0 0 1 0 0,0 0-1 0 0,0 1 1 0 0,0-1-1 0 0,-1 1 0 0 0,1-1 1 0 0,-1 1-1 0 0,1-1 1 0 0,-1 1-1 0 0,1-1 1 0 0,-1 1-1 0 0,0-1 0 0 0,1 1 1 0 0,-1-1-1 0 0,0 1 1 0 0,-1 2-1 0 0,1 312 2485 0 0,0-310-2491 0 0,0 0 1 0 0,1 1-1 0 0,-1-1 0 0 0,1 0 0 0 0,0 0 1 0 0,0 1-1 0 0,1-1 0 0 0,0 0 0 0 0,0 0 1 0 0,1-1-1 0 0,-1 1 0 0 0,1 0 0 0 0,0-1 1 0 0,7 8-1 0 0,4 8 29 0 0,-12-18-173 0 0,-1 1 0 0 0,1-2 0 0 0,0 1 0 0 0,0 0 0 0 0,0 0 0 0 0,0-1 0 0 0,1 1-1 0 0,-1-1 1 0 0,1 1 0 0 0,-1-1 0 0 0,1 0 0 0 0,0 0 0 0 0,0-1 0 0 0,0 1 0 0 0,0 0 0 0 0,0-1 0 0 0,0 0 0 0 0,4 2 0 0 0,43 3-2794 0 0,-14-5-2201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5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1921 0 0,'-1'1'260'0'0,"1"1"0"0"0,-1-1-1 0 0,0 1 1 0 0,0-1 0 0 0,0 0 0 0 0,0 0 0 0 0,0 1-1 0 0,0-1 1 0 0,0 0 0 0 0,0 0 0 0 0,-1 0 0 0 0,1 0 0 0 0,0 0-1 0 0,-1 0 1 0 0,1 0 0 0 0,0-1 0 0 0,-1 1 0 0 0,-2 0 0 0 0,-2 3 579 0 0,-6 3-292 0 0,1 0 0 0 0,-1 0 0 0 0,0-1 0 0 0,0-1-1 0 0,-1 0 1 0 0,0 0 0 0 0,-18 3 0 0 0,26-8-453 0 0,10 0-28 0 0,27 0-50 0 0,-24-1-21 0 0,33-9 74 0 0,-36 9-162 0 0,-3-2-362 0 0,-15 1-3199 0 0,-37 7-294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91 106 1841 0 0,'-25'5'3668'0'0,"20"-6"-329"0"0,0-3-2463 0 0,-45 15 58 0 0,44-10 1454 0 0,12-1-2295 0 0,61 1 285 0 0,-17 1-93 0 0,0-2 1 0 0,0-3 0 0 0,54-9 0 0 0,318-63 1462 0 0,-271 57-1268 0 0,1 6 0 0 0,299 15 0 0 0,-70 23-13 0 0,47 12-200 0 0,-338-32-142 0 0,-54-5-64 0 0,-1 1-1 0 0,39 9 1 0 0,67 7 85 0 0,205 12 526 0 0,-88-11-143 0 0,-103 1-371 0 0,-55-5 16 0 0,132 1 1 0 0,-232-16-186 0 0,14-2 15 0 0,-13 3-6 0 0,-1-1 0 0 0,0 0 0 0 0,0 0 1 0 0,0 0-1 0 0,0 0 0 0 0,0 0 0 0 0,1 0 0 0 0,-1 0 0 0 0,0 0 0 0 0,0 0 0 0 0,0 0 1 0 0,0 0-1 0 0,0 1 0 0 0,1-1 0 0 0,-1 0 0 0 0,0 0 0 0 0,0 0 0 0 0,0 0 1 0 0,0 0-1 0 0,1 0 0 0 0,-1 0 0 0 0,0-1 0 0 0,0 1 0 0 0,0 0 0 0 0,0 0 1 0 0,1 0-1 0 0,-1 0 0 0 0,0 0 0 0 0,0 0 0 0 0,0 0 0 0 0,0 0 0 0 0,0 0 1 0 0,1 0-1 0 0,-1 0 0 0 0,0-1 0 0 0,0 1 0 0 0,0 0 0 0 0,0 0 0 0 0,0 0 1 0 0,0 0-1 0 0,0 0 0 0 0,0 0 0 0 0,0-1 0 0 0,1 1 0 0 0,-1 0 0 0 0,0 0 0 0 0,0 0 1 0 0,0 0-1 0 0,0-1 0 0 0,0 1 0 0 0,0 0 0 0 0,0 0 0 0 0,0 0 0 0 0,0 0 1 0 0,0 0-1 0 0,0-1 0 0 0,0 1 0 0 0,0 0 0 0 0,0 0 0 0 0,0 0 0 0 0,0 0 1 0 0,0-1-1 0 0,-1 1 0 0 0,1 0 0 0 0,0 0 0 0 0,0 0 0 0 0,0 0 0 0 0,-70-55-4960 0 0,-36-11-4362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9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3442 0 0,'61'0'2881'0'0,"-31"0"560"0"0,-30 6-2720 0 0,-30-6-561 0 0,30 7-1361 0 0,0-1-1120 0 0,-30 0-480 0 0,30 7 80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7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1 480 0 0,'-37'5'1958'0'0,"24"-5"-1482"0"0,1 1 0 0 0,0 1-1 0 0,0 0 1 0 0,0 0-1 0 0,0 1 1 0 0,0 1 0 0 0,1 0-1 0 0,-1 1 1 0 0,1 0 0 0 0,-19 12-1 0 0,20-10-356 0 0,-1-1-1 0 0,0 0 0 0 0,0 0 0 0 0,-13 4 1 0 0,11-5 226 0 0,1 0 1 0 0,0 1 0 0 0,-20 13-1 0 0,30-16-228 0 0,0-5 287 0 0,6-5-391 0 0,12 7 54 0 0,0 7 66 0 0,-1 1 0 0 0,-1 0 1 0 0,1 1-1 0 0,-1 1 1 0 0,-1 0-1 0 0,0 0 0 0 0,-1 2 1 0 0,0-1-1 0 0,0 2 1 0 0,-1-1-1 0 0,-1 2 0 0 0,0-1 1 0 0,-1 1-1 0 0,0 1 1 0 0,-1 0-1 0 0,10 26 0 0 0,-12 12-148 0 0,-6-48-65 0 0,-1-1 0 0 0,1 0 0 0 0,1 1 0 0 0,-1-1 0 0 0,0 0 0 0 0,1 1 0 0 0,0-1 0 0 0,0 0 0 0 0,0 0 0 0 0,1 0 1 0 0,-1 0-1 0 0,1 0 0 0 0,0 0 0 0 0,0 0 0 0 0,1 0 0 0 0,-1-1 0 0 0,1 1 0 0 0,0-1 0 0 0,-1 0 0 0 0,6 4 0 0 0,42 33-2294 0 0,-14 3-1908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25 510 1201 0 0,'0'0'2801'0'0,"0"-11"-320"0"0,-25-3-400 0 0,25-11-560 0 0,25-57 79 0 0,35-39-559 0 0,30 24-801 0 0,1 34-1120 0 0,0 5-1682 0 0,-1 20-3120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8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122 151 2001 0 0,'1'-16'1666'0'0,"0"11"-1290"0"0,0 0-1 0 0,-1 0 1 0 0,0 0 0 0 0,0 0 0 0 0,0 0 0 0 0,0 0 0 0 0,-1 0 0 0 0,0 0 0 0 0,0 0-1 0 0,0 0 1 0 0,-3-5 0 0 0,-5 1-155 0 0,7 8-191 0 0,1 0 0 0 0,0 0-1 0 0,0 0 1 0 0,-1-1 0 0 0,1 1-1 0 0,0 0 1 0 0,0-1 0 0 0,0 1-1 0 0,0-1 1 0 0,1 1 0 0 0,-1-1 0 0 0,0 1-1 0 0,1-1 1 0 0,-1 0 0 0 0,1 1-1 0 0,-1-1 1 0 0,1 0 0 0 0,0 1-1 0 0,0-1 1 0 0,-1 0 0 0 0,1 1-1 0 0,1-1 1 0 0,-1-3 0 0 0,0 4-29 0 0,0 0 1 0 0,0 1 0 0 0,0-1-1 0 0,0 0 1 0 0,0 0-1 0 0,0 1 1 0 0,0-1 0 0 0,0 0-1 0 0,0 0 1 0 0,0 1-1 0 0,0-1 1 0 0,1 0-1 0 0,-1 0 1 0 0,0 1 0 0 0,0-1-1 0 0,1 0 1 0 0,-1 1-1 0 0,1-1 1 0 0,-1 0-1 0 0,1 1 1 0 0,-1-1 0 0 0,1 1-1 0 0,-1-1 1 0 0,1 1-1 0 0,-1-1 1 0 0,1 1 0 0 0,0-1-1 0 0,-1 1 1 0 0,1-1-1 0 0,0 1 1 0 0,-1 0-1 0 0,1-1 1 0 0,0 1 0 0 0,-1 0-1 0 0,1 0 1 0 0,0 0-1 0 0,0-1 1 0 0,-1 1 0 0 0,1 0-1 0 0,0 0 1 0 0,0 0-1 0 0,0 0 1 0 0,-1 0-1 0 0,1 0 1 0 0,0 1 0 0 0,0-1-1 0 0,-1 0 1 0 0,1 0-1 0 0,0 1 1 0 0,-1-1 0 0 0,1 0-1 0 0,0 0 1 0 0,0 1-1 0 0,-1-1 1 0 0,1 1-1 0 0,-1-1 1 0 0,1 1 0 0 0,0 0-1 0 0,-1 3 22 0 0,1 0 0 0 0,-1 0 0 0 0,1-1 0 0 0,-1 1 0 0 0,1 0 0 0 0,0 0 0 0 0,1-1 0 0 0,-1 1 0 0 0,1 0 0 0 0,2 4 0 0 0,8 26 151 0 0,-9-18-94 0 0,0 1 0 0 0,-2 0 0 0 0,0-1 0 0 0,-1 1 0 0 0,0 0 0 0 0,-1 0 0 0 0,-2-1 0 0 0,-6 28 0 0 0,-36 62 587 0 0,24-42-304 0 0,3 1 0 0 0,-13 87 0 0 0,11-49-264 0 0,18-96-183 0 0,0 1 0 0 0,1-1 0 0 0,0 1 0 0 0,0 0 0 0 0,1-1 0 0 0,0 1 0 0 0,1 0 0 0 0,2 14 0 0 0,-3-21 28 0 0,1 0 1 0 0,-1 0 0 0 0,0 0 0 0 0,1 0 0 0 0,-1 0 0 0 0,1 0-1 0 0,0 0 1 0 0,-1 0 0 0 0,1 0 0 0 0,0 0 0 0 0,0 0 0 0 0,-1 0-1 0 0,1-1 1 0 0,0 1 0 0 0,0 0 0 0 0,0 0 0 0 0,0-1 0 0 0,0 1-1 0 0,0-1 1 0 0,0 1 0 0 0,2 0 0 0 0,-1-1-50 0 0,0 0-1 0 0,0 0 1 0 0,0 0 0 0 0,0 0-1 0 0,0 0 1 0 0,1 0 0 0 0,-1-1-1 0 0,0 1 1 0 0,0-1 0 0 0,0 1-1 0 0,0-1 1 0 0,0 0 0 0 0,0 0-1 0 0,0 0 1 0 0,2-1 0 0 0,0-1-282 0 0,0 0 1 0 0,1-1-1 0 0,-2 1 1 0 0,1-1 0 0 0,0 1-1 0 0,-1-1 1 0 0,5-6-1 0 0,-8 10 370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1 560 0 0,'5'1'2121'0'0,"-4"-1"-1832"0"0,0 0-141 0 0,0 0 1 0 0,0 0-1 0 0,1 1 0 0 0,-1-1 0 0 0,0 0 0 0 0,0 0 1 0 0,1 1-1 0 0,-1-1 0 0 0,0 1 0 0 0,0-1 1 0 0,0 1-1 0 0,0-1 0 0 0,0 1 0 0 0,0 0 0 0 0,0-1 1 0 0,0 1-1 0 0,0 0 0 0 0,0 0 0 0 0,0 0 1 0 0,1 1-1 0 0,32 10 2066 0 0,-25-10-2183 0 0,1-2-1 0 0,-1 1 1 0 0,0-1 0 0 0,0-1-1 0 0,0 0 1 0 0,14-3-1 0 0,5 1-44 0 0,-23 3 81 0 0,0 0 13 0 0,15 0 13 0 0,-15 0 694 0 0,-6-1-768 0 0,-1 0 0 0 0,0 0-1 0 0,1 0 1 0 0,-1 0-1 0 0,0 0 1 0 0,0 0 0 0 0,0 1-1 0 0,0-1 1 0 0,0 1-1 0 0,0-1 1 0 0,1 1-1 0 0,-1 0 1 0 0,-3 0 0 0 0,-2-1 107 0 0,-20-2 2 0 0,0 1 1 0 0,1 2-1 0 0,-42 4 0 0 0,45-3-54 0 0,-25 3 200 0 0,-49 10-1 0 0,95-13-254 0 0,0-1 0 0 0,0 1 0 0 0,0-1-1 0 0,0 1 1 0 0,0 0 0 0 0,0 0 0 0 0,1 0 0 0 0,-1 0 0 0 0,0 0 0 0 0,0 0-1 0 0,1 0 1 0 0,-1 1 0 0 0,1-1 0 0 0,-1 1 0 0 0,1-1 0 0 0,0 1-1 0 0,-1-1 1 0 0,1 1 0 0 0,0 0 0 0 0,0-1 0 0 0,0 1 0 0 0,0 0 0 0 0,1 0-1 0 0,-1 0 1 0 0,0 0 0 0 0,1 0 0 0 0,-1 0 0 0 0,1 0 0 0 0,0 0 0 0 0,0 0-1 0 0,0 0 1 0 0,0 0 0 0 0,0 0 0 0 0,0 0 0 0 0,0 0 0 0 0,1 0-1 0 0,-1 0 1 0 0,1 0 0 0 0,-1 0 0 0 0,1 0 0 0 0,0 0 0 0 0,0 0 0 0 0,-1 0-1 0 0,2-1 1 0 0,0 3 0 0 0,3 0-16 0 0,0 1 0 0 0,0-1-1 0 0,0 0 1 0 0,1-1 0 0 0,0 1-1 0 0,0-1 1 0 0,0 0 0 0 0,0-1-1 0 0,0 1 1 0 0,9 1 0 0 0,75 18 66 0 0,-75-20-61 0 0,9 3 127 0 0,0 1 1 0 0,-1 1 0 0 0,0 1-1 0 0,0 1 1 0 0,-1 1 0 0 0,0 0-1 0 0,0 2 1 0 0,-1 1-1 0 0,-1 1 1 0 0,0 0 0 0 0,22 22-1 0 0,-41-34-99 0 0,1 1-1 0 0,0 0 0 0 0,-1 0 1 0 0,0 0-1 0 0,1 0 1 0 0,-1 0-1 0 0,-1 0 0 0 0,1 0 1 0 0,0 0-1 0 0,-1 0 0 0 0,1 1 1 0 0,-1-1-1 0 0,0 0 1 0 0,0 0-1 0 0,0 0 0 0 0,-1 1 1 0 0,1-1-1 0 0,-1 0 0 0 0,0 0 1 0 0,0 0-1 0 0,0 0 1 0 0,-2 6-1 0 0,0-4 54 0 0,0-1 0 0 0,0 1 0 0 0,-1-1 0 0 0,0 1 0 0 0,1-1 0 0 0,-1 0 0 0 0,-1 0 0 0 0,1-1 1 0 0,-8 6-1 0 0,-53 28 471 0 0,29-17-317 0 0,21-12-253 0 0,0 0 0 0 0,-1-2 1 0 0,0 0-1 0 0,0 0 0 0 0,0-1 0 0 0,0-2 1 0 0,-1 1-1 0 0,0-2 0 0 0,0 0 0 0 0,1-1 0 0 0,-1-1 1 0 0,0 0-1 0 0,0-1 0 0 0,-21-4 0 0 0,31 4-197 0 0,-1-1 0 0 0,1 0 1 0 0,0 0-1 0 0,0 0 0 0 0,-10-5 0 0 0,15 6 120 0 0,0 1 0 0 0,1-2 0 0 0,-1 1 0 0 0,0 0 0 0 0,1 0 0 0 0,-1 0 0 0 0,1-1 0 0 0,-1 1 0 0 0,1-1 0 0 0,0 1 1 0 0,-1-1-1 0 0,1 0 0 0 0,0 1 0 0 0,0-1 0 0 0,0 0 0 0 0,0 0 0 0 0,1 0 0 0 0,-1 0 0 0 0,0 0 0 0 0,1 0 0 0 0,-1 0 0 0 0,1 0 0 0 0,0 0 0 0 0,0-3 0 0 0,2-9-556 0 0,2 1 0 0 0,0-1 0 0 0,0 1-1 0 0,1 0 1 0 0,1 0 0 0 0,0 1 0 0 0,1-1-1 0 0,10-13 1 0 0,38-43-4639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9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3602 0 0,'0'71'5442'0'0,"-30"12"-1120"0"0,30-26-3041 0 0,30-7-1121 0 0,-30 2 0 0 0,30-21-80 0 0,-30 2-80 0 0,31-3-160 0 0,-31-5-961 0 0,0-5-1440 0 0,30-20-640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0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95 5122 0 0,'-60'38'5043'0'0,"30"-5"-4083"0"0,-31-21-1120 0 0,61-5 560 0 0,0-26 321 0 0,0 0-481 0 0,0-14-400 0 0,0 8-481 0 0,30 0-559 0 0,-30-8-1762 0 0,0 3-1360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1121 0 0,'-34'13'2375'0'0,"24"-10"-1722"0"0,0 1 1 0 0,0 0-1 0 0,1 1 1 0 0,0-1-1 0 0,0 2 1 0 0,-15 10-1 0 0,17-3-704 0 0,9-22 276 0 0,3 7-132 0 0,34-6 197 0 0,-10 1 158 0 0,-1 2 0 0 0,1 1-1 0 0,52-1 1 0 0,104 25 966 0 0,555 34 1934 0 0,666 56-1080 0 0,-1241-87-2085 0 0,-88-11-188 0 0,1-2-1 0 0,0-4 0 0 0,127-7 0 0 0,-184-3-559 0 0,-21 4 520 0 0,0 0 0 0 0,0 0 0 0 0,0 0-1 0 0,0 0 1 0 0,0 0 0 0 0,0 0 0 0 0,1 0 0 0 0,-1 0 0 0 0,0 0-1 0 0,0-1 1 0 0,0 1 0 0 0,0 0 0 0 0,0 0 0 0 0,0 0 0 0 0,0 0 0 0 0,0 0-1 0 0,0 0 1 0 0,0 0 0 0 0,0-1 0 0 0,0 1 0 0 0,0 0 0 0 0,0 0-1 0 0,0 0 1 0 0,0 0 0 0 0,0 0 0 0 0,0 0 0 0 0,0-1 0 0 0,0 1-1 0 0,0 0 1 0 0,0 0 0 0 0,0 0 0 0 0,0 0 0 0 0,0 0 0 0 0,0 0-1 0 0,0-1 1 0 0,0 1 0 0 0,0 0 0 0 0,0 0 0 0 0,0 0 0 0 0,0 0-1 0 0,0 0 1 0 0,-1 0 0 0 0,1 0 0 0 0,0 0 0 0 0,0 0 0 0 0,0-1-1 0 0,0 1 1 0 0,0 0 0 0 0,0 0 0 0 0,0 0 0 0 0,0 0 0 0 0,-1 0-1 0 0,1 0 1 0 0,0 0 0 0 0,0 0 0 0 0,0 0 0 0 0,0 0 0 0 0,0 0 0 0 0,0 0-1 0 0,-1 0 1 0 0,-36-12-7211 0 0,25 8 5760 0 0,-18-2-2679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3762 0 0,'90'-32'6403'0'0,"-90"37"-6403"0"0,-30 3-240 0 0,30 4-1 0 0,30-5-79 0 0,-30-1-80 0 0,0 6-400 0 0,0 1-1201 0 0,0 0-1041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1601 0 0,'30'39'6002'0'0,"-60"-28"-2960"0"0,30-16-3202 0 0,0-1-1041 0 0,0-2 161 0 0,0 2-1041 0 0,0 1-2961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4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2561 0 0,'0'5'3122'0'0,"0"7"-961"0"0,0-4-1121 0 0,0-3-1440 0 0,30 1-2001 0 0,-30 7-721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8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115 108 6163 0 0,'-24'-5'2881'0'0,"-6"-9"-2561"0"0,0 3-480 0 0,30-3 160 0 0,-30 8-80 0 0,30-7 160 0 0,0-1 0 0 0,30 3-80 0 0,-30 5 80 0 0,0-2 0 0 0,0 3-80 0 0,30 5-240 0 0,-30 13-1120 0 0,0 4-2402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8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357 185 1281 0 0,'30'-20'4016'0'0,"35"-32"0"0"0,-44 34-3418 0 0,-20 17-576 0 0,-1 1 0 0 0,1-1 0 0 0,-1 0 0 0 0,1 0 0 0 0,-1 1 0 0 0,1-1 0 0 0,-1 0 0 0 0,1 0 0 0 0,-1 0 0 0 0,0 0 0 0 0,0 0 0 0 0,1 0 0 0 0,-1 0 0 0 0,0 0 0 0 0,0 0 0 0 0,0 0 0 0 0,0 0 0 0 0,0 1 0 0 0,0-1 0 0 0,0 0 0 0 0,-1 0 0 0 0,1 0 0 0 0,-1-2 0 0 0,1 3-15 0 0,0-1 0 0 0,0 0 0 0 0,-1 0 0 0 0,1 0-1 0 0,0 0 1 0 0,0 1 0 0 0,0-1 0 0 0,0 0 0 0 0,0 0 0 0 0,0 0 0 0 0,0 0 0 0 0,0 0-1 0 0,0 1 1 0 0,0-1 0 0 0,1 0 0 0 0,-1 0 0 0 0,0 0 0 0 0,1 1 0 0 0,-1-1 0 0 0,0 0-1 0 0,1 0 1 0 0,-1 1 0 0 0,1-1 0 0 0,-1 0 0 0 0,1 1 0 0 0,-1-1 0 0 0,2-1 0 0 0,0 1 4 0 0,0 1-7 0 0,-1 0 1 0 0,1-1-1 0 0,-1 1 0 0 0,0-1 1 0 0,1 1-1 0 0,-1-1 0 0 0,0 0 0 0 0,0 1 1 0 0,0-1-1 0 0,1 0 0 0 0,-1 0 1 0 0,0 0-1 0 0,0 0 0 0 0,0 0 1 0 0,0 0-1 0 0,0 0 0 0 0,-1 0 1 0 0,2-3-1 0 0,-1 4-1 0 0,-1 0 1 0 0,0-1-1 0 0,0 1 0 0 0,1-1 1 0 0,-1 1-1 0 0,0 0 1 0 0,0-1-1 0 0,1 1 0 0 0,-1 0 1 0 0,1-1-1 0 0,-1 1 1 0 0,0 0-1 0 0,1-1 0 0 0,-1 1 1 0 0,1 0-1 0 0,-1 0 1 0 0,1-1-1 0 0,-1 1 0 0 0,0 0 1 0 0,1 0-1 0 0,-1 0 0 0 0,1 0 1 0 0,-1 0-1 0 0,1 0 1 0 0,-1 0-1 0 0,1 0 0 0 0,-1 0 1 0 0,1 0-1 0 0,-1 0 1 0 0,1 0-1 0 0,-1 0 0 0 0,1 0 1 0 0,-1 0-1 0 0,1 1 0 0 0,0-1 1 0 0,-1 0 0 0 0,1 0 0 0 0,-1 0 0 0 0,1 0 0 0 0,-1 1 0 0 0,1-1-1 0 0,-1 0 1 0 0,1 0 0 0 0,-1 0 0 0 0,1 0 0 0 0,-1 0 0 0 0,1 0 0 0 0,-1-1-1 0 0,1 1 1 0 0,-1 0 0 0 0,1 0 0 0 0,-1 0 0 0 0,0 0 0 0 0,1 0 0 0 0,-1-1-1 0 0,1 1 1 0 0,-1 0 0 0 0,1-1 0 0 0,-1 1 0 0 0,0 0 0 0 0,1 0 0 0 0,-1-1-1 0 0,0 1 1 0 0,1-1 0 0 0,-1 1 0 0 0,0 0 0 0 0,1-1 0 0 0,-1 1-1 0 0,0-1 1 0 0,1 0 1 0 0,-1 1 0 0 0,0-1-1 0 0,0 1 1 0 0,0 0 0 0 0,0-1-1 0 0,0 1 1 0 0,1-1 0 0 0,-1 1-1 0 0,0 0 1 0 0,0-1 0 0 0,0 1-1 0 0,1 0 1 0 0,-1-1 0 0 0,0 1-1 0 0,1 0 1 0 0,-1 0 0 0 0,0-1 0 0 0,1 1-1 0 0,-1 0 1 0 0,0 0 0 0 0,1-1-1 0 0,-1 1 1 0 0,0 0 0 0 0,1 0-1 0 0,-1 0 1 0 0,1 0 0 0 0,-1 0-1 0 0,0 0 1 0 0,1-1 0 0 0,-1 1-1 0 0,1 0 1 0 0,-1 0 0 0 0,0 0-1 0 0,1 0 1 0 0,-1 0 0 0 0,1 1-1 0 0,-1-1 1 0 0,0 0 0 0 0,1 0-1 0 0,-1 0 1 0 0,1 0 0 0 0,0 1 11 0 0,-1-1 1 0 0,1 0 0 0 0,-1 0 0 0 0,1 0 0 0 0,-1 0-1 0 0,1 0 1 0 0,-1 0 0 0 0,1 0 0 0 0,-1 0-1 0 0,1 0 1 0 0,-1 0 0 0 0,1 0 0 0 0,-1 0-1 0 0,1 0 1 0 0,-1 0 0 0 0,1 0 0 0 0,-1 0-1 0 0,1-1 1 0 0,-1 1 0 0 0,1 0 0 0 0,-1 0-1 0 0,0-1 1 0 0,1 1 0 0 0,-1 0 0 0 0,1-1-1 0 0,-1 1 1 0 0,0 0 0 0 0,1-1 0 0 0,-1 1-1 0 0,0 0 1 0 0,1-1 0 0 0,-1 1 0 0 0,0-1 0 0 0,0 1-1 0 0,1-1 1 0 0,-1 1 0 0 0,0-1 0 0 0,0 1-1 0 0,0-1 1 0 0,0 1 0 0 0,1-1 0 0 0,-1 1-1 0 0,0-2 2496 0 0,-5 2-2206 0 0,-16 0-14 0 0,-20-1 99 0 0,-43 7-1 0 0,71-5-382 0 0,1 1 1 0 0,-1 1-1 0 0,1 0 0 0 0,0 1 0 0 0,0 0 1 0 0,0 0-1 0 0,0 2 0 0 0,-11 6 1 0 0,-30 15 56 0 0,45-24-70 0 0,1 0-1 0 0,-1 1 1 0 0,1-1-1 0 0,-1 2 1 0 0,1-1-1 0 0,0 1 1 0 0,0 0-1 0 0,1 0 1 0 0,0 1 0 0 0,0 0-1 0 0,-10 12 1 0 0,-44 90-75 0 0,59-106 84 0 0,0 0 1 0 0,0 0-1 0 0,0 0 1 0 0,0-1 0 0 0,1 1-1 0 0,-1 0 1 0 0,1 0 0 0 0,0 0-1 0 0,-1 0 1 0 0,1 0 0 0 0,0 0-1 0 0,0 4 1 0 0,-3 16-25 0 0,-7-7-37 0 0,8-13 52 0 0,0 0 0 0 0,1 1 0 0 0,-1-1 0 0 0,1 1 0 0 0,0-1-1 0 0,0 1 1 0 0,-1 0 0 0 0,2-1 0 0 0,-1 1 0 0 0,0 0 0 0 0,0 0 0 0 0,1 0-1 0 0,0-1 1 0 0,-1 5 0 0 0,2 0 6 0 0,-1-1 0 0 0,-1 0 1 0 0,1 1-1 0 0,-1-1 0 0 0,-1 0 0 0 0,1 1 0 0 0,-1-1 0 0 0,0 0 0 0 0,0 0 0 0 0,-1 0 0 0 0,-4 7 1 0 0,-2 31-83 0 0,1-32-40 0 0,6-10 120 0 0,0 0 1 0 0,1 0-1 0 0,-1 1 0 0 0,1-1 0 0 0,-1 1 1 0 0,1-1-1 0 0,0 1 0 0 0,0-1 1 0 0,0 1-1 0 0,0 0 0 0 0,0 0 1 0 0,1-1-1 0 0,-1 1 0 0 0,1 0 0 0 0,0 0 1 0 0,0 5-1 0 0,1 2 65 0 0,0 0-1 0 0,0 0 1 0 0,1 0 0 0 0,1 0-1 0 0,4 12 1 0 0,-4-12-57 0 0,0 1 1 0 0,0-1-1 0 0,-1 1 1 0 0,0-1-1 0 0,0 16 1 0 0,-2 1-34 0 0,-1-13 9 0 0,1 1 1 0 0,0-1 0 0 0,1 1-1 0 0,0-1 1 0 0,1 1 0 0 0,1-1-1 0 0,1 0 1 0 0,6 20 0 0 0,-8-32-43 0 0,-1-1 0 0 0,0 1 0 0 0,0-1 0 0 0,1 1 0 0 0,-1-1 0 0 0,1 0 0 0 0,-1 0 0 0 0,1 0 0 0 0,-1 0 0 0 0,1 0 1 0 0,0 0-1 0 0,-1 0 0 0 0,1-1 0 0 0,0 1 0 0 0,0 0 0 0 0,0-1 0 0 0,-1 0 0 0 0,1 1 0 0 0,0-1 0 0 0,0 0 1 0 0,0 0-1 0 0,0 0 0 0 0,0 0 0 0 0,0 0 0 0 0,-1-1 0 0 0,1 1 0 0 0,0 0 0 0 0,0-1 0 0 0,2 0 0 0 0,71-26-3322 0 0,-48 16 2487 0 0,29-12-1854 0 0,-51 19 2247 0 0,0 0-1 0 0,-1 0 1 0 0,1 0 0 0 0,-1-1 0 0 0,0 1 0 0 0,4-6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31 238 2881 0 0,'0'1'184'0'0,"0"-1"0"0"0,0 1 1 0 0,0 0-1 0 0,0 0 0 0 0,0 0 0 0 0,0-1 0 0 0,0 1 0 0 0,0 0 0 0 0,1 0 0 0 0,-1 0 0 0 0,0-1 0 0 0,0 1 0 0 0,1 0 0 0 0,-1 0 0 0 0,1-1 0 0 0,-1 1 0 0 0,1 0 1 0 0,-1-1-1 0 0,1 1 0 0 0,-1-1 0 0 0,1 1 0 0 0,-1 0 0 0 0,1-1 0 0 0,0 1 0 0 0,-1-1 0 0 0,1 1 0 0 0,0-1 0 0 0,-1 0 0 0 0,3 1 0 0 0,-1-1 275 0 0,-13-1-277 0 0,7 1 45 0 0,4 0-209 0 0,0-1 0 0 0,0 1-1 0 0,-1-1 1 0 0,1 1 0 0 0,0 0 0 0 0,0-1 0 0 0,-1 1 0 0 0,1 0 0 0 0,0-1-1 0 0,0 1 1 0 0,-1 0 0 0 0,1-1 0 0 0,0 1 0 0 0,-1 0 0 0 0,1 0-1 0 0,0-1 1 0 0,-1 1 0 0 0,1 0 0 0 0,0 0 0 0 0,-1 0 0 0 0,1-1 0 0 0,-1 1-1 0 0,1 0 1 0 0,-1 0 0 0 0,1 0 0 0 0,0 0 0 0 0,-1 0 0 0 0,1 0 0 0 0,-1 0-1 0 0,1 0 1 0 0,-1 0 0 0 0,1 0 0 0 0,0 0 0 0 0,-1 0 0 0 0,1 0-1 0 0,-1 0 1 0 0,1 1 0 0 0,-1-1 0 0 0,1 0-14 0 0,-1 0 1 0 0,1 1-1 0 0,-1-1 1 0 0,1 0-1 0 0,-1 0 1 0 0,1 0-1 0 0,-1 0 1 0 0,1 0-1 0 0,-1 0 1 0 0,1 0-1 0 0,-1 0 1 0 0,1 0-1 0 0,-1 0 1 0 0,1 0-1 0 0,-1 0 1 0 0,1 0-1 0 0,-1 0 1 0 0,1-1-1 0 0,-1 1 1 0 0,1 0-1 0 0,0 0 1 0 0,-1 0-1 0 0,1-1 1 0 0,-1 1-1 0 0,1 0 1 0 0,-1-1-1 0 0,1 1 1 0 0,0 0-1 0 0,-1-1 1 0 0,1 1-1 0 0,0 0 1 0 0,0-1-1 0 0,-1 1 1 0 0,1-1-1 0 0,0 1 1 0 0,0-1-1 0 0,-1 1 1 0 0,1 0-1 0 0,0-1 1 0 0,0 0-1 0 0,0-120 663 0 0,0 120-655 0 0,0-1-1 0 0,0 0 0 0 0,0 0 1 0 0,1 0-1 0 0,-1 0 0 0 0,1 1 1 0 0,-1-1-1 0 0,1 0 1 0 0,0 1-1 0 0,-1-1 0 0 0,1 0 1 0 0,0 1-1 0 0,0-1 0 0 0,0 1 1 0 0,0-1-1 0 0,1 1 1 0 0,1-3-1 0 0,-1 3 7 0 0,-1-1 0 0 0,1 1 1 0 0,-1-1-1 0 0,0 0 0 0 0,0 1 1 0 0,0-1-1 0 0,0 0 0 0 0,0 0 0 0 0,0 0 1 0 0,0 0-1 0 0,0 0 0 0 0,-1 0 0 0 0,1 0 1 0 0,-1 0-1 0 0,1 0 0 0 0,-1 0 1 0 0,0-4-1 0 0,0 5-12 0 0,0 1 1 0 0,0-1-1 0 0,0 0 0 0 0,0 0 1 0 0,0 0-1 0 0,0 0 0 0 0,1 1 0 0 0,-1-1 1 0 0,0 0-1 0 0,0 0 0 0 0,1 0 1 0 0,-1 1-1 0 0,1-1 0 0 0,-1 0 1 0 0,1 0-1 0 0,-1 1 0 0 0,1-1 1 0 0,-1 1-1 0 0,1-1 0 0 0,-1 0 1 0 0,1 1-1 0 0,0-1 0 0 0,-1 1 1 0 0,1-1-1 0 0,0 1 0 0 0,0 0 1 0 0,0-1-1 0 0,0 0 0 0 0,0 1-1 0 0,0 0 1 0 0,-1-1-1 0 0,1 1 1 0 0,0 0 0 0 0,-1-1-1 0 0,1 1 1 0 0,-1-1-1 0 0,1 1 1 0 0,-1-1-1 0 0,1 0 1 0 0,-1 1 0 0 0,1-1-1 0 0,-1 1 1 0 0,1-1-1 0 0,-1 0 1 0 0,0 1 0 0 0,1-1-1 0 0,-1 0 1 0 0,0 0-1 0 0,1 1 1 0 0,-1-1-1 0 0,0 0 1 0 0,0 0 0 0 0,0 1-1 0 0,0-1 1 0 0,0-1-1 0 0,-1 1 17 0 0,2-3-3 0 0,24-4 100 0 0,-22 7-117 0 0,-1 1 0 0 0,1-1 0 0 0,-1 1 0 0 0,1 0 0 0 0,-1 0 0 0 0,1 0 0 0 0,-1 0 0 0 0,1 0 0 0 0,-1 1-1 0 0,1-1 1 0 0,-1 1 0 0 0,1 0 0 0 0,-1-1 0 0 0,0 1 0 0 0,1 0 0 0 0,-1 0 0 0 0,0 1 0 0 0,0-1 0 0 0,4 3-1 0 0,32 37-65 0 0,-32-33 77 0 0,1 2-18 0 0,0 0-1 0 0,0 0 1 0 0,-1 0 0 0 0,-1 1-1 0 0,0-1 1 0 0,0 1 0 0 0,-1 1-1 0 0,-1-1 1 0 0,1 0 0 0 0,-2 1-1 0 0,0 0 1 0 0,0 0 0 0 0,-1-1-1 0 0,-1 24 1 0 0,0-28 14 0 0,0 6-6 0 0,0-10-23 0 0,0-7-25 0 0,-5 2 98 0 0,2 0-48 0 0,-1 0 1 0 0,1 0-1 0 0,-1 0 0 0 0,1 0 0 0 0,0-1 1 0 0,0 1-1 0 0,0-1 0 0 0,0 0 0 0 0,0 0 0 0 0,1 0 1 0 0,-1 0-1 0 0,1 0 0 0 0,0 0 0 0 0,0-1 1 0 0,-2-3-1 0 0,-29-67 98 0 0,30 62-75 0 0,1-1 0 0 0,0 1 0 0 0,1-1-1 0 0,1 1 1 0 0,1-25 0 0 0,1-3 5 0 0,3 35-73 0 0,-2 4 36 0 0,0 1-1 0 0,0 0 1 0 0,1 0 0 0 0,-1 0-1 0 0,0 0 1 0 0,0 1 0 0 0,1-1 0 0 0,-1 1-1 0 0,0 0 1 0 0,0 0 0 0 0,0 0-1 0 0,0 0 1 0 0,4 3 0 0 0,47 28 28 0 0,-36-20 12 0 0,-6-4-10 0 0,0 0 0 0 0,-1 0 0 0 0,-1 1 0 0 0,1 1-1 0 0,11 14 1 0 0,-17-19 1 0 0,-1 1 0 0 0,0 0 0 0 0,-1 0 0 0 0,1 0 0 0 0,-1 0 0 0 0,0 0 0 0 0,-1 1 0 0 0,1-1 0 0 0,-1 1 0 0 0,-1 0 0 0 0,1 0 0 0 0,-1 0 0 0 0,0 13 0 0 0,-1-20-34 0 0,0 1 0 0 0,0 0 0 0 0,1 0 0 0 0,-1 0 0 0 0,0 0 0 0 0,0 0 0 0 0,0-1-1 0 0,1 1 1 0 0,-1 0 0 0 0,1 0 0 0 0,-1-1 0 0 0,0 1 0 0 0,1 0 0 0 0,-1 0-1 0 0,1-1 1 0 0,0 1 0 0 0,-1-1 0 0 0,1 1 0 0 0,-1 0 0 0 0,1-1 0 0 0,0 1 0 0 0,0-1-1 0 0,-1 0 1 0 0,1 1 0 0 0,0-1 0 0 0,0 1 0 0 0,-1-1 0 0 0,1 0 0 0 0,0 0-1 0 0,1 1 1 0 0,-1-1-19 0 0,0 0 0 0 0,-1 0 0 0 0,1 0 1 0 0,-1 0-1 0 0,1 1 0 0 0,0-1 0 0 0,-1 0 0 0 0,1 0 0 0 0,-1 1 0 0 0,1-1 0 0 0,-1 0 0 0 0,1 1 0 0 0,-1-1 0 0 0,1 0 0 0 0,-1 1 0 0 0,1-1 0 0 0,-1 1 0 0 0,1-1 0 0 0,-1 1 0 0 0,0-1 0 0 0,1 1 0 0 0,-1-1 0 0 0,0 1 0 0 0,0-1 0 0 0,1 1 1 0 0,-1 0-1 0 0,0-1 0 0 0,0 2 0 0 0,0-1-588 0 0,5-1 158 0 0,-1-1 0 0 0,0 0 0 0 0,0 0 0 0 0,0 0-1 0 0,0-1 1 0 0,0 1 0 0 0,0-1 0 0 0,0 0 0 0 0,0 0 0 0 0,0 0 0 0 0,-1 0 0 0 0,1-1-1 0 0,-1 1 1 0 0,5-6 0 0 0,-5 6-119 0 0,22-10-1612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2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44 1201 0 0,'-74'-3'6973'0'0,"8"0"-4195"0"0,61 3-2378 0 0,0 0-53 0 0,-15 0 53 0 0,56-5 3850 0 0,43-4-3965 0 0,122 3-3953 0 0,-161 0 400 0 0,-39 6 2941 0 0,1 0-1 0 0,-1 0 1 0 0,1 0-1 0 0,-1 0 1 0 0,0 0-1 0 0,1-1 1 0 0,-1 1-1 0 0,0-1 1 0 0,1 1-1 0 0,-1-1 1 0 0,0 1-1 0 0,0-1 1 0 0,0 0-1 0 0,1 0 1 0 0,-1 0-1 0 0,0 1 1 0 0,0-1-1 0 0,0 0 1 0 0,1-2-1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0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30 240 0 0,'-4'-10'4083'0'0,"-9"8"-2597"0"0,12 2-1427 0 0,1 0 0 0 0,0 1 1 0 0,-1-1-1 0 0,1 0 1 0 0,-1 0-1 0 0,1 0 0 0 0,0 0 1 0 0,-1 0-1 0 0,1 0 1 0 0,0 0-1 0 0,-1 0 0 0 0,1 0 1 0 0,-1 0-1 0 0,1 0 1 0 0,0 0-1 0 0,-1 0 0 0 0,1 0 1 0 0,0 0-1 0 0,-1-1 1 0 0,1 1-1 0 0,-1 0 0 0 0,1 0 1 0 0,0 0-1 0 0,0-1 1 0 0,-1 1-1 0 0,1 0 0 0 0,0 0 1 0 0,-1-1-1 0 0,1 1 0 0 0,0 0 1 0 0,0 0-1 0 0,-1-1 1 0 0,1 1-1 0 0,0 0 0 0 0,0-1 1 0 0,0 1-1 0 0,-1 0 1 0 0,1-1-1 0 0,0 1 0 0 0,0-1 1 0 0,-5-1 1167 0 0,-15-2-333 0 0,8 1-68 0 0,11 3-807 0 0,0-1-1 0 0,1 1 1 0 0,-1 0 0 0 0,0 0-1 0 0,0-1 1 0 0,1 1 0 0 0,-1 0-1 0 0,0 0 1 0 0,0 0 0 0 0,1 0-1 0 0,-1 0 1 0 0,0 0 0 0 0,0 0-1 0 0,0 0 1 0 0,0 0 0 0 0,1 0-1 0 0,-1 0 1 0 0,0 1 0 0 0,0-1-1 0 0,1 0 1 0 0,-1 1 0 0 0,-1 0-1 0 0,1 1-26 0 0,0 1-1 0 0,0 0 0 0 0,0 0 1 0 0,1-1-1 0 0,-1 1 1 0 0,1 0-1 0 0,0 0 0 0 0,0 0 1 0 0,0-1-1 0 0,1 5 0 0 0,-2 18 10 0 0,0-1 30 0 0,2-1 0 0 0,5 42 0 0 0,3-25 41 0 0,-5-25-41 0 0,0 0 0 0 0,-1 1 0 0 0,-1-1 0 0 0,1 20-1 0 0,-3 203-43 0 0,1-239-99 0 0,-1-1-1 0 0,1 1 1 0 0,0-1-1 0 0,0 1 1 0 0,1 0-1 0 0,-1 0 1 0 0,0-1-1 0 0,0 1 1 0 0,1 0-1 0 0,-1 0 1 0 0,1 0-1 0 0,-1 0 1 0 0,3-1 0 0 0,7-5-608 0 0,19-26-2295 0 0,0-15-1987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0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1841 0 0,'0'-1'356'0'0,"0"-1"0"0"0,1 1 1 0 0,-1 0-1 0 0,0 0 0 0 0,0-1 0 0 0,0 1 1 0 0,1 0-1 0 0,-1 0 0 0 0,1-1 0 0 0,-1 1 1 0 0,1 0-1 0 0,-1 0 0 0 0,1 0 1 0 0,0 0-1 0 0,0 0 0 0 0,-1 0 0 0 0,1 0 1 0 0,0 0-1 0 0,0 0 0 0 0,0 0 0 0 0,0 0 1 0 0,2-1-1 0 0,0 1-132 0 0,0-1-1 0 0,0 1 1 0 0,0 0 0 0 0,1 0 0 0 0,-1 0-1 0 0,0 0 1 0 0,1 0 0 0 0,5 0 0 0 0,8 1-682 0 0,1 1 1 0 0,30 4-1 0 0,-35-3 1227 0 0,-10-1-733 0 0,1-1 0 0 0,-1 1-1 0 0,0 0 1 0 0,0 0 0 0 0,0 0-1 0 0,0 1 1 0 0,-1-1 0 0 0,1 1-1 0 0,0-1 1 0 0,-1 1 0 0 0,1 0 0 0 0,-1 0-1 0 0,1 0 1 0 0,-1 0 0 0 0,0 1-1 0 0,0-1 1 0 0,0 1 0 0 0,0-1-1 0 0,0 1 1 0 0,-1-1 0 0 0,1 1-1 0 0,-1 0 1 0 0,1 0 0 0 0,-1 0 0 0 0,0 0-1 0 0,0 0 1 0 0,-1 0 0 0 0,1 0-1 0 0,-1 0 1 0 0,1 1 0 0 0,-1-1-1 0 0,0 0 1 0 0,0 0 0 0 0,0 0-1 0 0,-1 0 1 0 0,0 5 0 0 0,-2 0 19 0 0,0-1 0 0 0,0 0 0 0 0,-1 0 0 0 0,0 0 1 0 0,0 0-1 0 0,-1 0 0 0 0,0-1 0 0 0,0 1 0 0 0,0-1 0 0 0,-1-1 0 0 0,0 1 0 0 0,0-1 1 0 0,0 0-1 0 0,-10 5 0 0 0,14-21-1612 0 0,1-1-1 0 0,-1 0 1 0 0,2-22-1 0 0,0-25-3564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1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1601 0 0,'0'0'4268'0'0,"-1"5"-194"0"0,1-5-4029 0 0,0 1 0 0 0,0-1 1 0 0,0 1-1 0 0,0 0 0 0 0,0-1 1 0 0,0 1-1 0 0,0-1 1 0 0,0 1-1 0 0,0-1 0 0 0,0 1 1 0 0,0-1-1 0 0,1 1 0 0 0,-1-1 1 0 0,0 1-1 0 0,0-1 1 0 0,0 1-1 0 0,1-1 0 0 0,-1 1 1 0 0,0-1-1 0 0,1 0 0 0 0,-1 1 1 0 0,0-1-1 0 0,1 1 1 0 0,-1-1-1 0 0,1 0 0 0 0,-1 1 1 0 0,0-1-1 0 0,1 0 0 0 0,145 47 462 0 0,-101-28-371 0 0,-2 2 0 0 0,0 2-1 0 0,-1 2 1 0 0,-2 1-1 0 0,49 42 1 0 0,-76-57-14 0 0,-1 1-1 0 0,0 1 1 0 0,-1-1 0 0 0,0 2 0 0 0,-1 0-1 0 0,-1 0 1 0 0,0 0 0 0 0,-1 1-1 0 0,0 1 1 0 0,-1-1 0 0 0,-1 1-1 0 0,-1 0 1 0 0,0 1 0 0 0,-1-1-1 0 0,2 23 1 0 0,-2 6 281 0 0,-2 0 0 0 0,-3 0 0 0 0,-1-1 0 0 0,-12 67 0 0 0,11-80-695 0 0,2 48 0 0 0,1-50-525 0 0,0-27 456 0 0,-1 1-1 0 0,1 0 1 0 0,0 0-1 0 0,0 0 1 0 0,1 0-1 0 0,-1 0 1 0 0,1 0-1 0 0,-1 0 1 0 0,3 4-1 0 0,-2-6 89 0 0,0-1-1 0 0,-1 0 1 0 0,1 0-1 0 0,0 0 1 0 0,0 0 0 0 0,0 0-1 0 0,0 0 1 0 0,0 0-1 0 0,-1 0 1 0 0,1 0-1 0 0,0 0 1 0 0,0 0-1 0 0,0 0 1 0 0,0-1-1 0 0,-1 1 1 0 0,1 0-1 0 0,0-1 1 0 0,0 1 0 0 0,0-1-1 0 0,-1 1 1 0 0,1 0-1 0 0,0-1 1 0 0,0 0-1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1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0 800 0 0,'91'83'6803'0'0,"-61"-39"-3921"0"0,-60-6-2562 0 0,30 7-400 0 0,0 5 320 0 0,30-4 80 0 0,0-2-80 0 0,0-13-160 0 0,0 1-160 0 0,-30-12-640 0 0,61-15-1681 0 0,-31 9-3762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2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64 640 0 0,'-65'7'7432'0'0,"14"-2"-5033"0"0,46-4-1185 0 0,10-2-1067 0 0,29-6-31 0 0,-23 7-84 0 0,25 9 7 0 0,-40-9 299 0 0,0 0-631 0 0,-1 1 1 0 0,1-1-1 0 0,-1-1 1 0 0,1 1-1 0 0,-1-1 0 0 0,1 0 1 0 0,-1 0-1 0 0,1 0 1 0 0,-8-3-1 0 0,-18-19-3122 0 0,0-24-1160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18 480 0 0,'-8'-1'964'0'0,"-10"-4"982"0"0,14-7 3014 0 0,9 12-4066 0 0,13 7-568 0 0,1 1 0 0 0,-1 1-1 0 0,-1 0 1 0 0,0 1 0 0 0,18 14-1 0 0,22 12 16 0 0,49 18 103 0 0,-67-35-303 0 0,0 0 0 0 0,44 32 0 0 0,-52-31-87 0 0,-11-7-644 0 0,-36-18-702 0 0,6-10-4791 0 0,-15 3 3429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3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31 237 560 0 0,'0'6'3442'0'0,"-30"-6"4561"0"0,60-6-6402 0 0,0-7-320 0 0,31-6-401 0 0,-1-1-480 0 0,0-18-800 0 0,1-1-1040 0 0,-1 9-1522 0 0,-30-9-1200 0 0,-30 14 321 0 0,0 12 1039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6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 1040 0 0,'-32'-1'2812'0'0,"7"1"-823"0"0,1 0-1 0 0,-35 6 1 0 0,59-6-1971 0 0,0 0 0 0 0,0 0-1 0 0,1 0 1 0 0,-1 0 0 0 0,0 0 0 0 0,0 0 0 0 0,0 0 0 0 0,0 0 0 0 0,1 1-1 0 0,-1-1 1 0 0,0 0 0 0 0,0 0 0 0 0,0 0 0 0 0,0 0 0 0 0,0 1 0 0 0,0-1 0 0 0,0 0-1 0 0,1 0 1 0 0,-1 0 0 0 0,0 0 0 0 0,0 1 0 0 0,0-1 0 0 0,0 0 0 0 0,0 0-1 0 0,0 0 1 0 0,0 1 0 0 0,0-1 0 0 0,0 0 0 0 0,0 0 0 0 0,0 0 0 0 0,0 1 0 0 0,0-1-1 0 0,0 0 1 0 0,0 0 0 0 0,0 0 0 0 0,0 1 0 0 0,0-1 0 0 0,-1 0 0 0 0,1 0-1 0 0,0 0 1 0 0,0 0 0 0 0,0 1 0 0 0,0-1 0 0 0,0 0 0 0 0,0 0 0 0 0,0 0 0 0 0,-1 0-1 0 0,1 0 1 0 0,0 1 0 0 0,0-1 0 0 0,0 0 0 0 0,0 0 0 0 0,-1 0 0 0 0,1 0-1 0 0,0 0 1 0 0,19 1 238 0 0,-1 1-1 0 0,29 7 0 0 0,44 5 327 0 0,23-12 425 0 0,116-13 0 0 0,-162 7-687 0 0,2 3 39 0 0,-1 3-1 0 0,110 18 1 0 0,-45-4-74 0 0,264 24 422 0 0,-47 9 106 0 0,302 41 601 0 0,-562-72-1387 0 0,-152-40-7484 0 0,6-7 2095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8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0,'31'6'2722'0'0,"-31"0"-722"0"0,0 1-799 0 0,0-14-6323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7 560 0 0,'-31'5'3282'0'0,"1"-5"-1201"0"0,30-5-1761 0 0,0-1-6163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811 320 2241 0 0,'-8'10'7198'0'0,"-9"-4"-5040"0"0,-14-2-962 0 0,26-4-489 0 0,5 0-672 0 0,0 1 1 0 0,-1-1 0 0 0,1 1 0 0 0,-1-1-1 0 0,1 1 1 0 0,0-1 0 0 0,-1 0 0 0 0,1 1-1 0 0,-1-1 1 0 0,1 0 0 0 0,-1 1 0 0 0,1-1-1 0 0,-1 0 1 0 0,1 1 0 0 0,-1-1 0 0 0,1 0-1 0 0,-1 0 1 0 0,0 0 0 0 0,1 0 0 0 0,-1 1-1 0 0,1-1 1 0 0,-1 0 0 0 0,0 0 0 0 0,1 0 0 0 0,-1 0-1 0 0,1 0 1 0 0,-1-1 0 0 0,0 1 0 0 0,1 0-1 0 0,-1 0 1 0 0,1 0 0 0 0,-2-1 0 0 0,-10 1 2318 0 0,13-1-2198 0 0,0-1 0 0 0,-1 0 0 0 0,1 1 0 0 0,0-1 0 0 0,1 1-1 0 0,-1-1 1 0 0,0 1 0 0 0,0-1 0 0 0,1 1 0 0 0,-1 0-1 0 0,0 0 1 0 0,1 0 0 0 0,0 0 0 0 0,-1 0 0 0 0,1 0-1 0 0,-1 0 1 0 0,1 0 0 0 0,0 0 0 0 0,0 1 0 0 0,3-1-1 0 0,18-13-132 0 0,73-68 137 0 0,-89 75-156 0 0,0 1-1 0 0,1 0 1 0 0,0 0-1 0 0,0 1 0 0 0,11-6 1 0 0,-13 8 0 0 0,0 0 1 0 0,0 0 0 0 0,0-1-1 0 0,-1 0 1 0 0,0 0 0 0 0,1 0-1 0 0,-2-1 1 0 0,1 0-1 0 0,5-6 1 0 0,-8 7-3 0 0,1-1 0 0 0,0 1-1 0 0,0 0 1 0 0,1 0 0 0 0,-1 1 0 0 0,1-1 0 0 0,0 1-1 0 0,0 0 1 0 0,0 0 0 0 0,0 0 0 0 0,0 0-1 0 0,1 1 1 0 0,-1-1 0 0 0,10-2 0 0 0,72-51-16 0 0,-76 42 94 0 0,10 7-13 0 0,-15 2-40 0 0,-10 4 26 0 0,-20 1-26 0 0,17 0-17 0 0,0-1 0 0 0,0 1 1 0 0,1 1-1 0 0,-1-1 0 0 0,0 1 1 0 0,-12 3-1 0 0,-34 6-29 0 0,29-6-47 0 0,20-3 66 0 0,3-1 74 0 0,6 0-63 0 0,-36 0-3 0 0,24-1 12 0 0,1 2 0 0 0,0-1 0 0 0,-1 1 0 0 0,1 0 0 0 0,0 0 1 0 0,-13 5-1 0 0,-42 11-161 0 0,42-11 114 0 0,13 2-41 0 0,4-4 70 0 0,0-4 1 0 0,2 0-1 0 0,0 0 1 0 0,0 0-1 0 0,0 0 0 0 0,0 0 0 0 0,0 1 1 0 0,0-1-1 0 0,0 0 0 0 0,0 0 0 0 0,0 1 1 0 0,0-1-1 0 0,0 0 0 0 0,1 1 0 0 0,-1-1 1 0 0,0 1-1 0 0,0-1 0 0 0,0 1 0 0 0,1-1 1 0 0,-1 1-1 0 0,0 0 0 0 0,1-1 0 0 0,-1 1 1 0 0,0 0-1 0 0,1 0 0 0 0,-1-1 0 0 0,1 1 1 0 0,-1 0-1 0 0,0 1 0 0 0,1-1 0 0 0,0-1 0 0 0,0 1 0 0 0,0 0-1 0 0,0 0 1 0 0,0 0 0 0 0,0-1 0 0 0,-1 1-1 0 0,1 0 1 0 0,0 0 0 0 0,-1-1 0 0 0,1 1-1 0 0,0 0 1 0 0,-1-1 0 0 0,1 1 0 0 0,-1 0 0 0 0,1-1-1 0 0,-1 1 1 0 0,1-1 0 0 0,-1 1 0 0 0,0-1-1 0 0,1 1 1 0 0,-1-1 0 0 0,0 1 0 0 0,1-1-1 0 0,-1 0 1 0 0,0 1 0 0 0,1-1 0 0 0,-1 0 0 0 0,0 1-1 0 0,-1-1 1 0 0,2 0 0 0 0,-1 0-1 0 0,0 0 1 0 0,0 1 0 0 0,1-1-1 0 0,-1 0 1 0 0,0 1 0 0 0,0-1-1 0 0,1 1 1 0 0,-1-1 0 0 0,0 1-1 0 0,1-1 1 0 0,-1 1 0 0 0,1-1 0 0 0,-1 1-1 0 0,0-1 1 0 0,1 1 0 0 0,0 0-1 0 0,-1-1 1 0 0,1 1 0 0 0,-1 0-1 0 0,1-1 1 0 0,0 1 0 0 0,-1 0-1 0 0,1 0 1 0 0,0-1 0 0 0,0 1-1 0 0,-1 0 1 0 0,1 0 0 0 0,0 0-1 0 0,0 0 1 0 0,0 1 1 0 0,-1-1 0 0 0,1 0 0 0 0,-1 0 0 0 0,0 0 0 0 0,1 0 0 0 0,-1 0 0 0 0,0 0-1 0 0,0 0 1 0 0,0 0 0 0 0,0 0 0 0 0,0 0 0 0 0,0 0 0 0 0,0-1 0 0 0,0 1 0 0 0,0 0 0 0 0,0-1 0 0 0,0 1 0 0 0,0-1 0 0 0,-1 1 0 0 0,-1 0 0 0 0,-1 1 2 0 0,-10 9 7 0 0,9-8 4 0 0,1 1 1 0 0,-1 0-1 0 0,1 0 1 0 0,-1 0-1 0 0,1 1 0 0 0,0-1 1 0 0,1 1-1 0 0,-4 6 1 0 0,2-4 0 0 0,0 1 1 0 0,-1-1-1 0 0,1 0 1 0 0,-1 0-1 0 0,-1-1 1 0 0,1 1-1 0 0,-10 6 1 0 0,12-11 2 0 0,-9 12 122 0 0,13-13-132 0 0,-1 0-1 0 0,0 0 1 0 0,1 0 0 0 0,-1-1-1 0 0,0 1 1 0 0,0 0 0 0 0,0 0 0 0 0,0-1-1 0 0,0 1 1 0 0,0 0 0 0 0,0-1-1 0 0,0 1 1 0 0,0-1 0 0 0,0 1-1 0 0,0-1 1 0 0,-2 1 0 0 0,-4 6 85 0 0,4-2-97 0 0,-47 27-78 0 0,49-31 81 0 0,0-1 0 0 0,1 1 0 0 0,-1 0 1 0 0,0 0-1 0 0,1 0 0 0 0,-1 0 0 0 0,1 0 0 0 0,-1-1 0 0 0,1 1 1 0 0,0 0-1 0 0,-1 0 0 0 0,1 0 0 0 0,0 0 0 0 0,0 0 0 0 0,-1 0 1 0 0,1 0-1 0 0,0 1 0 0 0,0-1 0 0 0,0 0 0 0 0,0 0 0 0 0,1 1 1 0 0,-4 17 52 0 0,-71 110 150 0 0,-3 7-35 0 0,67-126-186 0 0,9-9 17 0 0,0 0-1 0 0,-1 0 1 0 0,1 0-1 0 0,0 0 1 0 0,0 0-1 0 0,0 0 1 0 0,0 1 0 0 0,0-1-1 0 0,1 0 1 0 0,-1 1-1 0 0,0-1 1 0 0,0 0-1 0 0,1 1 1 0 0,-1-1-1 0 0,1 1 1 0 0,0-1 0 0 0,-1 1-1 0 0,1-1 1 0 0,0 1-1 0 0,0 1 1 0 0,-1-1 5 0 0,1-1 1 0 0,0 1-1 0 0,0-1 1 0 0,-1 1-1 0 0,1 0 1 0 0,-1-1-1 0 0,0 0 1 0 0,1 1 0 0 0,-1-1-1 0 0,0 1 1 0 0,0-1-1 0 0,0 0 1 0 0,0 0-1 0 0,0 1 1 0 0,0-1-1 0 0,0 0 1 0 0,0 0-1 0 0,-1 0 1 0 0,1 0-1 0 0,0 0 1 0 0,-1 0-1 0 0,1-1 1 0 0,0 1-1 0 0,-1 0 1 0 0,1-1-1 0 0,-1 1 1 0 0,-1 0-1 0 0,1-1 0 0 0,1 0 0 0 0,-1 1 0 0 0,0 0 0 0 0,1-1 0 0 0,-1 1 0 0 0,0 0 0 0 0,1 0 0 0 0,-1 0 0 0 0,1 0 0 0 0,0 0 0 0 0,-1 0 0 0 0,1 1 0 0 0,0-1 0 0 0,0 0 0 0 0,-1 1 0 0 0,1-1 0 0 0,0 1 0 0 0,1-1 0 0 0,-1 1 0 0 0,0-1 0 0 0,0 1-1 0 0,1 0 1 0 0,-1-1 0 0 0,1 1 0 0 0,-1 0 0 0 0,1 0 0 0 0,-1 2 0 0 0,1-1-2 0 0,0-1-1 0 0,0 1 0 0 0,-1-1 1 0 0,1 1-1 0 0,-1-1 0 0 0,0 0 0 0 0,0 1 1 0 0,0-1-1 0 0,0 0 0 0 0,0 0 1 0 0,0 0-1 0 0,0 1 0 0 0,-1-1 1 0 0,1-1-1 0 0,-3 3 0 0 0,-5 9-25 0 0,-51 102 23 0 0,58-110-7 0 0,1 0 0 0 0,0 0 0 0 0,0 0 0 0 0,0 0 0 0 0,1 0 0 0 0,0 0 0 0 0,0 0 0 0 0,1 7 0 0 0,-1-7-2 0 0,1 0-1 0 0,-1 1 1 0 0,0-1 0 0 0,-1 0-1 0 0,1 0 1 0 0,-1 0 0 0 0,0 0-1 0 0,-2 8 1 0 0,-6 4 23 0 0,7-13-4 0 0,0 1 0 0 0,-1-1-1 0 0,1 1 1 0 0,1 0-1 0 0,-1-1 1 0 0,1 1 0 0 0,0 0-1 0 0,0 0 1 0 0,0 0-1 0 0,1 8 1 0 0,0-11-9 0 0,-1 0 0 0 0,1 0-1 0 0,0 0 1 0 0,0 0 0 0 0,-1 0 0 0 0,1 0 0 0 0,-1 0-1 0 0,0 0 1 0 0,1 0 0 0 0,-1 0 0 0 0,0 0 0 0 0,0 0 0 0 0,0-1-1 0 0,0 1 1 0 0,-1 0 0 0 0,1-1 0 0 0,-2 3 0 0 0,1-3-4 0 0,1 1 0 0 0,-1 0-1 0 0,1-1 1 0 0,0 1 0 0 0,0 0 0 0 0,0-1 0 0 0,0 1 0 0 0,0 0 0 0 0,0 0 0 0 0,0 0 0 0 0,0 0 0 0 0,1 0 0 0 0,-1 0 0 0 0,1 0 0 0 0,0 0 0 0 0,-1 0 0 0 0,1 3 0 0 0,0-3 1 0 0,0 0 1 0 0,0 0-1 0 0,0 0 0 0 0,-1 0 1 0 0,1 0-1 0 0,-1-1 0 0 0,1 1 1 0 0,-1 0-1 0 0,0 0 0 0 0,1 0 1 0 0,-1-1-1 0 0,0 1 0 0 0,0-1 1 0 0,-1 1-1 0 0,1-1 0 0 0,0 1 1 0 0,-2 1-1 0 0,1-1-10 0 0,1-1 1 0 0,-1 1-1 0 0,1-1 0 0 0,0 1 1 0 0,0 0-1 0 0,0 0 0 0 0,0-1 1 0 0,0 1-1 0 0,0 0 0 0 0,0 0 1 0 0,0 0-1 0 0,1 0 0 0 0,-1 0 1 0 0,1 0-1 0 0,0 0 0 0 0,-1 0 0 0 0,1 4 1 0 0,0-1 12 0 0,-1 0 1 0 0,0 1-1 0 0,0-1 0 0 0,-1 0 1 0 0,0 0-1 0 0,0 0 0 0 0,0 0 1 0 0,0-1-1 0 0,-1 1 1 0 0,1-1-1 0 0,-1 1 0 0 0,-5 5 1 0 0,5-6 2 0 0,-1 1 1 0 0,1 0 0 0 0,0 0 0 0 0,0 0 0 0 0,0 0-1 0 0,1 0 1 0 0,0 1 0 0 0,0-1 0 0 0,0 1-1 0 0,1-1 1 0 0,0 1 0 0 0,-1 9 0 0 0,1-10-1 0 0,1 0 0 0 0,-1 0 1 0 0,0 0-1 0 0,-1 0 0 0 0,1 0 0 0 0,-4 8 1 0 0,-4 20 18 0 0,19 4-23 0 0,-20-12 26 0 0,9-23-25 0 0,0 0 1 0 0,-1 0 0 0 0,1 0-1 0 0,0 0 1 0 0,0 0-1 0 0,0 0 1 0 0,0 0 0 0 0,1 1-1 0 0,-1-1 1 0 0,0 0 0 0 0,1 1-1 0 0,0-1 1 0 0,0 0 0 0 0,0 1-1 0 0,0-1 1 0 0,0 0 0 0 0,0 1-1 0 0,0-1 1 0 0,1 0 0 0 0,-1 1-1 0 0,1-1 1 0 0,-1 0 0 0 0,1 0-1 0 0,2 4 1 0 0,4 6-16 0 0,-4-9 12 0 0,-1 0 0 0 0,0 0 1 0 0,-1 0-1 0 0,1 0 0 0 0,-1 1 0 0 0,1-1 1 0 0,-1 0-1 0 0,0 1 0 0 0,0-1 1 0 0,0 1-1 0 0,-1 0 0 0 0,1-1 0 0 0,-1 1 1 0 0,0 6-1 0 0,0-9 0 0 0,0 0 1 0 0,0 1-1 0 0,0-1 0 0 0,0 0 1 0 0,0 0-1 0 0,1 0 1 0 0,-1 1-1 0 0,0-1 0 0 0,1 0 1 0 0,-1 0-1 0 0,1 0 0 0 0,-1 0 1 0 0,1 1-1 0 0,0-1 1 0 0,0 0-1 0 0,-1 0 0 0 0,1 0 1 0 0,0-1-1 0 0,0 1 0 0 0,0 0 1 0 0,0 0-1 0 0,0 0 1 0 0,0-1-1 0 0,1 2 0 0 0,-1-2 1 0 0,0 1-1 0 0,0 0 1 0 0,0-1-1 0 0,0 1 0 0 0,0 0 1 0 0,0 0-1 0 0,0 0 1 0 0,0 0-1 0 0,-1-1 1 0 0,1 1-1 0 0,0 0 0 0 0,-1 0 1 0 0,1 1-1 0 0,-1-1 1 0 0,1 0-1 0 0,-1 0 1 0 0,1 0-1 0 0,-1 0 0 0 0,0 0 1 0 0,1 1-1 0 0,-1-1 1 0 0,0 0-1 0 0,0 0 0 0 0,0 2 1 0 0,0-2 3 0 0,0 1 0 0 0,1 0 1 0 0,-1 0-1 0 0,1 0 0 0 0,-1-1 1 0 0,1 1-1 0 0,0 0 0 0 0,0-1 1 0 0,0 1-1 0 0,-1-1 0 0 0,1 1 1 0 0,1-1-1 0 0,-1 1 0 0 0,0-1 1 0 0,0 1-1 0 0,1-1 0 0 0,2 2 1 0 0,13 17-18 0 0,33 35-119 0 0,-19-5 281 0 0,-30-48-139 0 0,0 1 0 0 0,0-1 0 0 0,0 0 0 0 0,-1 1 0 0 0,1-1 0 0 0,0 0 0 0 0,-1 1 0 0 0,1-1 0 0 0,-1 1 0 0 0,0-1 0 0 0,0 0 0 0 0,0 1 0 0 0,0-1 0 0 0,-1 1 0 0 0,1-1 0 0 0,-1 4 0 0 0,0-4-14 0 0,1 0 0 0 0,-1 1-1 0 0,1-1 1 0 0,0 1-1 0 0,-1-1 1 0 0,1 0-1 0 0,1 1 1 0 0,-1-1-1 0 0,0 1 1 0 0,1-1-1 0 0,-1 1 1 0 0,1-1-1 0 0,-1 0 1 0 0,1 1-1 0 0,0-1 1 0 0,2 3 0 0 0,47 51-21 0 0,-49-54 72 0 0,0-1 0 0 0,0 1 0 0 0,0 0 0 0 0,0 0 0 0 0,-1 0 0 0 0,1 0-1 0 0,0-1 1 0 0,-1 1 0 0 0,0 0 0 0 0,1 0 0 0 0,-1 0 0 0 0,0 0 0 0 0,0 0 0 0 0,0 0 0 0 0,0 3 0 0 0,2 16 423 0 0,9-6-209 0 0,-9-13-253 0 0,-1-1 0 0 0,0 0 0 0 0,0 1 0 0 0,0-1 0 0 0,0 1 0 0 0,0-1 0 0 0,0 1 0 0 0,0 0-1 0 0,0-1 1 0 0,0 1 0 0 0,-1 0 0 0 0,1 0 0 0 0,-1-1 0 0 0,1 1 0 0 0,-1 0 0 0 0,0 3 0 0 0,0-3-4 0 0,0 0 0 0 0,1-1-1 0 0,-1 1 1 0 0,0-1 0 0 0,1 1 0 0 0,-1-1-1 0 0,1 1 1 0 0,-1-1 0 0 0,1 1-1 0 0,0-1 1 0 0,-1 1 0 0 0,1-1 0 0 0,0 0-1 0 0,0 1 1 0 0,0-1 0 0 0,0 0 0 0 0,0 0-1 0 0,0 0 1 0 0,0 0 0 0 0,1 0-1 0 0,1 1 1 0 0,4 5 27 0 0,-6-6-30 0 0,0 1 1 0 0,0-1 0 0 0,0 1-1 0 0,1-1 1 0 0,-1 0-1 0 0,0 0 1 0 0,0 0 0 0 0,1 0-1 0 0,-1 0 1 0 0,1 0-1 0 0,-1 0 1 0 0,1 0-1 0 0,-1 0 1 0 0,1-1 0 0 0,-1 1-1 0 0,1 0 1 0 0,0-1-1 0 0,2 1 1 0 0,-2-1-5 0 0,3 1-129 0 0,-5-9-399 0 0,0-6-665 0 0,-5-43-4474 0 0,-21-68-7187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4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362 132 80 0 0,'0'-2'106'0'0,"0"1"0"0"0,0-1 0 0 0,-1 1 0 0 0,1-1 0 0 0,1 1 0 0 0,-1-1 0 0 0,0 1 0 0 0,0-1 0 0 0,0 0-1 0 0,1 1 1 0 0,-1-1 0 0 0,1 1 0 0 0,-1 0 0 0 0,1-1 0 0 0,0 1 0 0 0,-1-1 0 0 0,1 1 0 0 0,0 0 0 0 0,0-1 0 0 0,0 1 0 0 0,0 0 0 0 0,0 0 0 0 0,0 0 0 0 0,1 0 0 0 0,-1 0-1 0 0,2-1 1 0 0,5-5 129 0 0,-7 7-221 0 0,-1 0-1 0 0,0 0 1 0 0,0-1 0 0 0,1 1 0 0 0,-1 0 0 0 0,0 0-1 0 0,0-1 1 0 0,1 1 0 0 0,-1 0 0 0 0,0-1-1 0 0,0 1 1 0 0,0 0 0 0 0,0-1 0 0 0,0 1 0 0 0,1 0-1 0 0,-1-1 1 0 0,0 1 0 0 0,0 0 0 0 0,0-1 0 0 0,0 1-1 0 0,0 0 1 0 0,0-1 0 0 0,0 1 0 0 0,0 0 0 0 0,0-1-1 0 0,-1 1 1 0 0,1 0 0 0 0,0-1 0 0 0,0 1 0 0 0,0 0-1 0 0,0-1 1 0 0,0 1 0 0 0,0 0 0 0 0,-1-1-1 0 0,1 1 1 0 0,0 0 0 0 0,0-1 0 0 0,-1 1 0 0 0,1 0-1 0 0,0 0 1 0 0,0-1 0 0 0,-1 1 0 0 0,1 0 0 0 0,0 0-1 0 0,-1-1 1 0 0,-15-8 158 0 0,13 7-98 0 0,3 2-65 0 0,-1-1 1 0 0,1 1-1 0 0,-1-1 0 0 0,1 0 1 0 0,-1 0-1 0 0,1 1 0 0 0,0-1 0 0 0,-1 0 1 0 0,1 0-1 0 0,0 1 0 0 0,-1-1 1 0 0,1 0-1 0 0,0 0 0 0 0,0 0 0 0 0,0 1 1 0 0,0-1-1 0 0,0 0 0 0 0,0 0 1 0 0,0 0-1 0 0,0 0 0 0 0,0 1 0 0 0,1-3 1 0 0,-1 3-4 0 0,0-1 1 0 0,0 0-1 0 0,0 1 0 0 0,0-1 1 0 0,0 0-1 0 0,1 0 1 0 0,-1 1-1 0 0,0-1 0 0 0,-1 0 1 0 0,1 1-1 0 0,0-1 1 0 0,0 0-1 0 0,0 0 1 0 0,0 1-1 0 0,-1-1 0 0 0,1 0 1 0 0,0 1-1 0 0,0-1 1 0 0,-1 1-1 0 0,1-1 1 0 0,-1 0-1 0 0,1 1 0 0 0,0-1 1 0 0,-1 1-1 0 0,1-1 1 0 0,-2 0-1 0 0,-4-1 115 0 0,5 1-88 0 0,0 1 0 0 0,0 0 0 0 0,0 0 0 0 0,0 0 0 0 0,1 0 0 0 0,-1-1 0 0 0,0 1 0 0 0,0 0-1 0 0,0-1 1 0 0,1 1 0 0 0,-1-1 0 0 0,0 1 0 0 0,1-1 0 0 0,-1 1 0 0 0,0-1 0 0 0,1 1 0 0 0,-1-1-1 0 0,1 0 1 0 0,-1 1 0 0 0,0-1 0 0 0,1 0 0 0 0,0 1 0 0 0,-1-1 0 0 0,1 0 0 0 0,-1 0 0 0 0,1 1-1 0 0,0-1 1 0 0,0 0 0 0 0,-1 0 0 0 0,1 0 0 0 0,0-1 0 0 0,-1 1 9 0 0,0 1 0 0 0,0-1-1 0 0,1 1 1 0 0,-1 0 0 0 0,0-1 0 0 0,0 1 0 0 0,0 0 0 0 0,0 0-1 0 0,0-1 1 0 0,0 1 0 0 0,0 0 0 0 0,0 0 0 0 0,0 0 0 0 0,0 0-1 0 0,0 0 1 0 0,0 1 0 0 0,0-1 0 0 0,0 0 0 0 0,0 0 0 0 0,0 1-1 0 0,0-1 1 0 0,0 0 0 0 0,-1 2 0 0 0,1-2 48 0 0,-4 1 403 0 0,5 0-441 0 0,0-1 0 0 0,0 1 0 0 0,0 0-1 0 0,1-1 1 0 0,-1 1 0 0 0,0 0 0 0 0,0-1-1 0 0,0 1 1 0 0,0 0 0 0 0,-1-1 0 0 0,1 1-1 0 0,0 0 1 0 0,0-1 0 0 0,0 1 0 0 0,0-1-1 0 0,-1 1 1 0 0,1 0 0 0 0,0-1 0 0 0,-1 1-1 0 0,1-1 1 0 0,0 1 0 0 0,-1-1 0 0 0,1 1-1 0 0,-1-1 1 0 0,1 1 0 0 0,0-1 0 0 0,-1 1-1 0 0,0-1 1 0 0,1 0 0 0 0,-1 1 0 0 0,1-1-1 0 0,-1 0 1 0 0,1 1 0 0 0,-1-1 0 0 0,0 0 0 0 0,1 0-1 0 0,-1 1 1 0 0,1-1 0 0 0,-1 0 0 0 0,0 0-1 0 0,1 0 1 0 0,-1 0 0 0 0,0 0 0 0 0,1 0-1 0 0,-1 0 1 0 0,-1 0 0 0 0,-5 0 157 0 0,-23 5 658 0 0,29-3-796 0 0,0 0 0 0 0,0 0 0 0 0,0 0 1 0 0,0 0-1 0 0,1 0 0 0 0,-1 0 0 0 0,1 0 1 0 0,-1 0-1 0 0,1 0 0 0 0,0 0 0 0 0,0 0 1 0 0,0 0-1 0 0,0 0 0 0 0,0 0 1 0 0,1 4-1 0 0,0-3 69 0 0,-2-2-128 0 0,1 0-1 0 0,0 0 1 0 0,0 0 0 0 0,1 0-1 0 0,-1 0 1 0 0,0 0 0 0 0,0 0-1 0 0,0 0 1 0 0,1 0 0 0 0,-1 0-1 0 0,1 0 1 0 0,-1 0 0 0 0,0 0-1 0 0,1 0 1 0 0,-1-1 0 0 0,1 1-1 0 0,0 0 1 0 0,-1 0 0 0 0,1 0-1 0 0,0-1 1 0 0,-1 1 0 0 0,1-1-1 0 0,0 1 1 0 0,0 0 0 0 0,0-1-1 0 0,0 1 1 0 0,1 0 0 0 0,-1-1-3 0 0,0 1-1 0 0,0-1 1 0 0,0 1 0 0 0,0 0 0 0 0,0-1 0 0 0,0 1-1 0 0,0 0 1 0 0,-1 0 0 0 0,1 0 0 0 0,0 0 0 0 0,0 0 0 0 0,-1 0-1 0 0,1 0 1 0 0,0 0 0 0 0,-1 0 0 0 0,1 0 0 0 0,-1 0 0 0 0,1 0-1 0 0,-1 0 1 0 0,0 1 0 0 0,0-1 0 0 0,1 0 0 0 0,-1 0-1 0 0,0 0 1 0 0,0 1 0 0 0,0-1 0 0 0,0 2 0 0 0,1 25 129 0 0,0-17-70 0 0,0-1 0 0 0,-1 1 0 0 0,-1 0 0 0 0,1-1 0 0 0,-2 1-1 0 0,-3 17 1 0 0,-3-8-15 0 0,5-11-32 0 0,0-1 0 0 0,0 1 0 0 0,0 0 0 0 0,1 0 0 0 0,1 0 0 0 0,-1 18 0 0 0,1 6 62 0 0,2 42 280 0 0,0-70-338 0 0,0 0 0 0 0,0 0 0 0 0,0-1 1 0 0,1 1-1 0 0,0 0 0 0 0,0 0 1 0 0,0-1-1 0 0,0 0 0 0 0,1 1 0 0 0,-1-1 1 0 0,1 0-1 0 0,5 5 0 0 0,17 25 79 0 0,-22-30-95 0 0,-1 0 0 0 0,1 0-1 0 0,0 0 1 0 0,1 0 0 0 0,-1 0-1 0 0,1-1 1 0 0,4 4 0 0 0,-8-6-8 0 0,1-1 0 0 0,-1 0 0 0 0,1 0 1 0 0,-1 1-1 0 0,1-1 0 0 0,-1 0 0 0 0,0 1 0 0 0,1-1 1 0 0,-1 1-1 0 0,0-1 0 0 0,1 0 0 0 0,-1 1 1 0 0,0-1-1 0 0,0 1 0 0 0,1-1 0 0 0,-1 1 1 0 0,0-1-1 0 0,0 1 0 0 0,0-1 0 0 0,0 1 1 0 0,0-1-1 0 0,1 1 0 0 0,-1-1 0 0 0,0 1 0 0 0,0 0 1 0 0,3 9 46 0 0,2-7-20 0 0,-1 1 1 0 0,1-1 0 0 0,0 0-1 0 0,0-1 1 0 0,0 1-1 0 0,7 2 1 0 0,28 16 237 0 0,-36-16-255 0 0,0 0-1 0 0,-1 0 1 0 0,1 1-1 0 0,-1-1 0 0 0,0 1 1 0 0,0-1-1 0 0,-1 1 0 0 0,0 0 1 0 0,0 0-1 0 0,0 0 0 0 0,0 0 1 0 0,-1 1-1 0 0,0 6 1 0 0,1 15 320 0 0,-3 50 1 0 0,-1-22 233 0 0,2-35-391 0 0,1-12-84 0 0,0 0-1 0 0,-2-1 1 0 0,1 1-1 0 0,-1 0 1 0 0,0 0-1 0 0,-3 11 1 0 0,-16 26 297 0 0,-11 47 266 0 0,29-81-599 0 0,-1-1-1 0 0,2 0 0 0 0,-1 1 0 0 0,1-1 1 0 0,1 1-1 0 0,0 0 0 0 0,3 13 0 0 0,-2 17 308 0 0,-1-40-357 0 0,1-1 0 0 0,-1 1 0 0 0,0-1 0 0 0,0 1 0 0 0,1-1-1 0 0,-1 1 1 0 0,1-1 0 0 0,-1 1 0 0 0,1-1 0 0 0,0 0 0 0 0,-1 1 0 0 0,1-1 0 0 0,0 0-1 0 0,0 0 1 0 0,0 0 0 0 0,0 1 0 0 0,0-1 0 0 0,2 1 0 0 0,-1 0 3 0 0,-1-1 1 0 0,0 0 0 0 0,1 1-1 0 0,-1-1 1 0 0,0 0 0 0 0,0 1-1 0 0,0-1 1 0 0,0 1 0 0 0,0 0-1 0 0,0-1 1 0 0,0 1 0 0 0,-1 0-1 0 0,1-1 1 0 0,-1 1 0 0 0,1 0-1 0 0,-1 0 1 0 0,0 0 0 0 0,1 0-1 0 0,-1 2 1 0 0,0-3-13 0 0,0 1 1 0 0,0-1-1 0 0,0 1 0 0 0,0-1 1 0 0,1 1-1 0 0,-1-1 0 0 0,1 0 1 0 0,-1 1-1 0 0,1-1 0 0 0,-1 0 1 0 0,1 1-1 0 0,0-1 0 0 0,-1 0 1 0 0,1 0-1 0 0,0 0 0 0 0,0 0 1 0 0,0 0-1 0 0,0 1 0 0 0,0-2 1 0 0,2 3-1 0 0,-2-2 7 0 0,1 0-1 0 0,-1 0 1 0 0,0 0-1 0 0,0 0 1 0 0,0 0-1 0 0,0 1 1 0 0,0-1-1 0 0,0 0 1 0 0,0 1-1 0 0,0-1 0 0 0,-1 1 1 0 0,1-1-1 0 0,0 1 1 0 0,-1-1-1 0 0,1 1 1 0 0,-1-1-1 0 0,0 1 1 0 0,1 0-1 0 0,-1-1 1 0 0,0 4-1 0 0,-1 9 11 0 0,1-8-11 0 0,0 0 1 0 0,0 0 0 0 0,0 0 0 0 0,1 0 0 0 0,0 0 0 0 0,0 0 0 0 0,2 6 0 0 0,-1-7 3 0 0,-1-2-4 0 0,1-1 1 0 0,-1 0-1 0 0,0 0 0 0 0,0 0 0 0 0,-1 0 1 0 0,1 1-1 0 0,0-1 0 0 0,-1 0 1 0 0,1 1-1 0 0,-1-1 0 0 0,0 1 1 0 0,0-1-1 0 0,0 0 0 0 0,0 1 0 0 0,0-1 1 0 0,0 1-1 0 0,-1-1 0 0 0,1 0 1 0 0,-1 1-1 0 0,0-1 0 0 0,0 0 1 0 0,0 1-1 0 0,0-1 0 0 0,0 0 0 0 0,0 0 1 0 0,-2 3-1 0 0,1-1-5 0 0,1 0 1 0 0,0 0-1 0 0,0 0 0 0 0,0 1 1 0 0,0-1-1 0 0,1 0 0 0 0,-1 1 1 0 0,1-1-1 0 0,1 1 0 0 0,-1-1 0 0 0,1 5 1 0 0,0-5 9 0 0,-1 0 1 0 0,1 0-1 0 0,-1 0 1 0 0,0 0-1 0 0,0 0 0 0 0,-1 0 1 0 0,1 0-1 0 0,-1 0 1 0 0,0 0-1 0 0,-2 7 1 0 0,-7 5-7 0 0,8-14 0 0 0,0 1 0 0 0,1-1 0 0 0,-1 1 0 0 0,1-1 0 0 0,0 1 0 0 0,-1-1 0 0 0,1 1 0 0 0,1 0 0 0 0,-1-1 0 0 0,0 1 0 0 0,1 0 0 0 0,-1 0 0 0 0,1 0 0 0 0,0 3 0 0 0,0-4 2 0 0,0 0 0 0 0,-1 1 0 0 0,1-1 0 0 0,0 0 0 0 0,-1 0 0 0 0,1 1 0 0 0,-1-1 0 0 0,0 0 0 0 0,0 0 0 0 0,0 0 0 0 0,0 0-1 0 0,0 0 1 0 0,0 0 0 0 0,0 0 0 0 0,-1 0 0 0 0,1-1 0 0 0,-1 1 0 0 0,1 0 0 0 0,-1-1 0 0 0,0 1 0 0 0,1-1 0 0 0,-1 0 0 0 0,0 1 0 0 0,-4 1 0 0 0,-19 17-38 0 0,17-12 69 0 0,-1-1 1 0 0,1 0-1 0 0,-2-1 0 0 0,1 0 0 0 0,-1-1 1 0 0,1 0-1 0 0,-2 0 0 0 0,1-1 0 0 0,0 0 1 0 0,-12 2-1 0 0,-13 6 375 0 0,26-9-317 0 0,0 0 0 0 0,0 0-1 0 0,-1-1 1 0 0,0 0 0 0 0,1-1 0 0 0,-1 0 0 0 0,0 0 0 0 0,-14-2 0 0 0,19 0-338 0 0,-1 1 1 0 0,0-2 0 0 0,0 1 0 0 0,1 0-1 0 0,-1-1 1 0 0,-9-5 0 0 0,12 5-268 0 0,-1 0-1 0 0,1 0 1 0 0,0 0 0 0 0,-1-1 0 0 0,1 1-1 0 0,1-1 1 0 0,-1 0 0 0 0,0 0-1 0 0,1 0 1 0 0,-5-6 0 0 0,-23-63-9878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49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123 454 4242 0 0,'-3'28'4705'0'0,"-12"-20"-4551"0"0,8-7-24 0 0,3 6 15 0 0,4-7-133 0 0,0 0 1 0 0,0 0-1 0 0,0 1 0 0 0,0-1 0 0 0,0 0 0 0 0,0 0 0 0 0,0 1 0 0 0,0-1 0 0 0,-1 0 0 0 0,1 0 0 0 0,0 0 1 0 0,0 1-1 0 0,0-1 0 0 0,0 0 0 0 0,0 0 0 0 0,0 0 0 0 0,0 0 0 0 0,0 1 0 0 0,-1-1 0 0 0,1 0 0 0 0,0 0 1 0 0,0 0-1 0 0,0 0 0 0 0,0 1 0 0 0,0-1 0 0 0,-1 0 0 0 0,1 0 0 0 0,0 0 0 0 0,0 0 0 0 0,0 0 0 0 0,-1 0 1 0 0,1 0-1 0 0,0 0 0 0 0,0 0 0 0 0,0 0 0 0 0,-1 0 0 0 0,1 1 0 0 0,0-1 0 0 0,0 0 0 0 0,0 0 0 0 0,-1-1 1 0 0,-49 1 747 0 0,45 0-440 0 0,0 0 14 0 0,-16 0 52 0 0,20-2-180 0 0,0-1-1 0 0,0 1 0 0 0,0-1 1 0 0,1 0-1 0 0,-1 0 0 0 0,1 1 1 0 0,-1-1-1 0 0,1 0 0 0 0,0 0 1 0 0,0 0-1 0 0,0 0 0 0 0,0 1 1 0 0,1-4-1 0 0,-1 3 15 0 0,0-2-196 0 0,1 0 1 0 0,-1 0-1 0 0,1 0 0 0 0,0 0 1 0 0,0 1-1 0 0,0-1 0 0 0,1 0 1 0 0,-1 0-1 0 0,1 1 0 0 0,0-1 0 0 0,1 1 1 0 0,-1 0-1 0 0,1 0 0 0 0,0 0 1 0 0,0 0-1 0 0,7-7 0 0 0,-10 11-23 0 0,38-54 70 0 0,-2-1 0 0 0,36-74 0 0 0,-64 114-92 0 0,2-1 1 0 0,0 2-1 0 0,1-1 0 0 0,0 1 0 0 0,1 1 1 0 0,1 0-1 0 0,0 1 0 0 0,14-11 0 0 0,-26 23 14 0 0,0-1 0 0 0,1 1 0 0 0,-1 0 0 0 0,0 0 0 0 0,0 0 0 0 0,0-1 0 0 0,0 1-1 0 0,0 0 1 0 0,0 0 0 0 0,1 1 0 0 0,-1-1 0 0 0,0 0 0 0 0,0 0 0 0 0,0 0 0 0 0,0 1-1 0 0,0-1 1 0 0,0 1 0 0 0,0-1 0 0 0,0 1 0 0 0,0-1 0 0 0,0 1 0 0 0,0-1 0 0 0,0 1 0 0 0,0 0-1 0 0,0 0 1 0 0,-1-1 0 0 0,1 1 0 0 0,0 0 0 0 0,0 0 0 0 0,-1 0 0 0 0,1 0 0 0 0,-1 0 0 0 0,1 0-1 0 0,-1 0 1 0 0,1 0 0 0 0,-1 0 0 0 0,1 0 0 0 0,-1 0 0 0 0,0 0 0 0 0,0 0 0 0 0,0 1 0 0 0,1-1-1 0 0,-1 0 1 0 0,0 2 0 0 0,0 3 14 0 0,0 0-1 0 0,1 0 1 0 0,0 0 0 0 0,1 0-1 0 0,-1-1 1 0 0,1 1 0 0 0,5 9-1 0 0,4 16 8 0 0,-7-2 24 0 0,-1 0 0 0 0,-1 0 0 0 0,-5 55 0 0 0,2-20-17 0 0,-1-49-4 0 0,0-1-1 0 0,-1 1 0 0 0,-1-1 1 0 0,0 0-1 0 0,-7 15 1 0 0,7-16 351 0 0,4-140 339 0 0,0 124-695 0 0,0 0 0 0 0,0 0-1 0 0,1 0 1 0 0,-1 0 0 0 0,1 0 0 0 0,0 0-1 0 0,0 1 1 0 0,0-1 0 0 0,0 0 0 0 0,1 0-1 0 0,-1 1 1 0 0,1-1 0 0 0,2-2 0 0 0,-2 2-1 0 0,-1 1 0 0 0,1 0 0 0 0,-1 0 0 0 0,1-1 0 0 0,-1 1 0 0 0,0-1 0 0 0,0 1 1 0 0,0-1-1 0 0,0 1 0 0 0,-1-1 0 0 0,1 0 0 0 0,-1 1 0 0 0,1-5 0 0 0,-1 7-9 0 0,0-1-1 0 0,0 0 1 0 0,0 0-1 0 0,0 0 1 0 0,0 1-1 0 0,0-1 1 0 0,0 0-1 0 0,0 0 1 0 0,1 0-1 0 0,-1 1 0 0 0,0-1 1 0 0,1 0-1 0 0,-1 0 1 0 0,0 1-1 0 0,1-1 1 0 0,-1 0-1 0 0,1 1 1 0 0,-1-1-1 0 0,1 0 1 0 0,-1 1-1 0 0,1-1 1 0 0,0 1-1 0 0,-1-1 1 0 0,1 1-1 0 0,0-1 1 0 0,-1 1-1 0 0,1-1 1 0 0,0 1-1 0 0,0 0 1 0 0,-1-1-1 0 0,1 1 0 0 0,0 0 1 0 0,0 0-1 0 0,1 0 1 0 0,-2 0 0 0 0,1-1-1 0 0,-1 1 1 0 0,1 0-1 0 0,0 0 1 0 0,-1 0 0 0 0,1 0-1 0 0,-1 0 1 0 0,1-1-1 0 0,-1 1 1 0 0,1 0 0 0 0,-1 0-1 0 0,1-1 1 0 0,-1 1 0 0 0,1 0-1 0 0,-1-1 1 0 0,1 1-1 0 0,-1-1 1 0 0,1 1 0 0 0,-1-1-1 0 0,0 1 1 0 0,1-1 0 0 0,-1 1-1 0 0,0-1 1 0 0,1 1-1 0 0,-1-1 1 0 0,0 1 0 0 0,0-1-1 0 0,0 1 1 0 0,1-1-1 0 0,-1 1 1 0 0,0-1 0 0 0,0 0-1 0 0,0 0 1 0 0,1 0 1 0 0,-1 1-1 0 0,1-1 1 0 0,0 0-1 0 0,0 1 1 0 0,0-1-1 0 0,0 1 1 0 0,0-1-1 0 0,0 1 1 0 0,0-1 0 0 0,0 1-1 0 0,0 0 1 0 0,0-1-1 0 0,0 1 1 0 0,0 0-1 0 0,0 0 1 0 0,0 0-1 0 0,0 0 1 0 0,0 0 0 0 0,0 0-1 0 0,1 0 1 0 0,-1 0-1 0 0,0 0 1 0 0,0 0-1 0 0,1 1 1 0 0,2-1 0 0 0,104 3 60 0 0,-102-2-55 0 0,0 0 1 0 0,0 0-1 0 0,0 0 0 0 0,-1 1 1 0 0,1 0-1 0 0,-1 0 0 0 0,1 0 1 0 0,-1 1-1 0 0,6 3 0 0 0,-5-1 20 0 0,-1 0-1 0 0,0-1 1 0 0,0 2-1 0 0,-1-1 1 0 0,1 0 0 0 0,-1 1-1 0 0,0 0 1 0 0,-1 0-1 0 0,1 0 1 0 0,-1 0-1 0 0,-1 1 1 0 0,1-1-1 0 0,-1 1 1 0 0,0 0-1 0 0,2 10 1 0 0,0 47 271 0 0,-5-52-227 0 0,1 1 0 0 0,1 0 0 0 0,5 22 0 0 0,4-2-13 0 0,-7-26-106 0 0,0 0 1 0 0,-1 1-1 0 0,0-1 1 0 0,0 1-1 0 0,-1-1 0 0 0,1 13 1 0 0,-2 15-848 0 0,0-34 827 0 0,-1-1-1 0 0,1 0 1 0 0,0 1 0 0 0,0-1-1 0 0,0 0 1 0 0,0 1-1 0 0,0-1 1 0 0,0 0 0 0 0,0 1-1 0 0,0-1 1 0 0,0 0 0 0 0,0 1-1 0 0,0-1 1 0 0,0 1 0 0 0,0-1-1 0 0,0 0 1 0 0,0 1-1 0 0,0-1 1 0 0,0 0 0 0 0,0 1-1 0 0,0-1 1 0 0,1 0 0 0 0,-1 1-1 0 0,0-1 1 0 0,0 0 0 0 0,0 1-1 0 0,1-1 1 0 0,-1 0-1 0 0,0 0 1 0 0,0 1 0 0 0,1-1-1 0 0,-1 0 1 0 0,0 0 0 0 0,1 1-1 0 0,-1-1 1 0 0,0 0 0 0 0,0 0-1 0 0,1 0 1 0 0,0 0-1 0 0,24-7-5014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71 3922 0 0,'0'6'6723'0'0,"-30"-6"-4642"0"0,30-6-1761 0 0,-30 6-480 0 0,30-7 80 0 0,0 1-160 0 0,0-8-240 0 0,0 9-881 0 0,30-15-1280 0 0,-30 7-401 0 0,0 7 161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1921 0 0,'0'-9'2274'0'0,"-1"-31"5212"0"0,7 23-8015 0 0,1 15 178 0 0,-6 2 263 0 0,-1 0 0 0 0,1 0-1 0 0,0 0 1 0 0,0 0 0 0 0,0 0-1 0 0,0 0 1 0 0,-1-1-1 0 0,1 1 1 0 0,0 0 0 0 0,0-1-1 0 0,-1 1 1 0 0,1-1 0 0 0,0 1-1 0 0,0-1 1 0 0,-1 1 0 0 0,1-1-1 0 0,-1 1 1 0 0,1-1-1 0 0,0 0 1 0 0,-1 1 0 0 0,1-1-1 0 0,-1 0 1 0 0,1 1 0 0 0,-1-1-1 0 0,0 0 1 0 0,1 0-1 0 0,-1 1 1 0 0,0-1 0 0 0,1-1-1 0 0,6-2-3496 0 0,6 2 2506 0 0,-13 2 701 0 0,4 4-2010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0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1841 0 0,'30'0'8724'0'0,"-30"-14"-8484"0"0,0 3-640 0 0,0-9-1041 0 0,0-4-1040 0 0,0 10-240 0 0,-30 1 160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05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1561 115 1681 0 0,'-133'3'5156'0'0,"-126"-5"-3189"0"0,239 1-1868 0 0,0 0 0 0 0,1 2 0 0 0,-1 1 0 0 0,0 0 0 0 0,1 2 0 0 0,-1 0 0 0 0,-21 8 0 0 0,-126 55 494 0 0,101-37-457 0 0,27-10-21 0 0,29-14-69 0 0,1-1 0 0 0,-1-1 1 0 0,0 0-1 0 0,-17 6 1 0 0,-109 11 246 0 0,135-21-289 0 0,-1 0 1 0 0,1 0 0 0 0,0 0 1 0 0,-1 0-1 0 0,1 0 0 0 0,-1 1 0 0 0,1-1 0 0 0,0 0 1 0 0,-1 1-1 0 0,1-1 0 0 0,0 0 0 0 0,-1 1 0 0 0,1 0 1 0 0,0-1-1 0 0,0 1 0 0 0,0 0 0 0 0,-1-1 0 0 0,1 1 1 0 0,0 0-1 0 0,0 0 0 0 0,0 0 0 0 0,0 0 0 0 0,0 0 1 0 0,1 0-1 0 0,-1 0 0 0 0,0 1 0 0 0,0-1 0 0 0,1 0 1 0 0,-1 0-1 0 0,0 3 0 0 0,-4 4 75 0 0,0-6-68 0 0,1 0 1 0 0,0 0-1 0 0,0 0 0 0 0,0 0 0 0 0,0 1 1 0 0,1-1-1 0 0,-1 1 0 0 0,1 0 0 0 0,-1 0 0 0 0,1 1 1 0 0,-6 6-1 0 0,-25 73 161 0 0,29-73-130 0 0,0 0-1 0 0,-1-1 1 0 0,0 1-1 0 0,0-1 0 0 0,-1-1 1 0 0,0 1-1 0 0,-1-1 1 0 0,0-1-1 0 0,0 1 1 0 0,-11 6-1 0 0,3 0-15 0 0,0 0 0 0 0,1 1-1 0 0,1 0 1 0 0,-15 22 0 0 0,-32 32 13 0 0,55-62-30 0 0,0-1 0 0 0,0 1 0 0 0,1 0 0 0 0,0 0 0 0 0,0 1 0 0 0,1 0 0 0 0,0-1 0 0 0,0 1 0 0 0,1 1 0 0 0,0-1 0 0 0,1 0 0 0 0,-1 1 0 0 0,2-1 0 0 0,-1 1 0 0 0,0 11 0 0 0,2-9 14 0 0,-2 1 0 0 0,1-1 0 0 0,-1 0 0 0 0,-8 21 1 0 0,7-20-20 0 0,0-1 0 0 0,0 1 0 0 0,1-1 0 0 0,-2 24 0 0 0,4-7-47 0 0,2-15 51 0 0,-2 1 0 0 0,0 0 0 0 0,0-1 0 0 0,-1 1 0 0 0,-1 0 0 0 0,0-1 0 0 0,-1 1 1 0 0,-1-1-1 0 0,0 0 0 0 0,-1 0 0 0 0,-6 13 0 0 0,6-16-7 0 0,0-1 0 0 0,1 1 0 0 0,0-1 0 0 0,1 1 0 0 0,0 0 0 0 0,0 1 0 0 0,1-1 0 0 0,-1 19 0 0 0,1 10 13 0 0,4 41-1 0 0,0-19-8 0 0,-4-1 6 0 0,1-28-5 0 0,1-1 0 0 0,1 1 0 0 0,6 35 0 0 0,2-27-38 0 0,-4-24 5 0 0,-2 1 1 0 0,0 0-1 0 0,2 32 1 0 0,-3-20 50 0 0,0 0 0 0 0,3-1 0 0 0,10 43 0 0 0,-4-24-5 0 0,0-2-47 0 0,29 77 1 0 0,-38-115 29 0 0,-1 0-1 0 0,1 1 1 0 0,-1-1 0 0 0,-1 0 0 0 0,1 1-1 0 0,-1-1 1 0 0,-2 12 0 0 0,2 6 1 0 0,1-23 1 0 0,0 0 0 0 0,0 0-1 0 0,1 0 1 0 0,-1-1-1 0 0,1 1 1 0 0,-1 0 0 0 0,1-1-1 0 0,0 1 1 0 0,-1-1 0 0 0,1 1-1 0 0,0-1 1 0 0,0 0-1 0 0,0 0 1 0 0,0 0 0 0 0,0 0-1 0 0,0 0 1 0 0,4 0-1 0 0,15 11-20 0 0,-19-10 9 0 0,0 0 0 0 0,0 0 0 0 0,0 0 0 0 0,1 0-1 0 0,-1-1 1 0 0,1 1 0 0 0,-1-1 0 0 0,1 0 0 0 0,4 2 0 0 0,-5-2 11 0 0,-1 0 5 0 0,0 0 0 0 0,-1 0 0 0 0,1-1 0 0 0,-1 1 0 0 0,1 0 0 0 0,0 0 0 0 0,-1 0 0 0 0,0 0 0 0 0,1 0 0 0 0,-1 0 0 0 0,0 0 0 0 0,1 0 0 0 0,-1 0 0 0 0,0 0-1 0 0,0 0 1 0 0,0 0 0 0 0,0 0 0 0 0,0 0 0 0 0,0 0 0 0 0,0 2 0 0 0,3 16-77 0 0,83 110 1029 0 0,23 35-694 0 0,-107-160-258 0 0,1 1 0 0 0,-1 0-1 0 0,1-1 1 0 0,0 0 0 0 0,0 0 0 0 0,0 0 0 0 0,0 0 0 0 0,1 0 0 0 0,-1 0 0 0 0,1-1 0 0 0,0 0-1 0 0,0 0 1 0 0,1 0 0 0 0,-1 0 0 0 0,0-1 0 0 0,1 1 0 0 0,0-1 0 0 0,0 0 0 0 0,-1-1 0 0 0,1 1-1 0 0,0-1 1 0 0,0 0 0 0 0,8 1 0 0 0,32 4 6 0 0,-25 0-17 0 0,96 33 83 0 0,-12 2-115 0 0,119 32 1 0 0,-175-63 43 0 0,1-2 0 0 0,-1-2 0 0 0,76-1 1 0 0,-62-3 15 0 0,591-6 54 0 0,-301 16 82 0 0,-342-11-151 0 0,323 40 560 0 0,108 5 739 0 0,-348-43-1120 0 0,6 1 95 0 0,166-15 0 0 0,-120-8 155 0 0,243-65 1 0 0,-1-4-135 0 0,-318 78-268 0 0,59-10 60 0 0,1 5 1 0 0,183 3 0 0 0,-235 15 66 0 0,594-1 203 0 0,-404-35-207 0 0,-236 24-110 0 0,0 0 0 0 0,0-2 0 0 0,-1-2 0 0 0,-1 0 0 0 0,51-32 0 0 0,-69 38-54 0 0,1-1-1 0 0,-1 0 0 0 0,-1-1 0 0 0,1 0 0 0 0,-1-1 0 0 0,-1 0 1 0 0,0-1-1 0 0,-1 1 0 0 0,1-2 0 0 0,-2 1 0 0 0,0-1 1 0 0,0 0-1 0 0,-1-1 0 0 0,-1 1 0 0 0,0-1 0 0 0,-1 0 1 0 0,0-1-1 0 0,-1 1 0 0 0,0-1 0 0 0,0-20 0 0 0,-3-157-196 0 0,1 187 216 0 0,-1 0 0 0 0,1-1 0 0 0,-1 1 0 0 0,1 0-1 0 0,0-1 1 0 0,1 1 0 0 0,-1 0 0 0 0,1 0 0 0 0,0 0-1 0 0,3-5 1 0 0,-3 5 2 0 0,0 1 1 0 0,0-1-1 0 0,-1 0 0 0 0,1-1 0 0 0,-1 1 0 0 0,1 0 0 0 0,-1 0 0 0 0,-1-1 0 0 0,1 1 1 0 0,0-6-1 0 0,-3-25 59 0 0,1 23-48 0 0,0 0-1 0 0,1 0 1 0 0,0 0 0 0 0,1 0-1 0 0,0 1 1 0 0,1-1 0 0 0,3-12 0 0 0,3 6-7 0 0,-5 13-20 0 0,-1-1 0 0 0,0 1 0 0 0,0-1 0 0 0,0 1 0 0 0,0-1 0 0 0,-1 0 0 0 0,0 0 0 0 0,1-11 0 0 0,-1-21 49 0 0,0 27-49 0 0,0 0 0 0 0,-1 1 0 0 0,0-1 1 0 0,-1 0-1 0 0,0 0 0 0 0,-5-19 0 0 0,-4 6 0 0 0,7 19 8 0 0,1 0 1 0 0,0-1-1 0 0,0 1 0 0 0,0-1 0 0 0,1 0 0 0 0,0 1 0 0 0,0-1 0 0 0,0-10 1 0 0,3-32 107 0 0,0 35-106 0 0,-1 0 0 0 0,-1-1 0 0 0,0 1 0 0 0,-1 0 0 0 0,0 0-1 0 0,-1 0 1 0 0,-4-19 0 0 0,-4 13-38 0 0,8 17 23 0 0,0-1 1 0 0,0 0 0 0 0,0 0 0 0 0,1-1-1 0 0,0 1 1 0 0,0 0 0 0 0,0 0 0 0 0,0-1-1 0 0,0 1 1 0 0,0 0 0 0 0,0-7 0 0 0,1 6 3 0 0,0 1 0 0 0,0 0 1 0 0,-1-1-1 0 0,0 1 0 0 0,0 0 1 0 0,0-1-1 0 0,0 1 0 0 0,0 0 1 0 0,-1 0-1 0 0,1 0 0 0 0,-5-6 0 0 0,-4-10-3 0 0,3-2 12 0 0,5 16-7 0 0,1 1 0 0 0,-1-1 0 0 0,0 1 0 0 0,0-1 0 0 0,0 1 0 0 0,-1 0 0 0 0,0 0 0 0 0,1 0 0 0 0,-7-6 0 0 0,-40-48-71 0 0,31 35 109 0 0,-40-37-1 0 0,31 34 8 0 0,-36-30-29 0 0,-164-98-379 0 0,188 126 365 0 0,-14-10 12 0 0,-76-42 1 0 0,-17-7-151 0 0,110 65 139 0 0,0 1 0 0 0,-51-20 0 0 0,-20-10 16 0 0,-109-55-223 0 0,193 96 195 0 0,0 2 0 0 0,0 0 0 0 0,-42-7 0 0 0,-7-2-50 0 0,-80-16 42 0 0,73 17 28 0 0,70 14-6 0 0,-1-1 0 0 0,1 0 0 0 0,0-1 0 0 0,0 0 0 0 0,0 0 0 0 0,1-1-1 0 0,-12-8 1 0 0,10 6-18 0 0,0 1-1 0 0,0 0 1 0 0,0 1-1 0 0,-1 0 1 0 0,-16-5-1 0 0,-4 4 23 0 0,0 1 0 0 0,-45-2 0 0 0,-27-3 19 0 0,-138-10-48 0 0,70 9 7 0 0,-517-85-190 0 0,598 79 200 0 0,-152-10 0 0 0,-109-10-52 0 0,74 5 11 0 0,-21 20-165 0 0,-37-3 185 0 0,-82-5-206 0 0,370 17-274 0 0,1 2-1 0 0,-1 2 0 0 0,-61 8 0 0 0,86-5 257 0 0,1 0 0 0 0,1 1 1 0 0,-1 2-1 0 0,1 0 0 0 0,0 1 0 0 0,0 0 0 0 0,1 2 1 0 0,0 0-1 0 0,-23 18 0 0 0,36-21 42 0 0,0 0 1 0 0,0 1-1 0 0,1-1 0 0 0,1 1 0 0 0,-1 0 1 0 0,1 0-1 0 0,0 1 0 0 0,1-1 0 0 0,0 1 0 0 0,0 0 1 0 0,1-1-1 0 0,0 1 0 0 0,1 0 0 0 0,-1 11 1 0 0,3-15 4 0 0,0 0 1 0 0,0 0-1 0 0,0 0 1 0 0,1-1 0 0 0,-1 1-1 0 0,1 0 1 0 0,0-1-1 0 0,0 0 1 0 0,5 8-1 0 0,24 36-3483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0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80 0 0,'0'-12'4722'0'0,"0"5"-1280"0"0,30 14-1041 0 0,-30-20-5843 0 0,0 0 641 0 0,0-12-80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08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2161 0 0,'30'-13'2561'0'0,"0"7"-480"0"0,0-2-560 0 0,-30 2-641 0 0,31 1-800 0 0,-1-3-1440 0 0,-30 2-961 0 0,30-5-321 0 0,-30 3 241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1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6563 0 0,'0'-14'3121'0'0,"30"8"-1440"0"0,-30 12-1361 0 0,0 0-400 0 0,30 2-560 0 0,-60-8-9845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3282 0 0,'0'8'4802'0'0,"30"-8"-2801"0"0,0 0-1761 0 0,1 0-640 0 0,-31-8-1361 0 0,30 2-800 0 0,0-7-161 0 0,-30-6 161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5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1281 0 0,'30'0'3281'0'0,"-30"-6"-720"0"0,0-1-1120 0 0,0-12-1841 0 0,30 1-1281 0 0,0-1-560 0 0,0-8-80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0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34 264 4002 0 0,'0'-1'185'0'0,"0"0"1"0"0,0 0-1 0 0,0 0 0 0 0,0 0 1 0 0,0 0-1 0 0,0 1 0 0 0,0-1 1 0 0,0 0-1 0 0,-1 0 0 0 0,1 0 1 0 0,0 0-1 0 0,-1 0 1 0 0,1 0-1 0 0,0 1 0 0 0,-1-1 1 0 0,1 0-1 0 0,-1 0 0 0 0,0 1 1 0 0,1-1-1 0 0,-1 0 0 0 0,1 1 1 0 0,-1-1-1 0 0,0 0 0 0 0,0 1 1 0 0,1-1-1 0 0,-1 1 1 0 0,0-1-1 0 0,0 1 0 0 0,-1-1 1 0 0,1 1-128 0 0,0-1 0 0 0,0 1 1 0 0,0-1-1 0 0,0 1 0 0 0,0-1 0 0 0,0 1 1 0 0,0-1-1 0 0,1 0 0 0 0,-1 0 1 0 0,0 1-1 0 0,0-1 0 0 0,1 0 1 0 0,-1 0-1 0 0,1 0 0 0 0,-1 0 1 0 0,0 0-1 0 0,1 0 0 0 0,0 0 0 0 0,-1 0 1 0 0,1 0-1 0 0,0 0 0 0 0,-1 0 1 0 0,1 0-1 0 0,0 0 0 0 0,0 0 1 0 0,0 0-1 0 0,0 0 0 0 0,0 0 1 0 0,0-2-1 0 0,-1-16 69 0 0,0 15-120 0 0,0-1 0 0 0,1 0 0 0 0,0 1 1 0 0,0-1-1 0 0,0 0 0 0 0,0 1 0 0 0,1-1 0 0 0,-1 0 1 0 0,1 1-1 0 0,0-1 0 0 0,4-8 0 0 0,4 6 27 0 0,-8 6-28 0 0,0 1-1 0 0,0-1 0 0 0,0 0 0 0 0,0 1 0 0 0,0-1 0 0 0,0 0 0 0 0,0 0 0 0 0,0 0 0 0 0,0 0 1 0 0,0 0-1 0 0,-1 0 0 0 0,1 0 0 0 0,0-1 0 0 0,-1 1 0 0 0,1 0 0 0 0,-1 0 0 0 0,1 0 1 0 0,-1-1-1 0 0,0 1 0 0 0,1 0 0 0 0,-1-3 0 0 0,1 2 3 0 0,-1 1 0 0 0,1-1 0 0 0,-1 1 0 0 0,1 0 0 0 0,0-1 0 0 0,0 1 0 0 0,0 0 0 0 0,0-1 0 0 0,0 1-1 0 0,0 0 1 0 0,0 0 0 0 0,0 0 0 0 0,0 0 0 0 0,0 0 0 0 0,1 0 0 0 0,-1 0 0 0 0,0 0 0 0 0,1 0 0 0 0,-1 0 0 0 0,3 0 0 0 0,28-11 225 0 0,-32 12-227 0 0,0 0-1 0 0,0 0 1 0 0,0 0-1 0 0,1 0 0 0 0,-1 0 1 0 0,0-1-1 0 0,0 1 1 0 0,0 0-1 0 0,1 0 1 0 0,-1 0-1 0 0,0 0 0 0 0,0 0 1 0 0,0 0-1 0 0,1 0 1 0 0,-1 0-1 0 0,0 0 1 0 0,0-1-1 0 0,0 1 1 0 0,0 0-1 0 0,1 0 0 0 0,-1 0 1 0 0,0 0-1 0 0,0 0 1 0 0,0-1-1 0 0,0 1 1 0 0,0 0-1 0 0,1 0 1 0 0,-1 0-1 0 0,0-1 0 0 0,0 1 1 0 0,0 0-1 0 0,0 0 1 0 0,0 0-1 0 0,0-1 1 0 0,0 1-1 0 0,0 0 1 0 0,0 0-1 0 0,0-1 0 0 0,0 1 1 0 0,0 0-1 0 0,0 0 1 0 0,0 0-1 0 0,0-1 1 0 0,0 1-1 0 0,0 0 0 0 0,-1-1 1 0 0,1 1 0 0 0,0 0 1 0 0,0 0-1 0 0,0 0 0 0 0,0-1 1 0 0,0 1-1 0 0,0 0 0 0 0,0 0 1 0 0,0 0-1 0 0,0-1 0 0 0,0 1 1 0 0,0 0-1 0 0,0 0 1 0 0,0 0-1 0 0,0-1 0 0 0,0 1 1 0 0,0 0-1 0 0,0 0 0 0 0,0 0 1 0 0,0-1-1 0 0,0 1 0 0 0,1 0 1 0 0,-1 0-1 0 0,0 0 0 0 0,0 0 1 0 0,0-1-1 0 0,0 1 1 0 0,0 0-1 0 0,0 0 0 0 0,0 0 1 0 0,1 0-1 0 0,-1 0 0 0 0,0-1 1 0 0,0 1-1 0 0,0 0 0 0 0,0 0 1 0 0,1 0-1 0 0,-1 0 0 0 0,0 0 1 0 0,0 0-1 0 0,0 0 1 0 0,1 0-1 0 0,-1 0 0 0 0,0 0 1 0 0,0 0-1 0 0,0 0 0 0 0,1 0 1 0 0,-1 0-1 0 0,0 0 0 0 0,1 0 1 0 0,0 0 3 0 0,0 0 0 0 0,0 0 0 0 0,0-1 1 0 0,0 1-1 0 0,0 0 0 0 0,1 0 0 0 0,-1-1 0 0 0,0 1 1 0 0,0 0-1 0 0,0-1 0 0 0,0 0 0 0 0,0 1 0 0 0,0-1 1 0 0,0 1-1 0 0,0-1 0 0 0,0 0 0 0 0,-1 0 0 0 0,1 1 1 0 0,1-3-1 0 0,2-34 346 0 0,-4 383-143 0 0,0-343-224 0 0,0 1 0 0 0,0 0-1 0 0,1 0 1 0 0,-1-1-1 0 0,1 1 1 0 0,0-1-1 0 0,0 1 1 0 0,0-1-1 0 0,1 1 1 0 0,-1-1-1 0 0,1 1 1 0 0,0-1-1 0 0,0 0 1 0 0,4 5-1 0 0,-1-1-69 0 0,-4-5-63 0 0,0 0 0 0 0,1-1 0 0 0,-1 1 0 0 0,1 0 0 0 0,-1-1 0 0 0,1 0 0 0 0,0 1 0 0 0,-1-1 0 0 0,1 0 0 0 0,0 0 0 0 0,0 0-1 0 0,0 0 1 0 0,0 0 0 0 0,0 0 0 0 0,0-1 0 0 0,0 1 0 0 0,0-1 0 0 0,0 1 0 0 0,0-1 0 0 0,1 0 0 0 0,-1 0 0 0 0,0 0 0 0 0,0 0 0 0 0,0 0 0 0 0,0-1 0 0 0,0 1 0 0 0,0 0 0 0 0,3-2 0 0 0,3 1-521 0 0,23-3-3097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93 800 0 0,'0'-69'10792'0'0,"1"68"-10745"0"0,-1 0 0 0 0,0 0 0 0 0,1 0-1 0 0,-1 1 1 0 0,0-1 0 0 0,1 0 0 0 0,-1 0 0 0 0,1 1 0 0 0,-1-1 0 0 0,1 0-1 0 0,0 1 1 0 0,-1-1 0 0 0,1 0 0 0 0,0 1 0 0 0,-1-1 0 0 0,1 1 0 0 0,0-1-1 0 0,-1 1 1 0 0,1 0 0 0 0,0-1 0 0 0,0 1 0 0 0,0 0 0 0 0,0-1 0 0 0,-1 1-1 0 0,1 0 1 0 0,0 0 0 0 0,2 0 0 0 0,30-5 363 0 0,-25 5-211 0 0,23-2 125 0 0,0 1 1 0 0,52 5 0 0 0,-82-4-318 0 0,0 0 1 0 0,1 0-1 0 0,-1 1 1 0 0,1-1 0 0 0,-1 0-1 0 0,0 1 1 0 0,1-1-1 0 0,-1 1 1 0 0,0 0-1 0 0,0-1 1 0 0,1 1 0 0 0,-1 0-1 0 0,0 0 1 0 0,0-1-1 0 0,0 1 1 0 0,0 0-1 0 0,0 0 1 0 0,0 0 0 0 0,0 1-1 0 0,0-1 1 0 0,-1 0-1 0 0,1 0 1 0 0,0 0-1 0 0,-1 1 1 0 0,1-1 0 0 0,-1 0-1 0 0,1 0 1 0 0,-1 1-1 0 0,1-1 1 0 0,-1 1-1 0 0,0-1 1 0 0,0 0 0 0 0,0 1-1 0 0,0-1 1 0 0,0 1-1 0 0,0-1 1 0 0,0 0 0 0 0,0 1-1 0 0,0-1 1 0 0,-1 1-1 0 0,1-1 1 0 0,-1 0-1 0 0,0 3 1 0 0,-1 3 52 0 0,-1-1 0 0 0,0 1 0 0 0,0 0 0 0 0,0-1 0 0 0,-1 0 0 0 0,0 1 0 0 0,-6 7 0 0 0,-4-2 66 0 0,1 0-1 0 0,-2 0 0 0 0,0-1 0 0 0,0-1 1 0 0,0 0-1 0 0,-2-1 0 0 0,1-1 0 0 0,-1-1 1 0 0,-34 11-1 0 0,-5-2 142 0 0,-107 17 1 0 0,159-33-546 0 0,-16 2 419 0 0,19-2-250 0 0,1 0 0 0 0,-1 0 0 0 0,1 0 1 0 0,0 0-1 0 0,-1 0 0 0 0,1 0 0 0 0,-1 0 1 0 0,1 0-1 0 0,0 0 0 0 0,-1 0 0 0 0,1 0 0 0 0,0 0 1 0 0,-1 0-1 0 0,1-1 0 0 0,-1 1 0 0 0,1 0 1 0 0,0 0-1 0 0,-1 0 0 0 0,1-1 0 0 0,0 1 0 0 0,0 0 1 0 0,-1 0-1 0 0,1-1 0 0 0,0 1 0 0 0,-1 0 0 0 0,1-1 1 0 0,0 1-1 0 0,0 0 0 0 0,0-1 0 0 0,0 1 1 0 0,-1-1-1 0 0,1 1 0 0 0,0 0 0 0 0,0-1 0 0 0,0 1 1 0 0,0-1-1 0 0,0-16-6254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6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1121 0 0,'54'-8'1760'0'0,"-24"2"-1359"0"0,-30 0-1122 0 0,0-7-639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5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2321 0 0,'0'-13'2801'0'0,"30"13"-400"0"0,-30-6 961 0 0,0 0-2081 0 0,31-1-5443 0 0,-31 1 1200 0 0,0-7 81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01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1761 0 0,'24'-6'2401'0'0,"-24"-7"-320"0"0,30 13-480 0 0,-30-6 319 0 0,30 12-1839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39 400 0 0,'0'0'71'0'0,"0"0"1"0"0,0 0-1 0 0,0 0 0 0 0,1 0 1 0 0,-1 0-1 0 0,0 1 0 0 0,0-1 0 0 0,0 0 1 0 0,0 0-1 0 0,0 0 0 0 0,0 0 0 0 0,0 0 1 0 0,0 1-1 0 0,0-1 0 0 0,0 0 1 0 0,0 0-1 0 0,0 0 0 0 0,0 0 0 0 0,0 1 1 0 0,0-1-1 0 0,0 0 0 0 0,0 0 0 0 0,0 0 1 0 0,0 0-1 0 0,0 1 0 0 0,0-1 0 0 0,0 0 1 0 0,0 0-1 0 0,0 0 0 0 0,0 0 1 0 0,0 0-1 0 0,0 1 0 0 0,-1-1 0 0 0,1 0 1 0 0,0 0-1 0 0,0 0 0 0 0,0 0 0 0 0,0 0 1 0 0,0 0-1 0 0,0 1 0 0 0,-1-1 1 0 0,1 0-1 0 0,0 0 0 0 0,0 0 0 0 0,0 0 1 0 0,0 0-1 0 0,0 0 0 0 0,-1 0 0 0 0,1 0 1 0 0,0 0-1 0 0,0 0 0 0 0,0 0 1 0 0,0 0-1 0 0,-1 0 0 0 0,1 0 0 0 0,0 0 1 0 0,0 0-1 0 0,0 0 0 0 0,0 0 0 0 0,-1 0 1 0 0,1 0-1 0 0,0 0 0 0 0,0 0 1 0 0,0 0-1 0 0,0 0 0 0 0,0 0 0 0 0,-1 0 1 0 0,1 0-1 0 0,0-1 0 0 0,-1 1 137 0 0,0 0-139 0 0,0 0 0 0 0,0 0 0 0 0,0-1 0 0 0,0 1 0 0 0,0 0 1 0 0,0 0-1 0 0,0 0 0 0 0,0 0 0 0 0,0 0 0 0 0,0 1 0 0 0,0-1 1 0 0,0 0-1 0 0,0 0 0 0 0,0 1 0 0 0,0-1 0 0 0,0 0 0 0 0,0 1 1 0 0,0-1-1 0 0,0 1 0 0 0,1 0 0 0 0,-1-1 0 0 0,0 1 0 0 0,-1 1 1 0 0,7-1 557 0 0,20-1 280 0 0,-25 1-912 0 0,1-1 0 0 0,-1 1 1 0 0,1-1-1 0 0,-1 1 1 0 0,1-1-1 0 0,0 1 0 0 0,-1-1 1 0 0,1 0-1 0 0,-1 1 1 0 0,1-1-1 0 0,0 1 0 0 0,-1-1 1 0 0,1 0-1 0 0,0 0 0 0 0,0 0 1 0 0,-1 1-1 0 0,1-1 1 0 0,0 0-1 0 0,0 0 0 0 0,-1 0 1 0 0,1 0-1 0 0,0 0 0 0 0,-1 0 1 0 0,1 0-1 0 0,0 0 1 0 0,0-1-1 0 0,-1 1 0 0 0,1 0 1 0 0,0 0-1 0 0,-1-1 1 0 0,1 1-1 0 0,0 0 0 0 0,-1-1 1 0 0,1 1-1 0 0,0 0 0 0 0,-1-1 1 0 0,1 1-1 0 0,-1-1 1 0 0,1 1-1 0 0,-1-1 0 0 0,1 1 1 0 0,-1-1-1 0 0,1 0 1 0 0,-1 1-1 0 0,0-1 0 0 0,1 0 1 0 0,-1 1-1 0 0,0-1 0 0 0,1 0 1 0 0,-1 1-1 0 0,0-2 1 0 0,1-5-1068 0 0,-1 5 878 0 0,0 1 0 0 0,0 0 0 0 0,0 0 1 0 0,0 0-1 0 0,0 0 0 0 0,0-1 0 0 0,0 1 0 0 0,0 0 0 0 0,0 0 0 0 0,0 0 0 0 0,-1 0 1 0 0,1 0-1 0 0,0 0 0 0 0,-1-1 0 0 0,1 1 0 0 0,-1 0 0 0 0,1 0 0 0 0,-1 0 1 0 0,-1-1-1 0 0,-23-12-2127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3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20 1361 0 0,'-1'4'2500'0'0,"7"-2"1789"0"0,14-2-3968 0 0,-15 0 1613 0 0,-5 0-1925 0 0,-1 1 0 0 0,1 0 1 0 0,-1 0-1 0 0,1 0 0 0 0,-1-1 0 0 0,1 1 1 0 0,-1 0-1 0 0,1-1 0 0 0,-1 1 0 0 0,0-1 1 0 0,1 1-1 0 0,-1 0 0 0 0,0-1 0 0 0,1 1 1 0 0,-1-1-1 0 0,0 0 0 0 0,0 1 0 0 0,0-1 1 0 0,1 0-1 0 0,-1 1 0 0 0,0-1 0 0 0,0 0 1 0 0,0 0-1 0 0,0 0 0 0 0,0 0 0 0 0,1 0 1 0 0,-1 0-1 0 0,0 0 0 0 0,0 0 0 0 0,-1 0 1 0 0,0 0 23 0 0,2 0-28 0 0,-1 0 0 0 0,1 0 0 0 0,0 0-1 0 0,0 0 1 0 0,-1 0 0 0 0,1 0 0 0 0,0 1 0 0 0,0-1 0 0 0,-1 0 0 0 0,1 0 0 0 0,0 0-1 0 0,0 0 1 0 0,-1 0 0 0 0,1 0 0 0 0,0 1 0 0 0,0-1 0 0 0,0 0 0 0 0,0 0-1 0 0,-1 0 1 0 0,1 1 0 0 0,0-1 0 0 0,0 0 0 0 0,0 0 0 0 0,0 0 0 0 0,0 1 0 0 0,-1-1-1 0 0,1 0 1 0 0,0 0 0 0 0,0 1 0 0 0,0-1 0 0 0,0 0 0 0 0,0 0 0 0 0,0 1 0 0 0,0-1-1 0 0,0 0 1 0 0,0 0 0 0 0,0 1 0 0 0,0-1 0 0 0,0 0 0 0 0,0 0 0 0 0,0 1 0 0 0,0-1-1 0 0,1 0 1 0 0,-1 1 0 0 0,0-1 2 0 0,0 0-1 0 0,0 0 0 0 0,0 0 1 0 0,0 0-1 0 0,0 1 1 0 0,0-1-1 0 0,0 0 1 0 0,0 0-1 0 0,0 0 0 0 0,0 0 1 0 0,0 1-1 0 0,0-1 1 0 0,0 0-1 0 0,0 0 1 0 0,0 0-1 0 0,0 0 1 0 0,0 0-1 0 0,0 1 0 0 0,0-1 1 0 0,0 0-1 0 0,0 0 1 0 0,0 0-1 0 0,0 0 1 0 0,0 1-1 0 0,0-1 0 0 0,0 0 1 0 0,0 0-1 0 0,0 0 1 0 0,0 0-1 0 0,-1 0 1 0 0,1 1-1 0 0,0-1 0 0 0,0 0 1 0 0,0 0-1 0 0,0 0 1 0 0,0 0-1 0 0,-1 0 1 0 0,1 0-1 0 0,0 0 1 0 0,0 0-1 0 0,0 0 0 0 0,0 0 1 0 0,0 0-1 0 0,-1 1 1 0 0,1-1-1 0 0,0 0 1 0 0,0 0-1 0 0,0 0 0 0 0,0 0 1 0 0,-1 0-1 0 0,1 0 1 0 0,0 0-1 0 0,-16 0 168 0 0,12 0-28 0 0,8 0-66 0 0,8 0-13 0 0,-20 0-40 0 0,20 0 39 0 0,-8 0 94 0 0,-24 0 561 0 0,31-4-1095 0 0,-10 4 167 0 0,0-1 0 0 0,-1 1 1 0 0,1-1-1 0 0,0 1 1 0 0,-1-1-1 0 0,1 0 1 0 0,-1 1-1 0 0,1-1 0 0 0,-1 1 1 0 0,1-1-1 0 0,-1 0 1 0 0,1 0-1 0 0,-1 1 0 0 0,1-1 1 0 0,-1 0-1 0 0,0 0 1 0 0,0 1-1 0 0,1-1 1 0 0,-1 0-1 0 0,0 0 0 0 0,0 0 1 0 0,0 1-1 0 0,0-1 1 0 0,0 0-1 0 0,0 0 0 0 0,0 0 1 0 0,0 0-1 0 0,0 1 1 0 0,0-1-1 0 0,-1 0 1 0 0,1 0-1 0 0,0 0 0 0 0,0 1 1 0 0,-1-1-1 0 0,1 0 1 0 0,-1 0-1 0 0,1 1 1 0 0,0-1-1 0 0,-1 0 0 0 0,0 0 1 0 0,-19-17-2796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115 331 4962 0 0,'-24'-25'5843'0'0,"-7"-8"-4643"0"0,-29 9-1600 0 0,60-9 240 0 0,0-6 240 0 0,30-16-240 0 0,31-16-1040 0 0,-7 21-2642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91 122 560 0 0,'0'-75'6643'0'0,"-60"75"-3841"0"0,30 6-3363 0 0,60-20-2800 0 0,0 3 960 0 0,0-16 80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33 1681 0 0,'0'-1'87'0'0,"0"1"0"0"0,0-1 0 0 0,0 1 0 0 0,0-1 1 0 0,0 0-1 0 0,0 1 0 0 0,0-1 0 0 0,0 1 0 0 0,0-1 0 0 0,0 0 0 0 0,1 1 1 0 0,-1-1-1 0 0,0 1 0 0 0,0-1 0 0 0,1 1 0 0 0,-1-1 0 0 0,0 1 0 0 0,1-1 1 0 0,-1 1-1 0 0,1-1 0 0 0,-1 1 0 0 0,1-1 0 0 0,-1 1 0 0 0,1 0 0 0 0,-1-1 1 0 0,1 1-1 0 0,-1 0 0 0 0,1-1 0 0 0,-1 1 0 0 0,1 0 0 0 0,-1 0 1 0 0,1 0-1 0 0,0-1 0 0 0,-1 1 0 0 0,1 0 0 0 0,-1 0 0 0 0,1 0 0 0 0,0 0 1 0 0,0 0-1 0 0,0 0 28 0 0,-1 0 0 0 0,1 0 1 0 0,-1 0-1 0 0,1 0 0 0 0,0 0 0 0 0,-1 0 1 0 0,1 0-1 0 0,-1 0 0 0 0,1-1 0 0 0,-1 1 1 0 0,1 0-1 0 0,0 0 0 0 0,-1-1 1 0 0,1 1-1 0 0,-1 0 0 0 0,1-1 0 0 0,-1 1 1 0 0,0 0-1 0 0,1-1 0 0 0,-1 1 1 0 0,1-1-1 0 0,-1 1 0 0 0,0-1 0 0 0,1 1 1 0 0,-1-1-1 0 0,0 1 0 0 0,1-1 0 0 0,-1 1 1 0 0,0-1-1 0 0,0 1 0 0 0,1-1 1 0 0,-1 1-1 0 0,0-1 0 0 0,0 0 0 0 0,0 1 1 0 0,0-1-1 0 0,0 1 0 0 0,0-1 1 0 0,0 0-1 0 0,0-1 1019 0 0,-5 2-334 0 0,-15 0-293 0 0,19 1-493 0 0,1-1 0 0 0,-1 1 0 0 0,1 0 0 0 0,-1-1 0 0 0,1 1 0 0 0,-1 0 0 0 0,1-1 0 0 0,0 1 0 0 0,-1 0 1 0 0,1-1-1 0 0,0 1 0 0 0,-1 0 0 0 0,1 0 0 0 0,0-1 0 0 0,0 1 0 0 0,0 0 0 0 0,0 0 0 0 0,0-1 0 0 0,0 1 0 0 0,0 0 0 0 0,0 0 0 0 0,0 0 0 0 0,0-1 0 0 0,0 1 0 0 0,0 0 0 0 0,1 0 1 0 0,-1-1-1 0 0,0 1 0 0 0,1 0 0 0 0,-1-1 0 0 0,0 1 0 0 0,1 0 0 0 0,-1-1 0 0 0,1 1 0 0 0,-1 0 0 0 0,2 0 0 0 0,18 47 51 0 0,-3-4-11 0 0,36 63 1 0 0,-51-105-55 0 0,14 25 187 0 0,0 0-1 0 0,-2 1 1 0 0,-1 1 0 0 0,11 34-1 0 0,-12-20 10 0 0,-3-7-111 0 0,1 0-1 0 0,3-1 0 0 0,28 60 1 0 0,-15-53-325 0 0,-24-31-466 0 0,-8-11 187 0 0,6 0 473 0 0,-1 0 1 0 0,0-1-1 0 0,0 1 1 0 0,1-1-1 0 0,-1 1 0 0 0,0-1 1 0 0,1 0-1 0 0,-1 1 1 0 0,0-1-1 0 0,1 1 1 0 0,-1-1-1 0 0,1 0 0 0 0,-1 0 1 0 0,1 1-1 0 0,-1-1 1 0 0,1 0-1 0 0,0 0 0 0 0,-1 0 1 0 0,1 1-1 0 0,0-1 1 0 0,-1-2-1 0 0,17-40-1621 0 0,-15 38 1421 0 0,0-1 1 0 0,0 0-1 0 0,-1 1 1 0 0,0-1-1 0 0,0 0 1 0 0,0 0 0 0 0,0 1-1 0 0,-1-1 1 0 0,-1-5-1 0 0,-24-64-4102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3842 0 0,'15'0'7890'0'0,"54"1"-7777"0"0,-4 4-29 0 0,-1 2-1 0 0,-1 4 1 0 0,103 29-1 0 0,-164-40-83 0 0,44 21 51 0 0,-45-21-50 0 0,0 1 0 0 0,0-1 0 0 0,0 0 0 0 0,-1 1 0 0 0,1-1-1 0 0,0 1 1 0 0,0-1 0 0 0,-1 1 0 0 0,1-1 0 0 0,0 1 0 0 0,-1 0 0 0 0,1-1-1 0 0,-1 1 1 0 0,1 0 0 0 0,-1-1 0 0 0,1 1 0 0 0,-1 0 0 0 0,1 0 0 0 0,-1-1-1 0 0,0 1 1 0 0,1 0 0 0 0,-1 0 0 0 0,0 0 0 0 0,0-1 0 0 0,0 1 0 0 0,1 0-1 0 0,-1 0 1 0 0,0 0 0 0 0,0 0 0 0 0,0 0 0 0 0,0 0 0 0 0,-1-1 0 0 0,1 1-1 0 0,0 0 1 0 0,0 0 0 0 0,0 0 0 0 0,-1 0 0 0 0,1-1 0 0 0,0 1 0 0 0,-1 0-1 0 0,1 0 1 0 0,-1-1 0 0 0,1 1 0 0 0,-1 0 0 0 0,1 0 0 0 0,-1-1 0 0 0,1 1-1 0 0,-2 0 1 0 0,-14 11 11 0 0,0-1 0 0 0,-1 0 0 0 0,-1-1 0 0 0,0-1 0 0 0,0-1-1 0 0,0-1 1 0 0,-1 0 0 0 0,-37 7 0 0 0,45-12-99 0 0,0 0 0 0 0,0-1-1 0 0,0-1 1 0 0,0 0 0 0 0,0 0 0 0 0,0-1 0 0 0,0-1-1 0 0,-21-5 1 0 0,24 5-285 0 0,2-1 0 0 0,-1 0-1 0 0,0 0 1 0 0,1-1 0 0 0,-1 0 0 0 0,1 0-1 0 0,0-1 1 0 0,-7-6 0 0 0,-18-19-2750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4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2081 0 0,'30'19'2721'0'0,"25"39"1041"0"0,35 19-961 0 0,-29-20-2161 0 0,29-7-720 0 0,-29 8 241 0 0,-1 5-1 0 0,0-5-160 0 0,-30-14 0 0 0,-30 0 0 0 0,31-19-241 0 0,-1 2-639 0 0,-30-7-2001 0 0,30-15-4403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236 135 1361 0 0,'-60'31'8323'0'0,"-25"-4"-4001"0"0,55-27-3441 0 0,30-13-721 0 0,-30-12-160 0 0,0-8-1201 0 0,30 2-800 0 0,0-7-2241 0 0,0-14-2401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9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64 400 0 0,'-30'7'5123'0'0,"0"11"-1682"0"0,30-11-2160 0 0,0-20-3362 0 0,0-6-641 0 0,30-6-79 0 0,-30-14 560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5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3282 0 0,'84'96'4321'0'0,"-54"-1"-5041"0"0,61 1-3602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0 160 0 0,'4'27'6343'0'0,"17"-23"-4669"0"0,-16-4-1140 0 0,-5 0-513 0 0,0 0 1 0 0,0 0 0 0 0,0 0 0 0 0,0-1-1 0 0,0 1 1 0 0,0 0 0 0 0,0 0-1 0 0,0 0 1 0 0,-1 0 0 0 0,1 0 0 0 0,0-1-1 0 0,0 1 1 0 0,0 0 0 0 0,0 0 0 0 0,0 0-1 0 0,0 0 1 0 0,0-1 0 0 0,0 1-1 0 0,0 0 1 0 0,0 0 0 0 0,0 0 0 0 0,0 0-1 0 0,0-1 1 0 0,0 1 0 0 0,0 0-1 0 0,0 0 1 0 0,0 0 0 0 0,1 0 0 0 0,-1 0-1 0 0,0-1 1 0 0,0 1 0 0 0,0 0 0 0 0,0 0-1 0 0,0 0 1 0 0,0 0 0 0 0,0 0-1 0 0,0-1 1 0 0,1 1 0 0 0,-1 0 0 0 0,0 0-1 0 0,0 0 1 0 0,0 0 0 0 0,0 0 0 0 0,0 0-1 0 0,0 0 1 0 0,1 0 0 0 0,-1 0-1 0 0,0 0 1 0 0,0 0 0 0 0,0-1 0 0 0,0 1-1 0 0,1 0 1 0 0,-1 0 0 0 0,0 0-1 0 0,0 0 1 0 0,0 0 0 0 0,0 0 0 0 0,1 0-1 0 0,-1 1 1 0 0,0-1 0 0 0,0 0 0 0 0,0 0-1 0 0,0 0 1 0 0,1 0 0 0 0,-1 0-1 0 0,0 0 1 0 0,0 0 0 0 0,0 0 0 0 0,0 0-1 0 0,21 0 6 0 0,-11 6 200 0 0,-6-6-198 0 0,-4 0-23 0 0,1-1 0 0 0,0 1 0 0 0,-1 0 0 0 0,1 0 0 0 0,0 0 0 0 0,-1 0 0 0 0,1 0 0 0 0,0 0 0 0 0,-1 0 0 0 0,1 0 0 0 0,-1 0 1 0 0,1 0-1 0 0,0 0 0 0 0,-1 0 0 0 0,1 0 0 0 0,0 0 0 0 0,-1 0 0 0 0,1 1 0 0 0,-1-1 0 0 0,1 0 0 0 0,0 1 0 0 0,-1-1 0 0 0,1 0 0 0 0,-1 1 0 0 0,1-1 0 0 0,-1 1 0 0 0,1-1 0 0 0,-1 1 0 0 0,1-1 0 0 0,-1 1 0 0 0,0-1 0 0 0,1 1 0 0 0,-1-1 0 0 0,0 1 0 0 0,1-1 0 0 0,-1 1 0 0 0,0 0 0 0 0,0-1 0 0 0,0 1 0 0 0,1-1 0 0 0,-1 1 0 0 0,0 0 1 0 0,0-1-1 0 0,0 1 0 0 0,0 1 0 0 0,55 10 100 0 0,-50-11-52 0 0,-5 3-28 0 0,0-3 601 0 0,-5-1-480 0 0,-27 2-94 0 0,1 2 1 0 0,0 2-1 0 0,0 0 0 0 0,0 2 1 0 0,0 2-1 0 0,1 1 1 0 0,-49 24-1 0 0,65-28-24 0 0,1 0 0 0 0,-1 1 0 0 0,-22 18 0 0 0,33-23 33 0 0,-1 0 0 0 0,1 0 0 0 0,0 0 0 0 0,0 0 0 0 0,1 1 0 0 0,-1-1 0 0 0,1 1 0 0 0,-1 0 0 0 0,1 0 0 0 0,1 0 0 0 0,-1 0 0 0 0,0 0 0 0 0,1 0 0 0 0,0 0 0 0 0,0 1 0 0 0,0-1 0 0 0,0 0 0 0 0,1 6 0 0 0,0 9 319 0 0,1-14-368 0 0,-1-1 0 0 0,1 0-1 0 0,-1 1 1 0 0,0-1-1 0 0,-1 1 1 0 0,1-1 0 0 0,-1 0-1 0 0,0 1 1 0 0,0-1-1 0 0,-2 6 1 0 0,0-5-45 0 0,0 0 35 0 0,0-1 0 0 0,0 1 0 0 0,1-1 1 0 0,0 1-1 0 0,0 0 0 0 0,0 0 1 0 0,1 0-1 0 0,-1 1 0 0 0,1-1 0 0 0,0 0 1 0 0,1 0-1 0 0,-1 1 0 0 0,1 7 0 0 0,0 81 64 0 0,0-93-65 0 0,1-1-1 0 0,-1 1 1 0 0,0 0-1 0 0,0 0 1 0 0,0 0-1 0 0,1 0 1 0 0,-1 0-1 0 0,1 0 1 0 0,-1 0-1 0 0,0 0 1 0 0,1-1-1 0 0,-1 1 1 0 0,1 0-1 0 0,0 0 1 0 0,-1 0-1 0 0,1-1 1 0 0,0 1-1 0 0,-1-1 1 0 0,1 1-1 0 0,0 0 1 0 0,0-1-1 0 0,0 1 1 0 0,-1-1 0 0 0,2 1-1 0 0,-1-1-4 0 0,0 1 0 0 0,0 0 0 0 0,0-1 0 0 0,0 1-1 0 0,0 0 1 0 0,0-1 0 0 0,0 1 0 0 0,0 0 0 0 0,0 0 0 0 0,0 0 0 0 0,-1 0 0 0 0,1 0 0 0 0,0 0-1 0 0,-1 0 1 0 0,1 0 0 0 0,-1 0 0 0 0,1 0 0 0 0,-1 0 0 0 0,0 0 0 0 0,1 0 0 0 0,-1 0-1 0 0,0 0 1 0 0,0 1 0 0 0,1 1 0 0 0,2-1-9 0 0,0 1 1 0 0,0-1-1 0 0,0 1 0 0 0,1-1 1 0 0,0 0-1 0 0,-1 0 0 0 0,1-1 1 0 0,0 1-1 0 0,0-1 0 0 0,-1 0 1 0 0,1 0-1 0 0,5 1 0 0 0,0 0-9 0 0,39 14-15 0 0,-20-5 0 0 0,0-2 0 0 0,1-1-1 0 0,0-1 1 0 0,1-1 0 0 0,44 2-1 0 0,-16-10 78 0 0,-39-5 49 0 0,-11 1-47 0 0,-6 3 8 0 0,-1-1 0 0 0,0 1 0 0 0,0-1 0 0 0,0 0 0 0 0,-1 0 0 0 0,1 1 0 0 0,-1-1 0 0 0,0 0 0 0 0,0 0 0 0 0,0 1 0 0 0,-1-1 0 0 0,1 0 0 0 0,-1 0 0 0 0,0 1 0 0 0,0-1 0 0 0,-2-4 0 0 0,-2 2-8 0 0,-1 0 1 0 0,0 0-1 0 0,-1 0 1 0 0,1 1 0 0 0,-1 0-1 0 0,0 0 1 0 0,0 1-1 0 0,-1-1 1 0 0,-13-4 0 0 0,-70-23 147 0 0,21 20-90 0 0,15 3-162 0 0,50 8-69 0 0,0 0 0 0 0,0 0 0 0 0,0 1-1 0 0,0 0 1 0 0,-1 0 0 0 0,1 0 0 0 0,-9 2 0 0 0,9-1-910 0 0,34-8-2855 0 0,52-18-2095 0 0,-46 7 3282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6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1841 0 0,'0'0'1761'0'0,"0"7"-161"0"0,30-1-239 0 0,-30 0-321 0 0,0 13-239 0 0,24 14 79 0 0,-24 36 161 0 0,-24-11-481 0 0,24-20-320 0 0,0-13-240 0 0,0 0 0 0 0,24-6 80 0 0,-24 1-160 0 0,0-13-160 0 0,30 18-320 0 0,0-13-801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91 160 3362 0 0,'-30'31'5042'0'0,"0"-23"-3441"0"0,30-16-1281 0 0,-31 2 80 0 0,31-7-160 0 0,0-12-160 0 0,0 0-80 0 0,31-8-400 0 0,-1-3-1441 0 0,0 3-1601 0 0,0 14 161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0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1 480 0 0,'-5'0'536'0'0,"4"0"-437"0"0,-1 0-1 0 0,1 0 0 0 0,0 0 0 0 0,0 0 1 0 0,0 0-1 0 0,0 1 0 0 0,0-1 1 0 0,-1 0-1 0 0,1 0 0 0 0,0 1 0 0 0,0-1 1 0 0,0 1-1 0 0,0-1 0 0 0,0 1 0 0 0,0-1 1 0 0,0 1-1 0 0,0 0 0 0 0,0-1 1 0 0,0 1-1 0 0,0 0 0 0 0,1 0 0 0 0,-1 0 1 0 0,-1 1-1 0 0,2-2-60 0 0,0 1 0 0 0,0-1 0 0 0,0 1 0 0 0,-1-1 0 0 0,1 1-1 0 0,0 0 1 0 0,0-1 0 0 0,-1 1 0 0 0,1-1 0 0 0,-1 0 0 0 0,1 1 0 0 0,0-1 0 0 0,-1 1 0 0 0,1-1 0 0 0,-1 1 0 0 0,1-1 0 0 0,-1 0 0 0 0,1 1-1 0 0,-1-1 1 0 0,1 0 0 0 0,-1 0 0 0 0,1 0 0 0 0,-1 1 0 0 0,0-1 0 0 0,1 0 0 0 0,-1 0 0 0 0,1 0 0 0 0,-1 0 0 0 0,0 0 0 0 0,1 0 0 0 0,-1 0-1 0 0,1 0 1 0 0,-2 0 0 0 0,2 0-19 0 0,-1 0 0 0 0,1 0 0 0 0,-1 0 0 0 0,0 0 0 0 0,1 0 0 0 0,-1 0 0 0 0,1 0 0 0 0,-1 0-1 0 0,1 0 1 0 0,-1 0 0 0 0,1 0 0 0 0,-1 0 0 0 0,1 0 0 0 0,0 1 0 0 0,-1-1 0 0 0,1 0 0 0 0,-1 0 0 0 0,1 1-1 0 0,-1-1 1 0 0,1 0 0 0 0,0 1 0 0 0,-1-1 0 0 0,1 0 0 0 0,-1 1 0 0 0,1-1 0 0 0,0 1 0 0 0,-1-1-1 0 0,1 0 1 0 0,0 1 0 0 0,0-1 0 0 0,-1 2 0 0 0,1-1 381 0 0,0-1-392 0 0,1 0 0 0 0,-1 0 0 0 0,0 1 1 0 0,0-1-1 0 0,0 0 0 0 0,0 1 0 0 0,0-1 0 0 0,0 0 0 0 0,0 1 0 0 0,0-1 0 0 0,1 0 0 0 0,-1 1 0 0 0,0-1 0 0 0,-1 1 0 0 0,1-1 0 0 0,0 0 0 0 0,0 1 0 0 0,0-1 1 0 0,0 0-1 0 0,0 1 0 0 0,0-1 0 0 0,0 0 0 0 0,0 1 0 0 0,-1-1 0 0 0,1 0 0 0 0,0 0 0 0 0,0 1 0 0 0,0-1 0 0 0,-1 0 0 0 0,1 0 0 0 0,0 1 0 0 0,0-1 0 0 0,-1 0 0 0 0,1 0 1 0 0,0 1-1 0 0,0-1 0 0 0,-1 0 0 0 0,1 0 0 0 0,0 0 0 0 0,-1 0 0 0 0,1 0 0 0 0,-1 1 0 0 0,-5-1 12 0 0,5 0-17 0 0,1 0-1 0 0,-1-1 1 0 0,1 1 0 0 0,-1 0 0 0 0,0 0-1 0 0,1 0 1 0 0,-1 0 0 0 0,1 0-1 0 0,-1 0 1 0 0,0 0 0 0 0,1 0-1 0 0,-1 0 1 0 0,1 1 0 0 0,-1-1 0 0 0,0 0-1 0 0,1 0 1 0 0,-1 0 0 0 0,1 1-1 0 0,-1-1 1 0 0,1 0 0 0 0,-1 1-1 0 0,1-1 1 0 0,-1 0 0 0 0,1 1 0 0 0,-1-1-1 0 0,1 1 1 0 0,-1-1 0 0 0,1 1-1 0 0,0-1 1 0 0,-1 1 0 0 0,1-1-1 0 0,0 1 1 0 0,-1-1 0 0 0,1 1 0 0 0,0-1-1 0 0,0 1 1 0 0,0 0 0 0 0,-1-1-1 0 0,1 1 1 0 0,0-1 0 0 0,0 2-1 0 0,0-2-1 0 0,0 1-1 0 0,0-1 1 0 0,0 0-1 0 0,-1 1 1 0 0,1-1-1 0 0,0 1 1 0 0,0-1-1 0 0,0 0 1 0 0,0 1-1 0 0,-1-1 1 0 0,1 0-1 0 0,0 1 1 0 0,-1-1-1 0 0,1 0 1 0 0,0 1-1 0 0,0-1 1 0 0,-1 0-1 0 0,1 0 1 0 0,-1 1-1 0 0,1-1 0 0 0,0 0 1 0 0,-1 0-1 0 0,1 0 1 0 0,0 1-1 0 0,-1-1 1 0 0,1 0-1 0 0,-1 0 1 0 0,1 0-1 0 0,0 0 1 0 0,-1 0-1 0 0,1 0 1 0 0,-1 0-1 0 0,1 0 1 0 0,-1 0-1 0 0,1 0 1 0 0,0 0-1 0 0,-1 0 1 0 0,1 0-1 0 0,-1-1 1 0 0,0 1-4 0 0,1 0 0 0 0,-1 0 0 0 0,1 0 0 0 0,-1 0 0 0 0,0 0 0 0 0,1 0 0 0 0,-1 0 0 0 0,1 0 0 0 0,-1 0 0 0 0,1 0 0 0 0,-1 0 0 0 0,1 0 1 0 0,-1 0-1 0 0,1 0 0 0 0,-1 0 0 0 0,1 0 0 0 0,-1 1 0 0 0,1-1 0 0 0,-1 0 0 0 0,1 0 0 0 0,-1 1 0 0 0,1-1 0 0 0,-1 0 0 0 0,1 1 0 0 0,0-1 0 0 0,-1 1 1 0 0,1-1-1 0 0,-1 0 0 0 0,1 1 0 0 0,0-1 0 0 0,0 1 0 0 0,-1-1 0 0 0,1 1 0 0 0,0-1 0 0 0,0 1 0 0 0,-1-1 0 0 0,1 1 0 0 0,0-1 0 0 0,0 1 1 0 0,0-1-1 0 0,0 1 0 0 0,0 0 0 0 0,0 0-29 0 0,0 0 0 0 0,0-1 0 0 0,0 1 0 0 0,-1 0 0 0 0,1-1 1 0 0,0 1-1 0 0,0 0 0 0 0,-1 0 0 0 0,1-1 0 0 0,0 1 0 0 0,-1 0 1 0 0,1-1-1 0 0,0 1 0 0 0,-1-1 0 0 0,1 1 0 0 0,-1-1 0 0 0,1 1 0 0 0,-1-1 1 0 0,1 1-1 0 0,-1-1 0 0 0,0 1 0 0 0,1-1 0 0 0,-1 1 0 0 0,1-1 0 0 0,-1 0 1 0 0,0 1-1 0 0,1-1 0 0 0,-1 0 0 0 0,0 0 0 0 0,-1 1 0 0 0,-8 4-1008 0 0,9-3 799 0 0,0-1 0 0 0,1 0 0 0 0,-1 1 0 0 0,0-1 0 0 0,1 1 0 0 0,-1-1 0 0 0,1 1 0 0 0,0-1 0 0 0,0 1 0 0 0,-1-1 0 0 0,1 1 0 0 0,0-1 0 0 0,0 1 0 0 0,1 1 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60 212 480 0 0,'0'-1'156'0'0,"0"1"-1"0"0,0-1 1 0 0,0 0-1 0 0,1 1 1 0 0,-1-1-1 0 0,0 1 1 0 0,0-1-1 0 0,0 0 1 0 0,0 1-1 0 0,1-1 1 0 0,-1 1-1 0 0,0-1 1 0 0,0 1-1 0 0,1-1 1 0 0,-1 1-1 0 0,1-1 1 0 0,-1 1-1 0 0,0-1 1 0 0,1 1-1 0 0,-1-1 1 0 0,1 1-1 0 0,-1-1 1 0 0,1 1-1 0 0,-1 0 1 0 0,1-1-1 0 0,-1 1 1 0 0,1 0-1 0 0,0 0 1 0 0,-1-1-1 0 0,1 1 1 0 0,-1 0-1 0 0,1 0 1 0 0,0 0-1 0 0,-1 0 1 0 0,1 0-1 0 0,-1 0 0 0 0,1 0 1 0 0,0 0-1 0 0,-1 0 1 0 0,1 0-1 0 0,0 0 1 0 0,-1 0-1 0 0,1 0 1 0 0,-1 1-1 0 0,2-1 1 0 0,3 0-105 0 0,0 0 1469 0 0,-10 0 1 0 0,4 0-1339 0 0,0 0-29 0 0,0 0 0 0 0,-1 0 0 0 0,1 0-1 0 0,-1 0 1 0 0,1 0 0 0 0,0 0 0 0 0,-1 0 0 0 0,1 0 0 0 0,0 0 0 0 0,-1 1 0 0 0,1-1 0 0 0,0 0 0 0 0,0 1 0 0 0,-1-1 0 0 0,1 1 0 0 0,-3 2 4141 0 0,9-3-3800 0 0,16 0-161 0 0,-16 0 54 0 0,-10-1-440 0 0,3 1 50 0 0,-10-3-60 0 0,14 0-31 0 0,-1 3 87 0 0,0-1-1 0 0,0 0 1 0 0,0 0 0 0 0,1 0 0 0 0,-1 0-1 0 0,0 0 1 0 0,0 0 0 0 0,0-1 0 0 0,0 1-1 0 0,-1 0 1 0 0,1 0 0 0 0,0-1 0 0 0,-1 1-1 0 0,1 0 1 0 0,0-1 0 0 0,-1 1 0 0 0,1-1 0 0 0,-1 1-1 0 0,0 0 1 0 0,0-1 0 0 0,1 1 0 0 0,-1-1-1 0 0,0-2 1 0 0,0-159-233 0 0,0 161 173 0 0,0 36-1133 0 0,0-32 1190 0 0,-1 0 0 0 0,1 0 0 0 0,0-1 1 0 0,0 1-1 0 0,-1 0 0 0 0,1 0 0 0 0,-1-1 0 0 0,0 1 0 0 0,1 0 1 0 0,-1-1-1 0 0,0 1 0 0 0,0 0 0 0 0,0-1 0 0 0,0 1 1 0 0,0-1-1 0 0,-1 0 0 0 0,0 2 0 0 0,0-1 4 0 0,1-1-1 0 0,-1 1 1 0 0,1 0-1 0 0,-1 0 1 0 0,1 0-1 0 0,0-1 1 0 0,0 2-1 0 0,0-1 1 0 0,0 0-1 0 0,0 0 1 0 0,1 0-1 0 0,-1 0 1 0 0,0 0-1 0 0,1 1 1 0 0,0-1-1 0 0,-1 0 1 0 0,1 4-1 0 0,0 1 14 0 0,-1 0-1 0 0,0 0 1 0 0,0 0-1 0 0,-1 1 0 0 0,0-1 1 0 0,-5 12-1 0 0,4-11-5 0 0,0-1 1 0 0,1 1-1 0 0,0 0 0 0 0,0 0 0 0 0,0 0 0 0 0,0 16 1 0 0,2-21-5 0 0,0-1 1 0 0,-1 1-1 0 0,1 0 1 0 0,-1 0-1 0 0,1 0 0 0 0,-1-1 1 0 0,0 1-1 0 0,0 0 1 0 0,-1-1-1 0 0,1 1 1 0 0,0-1-1 0 0,-1 0 1 0 0,-2 4-1 0 0,2-4 5 0 0,1 0-1 0 0,-1 1 1 0 0,1-1 0 0 0,-1 1-1 0 0,1-1 1 0 0,0 1-1 0 0,0 0 1 0 0,0-1-1 0 0,0 1 1 0 0,0 0 0 0 0,1 0-1 0 0,0 0 1 0 0,-1 3-1 0 0,1 64-468 0 0,5-68 387 0 0,15 3 0 0 0,-15-4 0 0 0,0-1-66 0 0,7 0 137 0 0,1-1 0 0 0,-1 0 0 0 0,0-1 0 0 0,0 0 0 0 0,0-1 0 0 0,0-1 0 0 0,-1 0 0 0 0,14-6 1 0 0,4-5 63 0 0,-24 13-45 0 0,-1 0 1 0 0,1 0-1 0 0,-1 0 1 0 0,0 0 0 0 0,0-1-1 0 0,0 1 1 0 0,0-1-1 0 0,0 0 1 0 0,-1 0-1 0 0,1-1 1 0 0,-1 1-1 0 0,0-1 1 0 0,0 0-1 0 0,4-6 1 0 0,-6 8-6 0 0,6-9-9 0 0,-1 0-1 0 0,0 0 0 0 0,-1-1 0 0 0,0 0 0 0 0,-1 0 0 0 0,0 0 0 0 0,0 0 0 0 0,-2-1 0 0 0,1 1 0 0 0,-2-1 1 0 0,1-18-1 0 0,-5-12-9 0 0,2 41 13 0 0,0 0 1 0 0,0 1-1 0 0,0-1 0 0 0,0 0 0 0 0,0 0 0 0 0,0 1 0 0 0,0-1 1 0 0,0 1-1 0 0,-1-1 0 0 0,1 1 0 0 0,0-1 0 0 0,-1 1 0 0 0,0 0 1 0 0,1 0-1 0 0,-3-2 0 0 0,4 3 0 0 0,0 0-1 0 0,1 0 1 0 0,-1 0 0 0 0,0 0 0 0 0,1 0-1 0 0,-1 0 1 0 0,0 0 0 0 0,1 0-1 0 0,-1 0 1 0 0,0 0 0 0 0,0 0 0 0 0,1 0-1 0 0,-1 0 1 0 0,0-1 0 0 0,1 1-1 0 0,-1 0 1 0 0,0 0 0 0 0,0 0 0 0 0,1 0-1 0 0,-1-1 1 0 0,0 1 0 0 0,0 0 0 0 0,0 0-1 0 0,1-1 1 0 0,-1 1 0 0 0,0 0-1 0 0,0 0 1 0 0,0-1 0 0 0,0 1 0 0 0,1 0-1 0 0,-1-1 1 0 0,0 1 0 0 0,0 0-1 0 0,0-1 1 0 0,0 1 0 0 0,0 0 0 0 0,0 0-1 0 0,0-1 1 0 0,0 1 0 0 0,0 0 0 0 0,0-1-1 0 0,0 1 1 0 0,0 0 0 0 0,0-1-1 0 0,0 1 1 0 0,0 0 0 0 0,0-1 0 0 0,-1 1-1 0 0,1 0 1 0 0,0 0 0 0 0,0-1-1 0 0,0 1 1 0 0,0 0 0 0 0,-1 0 0 0 0,1-1-1 0 0,0 1 1 0 0,0 0 0 0 0,0 0-1 0 0,-1-1 1 0 0,1 1 0 0 0,0 0 0 0 0,0 0-1 0 0,-1 0 1 0 0,1-1 0 0 0,1 1-12 0 0,0 0 1 0 0,0-1-1 0 0,0 1 1 0 0,0 0-1 0 0,0 0 1 0 0,0 0-1 0 0,0 0 1 0 0,0 0 0 0 0,0 0-1 0 0,0 0 1 0 0,0 0-1 0 0,0 0 1 0 0,1 1-1 0 0,-1-1 1 0 0,0 0-1 0 0,0 1 1 0 0,0-1-1 0 0,1 1 1 0 0,-1 21-73 0 0,1-1 0 0 0,1 1 0 0 0,1-1 0 0 0,0 0 0 0 0,13 32 1 0 0,7 35 126 0 0,-8-18 42 0 0,-10-52-61 0 0,-2 0 0 0 0,0 0 1 0 0,-2 1-1 0 0,1 20 0 0 0,-3-32-144 0 0,1 0 0 0 0,-1 1 0 0 0,1-1 1 0 0,1 0-1 0 0,-1 0 0 0 0,1 0 0 0 0,0 0 0 0 0,1 0 0 0 0,-1 0 1 0 0,6 9-1 0 0,-4-11-380 0 0,0 1 0 0 0,-1-1 0 0 0,2 0 0 0 0,-1 0 1 0 0,1-1-1 0 0,-1 1 0 0 0,11 6 0 0 0,40 16-5568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2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2001 0 0,'0'0'2321'0'0,"-31"0"3282"0"0,31 6-5043 0 0,0 2-240 0 0,0 3-320 0 0,0 16 0 0 0,31 17-80 0 0,-31 14 0 0 0,30-21-160 0 0,30-11-561 0 0,-30-1-959 0 0,-30 8-3443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2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56 3041 0 0,'-61'20'6964'0'0,"-29"-7"-4964"0"0,29-19-2560 0 0,61-1-80 0 0,0-5 400 0 0,0-1-240 0 0,31-7-641 0 0,-31-10-2481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38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45 4562 0 0,'-5'0'2588'0'0,"-16"0"-1294"0"0,8-1-963 0 0,-1 0 0 0 0,0 0-1 0 0,0-1 1 0 0,-21-7 0 0 0,25-1-104 0 0,7 9-201 0 0,2 2-18 0 0,0-1 1 0 0,0 0-1 0 0,0 0 1 0 0,0 0-1 0 0,0 0 0 0 0,0 0 1 0 0,0 0-1 0 0,0 0 0 0 0,0 0 1 0 0,0-1-1 0 0,0 1 0 0 0,0 0 1 0 0,0-1-1 0 0,1 1 0 0 0,-1 0 1 0 0,0-1-1 0 0,0 1 0 0 0,0-1 1 0 0,0 1-1 0 0,1-1 0 0 0,-1 0 1 0 0,0 1-1 0 0,0-2 0 0 0,-49 0 473 0 0,48 1-454 0 0,-13-2 140 0 0,0 1-1 0 0,0 0 1 0 0,-23 0-1 0 0,32 2-150 0 0,1 1-1 0 0,-1 0 0 0 0,1 0 0 0 0,0 0 1 0 0,0 1-1 0 0,0 0 0 0 0,0 0 0 0 0,0 0 1 0 0,0 0-1 0 0,0 1 0 0 0,0 0 0 0 0,1 0 1 0 0,-6 4-1 0 0,-2 2 26 0 0,0-1 1 0 0,0-1-1 0 0,-16 8 0 0 0,18-11-23 0 0,1 0-1 0 0,-1 1 0 0 0,1 1 0 0 0,0 0 0 0 0,1 0 0 0 0,0 0 1 0 0,0 1-1 0 0,-8 8 0 0 0,-64 86 130 0 0,70-53-147 0 0,0-36 0 0 0,8-10 0 0 0,1-1 0 0 0,-1 1 0 0 0,1 0 0 0 0,0-1 0 0 0,0 1 0 0 0,0 0 0 0 0,0 0 0 0 0,0 0 0 0 0,0 0 0 0 0,0 0 0 0 0,0 0 0 0 0,1 0 0 0 0,-1 0 0 0 0,1 1 0 0 0,0-1 0 0 0,-1 0 0 0 0,1 0 0 0 0,0 0 0 0 0,1 4 0 0 0,-1 2-2 0 0,0-5 4 0 0,1 0-1 0 0,-1 0 0 0 0,0 0 0 0 0,0 0 1 0 0,0 0-1 0 0,-1 0 0 0 0,1-1 0 0 0,-1 1 0 0 0,0 0 1 0 0,0 0-1 0 0,-1 4 0 0 0,-7 3 26 0 0,8-8-26 0 0,-1-1 0 0 0,1 1 0 0 0,-1-1 0 0 0,1 1 0 0 0,0 0-1 0 0,-1 0 1 0 0,1-1 0 0 0,0 1 0 0 0,0 0 0 0 0,0 0 0 0 0,0 0-1 0 0,1 0 1 0 0,-1 0 0 0 0,1 0 0 0 0,-1 0 0 0 0,1 0 0 0 0,-1 1-1 0 0,1-1 1 0 0,0 0 0 0 0,0 0 0 0 0,0 0 0 0 0,0 0 0 0 0,1 0-1 0 0,-1 1 1 0 0,1-1 0 0 0,-1 0 0 0 0,1 0 0 0 0,0 0 0 0 0,-1 0 0 0 0,3 2-1 0 0,4 8-17 0 0,-5-8 13 0 0,0 0 0 0 0,0-1 1 0 0,0 1-1 0 0,0 0 0 0 0,0 0 0 0 0,-1 0 0 0 0,0 0 1 0 0,0 0-1 0 0,0 0 0 0 0,0 0 0 0 0,-1 0 0 0 0,1 5 1 0 0,-1-3 3 0 0,1-1 0 0 0,-1 0 0 0 0,1 1 0 0 0,1-1 0 0 0,-1 0 0 0 0,1 0 0 0 0,0 0 0 0 0,4 9 0 0 0,-4-10 0 0 0,1 1 0 0 0,-1 0 0 0 0,-1-1 0 0 0,1 1 0 0 0,-1 0 0 0 0,1 0 0 0 0,-2 0 0 0 0,2 9 0 0 0,-2-9 0 0 0,0-1 0 0 0,1 0 0 0 0,0 0 0 0 0,-1 0 0 0 0,1 0 0 0 0,1 0 0 0 0,-1 0 0 0 0,1 0 0 0 0,-1-1 0 0 0,1 1 0 0 0,0 0 0 0 0,0-1 0 0 0,1 1 0 0 0,-1-1 0 0 0,1 0 0 0 0,5 5 0 0 0,16 26 0 0 0,-5 9-11 0 0,-14-30 3 0 0,1 0 0 0 0,0 0 1 0 0,1 0-1 0 0,0-1 0 0 0,1 0 1 0 0,0 0-1 0 0,1-1 0 0 0,12 12 1 0 0,-18-21 10 0 0,0 1 1 0 0,-1 0-1 0 0,1 0 1 0 0,-1 0-1 0 0,0 0 1 0 0,1 0-1 0 0,-1 0 0 0 0,-1 0 1 0 0,1 1-1 0 0,0-1 1 0 0,-1 1-1 0 0,0 0 1 0 0,0-1-1 0 0,0 1 1 0 0,0 0-1 0 0,0 0 1 0 0,-1 0-1 0 0,0-1 1 0 0,0 1-1 0 0,0 0 1 0 0,0 0-1 0 0,-1 4 1 0 0,1-6-4 0 0,1 0 0 0 0,0-1 0 0 0,-1 1 0 0 0,1 0 0 0 0,0-1 0 0 0,0 1 0 0 0,-1-1 0 0 0,1 1 0 0 0,1-1 1 0 0,-1 1-1 0 0,0-1 0 0 0,0 0 0 0 0,0 0 0 0 0,1 1 0 0 0,-1-1 0 0 0,0 0 0 0 0,4 1 0 0 0,9 11-15 0 0,16 17-51 0 0,-4-18 66 0 0,9 1-14 0 0,-29-10-3 0 0,0 0-1 0 0,0-1 0 0 0,0 1 0 0 0,0-1 1 0 0,1-1-1 0 0,-1 1 0 0 0,11 0 0 0 0,-16-2 19 0 0,0 0-1 0 0,1 0 1 0 0,-1 0-1 0 0,0 0 1 0 0,0 1-1 0 0,0-1 1 0 0,0 0-1 0 0,0 1 1 0 0,1-1-1 0 0,-1 1 1 0 0,0-1-1 0 0,0 1 1 0 0,0-1-1 0 0,0 1 0 0 0,0 0 1 0 0,-1 0-1 0 0,2 0 1 0 0,3 3 14 0 0,0-1 0 0 0,0 0 0 0 0,0 0-1 0 0,0-1 1 0 0,0 1 0 0 0,0-1 0 0 0,1 0 0 0 0,-1 0 0 0 0,1-1 0 0 0,-1 0 0 0 0,1 0 0 0 0,0 0-1 0 0,0-1 1 0 0,-1 0 0 0 0,1 0 0 0 0,0 0 0 0 0,-1-1 0 0 0,1 1 0 0 0,0-1 0 0 0,-1-1-1 0 0,10-3 1 0 0,10-4 1 0 0,-1-1-1 0 0,0-2 0 0 0,34-22 0 0 0,-42 25-16 0 0,15-10 54 0 0,-1-1 0 0 0,-1-1 1 0 0,-1-2-1 0 0,45-47 1 0 0,-67 63 0 0 0,-1-1 1 0 0,0 0 0 0 0,0 0 0 0 0,-1 0 0 0 0,0-1 0 0 0,0 0-1 0 0,-1 0 1 0 0,0 0 0 0 0,-1 0 0 0 0,0 0 0 0 0,0 0 0 0 0,-1 0 0 0 0,0-18-1 0 0,-2-1 118 0 0,-2 0 0 0 0,0 0-1 0 0,-9-28 1 0 0,4 16-159 0 0,6 25 6 0 0,-1 0-1 0 0,-1-1 1 0 0,0 2 0 0 0,-11-24 0 0 0,10 29-17 0 0,0 0 1 0 0,-1 0 0 0 0,0 1 0 0 0,-1 0 0 0 0,0 1 0 0 0,0-1 0 0 0,-1 2 0 0 0,-13-11 0 0 0,15 12-125 0 0,0 1-1 0 0,0 0 1 0 0,-1 1-1 0 0,1 0 1 0 0,-1 0 0 0 0,0 0-1 0 0,0 1 1 0 0,0 0 0 0 0,0 0-1 0 0,0 1 1 0 0,0-1-1 0 0,0 2 1 0 0,-1-1 0 0 0,1 1-1 0 0,0 0 1 0 0,-1 1 0 0 0,1-1-1 0 0,0 2 1 0 0,0-1-1 0 0,0 1 1 0 0,0 0 0 0 0,-12 5-1 0 0,16-6-13 0 0,1 0-1 0 0,0 0 1 0 0,0 0-1 0 0,0 0 1 0 0,0 1-1 0 0,1-1 1 0 0,-1 1-1 0 0,0-1 1 0 0,0 1-1 0 0,1-1 0 0 0,-1 1 1 0 0,1 0-1 0 0,0 0 1 0 0,-1 0-1 0 0,1 0 1 0 0,-2 4-1 0 0,2 1-636 0 0,-1 0-1 0 0,1 0 0 0 0,1 0 1 0 0,-1 0-1 0 0,1 10 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0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77 2961 0 0,'0'0'4883'0'0,"-30"6"-2802"0"0,0 1-961 0 0,30-1-640 0 0,0-12-480 0 0,0-7-400 0 0,0 7 80 0 0,30-13-640 0 0,-30 0-1762 0 0,-30-14-719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06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1601 0 0,'0'-2'4284'0'0,"0"-4"-3526"0"0,0-5-252 0 0,0 6-443 0 0,0 8-1032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4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41 400 0 0,'2'-2'328'0'0,"0"0"-1"0"0,-1 1 1 0 0,1-1-1 0 0,0 1 1 0 0,-1 0-1 0 0,1-1 1 0 0,0 1-1 0 0,0 0 1 0 0,0 0-1 0 0,0 0 1 0 0,0 1-1 0 0,0-1 1 0 0,4-1-1 0 0,0 0 864 0 0,-3 2-858 0 0,-2 0-272 0 0,0 0 0 0 0,0 0 0 0 0,0 0 0 0 0,0 0 0 0 0,0-1-1 0 0,0 1 1 0 0,0 0 0 0 0,0 0 0 0 0,0-1 0 0 0,0 1 0 0 0,0-1-1 0 0,-1 1 1 0 0,1-1 0 0 0,0 1 0 0 0,0-1 0 0 0,0 1 0 0 0,0-1-1 0 0,-1 0 1 0 0,1 1 0 0 0,0-1 0 0 0,-1 0 0 0 0,1 0 0 0 0,0 1 0 0 0,0-3-1 0 0,0 3-36 0 0,-1-1 0 0 0,1 0 0 0 0,0 0-1 0 0,0 1 1 0 0,0-1 0 0 0,0 1 0 0 0,0-1 0 0 0,0 1-1 0 0,0-1 1 0 0,0 1 0 0 0,0 0 0 0 0,0-1 0 0 0,0 1-1 0 0,0 0 1 0 0,0 0 0 0 0,0 0 0 0 0,0 0 0 0 0,0 0-1 0 0,0 0 1 0 0,1 0 0 0 0,-1 0 0 0 0,0 0-1 0 0,0 0 1 0 0,1 1 0 0 0,2-1 35 0 0,3-1-67 0 0,0 1 0 0 0,0 0-1 0 0,0 0 1 0 0,0 1 0 0 0,0-1 0 0 0,0 2 0 0 0,0-1 0 0 0,10 4 0 0 0,1 0-39 0 0,-10-2 96 0 0,0 0 0 0 0,0 0 0 0 0,0 1 0 0 0,0 0-1 0 0,0 1 1 0 0,-1-1 0 0 0,0 1 0 0 0,0 1 0 0 0,0-1 0 0 0,0 1 0 0 0,-1 1 0 0 0,0-1 0 0 0,-1 1 0 0 0,10 14 0 0 0,16 49 631 0 0,-31-68-666 0 0,1 1 0 0 0,0 0-1 0 0,-1-1 1 0 0,1 1 0 0 0,-1 0 0 0 0,0-1 0 0 0,0 1 0 0 0,0 0 0 0 0,0 0-1 0 0,-1-1 1 0 0,1 1 0 0 0,-1 0 0 0 0,1-1 0 0 0,-1 1 0 0 0,0 0 0 0 0,0-1-1 0 0,0 1 1 0 0,-2 2 0 0 0,-35 48 167 0 0,32-46-155 0 0,0 0 0 0 0,0 0 0 0 0,1 1 0 0 0,0 0 0 0 0,-4 9 0 0 0,8-12-6 0 0,-1 1 0 0 0,2 0-1 0 0,-1 0 1 0 0,1 0 0 0 0,-1 0-1 0 0,2-1 1 0 0,0 7 0 0 0,-1-7-8 0 0,1 0 0 0 0,-1-1 1 0 0,0 1-1 0 0,0 0 0 0 0,0-1 1 0 0,-1 1-1 0 0,1 0 1 0 0,-1-1-1 0 0,-1 1 0 0 0,-2 8 1 0 0,2-10-14 0 0,0 0 1 0 0,0-1 0 0 0,0 1 0 0 0,0 0-1 0 0,-1-1 1 0 0,1 1 0 0 0,-1-1 0 0 0,0 0-1 0 0,0 0 1 0 0,0 0 0 0 0,0 0 0 0 0,-4 1-1 0 0,5-2-8 0 0,1 0-1 0 0,-1-1 1 0 0,1 1-1 0 0,-1-1 1 0 0,0 1-1 0 0,0-1 1 0 0,1 0 0 0 0,-1 0-1 0 0,0 0 1 0 0,1 0-1 0 0,-1 0 1 0 0,0 0-1 0 0,0 0 1 0 0,1 0-1 0 0,-1-1 1 0 0,0 1-1 0 0,0-1 1 0 0,1 1-1 0 0,-1-1 1 0 0,1 0-1 0 0,-1 1 1 0 0,1-1-1 0 0,-1 0 1 0 0,-2-2 0 0 0,1 0-21 0 0,0 0 0 0 0,0 0 1 0 0,1 0-1 0 0,-1 0 1 0 0,1 0-1 0 0,-1-1 0 0 0,1 1 1 0 0,0-1-1 0 0,0 0 1 0 0,1 1-1 0 0,-1-1 1 0 0,-1-7-1 0 0,-1-49-146 0 0,4 43 110 0 0,0-62-175 0 0,0 78 238 0 0,0 0-1 0 0,0 0 1 0 0,0 0-1 0 0,0 0 1 0 0,0 0-1 0 0,0 0 1 0 0,0 0-1 0 0,0 0 1 0 0,0 0-1 0 0,1 0 1 0 0,-1 0-1 0 0,0 0 1 0 0,1 0-1 0 0,-1 0 1 0 0,1 0-1 0 0,-1 1 1 0 0,1-1-1 0 0,0-1 1 0 0,19-4 3 0 0,-15 7 25 0 0,-1 0 0 0 0,0 1 0 0 0,0-1 0 0 0,0 1 0 0 0,0 0 1 0 0,0 0-1 0 0,0 1 0 0 0,-1-1 0 0 0,1 1 0 0 0,-1 0 0 0 0,1 0 0 0 0,-1 0 0 0 0,0 0 1 0 0,0 1-1 0 0,2 3 0 0 0,5 4 106 0 0,101 105 1097 0 0,-108-112-1217 0 0,0 0 1 0 0,1-1 0 0 0,0 1-1 0 0,0-1 1 0 0,0 0 0 0 0,0 0-1 0 0,1 0 1 0 0,-1-1 0 0 0,8 3 0 0 0,-10-4-72 0 0,0-1 0 0 0,0 1 1 0 0,0-1-1 0 0,-1 0 1 0 0,1 0-1 0 0,0 1 0 0 0,0-2 1 0 0,0 1-1 0 0,0 0 1 0 0,0 0-1 0 0,0 0 0 0 0,0-1 1 0 0,-1 1-1 0 0,1-1 1 0 0,0 0-1 0 0,0 0 0 0 0,0 1 1 0 0,-1-1-1 0 0,1 0 0 0 0,-1 0 1 0 0,1 0-1 0 0,1-2 1 0 0,3-10-1282 0 0,-2 0-373 0 0,16-9-834 0 0,-19 19 2236 0 0,0 0-1 0 0,0 0 1 0 0,0-1 0 0 0,0 1-1 0 0,-1 0 1 0 0,0-1-1 0 0,1 1 1 0 0,-2-6 0 0 0,1 9 282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2241 0 0,'0'0'3762'0'0,"0"10"-761"0"0,1-8-2928 0 0,-1 1-1 0 0,0 0 1 0 0,0-1 0 0 0,1 1-1 0 0,0-1 1 0 0,-1 1 0 0 0,1-1-1 0 0,0 1 1 0 0,0-1 0 0 0,3 4-1 0 0,7 23 236 0 0,-2 46 346 0 0,16 12 192 0 0,-18-69-596 0 0,-1 1 1 0 0,-1-1-1 0 0,-1 1 0 0 0,-1 0 0 0 0,2 23 1 0 0,-5 35-78 0 0,0-77-212 0 0,0 0 0 0 0,0 1 0 0 0,0-1 0 0 0,0 0 0 0 0,0 1 0 0 0,0-1-1 0 0,0 0 1 0 0,0 0 0 0 0,1 1 0 0 0,-1-1 0 0 0,0 0 0 0 0,0 1 0 0 0,0-1 0 0 0,0 0 0 0 0,1 0 0 0 0,-1 1-1 0 0,0-1 1 0 0,0 0 0 0 0,0 0 0 0 0,1 0 0 0 0,-1 1 0 0 0,0-1 0 0 0,0 0 0 0 0,1 0 0 0 0,-1 0 0 0 0,0 0 0 0 0,0 0-1 0 0,1 1 1 0 0,-1-1 0 0 0,0 0 0 0 0,1 0 0 0 0,-1 0 0 0 0,0 0 0 0 0,0 0 0 0 0,1 0 0 0 0,-1 0 0 0 0,0 0 0 0 0,1 0-1 0 0,-1 0 1 0 0,0 0 0 0 0,1 0 0 0 0,-1 0 0 0 0,0 0 0 0 0,0-1 0 0 0,1 1 0 0 0,-1 0 0 0 0,1 0 0 0 0,18-8-2507 0 0,-14 6 445 0 0,20-5-2101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0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90 4962 0 0,'-60'37'6163'0'0,"-1"1"-3922"0"0,31-30-2081 0 0,30-21-400 0 0,30-1-320 0 0,-30-5-641 0 0,31-18-1360 0 0,-31-53-6243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07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2561 0 0,'0'-5'2481'0'0,"0"-1"481"0"0,0-2-1922 0 0,0 2-960 0 0,30 1-2801 0 0,-30 10-1761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 1040 0 0,'-30'-6'7284'0'0,"-1"6"-3763"0"0,31-6-4961 0 0,31-1-641 0 0,-1 14-3282 0 0,-30 5 3042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31 262 2561 0 0,'-3'1'543'0'0,"1"0"-1"0"0,0 0 1 0 0,0 1-1 0 0,0-1 1 0 0,-1 0-1 0 0,1 1 0 0 0,1-1 1 0 0,-1 1-1 0 0,0 0 1 0 0,0 0-1 0 0,1-1 1 0 0,-1 1-1 0 0,1 0 1 0 0,-3 3-1 0 0,4-6-449 0 0,0 0-1 0 0,0-1 0 0 0,1 1 1 0 0,-1 0-1 0 0,0-1 0 0 0,0 1 1 0 0,1-1-1 0 0,-1 1 0 0 0,0 0 1 0 0,1-1-1 0 0,0 1 0 0 0,-1 0 1 0 0,1 0-1 0 0,0 0 0 0 0,-1-1 1 0 0,1 1-1 0 0,0 0 0 0 0,0 0 1 0 0,0 0-1 0 0,0 0 0 0 0,0 0 1 0 0,0 0-1 0 0,2-1 0 0 0,7-6 173 0 0,1-6 184 0 0,13-11 170 0 0,-22 24-571 0 0,0-1 1 0 0,0 1 0 0 0,0-1-1 0 0,0 1 1 0 0,0-1 0 0 0,0 0 0 0 0,0 0-1 0 0,-1 0 1 0 0,1 0 0 0 0,-1 0-1 0 0,1 0 1 0 0,-1 0 0 0 0,0 0 0 0 0,0-1-1 0 0,0 1 1 0 0,0 0 0 0 0,0-1-1 0 0,-1 1 1 0 0,1-1 0 0 0,-1 1 0 0 0,1-1-1 0 0,-1-4 1 0 0,0 4 13 0 0,1-1 0 0 0,-1 1 0 0 0,1-1 0 0 0,0 1 0 0 0,0 0 0 0 0,0-1 0 0 0,1 1 0 0 0,-1 0 0 0 0,1 0-1 0 0,0 0 1 0 0,0 0 0 0 0,0 0 0 0 0,0 0 0 0 0,0 0 0 0 0,1 1 0 0 0,2-3 0 0 0,-3 2-13 0 0,1 1-1 0 0,-1 0 0 0 0,0-1 1 0 0,0 1-1 0 0,0-1 1 0 0,0 0-1 0 0,0 1 0 0 0,-1-1 1 0 0,1 0-1 0 0,-1 0 1 0 0,0 0-1 0 0,0-1 0 0 0,0 1 1 0 0,0 0-1 0 0,0-6 1 0 0,-1 8-37 0 0,0-1 0 0 0,0 1 0 0 0,0 0 1 0 0,0 0-1 0 0,1 0 0 0 0,-1 0 1 0 0,0 0-1 0 0,0 0 0 0 0,1 0 0 0 0,-1 0 1 0 0,1 0-1 0 0,-1 0 0 0 0,1 0 1 0 0,-1 0-1 0 0,1 0 0 0 0,0 0 0 0 0,-1 0 1 0 0,1 0-1 0 0,0 0 0 0 0,0 1 1 0 0,-1-1-1 0 0,1 0 0 0 0,0 0 1 0 0,0 1-1 0 0,0-1 0 0 0,2 0 0 0 0,-2 1 0 0 0,0-1 0 0 0,-1 0 0 0 0,1 1 0 0 0,0-1 0 0 0,0 1 0 0 0,0-1 0 0 0,0 0 0 0 0,0 0 0 0 0,-1 1 0 0 0,1-1 0 0 0,0 0-1 0 0,-1 0 1 0 0,1 0 0 0 0,-1 0 0 0 0,1 0 0 0 0,-1 0 0 0 0,1 0 0 0 0,-1 0 0 0 0,1 0 0 0 0,-1 0 0 0 0,0 0 0 0 0,0 0 0 0 0,0 0-1 0 0,1 0 1 0 0,-1 0 0 0 0,0-2 0 0 0,0 2 68 0 0,0 2-58 0 0,-1 0-23 0 0,1-1 1 0 0,0 1-1 0 0,0-1 0 0 0,0 0 0 0 0,0 1 1 0 0,0-1-1 0 0,0 1 0 0 0,0-1 1 0 0,0 1-1 0 0,0-1 0 0 0,0 1 0 0 0,0-1 1 0 0,1 0-1 0 0,-1 1 0 0 0,0-1 0 0 0,0 1 1 0 0,0-1-1 0 0,0 0 0 0 0,1 1 1 0 0,-1-1-1 0 0,0 0 0 0 0,0 1 0 0 0,1-1 1 0 0,-1 0-1 0 0,0 1 0 0 0,1-1 0 0 0,-1 0 1 0 0,0 1-1 0 0,2-1 0 0 0,-1 1 1 0 0,0-1 1 0 0,1 0-1 0 0,-1 1 0 0 0,0-1 0 0 0,0 1 0 0 0,1 0 0 0 0,-1-1 1 0 0,0 1-1 0 0,0 0 0 0 0,0 0 0 0 0,0-1 0 0 0,0 1 0 0 0,0 0 1 0 0,0 0-1 0 0,0 0 0 0 0,0 0 0 0 0,0 1 0 0 0,1 1 1 0 0,1 40-15 0 0,-3-36 11 0 0,1 37-15 0 0,1-18 13 0 0,-1 0 1 0 0,-2 0 0 0 0,-1 0-1 0 0,-4 25 1 0 0,-4-18 26 0 0,6-23-6 0 0,1-1 1 0 0,1 1-1 0 0,0-1 0 0 0,0 1 1 0 0,0 19-1 0 0,2 109-109 0 0,-1-136 44 0 0,1-1 1 0 0,0 0 0 0 0,0 0 0 0 0,0 0 0 0 0,0 0 0 0 0,0 0 0 0 0,0 0-1 0 0,0 0 1 0 0,0 0 0 0 0,1 0 0 0 0,-1 0 0 0 0,0 1 0 0 0,1-1-1 0 0,-1 0 1 0 0,1 0 0 0 0,-1-1 0 0 0,1 1 0 0 0,-1 0 0 0 0,1 0 0 0 0,0 0-1 0 0,-1 0 1 0 0,1 0 0 0 0,0 0 0 0 0,0-1 0 0 0,0 1 0 0 0,0 0 0 0 0,-1-1-1 0 0,1 1 1 0 0,0-1 0 0 0,0 1 0 0 0,0-1 0 0 0,0 1 0 0 0,0-1 0 0 0,2 1-1 0 0,0-1-517 0 0,1-1 0 0 0,-1 1 0 0 0,0 0 0 0 0,1-1 0 0 0,-1 0 0 0 0,1 0 0 0 0,-1 0 0 0 0,0 0 0 0 0,0 0 0 0 0,0-1 0 0 0,1 0-1 0 0,2-2 1 0 0,49-30-5570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4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39 2081 0 0,'8'6'3316'0'0,"9"-6"-3078"0"0,-16-1 10 0 0,4 1 2500 0 0,0 0-2348 0 0,15 0-67 0 0,-15 0 374 0 0,-4-1-100 0 0,-7-2-413 0 0,-14 2 219 0 0,19 1-391 0 0,1 0 1 0 0,0 0-1 0 0,-1 0 0 0 0,1-1 0 0 0,0 1 0 0 0,0 0 0 0 0,-1 0 1 0 0,1 0-1 0 0,0 0 0 0 0,0 0 0 0 0,-1 0 0 0 0,1-1 0 0 0,0 1 1 0 0,0 0-1 0 0,0 0 0 0 0,-1 0 0 0 0,1 0 0 0 0,0-1 0 0 0,0 1 1 0 0,0 0-1 0 0,-1 0 0 0 0,1-1 0 0 0,0 1 0 0 0,0 0 0 0 0,0 0 1 0 0,0-1-1 0 0,0 1 0 0 0,0 0 0 0 0,0 0 0 0 0,0-1 0 0 0,0 1 1 0 0,0 0-1 0 0,0-1 0 0 0,0 1 0 0 0,0 0 0 0 0,0 0 0 0 0,0-1 1 0 0,0 1-1 0 0,0 0 0 0 0,0 0 0 0 0,0-1 0 0 0,0 1 0 0 0,0 0 1 0 0,0-1-1 0 0,0 1 0 0 0,0 0 0 0 0,1 0 0 0 0,-1 0 0 0 0,0-1 1 0 0,0 1-1 0 0,0 0 0 0 0,1 0 0 0 0,-1-1 0 0 0,0 1 0 0 0,0 0 1 0 0,0 0-1 0 0,1 0 0 0 0,-1 0 0 0 0,0 0 0 0 0,0-1 0 0 0,1 1 1 0 0,-1 0-1 0 0,0 0 0 0 0,0 0 0 0 0,1 0 0 0 0,-1 0 0 0 0,1 0 1 0 0,1-1-20 0 0,-1 1 31 0 0,0 0 0 0 0,0 0 0 0 0,0 0 0 0 0,0 0 1 0 0,0-1-1 0 0,0 1 0 0 0,0 0 0 0 0,0-1 1 0 0,0 1-1 0 0,0 0 0 0 0,-1-1 0 0 0,1 1 0 0 0,0-1 1 0 0,0 0-1 0 0,0 1 0 0 0,-1-1 0 0 0,1 0 0 0 0,0 1 1 0 0,-1-1-1 0 0,1 0 0 0 0,0 0 0 0 0,-1 1 1 0 0,1-1-1 0 0,-1 0 0 0 0,1 0 0 0 0,-1 0 0 0 0,0 0 1 0 0,1 0-1 0 0,-1 0 0 0 0,0 0 0 0 0,0 0 0 0 0,1 0 1 0 0,-1 0-1 0 0,0-1 0 0 0,0 0 1007 0 0,-5 4-948 0 0,-12 1-26 0 0,-1-1-1 0 0,1-1 1 0 0,-31-1 0 0 0,25 0-18 0 0,1 0 0 0 0,-34 6-1 0 0,36-2 33 0 0,-114 28 302 0 0,132-32-380 0 0,-20 5 35 0 0,16-4-19 0 0,0 0 1 0 0,1 0 0 0 0,-1 1-1 0 0,0 0 1 0 0,1 0 0 0 0,-1 0-1 0 0,1 1 1 0 0,0-1-1 0 0,0 1 1 0 0,-8 6 0 0 0,12-8-14 0 0,-1 1 11 0 0,0-1 0 0 0,0 0 0 0 0,0 1 0 0 0,0 0 0 0 0,1-1 0 0 0,-1 1 0 0 0,1 0 0 0 0,-1 0 1 0 0,1 0-1 0 0,0 0 0 0 0,0 0 0 0 0,0 0 0 0 0,0 0 0 0 0,0 0 0 0 0,0 0 0 0 0,0 0 0 0 0,1 1 0 0 0,-1-1 0 0 0,1 0 0 0 0,0 1 0 0 0,0-1 0 0 0,-1 0 0 0 0,1 1 0 0 0,1-1 1 0 0,-1 0-1 0 0,1 4 0 0 0,-1-5-11 0 0,1 1 0 0 0,-1 0 0 0 0,1 0 1 0 0,0 0-1 0 0,-1-1 0 0 0,1 1 0 0 0,0 0 0 0 0,0-1 1 0 0,0 1-1 0 0,1-1 0 0 0,-1 1 0 0 0,0-1 0 0 0,0 1 1 0 0,1-1-1 0 0,-1 0 0 0 0,1 0 0 0 0,-1 0 1 0 0,1 0-1 0 0,0 0 0 0 0,-1 0 0 0 0,1 0 0 0 0,0 0 1 0 0,0-1-1 0 0,2 2 0 0 0,50 13 9 0 0,-51-14-12 0 0,64 10 81 0 0,-38-3-21 0 0,25 5-18 0 0,-46-12-34 0 0,0 0 0 0 0,0 0 1 0 0,0 1-1 0 0,0 0 0 0 0,-1 1 1 0 0,1-1-1 0 0,-1 1 0 0 0,13 7 1 0 0,-1 1 5 0 0,-13-9-19 0 0,-1 1 0 0 0,1 0 1 0 0,-1 0-1 0 0,0 0 0 0 0,8 8 0 0 0,-12-10 5 0 0,0 0-1 0 0,0-1 1 0 0,0 1-1 0 0,-1 0 0 0 0,1 0 1 0 0,-1 0-1 0 0,1 0 1 0 0,0 1-1 0 0,-1-1 0 0 0,0 0 1 0 0,1 0-1 0 0,-1 0 1 0 0,0 0-1 0 0,1 0 0 0 0,-1 1 1 0 0,0-1-1 0 0,0 0 1 0 0,0 0-1 0 0,0 0 0 0 0,0 1 1 0 0,0-1-1 0 0,-1 0 1 0 0,1 0-1 0 0,0 0 0 0 0,0 1 1 0 0,-1-1-1 0 0,1 0 1 0 0,-1 0-1 0 0,1 0 1 0 0,-1 0-1 0 0,0 0 0 0 0,1 0 1 0 0,-1 0-1 0 0,0 0 1 0 0,-1 1-1 0 0,-5 6 44 0 0,-1 0 0 0 0,0 0 0 0 0,-1-1 0 0 0,1 0 0 0 0,-1 0 0 0 0,-1-1 0 0 0,1 0 0 0 0,-1-1 0 0 0,0 0 0 0 0,-14 4 0 0 0,-9 2 59 0 0,-59 12 1 0 0,79-20-103 0 0,-27 5-67 0 0,-1-2 1 0 0,1-2-1 0 0,-49 0 0 0 0,-39-14-3643 0 0,127 10 3445 0 0,-1 0-1 0 0,0 0 1 0 0,0-1-1 0 0,0 1 0 0 0,0-1 1 0 0,0 1-1 0 0,0-1 0 0 0,0 0 1 0 0,1 1-1 0 0,-1-1 1 0 0,0 0-1 0 0,1 0 0 0 0,-1 0 1 0 0,0-1-1 0 0,-1 0 1 0 0,2 0-182 0 0,1 1 1 0 0,-1-1 0 0 0,0 1-1 0 0,1-1 1 0 0,-1 1 0 0 0,1-1 0 0 0,0 0-1 0 0,-1 1 1 0 0,1-1 0 0 0,0 0-1 0 0,0 0 1 0 0,0-2 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4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61 141 3282 0 0,'0'-1'166'0'0,"0"0"0"0"0,0 0 0 0 0,0-1 1 0 0,-1 1-1 0 0,1 0 0 0 0,0 0 0 0 0,-1-1 1 0 0,1 1-1 0 0,-1 0 0 0 0,1 0 1 0 0,-1 0-1 0 0,1 0 0 0 0,-1-1 0 0 0,0 1 1 0 0,1 0-1 0 0,-1 0 0 0 0,0 1 0 0 0,0-1 1 0 0,0 0-1 0 0,0 0 0 0 0,0 0 1 0 0,0 0-1 0 0,0 1 0 0 0,0-1 0 0 0,0 1 1 0 0,-3-2-1 0 0,-1-1-67 0 0,4 3-43 0 0,1-1-1 0 0,-1 1 1 0 0,1-1 0 0 0,0 1-1 0 0,-1 0 1 0 0,1-1-1 0 0,-1 1 1 0 0,1-1-1 0 0,0 1 1 0 0,0-1-1 0 0,-1 1 1 0 0,1-1 0 0 0,0 1-1 0 0,0-1 1 0 0,0 1-1 0 0,-1-1 1 0 0,1 1-1 0 0,0-1 1 0 0,0 1 0 0 0,0-1-1 0 0,0 0 1 0 0,0 1-1 0 0,0-1 1 0 0,0 1-1 0 0,0-1 1 0 0,0 1-1 0 0,1-2 1 0 0,-1 2-31 0 0,0-1 0 0 0,0 1 0 0 0,0 0 0 0 0,0 0-1 0 0,0-1 1 0 0,1 1 0 0 0,-1 0 0 0 0,0-1 0 0 0,0 1 0 0 0,0 0 0 0 0,0-1 0 0 0,0 1 0 0 0,0 0 0 0 0,0 0-1 0 0,-1-1 1 0 0,1 1 0 0 0,0 0 0 0 0,0-1 0 0 0,0 1 0 0 0,0 0 0 0 0,0-1 0 0 0,0 1 0 0 0,0 0-1 0 0,-1 0 1 0 0,1-1 0 0 0,0 1 0 0 0,0 0 0 0 0,0 0 0 0 0,-1-1 0 0 0,1 1 0 0 0,0 0 0 0 0,0 0-1 0 0,-1 0 1 0 0,1 0 0 0 0,0-1 0 0 0,0 1 0 0 0,-1 0 0 0 0,1 0 0 0 0,0 0 0 0 0,-1 0 0 0 0,1 0-1 0 0,-21-1 483 0 0,16 1 1388 0 0,10 0-1562 0 0,17 0-129 0 0,-1-1 0 0 0,0-1 0 0 0,0-1 0 0 0,0-1 0 0 0,0 0-1 0 0,34-13 1 0 0,-42 12-177 0 0,1 1 0 0 0,-1 0-1 0 0,27-2 1 0 0,-33 5 49 0 0,-9-1-90 0 0,1-1 12 0 0,32 1 342 0 0,-56-3-100 0 0,20 4-93 0 0,0 1 0 0 0,-33-7-489 0 0,11 1-2432 0 0,-3 1-3675 0 0,-21 4 1781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0 560 0 0,'0'7'4135'0'0,"0"68"534"0"0,0-74-3948 0 0,0-1-684 0 0,0-1 0 0 0,0 1 0 0 0,0 0 1 0 0,0 0-1 0 0,-1-1 0 0 0,1 1 0 0 0,0 0 0 0 0,0-1 1 0 0,0 1-1 0 0,0 0 0 0 0,0-1 0 0 0,0 1 1 0 0,0-1-1 0 0,0 1 0 0 0,0 0 0 0 0,0-1 0 0 0,0 1 1 0 0,0 0-1 0 0,0-1 0 0 0,0 1 0 0 0,1 0 1 0 0,-1-1-1 0 0,0 1 0 0 0,0 0 0 0 0,0 0 1 0 0,0-1-1 0 0,1 1 0 0 0,-1 0 0 0 0,0-1 0 0 0,0 1 1 0 0,1 0-1 0 0,-1 0 0 0 0,0-1 0 0 0,0 1 1 0 0,1 0-1 0 0,-1 0 0 0 0,0 0 0 0 0,1 0 0 0 0,-1-1 1 0 0,0 1-1 0 0,1 0 0 0 0,-1 0 0 0 0,20-3 207 0 0,-1 1 0 0 0,1 1 0 0 0,38 4 0 0 0,1-1 715 0 0,-59-4-613 0 0,0 2-337 0 0,0 0 0 0 0,1 0 0 0 0,-1 0 0 0 0,0 0 0 0 0,0 0 1 0 0,0-1-1 0 0,0 1 0 0 0,0 0 0 0 0,0 0 0 0 0,0 0 0 0 0,0 0 0 0 0,0-1 1 0 0,0 1-1 0 0,0 0 0 0 0,0 0 0 0 0,0 0 0 0 0,0 0 0 0 0,0-1 0 0 0,0 1 1 0 0,0 0-1 0 0,0 0 0 0 0,0 0 0 0 0,-1 0 0 0 0,1-1 0 0 0,0 1 0 0 0,0 0 0 0 0,0 0 1 0 0,0 0-1 0 0,0 0 0 0 0,0 0 0 0 0,0 0 0 0 0,-1-1 0 0 0,1 1 0 0 0,0 0 1 0 0,0 0-1 0 0,0 0 0 0 0,0 0 0 0 0,0 0 0 0 0,-1 0 0 0 0,1 0 0 0 0,0 0 1 0 0,0 0-1 0 0,0 0 0 0 0,0 0 0 0 0,-1 0 0 0 0,1 0 0 0 0,0 0 0 0 0,0 0 1 0 0,0 0-1 0 0,0 0 0 0 0,-1 0 0 0 0,1 0 0 0 0,0 0 0 0 0,0 0 0 0 0,0 0 0 0 0,-1 0 1 0 0,-76-19 1050 0 0,51 11-881 0 0,-1 1-1 0 0,1 1 0 0 0,-54-3 1 0 0,-101 1 221 0 0,172 6-386 0 0,-1 1 7 0 0,-32 13-56 0 0,31-9 19 0 0,1-1 23 0 0,0 1 0 0 0,1 0 0 0 0,0 1 0 0 0,-1 0 0 0 0,1 0 0 0 0,0 1 0 0 0,1 0-1 0 0,-1 0 1 0 0,-12 12 0 0 0,19-14-21 0 0,0-1 0 0 0,-1 1 0 0 0,1 0 0 0 0,0-1-1 0 0,-1 1 1 0 0,0-1 0 0 0,1 0 0 0 0,-6 3 0 0 0,5-3 8 0 0,2-2 2 0 0,-7 13-6 0 0,15-5 14 0 0,20-4 6 0 0,54-5 186 0 0,-48 0-164 0 0,0 2 1 0 0,36 5-1 0 0,155 33 86 0 0,-185-29-84 0 0,1 2 0 0 0,-2 1 0 0 0,59 30 0 0 0,-96-43-30 0 0,1 1 1 0 0,0-1-1 0 0,0 1 1 0 0,-1 0-1 0 0,1-1 1 0 0,-1 1-1 0 0,1 0 1 0 0,-1 0-1 0 0,1 0 0 0 0,-1 0 1 0 0,0 1-1 0 0,1-1 1 0 0,-1 0-1 0 0,0 0 1 0 0,0 1-1 0 0,0-1 1 0 0,0 1-1 0 0,0-1 1 0 0,0 1-1 0 0,0-1 1 0 0,-1 1-1 0 0,1 0 0 0 0,0-1 1 0 0,-1 1-1 0 0,0 0 1 0 0,1 0-1 0 0,-1-1 1 0 0,0 1-1 0 0,0 0 1 0 0,0 0-1 0 0,0 0 1 0 0,0-1-1 0 0,0 1 1 0 0,0 0-1 0 0,-1 0 1 0 0,1-1-1 0 0,-1 1 0 0 0,1 0 1 0 0,-1-1-1 0 0,0 1 1 0 0,1 0-1 0 0,-1-1 1 0 0,0 1-1 0 0,0-1 1 0 0,0 1-1 0 0,-2 1 1 0 0,-4 4 17 0 0,0 0 0 0 0,-1 0 0 0 0,1-1 0 0 0,-1 0 0 0 0,0 0 0 0 0,-1-1 1 0 0,-14 8-1 0 0,-14 2-3 0 0,-1 0-1 0 0,-1-3 1 0 0,0-1 0 0 0,-1-2 0 0 0,0-1 0 0 0,0-3 0 0 0,-1-1 0 0 0,0-2 0 0 0,1-1 0 0 0,-1-3 0 0 0,-55-8-1 0 0,85 8-268 0 0,1 0 0 0 0,-1-1 0 0 0,1-1 0 0 0,-1 1-1 0 0,-10-7 1 0 0,18 9-55 0 0,0 0-1 0 0,1-1 1 0 0,-1 1 0 0 0,1-1-1 0 0,0 1 1 0 0,-1-1 0 0 0,1 0-1 0 0,0 0 1 0 0,0 0 0 0 0,0 0-1 0 0,0 0 1 0 0,1 0 0 0 0,-1-1-1 0 0,0 1 1 0 0,1-1 0 0 0,0 1 0 0 0,-1-1-1 0 0,1 1 1 0 0,0-1 0 0 0,1 0-1 0 0,-1 0 1 0 0,-1-5 0 0 0,3 5-359 0 0,0-1 1 0 0,0 0 0 0 0,1 0-1 0 0,-1 1 1 0 0,1-1 0 0 0,-1 1-1 0 0,1-1 1 0 0,0 1 0 0 0,1 0-1 0 0,2-3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6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61 800 0 0,'-52'-34'6573'0'0,"18"18"-5555"0"0,30 10-981 0 0,4 5 4 0 0,0 1 0 0 0,0 0 0 0 0,0 0 0 0 0,0 0 0 0 0,0 0-1 0 0,0 0 1 0 0,0-1 0 0 0,0 1 0 0 0,0 0 0 0 0,0 0 0 0 0,0 0-1 0 0,0 0 1 0 0,0-1 0 0 0,0 1 0 0 0,-1 0 0 0 0,1 0 0 0 0,0 0-1 0 0,0 0 1 0 0,0 0 0 0 0,0 0 0 0 0,0-1 0 0 0,0 1-1 0 0,0 0 1 0 0,0 0 0 0 0,-1 0 0 0 0,1 0 0 0 0,0 0 0 0 0,0 0-1 0 0,0 0 1 0 0,0 0 0 0 0,0 0 0 0 0,-1 0 0 0 0,1 0 0 0 0,0 0-1 0 0,0 0 1 0 0,0-1 0 0 0,0 1 0 0 0,-1 0 0 0 0,1 0 0 0 0,0 0-1 0 0,0 0 1 0 0,0 1 0 0 0,0-1 0 0 0,0 0 0 0 0,-1 0 0 0 0,1 0-1 0 0,0 0 1 0 0,0 0 0 0 0,0 0 0 0 0,0 0 0 0 0,-1 0-1 0 0,-16 11 146 0 0,0 0-1 0 0,1 1 1 0 0,0 1-1 0 0,-16 17 1 0 0,27-24-174 0 0,0-1 0 0 0,1 1 0 0 0,-1 0 0 0 0,1 1 0 0 0,1-1 0 0 0,-1 1 0 0 0,1 0 0 0 0,0 0 0 0 0,1 0 1 0 0,-1 0-1 0 0,1 0 0 0 0,1 1 0 0 0,-1-1 0 0 0,2 1 0 0 0,-2 10 0 0 0,2-10-24 0 0,-1 1 1 0 0,0-1-1 0 0,-1 1 1 0 0,0-1-1 0 0,-1 1 1 0 0,1-1-1 0 0,-1 0 1 0 0,-1 0-1 0 0,-6 11 1 0 0,4-8 26 0 0,0 1 1 0 0,1 0-1 0 0,-5 17 1 0 0,-2 26 87 0 0,-11 37-46 0 0,10-56-33 0 0,1-3-32 0 0,1-1 0 0 0,-8 45 0 0 0,9 14-6 0 0,0-41 5 0 0,5-28-5 0 0,1 0-1 0 0,1 0 1 0 0,-1 27 0 0 0,4-22-5 0 0,0-1-4 0 0,0 1 0 0 0,7 41 0 0 0,-5-59-50 0 0,0 0 0 0 0,1-1 1 0 0,-1 1-1 0 0,2-1 0 0 0,-1 0 1 0 0,1 0-1 0 0,1 0 0 0 0,-1-1 0 0 0,1 1 1 0 0,0-1-1 0 0,10 10 0 0 0,-10-12-154 0 0,0 0 1 0 0,0 0-1 0 0,0-1 0 0 0,1 1 0 0 0,0-1 1 0 0,0 0-1 0 0,0-1 0 0 0,0 1 0 0 0,1-1 1 0 0,11 4-1 0 0,14 0-1641 0 0,-1-2 1 0 0,42 3-1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5:5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6 960 0 0,'-20'-5'4020'0'0,"50"20"-890"0"0,-8-2-2773 0 0,3 3-170 0 0,1 0 0 0 0,-2 1 0 0 0,0 1 1 0 0,-2 1-1 0 0,0 2 0 0 0,-1 0 0 0 0,19 24 1 0 0,-2 8-206 0 0,-2 1 0 0 0,36 71 0 0 0,-62-104 113 0 0,0 1 0 0 0,-1 0 0 0 0,-1 0 0 0 0,-1 1 0 0 0,-1 0 0 0 0,-1 0 0 0 0,-1 0 0 0 0,-1 1 0 0 0,-1-1 0 0 0,-2 1 0 0 0,0 0 0 0 0,-1-1-1 0 0,-1 1 1 0 0,-2-1 0 0 0,0 1 0 0 0,-14 42 0 0 0,-42 140 1157 0 0,29-92-690 0 0,-4 43-268 0 0,35-156-349 0 0,0 0 0 0 0,0 1 0 0 0,0-1 0 0 0,0 0 0 0 0,-1 0 0 0 0,1 1 1 0 0,0-1-1 0 0,-1 0 0 0 0,1 0 0 0 0,-1 0 0 0 0,1 0 0 0 0,-1 0 0 0 0,0 1 0 0 0,1-1 0 0 0,-1 0 0 0 0,0 0 0 0 0,0-1 1 0 0,0 1-1 0 0,0 0 0 0 0,0 0 0 0 0,0 0 0 0 0,0 0 0 0 0,0-1 0 0 0,0 1 0 0 0,0-1 0 0 0,0 1 0 0 0,0-1 0 0 0,-3 2 1 0 0,1-4-403 0 0,0 1 0 0 0,1 0 0 0 0,-1-1 0 0 0,0 0 1 0 0,0 1-1 0 0,1-1 0 0 0,0 0 0 0 0,-1 0 1 0 0,1-1-1 0 0,-3-2 0 0 0,3 3 177 0 0,-28-30-5255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3041 0 0,'30'8'4723'0'0,"-60"-8"-2723"0"0,30-8-2320 0 0,0-4-1360 0 0,30-1-882 0 0,-30-6-239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6:02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32 2561 0 0,'-31'0'4322'0'0,"1"-6"-4642"0"0,30-7-2481 0 0,0 1-81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 4402 0 0,'0'0'2481'0'0,"-31"-6"-2961"0"0,31-2-2081 0 0,-30 2-321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1121 0 0,'0'0'4321'0'0,"0"-7"-2160"0"0,0 14-400 0 0,24-1-1200 0 0,-24-12-4643 0 0,0-1 1360 0 0,0-5 161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09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1681 0 0,'0'-12'3281'0'0,"0"-1"-559"0"0,0 7-722 0 0,0-2 402 0 0,0 2-2002 0 0,0 1-640 0 0,0-3-1201 0 0,30-4-1200 0 0,0 5-481 0 0,0 1 81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30 147 560 0 0,'0'-25'2401'0'0,"0"0"-80"0"0,0-2-400 0 0,0 2-480 0 0,-30 6-401 0 0,30 13-399 0 0,0-8-241 0 0,0 9-400 0 0,30 5-2801 0 0,1 0-1 0 0,-31 5 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4562 0 0,'-60'14'4642'0'0,"60"-3"-3601"0"0,-30-3-961 0 0,30-2 0 0 0,30-6-160 0 0,-30 5-481 0 0,0 15-2480 0 0,30 12-2722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3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14 160 0 0,'0'-7'6163'0'0,"0"1"-4002"0"0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3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61 389 5683 0 0,'-25'4'2174'0'0,"20"-3"-1427"0"0,-21-1 1841 0 0,21 0-1788 0 0,10 0-546 0 0,0 0-214 0 0,-5 1-24 0 0,1-1 0 0 0,0 0 0 0 0,-1 0 0 0 0,1 0 0 0 0,0 0-1 0 0,0 0 1 0 0,-1 0 0 0 0,1 0 0 0 0,0 0 0 0 0,-1 0 0 0 0,1 0 0 0 0,0 0 0 0 0,-1 0-1 0 0,1-1 1 0 0,0 1 0 0 0,-1 0 0 0 0,1 0 0 0 0,0-1 0 0 0,-1 1 0 0 0,1 0 0 0 0,-1-1 0 0 0,1 1-1 0 0,0-1 1 0 0,-1 1 0 0 0,1-1 0 0 0,-1 1 0 0 0,0-1 0 0 0,1 1 0 0 0,-1-1 0 0 0,1 1-1 0 0,-1-1 1 0 0,0 0 0 0 0,1 1 0 0 0,-1-1 0 0 0,0 0 0 0 0,0 1 0 0 0,1-1 0 0 0,-1 0 0 0 0,0 1-1 0 0,0-1 1 0 0,0 0 0 0 0,0 1 0 0 0,0-1 0 0 0,0 0 0 0 0,0 0 0 0 0,0-1 0 0 0,2 0 12 0 0,0 0 1 0 0,0 0-1 0 0,0 0 1 0 0,0 0-1 0 0,1 0 1 0 0,-1 1-1 0 0,1-1 1 0 0,-1 1-1 0 0,1-1 1 0 0,-1 1 0 0 0,1 0-1 0 0,5-1 1 0 0,11-8 80 0 0,-9-2-28 0 0,15-8 91 0 0,-14 12-118 0 0,0 1-1 0 0,0-2 0 0 0,-1 1 1 0 0,0-2-1 0 0,-1 1 0 0 0,16-22 0 0 0,9-7-26 0 0,-19 23-27 0 0,-8 9 0 0 0,-1-1 0 0 0,0 1 0 0 0,0-1 0 0 0,-1 0 0 0 0,5-9 0 0 0,-7 11 1 0 0,3-9 8 0 0,0 1-1 0 0,1 0 1 0 0,1 0 0 0 0,0 0 0 0 0,15-16 0 0 0,-18 14-33 0 0,-5 15 23 0 0,0 0 0 0 0,0-1-1 0 0,0 1 1 0 0,0-1-1 0 0,0 1 1 0 0,0 0-1 0 0,0-1 1 0 0,0 1-1 0 0,0 0 1 0 0,0-1 0 0 0,0 1-1 0 0,0-1 1 0 0,0 1-1 0 0,0 0 1 0 0,1-1-1 0 0,-1 1 1 0 0,0 0-1 0 0,0-1 1 0 0,0 1 0 0 0,1 0-1 0 0,-1 0 1 0 0,0-1-1 0 0,0 1 1 0 0,1 0-1 0 0,-1 0 1 0 0,0-1-1 0 0,1 1 1 0 0,-1 0 0 0 0,1-1-1 0 0,0 1-3 0 0,-1 0-1 0 0,1-1 1 0 0,0 1-1 0 0,0 0 0 0 0,0 0 1 0 0,0-1-1 0 0,-1 1 1 0 0,1 0-1 0 0,0 0 1 0 0,0 0-1 0 0,0 0 1 0 0,0 0-1 0 0,0 0 1 0 0,0 0-1 0 0,0 0 1 0 0,-1 1-1 0 0,1-1 1 0 0,0 0-1 0 0,0 0 1 0 0,0 1-1 0 0,0-1 0 0 0,-1 1 1 0 0,1-1-1 0 0,0 0 1 0 0,0 1-1 0 0,-1 0 1 0 0,1-1-1 0 0,0 1 1 0 0,-1-1-1 0 0,1 1 1 0 0,0 1-1 0 0,18 35-199 0 0,-4-5 214 0 0,-6-16-9 0 0,-1-1 0 0 0,-1 2 0 0 0,-1-1 0 0 0,0 1 0 0 0,-1-1 0 0 0,-1 1 0 0 0,0 1 0 0 0,-1-1 0 0 0,0 30 0 0 0,-1-22 46 0 0,0 0 0 0 0,10 42 0 0 0,-7-44-3 0 0,-1 1-1 0 0,2 41 1 0 0,-6-52-201 0 0,1 0 0 0 0,1 0 0 0 0,0 0 0 0 0,0 0 0 0 0,2-1-1 0 0,5 16 1 0 0,-9-27 100 0 0,11 22-1947 0 0,-10-23 1860 0 0,1 1-1 0 0,-1-1 1 0 0,0 0-1 0 0,0 0 0 0 0,0 0 1 0 0,0 0-1 0 0,0 0 1 0 0,0 0-1 0 0,1 0 1 0 0,-1 0-1 0 0,0 0 0 0 0,0-1 1 0 0,0 1-1 0 0,0 0 1 0 0,0-1-1 0 0,0 1 1 0 0,0-1-1 0 0,2-1 0 0 0,27-15-4763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4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0 960 0 0,'0'1'166'0'0,"0"0"-1"0"0,0 0 0 0 0,0 0 1 0 0,0 0-1 0 0,0 0 0 0 0,0 0 0 0 0,0 0 1 0 0,0 0-1 0 0,0 0 0 0 0,0 0 1 0 0,0 0-1 0 0,-1 0 0 0 0,1 0 1 0 0,0 0-1 0 0,-1-1 0 0 0,1 1 0 0 0,-1 0 1 0 0,1 0-1 0 0,-1 0 0 0 0,1 0 1 0 0,-1-1-1 0 0,1 1 0 0 0,-1 0 0 0 0,0-1 1 0 0,0 1-1 0 0,1 0 0 0 0,-1-1 1 0 0,0 1-1 0 0,0-1 0 0 0,0 1 0 0 0,0-1 1 0 0,-1 1-1 0 0,-8 5 583 0 0,-111 80 2881 0 0,118-83-3563 0 0,0-1 1 0 0,0 1-1 0 0,0 0 1 0 0,0 0 0 0 0,1 0-1 0 0,-1 0 1 0 0,1 0 0 0 0,0 0-1 0 0,0 1 1 0 0,0-1 0 0 0,0 1-1 0 0,1 0 1 0 0,0-1-1 0 0,-1 1 1 0 0,1 0 0 0 0,1 0-1 0 0,-1 0 1 0 0,0 0 0 0 0,1 0-1 0 0,0 0 1 0 0,0 0-1 0 0,0 0 1 0 0,1 6 0 0 0,0 4 361 0 0,-1-12-385 0 0,0-1-1 0 0,0 0 0 0 0,1 0 0 0 0,-1 1 1 0 0,1-1-1 0 0,-1 0 0 0 0,1 0 1 0 0,0 0-1 0 0,-1 0 0 0 0,1 0 1 0 0,0 0-1 0 0,0 0 0 0 0,0 0 1 0 0,-1 0-1 0 0,1 0 0 0 0,0 0 0 0 0,1 0 1 0 0,-1-1-1 0 0,0 1 0 0 0,0 0 1 0 0,0-1-1 0 0,0 1 0 0 0,2 0 1 0 0,37 13 407 0 0,-15-6-182 0 0,14 15 147 0 0,-31-17-380 0 0,1-1-1 0 0,-1 0 0 0 0,1 0 1 0 0,0-1-1 0 0,1-1 0 0 0,-1 1 1 0 0,1-1-1 0 0,0-1 0 0 0,0 0 1 0 0,-1 0-1 0 0,12 0 0 0 0,9-1 35 0 0,-1 0 0 0 0,53-7 0 0 0,-75 6-92 0 0,0-1 1 0 0,1 0 0 0 0,-1 0-1 0 0,0-1 1 0 0,0 0 0 0 0,0 0-1 0 0,-1-1 1 0 0,1 1 0 0 0,0-2-1 0 0,-1 1 1 0 0,0-1 0 0 0,0 0-1 0 0,0 0 1 0 0,0 0 0 0 0,-1-1-1 0 0,11-11 1 0 0,-16 15 10 0 0,1 0 0 0 0,-1-1 0 0 0,1 1 0 0 0,-1 0 0 0 0,1-1 0 0 0,-1 1-1 0 0,0 0 1 0 0,0-1 0 0 0,0 1 0 0 0,1 0 0 0 0,-1-1 0 0 0,-1 1 0 0 0,1-1 0 0 0,0 1 0 0 0,0 0 0 0 0,0-1 0 0 0,-1 1 0 0 0,1 0 0 0 0,-1-1 0 0 0,0-1 0 0 0,-3-7-35 0 0,-1 1 1 0 0,0 0-1 0 0,0 1 1 0 0,-1-1 0 0 0,0 1-1 0 0,-1 0 1 0 0,0 0-1 0 0,0 1 1 0 0,-14-12 0 0 0,-3 0 4 0 0,-50-29 1 0 0,64 42 15 0 0,0-1 0 0 0,0 2 1 0 0,0-1-1 0 0,-1 2 0 0 0,1-1 1 0 0,-1 1-1 0 0,0 1 0 0 0,0 0 1 0 0,-1 1-1 0 0,1 0 0 0 0,-1 0 1 0 0,-20 1-1 0 0,-14 1-708 0 0,36 0-239 0 0,40-7-6577 0 0,1-5 4895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4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1601 0 0,'0'6'1681'0'0,"0"1"-161"0"0,0-1-79 0 0,0 13-241 0 0,0 26 641 0 0,-30 26-240 0 0,0-27-1041 0 0,30-6-400 0 0,0-7-80 0 0,0-6-160 0 0,0 2-640 0 0,30-15-801 0 0,0-5-1520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5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33 560 0 0,'-30'37'8004'0'0,"-30"-11"-4563"0"0,-1-20-3761 0 0,61-12-640 0 0,30-13 240 0 0,-30 0-161 0 0,0 0 1 0 0,0 0-881 0 0,-30-1-1120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59 3282 0 0,'-30'-20'4642'0'0,"0"15"-3362"0"0,30-1-1680 0 0,0-2-881 0 0,0 2-319 0 0,0 1-481 0 0,0-3-80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51 4642 0 0,'-176'-38'2375'0'0,"171"37"-2122"0"0,30-3 414 0 0,-20 3-200 0 0,0-1-387 0 0,18-3-74 0 0,-20 7 90 0 0,2 5-1892 0 0,15 3-1006 0 0,-15 8-626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320 115 720 0 0,'19'5'1751'0'0,"-15"-3"-1176"0"0,0-1 0 0 0,0 0 0 0 0,0 1-1 0 0,1-2 1 0 0,-1 1 0 0 0,0 0 0 0 0,9 0 1691 0 0,-13-1-2230 0 0,0 0-1 0 0,0 0 0 0 0,0 1 0 0 0,0-1 0 0 0,0 0 0 0 0,0 0 1 0 0,0 0-1 0 0,0 0 0 0 0,0 1 0 0 0,0-1 0 0 0,0 0 0 0 0,0 0 1 0 0,0 0-1 0 0,0 0 0 0 0,0 0 0 0 0,0 1 0 0 0,0-1 0 0 0,0 0 1 0 0,0 0-1 0 0,0 0 0 0 0,0 0 0 0 0,0 0 0 0 0,0 1 0 0 0,0-1 1 0 0,0 0-1 0 0,-1 0 0 0 0,1 0 0 0 0,0 0 0 0 0,0 0 1 0 0,0 0-1 0 0,0 1 0 0 0,0-1 0 0 0,0 0 0 0 0,0 0 0 0 0,-1 0 1 0 0,1 0-1 0 0,0 0 0 0 0,0 0 0 0 0,0 0 0 0 0,0 0 0 0 0,0 0 1 0 0,-1 0-1 0 0,1 0 0 0 0,0 0 0 0 0,0 0 0 0 0,0 0 0 0 0,0 1 1 0 0,0-1-1 0 0,-1-1 0 0 0,1 1 0 0 0,0 0 0 0 0,0 0 0 0 0,0 0 1 0 0,0 0-1 0 0,-1 0 0 0 0,1 0 0 0 0,0 0 0 0 0,0 0 0 0 0,0 0 1 0 0,-16-2 1088 0 0,38-2 477 0 0,12-2-1285 0 0,29-3-126 0 0,-49 9-150 0 0,1-2-1 0 0,-1 0 0 0 0,16-4 0 0 0,-26 4 108 0 0,-49-12 158 0 0,0-3-210 0 0,-57-10 338 0 0,-123-15 1 0 0,215 41-368 0 0,-1 1 0 0 0,1 0 0 0 0,0 1 1 0 0,-1 1-1 0 0,1-1 0 0 0,-19 7 0 0 0,4-2 138 0 0,25-6-188 0 0,-1 0 0 0 0,1 1 0 0 0,-1-1 0 0 0,0 1 0 0 0,1 0 0 0 0,-1-1 0 0 0,1 1 0 0 0,-1-1 0 0 0,1 1 0 0 0,0 0 0 0 0,-1-1 0 0 0,1 1 0 0 0,0 0 0 0 0,-1-1 0 0 0,1 1 0 0 0,0 0 0 0 0,0 0 0 0 0,-1-1 0 0 0,1 1 0 0 0,0 1 0 0 0,-2 4 48 0 0,-2-1-11 0 0,3-4-43 0 0,1-1-1 0 0,-1 1 0 0 0,0 0 1 0 0,1-1-1 0 0,-1 1 1 0 0,0 0-1 0 0,1 0 1 0 0,-1 0-1 0 0,1 0 0 0 0,0-1 1 0 0,-1 1-1 0 0,1 0 1 0 0,0 0-1 0 0,-1 0 0 0 0,1 0 1 0 0,0 0-1 0 0,0 0 1 0 0,0 1-1 0 0,1 0-3 0 0,0 0 1 0 0,0 0-1 0 0,0-1 0 0 0,0 1 1 0 0,1-1-1 0 0,-1 1 0 0 0,1-1 0 0 0,-1 1 1 0 0,1-1-1 0 0,0 0 0 0 0,-1 0 1 0 0,1 0-1 0 0,2 1 0 0 0,10 5 24 0 0,0-1 0 0 0,0-1 1 0 0,0 0-1 0 0,17 3 0 0 0,3 2-21 0 0,198 67 165 0 0,-112-22-121 0 0,-118-54-55 0 0,0-1 0 0 0,0 1 0 0 0,0 0 0 0 0,0 0 0 0 0,-1 0 0 0 0,1 0 0 0 0,0 0 0 0 0,-1 0 0 0 0,1 0 0 0 0,-1 1 0 0 0,1-1 0 0 0,-1 1 0 0 0,1-1 0 0 0,-1 1 0 0 0,0-1 0 0 0,0 1 0 0 0,0 0 0 0 0,0-1 0 0 0,1 4 0 0 0,-2-3 13 0 0,0 0 0 0 0,0 0 0 0 0,-1 0 0 0 0,1 0-1 0 0,-1-1 1 0 0,1 1 0 0 0,-1 0 0 0 0,0 0 0 0 0,0-1 0 0 0,1 1 0 0 0,-1 0-1 0 0,-1-1 1 0 0,-1 4 0 0 0,-7 10 90 0 0,5-4-60 0 0,2-5-18 0 0,1 0 0 0 0,-2-1 0 0 0,1 1 0 0 0,0-1-1 0 0,-1 0 1 0 0,0 0 0 0 0,0 0 0 0 0,-1-1 0 0 0,0 1-1 0 0,1-1 1 0 0,-1 0 0 0 0,-1 0 0 0 0,-7 4 0 0 0,-3 2 3 0 0,0-1 1 0 0,0-1 0 0 0,-1 0 0 0 0,0-1-1 0 0,0-1 1 0 0,-1-1 0 0 0,-21 4 0 0 0,27-7-146 0 0,-1 0 0 0 0,1-2 0 0 0,-1 1 0 0 0,0-2 0 0 0,1 1 0 0 0,-1-2 0 0 0,1 0 0 0 0,-1 0 0 0 0,1-1 0 0 0,0-1 0 0 0,-22-9 0 0 0,29 11-81 0 0,0 0 1 0 0,0 0 0 0 0,0-1-1 0 0,0 0 1 0 0,1 0-1 0 0,-1 0 1 0 0,1-1 0 0 0,0 1-1 0 0,0-1 1 0 0,0 0 0 0 0,1 0-1 0 0,-1 0 1 0 0,1-1-1 0 0,0 1 1 0 0,-4-9 0 0 0,5 8-80 0 0,1 0 1 0 0,0 0-1 0 0,0 0 1 0 0,1 0-1 0 0,0 0 1 0 0,-1-1 0 0 0,2 1-1 0 0,-1 0 1 0 0,1 0-1 0 0,-1 0 1 0 0,1 0-1 0 0,1 0 1 0 0,-1 0-1 0 0,1 0 1 0 0,0 0 0 0 0,4-7-1 0 0,24-58-3323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7:1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1 720 0 0,'30'7'2401'0'0,"1"5"-80"0"0,-31 40 1121 0 0,30 23-481 0 0,-30-18-1840 0 0,0-13-961 0 0,0-5-160 0 0,0-6 80 0 0,0-3-400 0 0,0-16-881 0 0,30-14-720 0 0,-30-6-79 0 0,30 6-5124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3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91 2081 0 0,'0'-8'2161'0'0,"0"2"-400"0"0,0 1-481 0 0,-30-1-559 0 0,30-8-1041 0 0,-30 1-1521 0 0,0-6-1041 0 0,0-1 401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8:4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96 560 0 0,'0'-13'2161'0'0,"30"7"-160"0"0,-30 0 880 0 0,0 1-1520 0 0,0-3-1281 0 0,-30 2-720 0 0,30 0-1041 0 0,0-13-560 0 0,0 6-160 0 0,0-1 400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39 1201 0 0,'30'-20'3201'0'0,"-60"20"-2881"0"0,30-5-1760 0 0,0-3-321 0 0,-30 2 320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1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93 1040 0 0,'-5'-6'4179'0'0,"-12"-2"-3683"0"0,5 3 405 0 0,-20-10-470 0 0,-1 1-1 0 0,0 2 0 0 0,-66-16 0 0 0,93 27-364 0 0,-1 0 1 0 0,0 0-1 0 0,0 0 0 0 0,0 1 1 0 0,0 0-1 0 0,0 0 0 0 0,0 1 0 0 0,0 0 1 0 0,0 0-1 0 0,-11 4 0 0 0,16-4-55 0 0,-1 0 0 0 0,1 0-1 0 0,0 0 1 0 0,0 0 0 0 0,0 1-1 0 0,0-1 1 0 0,0 1-1 0 0,0-1 1 0 0,0 1 0 0 0,0 0-1 0 0,0 0 1 0 0,1 0 0 0 0,-1 0-1 0 0,1 0 1 0 0,0 0 0 0 0,-1 0-1 0 0,1 1 1 0 0,0-1 0 0 0,0 0-1 0 0,0 1 1 0 0,1-1-1 0 0,-1 0 1 0 0,1 1 0 0 0,-1-1-1 0 0,1 1 1 0 0,0-1 0 0 0,0 5-1 0 0,0-6-6 0 0,0 0-1 0 0,0 0 0 0 0,-1 0 1 0 0,1 0-1 0 0,0 0 0 0 0,0 0 1 0 0,0 0-1 0 0,-1 0 0 0 0,1 0 1 0 0,-1 0-1 0 0,1 0 0 0 0,-1 0 1 0 0,1-1-1 0 0,-1 1 0 0 0,1 0 1 0 0,-1 0-1 0 0,0 0 1 0 0,1-1-1 0 0,-1 1 0 0 0,0 0 1 0 0,0 0-1 0 0,0-1 0 0 0,0 1 1 0 0,-1 0-1 0 0,1 0-3 0 0,0-1 0 0 0,0 1 0 0 0,-1 0-1 0 0,1 0 1 0 0,0 0 0 0 0,0-1 0 0 0,1 1 0 0 0,-1 0 0 0 0,0 0 0 0 0,0 1-1 0 0,0-1 1 0 0,1 0 0 0 0,-1 0 0 0 0,0 0 0 0 0,1 0 0 0 0,-1 1 0 0 0,1-1-1 0 0,-1 0 1 0 0,1 0 0 0 0,0 1 0 0 0,0-1 0 0 0,0 0 0 0 0,-1 1 0 0 0,1-1-1 0 0,1 2 1 0 0,-2-2 0 0 0,1 0 0 0 0,0 1 0 0 0,0-1 0 0 0,-1 0 0 0 0,1 0 0 0 0,0 0 0 0 0,-1 0 0 0 0,1 1 0 0 0,-1-1 0 0 0,0 0 0 0 0,1 0 0 0 0,-1 0 0 0 0,0 0 0 0 0,0 0 0 0 0,1 0 0 0 0,-1 0 0 0 0,0-1 0 0 0,0 1 0 0 0,0 0 0 0 0,-2 1 0 0 0,-8 9 0 0 0,10-9 0 0 0,0 0 0 0 0,0 0 0 0 0,1 0 0 0 0,-1 0 0 0 0,0 0 0 0 0,1 0 0 0 0,-1 0 0 0 0,1 0 0 0 0,0 1 0 0 0,0-1 0 0 0,0 0 0 0 0,0 0 0 0 0,0 1 0 0 0,0-1 0 0 0,1 0 0 0 0,-1 0 0 0 0,1 0 0 0 0,-1 0 0 0 0,1 1 0 0 0,0-1 0 0 0,0 0 0 0 0,0 0 0 0 0,0 0 0 0 0,0-1 0 0 0,0 1 0 0 0,1 0 0 0 0,2 3 0 0 0,-2-3 0 0 0,0 1 0 0 0,0-1 0 0 0,-1 1 0 0 0,1 0 0 0 0,-1 0 0 0 0,0 0 0 0 0,1-1 0 0 0,-1 1 0 0 0,-1 0 0 0 0,1 0 0 0 0,1 6 0 0 0,-2-6-2 0 0,0-1 0 0 0,0 0-1 0 0,1 1 1 0 0,0-1 0 0 0,-1 0 0 0 0,1 1-1 0 0,0-1 1 0 0,0 0 0 0 0,0 0-1 0 0,0 0 1 0 0,4 4 0 0 0,3 12-37 0 0,-16-3 22 0 0,7-14 12 0 0,0 0 0 0 0,0 0 0 0 0,0 0 0 0 0,1 0 0 0 0,-1 0 1 0 0,0 0-1 0 0,0 0 0 0 0,1 0 0 0 0,-1 0 0 0 0,1 0 0 0 0,-1 1 0 0 0,1-1 0 0 0,-1 0 0 0 0,1 0 0 0 0,0 1 0 0 0,0-1 0 0 0,0 0 0 0 0,-1 1 0 0 0,1-1 0 0 0,0 0 0 0 0,1 1 0 0 0,-1-1 0 0 0,0 0 0 0 0,0 0 0 0 0,1 1 0 0 0,-1-1 0 0 0,0 0 1 0 0,2 2-1 0 0,8 9-51 0 0,-9-11 21 0 0,0 1 0 0 0,1-1 0 0 0,-1 1-1 0 0,0 0 1 0 0,0-1 0 0 0,1 1 0 0 0,-1 0-1 0 0,-1 0 1 0 0,1 0 0 0 0,0 0 0 0 0,0-1-1 0 0,-1 1 1 0 0,1 0 0 0 0,-1 0 0 0 0,0 0-1 0 0,1 0 1 0 0,-1 0 0 0 0,0 1-1 0 0,0 1 1 0 0,0-3 4 0 0,0 0 0 0 0,0 0 0 0 0,0 0 0 0 0,0-1 0 0 0,1 1 0 0 0,-1 0 0 0 0,0 0 0 0 0,0 0 0 0 0,1-1 0 0 0,-1 1 0 0 0,1 0-1 0 0,-1 0 1 0 0,1-1 0 0 0,-1 1 0 0 0,1-1 0 0 0,-1 1 0 0 0,1 0 0 0 0,0-1 0 0 0,-1 1 0 0 0,1-1 0 0 0,0 1 0 0 0,-1-1 0 0 0,1 1 0 0 0,0-1 0 0 0,0 0 0 0 0,-1 1 0 0 0,1-1-1 0 0,0 0 1 0 0,0 0 0 0 0,1 1 0 0 0,16-2-2754 0 0,7-4-643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0 800 0 0,'-60'39'-320'0'0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3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51 2401 0 0,'5'0'2148'0'0,"-4"0"-1951"0"0,0-1-50 0 0,0 1 0 0 0,1 0 0 0 0,-1 0 0 0 0,0 0 0 0 0,1 0 0 0 0,-1 0-1 0 0,0 0 1 0 0,1 0 0 0 0,-1 1 0 0 0,0-1 0 0 0,1 0 0 0 0,-1 1 0 0 0,0-1 0 0 0,0 1-1 0 0,1-1 1 0 0,-1 1 0 0 0,1 1 1387 0 0,3-2-1133 0 0,48-2-55 0 0,0-4 1 0 0,66-14 0 0 0,-112 19-307 0 0,44-10 527 0 0,-30 6 67 0 0,0 1-1 0 0,37-2 1 0 0,-53 6 806 0 0,-35 5-559 0 0,-47-5-721 0 0,0 3 0 0 0,1 3 0 0 0,0 4 0 0 0,0 3 0 0 0,-86 26 0 0 0,152-35-175 0 0,0 0 0 0 0,0 1-1 0 0,1 1 1 0 0,0-1 0 0 0,0 2-1 0 0,0-1 1 0 0,0 1 0 0 0,1 0-1 0 0,0 1 1 0 0,1 0 0 0 0,0 0-1 0 0,0 1 1 0 0,0 0 0 0 0,1 0-1 0 0,1 0 1 0 0,0 1 0 0 0,0 0-1 0 0,1 0 1 0 0,-7 21 0 0 0,8-25 4 0 0,0 1 1 0 0,-1 0 0 0 0,0-1 0 0 0,0 0 0 0 0,0 0-1 0 0,-1 0 1 0 0,-11 10 0 0 0,-16 24-135 0 0,16-14 160 0 0,13-24 15 0 0,1 1 0 0 0,0 0 0 0 0,1 0 0 0 0,-1 0-1 0 0,0 0 1 0 0,1 0 0 0 0,0 0 0 0 0,0 0 0 0 0,0 0 0 0 0,0 1 0 0 0,0-1 0 0 0,0 0 0 0 0,1 1 0 0 0,0-1-1 0 0,0 5 1 0 0,0 141 811 0 0,0-146-837 0 0,0 0 0 0 0,0 0 0 0 0,1 0 1 0 0,-1 1-1 0 0,1-1 0 0 0,0 0 1 0 0,0 0-1 0 0,0-1 0 0 0,0 1 0 0 0,1 0 1 0 0,-1 0-1 0 0,1 0 0 0 0,2 2 0 0 0,-3-3-2 0 0,1 1-1 0 0,0 0 1 0 0,-1 0-1 0 0,1 0 1 0 0,-1 0-1 0 0,0 0 1 0 0,0 0-1 0 0,0 0 0 0 0,0 0 1 0 0,0 0-1 0 0,-1 1 1 0 0,1-1-1 0 0,-1 4 1 0 0,0-6-1 0 0,0 1 1 0 0,1 0-1 0 0,-1 0 1 0 0,0-1-1 0 0,1 1 1 0 0,0 0-1 0 0,-1-1 1 0 0,1 1-1 0 0,0-1 1 0 0,0 1-1 0 0,0-1 1 0 0,0 1-1 0 0,0-1 1 0 0,0 1-1 0 0,0-1 1 0 0,0 0-1 0 0,1 0 1 0 0,-1 0-1 0 0,0 1 0 0 0,1-1 1 0 0,-1-1-1 0 0,1 1 1 0 0,-1 0-1 0 0,4 1 1 0 0,41 12 32 0 0,-39-13-39 0 0,23 5-12 0 0,1-2-1 0 0,-1-1 1 0 0,0-2-1 0 0,1 0 0 0 0,-1-3 1 0 0,36-5-1 0 0,12-6-34 0 0,83-26 1 0 0,-112 24 19 0 0,76-32 0 0 0,-108 40 22 0 0,-1-1-1 0 0,0-1 1 0 0,-1 0 0 0 0,0-1-1 0 0,-1-1 1 0 0,0 0-1 0 0,21-22 1 0 0,-33 31 11 0 0,-1 1 0 0 0,0-1 0 0 0,0 1 1 0 0,0-1-1 0 0,0 1 0 0 0,0-1 0 0 0,0 0 0 0 0,0 1 0 0 0,0-1 1 0 0,-1 0-1 0 0,1 0 0 0 0,-1 1 0 0 0,1-1 0 0 0,-1 0 1 0 0,0 0-1 0 0,0 0 0 0 0,0 0 0 0 0,0 0 0 0 0,0 0 0 0 0,0 1 1 0 0,0-1-1 0 0,-1 0 0 0 0,1 0 0 0 0,-1 0 0 0 0,1 0 0 0 0,-1 1 1 0 0,0-1-1 0 0,1 0 0 0 0,-1 0 0 0 0,0 1 0 0 0,0-1 0 0 0,0 1 1 0 0,-1-1-1 0 0,1 1 0 0 0,0-1 0 0 0,0 1 0 0 0,-1 0 1 0 0,1 0-1 0 0,-1-1 0 0 0,-1 0 0 0 0,-6-4 16 0 0,-1 0 0 0 0,1 0 0 0 0,-1 1 0 0 0,-19-7 0 0 0,0 2-143 0 0,1 2 0 0 0,-2 2 0 0 0,1 0-1 0 0,-1 2 1 0 0,1 1 0 0 0,-1 1 0 0 0,0 2 0 0 0,0 1-1 0 0,0 1 1 0 0,0 1 0 0 0,1 2 0 0 0,-34 10 0 0 0,55-13 85 0 0,0 0 0 0 0,0 1 0 0 0,-1 0 0 0 0,2 0 0 0 0,-1 1 0 0 0,0 0 1 0 0,1 1-1 0 0,0-1 0 0 0,0 2 0 0 0,0-1 0 0 0,1 1 0 0 0,0-1 0 0 0,0 2 1 0 0,0-1-1 0 0,-6 10 0 0 0,11-15-4 0 0,1-1 1 0 0,0 0-1 0 0,-1 1 0 0 0,1-1 1 0 0,0 0-1 0 0,0 1 0 0 0,-1-1 1 0 0,1 1-1 0 0,0-1 0 0 0,0 0 1 0 0,0 1-1 0 0,-1-1 1 0 0,1 1-1 0 0,0-1 0 0 0,0 1 1 0 0,0-1-1 0 0,0 1 0 0 0,0-1 1 0 0,0 1-1 0 0,0-1 0 0 0,0 0 1 0 0,0 1-1 0 0,0-1 0 0 0,0 1 1 0 0,1-1-1 0 0,-1 1 0 0 0,0-1 1 0 0,0 0-1 0 0,0 1 1 0 0,0-1-1 0 0,1 1 0 0 0,-1-1 1 0 0,0 0-1 0 0,0 1 0 0 0,1-1 1 0 0,-1 0-1 0 0,0 1 0 0 0,1-1 1 0 0,-1 0-1 0 0,0 1 0 0 0,1-1 1 0 0,-1 0-1 0 0,1 0 1 0 0,-1 1-1 0 0,0-1 0 0 0,1 0 1 0 0,-1 0-1 0 0,2 0 0 0 0,15 4-1185 0 0,0-2 0 0 0,1 0 0 0 0,0-1 0 0 0,-1 0-1 0 0,23-3 1 0 0,-37 1 1021 0 0,38-3-2912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3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1521 0 0,'-55'0'6563'0'0,"55"0"-6521"0"0,0 0 0 0 0,1 0 1 0 0,-1 0-1 0 0,0 0 0 0 0,0 0 0 0 0,0 0 1 0 0,0 0-1 0 0,0 0 0 0 0,1 1 0 0 0,-1-1 1 0 0,0 0-1 0 0,0 0 0 0 0,0 0 1 0 0,0 0-1 0 0,0 0 0 0 0,0 0 0 0 0,0 1 1 0 0,1-1-1 0 0,-1 0 0 0 0,0 0 1 0 0,0 0-1 0 0,0 0 0 0 0,0 1 0 0 0,0-1 1 0 0,0 0-1 0 0,0 0 0 0 0,0 0 1 0 0,0 0-1 0 0,0 0 0 0 0,0 1 0 0 0,0-1 1 0 0,0 0-1 0 0,0 0 0 0 0,0 0 0 0 0,0 0 1 0 0,0 1-1 0 0,0-1 0 0 0,0 0 1 0 0,0 0-1 0 0,0 0 0 0 0,0 0 0 0 0,-1 1 1 0 0,1-1-1 0 0,0 0 0 0 0,0 0 1 0 0,0 0-1 0 0,0 0 0 0 0,0 0 0 0 0,0 0 1 0 0,0 1-1 0 0,-1-1 0 0 0,1 0 0 0 0,0 0 1 0 0,0 0-1 0 0,0 0 0 0 0,0 0 1 0 0,0 0-1 0 0,-1 0 0 0 0,82 43 1399 0 0,-80-43-1438 0 0,0 0-1 0 0,0 1 1 0 0,0-1 0 0 0,0 0-1 0 0,0 0 1 0 0,0 0 0 0 0,1 1-1 0 0,-1-1 1 0 0,0 1 0 0 0,0-1-1 0 0,0 1 1 0 0,0-1 0 0 0,0 1 0 0 0,0-1-1 0 0,-1 1 1 0 0,1 0 0 0 0,0-1-1 0 0,0 1 1 0 0,0 0 0 0 0,0 0-1 0 0,-1 0 1 0 0,1 0 0 0 0,-1 0-1 0 0,1 0 1 0 0,0 0 0 0 0,-1 0 0 0 0,1 0-1 0 0,-1 0 1 0 0,0 0 0 0 0,1 0-1 0 0,-1 0 1 0 0,0 2 0 0 0,8 25 68 0 0,11 18 54 0 0,-10-28-42 0 0,-2 1 0 0 0,8 25-1 0 0,46 221 492 0 0,-60-256-555 0 0,1 1-1 0 0,-1-1 1 0 0,0 0 0 0 0,-1 16-1 0 0,0-10-44 0 0,-1-15 3 0 0,1 0 1 0 0,0 1-1 0 0,0-1 0 0 0,0 1 1 0 0,0-1-1 0 0,0 0 1 0 0,0 1-1 0 0,0-1 1 0 0,0 1-1 0 0,0-1 1 0 0,0 1-1 0 0,0-1 0 0 0,0 0 1 0 0,0 1-1 0 0,0-1 1 0 0,0 1-1 0 0,0-1 1 0 0,0 0-1 0 0,0 1 0 0 0,1-1 1 0 0,-1 1-1 0 0,0-1 1 0 0,0 0-1 0 0,0 1 1 0 0,1-1-1 0 0,-1 0 1 0 0,0 1-1 0 0,0-1 0 0 0,1 0 1 0 0,-1 0-1 0 0,0 1 1 0 0,1-1-1 0 0,-1 0 1 0 0,0 0-1 0 0,1 1 0 0 0,-1-1 1 0 0,1 0-1 0 0,-1 0 1 0 0,0 0-1 0 0,1 0 1 0 0,-1 0-1 0 0,1 0 1 0 0,-1 0-1 0 0,0 1 0 0 0,1-1 1 0 0,-1 0-1 0 0,1 0 1 0 0,-1 0-1 0 0,1-1 1 0 0,-1 1-1 0 0,0 0 0 0 0,1 0 1 0 0,-1 0-1 0 0,1 0 1 0 0,0-1-1 0 0,21-16-5210 0 0,3-1-583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4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4962 0 0,'-60'6'4562'0'0,"0"2"-2961"0"0,60-16-961 0 0,30 8 721 0 0,0 0-1441 0 0,0 8-720 0 0,0-8-1682 0 0,1 11-1359 0 0,-31-3 399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333 164 1281 0 0,'-18'-8'971'0'0,"-1"2"0"0"0,0 0 0 0 0,-1 1 0 0 0,1 1 1 0 0,-29-2-1 0 0,-99 2 2071 0 0,110 4-2254 0 0,37 0-765 0 0,0 0-1 0 0,-1 0 1 0 0,1 0 0 0 0,0 0-1 0 0,0 0 1 0 0,-1 1-1 0 0,1-1 1 0 0,0 0 0 0 0,0 0-1 0 0,-1 0 1 0 0,1 0-1 0 0,0 0 1 0 0,0 1-1 0 0,0-1 1 0 0,-1 0 0 0 0,1 0-1 0 0,0 0 1 0 0,0 1-1 0 0,0-1 1 0 0,0 0-1 0 0,-1 0 1 0 0,1 0 0 0 0,0 1-1 0 0,0-1 1 0 0,0 0-1 0 0,0 0 1 0 0,0 1-1 0 0,0-1 1 0 0,0 0 0 0 0,0 0-1 0 0,0 1 1 0 0,0-1-1 0 0,0 0 1 0 0,0 1-1 0 0,0-1 1 0 0,0 0 0 0 0,0 0-1 0 0,0 1 1 0 0,0-1-1 0 0,0 0 1 0 0,0 0-1 0 0,0 1 1 0 0,0-1 0 0 0,0 0-1 0 0,1 0 1 0 0,-1 1-1 0 0,0-1 1 0 0,0 0-1 0 0,0 0 1 0 0,0 0 0 0 0,1 1-1 0 0,-1-1 1 0 0,0 0-1 0 0,0 0 1 0 0,0 0 0 0 0,1 0-1 0 0,-1 1 1 0 0,0-1-1 0 0,0 0 1 0 0,1 0-1 0 0,-1 0 1 0 0,0 0 0 0 0,0 0-1 0 0,1 0 1 0 0,9 2 70 0 0,0-1 0 0 0,0 0 0 0 0,1 0 1 0 0,-1-2-1 0 0,0 1 0 0 0,0-1 0 0 0,13-3 0 0 0,34-2 202 0 0,388-36 919 0 0,90-4-654 0 0,-196 30-305 0 0,273-9 128 0 0,5 47 193 0 0,424 39 553 0 0,124 12-857 0 0,-914-33-237 0 0,-207-32 50 0 0,13-1 128 0 0,-47-11-583 0 0,-20-3-1434 0 0,-47-7-2078 0 0,-52-9-3348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7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121 199 160 0 0,'0'-1'197'0'0,"0"-1"0"0"0,0 1 0 0 0,1 0 0 0 0,-1 0 1 0 0,0-1-1 0 0,0 1 0 0 0,1 0 0 0 0,-1 0 0 0 0,1 0 0 0 0,-1-1 0 0 0,1 1 0 0 0,-1 0 0 0 0,1 0 1 0 0,0 0-1 0 0,0 0 0 0 0,-1 0 0 0 0,1 0 0 0 0,0 0 0 0 0,0 0 0 0 0,0 1 0 0 0,0-1 0 0 0,0 0 0 0 0,0 0 1 0 0,0 1-1 0 0,0-1 0 0 0,3 0 0 0 0,1-2-63 0 0,6-12 1827 0 0,-9 15-1801 0 0,-1 0-118 0 0,0 0 1 0 0,0 0-1 0 0,0-1 1 0 0,1 1 0 0 0,-1 0-1 0 0,0 0 1 0 0,0-1-1 0 0,0 1 1 0 0,0-1-1 0 0,0 1 1 0 0,1-1 0 0 0,-1 1-1 0 0,0-1 1 0 0,0 0-1 0 0,0 1 1 0 0,-1-1-1 0 0,1 0 1 0 0,0 0-1 0 0,0 0 1 0 0,1-1 0 0 0,-2 1-13 0 0,1 0 0 0 0,0-1 0 0 0,0 1 0 0 0,0 0 1 0 0,0 0-1 0 0,0 0 0 0 0,0 0 0 0 0,0 0 0 0 0,0 1 1 0 0,1-1-1 0 0,-1 0 0 0 0,0 0 0 0 0,0 1 0 0 0,3-1 1 0 0,13-10 223 0 0,21-24 47 0 0,-25 22-170 0 0,0 1 1 0 0,1 1-1 0 0,19-13 1 0 0,-26 10 14 0 0,-6 14-131 0 0,-1 0-1 0 0,0-1 1 0 0,0 1-1 0 0,0 0 1 0 0,0 0-1 0 0,0 0 1 0 0,0-1-1 0 0,0 1 1 0 0,0 0-1 0 0,0 0 1 0 0,0 0-1 0 0,0-1 1 0 0,0 1-1 0 0,0 0 1 0 0,0 0-1 0 0,0 0 1 0 0,0-1-1 0 0,0 1 1 0 0,0 0-1 0 0,0 0 1 0 0,-1 0-1 0 0,1 0 1 0 0,0-1 0 0 0,0 1-1 0 0,0 0 1 0 0,0 0-1 0 0,0 0 1 0 0,0 0-1 0 0,-1-1 1 0 0,1 1-1 0 0,0 0 1 0 0,0 0-1 0 0,0 0 1 0 0,0 0-1 0 0,-1 0 1 0 0,1 0-1 0 0,0 0 1 0 0,0 0-1 0 0,0-1 1 0 0,0 1-1 0 0,-1 0 1 0 0,1 0-1 0 0,0 0 1 0 0,0 0-1 0 0,0 0 1 0 0,-1 0 0 0 0,1 0-1 0 0,0 0 1 0 0,0 0-1 0 0,0 0 1 0 0,-1 0-1 0 0,1 0 1 0 0,0 0-1 0 0,0 1 1 0 0,0-1-1 0 0,-1 0 1 0 0,1 0-1 0 0,0 0 1 0 0,0 0-1 0 0,0 0 1 0 0,0 0-1 0 0,-1 0 1 0 0,1 0-1 0 0,0 1 1 0 0,0-1-1 0 0,0 0 1 0 0,0 0 0 0 0,-14 10 48 0 0,2 1 0 0 0,0 0 1 0 0,0 1-1 0 0,1 0 1 0 0,0 1-1 0 0,-11 17 1 0 0,-30 35 118 0 0,28-31-117 0 0,22-30-63 0 0,-1 1-1 0 0,1-1 1 0 0,-1 0-1 0 0,0 0 1 0 0,-1 0-1 0 0,1 0 1 0 0,-1 0-1 0 0,0-1 1 0 0,-5 4 0 0 0,1 0 10 0 0,1-1 0 0 0,0 1 0 0 0,0 1 0 0 0,0-1 0 0 0,1 1 1 0 0,0 1-1 0 0,0-1 0 0 0,1 1 0 0 0,0 0 0 0 0,1 0 1 0 0,0 0-1 0 0,-3 10 0 0 0,-9 18-10 0 0,11-28-5 0 0,2-4 8 0 0,1 0 1 0 0,-1 0-1 0 0,1 0 0 0 0,0 0 1 0 0,0 0-1 0 0,0 1 0 0 0,1-1 1 0 0,0 1-1 0 0,0-1 0 0 0,0 1 1 0 0,1-1-1 0 0,-1 1 0 0 0,1-1 1 0 0,1 1-1 0 0,-1-1 0 0 0,1 1 1 0 0,3 9-1 0 0,3 6-131 0 0,0 0 0 0 0,2-1 0 0 0,1 0 0 0 0,0-1 0 0 0,26 36 0 0 0,-32-49-93 0 0,1-1 0 0 0,0 1 0 0 0,0-1 1 0 0,1 0-1 0 0,0 0 0 0 0,0 0 0 0 0,0-1 0 0 0,0 0 0 0 0,1 0 1 0 0,-1-1-1 0 0,1 0 0 0 0,0 0 0 0 0,0 0 0 0 0,0-1 0 0 0,0 0 1 0 0,1 0-1 0 0,-1-1 0 0 0,0 0 0 0 0,1 0 0 0 0,-1-1 0 0 0,1 0 0 0 0,7-1 1 0 0,45-14-4011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6 1601 0 0,'25'-5'1640'0'0,"-20"4"-199"0"0,-10 1-254 0 0,-15 0-293 0 0,13 4 88 0 0,4-1-843 0 0,-52 26 394 0 0,-31 24 1 0 0,81-49-500 0 0,-1 0 0 0 0,1 0 0 0 0,0 1 0 0 0,0-1 0 0 0,1 1 0 0 0,0 0 0 0 0,0 1 0 0 0,-6 9 0 0 0,-2 1 73 0 0,11-15-96 0 0,0 0 1 0 0,1 0-1 0 0,-1 0 0 0 0,1 0 0 0 0,-1 0 0 0 0,1 0 0 0 0,-1 0 0 0 0,1 0 1 0 0,0 0-1 0 0,-1 0 0 0 0,1 0 0 0 0,0 0 0 0 0,0 0 0 0 0,0 0 0 0 0,0 0 0 0 0,0 0 1 0 0,0 1-1 0 0,-4 12 122 0 0,-22 4 57 0 0,25-17-178 0 0,-1-1 0 0 0,0 1 0 0 0,1 0 0 0 0,-1-1 0 0 0,1 1-1 0 0,-1 0 1 0 0,1 0 0 0 0,-1 0 0 0 0,1 0 0 0 0,0 0 0 0 0,-1 1-1 0 0,1-1 1 0 0,0 0 0 0 0,0 1 0 0 0,0-1 0 0 0,0 0-1 0 0,0 1 1 0 0,0 0 0 0 0,0-1 0 0 0,0 1 0 0 0,1-1 0 0 0,-1 1-1 0 0,1 0 1 0 0,-1-1 0 0 0,1 1 0 0 0,0 0 0 0 0,0 0 0 0 0,-1 2-1 0 0,2-2-2 0 0,-1-1 0 0 0,0 0 0 0 0,0 1 0 0 0,-1-1-1 0 0,1 0 1 0 0,0 1 0 0 0,0-1 0 0 0,-1 0 0 0 0,1 1-1 0 0,0-1 1 0 0,-1 0 0 0 0,1 0 0 0 0,-1 1 0 0 0,0-1-1 0 0,1 0 1 0 0,-1 0 0 0 0,0 0 0 0 0,0 0 0 0 0,0 0-1 0 0,0 0 1 0 0,0 0 0 0 0,0 0 0 0 0,0 0 0 0 0,-1 0-1 0 0,1 0-6 0 0,-1 0-1 0 0,1 0 0 0 0,0 0 1 0 0,0 0-1 0 0,0 0 0 0 0,0 0 1 0 0,0 1-1 0 0,0-1 0 0 0,0 0 1 0 0,0 0-1 0 0,1 1 0 0 0,-1-1 1 0 0,0 1-1 0 0,1-1 0 0 0,-1 0 1 0 0,1 1-1 0 0,0-1 0 0 0,-1 1 1 0 0,1-1-1 0 0,0 1 0 0 0,0 0 1 0 0,0-1-1 0 0,0 1 0 0 0,0 1 1 0 0,1 13 9 0 0,0-12-5 0 0,-1 1 1 0 0,1 0-1 0 0,-1-1 0 0 0,0 1 0 0 0,-1 0 1 0 0,1-1-1 0 0,-1 1 0 0 0,0 0 0 0 0,0-1 1 0 0,-3 8-1 0 0,-2-3-4 0 0,0 4 24 0 0,17 3 11 0 0,-10-15-35 0 0,1 2 0 0 0,-1 0 0 0 0,0 0 1 0 0,0 0-1 0 0,0 0 1 0 0,0 0-1 0 0,-1 0 1 0 0,1 1-1 0 0,-1-1 1 0 0,0 0-1 0 0,0 0 1 0 0,0 1-1 0 0,0-1 1 0 0,-1 0-1 0 0,0 4 1 0 0,0 6 40 0 0,-2-10-72 0 0,6-1 31 0 0,-1-1 1 0 0,0 0-1 0 0,0 0 1 0 0,1 0-1 0 0,-1 0 0 0 0,1 0 1 0 0,-1-1-1 0 0,0 1 0 0 0,1-1 1 0 0,-1 0-1 0 0,5 0 1 0 0,-3 2-2 0 0,0-1 0 0 0,0 0 1 0 0,1-1-1 0 0,-1 1 1 0 0,0-1-1 0 0,0 0 0 0 0,0 0 1 0 0,0 0-1 0 0,1 0 1 0 0,5-2-1 0 0,-1-1-3 0 0,55-8 39 0 0,-44-2 5 0 0,-19 11-41 0 0,0 1-1 0 0,0 0 0 0 0,-1 0 0 0 0,1 0 0 0 0,0 0 0 0 0,-1 1 0 0 0,1-1 0 0 0,-1 0 0 0 0,1 0 0 0 0,-1-1 0 0 0,0 1 0 0 0,0 0 0 0 0,1 0 0 0 0,-1 0 0 0 0,0 0 0 0 0,0 0 0 0 0,0 0 0 0 0,0 0 0 0 0,0 0 0 0 0,0 0 0 0 0,0-1 0 0 0,0 1 0 0 0,-1 0 0 0 0,1 0 0 0 0,0 0 0 0 0,-1 0 0 0 0,1 0 0 0 0,-1 0 0 0 0,0-2 0 0 0,-21-24 0 0 0,16 21 0 0 0,-14-13 0 0 0,-1 1 0 0 0,-1 0 0 0 0,-1 1 0 0 0,0 2 0 0 0,-1 0 0 0 0,0 2 0 0 0,-32-13 0 0 0,33 15 0 0 0,16 8-5 0 0,0 0-1 0 0,0 0 1 0 0,1 1-1 0 0,-1 0 1 0 0,-1 1-1 0 0,1 0 1 0 0,0 0 0 0 0,0 0-1 0 0,-14 1 1 0 0,14 0-21 0 0,37 5-2815 0 0,61-16-1481 0 0,-36 4 2121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8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19 800 0 0,'-21'4'2179'0'0,"-2"0"-977"0"0,2 0 0 0 0,-1 1 0 0 0,0 1 0 0 0,1 1 0 0 0,-25 12 0 0 0,45-15-247 0 0,9-2-781 0 0,10-1-209 0 0,56-1 119 0 0,77 1-1040 0 0,157-20 1 0 0,-294 18 157 0 0,0-2-1 0 0,-1 0 1 0 0,1-1 0 0 0,0 0 0 0 0,12-7 0 0 0,-24 11 651 0 0,-1-1 17 0 0,0 1-1 0 0,0 0 1 0 0,0-1-1 0 0,0 1 1 0 0,1-1 0 0 0,-1 1-1 0 0,0-1 1 0 0,0 1-1 0 0,0-1 1 0 0,0 1-1 0 0,-1-1 1 0 0,1 0 0 0 0,0 0-1 0 0,0 0 1 0 0,0 1-1 0 0,0-1 1 0 0,0-2-1 0 0,-2 2-18 0 0,0-1-1 0 0,0 1 1 0 0,0-1-1 0 0,0 1 0 0 0,0-1 1 0 0,0 1-1 0 0,-1 0 1 0 0,1 0-1 0 0,-1 0 0 0 0,1 0 1 0 0,-1 0-1 0 0,1 0 1 0 0,-3-1-1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9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0 880 0 0,'21'1'1523'0'0,"0"0"1"0"0,-1 1-1 0 0,31 8 0 0 0,-41-7-1392 0 0,1 0-1 0 0,-1 0 1 0 0,0 1 0 0 0,0 0 0 0 0,0 1 0 0 0,-1 0 0 0 0,1 1 0 0 0,13 10-1 0 0,-5-4-104 0 0,-14-9-4 0 0,1 0 0 0 0,-1 0 0 0 0,0 0-1 0 0,0 0 1 0 0,0 1 0 0 0,0-1 0 0 0,5 7-1 0 0,-5-2 40 0 0,1 0 0 0 0,-1 0 0 0 0,-1 0 0 0 0,0 0 0 0 0,0 1 0 0 0,0-1 0 0 0,-1 1 0 0 0,0 0 0 0 0,-1 0-1 0 0,1 10 1 0 0,-2 104 950 0 0,-2-62-571 0 0,2-58-432 0 0,0 0 0 0 0,-1-1 0 0 0,1 1 0 0 0,0-1-1 0 0,-1 1 1 0 0,0 0 0 0 0,0-1 0 0 0,1 1-1 0 0,-2-1 1 0 0,1 0 0 0 0,0 1 0 0 0,0-1 0 0 0,-1 0-1 0 0,1 0 1 0 0,-1 0 0 0 0,0 0 0 0 0,1 0 0 0 0,-1 0-1 0 0,0 0 1 0 0,0-1 0 0 0,0 1 0 0 0,-1 0-1 0 0,1-1 1 0 0,0 0 0 0 0,-1 0 0 0 0,1 0 0 0 0,0 0-1 0 0,-1 0 1 0 0,1 0 0 0 0,-1 0 0 0 0,0-1-1 0 0,-3 1 1 0 0,-5 1 12 0 0,1-1-1 0 0,-1-1 1 0 0,1 0 0 0 0,-1 0-1 0 0,1-1 1 0 0,-1 0-1 0 0,-10-3 1 0 0,7 1-28 0 0,1-1 0 0 0,-1 0 0 0 0,1-1 0 0 0,0 0 0 0 0,0-1 0 0 0,0-1 0 0 0,1 0 0 0 0,0 0 0 0 0,-17-15 0 0 0,9 8 8 0 0,19 14 0 0 0,1 0 0 0 0,-1-1 0 0 0,0 1 0 0 0,0 0 0 0 0,0-1 0 0 0,0 1 0 0 0,1-1 0 0 0,-1 0 0 0 0,0 1 0 0 0,0-1 0 0 0,1 0 0 0 0,-1 1 0 0 0,0-1 0 0 0,1 0 0 0 0,-1 0 0 0 0,1 1 0 0 0,-1-1 0 0 0,1 0 0 0 0,-1 0 0 0 0,1 0 0 0 0,0 0 0 0 0,-1 0 0 0 0,1 1 0 0 0,0-1 0 0 0,0 0 0 0 0,0 0 0 0 0,0 0 0 0 0,0 0 0 0 0,0 0 0 0 0,0 0 0 0 0,0-1 0 0 0,5-4 13 0 0,4 6 15 0 0,1 0 0 0 0,-1 0-1 0 0,0 1 1 0 0,0 1 0 0 0,1 0 0 0 0,-1 0-1 0 0,0 1 1 0 0,0 0 0 0 0,14 6-1 0 0,-8-3 16 0 0,275 114 291 0 0,-286-119-493 0 0,-1 1-1 0 0,1-1 1 0 0,0 0 0 0 0,-1 0-1 0 0,1 0 1 0 0,0 0 0 0 0,-1-1 0 0 0,1 1-1 0 0,0-1 1 0 0,0 0 0 0 0,0 0-1 0 0,-1 0 1 0 0,1-1 0 0 0,0 0 0 0 0,0 1-1 0 0,-1-1 1 0 0,1 0 0 0 0,-1-1-1 0 0,1 1 1 0 0,-1-1 0 0 0,1 1 0 0 0,-1-1-1 0 0,0 0 1 0 0,1 0 0 0 0,-1-1-1 0 0,-1 1 1 0 0,1-1 0 0 0,0 1 0 0 0,0-1-1 0 0,-1 0 1 0 0,0 0 0 0 0,1 0-1 0 0,1-4 1 0 0,-3 4-102 0 0,0 1-1 0 0,0-1 1 0 0,0 1-1 0 0,-1-1 1 0 0,1 0-1 0 0,-1 1 1 0 0,0-1-1 0 0,0 1 1 0 0,0-6 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9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2241 0 0,'60'90'6403'0'0,"-29"-32"-4482"0"0,-1-20-2241 0 0,0-1 160 0 0,0 1 480 0 0,0-5 80 0 0,1 5-160 0 0,-31 1-80 0 0,-31 5 0 0 0,1 0-80 0 0,-30 6 0 0 0,30 2 0 0 0,-31-2 0 0 0,1-4-80 0 0,0-21-240 0 0,60-13-720 0 0,-31-24-1201 0 0,31-7-2801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0 880 0 0,'0'1'120'0'0,"-1"-1"-1"0"0,1 1 1 0 0,0-1 0 0 0,0 1-1 0 0,-1-1 1 0 0,1 1-1 0 0,0-1 1 0 0,-1 1-1 0 0,1-1 1 0 0,0 1-1 0 0,-1-1 1 0 0,1 0-1 0 0,0 1 1 0 0,-1-1-1 0 0,1 0 1 0 0,-1 1 0 0 0,1-1-1 0 0,-1 0 1 0 0,1 0-1 0 0,-1 1 1 0 0,1-1-1 0 0,-1 0 1 0 0,1 0-1 0 0,-1 0 1 0 0,0 0-1 0 0,1 0 1 0 0,-1 0-1 0 0,1 1 1 0 0,-1-1-1 0 0,1-1 1 0 0,-1 1 0 0 0,0 0-1 0 0,0 0-40 0 0,1 0-1 0 0,-1 0 1 0 0,1 0-1 0 0,-1 0 1 0 0,0 0-1 0 0,1 0 1 0 0,-1 0-1 0 0,1 0 1 0 0,-1 0-1 0 0,1 0 1 0 0,-1 1 0 0 0,1-1-1 0 0,-1 0 1 0 0,1 0-1 0 0,-1 0 1 0 0,1 1-1 0 0,-1-1 1 0 0,1 0-1 0 0,-1 1 1 0 0,1-1-1 0 0,-1 0 1 0 0,1 1-1 0 0,-1-1 1 0 0,1 1-1 0 0,0-1 1 0 0,-1 0 0 0 0,1 1-1 0 0,0-1 1 0 0,0 1-1 0 0,-1-1 1 0 0,1 1-1 0 0,0 0 1 0 0,0 1 1181 0 0,-1-2-1236 0 0,1 0 0 0 0,0 0 0 0 0,0 0 0 0 0,0 0 0 0 0,0 1 1 0 0,0-1-1 0 0,0 0 0 0 0,0 0 0 0 0,0 0 0 0 0,0 1 0 0 0,0-1 0 0 0,0 0 0 0 0,0 0 0 0 0,0 0 0 0 0,0 1 0 0 0,0-1 1 0 0,0 0-1 0 0,0 0 0 0 0,0 0 0 0 0,0 1 0 0 0,0-1 0 0 0,0 0 0 0 0,0 0 0 0 0,1 0 0 0 0,-1 0 0 0 0,0 1 0 0 0,0-1 1 0 0,0 0-1 0 0,0 0 0 0 0,0 0 0 0 0,0 0 0 0 0,1 0 0 0 0,-1 1 0 0 0,0-1 0 0 0,0 0 0 0 0,0 0 0 0 0,0 0 0 0 0,1 0 1 0 0,-1 0-1 0 0,0 0 0 0 0,0 0 0 0 0,0 0 0 0 0,0 0 0 0 0,1 0 0 0 0,-1 0 0 0 0,0 0 0 0 0,0 0 0 0 0,0 0 0 0 0,1 0 1 0 0,-1 0-1 0 0,0 0 0 0 0,0 0 0 0 0,1 0 0 0 0,1 1 16 0 0,1 1 0 0 0,0-1 0 0 0,-1 0 0 0 0,1 1 0 0 0,-1-1 0 0 0,0 1 0 0 0,1 0 0 0 0,-1 0 0 0 0,0 0 0 0 0,0 0 1 0 0,0 0-1 0 0,0 1 0 0 0,2 3 0 0 0,28 46 555 0 0,-13-21-324 0 0,7 3-237 0 0,1-2 0 0 0,1 0-1 0 0,50 41 1 0 0,-26-25-1089 0 0,-21-20-919 0 0,-1-13-1655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0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297 102 400 0 0,'-65'6'7586'0'0,"-31"16"-6307"0"0,62-14-766 0 0,31-7-449 0 0,1 0 0 0 0,0-1 0 0 0,-1 1 0 0 0,1-1 0 0 0,0 0 0 0 0,-1 1 0 0 0,1-1 0 0 0,-1 0 0 0 0,1-1 0 0 0,-1 1 0 0 0,1 0 0 0 0,-3-1 0 0 0,4 0-33 0 0,1 1 1 0 0,-1-1-1 0 0,1 0 1 0 0,-1 1-1 0 0,1-1 1 0 0,-1 1-1 0 0,1-1 1 0 0,-1 0-1 0 0,1 1 1 0 0,0-1-1 0 0,-1 0 1 0 0,1 0-1 0 0,0 1 1 0 0,0-1-1 0 0,-1 0 0 0 0,1 0 1 0 0,0 0-1 0 0,0 1 1 0 0,0-1-1 0 0,0 0 1 0 0,0 0-1 0 0,0 0 1 0 0,0-1-1 0 0,1 2-27 0 0,-1-1 0 0 0,0 0-1 0 0,0 1 1 0 0,0-1 0 0 0,0 1-1 0 0,1-1 1 0 0,-1 1 0 0 0,0-1 0 0 0,0 1-1 0 0,1-1 1 0 0,-1 1 0 0 0,1-1-1 0 0,-1 1 1 0 0,0-1 0 0 0,1 1 0 0 0,-1-1-1 0 0,1 1 1 0 0,-1 0 0 0 0,1-1-1 0 0,-1 1 1 0 0,1 0 0 0 0,-1-1 0 0 0,1 1-1 0 0,-1 0 1 0 0,1 0 0 0 0,0 0-1 0 0,-1-1 1 0 0,1 1 0 0 0,-1 0 0 0 0,1 0-1 0 0,0 0 1 0 0,0 0 0 0 0,0 0-3 0 0,-1 0 0 0 0,1 0 0 0 0,0 0 0 0 0,-1 0 0 0 0,1 0 1 0 0,0-1-1 0 0,-1 1 0 0 0,1 0 0 0 0,-1 0 0 0 0,1 0 0 0 0,0-1 0 0 0,-1 1 1 0 0,1 0-1 0 0,-1-1 0 0 0,1 1 0 0 0,-1-1 0 0 0,1 1 0 0 0,-1-1 0 0 0,1 1 0 0 0,-1-1 1 0 0,1 1-1 0 0,-1-1 0 0 0,0 1 0 0 0,1-1 0 0 0,-1 1 0 0 0,0-1 0 0 0,1 0 1 0 0,-1 1-1 0 0,0-1 0 0 0,0 0 0 0 0,0 1 0 0 0,1-2 0 0 0,-1 1-1 0 0,0 0 0 0 0,0-1 0 0 0,0 1 0 0 0,1 0 0 0 0,-1 0 0 0 0,0 0 0 0 0,1-1 0 0 0,-1 1 0 0 0,1 0 0 0 0,-1 0 0 0 0,1 0 0 0 0,0 0 0 0 0,-1 0 0 0 0,1 0 0 0 0,0 0 0 0 0,0 0 0 0 0,0 0 0 0 0,0 1 0 0 0,0-1 0 0 0,-1 0 0 0 0,2 0 0 0 0,-1 1 0 0 0,0-1 0 0 0,0 1 0 0 0,0-1 0 0 0,0 1 0 0 0,0-1 0 0 0,0 1 0 0 0,0 0 0 0 0,3-1 0 0 0,6-3 0 0 0,15-1 0 0 0,0 4 14 0 0,-25 1-9 0 0,1 0 0 0 0,-1 0 0 0 0,0 0 0 0 0,1 0 0 0 0,-1 0 1 0 0,0 1-1 0 0,0-1 0 0 0,1 0 0 0 0,-1 0 0 0 0,0 0 0 0 0,0 0 1 0 0,1 1-1 0 0,-1-1 0 0 0,0 0 0 0 0,0 0 0 0 0,0 0 0 0 0,0 1 1 0 0,1-1-1 0 0,-1 0 0 0 0,0 0 0 0 0,0 1 0 0 0,0-1 0 0 0,0 0 1 0 0,0 0-1 0 0,0 1 0 0 0,0-1 0 0 0,1 0 0 0 0,-1 1 0 0 0,0-1 1 0 0,0 0-1 0 0,0 0 0 0 0,0 1 0 0 0,0-1 0 0 0,0 0 0 0 0,-1 1 1 0 0,1-1-1 0 0,0 0 0 0 0,0 0 0 0 0,0 1 0 0 0,0-1 0 0 0,0 0 1 0 0,0 1-1 0 0,0-1 0 0 0,0 0 0 0 0,-1 0 0 0 0,1 1 0 0 0,0-1 0 0 0,0 0 1 0 0,0 0-1 0 0,-1 0 0 0 0,1 1 0 0 0,0-1 0 0 0,0 0 0 0 0,-1 0 1 0 0,1 0-1 0 0,0 0 0 0 0,0 0 0 0 0,-1 1 0 0 0,1-1 0 0 0,0 0 1 0 0,-1 0-1 0 0,-8 3 39 0 0,-1 1-1 0 0,0-2 1 0 0,0 0 0 0 0,0 0 0 0 0,0 0-1 0 0,-21-1 1 0 0,28-1-253 0 0,-1 0 0 0 0,0 0 0 0 0,1 0 0 0 0,-1 0-1 0 0,0-1 1 0 0,1 1 0 0 0,-1-1 0 0 0,1 0 0 0 0,-1 0 0 0 0,1 0 0 0 0,0 0-1 0 0,-1-1 1 0 0,1 0 0 0 0,0 1 0 0 0,0-1 0 0 0,0 0 0 0 0,0-1 0 0 0,0 1-1 0 0,0 0 1 0 0,1-1 0 0 0,-1 0 0 0 0,1 1 0 0 0,0-1 0 0 0,-3-4 0 0 0,4 1-485 0 0,-1 1 0 0 0,1-1 1 0 0,1 0-1 0 0,-1 1 0 0 0,1-1 1 0 0,0-7-1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1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3 240 0 0,'-1'0'294'0'0,"0"-1"-1"0"0,0 1 1 0 0,0-1-1 0 0,0 1 1 0 0,0 0-1 0 0,0 0 1 0 0,0 0 0 0 0,0 0-1 0 0,0 0 1 0 0,0 0-1 0 0,0 0 1 0 0,0 0-1 0 0,0 0 1 0 0,0 0 0 0 0,0 0-1 0 0,0 1 1 0 0,0-1-1 0 0,0 0 1 0 0,0 1-1 0 0,0-1 1 0 0,0 1 0 0 0,0-1-1 0 0,0 1 1 0 0,-1 0-1 0 0,-27 13 1346 0 0,29-14-1612 0 0,-1 0 0 0 0,1 0 1 0 0,0 1-1 0 0,0-1 0 0 0,0 0 1 0 0,0 1-1 0 0,0-1 0 0 0,0 0 1 0 0,0 1-1 0 0,0-1 0 0 0,0 0 1 0 0,0 0-1 0 0,0 1 0 0 0,0-1 1 0 0,0 0-1 0 0,0 1 0 0 0,0-1 1 0 0,0 0-1 0 0,0 1 1 0 0,0-1-1 0 0,0 0 0 0 0,0 1 1 0 0,0-1-1 0 0,0 0 0 0 0,1 0 1 0 0,-1 1-1 0 0,0-1 0 0 0,0 0 1 0 0,0 0-1 0 0,1 1 0 0 0,-1-1 1 0 0,0 0-1 0 0,0 0 0 0 0,0 0 1 0 0,1 1-1 0 0,-1-1 0 0 0,0 0 1 0 0,1 0-1 0 0,-1 0 0 0 0,0 0 1 0 0,0 1-1 0 0,1-1 1 0 0,-1 0-1 0 0,15 9 63 0 0,-14-8 17 0 0,14 13 88 0 0,1-1 0 0 0,30 19 1 0 0,3 3 45 0 0,1 1 108 0 0,67 37-1 0 0,-74-47-244 0 0,219 124-104 0 0,-235-131-416 0 0,-20-11-582 0 0,-11-7-2004 0 0,-21-2-1146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1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1 210 320 0 0,'30'-6'4562'0'0,"-60"0"-240"0"0,30-1-3521 0 0,30-5-321 0 0,0-7-160 0 0,31 0-320 0 0,29-20-640 0 0,55-18-2482 0 0,-24 12-2160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1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 1681 0 0,'0'1'213'0'0,"0"0"0"0"0,1 1-1 0 0,-1-1 1 0 0,0 0 0 0 0,1 1 0 0 0,-1-1 0 0 0,1 0 0 0 0,0 0 0 0 0,-1 1 0 0 0,1-1 0 0 0,0 0-1 0 0,0 0 1 0 0,0 0 0 0 0,-1 0 0 0 0,1 0 0 0 0,0 0 0 0 0,0 0 0 0 0,1 0 0 0 0,-1 0 0 0 0,0-1-1 0 0,0 1 1 0 0,0 0 0 0 0,0-1 0 0 0,1 1 0 0 0,-1-1 0 0 0,3 1 0 0 0,44 10 2314 0 0,-25-6-2025 0 0,11 0-60 0 0,-31-5-403 0 0,1 0 0 0 0,-1 0 0 0 0,1 0 0 0 0,-1 1 0 0 0,0-1 0 0 0,1 1 0 0 0,-1 0 0 0 0,0 0 0 0 0,1 0-1 0 0,-1 0 1 0 0,0 1 0 0 0,0-1 0 0 0,0 1 0 0 0,0 0 0 0 0,0 0 0 0 0,-1 0 0 0 0,1 0 0 0 0,0 0 0 0 0,-1 0 0 0 0,0 1 0 0 0,1 0-1 0 0,-1-1 1 0 0,0 1 0 0 0,0 0 0 0 0,1 3 0 0 0,0 2 106 0 0,-2 1 0 0 0,1-1-1 0 0,-1 0 1 0 0,0 0 0 0 0,-1 1 0 0 0,0-1 0 0 0,-2 13-1 0 0,1 4 179 0 0,1-14-238 0 0,-1 0 0 0 0,-1 0 1 0 0,0 0-1 0 0,-1-1 1 0 0,0 1-1 0 0,0-1 0 0 0,-1 1 1 0 0,-1-1-1 0 0,0 0 0 0 0,0-1 1 0 0,-1 1-1 0 0,0-1 0 0 0,0 0 1 0 0,-1 0-1 0 0,-1-1 0 0 0,1 0 1 0 0,-1 0-1 0 0,0-1 0 0 0,-1 0 1 0 0,0 0-1 0 0,-19 9 0 0 0,14-7-62 0 0,-2-1 1 0 0,1-1-1 0 0,-1 0 0 0 0,0-1 0 0 0,-1-1 0 0 0,1-1 0 0 0,-1 0 0 0 0,0-1 0 0 0,0-1 0 0 0,0 0 0 0 0,0-2 1 0 0,0 0-1 0 0,-33-4 0 0 0,22-3-50 0 0,0-1 0 0 0,1-1 1 0 0,0-1-1 0 0,1-1 0 0 0,-38-23 1 0 0,56 30 28 0 0,3 1-1 0 0,-1 0 1 0 0,1-1 0 0 0,0 1-1 0 0,0-1 1 0 0,0 0 0 0 0,0 0-1 0 0,-3-5 1 0 0,6 7-5 0 0,1 0 1 0 0,0 0-1 0 0,0 0 0 0 0,0 0 0 0 0,0-1 1 0 0,0 1-1 0 0,0 0 0 0 0,1 0 0 0 0,-1-1 1 0 0,1 1-1 0 0,-1 0 0 0 0,1-1 0 0 0,0 1 1 0 0,0 0-1 0 0,0-1 0 0 0,0 1 0 0 0,1-1 1 0 0,-1 1-1 0 0,1 0 0 0 0,-1-1 0 0 0,1 1 1 0 0,0 0-1 0 0,0 0 0 0 0,1-3 0 0 0,18-29-10 0 0,-17 31 8 0 0,-1-1 0 0 0,0 1 0 0 0,1 0 0 0 0,-1 0 0 0 0,1 1 1 0 0,0-1-1 0 0,0 1 0 0 0,0-1 0 0 0,0 1 0 0 0,1 0 0 0 0,-1 0 0 0 0,1 0 0 0 0,-1 1 0 0 0,1-1 0 0 0,-1 1 0 0 0,1 0 0 0 0,0 0 0 0 0,5-1 1 0 0,6 0-30 0 0,0 0 1 0 0,0 1 0 0 0,26 1-1 0 0,-5 3 34 0 0,0 2 0 0 0,0 1 0 0 0,56 18 0 0 0,-91-24 0 0 0,82 22 60 0 0,0 5 0 0 0,-1 2 0 0 0,126 67 0 0 0,-203-94-71 0 0,6 5-181 0 0,1-1 0 0 0,-1 0 0 0 0,1-1 0 0 0,15 5 1 0 0,-25-9 61 0 0,-1-1 0 0 0,0 0 0 0 0,0 1 1 0 0,1-1-1 0 0,-1 0 0 0 0,0 1 1 0 0,1-1-1 0 0,-1 0 0 0 0,0 0 0 0 0,1 0 1 0 0,-1 0-1 0 0,0 0 0 0 0,1 0 1 0 0,-1-1-1 0 0,0 1 0 0 0,0 0 0 0 0,1-1 1 0 0,-1 1-1 0 0,0-1 0 0 0,0 1 1 0 0,1-1-1 0 0,-1 0 0 0 0,0 0 0 0 0,0 1 1 0 0,0-1-1 0 0,0 0 0 0 0,0 0 0 0 0,0 0 1 0 0,0 0-1 0 0,0 0 0 0 0,-1 0 1 0 0,1 0-1 0 0,0 0 0 0 0,-1 0 0 0 0,1-1 1 0 0,0 1-1 0 0,-1 0 0 0 0,1 0 1 0 0,-1-1-1 0 0,0 1 0 0 0,0 0 0 0 0,1-1 1 0 0,-1 1-1 0 0,0 0 0 0 0,0 0 1 0 0,0-1-1 0 0,0 1 0 0 0,0 0 0 0 0,-1-2 1 0 0,1-27-3953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2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1201 0 0,'0'8'2561'0'0,"0"-2"-240"0"0,30 0-320 0 0,-30 7-561 0 0,0 18 161 0 0,61 40 400 0 0,-31-2-880 0 0,30-6-641 0 0,-29 9-320 0 0,-1 4-80 0 0,-30-1-80 0 0,30-17 0 0 0,-30-25-160 0 0,30-22-641 0 0,-30-16-959 0 0,0-9-401 0 0,30-5-1201 0 0,-5-6-2721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152 127 5362 0 0,'-91'50'6483'0'0,"31"-12"-4802"0"0,60-18-2001 0 0,0-26 240 0 0,0-8 160 0 0,0-24-1040 0 0,0-37-2242 0 0,0-27-4481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3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26 1761 0 0,'-10'-4'599'0'0,"-1"-1"0"0"0,1 2 0 0 0,-1-1 0 0 0,0 1 1 0 0,0 1-1 0 0,0 0 0 0 0,-1 1 0 0 0,1 0 0 0 0,0 0 0 0 0,0 1 1 0 0,-15 2-1 0 0,26-2-575 0 0,0 0 0 0 0,0 0 1 0 0,-1 0-1 0 0,1 0 1 0 0,0 1-1 0 0,0-1 0 0 0,-1 0 1 0 0,1 0-1 0 0,0 0 0 0 0,0 0 1 0 0,-1 0-1 0 0,1 0 0 0 0,0 0 1 0 0,0 1-1 0 0,0-1 1 0 0,-1 0-1 0 0,1 0 0 0 0,0 0 1 0 0,0 1-1 0 0,0-1 0 0 0,0 0 1 0 0,-1 0-1 0 0,1 0 0 0 0,0 1 1 0 0,0-1-1 0 0,0 0 0 0 0,0 0 1 0 0,0 1-1 0 0,0-1 1 0 0,0 0-1 0 0,0 0 0 0 0,0 1 1 0 0,0-1-1 0 0,0 0 0 0 0,0 0 1 0 0,0 1-1 0 0,0-1 0 0 0,0 0 1 0 0,0 0-1 0 0,0 1 0 0 0,0-1 1 0 0,0 0-1 0 0,0 0 1 0 0,0 1-1 0 0,0-1 0 0 0,0 0 1 0 0,1 0-1 0 0,-1 1 0 0 0,0-1 1 0 0,0 0-1 0 0,0 0 0 0 0,0 0 1 0 0,1 1-1 0 0,-1-1 0 0 0,0 0 1 0 0,0 0-1 0 0,0 0 1 0 0,1 0-1 0 0,-1 0 0 0 0,0 1 1 0 0,0-1-1 0 0,0 0 0 0 0,1 0 1 0 0,-1 0-1 0 0,0 0 0 0 0,0 0 1 0 0,1 0-1 0 0,-1 0 1 0 0,82 56 928 0 0,123 108 1 0 0,-137-94-494 0 0,-55-54-385 0 0,1 0 0 0 0,1-1 0 0 0,30 23 0 0 0,96 45-528 0 0,-121-65-896 0 0,-20-17 1262 0 0,1 0 1 0 0,-1-1-1 0 0,1 1 0 0 0,0 0 1 0 0,-1-1-1 0 0,1 1 1 0 0,0 0-1 0 0,0-1 0 0 0,-1 1 1 0 0,1-1-1 0 0,0 1 1 0 0,0-1-1 0 0,0 1 0 0 0,0-1 1 0 0,0 0-1 0 0,0 1 0 0 0,1-1 1 0 0,-2 0 27 0 0,0 0 1 0 0,1 0-1 0 0,-1 0 1 0 0,0 0-1 0 0,0 1 1 0 0,0-1-1 0 0,0 0 1 0 0,0 0-1 0 0,1 0 1 0 0,-1 0-1 0 0,0 0 1 0 0,0 0-1 0 0,0 0 1 0 0,0 0-1 0 0,0 0 1 0 0,1 0-1 0 0,-1 0 1 0 0,0 0-1 0 0,0 0 1 0 0,0 0-1 0 0,0-1 1 0 0,0 1-1 0 0,1 0 1 0 0,-1 0-1 0 0,0 0 1 0 0,0 0-1 0 0,0 0 1 0 0,0 0-1 0 0,0 0 1 0 0,0 0-1 0 0,1 0 1 0 0,-1 0-1 0 0,0-1 1 0 0,0 1-1 0 0,0 0 1 0 0,0 0-1 0 0,0 0 1 0 0,0 0-1 0 0,0 0 1 0 0,0 0-1 0 0,0-1 1 0 0,0 1-1 0 0,0 0 1 0 0,0 0-1 0 0,0 0 1 0 0,0 0-1 0 0,0 0 1 0 0,0-1-1 0 0,0 1 1 0 0,0 0-1 0 0,0 0 1 0 0,0 0-1 0 0,0 0 1 0 0,0-1-1 0 0,0 1 1 0 0,0 0-1 0 0,0-12-5904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3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1 402 2961 0 0,'0'-19'3122'0'0,"30"-8"-961"0"0,54-55 0 0 0,67-26-961 0 0,-30 31-1680 0 0,0 27-2721 0 0,-31 12-4323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3201 0 0,'0'14'4242'0'0,"-30"-8"-2561"0"0,30 1-1761 0 0,-24-1 80 0 0,24 0 80 0 0,-31 7 0 0 0,1-13 80 0 0,60 0-320 0 0,-30-5-240 0 0,31 10-3442 0 0,-31 1 1201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8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0 480 0 0,'0'0'3282'0'0,"-30"0"-2562"0"0,30 6-2401 0 0,0 0-1040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8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2081 0 0,'0'8'2161'0'0,"0"-2"-320"0"0,0 7-561 0 0,0-1-559 0 0,31-5-961 0 0,-31-1-1761 0 0,30-6-641 0 0,-30 6 321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1361 0 0,'-60'30'6963'0'0,"-31"-3"-4242"0"0,61-7-3281 0 0,60-20-881 0 0,61-20-2561 0 0,-31 7-320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62 480 0 0,'115'1'9151'0'0,"-110"-2"-8177"0"0,-6 0 126 0 0,7-4-893 0 0,15-1 260 0 0,39-13 680 0 0,-55 18-987 0 0,-6-1-84 0 0,0 1-1 0 0,0 0 1 0 0,0 0-1 0 0,0 0 1 0 0,0-1-1 0 0,0 1 1 0 0,0 0-1 0 0,0 0 1 0 0,-1 1-1 0 0,1-1 1 0 0,0 0-1 0 0,-1 0 1 0 0,1 1-1 0 0,0-1 1 0 0,-1 0-1 0 0,1 1 1 0 0,-1 0-1 0 0,1-1 1 0 0,-1 1-1 0 0,1 0 1 0 0,-1 0-1 0 0,-2 0 1 0 0,-47-7 540 0 0,43 7-501 0 0,-12-3 5 0 0,4 2-29 0 0,1 0-1 0 0,-1 1 1 0 0,0 0 0 0 0,-21 5 0 0 0,-14 3-20 0 0,41-4-62 0 0,-1 1-9 0 0,-1 1 0 0 0,1 0 0 0 0,0 1 0 0 0,0 0 0 0 0,1 1 0 0 0,0 0 0 0 0,1 0 0 0 0,0 1 0 0 0,0 1 0 0 0,-9 11 0 0 0,15-18 1 0 0,0 1-1 0 0,0-1 1 0 0,1 1 0 0 0,-1 0 0 0 0,1 0 0 0 0,0 1 0 0 0,0-1-1 0 0,0 0 1 0 0,0 1 0 0 0,1-1 0 0 0,-1 1 0 0 0,1-1 0 0 0,1 1-1 0 0,-1 0 1 0 0,0 8 0 0 0,1-8 9 0 0,-1 1 0 0 0,0-1 0 0 0,0 0 0 0 0,0 0 0 0 0,0 0 0 0 0,-1 0 0 0 0,-2 5 1 0 0,-5 21 55 0 0,18 5-6 0 0,-6-31-54 0 0,-1 1-1 0 0,-1-1 1 0 0,1 1-1 0 0,-1 0 1 0 0,1 10-1 0 0,-2-9 4 0 0,0 0 0 0 0,1 0-1 0 0,-1-1 1 0 0,1 1 0 0 0,0 0-1 0 0,1-1 1 0 0,0 1 0 0 0,0-1-1 0 0,0 1 1 0 0,1-1 0 0 0,3 6-1 0 0,-3-7-14 0 0,1-1-1 0 0,-1 0 0 0 0,1 0 0 0 0,0 0 0 0 0,0-1 0 0 0,0 1 0 0 0,0-1 0 0 0,1 0 0 0 0,-1 0 0 0 0,1-1 0 0 0,0 1 0 0 0,0-1 0 0 0,0 0 0 0 0,7 2 0 0 0,14 1 6 0 0,-1 0-1 0 0,1-2 0 0 0,1-1 1 0 0,-1 0-1 0 0,0-2 1 0 0,0-2-1 0 0,1 0 1 0 0,38-9-1 0 0,-12 4 3 0 0,-43 5 9 0 0,-1 0 0 0 0,1 0 0 0 0,-1 0 0 0 0,1-1 0 0 0,-1-1 0 0 0,0 0 0 0 0,15-8 0 0 0,-23 11-8 0 0,-1 1 0 0 0,0 0 0 0 0,1-1 0 0 0,-1 1 1 0 0,0 0-1 0 0,0 0 0 0 0,0-1 0 0 0,1 1 0 0 0,-1 0 0 0 0,0-1 1 0 0,0 1-1 0 0,0-1 0 0 0,0 1 0 0 0,0 0 0 0 0,1-1 0 0 0,-1 1 1 0 0,0 0-1 0 0,0-1 0 0 0,0 1 0 0 0,0-1 0 0 0,0 1 0 0 0,0 0 1 0 0,0-1-1 0 0,0 1 0 0 0,-1 0 0 0 0,1-1 0 0 0,0 1 0 0 0,0-1 1 0 0,0 1-1 0 0,0 0 0 0 0,0-1 0 0 0,-1 1 0 0 0,1 0 0 0 0,0-1 1 0 0,0 1-1 0 0,-1 0 0 0 0,1 0 0 0 0,0-1 0 0 0,0 1 0 0 0,-1 0 0 0 0,1 0 1 0 0,0-1-1 0 0,-1 1 0 0 0,1 0 0 0 0,-17-11 43 0 0,15 10-27 0 0,-9-7 18 0 0,-2 1 0 0 0,1 0 0 0 0,-1 0 1 0 0,0 1-1 0 0,0 1 0 0 0,-1 0 0 0 0,-16-3 0 0 0,-3 0-120 0 0,-51-5-1 0 0,54 11-924 0 0,27 3 338 0 0,8 0-90 0 0,53 3-2894 0 0,-9-8 420 0 0,78-18 0 0 0,-11-3 74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37 240 0 0,'0'-36'12486'0'0,"1"40"-12428"0"0,-1-1-1 0 0,1 1 1 0 0,-1-1 0 0 0,1 1 0 0 0,0-1-1 0 0,0 1 1 0 0,0-1 0 0 0,1 0-1 0 0,0 1 1 0 0,-1-1 0 0 0,5 6 0 0 0,8 15 183 0 0,0 9 11 0 0,2 7-113 0 0,2 0 0 0 0,1-2 0 0 0,3 0 0 0 0,38 53 0 0 0,-38-64-313 0 0,-5-9-1208 0 0,-16-18 1220 0 0,0 0-1 0 0,-1 0 1 0 0,1 0 0 0 0,0 1 0 0 0,0-1 0 0 0,0 0 0 0 0,0 0 0 0 0,-1 0-1 0 0,1 0 1 0 0,0 0 0 0 0,0-1 0 0 0,0 1 0 0 0,-1 0 0 0 0,1 0 0 0 0,0-1-1 0 0,0 1 1 0 0,0 0 0 0 0,-1-1 0 0 0,1 1 0 0 0,0 0 0 0 0,-1-1-1 0 0,1 1 1 0 0,0-1 0 0 0,-1 0 0 0 0,1 1 0 0 0,0-1 0 0 0,0 0 0 0 0,24-21-4907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2081 0 0,'-30'31'7203'0'0,"-30"-6"-3441"0"0,35-17-3282 0 0,50-8-560 0 0,-25-8 320 0 0,30 8-400 0 0,0-6-320 0 0,-30 1-721 0 0,30-9-1200 0 0,0 8-320 0 0,1 1 0 0 0,-31 10 400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6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59 800 0 0,'0'-1'200'0'0,"-1"0"-1"0"0,0 0 0 0 0,1 0 0 0 0,-1 0 0 0 0,0 0 0 0 0,0 0 0 0 0,0 1 1 0 0,1-1-1 0 0,-1 0 0 0 0,0 1 0 0 0,0-1 0 0 0,0 0 0 0 0,0 1 0 0 0,0-1 0 0 0,0 1 1 0 0,0 0-1 0 0,0-1 0 0 0,-1 1 0 0 0,1 0 0 0 0,0 0 0 0 0,0 0 0 0 0,-2-1 1 0 0,-32-3 1666 0 0,33 3-1603 0 0,-84 0 3566 0 0,86 2-3810 0 0,1-1 1 0 0,-1 0 0 0 0,0 0 0 0 0,0 0 0 0 0,0 0 0 0 0,0 0 0 0 0,0 0-1 0 0,0 0 1 0 0,1 1 0 0 0,-1-1 0 0 0,0 0 0 0 0,0 0 0 0 0,0 0 0 0 0,0 0-1 0 0,0 1 1 0 0,0-1 0 0 0,0 0 0 0 0,0 0 0 0 0,0 0 0 0 0,0 0 0 0 0,0 1-1 0 0,0-1 1 0 0,0 0 0 0 0,0 0 0 0 0,0 0 0 0 0,0 0 0 0 0,0 1 0 0 0,0-1-1 0 0,0 0 1 0 0,0 0 0 0 0,0 0 0 0 0,0 0 0 0 0,0 1 0 0 0,0-1 0 0 0,0 0 0 0 0,0 0-1 0 0,-1 0 1 0 0,1 0 0 0 0,0 0 0 0 0,0 1 0 0 0,0-1 0 0 0,0 0 0 0 0,0 0-1 0 0,-1 0 1 0 0,207 32 967 0 0,-95-28-478 0 0,113-9-1 0 0,-92-1-204 0 0,310 1 290 0 0,473-22 426 0 0,-816 21-991 0 0,79-8 102 0 0,-141 8-137 0 0,-8 1-365 0 0,49-2 1 0 0,-70 6-146 0 0,6 4-533 0 0,-10 12-4002 0 0,-4 18 102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7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89 640 0 0,'0'-6'1921'0'0,"30"1"1761"0"0,-6 5-2161 0 0,-24-8-401 0 0,-24 8 801 0 0,-6-6-1841 0 0,30 12-400 0 0,0-12-561 0 0,0-5-3040 0 0,0-3 1760 0 0,-30-24-80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1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115 210 240 0 0,'0'-1'112'0'0,"0"1"0"0"0,0-1 0 0 0,0 1 0 0 0,1-1 0 0 0,-1 1 0 0 0,0-1-1 0 0,0 1 1 0 0,1-1 0 0 0,-1 1 0 0 0,0-1 0 0 0,1 1 0 0 0,-1 0 0 0 0,0-1 0 0 0,1 1 0 0 0,-1 0 0 0 0,0-1-1 0 0,1 1 1 0 0,-1 0 0 0 0,1 0 0 0 0,-1-1 0 0 0,1 1 0 0 0,-1 0 0 0 0,1 0 0 0 0,-1 0 0 0 0,1 0 0 0 0,-1-1-1 0 0,1 1 1 0 0,-1 0 0 0 0,1 0 0 0 0,-1 0 0 0 0,1 0 0 0 0,0 0 0 0 0,6-2 917 0 0,-8 2-984 0 0,1 0-1 0 0,0 0 0 0 0,-1 0 0 0 0,1 0 1 0 0,0 0-1 0 0,-1 1 0 0 0,1-1 0 0 0,-1 0 1 0 0,1 0-1 0 0,0 0 0 0 0,-1 0 0 0 0,1 0 1 0 0,-1 0-1 0 0,1-1 0 0 0,-1 1 1 0 0,1 0-1 0 0,0 0 0 0 0,-1 0 0 0 0,1 0 1 0 0,0 0-1 0 0,-1 0 0 0 0,1-1 0 0 0,-1 1 1 0 0,1 0-1 0 0,0 0 0 0 0,0-1 0 0 0,-1 1 1 0 0,1 0-1 0 0,0 0 0 0 0,-1-1 1 0 0,1 1-1 0 0,0 0 0 0 0,0-1 0 0 0,-1 0 1 0 0,0 0 132 0 0,0 0 0 0 0,0 1 0 0 0,0-1 0 0 0,0 0 1 0 0,0 0-1 0 0,0 0 0 0 0,0 1 0 0 0,-1-1 1 0 0,1 1-1 0 0,0-1 0 0 0,0 1 0 0 0,-1-1 0 0 0,1 1 1 0 0,0 0-1 0 0,-1 0 0 0 0,1-1 0 0 0,0 1 1 0 0,-1 0-1 0 0,1 0 0 0 0,0 0 0 0 0,-1 1 0 0 0,1-1 1 0 0,-2 1-1 0 0,3-2-141 0 0,0 1 0 0 0,0-1-1 0 0,1 1 1 0 0,-1-1 0 0 0,0 1 0 0 0,0 0 0 0 0,1-1 0 0 0,-1 1 0 0 0,0-1-1 0 0,0 1 1 0 0,0-1 0 0 0,0 1 0 0 0,0-1 0 0 0,0 1 0 0 0,0-1 0 0 0,0 1-1 0 0,0-1 1 0 0,0 1 0 0 0,0-1 0 0 0,0 1 0 0 0,0-1 0 0 0,0 1-1 0 0,0-1 1 0 0,0 1 0 0 0,-1-1 0 0 0,1 1 0 0 0,0-1 0 0 0,0 1 0 0 0,-1 0-1 0 0,1-1 1 0 0,0 1 0 0 0,-1-1 0 0 0,1 1 0 0 0,0 0 0 0 0,-1-1-1 0 0,1 1 1 0 0,0 0 0 0 0,-1-1 0 0 0,1 1 0 0 0,-1 0 0 0 0,1 0 0 0 0,-1-1-1 0 0,1 1 1 0 0,-1 0 0 0 0,1 0 0 0 0,-2 0 0 0 0,-16-8 0 0 0,18 8-25 0 0,-1-1 1 0 0,1 1-1 0 0,-1-1 0 0 0,1 0 1 0 0,-1 1-1 0 0,1-1 1 0 0,-1 0-1 0 0,1 0 1 0 0,0 1-1 0 0,-1-1 0 0 0,1 0 1 0 0,0 0-1 0 0,0 1 1 0 0,0-1-1 0 0,-1 0 1 0 0,1 0-1 0 0,0 0 0 0 0,0 1 1 0 0,0-1-1 0 0,0 0 1 0 0,0 0-1 0 0,0 0 1 0 0,1 0-1 0 0,-1 1 0 0 0,0-2 1 0 0,1 1 2 0 0,-1 0 1 0 0,0 0-1 0 0,0 0 0 0 0,0 0 1 0 0,0 0-1 0 0,0 0 0 0 0,0 0 1 0 0,0 0-1 0 0,0 0 0 0 0,0 0 1 0 0,0 0-1 0 0,0 0 0 0 0,-1 0 1 0 0,1 0-1 0 0,0 0 0 0 0,-1 0 1 0 0,1 0-1 0 0,-1 0 0 0 0,1 0 1 0 0,-1 1-1 0 0,1-1 0 0 0,-2-1 1 0 0,-5-2 26 0 0,6 4-33 0 0,0-1 0 0 0,0 1-1 0 0,0-1 1 0 0,0 1 0 0 0,0-1-1 0 0,0 1 1 0 0,0-1-1 0 0,1 0 1 0 0,-1 1 0 0 0,0-1-1 0 0,0 0 1 0 0,0 0 0 0 0,1 0-1 0 0,-1 1 1 0 0,0-1-1 0 0,1 0 1 0 0,-1 0 0 0 0,1 0-1 0 0,-1 0 1 0 0,1 0 0 0 0,-1 0-1 0 0,1 0 1 0 0,0 0 0 0 0,0 0-1 0 0,-1-2 1 0 0,1 2-2 0 0,0-1 0 0 0,0 1 0 0 0,0 0 0 0 0,0 0 0 0 0,-1 0 0 0 0,1 0 0 0 0,0 0 0 0 0,-1 0 0 0 0,1-1 0 0 0,-1 1 0 0 0,1 0 0 0 0,-1 0 0 0 0,0 0 0 0 0,1 0 0 0 0,-1 1 0 0 0,0-1 0 0 0,0 0 0 0 0,0 0 0 0 0,1 0 0 0 0,-1 1 0 0 0,0-1 0 0 0,0 0 0 0 0,-2 0 0 0 0,2 0-5 0 0,0 1 1 0 0,0-1-1 0 0,0 0 0 0 0,0 1 0 0 0,0-1 0 0 0,0 0 1 0 0,1 0-1 0 0,-1 0 0 0 0,0 0 0 0 0,0 0 0 0 0,1 0 1 0 0,-1 0-1 0 0,0 0 0 0 0,1 0 0 0 0,-1 0 1 0 0,1 0-1 0 0,-1-1 0 0 0,1 1 0 0 0,0 0 0 0 0,-1 0 1 0 0,1 0-1 0 0,0-1 0 0 0,0-1 0 0 0,0-36-1 0 0,0 45-14 0 0,0 0-1 0 0,1-1 1 0 0,0 1 0 0 0,0 0-1 0 0,0-1 1 0 0,1 1 0 0 0,-1 0-1 0 0,1-1 1 0 0,1 0-1 0 0,4 9 1 0 0,-1-1 12 0 0,-3 9 3 0 0,-3-21-2 0 0,0 1 0 0 0,0 0 0 0 0,0-1 0 0 0,0 1 0 0 0,0 0 1 0 0,0-1-1 0 0,1 1 0 0 0,-1-1 0 0 0,1 1 0 0 0,-1 0 0 0 0,1-1 0 0 0,-1 1 0 0 0,1-1 1 0 0,0 1-1 0 0,1 1 0 0 0,10 5-35 0 0,-2 0 12 0 0,-7 21-50 0 0,-6 4 96 0 0,-16-21 23 0 0,16-11-45 0 0,0 0-1 0 0,1 9 7 0 0,2-3 2 0 0,5-6 32 0 0,0-1-41 0 0,-5 0 1 0 0,1-1-1 0 0,-1 1 0 0 0,1 0 0 0 0,0 0 0 0 0,-1 0 0 0 0,1 0 0 0 0,0 0 0 0 0,-1 0 0 0 0,1 0 1 0 0,-1 0-1 0 0,1 0 0 0 0,0 0 0 0 0,-1 0 0 0 0,1 0 0 0 0,0 0 0 0 0,-1 0 0 0 0,1 1 0 0 0,-1-1 1 0 0,1 0-1 0 0,0 0 0 0 0,-1 1 0 0 0,1-1 0 0 0,-1 0 0 0 0,1 1 0 0 0,-1-1 0 0 0,1 1 0 0 0,-1-1 1 0 0,1 0-1 0 0,-1 1 0 0 0,0-1 0 0 0,1 1 0 0 0,-1 0 0 0 0,0-1 0 0 0,1 1 0 0 0,-1-1 1 0 0,0 1-1 0 0,1-1 0 0 0,-1 1 0 0 0,0 0 0 0 0,0-1 0 0 0,0 1 0 0 0,0 0 0 0 0,0 0 0 0 0,1 0 1 0 0,-1-1-1 0 0,0 1 1 0 0,0-1 0 0 0,0 1-1 0 0,1-1 1 0 0,-1 1-1 0 0,0-1 1 0 0,0 1-1 0 0,1-1 1 0 0,-1 1-1 0 0,1-1 1 0 0,-1 0-1 0 0,0 1 1 0 0,1-1-1 0 0,-1 0 1 0 0,1 1-1 0 0,-1-1 1 0 0,1 0-1 0 0,-1 0 1 0 0,0 1-1 0 0,1-1 1 0 0,-1 0-1 0 0,1 0 1 0 0,0 0 0 0 0,-1 0-1 0 0,1 1 1 0 0,-1-1-1 0 0,1 0 1 0 0,-1 0-1 0 0,1 0 1 0 0,-1 0-1 0 0,1 0 1 0 0,-1 0-1 0 0,1-1 1 0 0,0 1 0 0 0,0 0 0 0 0,-1 0 0 0 0,1 0 0 0 0,-1 0 0 0 0,1 0 0 0 0,-1 0 0 0 0,1 0 1 0 0,-1 0-1 0 0,1 0 0 0 0,-1 0 0 0 0,1 0 0 0 0,-1 1 0 0 0,1-1 0 0 0,-1 0 0 0 0,1 0 0 0 0,-1 0 0 0 0,1 1 0 0 0,-1-1 1 0 0,1 0-1 0 0,-1 1 0 0 0,1-1 0 0 0,-1 0 0 0 0,0 1 0 0 0,1-1 0 0 0,-1 0 0 0 0,0 1 0 0 0,1-1 0 0 0,-1 1 1 0 0,0-1-1 0 0,1 1 0 0 0,-1-1 0 0 0,0 1 0 0 0,0-1 0 0 0,1 1 0 0 0,1 1 0 0 0,0-1 0 0 0,0 1 0 0 0,1-1 0 0 0,-1 0 0 0 0,1 0 0 0 0,-1 0 0 0 0,1 0 0 0 0,-1-1 0 0 0,1 1 0 0 0,0-1 0 0 0,-1 1 0 0 0,1-1 0 0 0,0 0 0 0 0,3 0 0 0 0,7 1 13 0 0,19 5 48 0 0,0-1-1 0 0,45 0 0 0 0,-68-5-12 0 0,0 0 0 0 0,0 0 0 0 0,-1-1 0 0 0,1 0 0 0 0,0-1 0 0 0,-1 0 0 0 0,1 0 1 0 0,-1-1-1 0 0,0 0 0 0 0,0 0 0 0 0,0-1 0 0 0,0 0 0 0 0,8-6 0 0 0,-16 10-36 0 0,1-1-1 0 0,-1 1 1 0 0,1-1 0 0 0,-1 0-1 0 0,1 1 1 0 0,-1-1 0 0 0,1 0-1 0 0,-1 1 1 0 0,0-1-1 0 0,1 0 1 0 0,-1 0 0 0 0,0 0-1 0 0,0 1 1 0 0,1-1 0 0 0,-1 0-1 0 0,0 0 1 0 0,0 0-1 0 0,0 1 1 0 0,0-1 0 0 0,0-1-1 0 0,4-13 159 0 0,3 6-89 0 0,-5 8-52 0 0,0-1 0 0 0,-1 1-1 0 0,1-1 1 0 0,-1 0 0 0 0,0 0-1 0 0,1 0 1 0 0,-1 0 0 0 0,0 0 0 0 0,0 0-1 0 0,-1 0 1 0 0,1 0 0 0 0,0 0-1 0 0,-1-1 1 0 0,1 1 0 0 0,-1 0-1 0 0,1 0 1 0 0,-1-1 0 0 0,0-2 0 0 0,0-60 451 0 0,5 62-480 0 0,-4 4-4 0 0,1 0 0 0 0,0-1 0 0 0,-1 1 1 0 0,1 0-1 0 0,-1 0 0 0 0,1 0 0 0 0,-1 1 0 0 0,0-1 0 0 0,1 0 1 0 0,-1 0-1 0 0,0 1 0 0 0,0-1 0 0 0,0 1 0 0 0,0-1 0 0 0,0 1 1 0 0,0-1-1 0 0,0 1 0 0 0,-1 0 0 0 0,1-1 0 0 0,0 1 0 0 0,-1 0 1 0 0,0-1-1 0 0,1 1 0 0 0,-1 0 0 0 0,0 0 0 0 0,0 0 0 0 0,0 3 1 0 0,9 31-37 0 0,33 53-8 0 0,-26-60 64 0 0,-1 1 0 0 0,18 57 0 0 0,-3 9-229 0 0,-29-90 57 0 0,1 0 1 0 0,-1 0 0 0 0,0 0-1 0 0,-1 0 1 0 0,0 0 0 0 0,0 9-1 0 0,0-6-490 0 0,1-6-212 0 0,8-4-259 0 0,41-14-2404 0 0,11-18-2162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3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12 1040 0 0,'-1'-1'162'0'0,"1"1"-1"0"0,-1-1 1 0 0,1 0-1 0 0,-1 0 1 0 0,0 1-1 0 0,1-1 0 0 0,-1 0 1 0 0,1 1-1 0 0,-1-1 1 0 0,0 1-1 0 0,0-1 1 0 0,1 1-1 0 0,-1-1 0 0 0,0 1 1 0 0,0 0-1 0 0,0-1 1 0 0,0 1-1 0 0,0 0 1 0 0,1-1-1 0 0,-1 1 0 0 0,0 0 1 0 0,0 0-1 0 0,0 0 1 0 0,0 0-1 0 0,0 0 1 0 0,0 0-1 0 0,0 0 0 0 0,0 0 1 0 0,0 1-1 0 0,-1-1 1 0 0,-28 3 2624 0 0,29 0-2577 0 0,0-1 0 0 0,0 0 0 0 0,1 0 0 0 0,-1 0 0 0 0,0 1 0 0 0,1-1 0 0 0,-1 0 0 0 0,1 1 0 0 0,0-1 0 0 0,0 0 0 0 0,0 1 0 0 0,0-1 0 0 0,0 0 0 0 0,1 5 0 0 0,-1-6-89 0 0,0 0-83 0 0,0 0 1 0 0,0 0-1 0 0,0 0 1 0 0,0 0 0 0 0,1 0-1 0 0,-1 0 1 0 0,0 1-1 0 0,0-1 1 0 0,1 0 0 0 0,-1 0-1 0 0,1 0 1 0 0,-1 0-1 0 0,1 0 1 0 0,-1 0 0 0 0,1-1-1 0 0,-1 1 1 0 0,1 0-1 0 0,0 0 1 0 0,0 0 0 0 0,-1 0-1 0 0,1-1 1 0 0,0 1-1 0 0,0 0 1 0 0,0-1 0 0 0,0 1-1 0 0,1 0 1 0 0,-1-1-6 0 0,0 1 0 0 0,0-1 0 0 0,0 1 0 0 0,0 0 0 0 0,0-1 0 0 0,0 1 0 0 0,0 0 0 0 0,-1 0 0 0 0,1-1 0 0 0,0 1 0 0 0,0 0 0 0 0,-1 0 1 0 0,1 0-1 0 0,-1 0 0 0 0,1 0 0 0 0,-1 0 0 0 0,1 0 0 0 0,-1 0 0 0 0,1 0 0 0 0,-1 0 0 0 0,0 0 0 0 0,0 0 0 0 0,0 0 0 0 0,0 0 0 0 0,1 0 0 0 0,-2 2 0 0 0,3 5 25 0 0,0 0-1 0 0,0 0 0 0 0,0 0 0 0 0,1-1 1 0 0,0 1-1 0 0,1-1 0 0 0,0 0 0 0 0,0 0 0 0 0,0 0 1 0 0,8 9-1 0 0,7 13 6 0 0,-13-16-65 0 0,-1-1 0 0 0,-1 1 0 0 0,0 0 0 0 0,0 0 0 0 0,-1 1 0 0 0,-1-1 0 0 0,0 0 0 0 0,-1 1 0 0 0,-1 0 0 0 0,-1 21 0 0 0,1-19-164 0 0,47-26-6965 0 0,-3-3 3072 0 0,-14 8 1926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26 1841 0 0,'-30'46'7283'0'0,"-61"-2"-3681"0"0,31-6-3522 0 0,60-26-400 0 0,0-4 720 0 0,30-22-320 0 0,-30-5-240 0 0,30-6-480 0 0,31 6-1041 0 0,29-33-3362 0 0,-29 8 641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5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25 1681 0 0,'-59'-10'5774'0'0,"-28"1"-3171"0"0,57 3-1376 0 0,47 11-660 0 0,0 1 0 0 0,-1 1 0 0 0,29 15 0 0 0,5 7-384 0 0,-2 1 1 0 0,-1 3-1 0 0,70 63 1 0 0,-3 0-251 0 0,-74-60-227 0 0,-33-30-122 0 0,0 0 1 0 0,0 1 0 0 0,0 0-1 0 0,-1 0 1 0 0,0 1 0 0 0,10 16-1 0 0,4-4-3119 0 0,-15-7-2027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6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61 333 640 0 0,'-31'-8'2802'0'0,"31"2"-1"0"0,0 1-400 0 0,-30-3-560 0 0,30 2-561 0 0,0 0-319 0 0,0-13-481 0 0,30-14-320 0 0,61-24-320 0 0,30-37-720 0 0,-1 30-961 0 0,-35 37-3282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6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1681 0 0,'2'-1'31'0'0,"-1"1"209"0"0,1 0 0 0 0,-1-1 0 0 0,1 1 0 0 0,-1 0 0 0 0,0-1 0 0 0,1 0 0 0 0,-1 1 0 0 0,0-1 0 0 0,0 0 0 0 0,1 0 0 0 0,-1 0 0 0 0,0 1 0 0 0,0-1 0 0 0,0-1 0 0 0,0 1 0 0 0,0 0 0 0 0,0 0 0 0 0,0 0 0 0 0,-1 0-1 0 0,1-1 1 0 0,0 1 0 0 0,-1 0 0 0 0,1-1 0 0 0,-1 1 0 0 0,1 0 0 0 0,-1-1 0 0 0,1 1 0 0 0,-1-1 0 0 0,0 1 0 0 0,0 0 0 0 0,0-1 0 0 0,0-2 0 0 0,0 3 414 0 0,5 1-254 0 0,-2 0-389 0 0,0-1 0 0 0,0 1 1 0 0,1 0-1 0 0,-1 1 0 0 0,0-1 0 0 0,0 0 1 0 0,0 1-1 0 0,0 0 0 0 0,0 0 0 0 0,0 0 0 0 0,0 0 1 0 0,0 0-1 0 0,0 0 0 0 0,0 1 0 0 0,-1 0 1 0 0,1-1-1 0 0,-1 1 0 0 0,5 4 0 0 0,25 23-9 0 0,-25-23 13 0 0,1 0 0 0 0,-1 1 1 0 0,-1-1-1 0 0,1 2 0 0 0,7 10 1 0 0,-4 3 106 0 0,0-1 0 0 0,-1 2 0 0 0,-1-1 0 0 0,-1 1 0 0 0,-2 0-1 0 0,0 1 1 0 0,-1-1 0 0 0,-1 1 0 0 0,-1 0 0 0 0,-1 0 0 0 0,-1 0 0 0 0,-1 0 0 0 0,-7 38 0 0 0,6-52-63 0 0,-2 1 0 0 0,1-1 0 0 0,-1 0 0 0 0,0 0-1 0 0,-10 15 1 0 0,0 1 95 0 0,13-23-140 0 0,-1 0-1 0 0,1 0 1 0 0,-1 1-1 0 0,0-1 1 0 0,1 0-1 0 0,-1 0 1 0 0,0 0-1 0 0,0-1 1 0 0,0 1 0 0 0,-1 0-1 0 0,1-1 1 0 0,0 1-1 0 0,-1-1 1 0 0,1 0-1 0 0,-1 0 1 0 0,1 0-1 0 0,-1 0 1 0 0,1 0 0 0 0,-1-1-1 0 0,0 1 1 0 0,1-1-1 0 0,-1 1 1 0 0,0-1-1 0 0,1 0 1 0 0,-1 0-1 0 0,0 0 1 0 0,0-1 0 0 0,1 1-1 0 0,-1-1 1 0 0,-3 0-1 0 0,-2-1-15 0 0,0-1 0 0 0,0 1 0 0 0,0-1-1 0 0,1 0 1 0 0,-1-1 0 0 0,1 0 0 0 0,0 0-1 0 0,-13-10 1 0 0,-35-35-11 0 0,35 31 59 0 0,19 17-44 0 0,0 1-1 0 0,0-1 0 0 0,0 0 1 0 0,0 0-1 0 0,0 1 1 0 0,0-1-1 0 0,0 0 0 0 0,0 0 1 0 0,1 0-1 0 0,-1 0 1 0 0,0 0-1 0 0,0 0 1 0 0,1 0-1 0 0,-1-1 0 0 0,1 1 1 0 0,-1 0-1 0 0,1 0 1 0 0,-1 0-1 0 0,1-1 0 0 0,0 1 1 0 0,0 0-1 0 0,0 0 1 0 0,-1-3-1 0 0,6 2-54 0 0,16-3 53 0 0,-18 4 11 0 0,0 1 1 0 0,0 0 0 0 0,0 0-1 0 0,0 0 1 0 0,0 0 0 0 0,0 1 0 0 0,0-1-1 0 0,1 1 1 0 0,-1 0 0 0 0,0 0-1 0 0,-1 0 1 0 0,1 0 0 0 0,0 0 0 0 0,3 2-1 0 0,16 6 54 0 0,13 2 101 0 0,52 25 0 0 0,-57-22-257 0 0,0-1 0 0 0,49 13 0 0 0,-67-24-280 0 0,1 1 1 0 0,0-2 0 0 0,0 0-1 0 0,0 0 1 0 0,0-1-1 0 0,0 0 1 0 0,-1-2 0 0 0,1 1-1 0 0,0-1 1 0 0,15-5 0 0 0,-14 3-298 0 0,-9 3 381 0 0,0 0 0 0 0,0 0 0 0 0,0-1-1 0 0,0 0 1 0 0,-1 1 0 0 0,1-2 0 0 0,0 1-1 0 0,-1-1 1 0 0,0 1 0 0 0,1-1 0 0 0,-1 0 0 0 0,0-1-1 0 0,0 1 1 0 0,3-5 0 0 0,23-38-2341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7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0,'0'19'2802'0'0,"30"31"1440"0"0,30 32 80 0 0,-30-5-2802 0 0,31-33-1600 0 0,-37 1-240 0 0,6-7 240 0 0,0-11-80 0 0,-30-2-801 0 0,30 0-1039 0 0,31 0-3123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5122 0 0,'-90'19'6563'0'0,"60"6"-4962"0"0,30-11-2321 0 0,0-22 79 0 0,30 8-799 0 0,0 0-1121 0 0,0-6-321 0 0,-30-5 321 0 0,0 3 400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9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0,'58'93'9268'0'0,"-39"-61"-8524"0"0,1 0 1 0 0,1 0-1 0 0,42 45 1 0 0,-31-46-67 0 0,44 34 1 0 0,-64-57-572 0 0,0 1 0 0 0,0-2 0 0 0,1 0 1 0 0,0 0-1 0 0,0-1 0 0 0,1-1 0 0 0,25 7 0 0 0,-23-8-80 0 0,69 10 106 0 0,-78-13-120 0 0,1-1 1 0 0,-1 0-1 0 0,1 0 0 0 0,0 0 1 0 0,-1-1-1 0 0,0 0 1 0 0,1-1-1 0 0,12-4 0 0 0,-6 1-176 0 0,-9 4-31 0 0,0 0 1 0 0,-1 0-1 0 0,1-1 0 0 0,-1 1 0 0 0,1-1 0 0 0,-1-1 0 0 0,0 1 1 0 0,6-5-1 0 0,-9 7 93 0 0,-1-1 1 0 0,0 0-1 0 0,1 0 0 0 0,-1 1 1 0 0,1-1-1 0 0,-1 0 1 0 0,1 1-1 0 0,-1-1 0 0 0,1 1 1 0 0,-1-1-1 0 0,1 1 0 0 0,0-1 1 0 0,-1 1-1 0 0,1-1 1 0 0,0 1-1 0 0,-1 0 0 0 0,1-1 1 0 0,0 1-1 0 0,0 0 0 0 0,-1 0 1 0 0,1-1-1 0 0,0 1 1 0 0,0 0-1 0 0,-1 0 0 0 0,1 0 1 0 0,0 0-1 0 0,0 0 1 0 0,0 0-1 0 0,-1 0 0 0 0,1 0 1 0 0,1 1-1 0 0,1-2-2989 0 0,-28 13-391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09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145 566 2241 0 0,'-54'0'6803'0'0,"-6"-6"-3441"0"0,29 0-2642 0 0,31-13-160 0 0,31 6 161 0 0,-31-26-81 0 0,60-38 160 0 0,24-30-159 0 0,-23 18-481 0 0,29 26-481 0 0,1 5-1599 0 0,30 14-2562 0 0,30 0-3682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31 244 1921 0 0,'0'0'2268'0'0,"0"-1"-2208"0"0,0 1 0 0 0,0 0 0 0 0,0 0 1 0 0,0 0-1 0 0,1 0 0 0 0,-1-1 0 0 0,0 1 1 0 0,0 0-1 0 0,0 0 0 0 0,0 0 0 0 0,0-1 1 0 0,0 1-1 0 0,0 0 0 0 0,0 0 0 0 0,0 0 1 0 0,0-1-1 0 0,0 1 0 0 0,0 0 0 0 0,0 0 1 0 0,0 0-1 0 0,0-1 0 0 0,0 1 0 0 0,0 0 1 0 0,0 0-1 0 0,0 0 0 0 0,0-1 0 0 0,0 1 1 0 0,0 0-1 0 0,-1 0 0 0 0,1 0 0 0 0,0-1 1 0 0,0 1-1 0 0,0 0 0 0 0,0 0 0 0 0,0 0 1 0 0,-1 0-1 0 0,1 0 0 0 0,0-1 0 0 0,0 1 1 0 0,0 0-1 0 0,0 0 0 0 0,-1 0 0 0 0,1 0 1 0 0,0 0-1 0 0,0 0 0 0 0,0 0 0 0 0,-1 0 1 0 0,1 0-1 0 0,0 0 0 0 0,0 0 0 0 0,0 0 1 0 0,-1 0-1 0 0,1 0 0 0 0,0 0 0 0 0,0 0 1 0 0,0 0-1 0 0,-1 0 0 0 0,1 0 0 0 0,0 0 1 0 0,-20 0 526 0 0,15 0 293 0 0,8 9 562 0 0,13-7-352 0 0,15-10-505 0 0,-26 6-301 0 0,-1 1-188 0 0,-1 0 0 0 0,1 0 0 0 0,0-1 0 0 0,-1 1 0 0 0,0-1 0 0 0,1 0 0 0 0,-1 0 0 0 0,0 0 0 0 0,0-1 0 0 0,5-3 0 0 0,15-11 262 0 0,-15 12-252 0 0,0-1-1 0 0,0 0 0 0 0,-1 0 0 0 0,0-1 0 0 0,0 0 0 0 0,0 0 0 0 0,-1 0 0 0 0,0-1 1 0 0,-1 0-1 0 0,9-17 0 0 0,13-15 166 0 0,-26 37-259 0 0,1 1 1 0 0,-1 0-1 0 0,0-1 1 0 0,0 1-1 0 0,-1-1 1 0 0,1 0-1 0 0,0 1 1 0 0,-1-1-1 0 0,0 0 1 0 0,0 1 0 0 0,1-1-1 0 0,-2 0 1 0 0,1 1-1 0 0,0-1 1 0 0,-1-2-1 0 0,2-14 135 0 0,0 18-145 0 0,0 1 1 0 0,0 0 0 0 0,0 0-1 0 0,0 0 1 0 0,0 0 0 0 0,0 0-1 0 0,0 0 1 0 0,0 0 0 0 0,-1 0-1 0 0,1 0 1 0 0,0 0 0 0 0,0 1-1 0 0,0-1 1 0 0,0 0 0 0 0,0 1-1 0 0,-1-1 1 0 0,1 0 0 0 0,0 1-1 0 0,0-1 1 0 0,0 1 0 0 0,-1-1-1 0 0,1 1 1 0 0,0 0 0 0 0,0 0-1 0 0,9 17-2 0 0,-2-5-15 0 0,0 2-1 0 0,-1-1 0 0 0,-1 1 0 0 0,0 0 0 0 0,-1 0 1 0 0,-1 0-1 0 0,0 1 0 0 0,-1 0 0 0 0,-1 0 1 0 0,1 23-1 0 0,-2-19 8 0 0,1 0 0 0 0,0-1 0 0 0,9 30 0 0 0,-7-36 90 0 0,-1 0 0 0 0,0 0 0 0 0,-1 0 0 0 0,-1 0-1 0 0,0 0 1 0 0,0 1 0 0 0,-1-1 0 0 0,-1 0 0 0 0,-4 23 0 0 0,-3-6-8 0 0,3-15-212 0 0,2 0 1 0 0,-1 0-1 0 0,2 1 1 0 0,-1 25-1 0 0,3-58-5391 0 0,5-14 3215 0 0,25-27-2515 0 0,-5 33 2534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8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64 480 0 0,'8'-1'981'0'0,"10"-5"-30"0"0,-14-7 5601 0 0,-3 12-6538 0 0,-1 1 1 0 0,0 0-1 0 0,0-1 0 0 0,1 1 0 0 0,-1 0 0 0 0,0-1 1 0 0,0 1-1 0 0,1 0 0 0 0,-1-1 0 0 0,0 1 1 0 0,1 0-1 0 0,-1 0 0 0 0,0-1 0 0 0,1 1 0 0 0,-1 0 1 0 0,1 0-1 0 0,-1 0 0 0 0,0 0 0 0 0,1-1 1 0 0,-1 1-1 0 0,1 0 0 0 0,-1 0 0 0 0,0 0 1 0 0,1 0-1 0 0,-1 0 0 0 0,1 0 0 0 0,-1 0 0 0 0,0 0 1 0 0,1 0-1 0 0,-1 0 0 0 0,1 0 0 0 0,-1 1 1 0 0,1-1-1 0 0,0 0-6 0 0,-1 0 0 0 0,1 1 0 0 0,-1-1 0 0 0,1 0 0 0 0,-1 0 1 0 0,1 0-1 0 0,0 0 0 0 0,-1 0 0 0 0,1 0 0 0 0,-1 0 0 0 0,1 0 0 0 0,-1 0 0 0 0,1 0 0 0 0,-1 0 1 0 0,1 0-1 0 0,-1-1 0 0 0,1 1 0 0 0,-1 0 0 0 0,1 0 0 0 0,-1-1 0 0 0,1 1 0 0 0,-1 0 1 0 0,1 0-1 0 0,-1-1 0 0 0,1 1 0 0 0,-1-1 0 0 0,0 1 0 0 0,1 0 0 0 0,-1-1 0 0 0,1 1 1 0 0,-1-1-1 0 0,0 1 0 0 0,0-1 0 0 0,1 1 0 0 0,-1-1 0 0 0,0 1 0 0 0,0-1 0 0 0,1 0 0 0 0,1 0 8 0 0,0-1-1 0 0,0 1 1 0 0,0 0-1 0 0,1 0 1 0 0,-1 0-1 0 0,0 0 0 0 0,1 0 1 0 0,-1 0-1 0 0,1 1 1 0 0,-1-1-1 0 0,1 1 1 0 0,-1 0-1 0 0,1-1 0 0 0,-1 1 1 0 0,1 0-1 0 0,4 1 1 0 0,8-2 55 0 0,25-1 165 0 0,-3-1 556 0 0,-36 2-512 0 0,-20 1-241 0 0,-51-6 120 0 0,54 4-119 0 0,1 0 1 0 0,-1 1-1 0 0,-22 1 0 0 0,24 1-13 0 0,-1 1-1 0 0,1 0 0 0 0,-1 1 0 0 0,1 0 0 0 0,-25 10 0 0 0,35-11-19 0 0,0-1-1 0 0,1 1 1 0 0,-1 0-1 0 0,0 0 1 0 0,1 0-1 0 0,-1 0 1 0 0,1 1-1 0 0,0 0 1 0 0,0-1 0 0 0,0 1-1 0 0,0 0 1 0 0,0 0-1 0 0,1 1 1 0 0,0-1-1 0 0,-1 0 1 0 0,1 1-1 0 0,0 0 1 0 0,1-1 0 0 0,-1 1-1 0 0,0 0 1 0 0,1 0-1 0 0,0 0 1 0 0,0 0-1 0 0,0 0 1 0 0,1 0-1 0 0,-1 5 1 0 0,1-8-3 0 0,0 0 0 0 0,1 0 0 0 0,-1 0 0 0 0,0 0 0 0 0,0 0 0 0 0,0 0 0 0 0,1 0 0 0 0,-1 0 0 0 0,1 0 0 0 0,-1 0 0 0 0,1 0 0 0 0,-1 0 0 0 0,1 0 0 0 0,-1 0 0 0 0,1-1 0 0 0,0 1 0 0 0,0 0 0 0 0,-1 0-1 0 0,1-1 1 0 0,0 1 0 0 0,0 0 0 0 0,0-1 0 0 0,0 1 0 0 0,0-1 0 0 0,-1 1 0 0 0,3 0 0 0 0,5 5 9 0 0,2 5-40 0 0,-9-9 27 0 0,0-1 0 0 0,0 0 0 0 0,0 1 0 0 0,1-1 0 0 0,-1 0 0 0 0,0 1 0 0 0,1-1 0 0 0,-1 0 0 0 0,1 0 0 0 0,0 0 0 0 0,-1 0 0 0 0,1-1 0 0 0,0 1 0 0 0,0 0 0 0 0,-1-1 0 0 0,1 1 0 0 0,0-1 0 0 0,2 1 0 0 0,31 12 96 0 0,-22-8 21 0 0,1 0 0 0 0,0 0 0 0 0,0-1 0 0 0,16 2 0 0 0,291 38 309 0 0,-310-43-409 0 0,0 0-1 0 0,0 0 1 0 0,0 1-1 0 0,-1 1 1 0 0,1 0-1 0 0,-1 0 0 0 0,0 1 1 0 0,0 0-1 0 0,0 1 1 0 0,0 0-1 0 0,-1 1 0 0 0,13 9 1 0 0,-21-14-14 0 0,0-1 0 0 0,-1 1-1 0 0,1 0 1 0 0,-1 0 0 0 0,1 0 0 0 0,-1-1 0 0 0,1 1 0 0 0,-1 0-1 0 0,0 0 1 0 0,1 0 0 0 0,-1 0 0 0 0,0 0 0 0 0,0 0 0 0 0,0 0 0 0 0,1 0-1 0 0,-1 0 1 0 0,0 0 0 0 0,0 0 0 0 0,0 0 0 0 0,-1 0 0 0 0,1-1-1 0 0,0 1 1 0 0,0 0 0 0 0,0 0 0 0 0,-1 0 0 0 0,1 0 0 0 0,-1 0-1 0 0,1 0 1 0 0,0 0 0 0 0,-1-1 0 0 0,0 1 0 0 0,1 0 0 0 0,-1 0 0 0 0,1-1-1 0 0,-1 1 1 0 0,0 0 0 0 0,1-1 0 0 0,-1 1 0 0 0,0 0 0 0 0,0-1-1 0 0,0 1 1 0 0,-1 0 0 0 0,-45 23 117 0 0,41-22-109 0 0,-30 10-67 0 0,-1-2-1 0 0,0-2 0 0 0,-54 5 1 0 0,77-10-271 0 0,0-2 1 0 0,0 0 0 0 0,-1-1 0 0 0,1 0 0 0 0,-25-4 0 0 0,34 3-33 0 0,1 0 1 0 0,0-1-1 0 0,-1 1 1 0 0,1-1-1 0 0,0 0 1 0 0,0 0 0 0 0,0 0-1 0 0,0-1 1 0 0,0 1-1 0 0,1-1 1 0 0,-1 0-1 0 0,1 0 1 0 0,0-1-1 0 0,0 1 1 0 0,0-1-1 0 0,0 1 1 0 0,0-1 0 0 0,1 0-1 0 0,0 0 1 0 0,-2-4-1 0 0,-22-32-3216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9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73 2001 0 0,'-3'-30'6577'0'0,"-15"18"-5741"0"0,14 10-659 0 0,4 1-133 0 0,-1 1 0 0 0,1-1-1 0 0,-1 1 1 0 0,1-1 0 0 0,-1 1 0 0 0,1-1 0 0 0,-1 1-1 0 0,1-1 1 0 0,0 0 0 0 0,-1 1 0 0 0,1-1-1 0 0,0 0 1 0 0,0 1 0 0 0,0-1 0 0 0,-1 0 0 0 0,1 1-1 0 0,0-1 1 0 0,0 0 0 0 0,0 1 0 0 0,0-1-1 0 0,0 0 1 0 0,0 0 0 0 0,0 1 0 0 0,0-1 0 0 0,1 0-1 0 0,-1 1 1 0 0,0-1 0 0 0,0 0 0 0 0,1 1-1 0 0,-1-1 1 0 0,0 0 0 0 0,0 1 0 0 0,1-1 0 0 0,-1 1-1 0 0,1-1 1 0 0,-1 0 0 0 0,1 1 0 0 0,0-1 0 0 0,0 0-28 0 0,-1 1 0 0 0,0 0 0 0 0,1-1 1 0 0,-1 1-1 0 0,1 0 0 0 0,-1-1 1 0 0,1 1-1 0 0,-1 0 0 0 0,1 0 0 0 0,-1 0 1 0 0,1-1-1 0 0,-1 1 0 0 0,1 0 1 0 0,0 0-1 0 0,-1 0 0 0 0,1 0 0 0 0,-1 0 1 0 0,1 0-1 0 0,-1 0 0 0 0,1 0 1 0 0,-1 0-1 0 0,1 0 0 0 0,0 1 0 0 0,-1-1 1 0 0,1 0-1 0 0,-1 0 0 0 0,1 0 1 0 0,-1 1-1 0 0,1-1 0 0 0,-1 0 0 0 0,1 1 1 0 0,-1-1-1 0 0,0 0 0 0 0,1 1 1 0 0,-1-1-1 0 0,1 0 0 0 0,-1 1 1 0 0,0-1-1 0 0,1 1 0 0 0,-1-1 0 0 0,0 1 1 0 0,0-1-1 0 0,1 1 0 0 0,-1-1 1 0 0,0 1-1 0 0,0-1 0 0 0,0 1 0 0 0,1-1 1 0 0,-1 1-1 0 0,0 0 0 0 0,0 0 1 0 0,13 31 723 0 0,0-11-420 0 0,3 6-109 0 0,-1 0 1 0 0,-2 1-1 0 0,0 0 0 0 0,-2 1 0 0 0,9 35 0 0 0,-13-32-237 0 0,15 44-1 0 0,-19-67-11 0 0,0 0 0 0 0,0-1 1 0 0,1 1-1 0 0,0-1 0 0 0,9 14 0 0 0,-12-22-12 0 0,0 1 0 0 0,-1 0 1 0 0,1-1-1 0 0,-1 1 0 0 0,1 0 0 0 0,-1-1 0 0 0,1 1 0 0 0,-1 0 0 0 0,0 0 1 0 0,1 0-1 0 0,-1 0 0 0 0,0-1 0 0 0,0 1 0 0 0,0 0 0 0 0,1 0 0 0 0,-1 0 0 0 0,0 0 1 0 0,0 0-1 0 0,0 0 0 0 0,0-1 0 0 0,-1 1 0 0 0,1 0 0 0 0,0 0 0 0 0,0 0 1 0 0,0 0-1 0 0,-1 0 0 0 0,1-1 0 0 0,0 1 0 0 0,-1 0 0 0 0,1 0 0 0 0,-1 0 0 0 0,1-1 1 0 0,-1 1-1 0 0,1 0 0 0 0,-1-1 0 0 0,0 1 0 0 0,1 0 0 0 0,-1-1 0 0 0,0 1 1 0 0,1-1-1 0 0,-1 1 0 0 0,0-1 0 0 0,0 0 0 0 0,0 1 0 0 0,1-1 0 0 0,-1 1 0 0 0,0-1 1 0 0,-1 0-1 0 0,1 1-72 0 0,0-1 0 0 0,0 0 0 0 0,0 1 1 0 0,1-1-1 0 0,-1 1 0 0 0,0-1 0 0 0,0 1 1 0 0,1-1-1 0 0,-1 1 0 0 0,0-1 0 0 0,0 1 1 0 0,1 0-1 0 0,-1 0 0 0 0,1-1 0 0 0,-1 1 0 0 0,1 0 1 0 0,-1 0-1 0 0,1-1 0 0 0,-1 1 0 0 0,1 0 1 0 0,-1 2-1 0 0,6 4-2586 0 0,20-6-1894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3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91 6243 0 0,'-60'11'3281'0'0,"0"-3"-2880"0"0,29-22-642 0 0,31 1 321 0 0,0-6-320 0 0,0 7-480 0 0,0-7-1681 0 0,31 0-640 0 0,-62 5 479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0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42 3041 0 0,'-24'15'2708'0'0,"20"-14"-2497"0"0,1 1 0 0 0,-1 0 0 0 0,1-1 0 0 0,0 2 0 0 0,0-1 0 0 0,0 0 0 0 0,0 1 0 0 0,0-1 0 0 0,0 1 0 0 0,-2 3 0 0 0,0-2-77 0 0,-75 31 933 0 0,70-21-440 0 0,-46 5-27 0 0,56-18-453 0 0,0-10 907 0 0,0 10-507 0 0,0-1-515 0 0,0-1 1 0 0,1 0-1 0 0,-1 1 0 0 0,0-1 1 0 0,0 1-1 0 0,0-1 1 0 0,0 0-1 0 0,1 1 1 0 0,-1-1-1 0 0,0 1 1 0 0,1-1-1 0 0,-1 1 1 0 0,0-1-1 0 0,1 1 0 0 0,-1-1 1 0 0,1 1-1 0 0,-1-1 1 0 0,0 1-1 0 0,1 0 1 0 0,-1-1-1 0 0,1 1 1 0 0,0 0-1 0 0,-1-1 1 0 0,1 1-1 0 0,-1 0 1 0 0,1 0-1 0 0,-1-1 0 0 0,1 1 1 0 0,0 0-1 0 0,-1 0 1 0 0,1 0-1 0 0,-1 0 1 0 0,1 0-1 0 0,0 0 1 0 0,-1 0-1 0 0,1 0 1 0 0,-1 0-1 0 0,1 0 1 0 0,0 0-1 0 0,-1 0 0 0 0,1 0 1 0 0,-1 1-1 0 0,2-1 1 0 0,2 1 59 0 0,1-1-12 0 0,-5-1-71 0 0,0 1-1 0 0,0 0 1 0 0,0-1-1 0 0,0 1 0 0 0,-1-1 1 0 0,1 1-1 0 0,0-1 1 0 0,0 1-1 0 0,0 0 1 0 0,0-1-1 0 0,0 1 0 0 0,0-1 1 0 0,0 1-1 0 0,0-1 1 0 0,0 1-1 0 0,0 0 1 0 0,0-1-1 0 0,1 1 0 0 0,-1-1 1 0 0,0 1-1 0 0,0-1 1 0 0,0 1-1 0 0,0 0 1 0 0,1-1-1 0 0,-1 1 0 0 0,0 0 1 0 0,0-1-1 0 0,1 1 1 0 0,-1 0-1 0 0,0-1 1 0 0,1 1-1 0 0,-1 0 0 0 0,0-1 1 0 0,1 1-1 0 0,-1 0 1 0 0,1 0-1 0 0,0-1 0 0 0,170-54 326 0 0,129 4-27 0 0,24 35-27 0 0,-99 32-67 0 0,161 14 241 0 0,-235-30-361 0 0,-10 8-79 0 0,42 10 13 0 0,220-4 1 0 0,-116-9-17 0 0,101 21 83 0 0,-77-6 81 0 0,-75-8 50 0 0,30 4 65 0 0,267 25 434 0 0,150 45-244 0 0,-661-83-691 0 0,-36-5-876 0 0,-68-22-3311 0 0,-44-26-1578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1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3121 0 0,'-31'0'4162'0'0,"1"6"-2081"0"0,30 2-1520 0 0,-30-8-641 0 0,60 0-321 0 0,-30-8-479 0 0,30 8-1681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2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31 213 480 0 0,'1'-6'475'0'0,"0"0"-1"0"0,0 1 1 0 0,0-1 0 0 0,1 0-1 0 0,0 1 1 0 0,0-1-1 0 0,0 1 1 0 0,1 0 0 0 0,0 0-1 0 0,0 0 1 0 0,0 0-1 0 0,8-8 1 0 0,1-2 581 0 0,1 2 0 0 0,23-20 0 0 0,-30 30-1021 0 0,0-1 0 0 0,0 1 0 0 0,0 0 0 0 0,0 1 0 0 0,1 0 1 0 0,-1 0-1 0 0,1 0 0 0 0,0 1 0 0 0,10-2 0 0 0,-9 3-37 0 0,0-2-1 0 0,-1 1 0 0 0,1-1 1 0 0,0-1-1 0 0,-1 1 1 0 0,14-7-1 0 0,19-11-130 0 0,-40 19 134 0 0,0 1-1 0 0,0 0 1 0 0,-1 0 0 0 0,1 0-1 0 0,0 0 1 0 0,0 0 0 0 0,0 0-1 0 0,0 0 1 0 0,0 0 0 0 0,0-1-1 0 0,0 1 1 0 0,0 0 0 0 0,0 0-1 0 0,0 0 1 0 0,-1 0 0 0 0,1 0-1 0 0,0-1 1 0 0,0 1 0 0 0,0 0 0 0 0,0 0-1 0 0,0 0 1 0 0,0 0 0 0 0,0 0-1 0 0,0-1 1 0 0,0 1 0 0 0,0 0-1 0 0,0 0 1 0 0,0 0 0 0 0,0 0-1 0 0,0-1 1 0 0,0 1 0 0 0,1 0-1 0 0,-1 0 1 0 0,0 0 0 0 0,0 0-1 0 0,0 0 1 0 0,0 0 0 0 0,0-1-1 0 0,0 1 1 0 0,0 0 0 0 0,0 0-1 0 0,0 0 1 0 0,1 0 0 0 0,-1 0 0 0 0,0 0-1 0 0,0 0 1 0 0,0 0 0 0 0,0-1-1 0 0,0 1 1 0 0,0 0 0 0 0,1 0-1 0 0,-1 0 1 0 0,0 0 0 0 0,0 0-1 0 0,0 0 1 0 0,0 0 0 0 0,0 0-1 0 0,1 0 1 0 0,-1 0 0 0 0,0 0-1 0 0,0 0 1 0 0,0 0 0 0 0,0 0-1 0 0,0 0 1 0 0,1 0 0 0 0,-1 0-1 0 0,0 0 1 0 0,-19-2 16 0 0,-30 4 0 0 0,32 3 19 0 0,0 1 0 0 0,1 0 0 0 0,0 1 0 0 0,1 1 0 0 0,0 1 0 0 0,0 0 0 0 0,1 0 0 0 0,0 2 1 0 0,0 0-1 0 0,-19 20 0 0 0,7-8 34 0 0,23-21-61 0 0,1 1 1 0 0,-1 0-1 0 0,1-1 0 0 0,0 1 1 0 0,-1 0-1 0 0,1 1 0 0 0,0-1 1 0 0,1 0-1 0 0,-1 1 0 0 0,1-1 1 0 0,-1 1-1 0 0,1-1 0 0 0,0 1 1 0 0,0 3-1 0 0,-2 56 161 0 0,4-37-93 0 0,-1-19-57 0 0,1 1 1 0 0,0-1-1 0 0,0 1 1 0 0,1-1-1 0 0,0 1 1 0 0,0-1-1 0 0,4 7 1 0 0,4 16 41 0 0,3 21-13 0 0,9 30-18 0 0,2-23-52 0 0,-4-6-150 0 0,2-2 1 0 0,33 55-1 0 0,-52-101 55 0 0,0 0 1 0 0,1 0 0 0 0,-1 0-1 0 0,1 0 1 0 0,0-1-1 0 0,0 0 1 0 0,0 1-1 0 0,0-2 1 0 0,0 1-1 0 0,1 0 1 0 0,-1-1-1 0 0,1 0 1 0 0,0 0 0 0 0,-1 0-1 0 0,1 0 1 0 0,0-1-1 0 0,0 0 1 0 0,0 0-1 0 0,1 0 1 0 0,-1-1-1 0 0,0 0 1 0 0,0 0-1 0 0,0 0 1 0 0,0 0 0 0 0,0-1-1 0 0,0 0 1 0 0,0 0-1 0 0,10-4 1 0 0,-14 5 28 0 0,0-1 1 0 0,-1 1 0 0 0,1-1 0 0 0,0 1 0 0 0,-1-1-1 0 0,1 0 1 0 0,0 1 0 0 0,-1-1 0 0 0,1 0-1 0 0,-1 1 1 0 0,1-1 0 0 0,-1 0 0 0 0,0 0-1 0 0,1 1 1 0 0,-1-1 0 0 0,0 0 0 0 0,1 0 0 0 0,-1 0-1 0 0,0 0 1 0 0,0 0 0 0 0,0 1 0 0 0,0-1-1 0 0,1 0 1 0 0,-1 0 0 0 0,-1 0 0 0 0,1 0 0 0 0,0-1-1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3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87 214 1601 0 0,'-5'-1'492'0'0,"4"1"-375"0"0,0 0 0 0 0,0 0 0 0 0,0-1 0 0 0,0 1 0 0 0,0 0-1 0 0,0 0 1 0 0,0 0 0 0 0,0 0 0 0 0,0 0 0 0 0,0 0 0 0 0,0 1 0 0 0,0-1 0 0 0,0 0 0 0 0,0 0 0 0 0,0 1-1 0 0,0-1 1 0 0,0 0 0 0 0,0 1 0 0 0,0-1 0 0 0,0 1 0 0 0,1 0 0 0 0,-1-1 0 0 0,0 1 0 0 0,-1 2 2547 0 0,-3-3-2323 0 0,2 1-178 0 0,0-1-1 0 0,0 0 1 0 0,0 0 0 0 0,0 0 0 0 0,0 0 0 0 0,0 0 0 0 0,1 0 0 0 0,-1-1 0 0 0,0 0 0 0 0,0 1 0 0 0,0-1-1 0 0,1 0 1 0 0,-4-2 0 0 0,4 0-135 0 0,1 0 0 0 0,0 0 0 0 0,0 0 0 0 0,0 0 0 0 0,1 0 0 0 0,-1 0 0 0 0,1 0 0 0 0,-1 0 0 0 0,1 0 0 0 0,0 0 0 0 0,0-1 0 0 0,1-3 0 0 0,-1 5-11 0 0,0-11 37 0 0,-1 10-52 0 0,1 0 0 0 0,-1 0 0 0 0,1 0 0 0 0,0-1 0 0 0,0 1 0 0 0,1 0 0 0 0,-1 0 0 0 0,1 0 0 0 0,-1 0 0 0 0,1 0 0 0 0,0 0 0 0 0,2-5 0 0 0,6-2-1 0 0,-8 9 2 0 0,1 0 1 0 0,-1-1 0 0 0,0 1-1 0 0,1-1 1 0 0,-1 1 0 0 0,0-1-1 0 0,0 1 1 0 0,0-1 0 0 0,0 0-1 0 0,0 0 1 0 0,0 1 0 0 0,-1-1-1 0 0,1 0 1 0 0,-1 0 0 0 0,1 0-1 0 0,-1 0 1 0 0,1-3 0 0 0,-1 2-3 0 0,0 1 0 0 0,0 0 0 0 0,0 0 0 0 0,1 0 0 0 0,-1 0 0 0 0,1 0 0 0 0,-1 1 0 0 0,1-1 1 0 0,0 0-1 0 0,0 0 0 0 0,0 0 0 0 0,0 0 0 0 0,0 1 0 0 0,3-4 0 0 0,-3 4-1 0 0,0-1 0 0 0,0 1 0 0 0,1-1-1 0 0,-1 0 1 0 0,0 0 0 0 0,-1 1 0 0 0,1-1-1 0 0,0 0 1 0 0,0 0 0 0 0,-1 0 0 0 0,1 0 0 0 0,-1 0-1 0 0,0 0 1 0 0,1-4 0 0 0,-1 6 0 0 0,0 0 0 0 0,0 0 0 0 0,0 0 0 0 0,0 0 0 0 0,0-1 0 0 0,-1 1 0 0 0,1 0 0 0 0,1 0 0 0 0,-1 0 0 0 0,0-1 0 0 0,0 1 0 0 0,0 0 0 0 0,0 0 0 0 0,0 0 0 0 0,0 0 0 0 0,0-1 0 0 0,0 1 0 0 0,0 0 0 0 0,0 0 0 0 0,0 0 0 0 0,0 0 0 0 0,0 0 0 0 0,0-1 0 0 0,1 1 0 0 0,-1 0 0 0 0,0 0 0 0 0,0 0 0 0 0,0 0 0 0 0,0 0 0 0 0,0 0 0 0 0,1 0 0 0 0,-1-1 0 0 0,0 1 0 0 0,0 0 0 0 0,0 0 0 0 0,0 0 0 0 0,1 0 0 0 0,-1 0 0 0 0,0 0 0 0 0,0 0 0 0 0,0 0 0 0 0,0 0 0 0 0,1 0 0 0 0,-1 0 0 0 0,0 0 0 0 0,0 0 0 0 0,0 0 0 0 0,1 0 0 0 0,0 0 0 0 0,0 0 0 0 0,0 0 0 0 0,0 0 0 0 0,0 0 0 0 0,0 0 0 0 0,0 1 0 0 0,-1-1 0 0 0,1 0 0 0 0,0 0 0 0 0,0 1 0 0 0,0-1 0 0 0,0 1 0 0 0,0-1 0 0 0,0 0 0 0 0,-1 1 0 0 0,1 0 0 0 0,0-1 0 0 0,0 1 0 0 0,-1-1 0 0 0,1 1 0 0 0,0 0 0 0 0,-1 0 0 0 0,1-1-1 0 0,0 1 1 0 0,-1 0 0 0 0,1 0 0 0 0,-1 0 0 0 0,0 0 0 0 0,1 0 0 0 0,-1-1 0 0 0,0 1 0 0 0,1 0 0 0 0,-1 0 0 0 0,0 0 0 0 0,0 2 0 0 0,11 22 14 0 0,12 22 11 0 0,-4-13-68 0 0,-3 1 0 0 0,-1 1 0 0 0,18 61 1 0 0,-31-85-119 0 0,2 1 1 0 0,0-1 0 0 0,0 0 0 0 0,1 0 0 0 0,0 0 0 0 0,1-1 0 0 0,1 1 0 0 0,-1-2 0 0 0,11 13 0 0 0,18 39-2441 0 0,-5-3-2829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3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74 880 0 0,'0'-1'92'0'0,"0"1"-1"0"0,0 0 0 0 0,0-1 0 0 0,0 1 0 0 0,0-1 1 0 0,0 1-1 0 0,0-1 0 0 0,0 1 0 0 0,0-1 0 0 0,0 1 0 0 0,0 0 1 0 0,1-1-1 0 0,-1 1 0 0 0,0-1 0 0 0,0 1 0 0 0,0 0 1 0 0,1-1-1 0 0,-1 1 0 0 0,0 0 0 0 0,0-1 0 0 0,1 1 0 0 0,-1 0 1 0 0,0-1-1 0 0,1 1 0 0 0,-1 0 0 0 0,0 0 0 0 0,1-1 1 0 0,-1 1-1 0 0,0 0 0 0 0,1 0 0 0 0,-1-1 0 0 0,1 1 0 0 0,-1 0 1 0 0,0 0-1 0 0,1 0 0 0 0,-1 0 0 0 0,1 0 0 0 0,-1 0 1 0 0,1 0-1 0 0,-1 0 0 0 0,0 0 0 0 0,1 0 0 0 0,-1 0 1 0 0,1 0-1 0 0,-1 0 0 0 0,1 0 0 0 0,-1 0-37 0 0,1 1 0 0 0,-1-1 0 0 0,1 0 1 0 0,-1 0-1 0 0,0 0 0 0 0,1 0 0 0 0,-1 0 0 0 0,0 0 0 0 0,1 0 1 0 0,-1 0-1 0 0,0 0 0 0 0,1 0 0 0 0,-1 0 0 0 0,0 0 0 0 0,1-1 0 0 0,-1 1 1 0 0,0 0-1 0 0,1 0 0 0 0,-1 0 0 0 0,0 0 0 0 0,1-1 0 0 0,-1 1 0 0 0,0 0 1 0 0,1 0-1 0 0,-1 0 0 0 0,0-1 0 0 0,0 1 0 0 0,1 0 0 0 0,-1 0 0 0 0,0-1 1 0 0,0 1-1 0 0,0 0 0 0 0,1-1 0 0 0,-1 1 0 0 0,0 0 0 0 0,0-1 1 0 0,0 1-1 0 0,0 0 0 0 0,0-1 0 0 0,0 1 0 0 0,0 0 0 0 0,0-1 0 0 0,0 1 1 0 0,0 0-1 0 0,0-1 0 0 0,22-11 699 0 0,-8 7-466 0 0,71-14 874 0 0,-85 18-891 0 0,0 1-264 0 0,0 0 1 0 0,0-1-1 0 0,0 1 0 0 0,1 0 1 0 0,-1 0-1 0 0,0 0 0 0 0,0-1 1 0 0,0 1-1 0 0,0 0 1 0 0,0 0-1 0 0,0 0 0 0 0,0 0 1 0 0,0-1-1 0 0,0 1 0 0 0,0 0 1 0 0,0 0-1 0 0,0 0 0 0 0,0-1 1 0 0,0 1-1 0 0,0 0 1 0 0,-1 0-1 0 0,1 0 0 0 0,0-1 1 0 0,0 1-1 0 0,0 0 0 0 0,0 0 1 0 0,0 0-1 0 0,0 0 0 0 0,0 0 1 0 0,-1-1-1 0 0,1 1 0 0 0,0 0 1 0 0,0 0-1 0 0,0 0 1 0 0,0 0-1 0 0,0 0 0 0 0,-1 0 1 0 0,1 0-1 0 0,0-1 0 0 0,0 1 1 0 0,0 0-1 0 0,0 0 0 0 0,-1 0 1 0 0,1 0-1 0 0,0 0 1 0 0,0 0-1 0 0,0 0 0 0 0,-1 0 1 0 0,1 0-1 0 0,0 0 0 0 0,0 0 1 0 0,0 0-1 0 0,-1 0 0 0 0,-61-4 196 0 0,50 2-190 0 0,0 0-1 0 0,0 1 0 0 0,0 1 0 0 0,0 0 0 0 0,0 0 0 0 0,0 1 0 0 0,0 1 1 0 0,0 0-1 0 0,0 0 0 0 0,0 2 0 0 0,0-1 0 0 0,-12 7 0 0 0,12-4 60 0 0,9-6-55 0 0,1 1 0 0 0,-1 0 0 0 0,0 1 0 0 0,1-1 0 0 0,-1 0 0 0 0,1 1 0 0 0,-1-1 0 0 0,1 1 0 0 0,-1 0-1 0 0,1 0 1 0 0,0 0 0 0 0,0 0 0 0 0,0 0 0 0 0,0 0 0 0 0,1 0 0 0 0,-1 1 0 0 0,0-1 0 0 0,1 1 0 0 0,0-1 0 0 0,-1 1 0 0 0,1 0 0 0 0,0-1 0 0 0,-1 6 0 0 0,11-5 0 0 0,1 0 0 0 0,-1-2 0 0 0,1 1 0 0 0,18 0 0 0 0,87 5-2 0 0,-102-5-4 0 0,-1 0 0 0 0,1 0 0 0 0,-1 1 0 0 0,0 1-1 0 0,0 0 1 0 0,0 1 0 0 0,12 6 0 0 0,-20-8-8 0 0,0 0 0 0 0,0 1 0 0 0,0-1 0 0 0,-1 1 0 0 0,0 0 0 0 0,5 7 0 0 0,-7-10 1 0 0,-1 0 0 0 0,1 1 0 0 0,-1-1 0 0 0,1 0 0 0 0,-1 0 0 0 0,1 0 1 0 0,-1 1-1 0 0,0-1 0 0 0,0 0 0 0 0,0 0 0 0 0,0 1 0 0 0,0-1 0 0 0,0 0 1 0 0,0 0-1 0 0,0 1 0 0 0,0-1 0 0 0,-1 0 0 0 0,1 0 0 0 0,0 1 1 0 0,-1-1-1 0 0,1 0 0 0 0,-1 0 0 0 0,0 0 0 0 0,1 0 0 0 0,-1 0 0 0 0,-1 2 1 0 0,-25 24 44 0 0,14-18-68 0 0,-1-2 0 0 0,1 0 0 0 0,-2 0 0 0 0,1-1 0 0 0,-1-1 0 0 0,1 0 0 0 0,-2-1 0 0 0,1-1 0 0 0,0-1 0 0 0,0 0 0 0 0,-21 0 0 0 0,35-4-200 0 0,0 0 0 0 0,0 0 0 0 0,0 0 1 0 0,0 0-1 0 0,1 0 0 0 0,-1-1 0 0 0,1 1 0 0 0,0 0 0 0 0,-1 0 1 0 0,1-1-1 0 0,0 1 0 0 0,0 0 0 0 0,1-1 0 0 0,0-3 0 0 0,-1 4-337 0 0,5-23-2191 0 0,20-7-80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1601 0 0,'-66'13'4813'0'0,"-22"5"-2284"0"0,36-6-1334 0 0,40-10-922 0 0,11-2-239 0 0,1-1 1 0 0,-1 1-1 0 0,0 0 0 0 0,0 0 1 0 0,0 0-1 0 0,0 0 1 0 0,1 0-1 0 0,-1 1 0 0 0,0-1 1 0 0,0 0-1 0 0,0 0 1 0 0,0 0-1 0 0,1 1 0 0 0,-1-1 1 0 0,0 0-1 0 0,0 1 0 0 0,1-1 1 0 0,-1 1-1 0 0,0-1 1 0 0,1 1-1 0 0,-1-1 0 0 0,0 1 1 0 0,1 0-1 0 0,-1-1 1 0 0,1 1-1 0 0,-1 0 0 0 0,1-1 1 0 0,-1 1-1 0 0,1 0 1 0 0,-1 0-1 0 0,1-1 0 0 0,0 1 1 0 0,-1 0-1 0 0,1 0 0 0 0,0 0 1 0 0,0-1-1 0 0,0 1 1 0 0,0 1-1 0 0,5-1 126 0 0,245 21 62 0 0,-234-21-230 0 0,17 0-574 0 0,0-1 0 0 0,44-7 1 0 0,-60 4-654 0 0,0 0 1 0 0,0-1-1 0 0,25-10 0 0 0,-41 14 1075 0 0,0-1-1 0 0,1 1 0 0 0,-1-1 0 0 0,0 1 0 0 0,1-1 0 0 0,-1 1 0 0 0,0-1 0 0 0,0 0 0 0 0,1 0 0 0 0,-1 1 1 0 0,0-1-1 0 0,0 0 0 0 0,0 0 0 0 0,0 0 0 0 0,1-2 0 0 0,-3 2 9 0 0,0 0 0 0 0,0 0 1 0 0,0 0-1 0 0,0 0 0 0 0,0 0 0 0 0,0 0 1 0 0,0 0-1 0 0,0 0 0 0 0,-1 0 0 0 0,1 1 1 0 0,0-1-1 0 0,0 0 0 0 0,-1 1 0 0 0,-2-1 0 0 0,4 0 121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4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58 1681 0 0,'-1'-4'2828'0'0,"7"2"1187"0"0,14 2-3748 0 0,-15 0-107 0 0,-4 2-20 0 0,-7 1-120 0 0,-19-2 207 0 0,21-7-748 0 0,-82-27-5361 0 0,31 15 3107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8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59 1521 0 0,'-40'-26'2818'0'0,"25"14"-2061"0"0,14 12-712 0 0,1 0 0 0 0,0 0 1 0 0,0 0-1 0 0,0 0 0 0 0,-1 0 1 0 0,1 0-1 0 0,0 0 0 0 0,0 0 1 0 0,-1 0-1 0 0,1 0 0 0 0,0 0 0 0 0,0 0 1 0 0,0 0-1 0 0,-1 0 0 0 0,1 0 1 0 0,0 0-1 0 0,0 0 0 0 0,0 0 1 0 0,-1-1-1 0 0,1 1 0 0 0,0 0 1 0 0,0 0-1 0 0,0 0 0 0 0,0 0 1 0 0,-1-1-1 0 0,1 1 0 0 0,0 0 1 0 0,0 0-1 0 0,0 0 0 0 0,0-1 1 0 0,0 1-1 0 0,0 0 0 0 0,0 0 1 0 0,0 0-1 0 0,-1-1 0 0 0,1 1 0 0 0,0 0 1 0 0,0 0-1 0 0,0-1 0 0 0,0 1 1 0 0,0 0-1 0 0,0 0 0 0 0,0 0 1 0 0,0-1-1 0 0,0 1 0 0 0,1 0 1 0 0,-1 0-1 0 0,0-1 0 0 0,0 1 1 0 0,0 0-1 0 0,0 0 0 0 0,0 0 1 0 0,0-1-1 0 0,0 1 0 0 0,0 0 1 0 0,1 0-1 0 0,-1 0 0 0 0,0 0 0 0 0,0-1 557 0 0,-5 2-89 0 0,-15 0-113 0 0,14-1 387 0 0,6 0-775 0 0,0 1-1 0 0,0-1 0 0 0,0 0 0 0 0,0 0 0 0 0,0 0 1 0 0,0 0-1 0 0,0 0 0 0 0,0 1 0 0 0,0-1 1 0 0,-1 0-1 0 0,1 0 0 0 0,0 0 0 0 0,0 0 1 0 0,0 0-1 0 0,0 1 0 0 0,0-1 0 0 0,0 0 1 0 0,0 0-1 0 0,0 0 0 0 0,0 0 0 0 0,0 1 1 0 0,0-1-1 0 0,0 0 0 0 0,0 0 0 0 0,0 0 1 0 0,0 0-1 0 0,1 1 0 0 0,-1-1 0 0 0,0 0 1 0 0,0 0-1 0 0,0 0 0 0 0,0 0 0 0 0,0 0 1 0 0,0 1-1 0 0,0-1 0 0 0,0 0 0 0 0,0 0 1 0 0,1 0-1 0 0,-1 0 0 0 0,0 0 0 0 0,0 0 0 0 0,0 0 1 0 0,0 1-1 0 0,0-1 0 0 0,1 0 0 0 0,-1 0 1 0 0,0 0-1 0 0,0 0 0 0 0,0 0 0 0 0,0 0 1 0 0,1 0-1 0 0,-1 0 0 0 0,0 0 0 0 0,0 0 1 0 0,0 0-1 0 0,0 0 0 0 0,1 0 0 0 0,-1 0 1 0 0,0 0-1 0 0,0 0 0 0 0,0 0 0 0 0,0 0 1 0 0,1 0-1 0 0,-1 0 0 0 0,0 0 0 0 0,0-1 1 0 0,0 1-1 0 0,0 0 0 0 0,1 0 0 0 0,19 0 109 0 0,-15 0 14 0 0,0 0-54 0 0,50 0 13 0 0,-12 3-119 0 0,-34 0 59 0 0,60-1 360 0 0,-69-4-170 0 0,0 2-216 0 0,0 0 0 0 0,0-1 0 0 0,0 1 0 0 0,0 0 0 0 0,0 0 0 0 0,0 0 0 0 0,0 0 0 0 0,0-1 0 0 0,0 1 0 0 0,0 0 0 0 0,0 0 0 0 0,0 0 0 0 0,0 0 0 0 0,0-1 0 0 0,0 1 0 0 0,0 0 0 0 0,0 0 0 0 0,0 0 0 0 0,0 0 0 0 0,0-1 0 0 0,0 1 0 0 0,0 0 0 0 0,0 0 0 0 0,0 0 0 0 0,0 0 0 0 0,0 0-1 0 0,0-1 1 0 0,0 1 0 0 0,-1 0 0 0 0,1 0 0 0 0,0 0 0 0 0,0 0 0 0 0,0 0 0 0 0,0 0 0 0 0,0-1 0 0 0,0 1 0 0 0,-1 0 0 0 0,1 0 0 0 0,0 0 0 0 0,0 0 0 0 0,0 0 0 0 0,0 0 0 0 0,-1 0 0 0 0,1 0 0 0 0,0 0 0 0 0,0 0 0 0 0,0 0 0 0 0,0 0 0 0 0,-1 0 0 0 0,1 0 0 0 0,0 0 0 0 0,0 0-1 0 0,0 0 1 0 0,0 0 0 0 0,-1 0 0 0 0,1 0 0 0 0,0 0 0 0 0,-201-19 2074 0 0,195 19-2060 0 0,1 1 1 0 0,-1-1-1 0 0,1 1 0 0 0,-1 0 0 0 0,1 1 0 0 0,-8 3 1 0 0,-2-1 3 0 0,15-4-25 0 0,1 0 1 0 0,-1 0 0 0 0,0 0 0 0 0,0 1-1 0 0,0-1 1 0 0,1 0 0 0 0,-1 0 0 0 0,0 0-1 0 0,0 0 1 0 0,1 0 0 0 0,-1 0-1 0 0,0 0 1 0 0,0 1 0 0 0,0-1 0 0 0,0 0-1 0 0,1 0 1 0 0,-1 0 0 0 0,0 0 0 0 0,0 1-1 0 0,0-1 1 0 0,0 0 0 0 0,0 0 0 0 0,0 0-1 0 0,0 1 1 0 0,1-1 0 0 0,-1 0-1 0 0,0 0 1 0 0,0 1 0 0 0,0-1 0 0 0,0 0-1 0 0,0 0 1 0 0,0 0 0 0 0,0 1 0 0 0,0-1-1 0 0,0 0 1 0 0,0 0 0 0 0,0 1 0 0 0,0-1-1 0 0,0 0 1 0 0,0 0 0 0 0,-1 0 0 0 0,1 1-1 0 0,0-1 1 0 0,0 0 0 0 0,0 0-1 0 0,0 0 1 0 0,0 1 0 0 0,0-1 0 0 0,-1 0-1 0 0,1 0 1 0 0,0 0 0 0 0,0 1 0 0 0,0-1-1 0 0,0 0 1 0 0,-1 0 0 0 0,1 0 0 0 0,0 0-1 0 0,0 0 1 0 0,0 0 0 0 0,-1 0-1 0 0,1 1 1 0 0,0-1 0 0 0,0 0 0 0 0,0 0-1 0 0,-1 0 1 0 0,1 0 0 0 0,-1 0 0 0 0,2 0 15 0 0,86 26 108 0 0,58 14 6 0 0,-122-34-130 0 0,-1 1 0 0 0,0 1 0 0 0,0 1 0 0 0,0 1 0 0 0,-1 1 0 0 0,33 22 0 0 0,-37-22 13 0 0,0 1 1 0 0,24 23-1 0 0,-36-32 0 0 0,-1 1-1 0 0,-1 0 1 0 0,1 0-1 0 0,0 0 1 0 0,-1 1-1 0 0,0-1 1 0 0,0 1-1 0 0,-1 0 1 0 0,1 0-1 0 0,-1 0 1 0 0,0 0-1 0 0,0 0 1 0 0,0 0-1 0 0,-1 0 0 0 0,1 9 1 0 0,-1-7 8 0 0,-1 0 1 0 0,0 0 0 0 0,0 1-1 0 0,-1-1 1 0 0,0 0-1 0 0,0 0 1 0 0,-1 0-1 0 0,0 0 1 0 0,0-1-1 0 0,-1 1 1 0 0,0 0 0 0 0,0-1-1 0 0,0 0 1 0 0,-1 0-1 0 0,0 0 1 0 0,0 0-1 0 0,0 0 1 0 0,-1-1-1 0 0,0 0 1 0 0,0 0-1 0 0,0 0 1 0 0,-1 0 0 0 0,0-1-1 0 0,0 0 1 0 0,-10 5-1 0 0,5-4-4 0 0,0 0-1 0 0,-1-1 1 0 0,1 0 0 0 0,-1-1-1 0 0,0 0 1 0 0,0-1 0 0 0,0-1-1 0 0,0 0 1 0 0,-23-1-1 0 0,26 0-86 0 0,0-1-1 0 0,0 0 0 0 0,0-1 1 0 0,0 0-1 0 0,1 0 0 0 0,-1-1 1 0 0,1 0-1 0 0,-1-1 0 0 0,1 0 1 0 0,0 0-1 0 0,1-1 0 0 0,-1 0 1 0 0,1 0-1 0 0,-8-7 0 0 0,12 8-169 0 0,-1 0-1 0 0,1-1 0 0 0,0 0 1 0 0,0 1-1 0 0,0-1 0 0 0,1 0 1 0 0,0-1-1 0 0,0 1 0 0 0,0 0 1 0 0,0-1-1 0 0,1 1 0 0 0,0 0 0 0 0,0-1 1 0 0,1 0-1 0 0,-1 1 0 0 0,1-1 1 0 0,0 1-1 0 0,1-1 0 0 0,-1 0 1 0 0,1 1-1 0 0,0-1 0 0 0,4-9 1 0 0,20-52-4776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8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18 720 0 0,'-1'-1'138'0'0,"1"0"-1"0"0,-1 0 0 0 0,1 0 0 0 0,-1 1 1 0 0,1-1-1 0 0,-1 0 0 0 0,0 0 1 0 0,0 1-1 0 0,1-1 0 0 0,-1 0 0 0 0,0 1 1 0 0,0-1-1 0 0,0 1 0 0 0,1-1 0 0 0,-1 1 1 0 0,0 0-1 0 0,0-1 0 0 0,0 1 1 0 0,0 0-1 0 0,0 0 0 0 0,0-1 0 0 0,0 1 1 0 0,0 0-1 0 0,0 0 0 0 0,0 0 1 0 0,-2 0-1 0 0,2 0 265 0 0,-24-5 4171 0 0,80 23-3423 0 0,2 9-1134 0 0,-42-21 21 0 0,-1 0 0 0 0,0 1-1 0 0,0 0 1 0 0,18 14 0 0 0,-20-11 40 0 0,0 1 1 0 0,-1 0-1 0 0,0 0 1 0 0,0 1 0 0 0,-1 1-1 0 0,-1-1 1 0 0,0 2-1 0 0,-1-1 1 0 0,-1 1 0 0 0,9 20-1 0 0,-6 23 177 0 0,-2-28-109 0 0,-4-17-65 0 0,0 0 1 0 0,-2 1-1 0 0,1-1 0 0 0,-1 1 0 0 0,0 16 1 0 0,-1 18 153 0 0,1-29-139 0 0,-2 1-1 0 0,0 0 1 0 0,-1-1-1 0 0,-6 37 1 0 0,4-45-87 0 0,-1-1-1 0 0,1 1 1 0 0,-2-1 0 0 0,-9 16 0 0 0,14-23-55 0 0,-1-1 1 0 0,1 0-1 0 0,-1 0 0 0 0,0 1 1 0 0,0-1-1 0 0,0 0 0 0 0,1 0 1 0 0,-1 0-1 0 0,0 0 0 0 0,0 0 1 0 0,-1 0-1 0 0,1 0 0 0 0,0 0 1 0 0,0 0-1 0 0,0-1 0 0 0,-1 1 1 0 0,1 0-1 0 0,0-1 0 0 0,-1 1 1 0 0,1-1-1 0 0,0 0 0 0 0,-1 1 1 0 0,1-1-1 0 0,-1 0 0 0 0,1 0 1 0 0,0 0-1 0 0,-1 0 0 0 0,1 0 1 0 0,-1 0-1 0 0,1 0 0 0 0,-1 0 1 0 0,1 0-1 0 0,0-1 0 0 0,-1 1 1 0 0,1-1-1 0 0,0 1 0 0 0,-1-1 1 0 0,1 1-1 0 0,0-1 0 0 0,0 0 1 0 0,-3-1-1 0 0,3-1-224 0 0,0 1 0 0 0,0-1 0 0 0,0 1 0 0 0,1-1 0 0 0,-1 0 0 0 0,1 1 0 0 0,-1-1 0 0 0,1 0 0 0 0,0 1 0 0 0,0-1 0 0 0,0 0 0 0 0,0 1 0 0 0,1-1 0 0 0,-1 0 0 0 0,1 1 0 0 0,0-1 0 0 0,-1 0 0 0 0,3-4 0 0 0,22-25-3931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0 960 0 0,'0'19'2962'0'0,"-30"20"639"0"0,30 5-639 0 0,0 6-1522 0 0,0-4-1279 0 0,30-15-242 0 0,-30 7 162 0 0,30-5-81 0 0,-30-2-561 0 0,0-6-959 0 0,30-18-2162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4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83 5603 0 0,'-91'19'5282'0'0,"61"-19"-4482"0"0,30-12-1600 0 0,0-7-160 0 0,30 0-81 0 0,-30 6-1200 0 0,30-7-240 0 0,1 1 160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1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4322 0 0,'-30'20'3762'0'0,"30"-7"-1681"0"0,-30-1-1281 0 0,30-5-560 0 0,30 5-160 0 0,0 1-80 0 0,1-1 0 0 0,23 1 0 0 0,-24 1-80 0 0,30-3-320 0 0,-29 3-480 0 0,-1-1-1281 0 0,0-1-881 0 0,-30 1 321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0 356 2081 0 0,'31'-6'2321'0'0,"-31"-7"-160"0"0,54-5-400 0 0,6-28-321 0 0,121-29-239 0 0,-30-15-881 0 0,-30 46-1200 0 0,-30 5-801 0 0,-1 14-2801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70 2001 0 0,'9'0'886'0'0,"0"1"1"0"0,-1 1-1 0 0,1-1 0 0 0,0 1 1 0 0,9 4-1 0 0,-1 0 159 0 0,-12-5-245 0 0,-5-3-750 0 0,-1-1 1 0 0,0 1-1 0 0,0 0 0 0 0,0 0 0 0 0,0 0 0 0 0,0 0 1 0 0,0 0-1 0 0,0 0 0 0 0,-1 0 0 0 0,1 0 1 0 0,-1 0-1 0 0,0 1 0 0 0,1-1 0 0 0,-1 1 0 0 0,0-1 1 0 0,0 1-1 0 0,0 0 0 0 0,0 0 0 0 0,0-1 1 0 0,0 1-1 0 0,0 1 0 0 0,-1-1 0 0 0,-2-1 0 0 0,-13-5-29 0 0,-1 2 0 0 0,-28-7-1 0 0,-4 3 223 0 0,0 2-1 0 0,0 2 0 0 0,0 2 1 0 0,0 3-1 0 0,-67 7 0 0 0,110-6-166 0 0,0 0 0 0 0,0 0 0 0 0,0 1 0 0 0,0 0-1 0 0,0 0 1 0 0,1 1 0 0 0,-1 0 0 0 0,1 0 0 0 0,-1 1-1 0 0,1 0 1 0 0,0 0 0 0 0,0 1 0 0 0,1-1 0 0 0,0 2-1 0 0,-1-1 1 0 0,2 1 0 0 0,-1 0 0 0 0,1 0 0 0 0,0 0-1 0 0,0 1 1 0 0,-7 12 0 0 0,12-18-71 0 0,0 0 0 0 0,-1 0 1 0 0,1 0-1 0 0,0 0 0 0 0,0 0 1 0 0,-1 1-1 0 0,1-1 0 0 0,0 0 1 0 0,0 0-1 0 0,0 0 0 0 0,1 0 0 0 0,-1 0 1 0 0,0 1-1 0 0,0-1 0 0 0,1 0 1 0 0,-1 0-1 0 0,0 0 0 0 0,1 0 0 0 0,-1 0 1 0 0,1 0-1 0 0,-1 0 0 0 0,1 0 1 0 0,0 0-1 0 0,0 0 0 0 0,-1 0 1 0 0,1 0-1 0 0,0-1 0 0 0,0 1 0 0 0,0 0 1 0 0,0 0-1 0 0,0-1 0 0 0,0 1 1 0 0,0-1-1 0 0,0 1 0 0 0,0-1 0 0 0,0 1 1 0 0,0-1-1 0 0,0 1 0 0 0,0-1 1 0 0,0 0-1 0 0,2 0 0 0 0,57 17 101 0 0,-52-15-87 0 0,77 11 31 0 0,161 6 0 0 0,-19-4-497 0 0,-174-11 128 0 0,-41-4 222 0 0,0 0-1 0 0,0 1 0 0 0,0 0 1 0 0,-1 1-1 0 0,1 1 1 0 0,0 0-1 0 0,-1 0 0 0 0,0 1 1 0 0,0 0-1 0 0,0 1 1 0 0,0 0-1 0 0,14 10 0 0 0,-23-14 92 0 0,0 1 0 0 0,0 0 0 0 0,0-1 0 0 0,0 1 0 0 0,0 0 0 0 0,-1 0 0 0 0,1 0 0 0 0,-1 0 0 0 0,1 0 0 0 0,-1 0 0 0 0,0 1 0 0 0,1-1-1 0 0,-1 0 1 0 0,0 1 0 0 0,-1-1 0 0 0,1 1 0 0 0,0-1 0 0 0,0 4 0 0 0,-2-3 10 0 0,1 0 0 0 0,-1-1 0 0 0,0 1 0 0 0,0 0 0 0 0,0-1 0 0 0,0 1 0 0 0,-1-1 0 0 0,1 1 0 0 0,0-1 0 0 0,-1 1 0 0 0,0-1 0 0 0,0 0 0 0 0,0 0 0 0 0,0 0 0 0 0,0 0 0 0 0,0 0 0 0 0,0 0-1 0 0,-4 2 1 0 0,-22 15 27 0 0,-1-1 0 0 0,-1-1 0 0 0,0-1-1 0 0,-1-2 1 0 0,0-1 0 0 0,-1-1-1 0 0,-54 11 1 0 0,31-12-76 0 0,1-2 1 0 0,-2-3-1 0 0,-105-1 0 0 0,141-5-116 0 0,15 0 52 0 0,0 1 1 0 0,0-1-1 0 0,-1 0 0 0 0,1 0 1 0 0,0-1-1 0 0,0 1 0 0 0,0-1 1 0 0,0 0-1 0 0,0-1 0 0 0,0 1 1 0 0,0-1-1 0 0,1 0 0 0 0,-1 0 1 0 0,1-1-1 0 0,-1 1 0 0 0,1-1 1 0 0,0 0-1 0 0,-1 0 0 0 0,-4-5 1 0 0,7 6-119 0 0,0-1 0 0 0,0 1 0 0 0,0 0 1 0 0,1-1-1 0 0,-1 1 0 0 0,1-1 0 0 0,-1 0 1 0 0,1 1-1 0 0,0-1 0 0 0,0 0 0 0 0,0 0 1 0 0,0 0-1 0 0,1 0 0 0 0,-1-4 0 0 0,2 2-423 0 0,0-1-1 0 0,0 0 0 0 0,1 1 1 0 0,0-1-1 0 0,0 1 0 0 0,0-1 1 0 0,1 1-1 0 0,3-6 0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1921 0 0,'30'0'2001'0'0,"1"0"1280"0"0,-31 19-2160 0 0,30 39 159 0 0,0 32-79 0 0,-30-15-801 0 0,30-17-240 0 0,-30-14 0 0 0,30-11-80 0 0,0-8-240 0 0,1-6-480 0 0,-1-19-961 0 0,0-6-2321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49:5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212 141 5122 0 0,'-91'25'5523'0'0,"31"-19"-4483"0"0,29-25-1760 0 0,31-12-80 0 0,-30-13-641 0 0,30-33-3521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71 3041 0 0,'-30'6'5283'0'0,"0"-12"-3042"0"0,30-7-2481 0 0,0 7-1521 0 0,0-13-720 0 0,0 5-160 0 0,0-5 320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3762 0 0,'-30'33'4002'0'0,"-30"-8"-3762"0"0,29-6-1441 0 0,31 0 561 0 0,0-7 400 0 0,-30 7-561 0 0,30-11-1360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1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44 4322 0 0,'-30'6'4882'0'0,"0"-12"-4161"0"0,30 12-1282 0 0,0-12 721 0 0,0 0-400 0 0,0-1-640 0 0,0 1-1041 0 0,0 0-400 0 0,30 0 80 0 0,-30-7 400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55 260 2161 0 0,'-4'0'2161'0'0,"-3"0"-1127"0"0,-21-2 2137 0 0,27 1-3084 0 0,0 1-1 0 0,0 0 0 0 0,0-1 1 0 0,0 1-1 0 0,0-1 0 0 0,1 1 1 0 0,-1-1-1 0 0,0 0 0 0 0,0 1 1 0 0,1-1-1 0 0,-1 0 1 0 0,0 0-1 0 0,1 1 0 0 0,-1-1 1 0 0,1 0-1 0 0,-1 0 0 0 0,1 0 1 0 0,-1 0-1 0 0,1 0 0 0 0,0 0 1 0 0,-1 1-1 0 0,1-1 1 0 0,0 0-1 0 0,0 0 0 0 0,0 0 1 0 0,0 0-1 0 0,0 0 0 0 0,0-2 1 0 0,0 2-76 0 0,0 1 1 0 0,0-1-1 0 0,0 1 1 0 0,1-1-1 0 0,-1 1 1 0 0,0-1-1 0 0,0 1 1 0 0,1-1 0 0 0,-1 1-1 0 0,0-1 1 0 0,1 1-1 0 0,-1-1 1 0 0,0 1-1 0 0,1 0 1 0 0,-1-1-1 0 0,1 1 1 0 0,-1-1-1 0 0,0 1 1 0 0,1 0-1 0 0,-1 0 1 0 0,1-1 0 0 0,-1 1-1 0 0,1 0 1 0 0,0 0-1 0 0,-1-1 1 0 0,1 1-1 0 0,-1 0 1 0 0,1 0-1 0 0,-1 0 1 0 0,1 0-1 0 0,0 0 1 0 0,0 0-2 0 0,0 0 1 0 0,-1 0-1 0 0,1 0 0 0 0,0 0 1 0 0,0 0-1 0 0,-1-1 0 0 0,1 1 1 0 0,0 0-1 0 0,-1 0 0 0 0,1-1 0 0 0,0 1 1 0 0,-1 0-1 0 0,1-1 0 0 0,-1 1 1 0 0,1-1-1 0 0,-1 1 0 0 0,1 0 1 0 0,-1-1-1 0 0,1 1 0 0 0,-1-1 1 0 0,1 0-1 0 0,-1 1 0 0 0,1-1 1 0 0,-1 1-1 0 0,0-1 0 0 0,1 0 1 0 0,-1 1-1 0 0,0-1 0 0 0,0 0 1 0 0,1 1-1 0 0,-1-1 0 0 0,0 0 1 0 0,0 0-1 0 0,0-1 6 0 0,0 1 0 0 0,0 0 0 0 0,1-1 0 0 0,-1 1 0 0 0,0 0 0 0 0,1 0 0 0 0,-1-1-1 0 0,1 1 1 0 0,-1 0 0 0 0,1 0 0 0 0,0 0 0 0 0,-1-1 0 0 0,1 1 0 0 0,0 0 0 0 0,0 0 0 0 0,0 0 0 0 0,2-1 0 0 0,-2 1-1 0 0,0 0 0 0 0,0 0 0 0 0,0-1 0 0 0,0 1 0 0 0,0 0 0 0 0,-1 0 0 0 0,1 0 0 0 0,0-1 1 0 0,0 1-1 0 0,-1 0 0 0 0,1-1 0 0 0,-1 1 0 0 0,1-1 0 0 0,-1 1 0 0 0,1 0 0 0 0,-1-1 0 0 0,0 1 1 0 0,0-3-1 0 0,0-1 30 0 0,1 0 0 0 0,-1 1 0 0 0,1-1 1 0 0,0 0-1 0 0,0 0 0 0 0,1 0 0 0 0,-1 1 1 0 0,1-1-1 0 0,4-7 0 0 0,-4 8-11 0 0,1-1-1 0 0,-1 0 1 0 0,0 0-1 0 0,-1 0 0 0 0,1 0 1 0 0,-1-1-1 0 0,0 1 1 0 0,-1 0-1 0 0,1-10 1 0 0,-1 7-15 0 0,3-24 251 0 0,6 30-121 0 0,10 16-67 0 0,-6 2 7 0 0,-1 1 0 0 0,0 0 0 0 0,11 24 1 0 0,7 10 46 0 0,-10-22-247 0 0,-2 1 0 0 0,-1 0 0 0 0,-1 1 0 0 0,-1 1 0 0 0,15 51-1 0 0,-25-58-506 0 0,2 0 0 0 0,11 26 0 0 0,-15-38 236 0 0,-3-12 290 0 0,0 0 1 0 0,0 0-1 0 0,0 0 1 0 0,0 0 0 0 0,0 0-1 0 0,0 0 1 0 0,1 0 0 0 0,-1 0-1 0 0,0 0 1 0 0,1 0-1 0 0,-1 0 1 0 0,1 0 0 0 0,-1 0-1 0 0,1 0 1 0 0,-1 0-1 0 0,1 0 1 0 0,1 1 0 0 0,-1-2 4 0 0,-1 0 1 0 0,1 0-1 0 0,0 0 1 0 0,0 0 0 0 0,-1 0-1 0 0,1 0 1 0 0,0 0-1 0 0,-1 0 1 0 0,1 0 0 0 0,0-1-1 0 0,-1 1 1 0 0,1 0-1 0 0,0 0 1 0 0,-1-1-1 0 0,1 1 1 0 0,-1-1 0 0 0,1 1-1 0 0,0 0 1 0 0,-1-1-1 0 0,1 1 1 0 0,-1-1 0 0 0,1 0-1 0 0,-21-16-3661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2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1040 0 0,'36'1'3497'0'0,"61"12"-1"0"0,-74-8-3043 0 0,0-1 0 0 0,1-1 1 0 0,-1-2-1 0 0,1 0 0 0 0,-1-1 0 0 0,25-4 0 0 0,12-2 94 0 0,-52 5 119 0 0,-7 1-570 0 0,1 0-1 0 0,-1 0 1 0 0,1 0-1 0 0,-1 0 0 0 0,1-1 1 0 0,-1 1-1 0 0,0 0 1 0 0,1-1-1 0 0,-1 1 0 0 0,0-1 1 0 0,1 1-1 0 0,-1-1 1 0 0,0 0-1 0 0,0 1 1 0 0,1-1-1 0 0,-1 0 0 0 0,0 0 1 0 0,0 0-1 0 0,2-2 1 0 0,-8 3-16 0 0,-118-4 370 0 0,52 1 45 0 0,-87 6 0 0 0,157-3-493 0 0,0 0-1 0 0,-1 0 0 0 0,1 0 0 0 0,0 0 1 0 0,-1 1-1 0 0,1-1 0 0 0,0 1 0 0 0,-1-1 1 0 0,1 1-1 0 0,0-1 0 0 0,0 1 0 0 0,-1 0 1 0 0,1 0-1 0 0,0-1 0 0 0,0 1 1 0 0,0 0-1 0 0,0 0 0 0 0,0 0 0 0 0,0 0 1 0 0,0 0-1 0 0,1 0 0 0 0,-1 1 0 0 0,0-1 1 0 0,0 2-1 0 0,0 0 5 0 0,0 0 1 0 0,0 0-1 0 0,1 0 1 0 0,-1 0 0 0 0,1 0-1 0 0,0 1 1 0 0,0-1-1 0 0,0 0 1 0 0,0 0-1 0 0,2 5 1 0 0,0 3 13 0 0,1-1 1 0 0,1 1-1 0 0,0-1 1 0 0,0 0-1 0 0,9 16 1 0 0,-5-16-11 0 0,1-1-1 0 0,-1 0 1 0 0,1 0 0 0 0,1-1-1 0 0,0 0 1 0 0,0 0 0 0 0,0-1-1 0 0,1-1 1 0 0,0 1 0 0 0,1-2-1 0 0,-1 0 1 0 0,15 5 0 0 0,35 18 104 0 0,-48-22-123 0 0,0-1 1 0 0,1 0-1 0 0,0-1 0 0 0,0 0 1 0 0,0-1-1 0 0,1-1 0 0 0,-1 0 1 0 0,22 0-1 0 0,28 3 87 0 0,-22-2-60 0 0,-29-2-20 0 0,-1 0 0 0 0,1 0 0 0 0,0 1 0 0 0,-1 0 1 0 0,19 7-1 0 0,-28-7 5 0 0,0-1 1 0 0,0 0 0 0 0,0 1-1 0 0,-1 0 1 0 0,1-1-1 0 0,-1 1 1 0 0,1 0-1 0 0,-1 0 1 0 0,0 1 0 0 0,0-1-1 0 0,0 0 1 0 0,0 1-1 0 0,0-1 1 0 0,-1 1-1 0 0,1 0 1 0 0,-1 0 0 0 0,1-1-1 0 0,-1 1 1 0 0,0 0-1 0 0,0 0 1 0 0,0 0-1 0 0,-1 0 1 0 0,1 0 0 0 0,-1 0-1 0 0,0 1 1 0 0,0-1-1 0 0,0 4 1 0 0,0-1 10 0 0,0 1 1 0 0,0-1-1 0 0,0 1 1 0 0,-1-1-1 0 0,0 0 1 0 0,-1 0-1 0 0,1 1 1 0 0,-1-1-1 0 0,0 0 1 0 0,-1 0-1 0 0,0-1 1 0 0,0 1-1 0 0,0 0 1 0 0,0-1-1 0 0,-1 0 1 0 0,0 0-1 0 0,0 0 1 0 0,0 0-1 0 0,-1 0 1 0 0,1-1-1 0 0,-1 0 1 0 0,-6 4-1 0 0,-16 10-56 0 0,0 0 0 0 0,-57 26-1 0 0,72-39-197 0 0,0-1-1 0 0,-1 0 0 0 0,0 0 1 0 0,1-1-1 0 0,-1-1 0 0 0,-1 0 1 0 0,1-1-1 0 0,0 0 0 0 0,0-1 0 0 0,-18-2 1 0 0,13-1-577 0 0,1-1 0 0 0,-1-1 0 0 0,-20-7 0 0 0,-52-29-4933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63 800 0 0,'4'0'326'0'0,"-1"0"0"0"0,0 0 0 0 0,1 0 0 0 0,-1 0 0 0 0,0-1 0 0 0,1 0 0 0 0,-1 1-1 0 0,0-1 1 0 0,0 0 0 0 0,0-1 0 0 0,6-2 0 0 0,-8 3-120 0 0,1 0-1 0 0,-1-1 1 0 0,1 0 0 0 0,-1 1-1 0 0,0-1 1 0 0,0 0 0 0 0,0 1 0 0 0,0-1-1 0 0,0 0 1 0 0,0 0 0 0 0,0 0-1 0 0,-1 0 1 0 0,1 0 0 0 0,-1 0 0 0 0,1 0-1 0 0,-1 0 1 0 0,0 0 0 0 0,0 0-1 0 0,0 0 1 0 0,0-4 0 0 0,-1 5-193 0 0,0 0 1 0 0,0 1-1 0 0,1-1 1 0 0,-1 0 0 0 0,0 0-1 0 0,0 0 1 0 0,0 1-1 0 0,0-1 1 0 0,0 1-1 0 0,0-1 1 0 0,0 1 0 0 0,0-1-1 0 0,0 1 1 0 0,-1-1-1 0 0,1 1 1 0 0,0 0-1 0 0,0 0 1 0 0,0-1-1 0 0,0 1 1 0 0,-1 0 0 0 0,-1 0-1 0 0,3 0 9 0 0,1 1 128 0 0,1 0 0 0 0,-1 0 0 0 0,1 0 0 0 0,-1 0 0 0 0,0 0 0 0 0,1 1 0 0 0,-1-1 0 0 0,0 0 0 0 0,0 1 0 0 0,0-1 0 0 0,0 1 0 0 0,0-1 0 0 0,0 1 0 0 0,0-1 0 0 0,0 1 0 0 0,-1 0 0 0 0,1-1 0 0 0,0 4 0 0 0,15 52 800 0 0,2 4-135 0 0,-7-36-663 0 0,2-2 1 0 0,1 1-1 0 0,1-2 0 0 0,22 29 0 0 0,-10-5-207 0 0,-24-39-135 0 0,0 0-1 0 0,0-1 1 0 0,1 1 0 0 0,0-1-1 0 0,0 0 1 0 0,9 9-1 0 0,-10-12-55 0 0,0 0 0 0 0,-1 0 0 0 0,1 0 0 0 0,0 0 0 0 0,-1 1-1 0 0,0-1 1 0 0,0 1 0 0 0,0-1 0 0 0,0 1 0 0 0,-1 0 0 0 0,2 6-1 0 0,4 8-1267 0 0,18 20-3355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3282 0 0,'-54'14'6563'0'0,"-6"-3"-4082"0"0,29 3-2481 0 0,31-8-1041 0 0,31 1-1440 0 0,-31 5-2401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3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141 103 1201 0 0,'-141'-14'8790'0'0,"202"21"-6522"0"0,118-6-1653 0 0,-117-2-443 0 0,348-8 818 0 0,467-6 528 0 0,-127 26-662 0 0,43 1-645 0 0,-750-12-258 0 0,65 0-890 0 0,122-15 0 0 0,-227 16 738 0 0,0-1 0 0 0,0-1 1 0 0,1 1-1 0 0,-1 0 0 0 0,0-1 0 0 0,0 0 0 0 0,0 1 0 0 0,0-1 1 0 0,0 0-1 0 0,-1-1 0 0 0,1 1 0 0 0,0 0 0 0 0,0-1 1 0 0,-1 0-1 0 0,1 1 0 0 0,-1-1 0 0 0,1 0 0 0 0,-1 0 0 0 0,0-1 1 0 0,3-2-1 0 0,-5 2-289 0 0,0-1-1 0 0,0 1 1 0 0,-1 0 0 0 0,1-1 0 0 0,-1 1-1 0 0,1 0 1 0 0,-1 0 0 0 0,0-1 0 0 0,0 1 0 0 0,0 0-1 0 0,-1 0 1 0 0,1 0 0 0 0,-1 0 0 0 0,-3-4-1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6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83 2321 0 0,'-22'-1'1701'0'0,"14"1"-921"0"0,-1-1-1 0 0,0 0 0 0 0,1 0 0 0 0,-1-1 0 0 0,-11-4 0 0 0,-1 0 428 0 0,-10 4-919 0 0,17 3 979 0 0,14 1-1008 0 0,0-2-219 0 0,0 1 0 0 0,0-1-1 0 0,0 0 1 0 0,0 0 0 0 0,0 0-1 0 0,0 0 1 0 0,0 0 0 0 0,0 1-1 0 0,0-1 1 0 0,0 0 0 0 0,0 0 0 0 0,0 0-1 0 0,0 0 1 0 0,0 1 0 0 0,0-1-1 0 0,0 0 1 0 0,0 0 0 0 0,0 0-1 0 0,0 0 1 0 0,0 1 0 0 0,0-1-1 0 0,0 0 1 0 0,0 0 0 0 0,0 0 0 0 0,0 0-1 0 0,0 0 1 0 0,0 1 0 0 0,0-1-1 0 0,1 0 1 0 0,-1 0 0 0 0,0 0-1 0 0,0 0 1 0 0,0 0 0 0 0,0 0-1 0 0,0 1 1 0 0,0-1 0 0 0,1 0 0 0 0,-1 0-1 0 0,0 0 1 0 0,0 0 0 0 0,0 0-1 0 0,0 0 1 0 0,0 0 0 0 0,1 0-1 0 0,-1 0 1 0 0,0 0 0 0 0,0 0-1 0 0,0 0 1 0 0,0 0 0 0 0,1 0 0 0 0,-1 0-1 0 0,0 0 1 0 0,0 0 0 0 0,0 0-1 0 0,0 0 1 0 0,1 0 0 0 0,-1 0-1 0 0,0 0 1 0 0,0 0 0 0 0,20 0 187 0 0,-15 0 586 0 0,0 1-599 0 0,16 3-28 0 0,9 2 441 0 0,-25-6 94 0 0,-5 2-655 0 0,0 3-66 0 0,0-6-44 0 0,0 1 0 0 0,-1 0 0 0 0,1-1 0 0 0,0 1 0 0 0,0-1 0 0 0,0 1 0 0 0,0 0 0 0 0,-1-1 0 0 0,1 1 0 0 0,0 0 0 0 0,0-1 0 0 0,-1 1 0 0 0,1 0 0 0 0,0-1 0 0 0,0 1 0 0 0,-1 0 0 0 0,1 0 0 0 0,0-1 0 0 0,-1 1 0 0 0,1 0 0 0 0,-1 0 0 0 0,1 0 0 0 0,0-1 0 0 0,-1 1 0 0 0,1 0 0 0 0,-1 0 0 0 0,1 0 0 0 0,0 0 0 0 0,-1 0 0 0 0,1 0 0 0 0,-1 0 0 0 0,1 0 0 0 0,0 0 0 0 0,-1 0 0 0 0,1 0 0 0 0,-1 0 0 0 0,1 0 0 0 0,0 0 0 0 0,-1 0 0 0 0,1 1 0 0 0,-1-1 0 0 0,-13-3-1838 0 0,14 2 1687 0 0,-1 0 1 0 0,1 0-1 0 0,0 0 1 0 0,-1 0-1 0 0,1 0 0 0 0,0 0 1 0 0,0 0-1 0 0,0-1 1 0 0,0 1-1 0 0,0 0 0 0 0,0 0 1 0 0,0 0-1 0 0,1 0 1 0 0,-1 0-1 0 0,0 0 0 0 0,1-1 1 0 0,-1 1-1 0 0,1 0 1 0 0,-1 0-1 0 0,2-1 1 0 0,23-53-4542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1 204 880 0 0,'5'0'2375'0'0,"11"-1"1135"0"0,-32-4-1711 0 0,11 3-318 0 0,6 1-1403 0 0,0 0-1 0 0,1 0 1 0 0,-1 1 0 0 0,0-1 0 0 0,1 0 0 0 0,-1 0 0 0 0,1 1 0 0 0,-1-1 0 0 0,1 1 0 0 0,-1-1 0 0 0,1 1 0 0 0,0 0 0 0 0,-1-1 0 0 0,1 1-1 0 0,3 0 1 0 0,3-1 223 0 0,19-4-113 0 0,-11 3-51 0 0,1-1-1 0 0,-1-1 0 0 0,29-10 1 0 0,-29 9-38 0 0,0 0-1 0 0,0 0 1 0 0,27-2 0 0 0,-27 4 33 0 0,0 1 0 0 0,0-2 0 0 0,-1 0 0 0 0,1-1 0 0 0,24-11 0 0 0,35-9 602 0 0,-72 24-711 0 0,-1 0 1 0 0,0 0-1 0 0,0 0 1 0 0,0 0 0 0 0,0 0-1 0 0,0 0 1 0 0,0 0 0 0 0,0 0-1 0 0,0-1 1 0 0,0 1 0 0 0,1-3-1 0 0,2 0 14 0 0,-4 2-26 0 0,0-1 0 0 0,0 0 0 0 0,0 0 0 0 0,0 0 0 0 0,0 0 0 0 0,-1 1 0 0 0,1-1 0 0 0,-1 0 0 0 0,0 0 0 0 0,0 0 0 0 0,0 0 1 0 0,0 0-1 0 0,0 0 0 0 0,-2-6 0 0 0,2 2-4 0 0,0 6 60 0 0,-1 42 321 0 0,0-18-108 0 0,1 0-1 0 0,7 45 1 0 0,4-27 23 0 0,-8-32-265 0 0,0 0 1 0 0,-1 1-1 0 0,0-1 1 0 0,0 1-1 0 0,0 13 1 0 0,-3 7-319 0 0,0-22 116 0 0,0 0-1 0 0,1 0 1 0 0,0 0-1 0 0,0 0 0 0 0,1 0 1 0 0,0 0-1 0 0,0 0 0 0 0,4 10 1 0 0,20 12-39 0 0,-24-29 142 0 0,-1-1 0 0 0,1 1 0 0 0,0 0 0 0 0,0 0 0 0 0,0-1 1 0 0,-1 1-1 0 0,1-1 0 0 0,0 1 0 0 0,0-1 0 0 0,0 1 0 0 0,0-1 0 0 0,0 0 0 0 0,0 1 0 0 0,0-1 0 0 0,0 0 1 0 0,1 0-1 0 0,-1 1 0 0 0,0-1 0 0 0,0 0 0 0 0,0 0 0 0 0,0 0 0 0 0,0-1 0 0 0,0 1 0 0 0,0 0 0 0 0,0 0 0 0 0,0 0 1 0 0,0-1-1 0 0,0 1 0 0 0,0-1 0 0 0,0 1 0 0 0,0-1 0 0 0,0 1 0 0 0,0-1 0 0 0,1-1 0 0 0,17-15-675 0 0,-16 16 519 0 0,0-1 0 0 0,0 0 1 0 0,-1 0-1 0 0,1 0 0 0 0,-1-1 1 0 0,0 1-1 0 0,0 0 0 0 0,0-1 1 0 0,0 0-1 0 0,0 1 0 0 0,0-1 1 0 0,-1 0-1 0 0,1 0 0 0 0,-1 0 1 0 0,0 0-1 0 0,0 0 0 0 0,0 0 1 0 0,0 0-1 0 0,0-1 0 0 0,-1 1 1 0 0,0 0-1 0 0,1 0 0 0 0,-1-1 1 0 0,0 1-1 0 0,-1 0 0 0 0,1 0 1 0 0,-1-1-1 0 0,1 1 0 0 0,-1 0 1 0 0,0 0-1 0 0,-1-4 0 0 0,-24-63-3705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89 960 0 0,'0'4'10712'0'0,"5"-3"-10619"0"0,15-1 1 0 0,-19 1-82 0 0,-1-1-1 0 0,0 0 1 0 0,1 1 0 0 0,-1-1 0 0 0,0 0 0 0 0,1 1 0 0 0,-1-1 0 0 0,0 0-1 0 0,1 1 1 0 0,-1-1 0 0 0,0 1 0 0 0,0-1 0 0 0,1 1 0 0 0,-1-1 0 0 0,0 1-1 0 0,0-1 1 0 0,0 1 0 0 0,0-1 0 0 0,0 1 0 0 0,1-1 0 0 0,-1 1 0 0 0,0-1-1 0 0,0 1 1 0 0,0-1 0 0 0,-1 1 0 0 0,1-1 0 0 0,0 1 0 0 0,0-1 0 0 0,0 1-1 0 0,0-1 1 0 0,0 1 0 0 0,-1-1 0 0 0,1 0 0 0 0,0 1 0 0 0,0-1 0 0 0,-1 1-1 0 0,1-1 1 0 0,0 1 0 0 0,0-1 0 0 0,-1 0 0 0 0,1 1 0 0 0,-1-1 0 0 0,1 0-1 0 0,-1 1 1 0 0,-1 1 5 0 0,0-1 24 0 0,0 1 0 0 0,0-1 0 0 0,1 0-1 0 0,-1 1 1 0 0,0 0 0 0 0,1-1 0 0 0,-1 1 0 0 0,1 0 0 0 0,0 0 0 0 0,0 0 0 0 0,-1 0 0 0 0,1 0-1 0 0,1 0 1 0 0,-1 0 0 0 0,0 0 0 0 0,0 0 0 0 0,1 0 0 0 0,-1 1 0 0 0,1-1 0 0 0,0 0 0 0 0,0 0-1 0 0,0 1 1 0 0,0-1 0 0 0,0 0 0 0 0,0 0 0 0 0,1 4 0 0 0,-2 8 154 0 0,1-11-140 0 0,-1 1 0 0 0,1 0 0 0 0,0 0 0 0 0,0 0 0 0 0,1 0 0 0 0,-1 0 0 0 0,1 0 0 0 0,0 0 0 0 0,0 0 0 0 0,2 6 0 0 0,3 0 42 0 0,-3-4-42 0 0,0 0 1 0 0,0-1-1 0 0,1 1 1 0 0,0-1-1 0 0,0 0 1 0 0,0 0-1 0 0,0 0 1 0 0,1-1-1 0 0,0 0 1 0 0,5 5-1 0 0,8 0 26 0 0,-13-6-64 0 0,1 0 0 0 0,0 0-1 0 0,0-1 1 0 0,0 1 0 0 0,0-1 0 0 0,0-1 0 0 0,0 1 0 0 0,1-1 0 0 0,-1 0 0 0 0,12 0 0 0 0,123-1 156 0 0,-131 0-158 0 0,0-1 0 0 0,0 1-1 0 0,0-1 1 0 0,0-1-1 0 0,0 0 1 0 0,0 0-1 0 0,-1-1 1 0 0,1-1-1 0 0,-1 1 1 0 0,18-10-1 0 0,-25 11-7 0 0,0 1 0 0 0,0-1 0 0 0,0 0 0 0 0,0 1-1 0 0,-1-1 1 0 0,1 0 0 0 0,0 0 0 0 0,-1 0-1 0 0,1 0 1 0 0,-1-1 0 0 0,0 1 0 0 0,1 0-1 0 0,-1-1 1 0 0,0 1 0 0 0,-1 0 0 0 0,1-1-1 0 0,0 1 1 0 0,-1-1 0 0 0,1 1 0 0 0,-1-1-1 0 0,0 0 1 0 0,0 1 0 0 0,0-1 0 0 0,0 1-1 0 0,0-1 1 0 0,-2-4 0 0 0,1-2 7 0 0,-1 1 0 0 0,-1-1 0 0 0,0 1-1 0 0,0 0 1 0 0,0 0 0 0 0,-1 0 0 0 0,-7-11 0 0 0,-2 4-6 0 0,0 0 0 0 0,0 0 0 0 0,-1 1 0 0 0,-1 1 0 0 0,-1 0 0 0 0,0 1 0 0 0,0 1 0 0 0,-1 1 0 0 0,-25-13 0 0 0,11 14 5 0 0,30 8-50 0 0,-1 1 0 0 0,0-1 0 0 0,0 1 0 0 0,0 0 0 0 0,0 0 0 0 0,1-1 0 0 0,-1 1 0 0 0,0 0 0 0 0,0 1 0 0 0,0-1 0 0 0,0 0 0 0 0,0 0 0 0 0,1 1 0 0 0,-1-1 0 0 0,-3 2 0 0 0,11 7-1162 0 0,-5-8 709 0 0,16 0-966 0 0,1-1 0 0 0,-1 0 0 0 0,22-5 0 0 0,-19 3 397 0 0,74-10-3770 0 0,-38 6 3055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19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45 960 0 0,'1'0'122'0'0,"-1"0"0"0"0,0-1 0 0 0,0 1 0 0 0,0 0 0 0 0,0-1 0 0 0,0 1 0 0 0,0 0 0 0 0,0 0 0 0 0,1-1 0 0 0,-1 1 0 0 0,0 0 0 0 0,0-1 0 0 0,0 1 0 0 0,0 0 0 0 0,0 0 0 0 0,0-1 0 0 0,0 1 0 0 0,0 0 0 0 0,-1-1 0 0 0,1 1 0 0 0,0 0 0 0 0,0 0 0 0 0,0-1 0 0 0,0 1 0 0 0,0 0 0 0 0,0 0 0 0 0,0-1 0 0 0,-1 1 0 0 0,1 0 0 0 0,0 0 0 0 0,0-1 0 0 0,0 1 0 0 0,-1 0 0 0 0,1 0 0 0 0,0 0 0 0 0,0 0 0 0 0,-1-1 0 0 0,1 1 0 0 0,0 0 0 0 0,0 0 0 0 0,-1 0 0 0 0,1 0 0 0 0,0 0 0 0 0,0 0 0 0 0,-1 0 0 0 0,1-1 0 0 0,-1 1 0 0 0,-49-19 3667 0 0,20 6-2148 0 0,25 12-1335 0 0,10 2-39 0 0,-4-1-235 0 0,0 0 0 0 0,0 0 0 0 0,0 0 0 0 0,-1 0 0 0 0,1 1 0 0 0,0-1 0 0 0,0 0 0 0 0,0 1-1 0 0,0-1 1 0 0,0 0 0 0 0,-1 1 0 0 0,1-1 0 0 0,0 1 0 0 0,0-1 0 0 0,0 1 0 0 0,-1-1 0 0 0,1 1 0 0 0,0 0 0 0 0,-1-1 0 0 0,1 1-1 0 0,-1 0 1 0 0,1 0 0 0 0,-1-1 0 0 0,1 1 0 0 0,-1 0 0 0 0,1 0 0 0 0,-1 0 0 0 0,0 0 0 0 0,1-1 0 0 0,-1 1 0 0 0,0 0-1 0 0,0 1 1 0 0,9 22 703 0 0,27 39 319 0 0,-24-44-818 0 0,-1 0-1 0 0,11 26 0 0 0,-19-35-214 0 0,1 0-1 0 0,0-1 0 0 0,0 0 0 0 0,1 0 0 0 0,1 0 0 0 0,0 0 0 0 0,0-1 0 0 0,0 0 0 0 0,15 13 0 0 0,-11-10-182 0 0,0-1 0 0 0,1-1 0 0 0,0 0 1 0 0,17 10-1 0 0,-24-16-297 0 0,0-1-1 0 0,-1 0 1 0 0,1 0-1 0 0,0 0 1 0 0,0-1-1 0 0,0 0 1 0 0,1 1 0 0 0,-1-1-1 0 0,0-1 1 0 0,0 1-1 0 0,1-1 1 0 0,-1 1-1 0 0,0-1 1 0 0,1 0 0 0 0,-1-1-1 0 0,0 1 1 0 0,1-1-1 0 0,6-2 1 0 0,-10 2 170 0 0,0 1 0 0 0,1 0 0 0 0,-1-1 0 0 0,0 1 0 0 0,1-1 0 0 0,-1 1 0 0 0,0 0 0 0 0,1 0 0 0 0,-1 0 0 0 0,0 0 0 0 0,1 0 0 0 0,-1 0 0 0 0,0 0 0 0 0,1 0 0 0 0,-1 1 0 0 0,0-1 0 0 0,2 1 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0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61 110 1761 0 0,'0'11'2801'0'0,"0"-5"-320"0"0,0 2 3842 0 0,0-16-6323 0 0,0 2-560 0 0,0-5-1201 0 0,0-22-1520 0 0,-61-44-2482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2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14 400 0 0,'31'-14'2321'0'0,"-1"14"160"0"0,-30 6-80 0 0,30 2-400 0 0,0 11-240 0 0,61 25 160 0 0,54 12-160 0 0,-25-18-1201 0 0,-59-24-640 0 0,-1-1-80 0 0,1-1-320 0 0,-1-12-801 0 0,-30-6-320 0 0,-30-7-319 0 0,0 7-562 0 0,-30 12-4241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3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55 306 1841 0 0,'-30'-8'5843'0'0,"6"2"-1922"0"0,24-7-2800 0 0,24 7-321 0 0,6-13-240 0 0,0 0-239 0 0,1-12-481 0 0,29-7-401 0 0,31-7-879 0 0,29-37-4003 0 0,-59 43 561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3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19 880 0 0,'0'0'4362'0'0,"1"7"-668"0"0,3-6-491 0 0,46 5-3230 0 0,-25-6 94 0 0,-46 6 480 0 0,-38-12 413 0 0,-27 0-306 0 0,28 0-357 0 0,46 3-207 0 0,-99-14 230 0 0,106 16-240 0 0,-80 7 480 0 0,84-5-544 0 0,1 0-1 0 0,-1-1 1 0 0,1 1-1 0 0,-1-1 1 0 0,1 1-1 0 0,-1 0 1 0 0,1-1-1 0 0,0 1 1 0 0,-1 0-1 0 0,1-1 1 0 0,0 1-1 0 0,0 0 1 0 0,-1 0-1 0 0,1-1 1 0 0,0 1-1 0 0,0 0 1 0 0,0 0-1 0 0,0-1 1 0 0,0 1-1 0 0,0 0 1 0 0,0 0-1 0 0,0-1 1 0 0,0 1-1 0 0,1 0 1 0 0,-1 0-1 0 0,0-1 1 0 0,0 1-1 0 0,1 0 1 0 0,-1-1-1 0 0,0 1 1 0 0,1 0-1 0 0,-1-1 1 0 0,1 1-1 0 0,-1 0 1 0 0,1-1-1 0 0,0 1 1 0 0,13 8 56 0 0,1-1-1 0 0,0-1 1 0 0,0 0 0 0 0,1-1 0 0 0,26 7-1 0 0,-8-3-48 0 0,183 56-6 0 0,88 30-20 0 0,-258-73 36 0 0,-45-23-26 0 0,-1 1 1 0 0,1 0-1 0 0,-1 0 0 0 0,1 0 1 0 0,-1 0-1 0 0,1 0 0 0 0,-1 1 0 0 0,0-1 1 0 0,0 0-1 0 0,0 0 0 0 0,0 1 1 0 0,0-1-1 0 0,0 1 0 0 0,0-1 1 0 0,0 1-1 0 0,0-1 0 0 0,-1 1 0 0 0,1 0 1 0 0,0-1-1 0 0,-1 3 0 0 0,0-3 4 0 0,0-1 0 0 0,0 1-1 0 0,0-1 1 0 0,0 1-1 0 0,0 0 1 0 0,0-1-1 0 0,0 1 1 0 0,0-1 0 0 0,-1 1-1 0 0,1-1 1 0 0,0 1-1 0 0,0 0 1 0 0,-1-1 0 0 0,1 1-1 0 0,0-1 1 0 0,-1 1-1 0 0,1-1 1 0 0,-1 0-1 0 0,1 1 1 0 0,0-1 0 0 0,-1 1-1 0 0,1-1 1 0 0,-1 0-1 0 0,1 1 1 0 0,-1-1-1 0 0,1 0 1 0 0,-1 1 0 0 0,-1-1-1 0 0,-15 8 133 0 0,-2-2-1 0 0,1 0 1 0 0,-1 0-1 0 0,1-2 1 0 0,-30 3-1 0 0,-98 3 30 0 0,78-12-198 0 0,0-4 0 0 0,1-2-1 0 0,-71-19 1 0 0,86 16-109 0 0,31 7-7 0 0,-1 0-115 0 0,-1-1 0 0 0,-21-8 0 0 0,39 12 133 0 0,1-1 1 0 0,-1 1-1 0 0,1-1 1 0 0,0-1-1 0 0,0 1 0 0 0,0 0 1 0 0,0-1-1 0 0,0 0 0 0 0,0 0 1 0 0,1 0-1 0 0,-1 0 1 0 0,1-1-1 0 0,0 1 0 0 0,0-1 1 0 0,0 0-1 0 0,-2-5 1 0 0,4 6-49 0 0,1-1 1 0 0,-1 0-1 0 0,1 1 1 0 0,0-1-1 0 0,0 0 1 0 0,0 1-1 0 0,0-1 1 0 0,1 1-1 0 0,0-1 1 0 0,-1 0-1 0 0,1 1 1 0 0,1-1-1 0 0,-1 1 1 0 0,0 0-1 0 0,1-1 1 0 0,0 1-1 0 0,-1 0 1 0 0,4-3-1 0 0,-1-2-452 0 0,1 0-1 0 0,1 1 1 0 0,0 0-1 0 0,0 0 1 0 0,0 0-1 0 0,11-9 0 0 0,-5 9-559 0 0,1 1-1 0 0,-1 0 1 0 0,1 1-1 0 0,18-6 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1281 0 0,'31'8'5282'0'0,"-31"-2"-2961"0"0,30 0-480 0 0,-30 1-320 0 0,30 5-481 0 0,0 13-160 0 0,31 8-79 0 0,-31 18-321 0 0,30-14-240 0 0,-30-4-240 0 0,-30-3-80 0 0,30-3-320 0 0,1 4-721 0 0,-1-4-479 0 0,-30-10-321 0 0,24-34-1681 0 0,6 23-2641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4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80 0 0,'-30'14'6483'0'0,"-31"-9"-1201"0"0,31-5-4001 0 0,60 0-1921 0 0,-30-5 560 0 0,30 5-401 0 0,1 5-1439 0 0,-1 9-2402 0 0,0 17-961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2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1854 48 2881 0 0,'-45'-9'1524'0'0,"-5"-3"441"0"0,0 3-1 0 0,-101-5 0 0 0,110 12-2004 0 0,24 1-44 0 0,-1 0-1 0 0,-27 4 1 0 0,16 0 107 0 0,0 2 0 0 0,0 1 1 0 0,-40 13-1 0 0,33-5 247 0 0,-44 23 0 0 0,45-20 44 0 0,-40 14 177 0 0,44-20-224 0 0,1 2 1 0 0,-40 22 0 0 0,56-26-177 0 0,0-1 0 0 0,-1 0 0 0 0,0-2 0 0 0,0 0 0 0 0,-27 8 1 0 0,37-13-74 0 0,4-1-12 0 0,0 0 0 0 0,0 0 0 0 0,0 0 0 0 0,0 0 0 0 0,0 0 0 0 0,0 0-1 0 0,0 0 1 0 0,0 1 0 0 0,0-1 0 0 0,0 0 0 0 0,1 1 0 0 0,-1-1 0 0 0,0 1-1 0 0,0-1 1 0 0,0 1 0 0 0,0-1 0 0 0,0 1 0 0 0,1 0 0 0 0,-1-1 0 0 0,0 1 0 0 0,1 0-1 0 0,-1 0 1 0 0,0-1 0 0 0,1 1 0 0 0,-1 0 0 0 0,1 0 0 0 0,-1 0 0 0 0,1 0-1 0 0,-1 0 1 0 0,1 0 0 0 0,0 0 0 0 0,0 0 0 0 0,-1 0 0 0 0,1 0 0 0 0,0 0 0 0 0,0 0-1 0 0,0 0 1 0 0,0 0 0 0 0,0 1 0 0 0,0-1-2 0 0,0-1-1 0 0,0 1 1 0 0,0 0-1 0 0,0-1 1 0 0,0 1 0 0 0,0 0-1 0 0,0-1 1 0 0,-1 1-1 0 0,1 0 1 0 0,0-1 0 0 0,0 1-1 0 0,-1 0 1 0 0,1-1-1 0 0,0 1 1 0 0,-1-1 0 0 0,1 1-1 0 0,-1 0 1 0 0,1-1-1 0 0,-1 1 1 0 0,1-1-1 0 0,-1 1 1 0 0,1-1 0 0 0,-1 0-1 0 0,1 1 1 0 0,-1-1-1 0 0,0 0 1 0 0,1 1 0 0 0,-1-1-1 0 0,0 0 1 0 0,1 1-1 0 0,-1-1 1 0 0,-1 0 0 0 0,2 0 1 0 0,-1 0 1 0 0,0 1 0 0 0,0-1-1 0 0,0 0 1 0 0,0 1 0 0 0,1-1 0 0 0,-1 1-1 0 0,0-1 1 0 0,0 1 0 0 0,0-1-1 0 0,1 1 1 0 0,-1-1 0 0 0,0 1-1 0 0,1 0 1 0 0,-1 0 0 0 0,1-1 0 0 0,-1 1-1 0 0,1 0 1 0 0,-1 0 0 0 0,1-1-1 0 0,-1 1 1 0 0,1 0 0 0 0,0 0-1 0 0,0 0 1 0 0,-1 0 0 0 0,1 0 0 0 0,0-1-1 0 0,0 1 1 0 0,0 0 0 0 0,0 0-1 0 0,0 0 1 0 0,0 2 0 0 0,0 7 39 0 0,-1-5-31 0 0,1 0 0 0 0,0 0 1 0 0,0 0-1 0 0,0-1 0 0 0,1 1 0 0 0,0 0 1 0 0,0 0-1 0 0,2 6 0 0 0,6 5 26 0 0,-7-13-30 0 0,0 0 1 0 0,0 0-1 0 0,0 0 0 0 0,-1 0 0 0 0,1 1 1 0 0,-1-1-1 0 0,0 0 0 0 0,0 1 0 0 0,0-1 1 0 0,-1 0-1 0 0,1 1 0 0 0,-1 5 1 0 0,-1 24 115 0 0,0-21-66 0 0,0-1 0 0 0,1 1 1 0 0,1 0-1 0 0,0-1 0 0 0,0 1 0 0 0,4 12 0 0 0,3-1 47 0 0,-4-14-72 0 0,-1-1-1 0 0,-1 1 0 0 0,1 0 0 0 0,-1 0 0 0 0,-1 0 0 0 0,1 18 0 0 0,-2 233 927 0 0,0-256-945 0 0,0-1 1 0 0,-1 1-1 0 0,1 0 1 0 0,-1 0-1 0 0,0 0 1 0 0,0 0-1 0 0,-1-1 0 0 0,1 1 1 0 0,-1 0-1 0 0,0-1 1 0 0,0 1-1 0 0,0-1 1 0 0,0 0-1 0 0,0 0 1 0 0,-1 0-1 0 0,-4 5 1 0 0,-19 29 130 0 0,16-12-118 0 0,8-19-29 0 0,0 0 0 0 0,0-1-1 0 0,0 0 1 0 0,-1 1-1 0 0,0-1 1 0 0,0 0 0 0 0,-5 5-1 0 0,1-2 28 0 0,1-1 0 0 0,1 0-1 0 0,-1 1 1 0 0,1 0 0 0 0,0 1-1 0 0,1-1 1 0 0,0 1 0 0 0,0-1-1 0 0,1 1 1 0 0,0 1 0 0 0,1-1-1 0 0,0 0 1 0 0,0 0 0 0 0,1 1 0 0 0,0-1-1 0 0,1 1 1 0 0,0-1 0 0 0,1 1-1 0 0,-1-1 1 0 0,3 10 0 0 0,3-2 22 0 0,4 23 62 0 0,-19 1-13 0 0,2-19-63 0 0,-23 112-8 0 0,26-111-27 0 0,-7 25 13 0 0,-18 6 31 0 0,21-42-29 0 0,1-1-1 0 0,1 1 1 0 0,0 0 0 0 0,1 1-1 0 0,0-1 1 0 0,-4 19 0 0 0,7-17-8 0 0,-1 0 0 0 0,0 0 1 0 0,0 0-1 0 0,-2 0 0 0 0,1-1 0 0 0,-2 1 1 0 0,0-1-1 0 0,0-1 0 0 0,-2 1 1 0 0,-12 16-1 0 0,-9 6 27 0 0,-48 45 0 0 0,7-9 218 0 0,41-39-350 0 0,-2-2 0 0 0,-64 48 1 0 0,-20 23-1051 0 0,109-97 1198 0 0,4-3-39 0 0,1 0-1 0 0,-1 0 1 0 0,0 0-1 0 0,1 0 0 0 0,0 0 1 0 0,-1 0-1 0 0,1 0 1 0 0,0 1-1 0 0,-1-1 0 0 0,1 1 1 0 0,0-1-1 0 0,0 1 0 0 0,0-1 1 0 0,0 1-1 0 0,0-1 1 0 0,1 1-1 0 0,-1 0 0 0 0,0-1 1 0 0,1 1-1 0 0,-1 0 1 0 0,1 0-1 0 0,0 0 0 0 0,-1-1 1 0 0,1 1-1 0 0,0 3 0 0 0,146-5-170 0 0,189 3 167 0 0,380 52 0 0 0,-161 7 162 0 0,-178-47-272 0 0,220-24-237 0 0,3-41 40 0 0,55-25 447 0 0,-434 45-335 0 0,-74 8 96 0 0,-2 2 133 0 0,129-15 38 0 0,185 13-39 0 0,-198 19 80 0 0,435 46-27 0 0,113 6 134 0 0,-396-35-107 0 0,-15-1 53 0 0,227 13 108 0 0,103 68 158 0 0,18 2-11 0 0,-190-70-324 0 0,-418-20-182 0 0,83-18 151 0 0,-58 1 14 0 0,253 15 45 0 0,-111 2-90 0 0,83-2-16 0 0,5 0 1 0 0,-278-1-61 0 0,-44-1-22 0 0,78-6-1 0 0,-9-6 89 0 0,118-15 83 0 0,-5-11-139 0 0,199-36-32 0 0,-404 62 33 0 0,-1-2-1 0 0,-1-2 1 0 0,59-26 0 0 0,-96 36 23 0 0,0-1-1 0 0,0 0 1 0 0,-1 0 0 0 0,0-1 0 0 0,0 0-1 0 0,0 0 1 0 0,7-9 0 0 0,-11 12 12 0 0,0-1-1 0 0,0 0 1 0 0,0 0-1 0 0,-1 0 1 0 0,1 0-1 0 0,-1 0 1 0 0,0-1-1 0 0,0 1 1 0 0,-1-1 0 0 0,1 0-1 0 0,-1 1 1 0 0,0-1-1 0 0,1-7 1 0 0,-2 9 0 0 0,-1 1 0 0 0,1-1 1 0 0,0 1-1 0 0,-1-1 0 0 0,1 1 0 0 0,-1 0 1 0 0,0-1-1 0 0,0 1 0 0 0,0 0 0 0 0,0 0 1 0 0,0-1-1 0 0,0 1 0 0 0,-1 0 0 0 0,-2-3 1 0 0,2 3 26 0 0,1 0 0 0 0,-1-1 1 0 0,1 1-1 0 0,-1 0 0 0 0,1 0 1 0 0,0-1-1 0 0,0 1 0 0 0,0-1 1 0 0,0 1-1 0 0,0-1 0 0 0,1 1 1 0 0,-1-1-1 0 0,1 1 0 0 0,-1-6 1 0 0,1 1 80 0 0,-1 1 0 0 0,0 0 0 0 0,0 0 1 0 0,0-1-1 0 0,-1 1 0 0 0,0 0 0 0 0,-5-10 1 0 0,4 10-61 0 0,1 0-1 0 0,0 1 1 0 0,0-1 0 0 0,0 0 0 0 0,1 0 0 0 0,0 0-1 0 0,-1-11 1 0 0,2 15-59 0 0,0-1-1 0 0,0 1 1 0 0,0-1-1 0 0,-1 1 1 0 0,1 0-1 0 0,-1-1 1 0 0,1 1-1 0 0,-1 0 1 0 0,0-1-1 0 0,0 1 1 0 0,0 0-1 0 0,0 0 1 0 0,-1 0 0 0 0,1 0-1 0 0,0 0 1 0 0,-3-2-1 0 0,2 2-3 0 0,1 0 0 0 0,-1 0 0 0 0,1 1 1 0 0,0-1-1 0 0,0 0 0 0 0,0 0 0 0 0,0 0 0 0 0,0 0 0 0 0,0 0 0 0 0,0 0 0 0 0,1-1 1 0 0,-1 1-1 0 0,1 0 0 0 0,-1 0 0 0 0,1 0 0 0 0,0-4 0 0 0,-1 1-9 0 0,-1 0-1 0 0,0-1 1 0 0,0 1 0 0 0,0 0-1 0 0,0 0 1 0 0,-1 0 0 0 0,0 0-1 0 0,0 0 1 0 0,0 1 0 0 0,-1 0-1 0 0,0-1 1 0 0,0 1 0 0 0,0 0-1 0 0,0 1 1 0 0,0-1-1 0 0,-8-4 1 0 0,-6-5-65 0 0,0 1 1 0 0,-38-20-1 0 0,2 11 10 0 0,-75-20 0 0 0,15 5-79 0 0,-157-87-496 0 0,267 120 644 0 0,-55-23-71 0 0,-76-25 0 0 0,32 14-34 0 0,51 18 45 0 0,-338-115 103 0 0,211 90-66 0 0,-184-51 42 0 0,189 45-31 0 0,-80-27-73 0 0,-304-82 176 0 0,444 133-141 0 0,-48-8 176 0 0,-203-40-77 0 0,132-2-249 0 0,-334-116-215 0 0,534 180 322 0 0,0-1 0 0 0,-41-24 0 0 0,44 20 66 0 0,-2 2 0 0 0,1 1-1 0 0,-38-11 1 0 0,-203-51 92 0 0,127 37-80 0 0,126 34-10 0 0,0 1 0 0 0,-34-4 1 0 0,-7-1 23 0 0,-212-41 146 0 0,125 27-120 0 0,79 15 26 0 0,-256-9 1 0 0,145 12-41 0 0,-374-47-280 0 0,357 29 227 0 0,-65 8 16 0 0,50 5 88 0 0,136 2-24 0 0,-1 4 0 0 0,1 3 0 0 0,-121 14 0 0 0,7 2 18 0 0,47-5-196 0 0,-92 2 288 0 0,-14 2-260 0 0,109-2 92 0 0,-44 7 649 0 0,-150 9-780 0 0,239-24 112 0 0,-277-3-83 0 0,-173-40-67 0 0,368 30 138 0 0,113 7-42 0 0,0-2 1 0 0,-67-13 0 0 0,-191-38 263 0 0,276 46-190 0 0,-77-5 1 0 0,67 9 36 0 0,-106-3-160 0 0,0 7 0 0 0,-1 6 0 0 0,-213 36 0 0 0,364-39 71 0 0,-94 11-1217 0 0,95-12 920 0 0,1 0 0 0 0,0-1 0 0 0,-1-1 0 0 0,1 1 0 0 0,0-2 1 0 0,-1 1-1 0 0,-14-5 0 0 0,23 5 310 0 0,1 1 0 0 0,-1 0 0 0 0,1 0 1 0 0,-1-1-1 0 0,1 1 0 0 0,-1 0 0 0 0,1-1 1 0 0,-1 1-1 0 0,1 0 0 0 0,0-1 1 0 0,-1 1-1 0 0,1-1 0 0 0,-1 1 0 0 0,1 0 1 0 0,0-1-1 0 0,0 1 0 0 0,-1-1 0 0 0,1 1 1 0 0,0-1-1 0 0,0 1 0 0 0,-1-1 1 0 0,1 0-1 0 0,0 1 0 0 0,0-1 0 0 0,0 1 1 0 0,0-1-1 0 0,0 1 0 0 0,0-1 0 0 0,0 1 1 0 0,0-1-1 0 0,0 0 0 0 0,0 1 1 0 0,0-1-1 0 0,0 1 0 0 0,1-1 0 0 0,-1 1 1 0 0,0-1-1 0 0,0 1 0 0 0,1-1 0 0 0,-1 1 1 0 0,0-1-1 0 0,0 1 0 0 0,1-1 0 0 0,0 0 1 0 0,24-40-3907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0:3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1523 118 960 0 0,'9'9'2706'0'0,"-8"-8"-2284"0"0,1 0-1 0 0,0 0 1 0 0,-1 1-1 0 0,1-1 0 0 0,-1 1 1 0 0,1 0-1 0 0,-1-1 0 0 0,0 1 1 0 0,0 0-1 0 0,0 0 0 0 0,0 0 1 0 0,0 0-1 0 0,0 0 0 0 0,0 0 1 0 0,-1 0-1 0 0,1 0 0 0 0,-1 0 1 0 0,1 3-1 0 0,-13-4 2635 0 0,-23-8-2996 0 0,27 5 186 0 0,-28-8 1368 0 0,31 10-1548 0 0,-25-7-52 0 0,10 6-1 0 0,15 0 40 0 0,0-3-53 0 0,-4 3 0 0 0,8 2-6 0 0,1-1 1 0 0,-1 0-1 0 0,1 0 0 0 0,-1 0 0 0 0,1 0 1 0 0,-1 0-1 0 0,1 0 0 0 0,-1 0 1 0 0,1-1-1 0 0,-1 1 0 0 0,1 0 0 0 0,0 0 1 0 0,-1 0-1 0 0,1 0 0 0 0,-1-1 1 0 0,1 1-1 0 0,-1 0 0 0 0,1 0 0 0 0,0-1 1 0 0,-1 1-1 0 0,1 0 0 0 0,-1-1 0 0 0,1 1 1 0 0,0 0-1 0 0,0-1 0 0 0,-1 1 1 0 0,1-1-1 0 0,-4-37-447 0 0,-1 37 506 0 0,-15 1-53 0 0,10 0-53 0 0,-29-2 36 0 0,-38-2 20 0 0,52 4 11 0 0,20 1 39 0 0,0 3-40 0 0,-40 1-13 0 0,29-4 0 0 0,1 3-19 0 0,-55 7-42 0 0,40-6 61 0 0,-1 0 0 0 0,1-4 0 0 0,2 0 0 0 0,27 1 0 0 0,1-2 0 0 0,0 0 0 0 0,0 0 0 0 0,0 0 0 0 0,0 0 0 0 0,0 0 0 0 0,0 0 0 0 0,-1 0 0 0 0,1 0 0 0 0,0 0 0 0 0,0 0 0 0 0,0 0 0 0 0,0 0 0 0 0,0 0 0 0 0,0 0 0 0 0,0 0 0 0 0,0 0 0 0 0,-1 0 0 0 0,1 1 0 0 0,0-1 0 0 0,0 0 0 0 0,0 0 0 0 0,0 0 0 0 0,0 0 0 0 0,0 0 0 0 0,0 0 0 0 0,0 0 0 0 0,0 0 0 0 0,0 0 0 0 0,0 0 0 0 0,0 1 0 0 0,0-1 0 0 0,0 0 0 0 0,0 0 0 0 0,-1 0 0 0 0,1 0 0 0 0,0 0 0 0 0,0 0 0 0 0,0 0 0 0 0,0 0 0 0 0,0 1 0 0 0,0-1 0 0 0,0 0 0 0 0,0 0 0 0 0,0 0 0 0 0,1 0 0 0 0,-55 2 0 0 0,23-6-2 0 0,27 1 18 0 0,0 0-1 0 0,-4 1 8 0 0,-35 7 19 0 0,-73 7-2 0 0,115-12-33 0 0,0 0 0 0 0,-1 1 0 0 0,1-1 0 0 0,-1 0 0 0 0,1 0 0 0 0,0 1 0 0 0,-1-1 0 0 0,1 1 0 0 0,0-1 0 0 0,-1 1 0 0 0,1-1 0 0 0,0 1 0 0 0,0 0 0 0 0,-1 0 0 0 0,1 0 0 0 0,0 0 0 0 0,0 0 0 0 0,0 0 0 0 0,0 0 0 0 0,0 0 0 0 0,0 0 0 0 0,1 0 0 0 0,-1 0 0 0 0,0 0 0 0 0,1 1 0 0 0,-1-1 0 0 0,0 0 0 0 0,0 2 1 0 0,-7 11 108 0 0,5-9-65 0 0,-5 1-37 0 0,-41 4-26 0 0,39-9 20 0 0,1 1-1 0 0,-1 0 0 0 0,1 0 1 0 0,0 1-1 0 0,-12 5 1 0 0,8-2 1 0 0,3 7-9 0 0,-20-1 0 0 0,5-5 0 0 0,-30 5 0 0 0,-35 11 0 0 0,81-20 0 0 0,1 1 0 0 0,0 0 0 0 0,0 1 0 0 0,0 0 0 0 0,1 0 0 0 0,-11 10 0 0 0,-3 1 9 0 0,0-2 0 0 0,-1 0 0 0 0,-28 13 0 0 0,-17 10 8 0 0,47-35-70 0 0,40-2 53 0 0,-15 4-14 0 0,-5-2-39 0 0,0 2 26 0 0,6-2-26 0 0,-5-2 46 0 0,0 1 4 0 0,1-1 1 0 0,-1 0-1 0 0,0 0 1 0 0,0 0-1 0 0,0 1 0 0 0,0-1 1 0 0,0 0-1 0 0,0 1 1 0 0,0-1-1 0 0,0 1 1 0 0,0-1-1 0 0,0 1 1 0 0,0 0-1 0 0,-1-1 0 0 0,1 1 1 0 0,0 0-1 0 0,0 0 1 0 0,0-1-1 0 0,-1 1 1 0 0,1 0-1 0 0,-1 0 1 0 0,1 0-1 0 0,0 0 0 0 0,-1 0 1 0 0,0 0-1 0 0,1 0 1 0 0,-1 0-1 0 0,1 0 1 0 0,-1 0-1 0 0,0 0 1 0 0,0 0-1 0 0,0 0 1 0 0,0 1-1 0 0,0-1 0 0 0,0 0 1 0 0,0 0-1 0 0,0 0 1 0 0,0 1-1 0 0,5 5-63 0 0,99 70-15 0 0,-100-68 81 0 0,-4-9 0 0 0,0 0 0 0 0,0 1 0 0 0,0-1 0 0 0,0 1 0 0 0,0-1 0 0 0,0 0 0 0 0,0 1 0 0 0,0-1 0 0 0,0 0 0 0 0,1 1 0 0 0,-1-1 0 0 0,0 1 0 0 0,0-1 0 0 0,0 0 0 0 0,0 1 0 0 0,1-1 0 0 0,-1 0 0 0 0,0 0 0 0 0,0 1 0 0 0,1-1 0 0 0,-1 0 0 0 0,0 1 0 0 0,1-1 0 0 0,-1 0 0 0 0,0 0 0 0 0,1 0 0 0 0,-1 1 0 0 0,0-1 0 0 0,1 0 0 0 0,-1 0 0 0 0,2 1 0 0 0,-1-1 0 0 0,0 0 0 0 0,1 0 0 0 0,-1 0 0 0 0,0 0 0 0 0,0 0 0 0 0,0 0 0 0 0,1 1 0 0 0,-1-1 0 0 0,0 1 0 0 0,0-1 0 0 0,0 1 0 0 0,0-1 0 0 0,0 1 0 0 0,0 0 0 0 0,0-1 0 0 0,0 1 0 0 0,0 0 0 0 0,0 0 0 0 0,0 0 0 0 0,1 1 0 0 0,33 23-66 0 0,-9-13 51 0 0,-27-10 16 0 0,1-2-1 0 0,0 1 0 0 0,0-1 0 0 0,1 1 0 0 0,-1-1 0 0 0,0 1 0 0 0,0-1 0 0 0,1 1 0 0 0,-1-1 0 0 0,0 1 0 0 0,0-1 0 0 0,1 1 0 0 0,-1-1 0 0 0,1 0 0 0 0,-1 1 0 0 0,0-1 0 0 0,1 0 0 0 0,-1 1 0 0 0,1-1 0 0 0,-1 0 0 0 0,1 1 0 0 0,-1-1 0 0 0,1 0 0 0 0,-1 0 0 0 0,1 0 0 0 0,-1 1 0 0 0,1-1 0 0 0,0 0 0 0 0,-1 0 0 0 0,1 0 0 0 0,-1 0 0 0 0,1 0 0 0 0,-1 0 0 0 0,1 0 0 0 0,0 0 0 0 0,0 0 0 0 0,0-1 0 0 0,-1 1 0 0 0,1 0 0 0 0,-1 0 0 0 0,1 0 0 0 0,-1 0 0 0 0,1 0 0 0 0,-1 0 0 0 0,1 1 0 0 0,-1-1 0 0 0,1 0 0 0 0,-1 0 0 0 0,1 0 0 0 0,-1 0 0 0 0,1 1 0 0 0,-1-1 0 0 0,1 0 0 0 0,-1 0 0 0 0,1 1 0 0 0,-1-1 0 0 0,0 0 0 0 0,1 1 0 0 0,-1-1 0 0 0,0 1 0 0 0,1-1 0 0 0,-1 0 0 0 0,0 1 0 0 0,1-1 0 0 0,-1 1 0 0 0,0-1 0 0 0,0 1 0 0 0,1-1 0 0 0,-1 1 0 0 0,0 0 0 0 0,0-1 0 0 0,0 1 0 0 0,1-1 0 0 0,-1 1 0 0 0,0-1 0 0 0,0 1 0 0 0,0-1 0 0 0,1 1 0 0 0,-1-1 0 0 0,0 1 0 0 0,1-1 0 0 0,-1 1 0 0 0,0-1 0 0 0,1 1 0 0 0,-1-1 0 0 0,1 0 0 0 0,-1 1 0 0 0,1-1 0 0 0,-1 0 0 0 0,1 1 0 0 0,-1-1 0 0 0,1 0 0 0 0,-1 0 0 0 0,1 0 0 0 0,-1 1 0 0 0,1-1 0 0 0,-1 0 0 0 0,1 0 0 0 0,-1 0 0 0 0,1 0 0 0 0,-1 0 0 0 0,1 0 0 0 0,0 0 0 0 0,-1 0 0 0 0,2 0 0 0 0,-2 0 0 0 0,1 0 0 0 0,-1 0 0 0 0,1 0 0 0 0,-1 0 0 0 0,1 0 0 0 0,-1 0 0 0 0,1 0 0 0 0,-1 0 0 0 0,1 0 0 0 0,-1 0 0 0 0,1 0 0 0 0,-1 0 0 0 0,1 0 0 0 0,-1 1 0 0 0,1-1 0 0 0,-1 0 0 0 0,1 0 0 0 0,-1 1 0 0 0,1-1 0 0 0,-1 0 0 0 0,1 1 0 0 0,-1-1 0 0 0,0 0 0 0 0,1 1 0 0 0,-1-1 0 0 0,0 1 0 0 0,1-1 0 0 0,-1 0 0 0 0,0 1 0 0 0,0-1 0 0 0,1 1 0 0 0,-1-1 0 0 0,0 1 0 0 0,0 0 0 0 0,3 1 1 0 0,0 1-1 0 0,0-1 0 0 0,0 0 0 0 0,0 0 0 0 0,0 0 0 0 0,1-1 0 0 0,-1 1 1 0 0,0-1-1 0 0,1 0 0 0 0,-1 0 0 0 0,7 1 0 0 0,1 2 12 0 0,49 22 54 0 0,31 25-66 0 0,-81-38 0 0 0,-8-13 0 0 0,-1 0 0 0 0,0 0 0 0 0,0 0 0 0 0,1 0 0 0 0,-1 1 0 0 0,0-1 0 0 0,0 0 0 0 0,0 1 0 0 0,0-1 0 0 0,0 0 0 0 0,1 1 0 0 0,-1 0 0 0 0,0-1 0 0 0,0 1 0 0 0,0 0 0 0 0,0-1 0 0 0,0 1 0 0 0,-1 0 0 0 0,1 0 0 0 0,0 0 0 0 0,1 1 0 0 0,-3-2 0 0 0,0 4 0 0 0,33 5 0 0 0,-7-3 0 0 0,-15 1 0 0 0,15-1 0 0 0,73 6-50 0 0,-67-10 29 0 0,47 10-1 0 0,-7 7 45 0 0,184 38 47 0 0,-225-52-94 0 0,50 15-1 0 0,-4-1-6 0 0,130 27 31 0 0,4 5-66 0 0,-128-36 91 0 0,113 13-144 0 0,-123-23 119 0 0,45 3 0 0 0,161-8 0 0 0,-105-23 54 0 0,-64 7-28 0 0,198-12-9 0 0,4 0-20 0 0,-229 13-13 0 0,-8-2 18 0 0,-69 16-3 0 0,-4 1 2 0 0,0 0 0 0 0,0 0-1 0 0,1 0 1 0 0,-1 0-1 0 0,0 0 1 0 0,0-1 0 0 0,0 1-1 0 0,0 0 1 0 0,0 0 0 0 0,0-1-1 0 0,0 1 1 0 0,1-1-1 0 0,-1 1 1 0 0,0-1 0 0 0,0 0-1 0 0,0 1 1 0 0,-1-1 0 0 0,1 0-1 0 0,0 1 1 0 0,0-1-1 0 0,0 0 1 0 0,1-2 0 0 0,-1 1 3 0 0,1 0 0 0 0,-1 1 0 0 0,1-1 1 0 0,0 0-1 0 0,0 0 0 0 0,0 1 0 0 0,0-1 1 0 0,0 1-1 0 0,0 0 0 0 0,0 0 0 0 0,0-1 1 0 0,1 1-1 0 0,-1 0 0 0 0,0 1 0 0 0,4-2 0 0 0,14-8-5 0 0,40-57 81 0 0,-59 66-80 0 0,0 0 0 0 0,-1 1 0 0 0,1-1 0 0 0,-1 0 0 0 0,1 0 0 0 0,-1 0 0 0 0,1 0 0 0 0,-1 0 0 0 0,0 0 0 0 0,1 0 0 0 0,-1 0 0 0 0,0 1 0 0 0,0-1 0 0 0,0 0 0 0 0,0 0 0 0 0,0 0 0 0 0,0-2 0 0 0,5-12 0 0 0,4 7 0 0 0,-8 7 0 0 0,1-1 0 0 0,-1 1 0 0 0,0 0 0 0 0,1-1 0 0 0,-1 1 0 0 0,0-1 0 0 0,0 1 0 0 0,0-1 0 0 0,0 1 0 0 0,0-1 0 0 0,-1 0 0 0 0,1 1 0 0 0,0-1 0 0 0,-1 0 0 0 0,1 0 0 0 0,-1 1 0 0 0,0-1 0 0 0,1 0 0 0 0,-1 0 0 0 0,0 0 0 0 0,0 0 0 0 0,0 1 0 0 0,-1-1 0 0 0,1-2 0 0 0,0-80 0 0 0,0 82 0 0 0,-1 0 0 0 0,1 0 0 0 0,0 0 0 0 0,-1 0-1 0 0,1 0 1 0 0,-1 1 0 0 0,0-1 0 0 0,0 0 0 0 0,1 0-1 0 0,-1 0 1 0 0,0 1 0 0 0,-1-1 0 0 0,1 0 0 0 0,0 1-1 0 0,-3-3 1 0 0,3 2 1 0 0,-1 1 0 0 0,1-1 0 0 0,-1 0 0 0 0,1 0 0 0 0,0 0 0 0 0,0 0 0 0 0,0 0 0 0 0,0 0 1 0 0,0 0-1 0 0,0-1 0 0 0,0 1 0 0 0,1 0 0 0 0,-1 0 0 0 0,1-1 0 0 0,0-3 0 0 0,-1 4 2 0 0,1-1 1 0 0,-1 1 0 0 0,0 0-1 0 0,1 0 1 0 0,-1 0-1 0 0,0 0 1 0 0,0 0 0 0 0,0 0-1 0 0,-1 1 1 0 0,1-1 0 0 0,0 0-1 0 0,-1 0 1 0 0,1 1-1 0 0,-1-1 1 0 0,1 1 0 0 0,-1-1-1 0 0,-2 0 1 0 0,-9-11-2 0 0,-2-4 9 0 0,0 1 0 0 0,-2 1 1 0 0,0 0-1 0 0,0 1 1 0 0,-2 1-1 0 0,-27-16 1 0 0,34 23-7 0 0,3 2 10 0 0,0-1 0 0 0,0 0 0 0 0,1 0 0 0 0,-10-9 0 0 0,-42-24-15 0 0,54 34 0 0 0,0 1 0 0 0,0 0 0 0 0,0 1 0 0 0,0 0 0 0 0,-13-3 0 0 0,-18-7 0 0 0,-203-77 80 0 0,230 85-80 0 0,-1 0 0 0 0,1 1 0 0 0,-22-4 0 0 0,-26-8 0 0 0,24 6 21 0 0,1 1 0 0 0,-1 1 0 0 0,-62-3 0 0 0,-24-6 41 0 0,100 10-45 0 0,-56-7-20 0 0,43 8 4 0 0,-85-13 38 0 0,-183-5 1 0 0,241 18-40 0 0,29 4-5 0 0,-45 3 0 0 0,56 1-7 0 0,0-2 0 0 0,0-1 0 0 0,0-1 0 0 0,0 0 0 0 0,0-1 0 0 0,-25-7 0 0 0,-131-40-374 0 0,170 47 386 0 0,0 0 0 0 0,0 0 0 0 0,0 1 0 0 0,-1 0 0 0 0,1 0 0 0 0,0 1 0 0 0,-1 0 0 0 0,-6 0 0 0 0,5 1 13 0 0,-1-1 1 0 0,0-1-1 0 0,1 1 0 0 0,-14-4 0 0 0,-45-5 3 0 0,8 5-32 0 0,-82-16-77 0 0,67 5-87 0 0,63 11-400 0 0,-1 1 0 0 0,0 1-1 0 0,0 0 1 0 0,-18 0-1 0 0,10 9-3394 0 0,-56 14-3108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2:3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19 2321 0 0,'55'-6'5176'0'0,"-50"6"-3389"0"0,0 0-493 0 0,12 0-4 0 0,-34 0-766 0 0,12 0 117 0 0,5 0-632 0 0,0 0 0 0 0,0 1 1 0 0,1-1-1 0 0,-1 0 0 0 0,0 0 1 0 0,0 0-1 0 0,0 0 0 0 0,0 0 1 0 0,0 1-1 0 0,0-1 0 0 0,0 0 1 0 0,0 0-1 0 0,0 0 0 0 0,0 0 1 0 0,0 1-1 0 0,0-1 0 0 0,0 0 1 0 0,0 0-1 0 0,0 0 0 0 0,0 0 1 0 0,0 1-1 0 0,0-1 0 0 0,0 0 1 0 0,0 0-1 0 0,0 0 0 0 0,0 0 1 0 0,0 1-1 0 0,0-1 0 0 0,0 0 1 0 0,0 0-1 0 0,0 0 0 0 0,0 0 1 0 0,0 0-1 0 0,-1 1 0 0 0,1-1 1 0 0,0 0-1 0 0,0 0 0 0 0,0 0 1 0 0,0 0-1 0 0,0 0 0 0 0,0 0 1 0 0,-1 0-1 0 0,1 0 0 0 0,0 1 1 0 0,0-1-1 0 0,0 0 1 0 0,0 0-1 0 0,0 0 0 0 0,-1 0 1 0 0,1 0-1 0 0,0 0 0 0 0,0 0 1 0 0,0 0-1 0 0,0 0 0 0 0,-1 0 1 0 0,1 0-1 0 0,0 0 0 0 0,0 0 1 0 0,0 0-1 0 0,0 0 0 0 0,-1 0 1 0 0,1 0-1 0 0,0 0 0 0 0,0 0 1 0 0,0-1-1 0 0,0 1 0 0 0,-1 0 1 0 0,1 0-1 0 0,0 0 0 0 0,-16-1 408 0 0,32 3-127 0 0,7-1 2308 0 0,-21-2-2744 0 0,-17 0 362 0 0,10 1 158 0 0,0 0-308 0 0,-286-6-426 0 0,171 0 494 0 0,29 1 132 0 0,38 4-219 0 0,22 4-129 0 0,-11 5 91 0 0,27-7 4 0 0,25-1-13 0 0,-25 0-13 0 0,10 0-54 0 0,10 0-93 0 0,50 0 13 0 0,132 6 454 0 0,-162-6-298 0 0,156 6 75 0 0,-118-2 6 0 0,-50-5-66 0 0,-1 2-1 0 0,0-1 1 0 0,0 2 0 0 0,0-1 0 0 0,0 2 0 0 0,0 0 0 0 0,20 7-1 0 0,-3 3-18 0 0,0-1-1 0 0,1-2 1 0 0,1 0-1 0 0,0-2 1 0 0,60 7-1 0 0,50-1-71 0 0,-68-5 190 0 0,-53-6-84 0 0,-1 0 0 0 0,30 0 1 0 0,363 3 266 0 0,-201-12-146 0 0,77 19 82 0 0,-13-1-97 0 0,-241-11-122 0 0,59 9 0 0 0,-45-4 8 0 0,89 2-1 0 0,-94-9-41 0 0,-2 5 58 0 0,-36-2-30 0 0,76-7 90 0 0,-57 5-304 0 0,160 4 624 0 0,-65 10-5939 0 0,-116-13 3559 0 0,-11-2-350 0 0,-43-4-3139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2:4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1761 0 0,'-44'4'6817'0'0,"32"-6"-6631"0"0,7 0 1762 0 0,0 4-1628 0 0,-15 3-67 0 0,15-4-26 0 0,0-1-54 0 0,-45 5 401 0 0,20 1 613 0 0,25-3-1067 0 0,0 2 0 0 0,-8-6-101 0 0,36 9 282 0 0,97 21-141 0 0,-100-28-146 0 0,35-6 226 0 0,-45 3-204 0 0,0 1-1 0 0,-1 0 1 0 0,1 1-1 0 0,0 0 1 0 0,11 2-1 0 0,95 24 299 0 0,-80-17-205 0 0,0 0 0 0 0,38 17 0 0 0,-62-21-103 0 0,0-1 1 0 0,0-1 0 0 0,0 0-1 0 0,0-1 1 0 0,1 0 0 0 0,-1-1-1 0 0,1-1 1 0 0,20-1 0 0 0,143 1 133 0 0,-159 0-137 0 0,-1 0 0 0 0,1 1 1 0 0,19 4-1 0 0,-12-2-9 0 0,162 14 292 0 0,-174-16-263 0 0,1-1 0 0 0,0 0 0 0 0,0-1 0 0 0,0-1 0 0 0,20-4 0 0 0,21-3 100 0 0,20 1 104 0 0,88-4 719 0 0,-42 21-482 0 0,6 1-7 0 0,-76-16-170 0 0,-50 6-305 0 0,0 0-1 0 0,0 0 1 0 0,1 0 0 0 0,-1 0 0 0 0,0 0 0 0 0,0 0 0 0 0,0 0 0 0 0,0 0 0 0 0,1 0-1 0 0,-1 0 1 0 0,0 0 0 0 0,0 0 0 0 0,0 0 0 0 0,1 0 0 0 0,-1 0 0 0 0,0 0 0 0 0,0 0-1 0 0,0-1 1 0 0,0 1 0 0 0,0 0 0 0 0,1 0 0 0 0,-1 0 0 0 0,0 0 0 0 0,0 0 0 0 0,0 0-1 0 0,0 0 1 0 0,0-1 0 0 0,1 1 0 0 0,-1 0 0 0 0,0 0 0 0 0,0 0 0 0 0,0 0 0 0 0,0 0-1 0 0,0-1 1 0 0,0 1 0 0 0,0 0 0 0 0,0 0 0 0 0,0 0 0 0 0,0 0 0 0 0,0-1 0 0 0,0 1-1 0 0,0 0 1 0 0,0 0 0 0 0,0 0 0 0 0,0-1 0 0 0,0 1 0 0 0,0 0 0 0 0,0 0-1 0 0,0 0 1 0 0,0 0 0 0 0,0-1 0 0 0,0 1 0 0 0,0 0 0 0 0,0 0 0 0 0,-5-2-2586 0 0,-56-19-4086 0 0,6-2 1814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2:5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 2081 0 0,'-5'1'2388'0'0,"-15"3"-454"0"0,15-4-480 0 0,0 0-400 0 0,4 0-911 0 0,0 0-98 0 0,0 0-1 0 0,0 0 1 0 0,0 0 0 0 0,0-1-1 0 0,0 1 1 0 0,0 0-1 0 0,0 0 1 0 0,0 0 0 0 0,0 1-1 0 0,0-1 1 0 0,0 0-1 0 0,0 0 1 0 0,0 0 0 0 0,0 1-1 0 0,0-1 1 0 0,0 1-1 0 0,0-1 1 0 0,0 1 0 0 0,1-1-1 0 0,-1 1 1 0 0,0-1-1 0 0,0 1 1 0 0,-1 1 0 0 0,-3-1 235 0 0,-45 5 614 0 0,20 0-268 0 0,25-6 242 0 0,5 1-776 0 0,2 3-56 0 0,-30-2 169 0 0,23-2-125 0 0,5 1-13 0 0,0 3-41 0 0,0-3 121 0 0,0-2-67 0 0,0-2-13 0 0,0 6-40 0 0,5-1 26 0 0,46 11 54 0 0,-41-12-41 0 0,50 8 28 0 0,-35-8-41 0 0,14-1-33 0 0,-30 0-34 0 0,39 13 168 0 0,7-12-60 0 0,36-1-1 0 0,-61 0-26 0 0,356 11 586 0 0,-205-3-199 0 0,152-2 453 0 0,-298-7-752 0 0,1 2 1 0 0,63 11 0 0 0,-91-11-128 0 0,0 1 0 0 0,0-1 0 0 0,0-1-1 0 0,1 1 1 0 0,8-2 0 0 0,25 3 125 0 0,79 4 327 0 0,-111-5-431 0 0,1 1-1 0 0,-1-1 1 0 0,0-1-1 0 0,21-2 0 0 0,13 1 30 0 0,76 1 16 0 0,267-6 306 0 0,-271 0-93 0 0,-111 5-227 0 0,0-4 0 0 0,-4 5-68 0 0,0 0-9 0 0,0 0-1 0 0,1 0 1 0 0,-1 0 0 0 0,0 0 0 0 0,0 0-1 0 0,0 0 1 0 0,1 0 0 0 0,-1-1-1 0 0,0 1 1 0 0,0 0 0 0 0,0-1 0 0 0,0 1-1 0 0,0-1 1 0 0,1 1 0 0 0,-1-1-1 0 0,0 1 1 0 0,0-1 0 0 0,0 0 0 0 0,1 0-1 0 0,8-6-253 0 0,8-4-11 0 0,-18 10 216 0 0,1 1 0 0 0,-1 0 0 0 0,0 0 0 0 0,0-1 0 0 0,0 1-1 0 0,1 0 1 0 0,-1-1 0 0 0,0 1 0 0 0,0 0 0 0 0,0-1 0 0 0,0 1-1 0 0,1 0 1 0 0,-1-1 0 0 0,0 1 0 0 0,0 0 0 0 0,0-1 0 0 0,0 1 0 0 0,0 0-1 0 0,0-1 1 0 0,0 1 0 0 0,0 0 0 0 0,0-1 0 0 0,0 1 0 0 0,0 0-1 0 0,0-1 1 0 0,0 1 0 0 0,-1 0 0 0 0,1-1 0 0 0,0 1 0 0 0,0 0 0 0 0,0-1-1 0 0,0 1 1 0 0,0 0 0 0 0,-1-1 0 0 0,1 1 0 0 0,0 0 0 0 0,0 0-1 0 0,-1-1 1 0 0,1 1 0 0 0,0 0 0 0 0,0 0 0 0 0,-1 0 0 0 0,1-1 0 0 0,0 1-1 0 0,-1 0 1 0 0,1 0 0 0 0,0 0 0 0 0,-1 0 0 0 0,-3-3-195 0 0,-7-4-2216 0 0,-1-1 0 0 0,-1 2 0 0 0,0 0 0 0 0,-25-9 0 0 0,-17 3-478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2:5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306 497 80 0 0,'-5'-1'634'0'0,"0"-1"-1"0"0,1 1 1 0 0,-1 0 0 0 0,0 0-1 0 0,0 1 1 0 0,1-1-1 0 0,-1 1 1 0 0,0 0 0 0 0,0 0-1 0 0,0 0 1 0 0,-8 3 0 0 0,-37-3 1500 0 0,45-1-1814 0 0,0 0-133 0 0,4 1-176 0 0,0 0 1 0 0,0 0 0 0 0,-1 0 0 0 0,1-1-1 0 0,0 1 1 0 0,0 0 0 0 0,0 0-1 0 0,0-1 1 0 0,0 1 0 0 0,0 0 0 0 0,0-1-1 0 0,0 1 1 0 0,0-1 0 0 0,1 1-1 0 0,-1-1 1 0 0,0 0 0 0 0,0 1 0 0 0,0-1-1 0 0,0 0 1 0 0,1 0 0 0 0,-1 0-1 0 0,0 1 1 0 0,1-1 0 0 0,-1 0 0 0 0,1 0-1 0 0,-1 0 1 0 0,1 0 0 0 0,-1 0-1 0 0,1 0 1 0 0,0 0 0 0 0,-1 0 0 0 0,1 0-1 0 0,0 0 1 0 0,0 0 0 0 0,0 0-1 0 0,0 0 1 0 0,0 0 0 0 0,0-1 0 0 0,0 1-1 0 0,1-2 1 0 0,-6 1 81 0 0,0 2-63 0 0,4 0-22 0 0,1 0-1 0 0,-1 0 1 0 0,0 0-1 0 0,0 0 1 0 0,1 0-1 0 0,-1 0 1 0 0,0-1-1 0 0,0 1 1 0 0,0 0-1 0 0,1 0 1 0 0,-1 0-1 0 0,0-1 1 0 0,1 1-1 0 0,-1 0 1 0 0,0-1-1 0 0,0 1 1 0 0,1-1-1 0 0,-1 1 1 0 0,1-1-1 0 0,-1 1 0 0 0,0-1 1 0 0,1 1-1 0 0,-1-1 1 0 0,1 0-1 0 0,-1 1 1 0 0,1-1-1 0 0,0 0 1 0 0,-1 1-1 0 0,1-1 1 0 0,0 0-1 0 0,-1 1 1 0 0,1-1-1 0 0,0 0 1 0 0,0 0-1 0 0,0 1 1 0 0,-1-3-1 0 0,1 3-2 0 0,0-1 0 0 0,0 0 0 0 0,0 1 0 0 0,0-1 0 0 0,-1 0 0 0 0,1 1 0 0 0,0-1 0 0 0,-1 1 0 0 0,1-1 0 0 0,0 1 0 0 0,-1-1 0 0 0,1 1 0 0 0,0-1 0 0 0,-1 1 0 0 0,1-1 0 0 0,-1 1 0 0 0,1-1 0 0 0,-1 1 0 0 0,1 0 0 0 0,-1-1 0 0 0,0 1 0 0 0,1 0 0 0 0,-1-1 0 0 0,1 1 0 0 0,-1 0 0 0 0,0 0 0 0 0,1 0 0 0 0,-1-1 0 0 0,0 1 0 0 0,1 0 0 0 0,-2 0 0 0 0,1 0 0 0 0,1 0 0 0 0,-1 0 1 0 0,1 0-1 0 0,-1 0 1 0 0,0 0-1 0 0,1 0 1 0 0,-1 0-1 0 0,1-1 0 0 0,-1 1 1 0 0,0 0-1 0 0,1 0 1 0 0,-1-1-1 0 0,1 1 1 0 0,-1 0-1 0 0,1-1 1 0 0,-1 1-1 0 0,1-1 0 0 0,-1 1 1 0 0,1-1-1 0 0,-1 1 1 0 0,1-1-1 0 0,0 1 1 0 0,-1-1-1 0 0,1 1 1 0 0,0-1-1 0 0,-1 1 0 0 0,1-1 1 0 0,0 1-1 0 0,0-1 1 0 0,0 0-1 0 0,-1 0 1 0 0,1 0 1 0 0,0 1 1 0 0,0-1 0 0 0,0 1 0 0 0,-1-1-1 0 0,1 1 1 0 0,0-1 0 0 0,0 1 0 0 0,-1-1 0 0 0,1 1-1 0 0,0 0 1 0 0,-1-1 0 0 0,1 1 0 0 0,-1-1-1 0 0,1 1 1 0 0,0 0 0 0 0,-1-1 0 0 0,1 1 0 0 0,-1 0-1 0 0,1 0 1 0 0,-1-1 0 0 0,1 1 0 0 0,-1 0-1 0 0,1 0 1 0 0,-1 0 0 0 0,1-1 0 0 0,-1 1-1 0 0,1 0 1 0 0,-1 0 0 0 0,1 0 0 0 0,-1 0 0 0 0,1 0-1 0 0,-1 0 1 0 0,0 0 0 0 0,0 0 0 0 0,0 1-1 0 0,1-1 1 0 0,-1 0 0 0 0,1 0-1 0 0,-1 0 1 0 0,1 0 0 0 0,-1-1-1 0 0,0 1 1 0 0,1 0 0 0 0,-1 0-1 0 0,1 0 1 0 0,-1 0 0 0 0,1-1 0 0 0,-1 1-1 0 0,1 0 1 0 0,-1 0 0 0 0,1-1-1 0 0,-1 1 1 0 0,1 0 0 0 0,-1-1-1 0 0,1 1 1 0 0,-1 0 0 0 0,1-1 0 0 0,0 1-1 0 0,-1-1 1 0 0,1 1 0 0 0,0-1-1 0 0,-1 1 1 0 0,1-1 0 0 0,0 1-1 0 0,0-1 1 0 0,-1 1 0 0 0,1-1-1 0 0,0 0 1 0 0,-1 0 5 0 0,1 0-1 0 0,-1 0 1 0 0,1 0-1 0 0,-1 0 0 0 0,0 0 1 0 0,0 0-1 0 0,1 0 1 0 0,-1 0-1 0 0,0 1 1 0 0,0-1-1 0 0,0 0 1 0 0,0 1-1 0 0,0-1 1 0 0,0 0-1 0 0,0 1 1 0 0,0-1-1 0 0,0 1 0 0 0,0 0 1 0 0,-1-1-1 0 0,1 1 1 0 0,0 0-1 0 0,0 0 1 0 0,-2 0-1 0 0,1-1 1 0 0,0 1 0 0 0,1 0 1 0 0,-1 0-1 0 0,1 0 0 0 0,-1-1 0 0 0,0 1 0 0 0,1-1 0 0 0,-1 1 0 0 0,1-1 1 0 0,-1 0-1 0 0,1 0 0 0 0,-1 0 0 0 0,1 1 0 0 0,0-1 0 0 0,0-1 0 0 0,-1 1 1 0 0,1 0-1 0 0,0 0 0 0 0,0 0 0 0 0,0-1 0 0 0,0 1 0 0 0,0 0 0 0 0,0-1 1 0 0,0 1-1 0 0,1-1 0 0 0,-1 1 0 0 0,0-4 0 0 0,0-5 55 0 0,0 7-56 0 0,1-1-1 0 0,-1 1 0 0 0,1-1 1 0 0,0 1-1 0 0,0 0 0 0 0,0-1 1 0 0,1 1-1 0 0,-1-1 0 0 0,1 1 1 0 0,-1-1-1 0 0,1 1 0 0 0,1 0 1 0 0,1-5-1 0 0,5 3 18 0 0,5-6 30 0 0,-9-19 80 0 0,-4 29-137 0 0,0 0 0 0 0,0 0 0 0 0,0 0 1 0 0,1 0-1 0 0,-1 0 0 0 0,0 0 0 0 0,1 0 1 0 0,-1 0-1 0 0,1 0 0 0 0,-1 0 0 0 0,1 0 0 0 0,0 1 1 0 0,-1-1-1 0 0,1 0 0 0 0,0 0 0 0 0,-1 0 1 0 0,1 1-1 0 0,0-1 0 0 0,0 0 0 0 0,0 1 0 0 0,0-1 1 0 0,-1 1-1 0 0,1-1 0 0 0,0 1 0 0 0,2-1 1 0 0,5-5 19 0 0,6-9 12 0 0,-10 10-21 0 0,0 1-1 0 0,0 0 1 0 0,0 0-1 0 0,0 0 1 0 0,1 1 0 0 0,-1-1-1 0 0,1 1 1 0 0,0 0-1 0 0,7-3 1 0 0,-8 4-11 0 0,-1 1 0 0 0,0-1 0 0 0,0 0 1 0 0,1 0-1 0 0,-1-1 0 0 0,-1 1 0 0 0,1-1 1 0 0,2-2-1 0 0,-2 2 4 0 0,0 0 1 0 0,-1 1 0 0 0,1-1-1 0 0,0 1 1 0 0,0 0 0 0 0,1 0 0 0 0,-1 0-1 0 0,4-1 1 0 0,-1-1-11 0 0,0 1 1 0 0,0-1 0 0 0,-1 0-1 0 0,1 0 1 0 0,8-9-1 0 0,-10 9-1 0 0,0 0-1 0 0,1 0 0 0 0,0 1 0 0 0,0-1 1 0 0,0 1-1 0 0,0 0 0 0 0,9-4 0 0 0,14-4 17 0 0,-18 8-3 0 0,0-1 1 0 0,0 2-1 0 0,0-1 0 0 0,1 1 0 0 0,-1 1 1 0 0,0 0-1 0 0,1 0 0 0 0,-1 1 0 0 0,15 2 1 0 0,398-20 217 0 0,-370 13-183 0 0,96 6-1 0 0,-55 1 20 0 0,-50 0-55 0 0,54 8 1 0 0,-56-4-9 0 0,1-2 1 0 0,-1-1 0 0 0,81-7-1 0 0,-32-10 161 0 0,-69 9-106 0 0,-15 2-39 0 0,1 2 0 0 0,0-1 1 0 0,0 1-1 0 0,0 0 0 0 0,0 1 0 0 0,13 1 1 0 0,9-1-3 0 0,2 2 54 0 0,-28 0-67 0 0,16 1 13 0 0,-12 5 57 0 0,-6-3-60 0 0,1-4 2 0 0,-2-1-10 0 0,0 0 0 0 0,0 1 0 0 0,1-1 0 0 0,-1 0 1 0 0,0 1-1 0 0,0-1 0 0 0,0 0 0 0 0,0 1 0 0 0,0 0 1 0 0,0-1-1 0 0,0 1 0 0 0,0-1 0 0 0,-1 1 0 0 0,1 0 1 0 0,0 0-1 0 0,0 0 0 0 0,-1-1 0 0 0,1 1 0 0 0,0 0 1 0 0,-1 0-1 0 0,1 0 0 0 0,0 0 0 0 0,-1 0 0 0 0,1 2 1 0 0,-1-2-4 0 0,0-1 0 0 0,0 1 0 0 0,0 0 0 0 0,0 0 0 0 0,0 0-1 0 0,1-1 1 0 0,-1 1 0 0 0,0 0 0 0 0,1 0 0 0 0,-1 0 0 0 0,0-1 0 0 0,1 1 0 0 0,-1 0 0 0 0,1-1 0 0 0,-1 1 0 0 0,1 0 0 0 0,-1-1 0 0 0,1 1 0 0 0,-1-1 0 0 0,1 1 0 0 0,0-1 0 0 0,-1 1 0 0 0,1-1 0 0 0,0 1 0 0 0,1 0 0 0 0,-1-1 0 0 0,0 1 0 0 0,-1-1 0 0 0,1 0 0 0 0,0 1 0 0 0,-1-1 0 0 0,1 1 0 0 0,0-1 0 0 0,-1 1 0 0 0,1 0 0 0 0,-1-1 0 0 0,1 1 0 0 0,-1-1 0 0 0,1 1 0 0 0,-1 0 0 0 0,1 0 0 0 0,-1-1 0 0 0,1 1 0 0 0,-1 0 0 0 0,0 0 0 0 0,0-1 0 0 0,1 1 0 0 0,-1 0 0 0 0,0 0 0 0 0,0 0 0 0 0,0 0 0 0 0,0 0 0 0 0,0 0 2 0 0,0 0 0 0 0,0-1-1 0 0,0 1 1 0 0,1-1 0 0 0,-1 1-1 0 0,0 0 1 0 0,0-1 0 0 0,0 1-1 0 0,1-1 1 0 0,-1 1 0 0 0,0 0-1 0 0,1-1 1 0 0,-1 1 0 0 0,0-1-1 0 0,1 1 1 0 0,-1-1 0 0 0,1 1-1 0 0,-1-1 1 0 0,1 1 0 0 0,-1-1-1 0 0,1 0 1 0 0,-1 1-1 0 0,1-1 1 0 0,-1 0 0 0 0,1 1-1 0 0,0-1 1 0 0,-1 0 0 0 0,1 0-1 0 0,-1 0 1 0 0,1 1 0 0 0,0-1-1 0 0,0 0 1 0 0,0 0 0 0 0,0 0 1 0 0,0 0-1 0 0,-1 0 0 0 0,1 0 1 0 0,0 1-1 0 0,-1-1 0 0 0,1 0 1 0 0,0 1-1 0 0,-1-1 0 0 0,1 0 1 0 0,0 1-1 0 0,-1-1 0 0 0,1 1 1 0 0,0-1-1 0 0,-1 1 0 0 0,1-1 1 0 0,-1 1-1 0 0,1-1 0 0 0,-1 1 0 0 0,0-1 1 0 0,1 1-1 0 0,-1 0 0 0 0,1-1 1 0 0,-1 1-1 0 0,0 0 0 0 0,0 0 1 0 0,1-1-1 0 0,-1 1 0 0 0,0 0 1 0 0,0-1-1 0 0,0 1 0 0 0,0 0 1 0 0,0 1-1 0 0,0 94 546 0 0,0-95-545 0 0,0 0 1 0 0,0-1-1 0 0,0 1 1 0 0,0 0-1 0 0,0-1 0 0 0,0 1 1 0 0,0-1-1 0 0,-1 1 1 0 0,1 0-1 0 0,0-1 1 0 0,-1 1-1 0 0,1-1 1 0 0,0 1-1 0 0,-1-1 0 0 0,1 1 1 0 0,0-1-1 0 0,-1 1 1 0 0,1-1-1 0 0,-1 1 1 0 0,1-1-1 0 0,-1 1 0 0 0,1-1 1 0 0,-1 0-1 0 0,1 1 1 0 0,-1-1-1 0 0,0 0 1 0 0,1 0-1 0 0,-1 1 0 0 0,1-1 1 0 0,-1 0-1 0 0,-1 0 1 0 0,1 0-1 0 0,0 1 1 0 0,0-1-1 0 0,1 0 1 0 0,-1 1-1 0 0,0-1 1 0 0,0 0-1 0 0,0 1 1 0 0,1-1-1 0 0,-1 1 1 0 0,0-1-1 0 0,0 1 1 0 0,1-1-1 0 0,-1 1 1 0 0,0 0-1 0 0,1-1 1 0 0,-1 1-1 0 0,1 0 1 0 0,-1 0-1 0 0,1-1 1 0 0,-1 1-1 0 0,1 0 1 0 0,0 0-1 0 0,-1 0 1 0 0,1 0-1 0 0,0-1 1 0 0,-1 1-1 0 0,1 0 1 0 0,0 0-1 0 0,0 0 0 0 0,0 0 1 0 0,0 0-1 0 0,0 1 1 0 0,0 0 3 0 0,0-1-1 0 0,0 1 1 0 0,0-1-1 0 0,0 1 1 0 0,0 0 0 0 0,0-1-1 0 0,-1 0 1 0 0,1 1 0 0 0,0-1-1 0 0,-1 1 1 0 0,1-1 0 0 0,-1 1-1 0 0,0-1 1 0 0,0 0-1 0 0,1 1 1 0 0,-1-1 0 0 0,0 0-1 0 0,0 0 1 0 0,0 0 0 0 0,0 0-1 0 0,0 0 1 0 0,0 0-1 0 0,-1 0 1 0 0,-1 1 0 0 0,0 1 13 0 0,2-3-14 0 0,1 1 1 0 0,-1-1-1 0 0,1 1 1 0 0,-1-1-1 0 0,1 1 1 0 0,0 0-1 0 0,-1-1 0 0 0,1 1 1 0 0,-1-1-1 0 0,1 1 1 0 0,0 0-1 0 0,0-1 1 0 0,-1 1-1 0 0,1 0 0 0 0,0 0 1 0 0,0-1-1 0 0,0 1 1 0 0,0 0-1 0 0,0-1 0 0 0,0 1 1 0 0,0 1-1 0 0,-3 10 49 0 0,-9 6 46 0 0,-36 47 254 0 0,42-59-321 0 0,4-5-29 0 0,0 1 1 0 0,1-1-1 0 0,-1 1 0 0 0,1 0 1 0 0,-1 0-1 0 0,1-1 0 0 0,0 1 1 0 0,0 0-1 0 0,0 0 0 0 0,0 0 1 0 0,0 0-1 0 0,0 1 1 0 0,0-1-1 0 0,1 0 0 0 0,-1 0 1 0 0,1 0-1 0 0,0 1 0 0 0,-1-1 1 0 0,1 3-1 0 0,0-2 4 0 0,0-1 1 0 0,0 0-1 0 0,0 1 1 0 0,-1-1-1 0 0,1 0 1 0 0,-1 1-1 0 0,0-1 1 0 0,0 0-1 0 0,1 0 1 0 0,-1 1-1 0 0,-1-1 0 0 0,1 0 1 0 0,0 0-1 0 0,-1 0 1 0 0,-2 2-1 0 0,3-2 2 0 0,-1 0 0 0 0,1 0 0 0 0,-1 0 0 0 0,1 0 0 0 0,0 0 0 0 0,0 0 0 0 0,0 1-1 0 0,0-1 1 0 0,0 0 0 0 0,0 1 0 0 0,1-1 0 0 0,-1 0 0 0 0,1 1 0 0 0,0-1 0 0 0,-1 5 0 0 0,1-6-4 0 0,0 1 0 0 0,0-1 0 0 0,-1 1 0 0 0,1 0 0 0 0,0-1 0 0 0,-1 1 0 0 0,1-1 0 0 0,-1 1 0 0 0,0-1 0 0 0,1 0 1 0 0,-1 1-1 0 0,0-1 0 0 0,0 0 0 0 0,0 1 0 0 0,0-1 0 0 0,0 0 0 0 0,-2 1 0 0 0,-4 10 31 0 0,14 0-24 0 0,-6-11-13 0 0,1 0-1 0 0,-1 0 0 0 0,0 0 0 0 0,0 1 1 0 0,0-1-1 0 0,0 0 0 0 0,-1 1 1 0 0,1-1-1 0 0,0 1 0 0 0,0-1 0 0 0,-1 1 1 0 0,1-1-1 0 0,-1 1 0 0 0,0-1 0 0 0,1 1 1 0 0,-1-1-1 0 0,0 4 0 0 0,0 81-79 0 0,-5-85-93 0 0,-15-1-494 0 0,19 0 572 0 0,1-1-1 0 0,-1 1 1 0 0,1-1 0 0 0,-1 1-1 0 0,1-1 1 0 0,-1 0 0 0 0,1 1 0 0 0,-1-1-1 0 0,1 1 1 0 0,-1-1 0 0 0,1 0 0 0 0,0 1-1 0 0,-1-1 1 0 0,1 0 0 0 0,0 0-1 0 0,0 1 1 0 0,0-1 0 0 0,-1 0 0 0 0,1 0-1 0 0,0 1 1 0 0,0-2 0 0 0,-2-5-584 0 0,-23-33-2802 0 0,-5-19-2776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2:58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268 892 1040 0 0,'0'0'78'0'0,"-1"-1"0"0"0,1 1 0 0 0,0-1 0 0 0,0 1-1 0 0,-1-1 1 0 0,1 1 0 0 0,0-1 0 0 0,0 1 0 0 0,-1-1-1 0 0,1 1 1 0 0,-1 0 0 0 0,1-1 0 0 0,0 1 0 0 0,-1 0-1 0 0,1-1 1 0 0,-1 1 0 0 0,1 0 0 0 0,-1-1 0 0 0,1 1-1 0 0,-1 0 1 0 0,1 0 0 0 0,-1 0 0 0 0,1 0 0 0 0,-1-1-1 0 0,1 1 1 0 0,-1 0 0 0 0,1 0 0 0 0,-1 0 0 0 0,1 0-1 0 0,-1 0 1 0 0,1 0 0 0 0,-1 0 0 0 0,0 1 0 0 0,0-1-14 0 0,1 0 0 0 0,-1 0 0 0 0,1 0 0 0 0,-1 0 1 0 0,1 0-1 0 0,-1 0 0 0 0,0 0 0 0 0,1 0 1 0 0,-1 0-1 0 0,1 0 0 0 0,-1-1 0 0 0,1 1 1 0 0,-1 0-1 0 0,1 0 0 0 0,-1 0 0 0 0,1-1 0 0 0,-1 1 1 0 0,1 0-1 0 0,-1 0 0 0 0,1-1 0 0 0,-1 1 1 0 0,1-1-1 0 0,0 1 0 0 0,-1 0 0 0 0,1-1 1 0 0,0 1-1 0 0,-1-1 0 0 0,1 1 0 0 0,0-1 0 0 0,-1 1 1 0 0,1-1-1 0 0,0 1 0 0 0,0-1 0 0 0,-1 0-10 0 0,1 0 0 0 0,0 1 0 0 0,0-1 0 0 0,0 1 0 0 0,0-1 0 0 0,0 1 0 0 0,-1-1 0 0 0,1 1-1 0 0,0 0 1 0 0,0-1 0 0 0,-1 1 0 0 0,1-1 0 0 0,0 1 0 0 0,-1-1 0 0 0,1 1 0 0 0,0 0 0 0 0,-1-1-1 0 0,1 1 1 0 0,-1 0 0 0 0,1-1 0 0 0,0 1 0 0 0,-1 0 0 0 0,1 0 0 0 0,-1-1 0 0 0,1 1 0 0 0,-1 0 0 0 0,1 0-1 0 0,-1 0 1 0 0,1 0 0 0 0,-1 0 0 0 0,0-1 0 0 0,0 1-13 0 0,0 0-1 0 0,0 0 1 0 0,0 0 0 0 0,0 0-1 0 0,0-1 1 0 0,0 1 0 0 0,1 0-1 0 0,-1-1 1 0 0,0 1 0 0 0,0-1-1 0 0,1 1 1 0 0,-1-1 0 0 0,0 1-1 0 0,1-1 1 0 0,-1 0 0 0 0,0 1-1 0 0,1-1 1 0 0,-1 0 0 0 0,1 1-1 0 0,-1-1 1 0 0,1 0 0 0 0,-1 0-1 0 0,1 0 1 0 0,0 1 0 0 0,-1-1-1 0 0,1 0 1 0 0,0 0 0 0 0,0 0-1 0 0,-1 0 1 0 0,1 1 0 0 0,0-1-1 0 0,0 0 1 0 0,0 0 0 0 0,0-1-1 0 0,0 0-3 0 0,-1 1-1 0 0,0-1 1 0 0,1 1-1 0 0,-1-1 1 0 0,0 1-1 0 0,0-1 0 0 0,0 1 1 0 0,0 0-1 0 0,-1 0 1 0 0,1-1-1 0 0,0 1 1 0 0,0 0-1 0 0,-1 0 0 0 0,-2-1 1 0 0,-12-13 244 0 0,-59-68 839 0 0,74 82-1104 0 0,0 0 0 0 0,1 1 0 0 0,-1-1 0 0 0,1 0 0 0 0,-1 0 0 0 0,1 0 0 0 0,-1 0 0 0 0,1 0 0 0 0,0 0 0 0 0,-1 0 0 0 0,1 0 0 0 0,0 0 0 0 0,0 0 0 0 0,0 0 0 0 0,0 0 0 0 0,-1 0 0 0 0,2-1 0 0 0,-5-15 176 0 0,-1 11-148 0 0,3 3-9 0 0,0 0-1 0 0,-1 0 1 0 0,1-1-1 0 0,0 1 0 0 0,1 0 1 0 0,-1-1-1 0 0,1 0 1 0 0,-1 1-1 0 0,1-1 0 0 0,0 0 1 0 0,1 0-1 0 0,-1 1 1 0 0,1-1-1 0 0,-1-8 1 0 0,1 9-18 0 0,0 0 1 0 0,0 0 0 0 0,0 1 0 0 0,-1-1 0 0 0,1 0 0 0 0,-1 0 0 0 0,0 0 0 0 0,0 1 0 0 0,0-1 0 0 0,0 0-1 0 0,0 1 1 0 0,-1-1 0 0 0,1 1 0 0 0,-4-5 0 0 0,3 5-9 0 0,1 0 0 0 0,-1 0-1 0 0,1 0 1 0 0,-1 0 0 0 0,1-1 0 0 0,0 1 0 0 0,0-1-1 0 0,0 1 1 0 0,0-1 0 0 0,1 1 0 0 0,-1-1-1 0 0,1 1 1 0 0,0-1 0 0 0,-1-4 0 0 0,1 0 4 0 0,-3-45 148 0 0,3 49-157 0 0,-1 0 1 0 0,0 0-1 0 0,0 1 1 0 0,0-1-1 0 0,0 1 0 0 0,0-1 1 0 0,0 1-1 0 0,-1-1 1 0 0,1 1-1 0 0,-1 0 0 0 0,0-1 1 0 0,1 1-1 0 0,-1 0 0 0 0,-3-2 1 0 0,4 0 5 0 0,-1 0 0 0 0,1 0 0 0 0,0 0 0 0 0,0-1 0 0 0,1 1 0 0 0,-1 0 0 0 0,1 0 0 0 0,0-1 0 0 0,0 1 0 0 0,1 0 0 0 0,-1 0 0 0 0,1-1 0 0 0,0 1 0 0 0,0 0 0 0 0,2-6 0 0 0,7-6-12 0 0,-5 7 5 0 0,0 1-1 0 0,1-1 1 0 0,0 1-1 0 0,1 0 1 0 0,9-9-1 0 0,-10 12 7 0 0,-4 4-7 0 0,0 0 1 0 0,-1 0-1 0 0,1-1 1 0 0,0 1 0 0 0,-1 0-1 0 0,1-1 1 0 0,-1 1 0 0 0,0-1-1 0 0,1 0 1 0 0,-1 1 0 0 0,0-1-1 0 0,0 0 1 0 0,0 0 0 0 0,0 0-1 0 0,-1 0 1 0 0,1 0 0 0 0,0 0-1 0 0,-1 0 1 0 0,1 0 0 0 0,-1 0-1 0 0,1-3 1 0 0,-1 4-3 0 0,-1 0 0 0 0,1 0 0 0 0,1 0 0 0 0,-1 0 0 0 0,0 0 0 0 0,0 0 0 0 0,0 0 0 0 0,1 0 0 0 0,-1 0-1 0 0,0 0 1 0 0,1 0 0 0 0,-1 0 0 0 0,1 0 0 0 0,-1 0 0 0 0,1 0 0 0 0,0 0 0 0 0,-1 0 0 0 0,1 0 0 0 0,0 0 0 0 0,-1 1 0 0 0,1-1 0 0 0,0 0 0 0 0,0 0 0 0 0,0 1 0 0 0,0-1 0 0 0,2 0 0 0 0,-2 0 0 0 0,0 1 1 0 0,0-1-1 0 0,0 1 1 0 0,-1-1-1 0 0,1 0 1 0 0,0 1 0 0 0,0-1-1 0 0,0 0 1 0 0,0 0-1 0 0,-1 0 1 0 0,1 1-1 0 0,0-1 1 0 0,-1 0-1 0 0,1 0 1 0 0,-1 0-1 0 0,1 0 1 0 0,-1 0-1 0 0,1 0 1 0 0,-1 0-1 0 0,0 0 1 0 0,0-1 0 0 0,1 1-1 0 0,-1 0 1 0 0,0 0-1 0 0,0 0 1 0 0,0-2-1 0 0,50-15 67 0 0,165-40 333 0 0,-94 26-146 0 0,-55 8-188 0 0,74 3-66 0 0,-35 11 84 0 0,167 6 0 0 0,-167 5-25 0 0,403 13 515 0 0,-367-26-75 0 0,-71 3-51 0 0,-8 3-123 0 0,92-6 724 0 0,-137 11-947 0 0,-3 0 12 0 0,0 1 1 0 0,-1 0-1 0 0,20 3 1 0 0,52 15 32 0 0,31 14 26 0 0,-96-27-172 0 0,0 2-1 0 0,32 15 0 0 0,-29-11 12 0 0,-13 2 202 0 0,40 17 26 0 0,-49-30-238 0 0,-1 1-1 0 0,0-1 1 0 0,1 0 0 0 0,-1 0-1 0 0,1 1 1 0 0,-1-1 0 0 0,0 0-1 0 0,1 1 1 0 0,-1-1 0 0 0,0 0 0 0 0,1 1-1 0 0,-1-1 1 0 0,0 1 0 0 0,0-1-1 0 0,1 0 1 0 0,-1 1 0 0 0,0-1-1 0 0,0 1 1 0 0,0-1 0 0 0,0 1-1 0 0,0-1 1 0 0,0 1 0 0 0,1-1-1 0 0,-1 1 1 0 0,0-1 0 0 0,0 1 0 0 0,3 8 45 0 0,-1-7-27 0 0,0-1 0 0 0,0 1 0 0 0,0 0-1 0 0,0 0 1 0 0,0-1 0 0 0,0 1 0 0 0,-1 0-1 0 0,1 1 1 0 0,-1-1 0 0 0,0 0 0 0 0,1 0 0 0 0,-1 1-1 0 0,0-1 1 0 0,0 0 0 0 0,-1 1 0 0 0,1-1-1 0 0,0 1 1 0 0,-1-1 0 0 0,1 1 0 0 0,-1-1-1 0 0,0 1 1 0 0,0 0 0 0 0,0-1 0 0 0,0 1-1 0 0,-1-1 1 0 0,0 4 0 0 0,1 3 3 0 0,-1-7-8 0 0,1 0-1 0 0,0 0 0 0 0,0 0 1 0 0,-1 0-1 0 0,1 0 0 0 0,1 0 1 0 0,-1 0-1 0 0,0 0 0 0 0,0 0 1 0 0,1 0-1 0 0,-1 0 0 0 0,1 0 0 0 0,0 0 1 0 0,-1 0-1 0 0,1 0 0 0 0,1 1 1 0 0,0-1-10 0 0,9 11 68 0 0,-20 0 6 0 0,5-9-63 0 0,3-3-4 0 0,0 0 0 0 0,0 0 1 0 0,1 1-1 0 0,-1-1 0 0 0,0 0 0 0 0,0 1 0 0 0,1-1 0 0 0,-1 1 0 0 0,0-1 1 0 0,1 1-1 0 0,0-1 0 0 0,-1 1 0 0 0,1-1 0 0 0,0 1 0 0 0,0-1 0 0 0,0 1 1 0 0,0 0-1 0 0,0-1 0 0 0,0 1 0 0 0,0-1 0 0 0,0 1 0 0 0,1-1 0 0 0,-1 1 1 0 0,1-1-1 0 0,0 3 0 0 0,20 31 68 0 0,-15-27-76 0 0,-4 0 20 0 0,0 0 0 0 0,0 0 0 0 0,-1-1-1 0 0,0 1 1 0 0,0 0 0 0 0,-1 0 0 0 0,0 0 0 0 0,0 0-1 0 0,-3 12 1 0 0,2 8-22 0 0,0-13 77 0 0,0-11-68 0 0,0 0 1 0 0,1-1-1 0 0,-1 1 1 0 0,1 0-1 0 0,0 0 1 0 0,0-1 0 0 0,1 1-1 0 0,-1 0 1 0 0,1-1-1 0 0,0 1 1 0 0,0 0-1 0 0,0-1 1 0 0,3 6 0 0 0,4-2 16 0 0,-7-6-24 0 0,1 0 0 0 0,-1 0 0 0 0,0 0 0 0 0,1 1 0 0 0,-1-1 0 0 0,0 0 0 0 0,0 1 0 0 0,0-1 0 0 0,0 0 0 0 0,0 1 0 0 0,0 0 0 0 0,-1-1 0 0 0,1 1 0 0 0,0-1 1 0 0,-1 1-1 0 0,1 0 0 0 0,-1-1 0 0 0,0 1 0 0 0,1 0 0 0 0,-1 0 0 0 0,0-1 0 0 0,0 1 0 0 0,0 0 0 0 0,0 0 0 0 0,-1 2 0 0 0,0-1-1 0 0,1-1 0 0 0,-1 1 0 0 0,1 0 0 0 0,0-1 0 0 0,0 1 0 0 0,0-1 0 0 0,0 1 0 0 0,1 0 0 0 0,-1-1 0 0 0,1 1 0 0 0,-1-1 0 0 0,1 1-1 0 0,0-1 1 0 0,0 0 0 0 0,0 1 0 0 0,0-1 0 0 0,0 0 0 0 0,1 1 0 0 0,-1-1 0 0 0,1 0 0 0 0,-1 0 0 0 0,1 0 0 0 0,0 0 0 0 0,0-1 0 0 0,0 1 0 0 0,3 2 0 0 0,-4 0 0 0 0,1-1-1 0 0,-1 1 1 0 0,0 0 0 0 0,0 0 0 0 0,0 0-1 0 0,-1 0 1 0 0,1 0 0 0 0,-1 1-1 0 0,0-1 1 0 0,0 0 0 0 0,-1 0 0 0 0,0 6-1 0 0,0 3 56 0 0,1 3 13 0 0,1-11-52 0 0,-1 0 0 0 0,0 1 0 0 0,0-1 0 0 0,0 0-1 0 0,-1 0 1 0 0,0 1 0 0 0,0-1 0 0 0,-2 7-1 0 0,-10 15 149 0 0,-24 40 0 0 0,33-53-72 0 0,-2 5-297 0 0,4-18 102 0 0,1-1 56 0 0,0 0 1 0 0,1 0-1 0 0,-1 0 1 0 0,0 1-1 0 0,0-1 0 0 0,0 0 1 0 0,0 0-1 0 0,0 0 1 0 0,0 0-1 0 0,0 0 1 0 0,0-1-1 0 0,1 1 0 0 0,-1 0 1 0 0,0 0-1 0 0,0-1 1 0 0,0 1-1 0 0,0 0 0 0 0,1-1 1 0 0,-1 1-1 0 0,0-1 1 0 0,0 1-1 0 0,0-1 1 0 0,1 1-1 0 0,-1-1 0 0 0,0 1 1 0 0,1-1-1 0 0,-2-1 1 0 0,2 1-64 0 0,-1 0 1 0 0,0 0-1 0 0,1 1 0 0 0,-1-1 1 0 0,0 0-1 0 0,0 0 1 0 0,0 1-1 0 0,1-1 1 0 0,-1 0-1 0 0,0 1 1 0 0,0-1-1 0 0,0 1 1 0 0,0-1-1 0 0,0 1 0 0 0,0 0 1 0 0,0-1-1 0 0,0 1 1 0 0,0 0-1 0 0,-1 0 1 0 0,1-1-1 0 0,-1 1 1 0 0,-7-2-525 0 0,5 0 232 0 0,-1-1 0 0 0,1 0 0 0 0,-1 0 0 0 0,1 0 0 0 0,0 0 0 0 0,0-1 0 0 0,1 1 0 0 0,-1-1 0 0 0,1 0 0 0 0,-3-4 0 0 0,-13-14-2002 0 0,-37-29-3868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0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25 960 0 0,'55'-7'5536'0'0,"-55"7"-5453"0"0,1 0 1 0 0,-1 0-1 0 0,1-1 0 0 0,-1 1 0 0 0,0 0 0 0 0,1 0 0 0 0,-1-1 0 0 0,0 1 0 0 0,0 0 0 0 0,1-1 1 0 0,-1 1-1 0 0,0 0 0 0 0,0 0 0 0 0,1-1 0 0 0,-1 1 0 0 0,0-1 0 0 0,0 1 0 0 0,0 0 0 0 0,0-1 1 0 0,1 1-1 0 0,-1-1 0 0 0,0 1 0 0 0,0 0 0 0 0,0-1 0 0 0,0 1 0 0 0,0-1 0 0 0,0 1 1 0 0,0 0-1 0 0,0-1 0 0 0,0 1 0 0 0,0-1 0 0 0,0 1 0 0 0,-1 0 0 0 0,1-1 0 0 0,0 1 0 0 0,0 0 1 0 0,0-1-1 0 0,0 1 0 0 0,-1-1 0 0 0,1 1 0 0 0,0 0 0 0 0,0-1 0 0 0,-1 1 0 0 0,1 0 0 0 0,0 0 1 0 0,-1-1-1 0 0,1 1 0 0 0,0 0 0 0 0,0 0 0 0 0,-1-1 0 0 0,0 1 0 0 0,-19 4 131 0 0,19-2-83 0 0,0 1 1 0 0,0-1 0 0 0,0 1 0 0 0,0-1 0 0 0,0 1-1 0 0,1-1 1 0 0,0 1 0 0 0,-1 0 0 0 0,1-1-1 0 0,0 1 1 0 0,0 0 0 0 0,0 0 0 0 0,0-1-1 0 0,2 5 1 0 0,-2-3-161 0 0,-2 34 404 0 0,1-25-337 0 0,0-1 0 0 0,1 0 0 0 0,0 1 0 0 0,1-1 0 0 0,0 0 0 0 0,6 22 0 0 0,2-14-9 0 0,-6-16-9 0 0,-1 0-1 0 0,0 1 1 0 0,0-1 0 0 0,-1 1 0 0 0,1 0-1 0 0,-1-1 1 0 0,0 1 0 0 0,0 0 0 0 0,0 9-1 0 0,-2 16 110 0 0,-1-21-83 0 0,2 1 1 0 0,-1-1-1 0 0,1 1 1 0 0,1 0-1 0 0,-1-1 1 0 0,2 1-1 0 0,-1-1 1 0 0,4 11-1 0 0,6-4-42 0 0,-9-14-26 0 0,-1-1 0 0 0,1 1 1 0 0,-1 0-1 0 0,0 0 0 0 0,0 1 1 0 0,0-1-1 0 0,0 0 0 0 0,0 0 1 0 0,0 0-1 0 0,0 1 0 0 0,-1-1 1 0 0,1 0-1 0 0,-1 1 0 0 0,0-1 0 0 0,1 0 1 0 0,-1 1-1 0 0,-1 3 0 0 0,1-6-45 0 0,0 0-1 0 0,1 1 1 0 0,-1-1-1 0 0,0 0 1 0 0,0 1 0 0 0,0-1-1 0 0,0 0 1 0 0,0 1-1 0 0,1-1 1 0 0,-1 0-1 0 0,0 1 1 0 0,0-1-1 0 0,0 0 1 0 0,1 1-1 0 0,-1-1 1 0 0,0 0-1 0 0,1 0 1 0 0,-1 0-1 0 0,0 1 1 0 0,0-1-1 0 0,1 0 1 0 0,-1 0-1 0 0,0 0 1 0 0,1 1-1 0 0,-1-1 1 0 0,0 0-1 0 0,1 0 1 0 0,-1 0-1 0 0,1 0 1 0 0,-1 0-1 0 0,0 0 1 0 0,1 0-1 0 0,-1 0 1 0 0,0 0-1 0 0,1 0 1 0 0,-1 0-1 0 0,0 0 1 0 0,1 0-1 0 0,-1 0 1 0 0,1 0 0 0 0,-1-1-1 0 0,0 1 1 0 0,1 0-1 0 0,-1 0 1 0 0,0 0-1 0 0,1 0 1 0 0,-1-1-1 0 0,0 1 1 0 0,0 0-1 0 0,1 0 1 0 0,-1-1-1 0 0,0 1 1 0 0,2-1-179 0 0,-1 0 1 0 0,0 0-1 0 0,0 0 1 0 0,0-1-1 0 0,0 1 1 0 0,0 0-1 0 0,0 0 1 0 0,0-1-1 0 0,0 1 1 0 0,0-1-1 0 0,-1 1 1 0 0,1-1-1 0 0,0 1 1 0 0,-1-1-1 0 0,0 1 1 0 0,1-1-1 0 0,-1 1 1 0 0,0-1-1 0 0,1 1 1 0 0,-1-1-1 0 0,0-2 1 0 0,0-23-2383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06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11 1681 0 0,'-3'31'7629'0'0,"2"-30"-7555"0"0,1 0 0 0 0,-1-1 1 0 0,0 1-1 0 0,0-1 0 0 0,1 1 0 0 0,-1-1 1 0 0,0 1-1 0 0,0-1 0 0 0,0 1 1 0 0,0-1-1 0 0,0 0 0 0 0,0 1 0 0 0,0-1 1 0 0,0 0-1 0 0,1 0 0 0 0,-1 0 1 0 0,0 1-1 0 0,0-1 0 0 0,0 0 1 0 0,0-1-1 0 0,0 1 0 0 0,-2 0 0 0 0,-2 0 353 0 0,10 0-347 0 0,-3 0-67 0 0,-2 0-10 0 0,1 1 0 0 0,0-1 0 0 0,0 0 0 0 0,0 0-1 0 0,0 0 1 0 0,0 0 0 0 0,0 0 0 0 0,0 0 0 0 0,0 0 0 0 0,-1 0 0 0 0,1 0 0 0 0,0 0-1 0 0,0-1 1 0 0,0 1 0 0 0,0 0 0 0 0,0 0 0 0 0,-1-1 0 0 0,1 1 0 0 0,0-1 0 0 0,0 1-1 0 0,0-1 1 0 0,-1 1 0 0 0,1-1 0 0 0,0 1 0 0 0,-1-1 0 0 0,1 0 0 0 0,0 0 0 0 0,2-1 9 0 0,-1 0 0 0 0,1 1 0 0 0,0 0 0 0 0,-1 0 0 0 0,1 0 0 0 0,0 0 1 0 0,0 0-1 0 0,0 0 0 0 0,0 1 0 0 0,5-1 0 0 0,12 1 15 0 0,-15 0 39 0 0,-5 0-44 0 0,0 1-1 0 0,0 0 0 0 0,0-1 0 0 0,0 1 1 0 0,0-1-1 0 0,0 1 0 0 0,0 0 0 0 0,-1-1 0 0 0,1 1 1 0 0,0-1-1 0 0,0 1 0 0 0,0-1 0 0 0,-1 1 0 0 0,1-1 1 0 0,0 1-1 0 0,-1 0 0 0 0,1-1 0 0 0,0 0 1 0 0,-1 1-1 0 0,1-1 0 0 0,-1 1 0 0 0,1-1 0 0 0,-1 1 1 0 0,1-1-1 0 0,-1 0 0 0 0,1 1 0 0 0,-1-1 1 0 0,1 0-1 0 0,-1 0 0 0 0,1 1 0 0 0,-1-1 0 0 0,0 0 1 0 0,1 0-1 0 0,-1 0 0 0 0,1 0 0 0 0,-1 0 0 0 0,0 0 1 0 0,1 0-1 0 0,-2 0 0 0 0,2 0 0 0 0,-1 0-1 0 0,1 0 1 0 0,-1 0-1 0 0,0 0 0 0 0,1 0 1 0 0,-1 0-1 0 0,1 0 1 0 0,-1 1-1 0 0,1-1 1 0 0,-1 0-1 0 0,1 0 1 0 0,-1 0-1 0 0,1 1 1 0 0,-1-1-1 0 0,1 0 1 0 0,-1 1-1 0 0,1-1 1 0 0,-1 0-1 0 0,1 1 1 0 0,-1-1-1 0 0,1 0 0 0 0,0 1 1 0 0,-1-1-1 0 0,1 1 1 0 0,0-1-1 0 0,-1 1 1 0 0,1-1-1 0 0,0 1 1 0 0,0-1-1 0 0,-1 1 1 0 0,1-1-1 0 0,0 1 1 0 0,0-1-1 0 0,0 1 1 0 0,0 0-1 0 0,0-1 0 0 0,0 1 1 0 0,0-1-1 0 0,0 2 1 0 0,0-2 139 0 0,-1 0-160 0 0,1-1 1 0 0,-1 0-1 0 0,1 0 1 0 0,-1 0 0 0 0,0 1-1 0 0,1-1 1 0 0,-1 0-1 0 0,0 1 1 0 0,1-1-1 0 0,-1 0 1 0 0,0 1-1 0 0,0-1 1 0 0,0 1-1 0 0,0-1 1 0 0,1 1-1 0 0,-1-1 1 0 0,0 1-1 0 0,-2-1 1 0 0,2 1-3 0 0,0 0 0 0 0,1 0-1 0 0,-1-1 1 0 0,0 1 0 0 0,0-1 0 0 0,0 1 0 0 0,1 0 0 0 0,-1-1 0 0 0,0 1 0 0 0,1-1-1 0 0,-1 0 1 0 0,0 1 0 0 0,1-1 0 0 0,-1 0 0 0 0,0 1 0 0 0,1-1 0 0 0,-1 0 0 0 0,1 0-1 0 0,0 1 1 0 0,-1-1 0 0 0,1 0 0 0 0,0 0 0 0 0,-1 0 0 0 0,1 1 0 0 0,0-1 0 0 0,0 0-1 0 0,0 0 1 0 0,-1 0 0 0 0,1 0 0 0 0,0 0 0 0 0,0 0 0 0 0,1 0 0 0 0,-1 1-1 0 0,0-1 1 0 0,0-2 0 0 0,1 0 5 0 0,-1 2-4 0 0,0 1 0 0 0,0-1 0 0 0,0 1 0 0 0,0-1 0 0 0,0 1 0 0 0,0-1 0 0 0,1 1 1 0 0,-1-1-1 0 0,0 1 0 0 0,0-1 0 0 0,-1 1 0 0 0,1-1 0 0 0,0 1 0 0 0,0-1 0 0 0,0 1 1 0 0,0-1-1 0 0,0 1 0 0 0,-1-1 0 0 0,1 1 0 0 0,0 0 0 0 0,0-1 0 0 0,-1 1 0 0 0,1-1 0 0 0,0 1 1 0 0,0 0-1 0 0,-1-1 0 0 0,1 1 0 0 0,-1 0 0 0 0,1-1 0 0 0,0 1 0 0 0,-1 0 0 0 0,0-1 1 0 0,-12-2-187 0 0,26 6-333 0 0,-12-2 239 0 0,0 0 1 0 0,0 0 0 0 0,-1 0-1 0 0,1 1 1 0 0,-1-1 0 0 0,1 0 0 0 0,-1 0-1 0 0,1 1 1 0 0,-1-1 0 0 0,0 0 0 0 0,1 0-1 0 0,-1 1 1 0 0,0-1 0 0 0,0 0 0 0 0,0 1-1 0 0,0-1 1 0 0,0 0 0 0 0,0 1-1 0 0,-1-1 1 0 0,1 2 0 0 0,-1 0-437 0 0,1 16-2538 0 0,0-5 560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06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51 2081 0 0,'0'-48'5389'0'0,"0"46"-3375"0"0,0 2-1989 0 0,0 0-1 0 0,-1 1 0 0 0,1-1 1 0 0,0 0-1 0 0,0 1 0 0 0,0-1 1 0 0,0 0-1 0 0,0 0 1 0 0,0 1-1 0 0,0-1 0 0 0,0 0 1 0 0,-1 1-1 0 0,1-1 0 0 0,0 0 1 0 0,0 1-1 0 0,1-1 0 0 0,-1 0 1 0 0,0 1-1 0 0,0-1 1 0 0,0 0-1 0 0,0 1 0 0 0,0-1 1 0 0,0 0-1 0 0,0 1 0 0 0,0-1 1 0 0,1 0-1 0 0,-1 0 0 0 0,0 1 1 0 0,0-1-1 0 0,0 0 0 0 0,1 0 1 0 0,-1 1-1 0 0,0-1 1 0 0,0 0-1 0 0,1 0 0 0 0,-1 0 1 0 0,0 1-1 0 0,0-1 0 0 0,1 0 1 0 0,-1 0-1 0 0,0 0 0 0 0,1 0 1 0 0,-1 0-1 0 0,0 0 0 0 0,1 1 1 0 0,59 43 335 0 0,-46-28-271 0 0,-2 0 1 0 0,0 1-1 0 0,-1 0 1 0 0,-1 1-1 0 0,0 1 0 0 0,-2-1 1 0 0,0 1-1 0 0,9 33 0 0 0,31 70 1135 0 0,-37-101-1045 0 0,1 2-11 0 0,-1 0 0 0 0,-1 0 0 0 0,0 1 0 0 0,-2 0 0 0 0,6 31 0 0 0,-4 40 45 0 0,-7-84-207 0 0,-1 1 1 0 0,0 0-1 0 0,0 0 0 0 0,-1 0 0 0 0,-1 0 0 0 0,0 0 0 0 0,0 0 1 0 0,-1 0-1 0 0,-1 0 0 0 0,0 0 0 0 0,-1 0 0 0 0,-4 12 0 0 0,-2 1-91 0 0,2-2-64 0 0,-1-1-1 0 0,-1 0 1 0 0,-23 39-1 0 0,27-54-134 0 0,1-1-1 0 0,-1 0 0 0 0,0 0 0 0 0,-1 0 1 0 0,1-1-1 0 0,-1 0 0 0 0,0 0 1 0 0,-1 0-1 0 0,1-1 0 0 0,-1 0 1 0 0,0 0-1 0 0,0-1 0 0 0,0 0 1 0 0,0 0-1 0 0,0 0 0 0 0,-11 1 1 0 0,-1-1-1579 0 0,1-1 0 0 0,-31-1 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14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31 275 400 0 0,'0'0'71'0'0,"0"0"0"0"0,1 0 0 0 0,-1 0 1 0 0,0 1-1 0 0,0-1 0 0 0,0 0 0 0 0,0 0 0 0 0,0 0 0 0 0,0 0 0 0 0,0 0 0 0 0,0 1 0 0 0,0-1 0 0 0,0 0 0 0 0,0 0 0 0 0,0 0 0 0 0,0 0 1 0 0,0 1-1 0 0,0-1 0 0 0,0 0 0 0 0,0 0 0 0 0,0 0 0 0 0,0 0 0 0 0,0 1 0 0 0,0-1 0 0 0,0 0 0 0 0,0 0 0 0 0,0 0 0 0 0,0 0 1 0 0,0 0-1 0 0,0 1 0 0 0,0-1 0 0 0,0 0 0 0 0,0 0 0 0 0,0 0 0 0 0,-1 0 0 0 0,1 0 0 0 0,0 1 0 0 0,0-1 0 0 0,0 0 0 0 0,0 0 0 0 0,0 0 1 0 0,0 0-1 0 0,-1 0 0 0 0,1 0 0 0 0,0 0 0 0 0,0 0 0 0 0,0 0 0 0 0,0 0 0 0 0,-1 0 0 0 0,1 0 0 0 0,0 1 0 0 0,0-1 0 0 0,0 0 1 0 0,0 0-1 0 0,-1 0 0 0 0,1 0 0 0 0,0 0 0 0 0,0 0 0 0 0,0-1 0 0 0,0 1 0 0 0,-1 0 0 0 0,1 0 0 0 0,0 0 0 0 0,0 0 0 0 0,0 0 0 0 0,0 0 1 0 0,0 0-1 0 0,-1 0 0 0 0,1 0 0 0 0,-20 0 756 0 0,15 0-254 0 0,5 0-49 0 0,0 4-531 0 0,5-3 2252 0 0,20-1-498 0 0,-20 0-1680 0 0,15 0-40 0 0,46 6 599 0 0,-61-5-532 0 0,15 5 66 0 0,10 1 600 0 0,-22-7-643 0 0,0 1 0 0 0,0 0 0 0 0,0 1 0 0 0,0 0 0 0 0,-1 0 0 0 0,1 0-1 0 0,9 5 1 0 0,-9-3-42 0 0,-1-1-1 0 0,1-1 1 0 0,0 1-1 0 0,15 1 1 0 0,183 32 565 0 0,-126-21-441 0 0,-53-9-109 0 0,0-1-1 0 0,54 2 0 0 0,33-5 168 0 0,-46 1 175 0 0,77-8-1 0 0,218-29 1423 0 0,-223 11-330 0 0,-110 17-1153 0 0,30-7 216 0 0,-55 12-507 0 0,20-4 80 0 0,-24 5-158 0 0,-1 0-1 0 0,0 0 1 0 0,0 0 0 0 0,0 0 0 0 0,0 0 0 0 0,1 0-1 0 0,-1 0 1 0 0,0 0 0 0 0,0 0 0 0 0,0 0 0 0 0,1 0 0 0 0,-1 0-1 0 0,0 0 1 0 0,0 0 0 0 0,0 0 0 0 0,1 0 0 0 0,-1 0 0 0 0,0 0-1 0 0,0-1 1 0 0,0 1 0 0 0,0 0 0 0 0,0 0 0 0 0,1 0 0 0 0,-1 0-1 0 0,0 0 1 0 0,0 0 0 0 0,0-1 0 0 0,0 1 0 0 0,0 0 0 0 0,0 0-1 0 0,1 0 1 0 0,-1 0 0 0 0,0-1 0 0 0,0 1 0 0 0,0 0 0 0 0,0 0-1 0 0,0 0 1 0 0,0 0 0 0 0,0-1 0 0 0,0 1 0 0 0,0 0 0 0 0,0 0-1 0 0,0 0 1 0 0,0-1 0 0 0,0 1 0 0 0,0 0 0 0 0,0 0 0 0 0,0 0-1 0 0,0 0 1 0 0,0-1 0 0 0,-1-1 131 0 0,6-3-119 0 0,16 2-1 0 0,-16 0 54 0 0,0 1 0 0 0,-4 2-58 0 0,0 0-5 0 0,0 0-1 0 0,0 0 0 0 0,0 0 0 0 0,0 0 0 0 0,0 0 1 0 0,0-1-1 0 0,0 1 0 0 0,0 0 0 0 0,0 0 1 0 0,0-1-1 0 0,0 1 0 0 0,0 0 0 0 0,0-1 0 0 0,0 1 1 0 0,0-1-1 0 0,0 0 0 0 0,-1 1 0 0 0,1-1 0 0 0,0 1 1 0 0,0-1-1 0 0,-1 0 0 0 0,1 0 0 0 0,0 1 0 0 0,-1-1 1 0 0,2-1-1 0 0,-2 1 6 0 0,1 0 1 0 0,0 0-1 0 0,0 0 1 0 0,0 0-1 0 0,-1 0 0 0 0,1 0 1 0 0,0 1-1 0 0,0-1 1 0 0,0 0-1 0 0,0 1 1 0 0,0-1-1 0 0,0 1 0 0 0,1-1 1 0 0,-1 1-1 0 0,0-1 1 0 0,0 1-1 0 0,0 0 1 0 0,0 0-1 0 0,2-1 0 0 0,1 0 30 0 0,2-3 3 0 0,7-4 46 0 0,0 0-1 0 0,0 0 1 0 0,1 1-1 0 0,23-8 1 0 0,-29 13-14 0 0,0-1 0 0 0,1-1 1 0 0,-1 1-1 0 0,0-1 0 0 0,7-5 0 0 0,-7 4 66 0 0,1 0-1 0 0,-1 1 0 0 0,1 0 0 0 0,0 0 0 0 0,17-4 0 0 0,-23 8-109 0 0,-2 0-25 0 0,0 0 0 0 0,0 0 1 0 0,0 1-1 0 0,-1-1 0 0 0,1 0 1 0 0,0 0-1 0 0,0 0 0 0 0,0 0 1 0 0,0-1-1 0 0,0 1 0 0 0,0 0 1 0 0,-1 0-1 0 0,1-1 0 0 0,0 1 1 0 0,0 0-1 0 0,0-1 0 0 0,0 1 1 0 0,-1 0-1 0 0,1-1 1 0 0,0 1-1 0 0,0-1 0 0 0,-1 0 1 0 0,1 1-1 0 0,-1-1 0 0 0,1 0 1 0 0,0 0-1 0 0,-1 0 11 0 0,-1-2 5 0 0,33 1 102 0 0,21-2 72 0 0,101-18 1 0 0,-35 2-27 0 0,32 1 71 0 0,-96 11-13 0 0,-50 5-200 0 0,-5 2 120 0 0,60-10 399 0 0,26-8-39 0 0,-81 18-440 0 0,0 1 0 0 0,16-1 308 0 0,-24-2-740 0 0,-47-7-2298 0 0,1 1-914 0 0,-86-20-5307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1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29 2081 0 0,'-5'0'2228'0'0,"-1"0"-1861"0"0,-39 0 3894 0 0,40 0-2953 0 0,0 0-1002 0 0,-15 0-52 0 0,15 0 146 0 0,0 0-253 0 0,-15 0-40 0 0,15 0 199 0 0,5 1 28 0 0,5-2-281 0 0,417 9 1174 0 0,-160-16-119 0 0,-82 2-481 0 0,659 12 840 0 0,-627 2-1094 0 0,320-28 682 0 0,-316 8-269 0 0,-197 11-1130 0 0,55-2 1504 0 0,-53 4-2083 0 0,-34 3-2958 0 0,-88 13-3643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0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395 122 1281 0 0,'44'-10'2214'0'0,"0"-3"0"0"0,44-19 1 0 0,-87 31-2158 0 0,0 0 1 0 0,-1 0-1 0 0,1 0 1 0 0,0 0 0 0 0,-1 0-1 0 0,1 0 1 0 0,-1-1-1 0 0,1 1 1 0 0,-1 0 0 0 0,0 0-1 0 0,1 0 1 0 0,-1-1 0 0 0,0 1-1 0 0,0 0 1 0 0,0 0-1 0 0,0-1 1 0 0,0 1 0 0 0,0 0-1 0 0,0 0 1 0 0,0-1-1 0 0,-1 1 1 0 0,1-2 0 0 0,-1-2 151 0 0,1 4-182 0 0,0 0 1 0 0,1 0 0 0 0,-1-1-1 0 0,0 1 1 0 0,0 0 0 0 0,0 0-1 0 0,-1 0 1 0 0,1 0 0 0 0,0 0-1 0 0,0 0 1 0 0,0 0 0 0 0,-1 0-1 0 0,1 0 1 0 0,-1 0 0 0 0,1 0 0 0 0,-1 0-1 0 0,1 0 1 0 0,-1 0 0 0 0,1 0-1 0 0,-1 0 1 0 0,0 1 0 0 0,0-1-1 0 0,1 0 1 0 0,-1 0 0 0 0,0 1-1 0 0,0-1 1 0 0,0 0 0 0 0,0 1-1 0 0,0-1 1 0 0,0 1 0 0 0,0-1-1 0 0,0 1 1 0 0,0 0 0 0 0,0-1-1 0 0,0 1 1 0 0,0 0 0 0 0,0 0-1 0 0,0-1 1 0 0,-2 1 0 0 0,-2-1 292 0 0,0 1 0 0 0,-29 0 557 0 0,5-1-605 0 0,-1 2 1 0 0,-33 4 0 0 0,54-4-207 0 0,1 1-1 0 0,-1 0 1 0 0,0 1-1 0 0,0 0 1 0 0,1 0-1 0 0,-1 1 1 0 0,1 0-1 0 0,0 0 1 0 0,0 1-1 0 0,1 0 1 0 0,-12 9-1 0 0,11-6 52 0 0,-1-1-1 0 0,-1 0 1 0 0,1 0-1 0 0,-1-1 0 0 0,0 0 1 0 0,0-1-1 0 0,-1 0 1 0 0,1-1-1 0 0,-1 0 0 0 0,-12 2 1 0 0,-37 21 230 0 0,-25 5 226 0 0,83-30-610 0 0,1 1-1 0 0,0-1 0 0 0,0 0 0 0 0,1 1 0 0 0,-1-1 1 0 0,0 1-1 0 0,1-1 0 0 0,-1 1 0 0 0,1-1 1 0 0,0 1-1 0 0,0-1 0 0 0,0 1 0 0 0,0-1 1 0 0,1 1-1 0 0,0 3 0 0 0,-1 3 29 0 0,1-6 8 0 0,-1 0 1 0 0,0 0 0 0 0,1 0-1 0 0,0-1 1 0 0,-1 1-1 0 0,1 0 1 0 0,0 0 0 0 0,0-1-1 0 0,1 1 1 0 0,-1-1 0 0 0,0 1-1 0 0,1-1 1 0 0,0 0-1 0 0,-1 1 1 0 0,1-1 0 0 0,0 0-1 0 0,0 0 1 0 0,0 0 0 0 0,5 3-1 0 0,19 23 49 0 0,-18-13 20 0 0,-7-12-51 0 0,1-1-1 0 0,-1 1 1 0 0,1 0-1 0 0,0 0 1 0 0,0-1-1 0 0,0 1 1 0 0,0-1-1 0 0,0 0 1 0 0,1 0-1 0 0,-1 1 1 0 0,4 1-1 0 0,45 44 59 0 0,-44-40-63 0 0,0-1 0 0 0,0 1 1 0 0,0-2-1 0 0,1 1 1 0 0,0-1-1 0 0,0 0 0 0 0,10 4 1 0 0,-6-6 16 0 0,0-1 1 0 0,1-1-1 0 0,-1 0 1 0 0,1-1-1 0 0,-1 0 1 0 0,1-1-1 0 0,0-1 1 0 0,-1 0-1 0 0,1 0 1 0 0,19-6-1 0 0,22 0 34 0 0,7 2-860 0 0,-46 4-958 0 0,1 1 0 0 0,0 1 0 0 0,22 3 0 0 0,-35-3 1397 0 0,-1-1 0 0 0,1 1 1 0 0,0 0-1 0 0,-1-1 0 0 0,1 1 0 0 0,-1 1 1 0 0,1-1-1 0 0,-1 0 0 0 0,0 0 0 0 0,3 3 1 0 0,0 14-2992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22 1761 0 0,'0'-16'4055'0'0,"0"10"-1662"0"0,0 8-864 0 0,0-1-1262 0 0,0 0-237 0 0,0 0 1 0 0,1 0-1 0 0,-1 0 1 0 0,0 0-1 0 0,0 0 1 0 0,0 0 0 0 0,0 0-1 0 0,0 0 1 0 0,0-1-1 0 0,0 1 1 0 0,0 0-1 0 0,-1 0 1 0 0,1 0 0 0 0,0 0-1 0 0,0 0 1 0 0,-1 0-1 0 0,1 0 1 0 0,0-1-1 0 0,-1 1 1 0 0,1 0 0 0 0,-1 0-1 0 0,0 0 1 0 0,0 1-1 0 0,-2 1 13 0 0,0 0 0 0 0,0 1-1 0 0,1-1 1 0 0,-1 1 0 0 0,1 0 0 0 0,0-1-1 0 0,0 1 1 0 0,0 0 0 0 0,1 0-1 0 0,-1 1 1 0 0,1-1 0 0 0,0 0 0 0 0,0 0-1 0 0,1 1 1 0 0,-1-1 0 0 0,1 0-1 0 0,0 6 1 0 0,2 7 69 0 0,0-1 1 0 0,1 1-1 0 0,7 22 0 0 0,-6-29-99 0 0,-1 1 0 0 0,0 0 0 0 0,-1 0 0 0 0,0 0 0 0 0,0 0 0 0 0,-2 0 0 0 0,1 0 0 0 0,-1 0 0 0 0,-1 0 0 0 0,-3 22 0 0 0,-6-13 4 0 0,9-18-36 0 0,-1 0 1 0 0,1 0 0 0 0,-1 0-1 0 0,1 1 1 0 0,0-1 0 0 0,0 0-1 0 0,0 1 1 0 0,0-1 0 0 0,1 0-1 0 0,-1 1 1 0 0,1-1-1 0 0,-1 1 1 0 0,1-1 0 0 0,0 1-1 0 0,0 0 1 0 0,0-1 0 0 0,0 1-1 0 0,0-1 1 0 0,1 1 0 0 0,-1-1-1 0 0,2 3 1 0 0,18 22-3143 0 0,-45-26-28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1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71 240 0 0,'9'5'935'0'0,"3"0"-63"0"0,-3-3 4978 0 0,-9-11-4458 0 0,1 7-1336 0 0,-1 1 0 0 0,0 0 0 0 0,1-1 1 0 0,-1 1-1 0 0,0 0 0 0 0,0-1 1 0 0,0 1-1 0 0,0 0 0 0 0,0-1 1 0 0,0 1-1 0 0,-1 0 0 0 0,1-1 1 0 0,0 1-1 0 0,-1 0 0 0 0,1-1 1 0 0,-1 1-1 0 0,1 0 0 0 0,-1 0 1 0 0,0 0-1 0 0,-1-3 0 0 0,-16 6 379 0 0,34 0-228 0 0,52 2 59 0 0,-13 2 54 0 0,-50-6 373 0 0,-10-1-453 0 0,-8-1-320 0 0,-54-15-564 0 0,26-8-5315 0 0,16 12 2411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2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1 560 0 0,'-25'0'3949'0'0,"20"0"-121"0"0,6 1-2740 0 0,-7 2-909 0 0,-49 6 3263 0 0,289-3-2818 0 0,-173-6-2182 0 0,-35 0-243 0 0,-21 0-853 0 0,-5-14-3002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2081 0 0,'30'6'4402'0'0,"-30"1"-2881"0"0,31-7 640 0 0,-1 0-1521 0 0,30 0-240 0 0,1 0 0 0 0,-1 0-160 0 0,24 0 1 0 0,37 0-241 0 0,-30 0-561 0 0,-61-7-959 0 0,0 7-1522 0 0,-30-6-159 0 0,0-8 479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5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3842 0 0,'29'-2'3321'0'0,"-21"1"-2874"0"0,1 1 0 0 0,0 0 0 0 0,0 0 0 0 0,0 1 0 0 0,9 1 0 0 0,35 6 158 0 0,105 1 1 0 0,-73-7-310 0 0,39 3 97 0 0,174-15 1 0 0,-297 11-458 0 0,0-1 0 0 0,1 0 0 0 0,-1 0 1 0 0,0 0-1 0 0,0 0 0 0 0,0-1 0 0 0,0 1 0 0 0,0 0 0 0 0,1 0 1 0 0,-1-1-1 0 0,0 1 0 0 0,0-1 0 0 0,0 1 0 0 0,0-1 1 0 0,0 1-1 0 0,0-1 0 0 0,0 1 0 0 0,0-1 0 0 0,0 0 0 0 0,0 0 1 0 0,-1 0-1 0 0,1 1 0 0 0,0-1 0 0 0,0 0 0 0 0,-1 0 1 0 0,1 0-1 0 0,0 0 0 0 0,0-2 0 0 0,-2 1-84 0 0,0 1 0 0 0,0-1 0 0 0,0 1 0 0 0,0-1 0 0 0,0 1 0 0 0,-1-1 0 0 0,1 1 0 0 0,0 0 0 0 0,-1 0 0 0 0,1-1 0 0 0,-1 1 0 0 0,1 0 0 0 0,-1 0 0 0 0,1 0 0 0 0,-1 1 0 0 0,0-1 0 0 0,0 0 0 0 0,1 1 0 0 0,-1-1 0 0 0,0 1 0 0 0,0-1 0 0 0,0 1 0 0 0,-3 0 0 0 0,-76-18-3707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4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2401 0 0,'31'0'2161'0'0,"-1"0"-480"0"0,-30-6 1680 0 0,0 12-3601 0 0,0 0-3441 0 0,0 2-881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852 149 800 0 0,'0'-5'2100'0'0,"0"10"1219"0"0,0 0-529 0 0,0-10-2341 0 0,1 3-251 0 0,-7-1-156 0 0,3 3-5 0 0,2 0-26 0 0,0 1 0 0 0,0-1-1 0 0,0 0 1 0 0,0 0 0 0 0,0 0-1 0 0,0 0 1 0 0,0 0 0 0 0,0 0-1 0 0,0-1 1 0 0,0 1 0 0 0,0 0-1 0 0,0 0 1 0 0,0-1 0 0 0,0 1-1 0 0,0-1 1 0 0,1 1 0 0 0,-1-1-1 0 0,0 1 1 0 0,0-1 0 0 0,0 1-1 0 0,1-1 1 0 0,-1 0 0 0 0,-1 0-1 0 0,2 0 84 0 0,-4 1-1 0 0,-41 0 214 0 0,40 0-227 0 0,0 0 0 0 0,-53 0 61 0 0,0 4 1 0 0,0 1-1 0 0,1 3 0 0 0,-69 20 1 0 0,96-22-129 0 0,4-4-13 0 0,16 1 14 0 0,-15-2 52 0 0,0-1 14 0 0,15 8 0 0 0,-23 5-75 0 0,15-6 7 0 0,-1 1 1 0 0,1 1-1 0 0,0 0 1 0 0,-27 20-1 0 0,-60 42 68 0 0,105-71-78 0 0,-1 1 1 0 0,1 0-1 0 0,-1-1 0 0 0,1 1 0 0 0,-1 0 0 0 0,1 0 1 0 0,-1-1-1 0 0,1 1 0 0 0,-1 0 0 0 0,1 0 1 0 0,0 0-1 0 0,-1-1 0 0 0,1 1 0 0 0,0 0 1 0 0,0 0-1 0 0,0 0 0 0 0,0 0 0 0 0,0 0 1 0 0,0 0-1 0 0,0-1 0 0 0,0 1 0 0 0,0 0 1 0 0,0 0-1 0 0,0 0 0 0 0,1 1 0 0 0,0-1 0 0 0,-1 0-1 0 0,0 0 0 0 0,0 0 1 0 0,0-1-1 0 0,0 1 0 0 0,1 0 1 0 0,-1 0-1 0 0,0 0 0 0 0,0 0 1 0 0,0 0-1 0 0,-1-1 1 0 0,1 1-1 0 0,0 0 0 0 0,0 0 1 0 0,0 0-1 0 0,-1-1 0 0 0,1 1 1 0 0,0 0-1 0 0,-1 0 0 0 0,1 0 1 0 0,0-1-1 0 0,-1 1 0 0 0,1 0 1 0 0,-1-1-1 0 0,-1 2 0 0 0,-10 10 12 0 0,15-8 14 0 0,-2-4-26 0 0,0 1 1 0 0,0 0-1 0 0,0-1 1 0 0,0 1-1 0 0,0 0 0 0 0,0-1 1 0 0,-1 1-1 0 0,1 0 1 0 0,0 0-1 0 0,0 0 0 0 0,-1 0 1 0 0,1 0-1 0 0,-1-1 1 0 0,1 1-1 0 0,0 0 0 0 0,-1 1 1 0 0,0-1-1 0 0,1 0 1 0 0,-1 0-1 0 0,0 0 0 0 0,1 0 1 0 0,-1 0-1 0 0,0 0 0 0 0,0 0 1 0 0,0 0-1 0 0,0 1 1 0 0,0-1-1 0 0,-1 2 0 0 0,2-3-2 0 0,-1 1 0 0 0,0-1 0 0 0,0 1 0 0 0,0-1 0 0 0,1 1 0 0 0,-1-1 0 0 0,0 1 0 0 0,1-1-1 0 0,-1 1 1 0 0,0-1 0 0 0,1 0 0 0 0,-1 1 0 0 0,1-1 0 0 0,-1 1 0 0 0,0-1 0 0 0,1 0 0 0 0,-1 1-1 0 0,1-1 1 0 0,-1 0 0 0 0,1 0 0 0 0,-1 1 0 0 0,1-1 0 0 0,0 0 0 0 0,-1 0 0 0 0,1 0 0 0 0,-1 0-1 0 0,1 0 1 0 0,-1 0 0 0 0,1 0 0 0 0,-1 0 0 0 0,1 0 0 0 0,1 0 0 0 0,-2 0-1 0 0,1 0 0 0 0,-1 0 1 0 0,1 0-1 0 0,-1 0 0 0 0,1 0 0 0 0,-1 0 1 0 0,1 0-1 0 0,0 0 0 0 0,-1 0 1 0 0,1 0-1 0 0,-1 1 0 0 0,1-1 0 0 0,-1 0 1 0 0,1 0-1 0 0,-1 1 0 0 0,1-1 1 0 0,-1 0-1 0 0,1 0 0 0 0,-1 1 0 0 0,1-1 1 0 0,-1 1-1 0 0,0-1 0 0 0,1 0 1 0 0,-1 1-1 0 0,1-1 0 0 0,-1 1 0 0 0,0-1 1 0 0,0 1-1 0 0,1-1 0 0 0,-1 1 1 0 0,0-1-1 0 0,1 2 0 0 0,1 1 0 0 0,0 0 0 0 0,0 0-1 0 0,1-1 1 0 0,-1 1 0 0 0,1 0 0 0 0,0-1 0 0 0,0 0 0 0 0,0 0-1 0 0,0 0 1 0 0,0 0 0 0 0,0 0 0 0 0,5 1 0 0 0,1 3 30 0 0,5 5-25 0 0,0 0-1 0 0,0-1 1 0 0,1-1 0 0 0,29 14-1 0 0,7-9-2 0 0,1-2 0 0 0,0-2 0 0 0,94 5 0 0 0,121 9 80 0 0,-120-19-80 0 0,-124-5 0 0 0,43-4 0 0 0,54-3 80 0 0,152-5 147 0 0,-67 5-40 0 0,-190 7-147 0 0,-1 0 1 0 0,1-1-1 0 0,-1 0 0 0 0,20-5 1 0 0,-5 1-16 0 0,-17 5-23 0 0,41-18 143 0 0,-50 16-144 0 0,0 1 0 0 0,-1-1 0 0 0,1 1 1 0 0,0 0-1 0 0,0 0 0 0 0,0 0 1 0 0,0 0-1 0 0,0 0 0 0 0,0 1 1 0 0,0-1-1 0 0,0 1 0 0 0,5 0 1 0 0,0-1 7 0 0,2-10 58 0 0,70-17 160 0 0,-70 16-134 0 0,-3 10-77 0 0,-6 2-5 0 0,0 0 0 0 0,0-1-1 0 0,0 1 1 0 0,0 0 0 0 0,-1 0-1 0 0,1-1 1 0 0,0 1 0 0 0,0 0-1 0 0,0-1 1 0 0,-1 1 0 0 0,1-1-1 0 0,0 1 1 0 0,-1-1 0 0 0,1 1-1 0 0,0-1 1 0 0,-1 0 0 0 0,1 1-1 0 0,-1-1 1 0 0,1 0 0 0 0,-1 1-1 0 0,1-1 1 0 0,-1 0 0 0 0,1 0-1 0 0,-1 1 1 0 0,0-1 0 0 0,1 0-1 0 0,-1 0 1 0 0,0 0 0 0 0,0 0-1 0 0,0 1 1 0 0,1-1 0 0 0,-1 0-1 0 0,0 0 1 0 0,0 0 0 0 0,-1-1-1 0 0,2 2-4 0 0,-1-1-1 0 0,0 0 1 0 0,0 1 0 0 0,0-1-1 0 0,0 1 1 0 0,0-1-1 0 0,1 1 1 0 0,-1-1 0 0 0,0 1-1 0 0,1 0 1 0 0,-1-1-1 0 0,0 1 1 0 0,1-1-1 0 0,-1 1 1 0 0,0 0 0 0 0,1-1-1 0 0,-1 1 1 0 0,1-1-1 0 0,-1 1 1 0 0,0 0 0 0 0,1 0-1 0 0,-1-1 1 0 0,1 1-1 0 0,-1 0 1 0 0,1 0 0 0 0,-1 0-1 0 0,1-1 1 0 0,-1 1-1 0 0,1 0 1 0 0,-1 0 0 0 0,2 0-1 0 0,-1 0 9 0 0,-1 0 0 0 0,1 0 0 0 0,0 0 0 0 0,0-1 0 0 0,0 1 0 0 0,0 0 0 0 0,-1-1 0 0 0,1 1 0 0 0,0-1 0 0 0,0 1 0 0 0,-1 0 0 0 0,1-1 0 0 0,0 0 0 0 0,-1 1 0 0 0,1-1 0 0 0,0 1 0 0 0,-1-1-1 0 0,1 0 1 0 0,-1 1 0 0 0,1-1 0 0 0,-1 0 0 0 0,1 0 0 0 0,-1 1 0 0 0,0-1 0 0 0,1 0 0 0 0,-1 0 0 0 0,0 0 0 0 0,0 0 0 0 0,0 1 0 0 0,1-1 0 0 0,-1 0 0 0 0,0 0 0 0 0,0-1 0 0 0,0 1-5 0 0,0 0-1 0 0,0 1 1 0 0,0-1 0 0 0,0 1 0 0 0,0-1 0 0 0,0 0-1 0 0,0 1 1 0 0,0-1 0 0 0,-1 1 0 0 0,1-1-1 0 0,0 0 1 0 0,0 1 0 0 0,0-1 0 0 0,-1 1 0 0 0,1-1-1 0 0,0 0 1 0 0,-1 1 0 0 0,1-1 0 0 0,0 1-1 0 0,-1-1 1 0 0,1 1 0 0 0,-1 0 0 0 0,1-1 0 0 0,-1 1-1 0 0,1-1 1 0 0,-1 1 0 0 0,1 0 0 0 0,-1-1-1 0 0,1 1 1 0 0,-1 0 0 0 0,0 0 0 0 0,1-1 0 0 0,-1 1-1 0 0,1 0 1 0 0,-1 0 0 0 0,0 0 0 0 0,0 0-1 0 0,0 0-2 0 0,0 0 0 0 0,0-1 0 0 0,1 1 0 0 0,-1 0 0 0 0,0 0 0 0 0,0-1 0 0 0,1 1 0 0 0,-1 0 0 0 0,0-1 0 0 0,1 1 0 0 0,-1 0 0 0 0,0-1 0 0 0,1 1 0 0 0,-1-1 0 0 0,0 1 0 0 0,1-1 0 0 0,-1 0 0 0 0,1 1 0 0 0,-1-1 0 0 0,1 0 0 0 0,-1 1 0 0 0,1-1 0 0 0,0 0 0 0 0,-1 1 0 0 0,1-1 0 0 0,0 0-1 0 0,0 0 1 0 0,-1 1 0 0 0,1-1 0 0 0,0 0 0 0 0,0 0 0 0 0,0 0 0 0 0,0 1 0 0 0,0-1 0 0 0,0 0 0 0 0,0 0 0 0 0,0-1 0 0 0,0-78 208 0 0,0 79-213 0 0,0 1 1 0 0,0-1 0 0 0,0 1-1 0 0,0-1 1 0 0,0 1-1 0 0,0-1 1 0 0,-1 1 0 0 0,1-1-1 0 0,0 1 1 0 0,-1-1 0 0 0,1 1-1 0 0,0-1 1 0 0,-1 1 0 0 0,1-1-1 0 0,0 1 1 0 0,-1 0 0 0 0,1-1-1 0 0,-1 1 1 0 0,1-1 0 0 0,0 1-1 0 0,-1 0 1 0 0,1 0 0 0 0,-1-1-1 0 0,1 1 1 0 0,-1 0 0 0 0,0 0-1 0 0,1 0 1 0 0,-1-1-1 0 0,1 1 1 0 0,-1 0 0 0 0,1 0-1 0 0,-1 0 1 0 0,1 0 0 0 0,-2 0-1 0 0,1 0 1 0 0,1 0-1 0 0,-1 0 0 0 0,1 0 1 0 0,-1 0-1 0 0,0 0 1 0 0,1 0-1 0 0,-1 0 0 0 0,1 0 1 0 0,-1 0-1 0 0,0-1 0 0 0,1 1 1 0 0,-1 0-1 0 0,1 0 0 0 0,-1-1 1 0 0,1 1-1 0 0,-1 0 0 0 0,1-1 1 0 0,-1 1-1 0 0,1-1 1 0 0,-1 1-1 0 0,1-1 0 0 0,-1 1 1 0 0,1-1-1 0 0,0 1 0 0 0,-1-1 1 0 0,1 1-1 0 0,0-1 0 0 0,-1 1 1 0 0,1-1-1 0 0,0 1 0 0 0,0-1 1 0 0,0 0-1 0 0,0 1 1 0 0,-1-1-1 0 0,1 0 0 0 0,-2-2 13 0 0,-1 1 0 0 0,0 0 0 0 0,0 0 0 0 0,0 0 0 0 0,0 0-1 0 0,0 0 1 0 0,0 1 0 0 0,-1 0 0 0 0,1-1 0 0 0,-1 1 0 0 0,1 1 0 0 0,-6-2-1 0 0,-5-3 34 0 0,-152-56 297 0 0,-2 6-1 0 0,-2 8 1 0 0,-315-45-1 0 0,71 71-510 0 0,269 18-240 0 0,108 2 201 0 0,-11-1-885 0 0,-58 5 1 0 0,103-3 938 0 0,2 0 53 0 0,1 0 1 0 0,-1 0-1 0 0,0 0 0 0 0,0 0 0 0 0,0-1 1 0 0,0 1-1 0 0,0 1 0 0 0,0-1 1 0 0,0 0-1 0 0,0 0 0 0 0,0 0 0 0 0,0 0 1 0 0,0 1-1 0 0,0-1 0 0 0,1 0 1 0 0,-1 1-1 0 0,0-1 0 0 0,0 1 0 0 0,0-1 1 0 0,0 1-1 0 0,1-1 0 0 0,-1 1 0 0 0,0 0 1 0 0,1-1-1 0 0,-1 1 0 0 0,0 0 1 0 0,1 0-1 0 0,-1-1 0 0 0,1 1 0 0 0,-1 0 1 0 0,1 0-1 0 0,0 0 0 0 0,-1 0 1 0 0,1 0-1 0 0,0 0 0 0 0,-1-1 0 0 0,1 1 1 0 0,0 0-1 0 0,0 0 0 0 0,0 0 0 0 0,0 0 1 0 0,0 0-1 0 0,0 1 0 0 0,1-1-127 0 0,-1 0 0 0 0,1 0-1 0 0,0 0 1 0 0,0 0-1 0 0,0 0 1 0 0,0-1 0 0 0,0 1-1 0 0,0 0 1 0 0,0 0-1 0 0,0-1 1 0 0,0 1 0 0 0,0-1-1 0 0,1 1 1 0 0,-1-1 0 0 0,0 0-1 0 0,0 1 1 0 0,0-1-1 0 0,1 0 1 0 0,-1 0 0 0 0,0 0-1 0 0,3 0 1 0 0,0 1-556 0 0,26 5-2100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8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91 5282 0 0,'0'-8'2722'0'0,"-30"3"-1682"0"0,30-1-1120 0 0,0-2 0 0 0,-30 2-80 0 0,30-7-80 0 0,0 1-80 0 0,0-1 0 0 0,0 1-1 0 0,0 5-159 0 0,0 14-2481 0 0,0 13 480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2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18 80 0 0,'-1'1'213'0'0,"0"0"-1"0"0,0 1 1 0 0,0-1 0 0 0,0 0-1 0 0,0 0 1 0 0,-1 0 0 0 0,1 0-1 0 0,0-1 1 0 0,-1 1-1 0 0,1 0 1 0 0,0-1 0 0 0,-1 1-1 0 0,1 0 1 0 0,-1-1 0 0 0,1 0-1 0 0,-1 1 1 0 0,1-1 0 0 0,-1 0-1 0 0,0 0 1 0 0,1 0 0 0 0,-1 0-1 0 0,1 0 1 0 0,-4 0-1 0 0,-42 0 3409 0 0,45-1-3621 0 0,-8 8 1254 0 0,8-7-1140 0 0,0 0-77 0 0,1 0 0 0 0,0 1 1 0 0,-1-1-1 0 0,1 0 0 0 0,-1 1 0 0 0,1-1 1 0 0,0 1-1 0 0,-1-1 0 0 0,1 1 0 0 0,0 0 0 0 0,-1 0 1 0 0,1-1-1 0 0,0 1 0 0 0,0 0 0 0 0,0 0 1 0 0,-1 2-1 0 0,2-2 777 0 0,5 1-761 0 0,0-1 1 0 0,0 1 0 0 0,1-1-1 0 0,-1 0 1 0 0,1 0 0 0 0,-1-1-1 0 0,7 0 1 0 0,29 6 144 0 0,4 5-69 0 0,0-2 0 0 0,1-3-1 0 0,67 3 1 0 0,-90-8-97 0 0,-3 1-48 0 0,80 1 63 0 0,-92-2-94 0 0,0-2 0 0 0,-1 1-1 0 0,1-1 1 0 0,0 0 0 0 0,0-1 0 0 0,-1 0 0 0 0,1 0 0 0 0,-1-1-1 0 0,10-4 1 0 0,-16 5-119 0 0,0 1-1 0 0,0-1 0 0 0,-1 0 0 0 0,1 1 1 0 0,0-1-1 0 0,-1 0 0 0 0,0 0 0 0 0,1 0 1 0 0,-1 1-1 0 0,0-1 0 0 0,0 0 0 0 0,0 0 1 0 0,0 0-1 0 0,0 0 0 0 0,0 1 0 0 0,0-1 1 0 0,-1 0-1 0 0,1 0 0 0 0,-1 0 0 0 0,1 1 1 0 0,-1-1-1 0 0,0 0 0 0 0,-1-1 0 0 0,0 0-118 0 0,0 1 0 0 0,0-1-1 0 0,-1 1 1 0 0,1 0-1 0 0,-1-1 1 0 0,1 1-1 0 0,-1 1 1 0 0,0-1-1 0 0,-5-2 1 0 0,-47-15-2810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12 560 0 0,'-30'14'5363'0'0,"0"-9"-1682"0"0,30-10-3200 0 0,-31 10-81 0 0,31 3-160 0 0,31-8-80 0 0,29 0-80 0 0,61-8 0 0 0,211 3-160 0 0,-67-9-1361 0 0,-84 3-3841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7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38 960 0 0,'-29'3'2047'0'0,"-103"12"3597"0"0,117-12-5462 0 0,1 0-1 0 0,0 1 1 0 0,-18 6 0 0 0,-39 10 511 0 0,53-14-620 0 0,16-5-58 0 0,-1-1-1 0 0,1 1 1 0 0,-1 0-1 0 0,1 0 0 0 0,-1 0 1 0 0,1 1-1 0 0,-1-1 1 0 0,1 0-1 0 0,0 1 0 0 0,0 0 1 0 0,0-1-1 0 0,0 1 1 0 0,0 0-1 0 0,0 0 0 0 0,1 0 1 0 0,-1 0-1 0 0,1 0 1 0 0,-3 5-1 0 0,-20 19 181 0 0,21-25-174 0 0,1 1 0 0 0,0 0-1 0 0,-1 0 1 0 0,1 0-1 0 0,0 0 1 0 0,0 1-1 0 0,0-1 1 0 0,1 1-1 0 0,-1-1 1 0 0,0 1 0 0 0,1-1-1 0 0,0 1 1 0 0,-1 0-1 0 0,1 0 1 0 0,0 0-1 0 0,1 0 1 0 0,-1-1-1 0 0,0 1 1 0 0,1 0 0 0 0,-1 4-1 0 0,2-5-13 0 0,-1-1 1 0 0,0 1-1 0 0,1 0 0 0 0,-1 0 1 0 0,1-1-1 0 0,0 1 0 0 0,-1 0 0 0 0,1-1 1 0 0,0 1-1 0 0,0-1 0 0 0,0 1 1 0 0,0-1-1 0 0,0 1 0 0 0,0-1 1 0 0,1 0-1 0 0,-1 1 0 0 0,0-1 0 0 0,1 0 1 0 0,-1 0-1 0 0,1 0 0 0 0,-1 0 1 0 0,1 0-1 0 0,2 1 0 0 0,46 15-31 0 0,-36-13 46 0 0,5 2-14 0 0,18 6 98 0 0,66 13 0 0 0,-91-23-105 0 0,-1-1-1 0 0,1 0 1 0 0,-1-1 0 0 0,1 0-1 0 0,-1 0 1 0 0,1-2 0 0 0,-1 1-1 0 0,1-1 1 0 0,-1-1 0 0 0,17-6-1 0 0,-27 9-1 0 0,1-1 1 0 0,0 0-1 0 0,-1 1 0 0 0,1-1 0 0 0,-1 0 1 0 0,1 0-1 0 0,-1 0 0 0 0,1 0 0 0 0,-1-1 1 0 0,0 1-1 0 0,0 0 0 0 0,0 0 0 0 0,1-1 1 0 0,-1 1-1 0 0,0-1 0 0 0,-1 1 0 0 0,1-1 1 0 0,0 1-1 0 0,0-1 0 0 0,-1 0 0 0 0,1 1 1 0 0,-1-1-1 0 0,1 0 0 0 0,-1 1 0 0 0,0-1 1 0 0,0 0-1 0 0,1 0 0 0 0,-1 1 0 0 0,0-1 1 0 0,-1 0-1 0 0,1 0 0 0 0,0 1 0 0 0,0-1 1 0 0,-1-2-1 0 0,-3-6-5 0 0,0-1 1 0 0,0 1 0 0 0,0 0-1 0 0,-11-15 1 0 0,15 24 5 0 0,-9-15 12 0 0,-1 1 0 0 0,0 1 1 0 0,-1-1-1 0 0,0 1 0 0 0,-19-16 0 0 0,22 23-1 0 0,-1 0-1 0 0,0 0 0 0 0,0 1 0 0 0,-1 0 1 0 0,0 1-1 0 0,0 0 0 0 0,0 1 1 0 0,-1 0-1 0 0,1 0 0 0 0,-19-3 1 0 0,-6-2 41 0 0,29 7-56 0 0,0 0 1 0 0,0 1-1 0 0,0-1 0 0 0,-1 1 1 0 0,1 1-1 0 0,-8-1 0 0 0,74 20-1396 0 0,172 23-5737 0 0,-167-35 4549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8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1681 0 0,'-20'4'2358'0'0,"8"-1"-1651"0"0,0-1 1 0 0,0 2-1 0 0,0 0 0 0 0,0 0 1 0 0,0 1-1 0 0,1 0 0 0 0,-12 8 1 0 0,-1-1-342 0 0,21-11-338 0 0,1 0 1 0 0,0-1 0 0 0,0 1-1 0 0,-1 0 1 0 0,1 1-1 0 0,0-1 1 0 0,0 0-1 0 0,0 1 1 0 0,0-1 0 0 0,0 1-1 0 0,0-1 1 0 0,1 1-1 0 0,-1 0 1 0 0,0 0-1 0 0,1 0 1 0 0,-1 0 0 0 0,-1 3-1 0 0,-4 6 85 0 0,5-9-85 0 0,0 0 0 0 0,0 1 0 0 0,1-1 0 0 0,-1 1 0 0 0,1 0 0 0 0,-1-1 0 0 0,1 1 0 0 0,0 0 1 0 0,0 0-1 0 0,0 0 0 0 0,1 0 0 0 0,-1-1 0 0 0,1 1 0 0 0,-1 5 0 0 0,1 0 13 0 0,1 0-1 0 0,0-1 1 0 0,0 1 0 0 0,1-1 0 0 0,-1 1-1 0 0,2-1 1 0 0,-1 0 0 0 0,1 0 0 0 0,0 0-1 0 0,0 0 1 0 0,1 0 0 0 0,0-1 0 0 0,0 1-1 0 0,1-1 1 0 0,-1 0 0 0 0,2 0 0 0 0,8 7-1 0 0,-8-5-27 0 0,0 0 0 0 0,1-1 0 0 0,0 0 0 0 0,0-1 0 0 0,1 1-1 0 0,-1-1 1 0 0,1-1 0 0 0,1 1 0 0 0,-1-2 0 0 0,1 1 0 0 0,0-1-1 0 0,0 0 1 0 0,0-1 0 0 0,1 0 0 0 0,-1 0 0 0 0,1-1-1 0 0,0-1 1 0 0,-1 1 0 0 0,1-1 0 0 0,0-1 0 0 0,0 0 0 0 0,0-1-1 0 0,-1 1 1 0 0,1-2 0 0 0,15-3 0 0 0,-22 5-6 0 0,-1-1-1 0 0,1 1 1 0 0,0-1 0 0 0,-1 1-1 0 0,1-1 1 0 0,-1 0 0 0 0,1 0 0 0 0,-1 0-1 0 0,1 0 1 0 0,-1 0 0 0 0,0-1-1 0 0,0 1 1 0 0,0-1 0 0 0,0 0 0 0 0,0 1-1 0 0,0-1 1 0 0,0 0 0 0 0,0 0-1 0 0,0 0 1 0 0,-1 0 0 0 0,1-1 0 0 0,-1 1-1 0 0,0 0 1 0 0,0-1 0 0 0,0 1-1 0 0,0-1 1 0 0,0 1 0 0 0,0-1-1 0 0,-1 1 1 0 0,1-1 0 0 0,-1 1 0 0 0,1-1-1 0 0,-1 0 1 0 0,0 1 0 0 0,0-1-1 0 0,-1 0 1 0 0,1 1 0 0 0,-1-4 0 0 0,-3-9 90 0 0,0 0 1 0 0,-2 1 0 0 0,0-1-1 0 0,0 1 1 0 0,-12-19 0 0 0,6 12 108 0 0,7 12-103 0 0,0 0 1 0 0,0 0 0 0 0,-1 0 0 0 0,-1 1-1 0 0,1-1 1 0 0,-1 1 0 0 0,-1 1 0 0 0,0 0-1 0 0,0 0 1 0 0,0 0 0 0 0,0 1 0 0 0,-1 0-1 0 0,0 1 1 0 0,-1 0 0 0 0,1 0 0 0 0,-1 1-1 0 0,-13-4 1 0 0,-2 0-2158 0 0,262 22-4616 0 0,-142-9 3389 0 0,21 1 506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1 160 0 0,'-42'7'3547'0'0,"-65"16"1380"0"0,99-20-4636 0 0,-1 0-1 0 0,1 0 1 0 0,1 0-1 0 0,-1 1 0 0 0,0 1 1 0 0,1-1-1 0 0,0 1 1 0 0,0 0-1 0 0,-11 11 1 0 0,17-15-289 0 0,1-1 1 0 0,-1 1 0 0 0,1 0-1 0 0,0-1 1 0 0,-1 1 0 0 0,1-1-1 0 0,0 1 1 0 0,-1 0 0 0 0,1-1-1 0 0,0 1 1 0 0,0 0 0 0 0,-1-1-1 0 0,1 1 1 0 0,0 0 0 0 0,0-1 0 0 0,0 1-1 0 0,0 0 1 0 0,0 0 0 0 0,0-1-1 0 0,0 1 1 0 0,0 0 0 0 0,0-1-1 0 0,0 1 1 0 0,1 0 0 0 0,-1-1-1 0 0,0 1 1 0 0,0 0 0 0 0,1-1-1 0 0,-1 1 1 0 0,0 0 0 0 0,1 0-1 0 0,17 18-55 0 0,-9-11 34 0 0,-1 2 55 0 0,0 1 0 0 0,-1 0-1 0 0,8 17 1 0 0,-11-18 3 0 0,2-1 0 0 0,-1 1 0 0 0,1-1-1 0 0,1 0 1 0 0,0 0 0 0 0,0 0 0 0 0,9 7-1 0 0,-6-9 0 0 0,1 1 0 0 0,1-2 0 0 0,-1 1 0 0 0,1-2 0 0 0,0 0-1 0 0,1 0 1 0 0,17 4 0 0 0,90 15 473 0 0,-119-23-481 0 0,1-1-1 0 0,-1 0 1 0 0,1 1 0 0 0,-1-1-1 0 0,1 0 1 0 0,-1 0 0 0 0,1 0-1 0 0,-1 0 1 0 0,1 0 0 0 0,-1 0-1 0 0,1 0 1 0 0,-1-1 0 0 0,0 1-1 0 0,1 0 1 0 0,-1-1-1 0 0,1 1 1 0 0,-1-1 0 0 0,0 0-1 0 0,1 1 1 0 0,0-2 0 0 0,-1 1-14 0 0,-1 0 0 0 0,1 0 1 0 0,-1 0-1 0 0,0 0 0 0 0,0 0 1 0 0,0 0-1 0 0,0 0 0 0 0,1 0 1 0 0,-1 0-1 0 0,0 0 0 0 0,0 0 0 0 0,-1 0 1 0 0,1 0-1 0 0,0 0 0 0 0,0 1 1 0 0,0-1-1 0 0,-1 0 0 0 0,1 0 1 0 0,0 0-1 0 0,-1 0 0 0 0,1 0 1 0 0,-2-1-1 0 0,-6-11 57 0 0,0 1-1 0 0,-2 0 1 0 0,-12-13 0 0 0,11 11-41 0 0,-4-1-278 0 0,0 0 0 0 0,0 1 1 0 0,-2 0-1 0 0,1 1 0 0 0,-2 1 1 0 0,0 1-1 0 0,0 0 0 0 0,-1 2 1 0 0,0 0-1 0 0,-1 1 0 0 0,-22-6 1 0 0,-18-4-3357 0 0,25 0-2867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1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1040 0 0,'-30'13'4322'0'0,"0"-1"-3121"0"0,30-5-1841 0 0,0-1-5123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69 3602 0 0,'-55'-12'6229'0'0,"50"10"-5535"0"0,0 4-321 0 0,-11 2 106 0 0,24-5 228 0 0,40-5-385 0 0,289-26 132 0 0,-136 11-1482 0 0,-145 21-4788 0 0,-56 0 5772 0 0,-1 0-1 0 0,1 0 1 0 0,0 0 0 0 0,0 0 0 0 0,0 0-1 0 0,0 0 1 0 0,0 0 0 0 0,0 0-1 0 0,0 0 1 0 0,-1 0 0 0 0,1 0-1 0 0,0 1 1 0 0,0-1 0 0 0,0 0-1 0 0,0 0 1 0 0,0 0 0 0 0,0 0-1 0 0,0 0 1 0 0,0 0 0 0 0,0 0-1 0 0,0 1 1 0 0,0-1 0 0 0,-1 0 0 0 0,1 0-1 0 0,0 0 1 0 0,0 0 0 0 0,0 0-1 0 0,0 0 1 0 0,0 1 0 0 0,0-1-1 0 0,0 0 1 0 0,0 0 0 0 0,0 0-1 0 0,0 0 1 0 0,0 0 0 0 0,0 1-1 0 0,1-1 1 0 0,-1 0 0 0 0,0 0 0 0 0,0 0-1 0 0,0 0 1 0 0,0 0 0 0 0,0 0-1 0 0,0 1 1 0 0,0-1 0 0 0,0 0-1 0 0,0 0 1 0 0,0 0 0 0 0,0 0-1 0 0,1 0 1 0 0,-1 0 0 0 0,0 0-1 0 0,0 0 1 0 0,0 0 0 0 0,0 0-1 0 0,0 1 1 0 0,0-1 0 0 0,1 0 0 0 0,-26 12-2398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3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20 880 0 0,'0'-12'1921'0'0,"0"4"1441"0"0,0 22-2082 0 0,30 30 241 0 0,0 44-320 0 0,1-16-801 0 0,-1-9-400 0 0,-30-5 0 0 0,24-14 0 0 0,36-6-400 0 0,1-7-641 0 0,-61-12-1760 0 0,30-11-3442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1761 0 0,'0'-1'374'0'0,"1"0"0"0"0,-1-1 0 0 0,0 1 0 0 0,0 0 0 0 0,1 0-1 0 0,-1 0 1 0 0,1 0 0 0 0,-1 0 0 0 0,1 0 0 0 0,-1 0 0 0 0,1 0 0 0 0,0 0 0 0 0,0 0 0 0 0,-1 0 0 0 0,1 0 0 0 0,2-1 0 0 0,22-15 1395 0 0,35-5-1518 0 0,-49 19-230 0 0,219-55-36 0 0,-181 48-32 0 0,0 2 1 0 0,85-3 0 0 0,-124 11 45 0 0,1 0 0 0 0,-1 1 0 0 0,1 0 0 0 0,-1 1 1 0 0,17 4-1 0 0,-25-5 3 0 0,0 0 1 0 0,0 0-1 0 0,1-1 1 0 0,-1 1-1 0 0,0 0 1 0 0,0 1-1 0 0,0-1 1 0 0,0 0-1 0 0,0 1 0 0 0,-1-1 1 0 0,1 1-1 0 0,0-1 1 0 0,-1 1-1 0 0,1 0 1 0 0,-1 0-1 0 0,1 0 1 0 0,-1 0-1 0 0,0 0 1 0 0,0 0-1 0 0,0 0 1 0 0,0 0-1 0 0,0 0 1 0 0,-1 0-1 0 0,1 1 0 0 0,0-1 1 0 0,-1 0-1 0 0,0 1 1 0 0,1 2-1 0 0,0 32 18 0 0,1-24-10 0 0,-2 0 1 0 0,1 0-1 0 0,-2 1 1 0 0,0-1 0 0 0,0 0-1 0 0,-5 20 1 0 0,-70 182 2 0 0,75-211-16 0 0,0 0 0 0 0,0 0 0 0 0,0-1 0 0 0,-1 1 0 0 0,1 0 0 0 0,-1-1 0 0 0,0 1 0 0 0,0-1 0 0 0,-1 1 0 0 0,1-1 0 0 0,0 0 0 0 0,-1 0 0 0 0,0 0 0 0 0,0 0 0 0 0,0-1 0 0 0,0 1 0 0 0,0-1 0 0 0,-1 1 0 0 0,1-1 0 0 0,-1 0 0 0 0,1-1 0 0 0,-1 1 0 0 0,0-1 0 0 0,0 1 0 0 0,0-1 0 0 0,0 0 0 0 0,0-1 0 0 0,0 1 0 0 0,0-1 0 0 0,-6 1 0 0 0,0-2 11 0 0,1-1 0 0 0,-1 1 0 0 0,1-2 0 0 0,0 1 0 0 0,0-1 1 0 0,0-1-1 0 0,0 1 0 0 0,1-2 0 0 0,-1 1 0 0 0,1-1 0 0 0,0 0 0 0 0,1-1 1 0 0,-1 0-1 0 0,1 0 0 0 0,0-1 0 0 0,0 1 0 0 0,-6-11 0 0 0,9 13 31 0 0,1 1-1 0 0,-1 0 1 0 0,0-1-1 0 0,0 1 1 0 0,0 1-1 0 0,0-1 0 0 0,-1 0 1 0 0,1 1-1 0 0,-1 0 1 0 0,1 0-1 0 0,-1 0 1 0 0,0 1-1 0 0,0 0 1 0 0,0 0-1 0 0,0 0 1 0 0,-6 0-1 0 0,71 27 522 0 0,-18-8-411 0 0,68 43 0 0 0,-26-13-73 0 0,-77-44-154 0 0,1-1 0 0 0,-1 0 0 0 0,1-1 0 0 0,-1 0 0 0 0,1 0 0 0 0,0 0 0 0 0,0-1 1 0 0,0-1-1 0 0,0 1 0 0 0,0-1 0 0 0,0 0 0 0 0,0-1 0 0 0,11-2 0 0 0,-5 0-195 0 0,-1 0 0 0 0,1-1 0 0 0,-1-1 0 0 0,0 0 0 0 0,0-1 0 0 0,23-13 0 0 0,-33 17 77 0 0,-1 1-1 0 0,0-1 1 0 0,0 0 0 0 0,1 0-1 0 0,-1 0 1 0 0,-1 0-1 0 0,1 0 1 0 0,0 0-1 0 0,0 0 1 0 0,-1 0-1 0 0,1-1 1 0 0,-1 1 0 0 0,0-1-1 0 0,0 1 1 0 0,0-1-1 0 0,0 0 1 0 0,0 1-1 0 0,0-1 1 0 0,-1-3-1 0 0,5-7-769 0 0,20-45-2636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5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183 195 400 0 0,'25'5'2134'0'0,"-20"-4"-173"0"0,-10-2-333 0 0,0 0-1274 0 0,5 1-287 0 0,-1 0 0 0 0,0 0 0 0 0,0 0 1 0 0,0 0-1 0 0,1 0 0 0 0,-1 0 0 0 0,0 0 0 0 0,0 0 0 0 0,1 0 1 0 0,-1-1-1 0 0,0 1 0 0 0,0 0 0 0 0,1 0 0 0 0,-1-1 0 0 0,0 1 1 0 0,1-1-1 0 0,-1 1 0 0 0,0-1 0 0 0,1 1 0 0 0,-1-1 0 0 0,1 1 1 0 0,-1-1-1 0 0,1 1 0 0 0,-1-1 0 0 0,1 0 0 0 0,-1 1 1 0 0,1-1-1 0 0,0 0 0 0 0,-1 1 0 0 0,1-1 0 0 0,0 0 0 0 0,-1 1 1 0 0,1-1-1 0 0,0 0 0 0 0,0 0 0 0 0,0 0 0 0 0,0 1 0 0 0,0-1 1 0 0,0 0-1 0 0,0-1 0 0 0,0 1-39 0 0,0 0 0 0 0,0 0 0 0 0,0 0 0 0 0,-1 0 0 0 0,1 0 0 0 0,0 0 1 0 0,0 0-1 0 0,-1 0 0 0 0,1 0 0 0 0,-1 0 0 0 0,1 0 0 0 0,-1 1 0 0 0,1-1 0 0 0,-1 0 0 0 0,1 0 0 0 0,-1 0 1 0 0,0 0-1 0 0,1 1 0 0 0,-1-1 0 0 0,0 0 0 0 0,0 1 0 0 0,0-1 0 0 0,1 1 0 0 0,-1-1 0 0 0,-2 0 0 0 0,2 0-8 0 0,0 1-1 0 0,0-1 0 0 0,0 1 0 0 0,0-1 0 0 0,0 0 0 0 0,1 1 0 0 0,-1-1 0 0 0,0 0 0 0 0,0 0 0 0 0,0 0 1 0 0,1 0-1 0 0,-1 0 0 0 0,0 0 0 0 0,1 1 0 0 0,-1-2 0 0 0,1 1 0 0 0,-1 0 0 0 0,1 0 0 0 0,0 0 1 0 0,-1 0-1 0 0,1 0 0 0 0,0 0 0 0 0,0 0 0 0 0,0 0 0 0 0,0-3 0 0 0,-1 1 5 0 0,0 0 1 0 0,0 0-1 0 0,0-1 0 0 0,0 1 0 0 0,0 0 1 0 0,0 0-1 0 0,-1 0 0 0 0,0 0 0 0 0,1 0 1 0 0,-1 1-1 0 0,0-1 0 0 0,-1 1 0 0 0,1-1 1 0 0,0 1-1 0 0,-5-4 0 0 0,4 4-12 0 0,0-1 1 0 0,1 1-1 0 0,0 0 1 0 0,-1-1-1 0 0,1 0 1 0 0,0 1-1 0 0,0-1 1 0 0,0 0-1 0 0,1 0 0 0 0,-1 0 1 0 0,1 0-1 0 0,-1 0 1 0 0,1-1-1 0 0,0 1 1 0 0,-1-7-1 0 0,2-18 321 0 0,0 27 95 0 0,0 16-148 0 0,0-14-275 0 0,0 0 1 0 0,0 0-1 0 0,0 0 1 0 0,-1 0-1 0 0,1 0 1 0 0,0 0-1 0 0,-1 0 1 0 0,1 0 0 0 0,-1-1-1 0 0,1 1 1 0 0,-1 0-1 0 0,1 0 1 0 0,-1-1-1 0 0,1 1 1 0 0,-1 0 0 0 0,0 0-1 0 0,1-1 1 0 0,-1 1-1 0 0,0-1 1 0 0,0 1-1 0 0,1-1 1 0 0,-1 1-1 0 0,-1 0 1 0 0,1-1-2 0 0,0 1 1 0 0,-1-1-1 0 0,1 1 0 0 0,0 0 0 0 0,0 0 1 0 0,1-1-1 0 0,-1 1 0 0 0,0 0 0 0 0,0 0 1 0 0,0 0-1 0 0,0 0 0 0 0,1 0 0 0 0,-1 0 1 0 0,0 0-1 0 0,1 0 0 0 0,-1 0 1 0 0,1 0-1 0 0,-1 0 0 0 0,1 1 0 0 0,0-1 1 0 0,0 0-1 0 0,-1 0 0 0 0,1 0 0 0 0,0 2 1 0 0,1 10 65 0 0,-1-9-46 0 0,1-1 1 0 0,-1 1-1 0 0,0 0 0 0 0,0-1 1 0 0,0 1-1 0 0,0 0 0 0 0,-1 0 1 0 0,1-1-1 0 0,-1 1 0 0 0,0-1 1 0 0,0 1-1 0 0,-2 3 0 0 0,-3-1-22 0 0,4-4 3 0 0,0-1-1 0 0,1 1 1 0 0,-1 0 0 0 0,1-1-1 0 0,-1 1 1 0 0,1 0-1 0 0,0 0 1 0 0,0 0-1 0 0,0 0 1 0 0,0 0-1 0 0,0 0 1 0 0,0 0 0 0 0,0 0-1 0 0,1 1 1 0 0,-1-1-1 0 0,1 0 1 0 0,-1 0-1 0 0,1 1 1 0 0,0-1 0 0 0,0 0-1 0 0,0 0 1 0 0,1 4-1 0 0,-2-3 2 0 0,1-1-1 0 0,-1 1 1 0 0,1-1 0 0 0,-1 1-1 0 0,0-1 1 0 0,0 0-1 0 0,0 1 1 0 0,-1-1 0 0 0,1 0-1 0 0,0 0 1 0 0,-1 0-1 0 0,-3 4 1 0 0,4-5-4 0 0,0 0-1 0 0,0 0 1 0 0,-1 0 0 0 0,1 0 0 0 0,0 0 0 0 0,0 1-1 0 0,0-1 1 0 0,1 0 0 0 0,-1 1 0 0 0,0-1 0 0 0,0 0-1 0 0,1 1 1 0 0,-1-1 0 0 0,1 1 0 0 0,-1-1-1 0 0,1 1 1 0 0,0-1 0 0 0,-1 1 0 0 0,1 0 0 0 0,0-1-1 0 0,0 1 1 0 0,0-1 0 0 0,0 1 0 0 0,1 0 0 0 0,-1-1-1 0 0,0 1 1 0 0,1-1 0 0 0,-1 1 0 0 0,1-1-1 0 0,-1 1 1 0 0,1-1 0 0 0,0 1 0 0 0,1 1 0 0 0,5 6-23 0 0,-5-7 19 0 0,0 0 1 0 0,-1 0-1 0 0,1 0 0 0 0,-1 0 0 0 0,1 0 1 0 0,-1 0-1 0 0,0 1 0 0 0,0-1 0 0 0,0 0 1 0 0,0 1-1 0 0,0-1 0 0 0,0 1 1 0 0,-1-1-1 0 0,1 1 0 0 0,-1-1 0 0 0,0 1 1 0 0,0 0-1 0 0,0 4 0 0 0,0-6 3 0 0,0 1 0 0 0,0-1 0 0 0,1 0-1 0 0,-1 1 1 0 0,0-1 0 0 0,1 1 0 0 0,0-1-1 0 0,-1 0 1 0 0,1 1 0 0 0,0-1 0 0 0,-1 0-1 0 0,1 0 1 0 0,0 1 0 0 0,0-1 0 0 0,0 0-1 0 0,0 0 1 0 0,0 0 0 0 0,0 0 0 0 0,0 0-1 0 0,1 0 1 0 0,-1-1 0 0 0,0 1 0 0 0,0 0-1 0 0,3 1 1 0 0,3 0-19 0 0,-1 0 1 0 0,1 0-1 0 0,-1 0 0 0 0,1 0 1 0 0,13 0-1 0 0,-1-1-20 0 0,0 0 0 0 0,-1-2-1 0 0,32-4 1 0 0,-41 4 31 0 0,0-1 0 0 0,0-1 0 0 0,0 1-1 0 0,-1-1 1 0 0,1-1 0 0 0,-1 0 0 0 0,1 0 0 0 0,-1 0-1 0 0,-1-1 1 0 0,1 0 0 0 0,-1-1 0 0 0,9-7 0 0 0,-15 9 7 0 0,1 1 0 0 0,-1-1 0 0 0,0 1 0 0 0,0-1 0 0 0,0 0 0 0 0,-1 1 0 0 0,1-1 1 0 0,-1 0-1 0 0,0 0 0 0 0,0 1 0 0 0,0-1 0 0 0,-1 0 0 0 0,0-5 0 0 0,0-4 12 0 0,1-63 215 0 0,4 70-240 0 0,16 5-55 0 0,-16 7 80 0 0,-3-3-10 0 0,10 8 80 0 0,0 0-1 0 0,0 2 1 0 0,-1-1 0 0 0,-1 1-1 0 0,0 1 1 0 0,-1-1-1 0 0,-1 2 1 0 0,0-1 0 0 0,-1 1-1 0 0,0 0 1 0 0,-1 0-1 0 0,-1 0 1 0 0,0 1 0 0 0,-1 0-1 0 0,-1 0 1 0 0,1 21-1 0 0,-3 129-467 0 0,0-164 39 0 0,33-16-4234 0 0,6 0 3093 0 0,-38 13 1335 0 0,0 1-1 0 0,0-1 1 0 0,0 1 0 0 0,0-1-1 0 0,0 0 1 0 0,0 1-1 0 0,0-1 1 0 0,0 0-1 0 0,0 0 1 0 0,0 0-1 0 0,0 0 1 0 0,-1 0 0 0 0,1 0-1 0 0,0 0 1 0 0,-1 0-1 0 0,1 0 1 0 0,0 0-1 0 0,-1 0 1 0 0,1 0-1 0 0,-1 0 1 0 0,0-1 0 0 0,1 1-1 0 0,-1-1 1 0 0,0-16-1888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5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17 1040 0 0,'0'0'2201'0'0,"1"10"2918"0"0,-1-9-5005 0 0,0 1 0 0 0,0-1 0 0 0,0 0 0 0 0,0 0 0 0 0,0 1 0 0 0,0-1 0 0 0,0 0 0 0 0,0 0 0 0 0,-1 0 0 0 0,1 1-1 0 0,0-1 1 0 0,-1 0 0 0 0,1 0 0 0 0,-1 0 0 0 0,1 0 0 0 0,-1 0 0 0 0,1 0 0 0 0,-2 2 0 0 0,-46 28 469 0 0,2 3 1 0 0,1 1 0 0 0,-53 54-1 0 0,93-84-544 0 0,1 1-1 0 0,-1-1 0 0 0,1 1 1 0 0,0 0-1 0 0,0 0 0 0 0,1 0 1 0 0,0 0-1 0 0,0 0 1 0 0,0 1-1 0 0,1-1 0 0 0,0 1 1 0 0,0 0-1 0 0,-1 12 0 0 0,3-15-7 0 0,0 0 0 0 0,1 1 0 0 0,-1-1 0 0 0,1 0 0 0 0,-1 1 0 0 0,1-1 0 0 0,1 0 0 0 0,-1 0 0 0 0,0 0 0 0 0,1 0 0 0 0,0 0 0 0 0,0 0 0 0 0,0 0 0 0 0,1 0 0 0 0,-1-1 0 0 0,1 1 0 0 0,0-1 0 0 0,0 0 0 0 0,0 0 0 0 0,0 0 0 0 0,1 0 0 0 0,-1 0 0 0 0,7 3 0 0 0,8 4-8 0 0,0-1 1 0 0,0 0-1 0 0,1-1 1 0 0,0-1-1 0 0,1-1 0 0 0,-1-1 1 0 0,1-1-1 0 0,0 0 1 0 0,39 1-1 0 0,-26-5-55 0 0,-1-1-1 0 0,0-1 1 0 0,0-2 0 0 0,0-1-1 0 0,44-13 1 0 0,-62 14 17 0 0,-1 0-1 0 0,0-2 1 0 0,0 1 0 0 0,0-1 0 0 0,16-12 0 0 0,-24 15 20 0 0,0 0 1 0 0,-1-1 0 0 0,0 0-1 0 0,0 0 1 0 0,0 0 0 0 0,0-1 0 0 0,0 1-1 0 0,-1-1 1 0 0,0 0 0 0 0,0 0-1 0 0,0 0 1 0 0,-1 0 0 0 0,0 0-1 0 0,0-1 1 0 0,2-6 0 0 0,-2 4 26 0 0,0 0 1 0 0,-1 0-1 0 0,1 0 1 0 0,-2 0 0 0 0,1 0-1 0 0,-1 0 1 0 0,0 0-1 0 0,-1 0 1 0 0,0 0-1 0 0,0 0 1 0 0,-1 0-1 0 0,0 0 1 0 0,-1 0-1 0 0,1 0 1 0 0,-1 1 0 0 0,-1 0-1 0 0,1-1 1 0 0,-1 1-1 0 0,-1 0 1 0 0,1 1-1 0 0,-1-1 1 0 0,0 1-1 0 0,-1 0 1 0 0,-6-6 0 0 0,-7-5 77 0 0,0 2 0 0 0,0 0 0 0 0,-2 1 0 0 0,0 1 0 0 0,0 1 0 0 0,-1 1 0 0 0,0 1 0 0 0,-1 1 0 0 0,0 0 0 0 0,-1 2 0 0 0,0 1 0 0 0,0 1 0 0 0,0 1 0 0 0,0 1 0 0 0,-33 0 0 0 0,50 4-507 0 0,0 0-1 0 0,0 0 0 0 0,0 0 0 0 0,1 1 1 0 0,-1 0-1 0 0,-12 5 0 0 0,-6 2-3234 0 0,33-7-1485 0 0,9 2 3684 0 0,13-3-1315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7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121 152 320 0 0,'0'-1'177'0'0,"0"-1"-1"0"0,0 1 1 0 0,-1 0-1 0 0,1-1 1 0 0,0 1 0 0 0,-1 0-1 0 0,1-1 1 0 0,-1 1-1 0 0,1 0 1 0 0,-1 0-1 0 0,0-1 1 0 0,0 1-1 0 0,1 0 1 0 0,-1 0 0 0 0,0 0-1 0 0,0 0 1 0 0,0 0-1 0 0,0 0 1 0 0,-2-1-1 0 0,2 1-3 0 0,0 0-1 0 0,-1 0 0 0 0,1 0 0 0 0,0-1 1 0 0,0 1-1 0 0,0 0 0 0 0,0-1 1 0 0,0 1-1 0 0,0-1 0 0 0,0 1 0 0 0,0-1 1 0 0,1 1-1 0 0,-1-1 0 0 0,1 0 0 0 0,-1 1 1 0 0,1-1-1 0 0,0 0 0 0 0,-1 0 0 0 0,1-2 1 0 0,-1-9 257 0 0,0 11-369 0 0,1 1 1 0 0,0-1-1 0 0,-1 1 1 0 0,1-1-1 0 0,0 1 1 0 0,0-1-1 0 0,0 1 1 0 0,0-1-1 0 0,0 0 1 0 0,1 1-1 0 0,-1-1 0 0 0,0 1 1 0 0,1-1-1 0 0,-1 1 1 0 0,1-1-1 0 0,-1 1 1 0 0,2-2-1 0 0,1 1-30 0 0,-1 0 0 0 0,0 1 0 0 0,1-1 0 0 0,0 1 0 0 0,-1 0 0 0 0,1-1 0 0 0,0 1 0 0 0,0 1 0 0 0,0-1 0 0 0,-1 0 0 0 0,1 1 0 0 0,0-1 0 0 0,0 1 0 0 0,0 0 0 0 0,0 0 0 0 0,0 0 0 0 0,3 1 0 0 0,-5-1-17 0 0,-1 1 0 0 0,1-1 0 0 0,-1 1 0 0 0,1-1 0 0 0,-1 1 0 0 0,1 0 0 0 0,-1-1 0 0 0,0 1 0 0 0,1-1 0 0 0,-1 1 0 0 0,0 0 0 0 0,0-1 0 0 0,1 1 0 0 0,-1 0 0 0 0,0-1 0 0 0,0 1 0 0 0,0 0 0 0 0,0 0 0 0 0,0-1 0 0 0,0 1 0 0 0,0 0 0 0 0,0-1 1 0 0,0 1-1 0 0,0 0 0 0 0,0-1 0 0 0,0 1 0 0 0,-1 0 0 0 0,1-1 0 0 0,0 1 0 0 0,-1 0 0 0 0,1-1 0 0 0,0 1 0 0 0,-1 0 0 0 0,1-1 0 0 0,0 1 0 0 0,-1-1 0 0 0,1 1 0 0 0,-2 0 0 0 0,-13 4 162 0 0,0 0 0 0 0,-1 0 0 0 0,0-2 0 0 0,-32 4 0 0 0,43-8-56 0 0,5 0-119 0 0,0 0 0 0 0,1 0 0 0 0,-1 0 0 0 0,1 0 0 0 0,0 1 0 0 0,-1-1 0 0 0,1 0 0 0 0,-1 0 0 0 0,1 1 0 0 0,0-1 0 0 0,0 0 0 0 0,-1 1 0 0 0,1-1 0 0 0,0 1 0 0 0,0-1 0 0 0,0 1 0 0 0,0-1 0 0 0,0 1 0 0 0,0 0 0 0 0,0-1-1 0 0,0 1 1 0 0,0 0 0 0 0,0 0 0 0 0,0 0 0 0 0,0-1 0 0 0,1 1 0 0 0,11-3 0 0 0,-11 2-1 0 0,-1 1 0 0 0,0 0 0 0 0,1 0 0 0 0,-1 0 0 0 0,0 0 0 0 0,0 0 0 0 0,0-1 0 0 0,0 1 0 0 0,1 0 0 0 0,-1-1 0 0 0,0 1 0 0 0,0-1 0 0 0,0 0 0 0 0,0 1 0 0 0,0-1 0 0 0,0 0 0 0 0,0 1 0 0 0,0-1 0 0 0,0 0 0 0 0,-1 0 0 0 0,2-1 0 0 0,-1 1 0 0 0,-1 0 0 0 0,1 1 0 0 0,-1-1 0 0 0,1 0 0 0 0,0 1 0 0 0,-1-1 0 0 0,1 1 0 0 0,0-1 0 0 0,-1 1 0 0 0,1-1 0 0 0,0 1 0 0 0,0-1 0 0 0,0 1 0 0 0,0 0 0 0 0,-1 0 0 0 0,1-1 0 0 0,0 1 0 0 0,0 0 0 0 0,0 0 0 0 0,0 0 0 0 0,0 0 0 0 0,0 0 0 0 0,-1 0 0 0 0,1 0 0 0 0,0 0 0 0 0,1 0 0 0 0,1 0 0 0 0,2-3 13 0 0,-5 2 54 0 0,-1 2-36 0 0,-1 1 1 0 0,0-1-1 0 0,0 0 0 0 0,0 1 0 0 0,0-1 1 0 0,0 0-1 0 0,0 0 0 0 0,0 0 0 0 0,0 0 1 0 0,0-1-1 0 0,0 1 0 0 0,0-1 0 0 0,-1 1 1 0 0,1-1-1 0 0,0 0 0 0 0,0 1 0 0 0,-1-1 1 0 0,1 0-1 0 0,-4-1 0 0 0,4 1-163 0 0,-1 1-1 0 0,1-1 0 0 0,0 0 1 0 0,-1 1-1 0 0,1-1 1 0 0,0-1-1 0 0,0 1 0 0 0,-1 0 1 0 0,1 0-1 0 0,0-1 1 0 0,-1 1-1 0 0,1-1 0 0 0,0 0 1 0 0,0 0-1 0 0,0 0 1 0 0,0 0-1 0 0,0 0 0 0 0,-3-2 1 0 0,5-3-1407 0 0,0 5 1250 0 0,0-1 1 0 0,0 1 0 0 0,0-1 0 0 0,0 1 0 0 0,0-1 0 0 0,0 1 0 0 0,0-1-1 0 0,-1 1 1 0 0,1-1 0 0 0,0 1 0 0 0,-1-1 0 0 0,1 1 0 0 0,-1 0 0 0 0,0-1 0 0 0,0 0-1 0 0,-25-18-2312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39 720 0 0,'0'-6'719'0'0,"1"5"-285"0"0,-1-1 1 0 0,0 1 0 0 0,1-1-1 0 0,-1 0 1 0 0,0 1 0 0 0,0-1-1 0 0,0 0 1 0 0,0 1 0 0 0,-1-1 0 0 0,1 0-1 0 0,0 1 1 0 0,-1-1 0 0 0,1 0-1 0 0,-1 1 1 0 0,1-1 0 0 0,-1 1-1 0 0,0-1 1 0 0,-1-2 0 0 0,-26 18-111 0 0,8-4-15 0 0,-2-1 0 0 0,1 0 0 0 0,-28 6 0 0 0,37-13-242 0 0,9-1-37 0 0,-37 27-20 0 0,38-25-10 0 0,1 0 0 0 0,0 0 1 0 0,0 0-1 0 0,0 0 0 0 0,0 0 0 0 0,1 0 0 0 0,-1 0 0 0 0,1 0 0 0 0,0 0 0 0 0,0 0 0 0 0,0 0 1 0 0,0 1-1 0 0,1-1 0 0 0,0 4 0 0 0,0 2 12 0 0,-1-6-8 0 0,0-1 1 0 0,1 1-1 0 0,-1-1 1 0 0,1 1-1 0 0,0 0 1 0 0,0-1-1 0 0,0 0 1 0 0,0 1-1 0 0,0-1 1 0 0,1 1-1 0 0,-1-1 1 0 0,1 0-1 0 0,-1 0 1 0 0,3 2-1 0 0,14 24-5 0 0,-5 1 0 0 0,-9-19 0 0 0,0 1 0 0 0,1-1 0 0 0,0 0-1 0 0,1 0 1 0 0,0 0 0 0 0,1-1 0 0 0,0 0-1 0 0,0-1 1 0 0,14 14 0 0 0,-10-13 0 0 0,1 0 0 0 0,-1 0 0 0 0,1-1 0 0 0,23 11 0 0 0,-30-17 3 0 0,1 0 1 0 0,-1-1-1 0 0,1 1 0 0 0,-1-1 0 0 0,1 0 0 0 0,0-1 0 0 0,-1 1 0 0 0,1-1 0 0 0,0 0 0 0 0,0-1 0 0 0,-1 1 0 0 0,1-1 0 0 0,0 0 1 0 0,10-4-1 0 0,-9 3 6 0 0,0 0 0 0 0,0-1 1 0 0,0 0-1 0 0,0 0 1 0 0,0-1-1 0 0,0 0 1 0 0,-1 0-1 0 0,0 0 0 0 0,0-1 1 0 0,0 0-1 0 0,0 0 1 0 0,-1-1-1 0 0,0 0 1 0 0,0 1-1 0 0,0-2 0 0 0,-1 1 1 0 0,0 0-1 0 0,4-10 1 0 0,-7 13 0 0 0,0 1 0 0 0,-1-1 0 0 0,1 0 0 0 0,-1 1 1 0 0,0-1-1 0 0,0 0 0 0 0,0 0 0 0 0,0 1 0 0 0,0-1 1 0 0,-1 0-1 0 0,1 1 0 0 0,-1-1 0 0 0,0 0 1 0 0,0 1-1 0 0,0-1 0 0 0,0 1 0 0 0,0-1 0 0 0,0 1 1 0 0,-1 0-1 0 0,-2-5 0 0 0,-5-8 24 0 0,2 2-13 0 0,0 0-1 0 0,-1 1 0 0 0,0 0 0 0 0,-1 1 0 0 0,-1 0 0 0 0,0 0 1 0 0,0 1-1 0 0,-1 0 0 0 0,0 1 0 0 0,0 0 0 0 0,-1 1 1 0 0,-1 0-1 0 0,1 1 0 0 0,-1 0 0 0 0,-21-7 0 0 0,30 13-31 0 0,1 0 0 0 0,-1 0 0 0 0,1 0-1 0 0,-1 1 1 0 0,0-1 0 0 0,1 1 0 0 0,-1 0-1 0 0,0 0 1 0 0,0 0 0 0 0,1 0 0 0 0,-7 2-1 0 0,9-2-1 0 0,1 0-1 0 0,0 1 0 0 0,-1-1 0 0 0,1 0 0 0 0,0 0 0 0 0,0 0 0 0 0,-1 1 0 0 0,1-1 0 0 0,0 0 0 0 0,0 0 1 0 0,0 1-1 0 0,-1-1 0 0 0,1 0 0 0 0,0 0 0 0 0,0 1 0 0 0,0-1 0 0 0,0 0 0 0 0,0 1 0 0 0,-1-1 0 0 0,1 0 0 0 0,0 1 1 0 0,0-1-1 0 0,0 0 0 0 0,0 1 0 0 0,0-1 0 0 0,0 0 0 0 0,0 1 0 0 0,0-1 0 0 0,0 0 0 0 0,0 1 0 0 0,0-1 0 0 0,0 0 1 0 0,1 1-1 0 0,-1-1 0 0 0,0 0 0 0 0,0 1 0 0 0,0-1 0 0 0,0 0 0 0 0,1 0 0 0 0,-1 1 0 0 0,0-1 0 0 0,0 0 0 0 0,0 1 1 0 0,1-1-1 0 0,-1 0 0 0 0,0 0 0 0 0,0 0 0 0 0,1 1 0 0 0,-1-1 0 0 0,1 0 0 0 0,79 24-2946 0 0,-71-22 2370 0 0,-1 0 0 0 0,1 0 0 0 0,-1-1 1 0 0,1 0-1 0 0,13-1 0 0 0,4 0-426 0 0,34 7-1184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19 1521 0 0,'1'-11'6088'0'0,"-7"4"-5053"0"0,-11 7-729 0 0,1 0 1 0 0,0 1-1 0 0,0 1 1 0 0,0 0-1 0 0,-27 9 1 0 0,22-6-132 0 0,-32 9 385 0 0,-65 27 1 0 0,116-41-545 0 0,0 1 0 0 0,0-1 0 0 0,0 1 0 0 0,0 0 0 0 0,0-1 0 0 0,1 1 1 0 0,-1 0-1 0 0,0 0 0 0 0,1 0 0 0 0,-1 1 0 0 0,0-1 0 0 0,1 0 0 0 0,0 0 0 0 0,-1 1 1 0 0,1-1-1 0 0,0 1 0 0 0,0-1 0 0 0,-1 1 0 0 0,1 0 0 0 0,1-1 0 0 0,-1 1 0 0 0,0 0 0 0 0,-1 2 1 0 0,2-3-17 0 0,0 0 0 0 0,0 0 0 0 0,0 0 0 0 0,0 0 0 0 0,0 0 0 0 0,0 0 0 0 0,0-1 0 0 0,-1 1 0 0 0,1 0 0 0 0,0 0 0 0 0,-1 0 0 0 0,1 0 0 0 0,0 0 0 0 0,-1-1 0 0 0,1 1 0 0 0,-1 0 0 0 0,0 0 0 0 0,1-1 0 0 0,-1 1 0 0 0,0 0 0 0 0,1-1 0 0 0,-1 1 0 0 0,0-1 0 0 0,1 1 0 0 0,-1-1 0 0 0,0 1 0 0 0,0-1 0 0 0,-1 1 0 0 0,1-1 0 0 0,0 1 0 0 0,0-1 0 0 0,0 1 0 0 0,0 0 0 0 0,0-1 0 0 0,0 1 0 0 0,1 0 0 0 0,-1-1 0 0 0,0 1 0 0 0,0 0 0 0 0,1 0 0 0 0,-1 0 0 0 0,0 0 0 0 0,1-1 0 0 0,-1 1 0 0 0,1 0 0 0 0,-1 0 0 0 0,1 0 0 0 0,-1 0 0 0 0,1 0 0 0 0,0 1 0 0 0,-1-1 0 0 0,1 0 0 0 0,0 0 0 0 0,0 0 0 0 0,0 0 0 0 0,0 0 0 0 0,0 2 0 0 0,0 9 7 0 0,-1-4-3 0 0,1 0 0 0 0,0 0 0 0 0,0 0 0 0 0,1 0 0 0 0,0 0 0 0 0,0 0 0 0 0,1 0 0 0 0,0-1-1 0 0,0 1 1 0 0,1 0 0 0 0,0-1 0 0 0,0 0 0 0 0,0 1 0 0 0,7 8 0 0 0,0-3-21 0 0,3 6 3 0 0,1-1 1 0 0,0-1-1 0 0,26 24 0 0 0,-32-34 19 0 0,0-1 1 0 0,1 0-1 0 0,0-1 0 0 0,0 0 1 0 0,1 0-1 0 0,0-1 0 0 0,-1 0 1 0 0,1-1-1 0 0,1 0 1 0 0,17 3-1 0 0,9-1-27 0 0,0-1-1 0 0,49-1 1 0 0,-65-4 11 0 0,0 0 0 0 0,-1-1 0 0 0,1-1 0 0 0,-1-1 0 0 0,38-13 0 0 0,-56 16 8 0 0,0 0 1 0 0,1 0-1 0 0,-1 0 1 0 0,0 0 0 0 0,0 0-1 0 0,0 0 1 0 0,0-1 0 0 0,0 1-1 0 0,0-1 1 0 0,0 0 0 0 0,0 1-1 0 0,-1-1 1 0 0,1 0 0 0 0,-1 0-1 0 0,1 0 1 0 0,1-3 0 0 0,-3 3-1 0 0,1-1 1 0 0,-1 1 0 0 0,1-1 0 0 0,-1 1 0 0 0,0-1 0 0 0,0 0 0 0 0,0 1 0 0 0,0-1 0 0 0,-1 1-1 0 0,1-1 1 0 0,-1 1 0 0 0,0-1 0 0 0,1 1 0 0 0,-1-1 0 0 0,0 1 0 0 0,0 0 0 0 0,-1 0 0 0 0,-1-4-1 0 0,-103-153 84 0 0,101 149-71 0 0,0 1 0 0 0,-1 0 0 0 0,-1 0 0 0 0,1 0 0 0 0,-2 1 0 0 0,1 0 0 0 0,-1 0 0 0 0,-16-13 0 0 0,14 16-4 0 0,0 0 1 0 0,-1 0-1 0 0,1 1 0 0 0,-1 0 0 0 0,0 1 1 0 0,0 0-1 0 0,0 1 0 0 0,-19-2 0 0 0,18 2-22 0 0,-1 1 0 0 0,1 1 0 0 0,0 0 0 0 0,-20 2 0 0 0,33-2-4 0 0,-1 0-1 0 0,0 0 0 0 0,0 0 1 0 0,0 1-1 0 0,0-1 0 0 0,1 0 1 0 0,-1 0-1 0 0,0 0 0 0 0,0 0 1 0 0,0 0-1 0 0,0 0 0 0 0,0 1 1 0 0,0-1-1 0 0,0 0 0 0 0,1 0 1 0 0,-1 0-1 0 0,0 0 0 0 0,0 1 1 0 0,0-1-1 0 0,0 0 0 0 0,0 0 1 0 0,0 0-1 0 0,0 0 0 0 0,0 1 1 0 0,0-1-1 0 0,0 0 0 0 0,0 0 1 0 0,0 0-1 0 0,0 1 0 0 0,0-1 1 0 0,0 0-1 0 0,0 0 0 0 0,0 0 1 0 0,0 0-1 0 0,0 1 0 0 0,-1-1 1 0 0,1 0-1 0 0,0 0 0 0 0,0 0 1 0 0,0 0-1 0 0,0 1 0 0 0,0-1 1 0 0,0 0-1 0 0,0 0 0 0 0,-1 0 1 0 0,1 0-1 0 0,0 0 0 0 0,0 0 1 0 0,0 1-1 0 0,-1-1 0 0 0,61 10-3834 0 0,62 3 0 0 0,-67-12 1588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09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98 1681 0 0,'0'-2'247'0'0,"0"0"0"0"0,-1 1 0 0 0,0-1 0 0 0,1 0 1 0 0,-1 0-1 0 0,0 1 0 0 0,0-1 0 0 0,0 0 0 0 0,0 1 0 0 0,0-1 0 0 0,-1 1 1 0 0,1-1-1 0 0,0 1 0 0 0,-1 0 0 0 0,1-1 0 0 0,-1 1 0 0 0,1 0 0 0 0,-1 0 1 0 0,1 0-1 0 0,-1 0 0 0 0,0 1 0 0 0,0-1 0 0 0,1 0 0 0 0,-1 1 1 0 0,0-1-1 0 0,0 1 0 0 0,0-1 0 0 0,0 1 0 0 0,-3 0 0 0 0,-8-2 44 0 0,1 0 0 0 0,-1 1-1 0 0,-25 2 1 0 0,-11 2 423 0 0,0 2-1 0 0,1 3 1 0 0,-73 20 0 0 0,117-26-643 0 0,-1-1-1 0 0,1 1 1 0 0,0 0 0 0 0,0 0 0 0 0,0 1 0 0 0,0-1 0 0 0,1 1 0 0 0,-1 0 0 0 0,1 0-1 0 0,-1 0 1 0 0,1 1 0 0 0,-3 3 0 0 0,-7 8-32 0 0,10-13-44 0 0,1 0 0 0 0,-1 1-1 0 0,1 0 1 0 0,0 0 0 0 0,0 0 0 0 0,0 0 0 0 0,0 0-1 0 0,1 0 1 0 0,-1 0 0 0 0,1 0 0 0 0,0 1-1 0 0,0-1 1 0 0,0 1 0 0 0,0-1 0 0 0,0 1 0 0 0,1-1-1 0 0,0 1 1 0 0,0-1 0 0 0,0 1 0 0 0,0-1 0 0 0,0 1-1 0 0,1 3 1 0 0,0-2 14 0 0,-1 0 0 0 0,1 0 0 0 0,0 0 0 0 0,0 0 0 0 0,0 0 0 0 0,1 0 0 0 0,0-1 0 0 0,0 1 0 0 0,3 5 0 0 0,5 13 34 0 0,-9-18-35 0 0,0 0 0 0 0,1 0 0 0 0,0-1-1 0 0,0 1 1 0 0,1 0 0 0 0,-1-1 0 0 0,1 1-1 0 0,0-1 1 0 0,0 0 0 0 0,0 0-1 0 0,1 0 1 0 0,0 0 0 0 0,-1-1 0 0 0,1 1-1 0 0,0-1 1 0 0,1 0 0 0 0,-1 0-1 0 0,8 3 1 0 0,37 22-21 0 0,1-2 0 0 0,1-3-1 0 0,1-2 1 0 0,73 19-1 0 0,-100-34 22 0 0,-1-1-1 0 0,1-2 0 0 0,0 0 0 0 0,27-2 0 0 0,-37-1-61 0 0,1-1-1 0 0,-1 0 1 0 0,0-1-1 0 0,0-1 1 0 0,0 0-1 0 0,0-1 1 0 0,24-11-1 0 0,-36 14 48 0 0,0-1-1 0 0,0 1 1 0 0,0-1-1 0 0,0 0 1 0 0,0 0-1 0 0,0 0 1 0 0,0 0-1 0 0,-1 0 1 0 0,1-1-1 0 0,-1 1 1 0 0,1-1-1 0 0,-1 0 1 0 0,0 0-1 0 0,0 0 1 0 0,-1 0-1 0 0,1 0 1 0 0,0 0-1 0 0,-1 0 1 0 0,0 0-1 0 0,0-1 1 0 0,0 1-1 0 0,0 0 1 0 0,0-1-1 0 0,-1 1 1 0 0,0-1-1 0 0,1 1 1 0 0,-1-1-1 0 0,-1 1 1 0 0,0-8-1 0 0,-2-3 76 0 0,-2-1-1 0 0,1 0 1 0 0,-2 1 0 0 0,0 0-1 0 0,-12-21 1 0 0,10 20-49 0 0,1 0 9 0 0,-52-89 106 0 0,52 94-111 0 0,0 0-1 0 0,-1 1 0 0 0,0 0 0 0 0,0 0 0 0 0,0 1 0 0 0,-1 0 0 0 0,-1 0 0 0 0,-10-6 0 0 0,-10-2-43 0 0,-1 1 0 0 0,-1 2 0 0 0,0 1 1 0 0,-1 2-1 0 0,0 1 0 0 0,0 1 0 0 0,-1 2 1 0 0,-54-3-1 0 0,87 9-33 0 0,-1-1 1 0 0,1 1 0 0 0,0 0-1 0 0,0 0 1 0 0,0 0-1 0 0,-1-1 1 0 0,1 1-1 0 0,0 0 1 0 0,0 1 0 0 0,-1-1-1 0 0,1 0 1 0 0,0 0-1 0 0,0 1 1 0 0,-1-1-1 0 0,1 0 1 0 0,0 1 0 0 0,0-1-1 0 0,0 1 1 0 0,0-1-1 0 0,0 1 1 0 0,0 0-1 0 0,0 0 1 0 0,0-1 0 0 0,0 1-1 0 0,-2 2 1 0 0,4-2-173 0 0,-1 1 0 0 0,1-1-1 0 0,-1 1 1 0 0,1-1 0 0 0,0 1 0 0 0,-1-1 0 0 0,1 0 0 0 0,0 1 0 0 0,0-1-1 0 0,0 0 1 0 0,0 0 0 0 0,0 0 0 0 0,2 2 0 0 0,6 6-1249 0 0,-4 11-3113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18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64 4322 0 0,'-35'13'3615'0'0,"34"-13"-3579"0"0,1 0 0 0 0,-1-1 0 0 0,0 1 0 0 0,0 0 0 0 0,0 0 0 0 0,1-1 0 0 0,-1 1 0 0 0,0 0 0 0 0,0 0 0 0 0,0 0 0 0 0,0 0 0 0 0,1 0 0 0 0,-1 0 0 0 0,0 0 0 0 0,0 1 0 0 0,0-1 0 0 0,1 0 0 0 0,-1 0 0 0 0,0 1-1 0 0,0-1 1 0 0,1 0 0 0 0,-1 1 0 0 0,0-1 0 0 0,0 1 0 0 0,1-1 0 0 0,-1 1 0 0 0,0-1 0 0 0,1 1 0 0 0,-1-1 0 0 0,1 1 0 0 0,-1 0 0 0 0,0 1 0 0 0,-1-1 83 0 0,0 0 1 0 0,-1 1-1 0 0,1-1 0 0 0,0 0 1 0 0,-1 0-1 0 0,1 0 0 0 0,0 0 0 0 0,-1-1 1 0 0,1 1-1 0 0,-1-1 0 0 0,0 0 0 0 0,1 1 1 0 0,-1-1-1 0 0,1 0 0 0 0,-4-1 1 0 0,-6 2 1903 0 0,41-2-1286 0 0,66 2 50 0 0,568-7 551 0 0,-627 4-1355 0 0,-28 2-14 0 0,2 1-172 0 0,-1-1 1 0 0,1-1 0 0 0,-1 1 0 0 0,0-1 0 0 0,0-1 0 0 0,1 0 0 0 0,-1 0 0 0 0,0-1-1 0 0,-1 0 1 0 0,17-8 0 0 0,-24 10 74 0 0,0 1 0 0 0,-1-1 0 0 0,1 0 1 0 0,-1 0-1 0 0,1 0 0 0 0,-1 0 0 0 0,1 1 0 0 0,-1-1 0 0 0,0 0 0 0 0,1 0 0 0 0,-1 0 0 0 0,0 0 0 0 0,0 0 0 0 0,0 0 0 0 0,0 0 0 0 0,0 0 1 0 0,0 0-1 0 0,0 0 0 0 0,0 0 0 0 0,0 0 0 0 0,0 0 0 0 0,0 0 0 0 0,-1 0 0 0 0,1 0 0 0 0,0 0 0 0 0,-1 1 0 0 0,1-1 0 0 0,-1 0 1 0 0,1 0-1 0 0,-1 0 0 0 0,1 0 0 0 0,-1 1 0 0 0,0-1 0 0 0,1 0 0 0 0,-1 1 0 0 0,0-1 0 0 0,1 0 0 0 0,-3 0 0 0 0,-47-28-4127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1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71 400 0 0,'30'0'2641'0'0,"0"0"1521"0"0,0 6-1520 0 0,31-12-1842 0 0,-31 6-240 0 0,30-13-160 0 0,25 7-240 0 0,5-7-160 0 0,-29 7-560 0 0,-1-7-1441 0 0,-30 1-800 0 0,0 4 0 0 0,0 8 320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1441 0 0,'0'57'3601'0'0,"0"-37"-2000"0"0,24-20-1601 0 0,6-8-480 0 0,0 8-160 0 0,0-6-881 0 0,-30-7-1601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4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 1521 0 0,'7'-2'541'0'0,"-6"2"-435"0"0,0 0 0 0 0,0-1 0 0 0,0 1 0 0 0,0 0 0 0 0,0 0 0 0 0,0-1 0 0 0,0 1 0 0 0,0-1 0 0 0,0 1 0 0 0,0-1 0 0 0,0 1 0 0 0,0-1 0 0 0,0 0 0 0 0,0 1 0 0 0,0-1 0 0 0,0 0 0 0 0,-1 0 0 0 0,1 0 0 0 0,0 0 0 0 0,-1 0 0 0 0,1 1 0 0 0,0-1 0 0 0,-1 0 0 0 0,1 0 0 0 0,-1-1 0 0 0,0 1 0 0 0,1 0 0 0 0,-1 0 0 0 0,1-2 0 0 0,-1 2-27 0 0,0 0 0 0 0,0 0 0 0 0,0 0 0 0 0,0 0 0 0 0,1 0 0 0 0,-1 0 0 0 0,1 1 1 0 0,-1-1-1 0 0,0 0 0 0 0,1 0 0 0 0,0 0 0 0 0,-1 0 0 0 0,1 0 0 0 0,-1 1 0 0 0,1-1 0 0 0,0 0 0 0 0,0 0 0 0 0,-1 1 0 0 0,1-1 0 0 0,0 0 0 0 0,0 1 0 0 0,0-1 0 0 0,0 1 0 0 0,0 0 0 0 0,1-1 0 0 0,7-5 334 0 0,47-65 1375 0 0,8-9-1215 0 0,-62 78-541 0 0,-2-1 0 0 0,1 1 0 0 0,0 0-1 0 0,0 0 1 0 0,-1 0 0 0 0,1-1 0 0 0,-1 1-1 0 0,1 0 1 0 0,-1-1 0 0 0,0 1 0 0 0,0 0-1 0 0,0-1 1 0 0,-1 1 0 0 0,1 0 0 0 0,0-1-1 0 0,-1 1 1 0 0,0 0 0 0 0,1 0 0 0 0,-1-1-1 0 0,-2-2 1 0 0,-22 4 195 0 0,25 49 253 0 0,0-39-472 0 0,-1 0 1 0 0,0-1-1 0 0,-1 1 0 0 0,0 0 0 0 0,-6 16 1 0 0,4-17-5 0 0,1 1 0 0 0,1 0 1 0 0,0 0-1 0 0,0 1 0 0 0,1-1 1 0 0,-1 10-1 0 0,2 209 10 0 0,-1-213-17 0 0,0 0 1 0 0,-1 0 0 0 0,-1-1 0 0 0,-5 19-1 0 0,4-20-72 0 0,0 1 0 0 0,2-1 0 0 0,0 1 0 0 0,-1 17 0 0 0,3-31 66 0 0,0 0 0 0 0,0 0 0 0 0,0 0 1 0 0,0-1-1 0 0,0 1 0 0 0,0 0 0 0 0,0 0 0 0 0,0 0 0 0 0,0 0 1 0 0,1 0-1 0 0,-1 0 0 0 0,0 0 0 0 0,0 0 0 0 0,0 0 1 0 0,0-1-1 0 0,0 1 0 0 0,0 0 0 0 0,0 0 0 0 0,0 0 0 0 0,0 0 1 0 0,1 0-1 0 0,-1 0 0 0 0,0 0 0 0 0,0 0 0 0 0,0 0 1 0 0,0 0-1 0 0,0 0 0 0 0,0 0 0 0 0,0 0 0 0 0,1 0 0 0 0,-1 0 1 0 0,0 0-1 0 0,0 0 0 0 0,0 0 0 0 0,0 0 0 0 0,0 0 1 0 0,0 0-1 0 0,0 0 0 0 0,1 0 0 0 0,-1 0 0 0 0,0 0 0 0 0,0 0 1 0 0,0 0-1 0 0,0 0 0 0 0,0 1 0 0 0,0-1 0 0 0,0 0 1 0 0,0 0-1 0 0,0 0 0 0 0,0 0 0 0 0,1 0 0 0 0,-1 0 0 0 0,0 0 1 0 0,0 0-1 0 0,0 0 0 0 0,0 1 0 0 0,0-1 0 0 0,0 0 1 0 0,3-2-93 0 0,2-1-183 0 0,0 0 0 0 0,-1 0 1 0 0,1 0-1 0 0,0-1 0 0 0,-1 0 1 0 0,0 0-1 0 0,0 0 0 0 0,0 0 1 0 0,-1-1-1 0 0,1 1 0 0 0,-1-1 1 0 0,4-9-1 0 0,13-17-1944 0 0,-14 0-546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77 480 0 0,'1'1'140'0'0,"0"0"0"0"0,0 0 0 0 0,0 0 0 0 0,0 0-1 0 0,0 0 1 0 0,0 0 0 0 0,0 0 0 0 0,0-1 0 0 0,0 1 0 0 0,0-1-1 0 0,0 1 1 0 0,0-1 0 0 0,0 1 0 0 0,1-1 0 0 0,-1 1 0 0 0,0-1-1 0 0,0 0 1 0 0,1 0 0 0 0,-1 0 0 0 0,2 1 0 0 0,-2-1 85 0 0,40 4 3232 0 0,18-13-2872 0 0,-46 7-441 0 0,15-3 53 0 0,-27 5-149 0 0,-1 0 0 0 0,1 0 0 0 0,0 0 0 0 0,-1-1-1 0 0,1 1 1 0 0,0 0 0 0 0,-1 0 0 0 0,1-1 0 0 0,0 1-1 0 0,-1 0 1 0 0,1-1 0 0 0,-1 1 0 0 0,1-1 0 0 0,0 1 0 0 0,-1-1-1 0 0,1 1 1 0 0,-1-1 0 0 0,0 1 0 0 0,1-1 0 0 0,-1 1 0 0 0,1-1-1 0 0,-1 0 1 0 0,0 1 0 0 0,1-1 0 0 0,-1 0 0 0 0,0 1-1 0 0,1-2 1 0 0,-1 1 593 0 0,1 2-563 0 0,-3 3-81 0 0,38-1 74 0 0,-16-3-44 0 0,-15 0 40 0 0,-5 0-52 0 0,-1 1 1 0 0,1-1-1 0 0,0 1 0 0 0,0 0 1 0 0,0-1-1 0 0,0 1 1 0 0,0-1-1 0 0,0 1 1 0 0,0 0-1 0 0,0-1 0 0 0,0 1 1 0 0,0 0-1 0 0,0-1 1 0 0,0 1-1 0 0,0-1 0 0 0,0 1 1 0 0,0 0-1 0 0,1-1 1 0 0,-1 1-1 0 0,0-1 1 0 0,0 1-1 0 0,1-1 0 0 0,-1 1 1 0 0,0-1-1 0 0,1 1 1 0 0,-1-1-1 0 0,1 1 1 0 0,-1-1-1 0 0,1 1 0 0 0,-1-1 1 0 0,1 1-1 0 0,19 0 52 0 0,-10-7 13 0 0,15 4 80 0 0,-60-4 240 0 0,11 6-291 0 0,-3 0 7 0 0,1 0-1 0 0,-1 1 0 0 0,1 2 0 0 0,0 1 0 0 0,-29 8 1 0 0,34-7-81 0 0,11-3-16 0 0,0 1-1 0 0,0 0 1 0 0,0 1-1 0 0,1 0 1 0 0,-12 6-1 0 0,5-4-6 0 0,14-6-15 0 0,0 0 0 0 0,1 0 0 0 0,-1 0 0 0 0,0 0 0 0 0,0 1 0 0 0,1-1 0 0 0,-1 1 0 0 0,0-1 1 0 0,1 1-1 0 0,-1 0 0 0 0,0 0 0 0 0,1 0 0 0 0,-1 0 0 0 0,1 0 0 0 0,-1 0 0 0 0,1 0 0 0 0,0 0 1 0 0,0 0-1 0 0,-1 1 0 0 0,1-1 0 0 0,0 0 0 0 0,0 1 0 0 0,0-1 0 0 0,0 1 0 0 0,1 0 1 0 0,-2 1-1 0 0,-12 11-77 0 0,-2 1 136 0 0,16-15-58 0 0,-1 0 1 0 0,1 1 0 0 0,0-1-1 0 0,0 0 1 0 0,0 1 0 0 0,0-1-1 0 0,-1 1 1 0 0,1-1 0 0 0,0 0-1 0 0,0 1 1 0 0,0-1 0 0 0,0 1-1 0 0,0-1 1 0 0,0 1 0 0 0,0-1-1 0 0,0 0 1 0 0,0 1 0 0 0,0-1-1 0 0,0 1 1 0 0,0-1 0 0 0,1 1-1 0 0,-1-1 1 0 0,0 0 0 0 0,0 1-1 0 0,0-1 1 0 0,0 0 0 0 0,1 1-1 0 0,-1-1 1 0 0,0 0 0 0 0,0 1-1 0 0,1-1 1 0 0,-1 0 0 0 0,0 1-1 0 0,1-1 1 0 0,-1 0 0 0 0,0 1-1 0 0,1-1 1 0 0,-1 0 0 0 0,0 0-1 0 0,1 0 1 0 0,0 1 0 0 0,24 6-66 0 0,99 11 100 0 0,139 40 1 0 0,-256-56-34 0 0,0 1 0 0 0,-1 0 0 0 0,1 0 0 0 0,-1 0 0 0 0,1 1 0 0 0,-1 0 0 0 0,-1 0 0 0 0,1 0 0 0 0,0 1 0 0 0,-1 0 0 0 0,9 10 0 0 0,-5-5 0 0 0,-8-7 3 0 0,0 0 0 0 0,0 0 0 0 0,0 0-1 0 0,0 0 1 0 0,0 1 0 0 0,-1-1 0 0 0,0 0 0 0 0,1 1 0 0 0,-1-1 0 0 0,0 0 0 0 0,-1 1 0 0 0,1-1 0 0 0,-1 0 0 0 0,1 0 0 0 0,-1 1 0 0 0,0-1 0 0 0,-2 4 0 0 0,1-5-8 0 0,-1 0-1 0 0,1-1 1 0 0,-1 0-1 0 0,1 1 1 0 0,-1-1-1 0 0,0 0 1 0 0,1-1-1 0 0,-1 1 1 0 0,0 0-1 0 0,0-1 1 0 0,0 1-1 0 0,0-1 1 0 0,1 0 0 0 0,-1 0-1 0 0,0 0 1 0 0,0 0-1 0 0,0-1 1 0 0,0 1-1 0 0,1-1 1 0 0,-1 0-1 0 0,-4-1 1 0 0,2-1-20 0 0,0 1 1 0 0,1-1-1 0 0,-1-1 1 0 0,1 1-1 0 0,-1-1 1 0 0,1 0-1 0 0,0 0 0 0 0,1 0 1 0 0,-1 0-1 0 0,-4-7 1 0 0,-4-9-66 0 0,0-1 0 0 0,1 0 0 0 0,2-1 0 0 0,-8-24 0 0 0,10 27 76 0 0,1 1 1 0 0,1-1 0 0 0,1-1-1 0 0,1 1 1 0 0,0-1 0 0 0,1-32-1 0 0,1 48 29 0 0,1 0 0 0 0,-1 1 0 0 0,0-1 0 0 0,0 0 0 0 0,0 1 0 0 0,-1-1 0 0 0,1 1 0 0 0,-1-1 0 0 0,0 1 0 0 0,0 0 0 0 0,0 0 0 0 0,0 0 0 0 0,-1 0 0 0 0,1 0 0 0 0,-1 0 0 0 0,0 1 0 0 0,0-1 0 0 0,1 1 0 0 0,-2 0 0 0 0,1 0 0 0 0,0 0 0 0 0,0 0 0 0 0,-1 0 0 0 0,1 1 0 0 0,-1 0 0 0 0,1-1 0 0 0,-1 1 0 0 0,0 0 0 0 0,1 1 0 0 0,-1-1 0 0 0,-6 1 0 0 0,0 7 119 0 0,1-3-159 0 0,-1 3-276 0 0,34 2-187 0 0,20 7-717 0 0,38 10-4100 0 0,-27-19 2491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0 480 0 0,'0'0'47'0'0,"0"0"1"0"0,0 1-1 0 0,0-1 0 0 0,-1 0 0 0 0,1 0 0 0 0,0 0 1 0 0,0 0-1 0 0,0 1 0 0 0,0-1 0 0 0,0 0 0 0 0,0 0 0 0 0,0 0 1 0 0,0 0-1 0 0,0 1 0 0 0,0-1 0 0 0,0 0 0 0 0,0 0 1 0 0,0 0-1 0 0,0 0 0 0 0,0 1 0 0 0,0-1 0 0 0,0 0 0 0 0,0 0 1 0 0,0 0-1 0 0,0 0 0 0 0,0 1 0 0 0,0-1 0 0 0,0 0 1 0 0,0 0-1 0 0,0 0 0 0 0,0 0 0 0 0,0 1 0 0 0,1-1 1 0 0,-1 0-1 0 0,0 0 0 0 0,0 0 0 0 0,0 0 0 0 0,0 0 0 0 0,0 0 1 0 0,0 1-1 0 0,1-1 0 0 0,-1 0 0 0 0,0 0 0 0 0,0 0 1 0 0,0 0-1 0 0,0 0 0 0 0,1 0 0 0 0,-1 0 0 0 0,0 0 1 0 0,0 0-1 0 0,0 0 0 0 0,0 0 0 0 0,1 0 0 0 0,-1 0 0 0 0,0 0 1 0 0,0 0-1 0 0,0 0 0 0 0,1 0 0 0 0,-1 0 0 0 0,0 0 1 0 0,0 0-1 0 0,0 0 0 0 0,0 0 0 0 0,1 0 0 0 0,-1 0 0 0 0,0 0 1 0 0,20 1 1312 0 0,-15-1 641 0 0,-10 1-1334 0 0,5-1-584 0 0,-2 0-40 0 0,1 0-1 0 0,0 0 1 0 0,0 0 0 0 0,0 0 0 0 0,0 0 0 0 0,-1 0 0 0 0,1 1 0 0 0,0-1 0 0 0,0 0 0 0 0,0 1 0 0 0,0-1 0 0 0,0 1 0 0 0,0-1 0 0 0,0 1 0 0 0,0-1 0 0 0,0 1 0 0 0,0 0 0 0 0,0 0-1 0 0,0-1 1 0 0,0 1 0 0 0,-1 2 0 0 0,0 0 24 0 0,0-1 0 0 0,-1 1 0 0 0,1-1 0 0 0,-1 0 0 0 0,0 1 0 0 0,0-1-1 0 0,1 0 1 0 0,-1-1 0 0 0,0 1 0 0 0,-1 0 0 0 0,1-1 0 0 0,-4 2 0 0 0,-18 10 237 0 0,-86 60 510 0 0,104-67-785 0 0,1 0-1 0 0,-1 1 1 0 0,1 0 0 0 0,1 0 0 0 0,-1 1 0 0 0,1 0-1 0 0,1 0 1 0 0,-6 11 0 0 0,6-10 5 0 0,1-1-10 0 0,1 1 0 0 0,0 0 0 0 0,1 0 0 0 0,0 0 0 0 0,1-1 0 0 0,-1 1-1 0 0,2 0 1 0 0,1 14 0 0 0,0 8 55 0 0,-2-28-78 0 0,0-1 0 0 0,0 1 0 0 0,0-1 0 0 0,1 0 0 0 0,0 1 0 0 0,-1-1 0 0 0,1 0 0 0 0,0 1 1 0 0,0-1-1 0 0,0 0 0 0 0,0 0 0 0 0,1 0 0 0 0,-1 0 0 0 0,0 0 0 0 0,1 0 0 0 0,0 0 0 0 0,-1 0 0 0 0,4 2 0 0 0,0 0 8 0 0,0-1 0 0 0,0 0 1 0 0,1 0-1 0 0,-1 0 0 0 0,1 0 0 0 0,0-1 0 0 0,7 2 0 0 0,1 0 4 0 0,2 0 1 0 0,-1-2-1 0 0,0 0 0 0 0,1-1 1 0 0,17 0-1 0 0,-22-1-13 0 0,1-1 0 0 0,0 0 0 0 0,0-1 0 0 0,-1-1 0 0 0,18-5 0 0 0,-25 6 0 0 0,0 0 0 0 0,1 0 0 0 0,-1 0 0 0 0,-1 0 0 0 0,1-1 0 0 0,0 0 0 0 0,-1 0 0 0 0,1 0 0 0 0,-1 0 0 0 0,0-1 0 0 0,0 1 0 0 0,0-1 0 0 0,0 0 0 0 0,-1 0 0 0 0,5-7 0 0 0,-6 6 4 0 0,1 1-1 0 0,-1 0 0 0 0,0-1 1 0 0,0 1-1 0 0,0-1 0 0 0,0 1 1 0 0,-1-1-1 0 0,0 1 1 0 0,0-1-1 0 0,0 0 0 0 0,-1 1 1 0 0,1-1-1 0 0,-1 1 0 0 0,0-1 1 0 0,0 1-1 0 0,-1 0 1 0 0,1-1-1 0 0,-1 1 0 0 0,0 0 1 0 0,0 0-1 0 0,-5-7 0 0 0,-1-1 9 0 0,-1 1 1 0 0,0 0-1 0 0,-1 1 0 0 0,0-1 0 0 0,-13-9 0 0 0,17 15-11 0 0,0 0 0 0 0,-1 0 1 0 0,0 1-1 0 0,0 0 0 0 0,0 0 0 0 0,0 0 0 0 0,-1 1 1 0 0,1 0-1 0 0,-1 0 0 0 0,-12-2 0 0 0,-16 2-54 0 0,11 3-241 0 0,25 0 212 0 0,0 0-1 0 0,1 0 0 0 0,-1 0 1 0 0,0 1-1 0 0,0-1 0 0 0,0 0 1 0 0,0 0-1 0 0,0 0 0 0 0,0 0 0 0 0,0 0 1 0 0,1 0-1 0 0,-1 1 0 0 0,0-1 1 0 0,0 0-1 0 0,0 0 0 0 0,0 0 1 0 0,0 0-1 0 0,0 1 0 0 0,0-1 0 0 0,0 0 1 0 0,0 0-1 0 0,0 0 0 0 0,0 0 1 0 0,0 1-1 0 0,0-1 0 0 0,0 0 0 0 0,0 0 1 0 0,0 0-1 0 0,0 0 0 0 0,0 1 1 0 0,0-1-1 0 0,0 0 0 0 0,0 0 1 0 0,0 0-1 0 0,-1 0 0 0 0,1 1 0 0 0,0-1 1 0 0,0 0-1 0 0,0 0 0 0 0,0 0 1 0 0,0 0-1 0 0,0 0 0 0 0,0 0 0 0 0,-1 1 1 0 0,62 10-4921 0 0,-6-10 2709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7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185 108 560 0 0,'0'-1'174'0'0,"-1"0"0"0"0,1 0 0 0 0,0 1 0 0 0,0-1 0 0 0,-1 0 0 0 0,1 0 0 0 0,-1 0 0 0 0,1 1 0 0 0,-1-1 0 0 0,1 0 0 0 0,-1 0 0 0 0,1 1 1 0 0,-1-1-1 0 0,0 0 0 0 0,1 1 0 0 0,-1-1 0 0 0,0 1 0 0 0,1-1 0 0 0,-1 1 0 0 0,0-1 0 0 0,0 1 0 0 0,0-1 0 0 0,0 1 0 0 0,1 0 0 0 0,-1 0 0 0 0,0-1 0 0 0,0 1 0 0 0,0 0 0 0 0,0 0 0 0 0,0 0 0 0 0,-1 0 0 0 0,-1-1 287 0 0,-2 0 619 0 0,5 0-626 0 0,0-3-268 0 0,0 3-176 0 0,1 0 0 0 0,0 0 0 0 0,-1 0-1 0 0,1 1 1 0 0,0-1 0 0 0,0 0 0 0 0,0 0-1 0 0,-1 0 1 0 0,1 1 0 0 0,0-1-1 0 0,0 1 1 0 0,0-1 0 0 0,0 0 0 0 0,0 1-1 0 0,1 0 1 0 0,-1-1 0 0 0,0 1 0 0 0,0 0-1 0 0,0-1 1 0 0,0 1 0 0 0,0 0-1 0 0,0 0 1 0 0,2 0 0 0 0,-2 0 10 0 0,-1 0-14 0 0,0 0 0 0 0,1 0 0 0 0,-1 0 0 0 0,0 0 0 0 0,1 0 0 0 0,-1-1 0 0 0,0 1 0 0 0,0 0 0 0 0,1 0-1 0 0,-1 0 1 0 0,0 0 0 0 0,0-1 0 0 0,1 1 0 0 0,-1 0 0 0 0,0 0 0 0 0,0-1 0 0 0,1 1 0 0 0,-1 0 0 0 0,0 0 0 0 0,0-1 0 0 0,0 1 0 0 0,0 0 0 0 0,0 0 0 0 0,1-1 0 0 0,-1 1 0 0 0,0 0 0 0 0,0-1 0 0 0,0 1 0 0 0,0 0 0 0 0,0 0 0 0 0,0-1 0 0 0,0 1 0 0 0,0 0-1 0 0,0-1 1 0 0,0 1 0 0 0,0 0 0 0 0,0-1 0 0 0,0 1 0 0 0,0 0 0 0 0,-1-1 0 0 0,1 1-2 0 0,0-1 0 0 0,0 1 1 0 0,0 0-1 0 0,0 0 0 0 0,0-1 0 0 0,0 1 0 0 0,0 0 0 0 0,0 0 0 0 0,0-1 0 0 0,0 1 1 0 0,0 0-1 0 0,0-1 0 0 0,0 1 0 0 0,0 0 0 0 0,0 0 0 0 0,0-1 0 0 0,0 1 0 0 0,0 0 1 0 0,0 0-1 0 0,0-1 0 0 0,0 1 0 0 0,1 0 0 0 0,-1 0 0 0 0,0-1 0 0 0,0 1 1 0 0,0 0-1 0 0,0 0 0 0 0,1-1 0 0 0,-1 1 0 0 0,0 0 0 0 0,0 0 0 0 0,0 0 0 0 0,1 0 1 0 0,-1-1-1 0 0,0 1 0 0 0,0 0 0 0 0,1 0 0 0 0,-1 0 0 0 0,0 0 0 0 0,1 0 0 0 0,13-4 87 0 0,-28 4 140 0 0,-21 2 8 0 0,22-1-170 0 0,-22-1 83 0 0,-63-7 0 0 0,97 6-155 0 0,-6-8 64 0 0,8 8-59 0 0,0 0 0 0 0,1 0 0 0 0,-1-1-1 0 0,0 1 1 0 0,1 0 0 0 0,-1 0 0 0 0,1 0 0 0 0,0 0 0 0 0,-1 0 0 0 0,1 1 0 0 0,0-1-1 0 0,-1 0 1 0 0,1 1 0 0 0,0-1 0 0 0,0 1 0 0 0,0 0 0 0 0,0 0 0 0 0,2-1 0 0 0,76-11-316 0 0,-44 11-2881 0 0,-31 0 874 0 0,-5-3-13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6 5122 0 0,'0'-6'4883'0'0,"-61"25"-3763"0"0,31-5-960 0 0,30-8-160 0 0,-30-1 80 0 0,0-5-160 0 0,30 8-320 0 0,-30-2-5843 0 0,30 0 3442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39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387 188 2241 0 0,'1'0'53'0'0,"-1"0"0"0"0,0 0-1 0 0,0-1 1 0 0,0 1 0 0 0,0 0 0 0 0,0 0-1 0 0,0 0 1 0 0,0 0 0 0 0,0 0 0 0 0,0-1-1 0 0,1 1 1 0 0,-1 0 0 0 0,0 0 0 0 0,0 0-1 0 0,0-1 1 0 0,0 1 0 0 0,0 0 0 0 0,0 0-1 0 0,0 0 1 0 0,0 0 0 0 0,0-1 0 0 0,0 1 0 0 0,0 0-1 0 0,0 0 1 0 0,0 0 0 0 0,-1 0 0 0 0,1-1-1 0 0,0 1 1 0 0,0 0 0 0 0,0 0 0 0 0,0 0-1 0 0,0 0 1 0 0,0-1 0 0 0,0 1 0 0 0,0 0-1 0 0,0 0 1 0 0,-1 0 0 0 0,1 0 0 0 0,0 0-1 0 0,0 0 1 0 0,0 0 0 0 0,0-1 0 0 0,0 1-1 0 0,-1 0 1 0 0,1 0 0 0 0,0 0 0 0 0,0 0 0 0 0,0 0-1 0 0,0 0 1 0 0,-1 0 0 0 0,1 0 0 0 0,0 0-1 0 0,0 0 1 0 0,0 0 0 0 0,-1 0 0 0 0,1 0-1 0 0,0 0 1 0 0,0 0 0 0 0,0 0 0 0 0,0 0-1 0 0,-1 0 1 0 0,1 0 0 0 0,0 0 0 0 0,0 0-1 0 0,0 0 1 0 0,-1 1 0 0 0,-7-3 125 0 0,-2-1 1312 0 0,9 3-1372 0 0,0-1-1 0 0,1 0 1 0 0,-1 0-1 0 0,0 0 1 0 0,1 0-1 0 0,-1 0 1 0 0,1 0-1 0 0,-1 0 1 0 0,1 0-1 0 0,0 0 1 0 0,-1 0-1 0 0,1 0 0 0 0,0 0 1 0 0,0 0-1 0 0,0 0 1 0 0,0-1-1 0 0,0 1 1 0 0,0 0-1 0 0,0 0 1 0 0,0-1-1 0 0,0 1-98 0 0,0 0 1 0 0,0 0-1 0 0,1 1 0 0 0,-1-1 0 0 0,0 0 0 0 0,0 0 0 0 0,0 1 0 0 0,1-1 1 0 0,-1 0-1 0 0,0 1 0 0 0,1-1 0 0 0,-1 0 0 0 0,1 1 0 0 0,-1-1 1 0 0,1 1-1 0 0,-1-1 0 0 0,1 1 0 0 0,-1-1 0 0 0,1 1 0 0 0,-1-1 0 0 0,1 1 1 0 0,0-1-1 0 0,-1 1 0 0 0,1 0 0 0 0,0-1 0 0 0,-1 1 0 0 0,2-1 1 0 0,-1 1 14 0 0,0 0 0 0 0,0-1 1 0 0,0 1-1 0 0,0-1 1 0 0,0 0-1 0 0,0 1 0 0 0,0-1 1 0 0,0 0-1 0 0,0 0 1 0 0,-1 1-1 0 0,1-1 0 0 0,0 0 1 0 0,0 0-1 0 0,-1 0 1 0 0,1 0-1 0 0,-1 0 0 0 0,1 0 1 0 0,-1 0-1 0 0,1 0 1 0 0,-1 0-1 0 0,1 0 0 0 0,-1-1 1 0 0,0 1-1 0 0,0 0 1 0 0,0 0-1 0 0,0 0 0 0 0,1 0 1 0 0,-2-2-1 0 0,3 1 15 0 0,1 1-1 0 0,-1-1 0 0 0,0 0 1 0 0,1 1-1 0 0,-1 0 0 0 0,0-1 1 0 0,1 1-1 0 0,0 0 1 0 0,-1 0-1 0 0,1 1 0 0 0,0-1 1 0 0,-1 0-1 0 0,1 1 0 0 0,0 0 1 0 0,3-1-1 0 0,6-1 45 0 0,-10 1-85 0 0,1 0 0 0 0,0 0-1 0 0,-1 0 1 0 0,1 0-1 0 0,-1-1 1 0 0,0 1 0 0 0,1-1-1 0 0,-1 1 1 0 0,0-1 0 0 0,0 0-1 0 0,0 0 1 0 0,0 0-1 0 0,3-4 1 0 0,-4 5-2 0 0,0 0 1 0 0,-1 0-1 0 0,1 0 1 0 0,0 0-1 0 0,0 0 1 0 0,0 0-1 0 0,0 1 0 0 0,0-1 1 0 0,0 0-1 0 0,1 1 1 0 0,-1-1-1 0 0,0 0 1 0 0,0 1-1 0 0,0 0 0 0 0,1-1 1 0 0,-1 1-1 0 0,0 0 1 0 0,0-1-1 0 0,2 1 1 0 0,-1 0 11 0 0,3-5 75 0 0,-5 4 454 0 0,-5 0-387 0 0,-50-12 258 0 0,23 4-309 0 0,-1 2-1 0 0,1 1 1 0 0,-1 2-1 0 0,-37-1 1 0 0,65 5-29 0 0,-1-1 0 0 0,0 0-34 0 0,-48 3-79 0 0,46-2 2 0 0,0 0 0 0 0,0 0 0 0 0,0 1 0 0 0,1 0 0 0 0,-1 0 0 0 0,0 1-1 0 0,0 0 1 0 0,1 0 0 0 0,-10 5 0 0 0,-12 2-72 0 0,27-8 90 0 0,-1-1 0 0 0,0 1 0 0 0,0-1 0 0 0,1 1 0 0 0,-1 0 0 0 0,0 0 0 0 0,1 0 0 0 0,-1 1 0 0 0,1-1 0 0 0,-1 0 0 0 0,1 1 0 0 0,0 0 0 0 0,0-1 0 0 0,-1 1 0 0 0,1 0 0 0 0,1 0 0 0 0,-1 0 0 0 0,0 1 0 0 0,-2 2 0 0 0,2 1-11 0 0,0 0-1 0 0,0 0 1 0 0,0 0 0 0 0,1 0-1 0 0,0 0 1 0 0,0 0-1 0 0,1 0 1 0 0,0 13-1 0 0,0-13 38 0 0,1 1-1 0 0,0 0 0 0 0,0 0 0 0 0,1-1 1 0 0,0 1-1 0 0,0 0 0 0 0,0-1 0 0 0,1 0 1 0 0,0 0-1 0 0,0 0 0 0 0,1 0 1 0 0,0 0-1 0 0,8 10 0 0 0,13 22 30 0 0,-20-31-56 0 0,0-1 1 0 0,-1 0 0 0 0,2 0 0 0 0,-1 0 0 0 0,1-1 0 0 0,0 0 0 0 0,0 0-1 0 0,12 7 1 0 0,64 31-170 0 0,-19-10 165 0 0,-54-29 21 0 0,0 0 0 0 0,1-1 1 0 0,0 0-1 0 0,0 0 1 0 0,0-1-1 0 0,0 0 1 0 0,0-1-1 0 0,0 0 1 0 0,12 0-1 0 0,49 7 3 0 0,-46-8-20 0 0,10-6 58 0 0,0-2-1 0 0,-1-1 0 0 0,48-20 1 0 0,279-70 569 0 0,-309 89-558 0 0,0 3-1 0 0,58-2 0 0 0,119 8 432 0 0,-133 1 79 0 0,181-16 877 0 0,8 0-509 0 0,-254 17-867 0 0,1 2 0 0 0,30 8 0 0 0,24 2 176 0 0,180 21 478 0 0,-168-22-651 0 0,71 4 75 0 0,-164-16-188 0 0,-1-1 0 0 0,1 1-1 0 0,0-1 1 0 0,0 0-1 0 0,-1 0 1 0 0,1-1-1 0 0,0 1 1 0 0,-1-1-1 0 0,0 0 1 0 0,1-1-1 0 0,4-2 1 0 0,-9 4 24 0 0,1 1 0 0 0,-1 0 0 0 0,0 0 0 0 0,1-1 0 0 0,-1 1 0 0 0,0 0 0 0 0,0-1 0 0 0,0 1 0 0 0,1 0 0 0 0,-1-1 0 0 0,0 1 1 0 0,0 0-1 0 0,0-1 0 0 0,0 1 0 0 0,0 0 0 0 0,1-1 0 0 0,-1 1 0 0 0,0 0 0 0 0,0-1 0 0 0,0 1 0 0 0,0 0 0 0 0,0-1 0 0 0,0 1 0 0 0,0-1 0 0 0,0 1 0 0 0,0 0 0 0 0,-1-1 0 0 0,1 1 0 0 0,0 0 0 0 0,0-1 1 0 0,0 1-1 0 0,0 0 0 0 0,0-1 0 0 0,-1 1 0 0 0,1 0 0 0 0,0-1 0 0 0,0 1 0 0 0,0 0 0 0 0,-1 0 0 0 0,1-1 0 0 0,0 1 0 0 0,-1 0 0 0 0,1 0 0 0 0,0-1 0 0 0,-1 1 0 0 0,1 0 0 0 0,-1 0 0 0 0,-18-11-843 0 0,15 9 483 0 0,2 1 252 0 0,-46-15-3439 0 0,-83-3-4717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55 240 0 0,'-1'1'335'0'0,"1"1"-1"0"0,0 0 1 0 0,-1-1 0 0 0,0 1-1 0 0,1-1 1 0 0,-1 1 0 0 0,0-1-1 0 0,0 1 1 0 0,0-1 0 0 0,0 0-1 0 0,0 1 1 0 0,0-1-1 0 0,0 0 1 0 0,0 0 0 0 0,-1 0-1 0 0,1 0 1 0 0,0 0 0 0 0,-1 0-1 0 0,1 0 1 0 0,-1 0 0 0 0,1 0-1 0 0,-1-1 1 0 0,1 1 0 0 0,-1-1-1 0 0,-2 1 1 0 0,-44 11 1518 0 0,41-11-1215 0 0,2 0 1510 0 0,30-13-1891 0 0,1 2 1 0 0,0 0 0 0 0,0 2 0 0 0,1 1 0 0 0,29-5 0 0 0,25 0-94 0 0,0 2 1 0 0,104 3-1 0 0,-180 7 463 0 0,-10-2-400 0 0,-23-2 180 0 0,1 1 1 0 0,-1 1-1 0 0,-51 3 0 0 0,4 1-115 0 0,21 1-185 0 0,1 2 0 0 0,0 3-1 0 0,-78 22 1 0 0,118-26-127 0 0,-1 0-1 0 0,1 1 1 0 0,0 1 0 0 0,0 0-1 0 0,1 1 1 0 0,0 0-1 0 0,0 1 1 0 0,1 1 0 0 0,0-1-1 0 0,0 2 1 0 0,1 0 0 0 0,0 0-1 0 0,1 0 1 0 0,0 1 0 0 0,0 1-1 0 0,1 0 1 0 0,1 0-1 0 0,-7 15 1 0 0,13-25 23 0 0,1 0-1 0 0,-1 0 1 0 0,1 0-1 0 0,-1 0 0 0 0,1 0 1 0 0,0 0-1 0 0,0 0 1 0 0,0 0-1 0 0,0 0 1 0 0,0 1-1 0 0,0-1 1 0 0,1 0-1 0 0,-1 0 1 0 0,1 0-1 0 0,0 0 1 0 0,-1 0-1 0 0,1 0 1 0 0,0 0-1 0 0,0 0 0 0 0,0-1 1 0 0,2 3-1 0 0,31 29 110 0 0,-25-25-78 0 0,5 2-39 0 0,0-1 0 0 0,0 0 0 0 0,1 0 0 0 0,0-1 0 0 0,0-1 0 0 0,1-1 0 0 0,0 0 1 0 0,0-1-1 0 0,32 5 0 0 0,3-2-121 0 0,88 0 0 0 0,-120-8 94 0 0,14 1-213 0 0,0-1 0 0 0,0-2 0 0 0,0-2 0 0 0,59-13 0 0 0,-59 7-983 0 0,0-1 0 0 0,39-20 0 0 0,-64 27 811 0 0,0 1-313 0 0,-1-1-1 0 0,0 0 1 0 0,0 0 0 0 0,11-9-1 0 0,-12 7-583 0 0,-1 0 0 0 0,0 0 0 0 0,-1-1 1 0 0,1 0-1 0 0,6-13 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0 880 0 0,'0'6'3762'0'0,"-30"8"-2081"0"0,30 3-160 0 0,0 29 480 0 0,0 23-401 0 0,30-17-1040 0 0,-30-8-560 0 0,30 1 0 0 0,1-7 0 0 0,-31-7-80 0 0,0-12-640 0 0,30-38-3682 0 0,-30-12 400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3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2561 0 0,'-61'33'3922'0'0,"31"5"-1201"0"0,30-13-1680 0 0,0 0-1441 0 0,30-11-1922 0 0,1-1-2560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4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97 480 0 0,'0'0'4562'0'0,"0"1"-4508"0"0,0 3-108 0 0,0-3-26 0 0,-5-2-66 0 0,-15-3 146 0 0,15 3 146 0 0,5 0-66 0 0,0-4 0 0 0,0 3 494 0 0,0-10-40 0 0,0 5-521 0 0,0 1-13 0 0,0 1-13 0 0,-5 3-54 0 0,-15-3-27 0 0,19 4-6 0 0,0 0-1 0 0,1 0 0 0 0,-1 1 1 0 0,0-1-1 0 0,1 0 0 0 0,-1 0 1 0 0,1 0-1 0 0,0 0 0 0 0,-1-1 1 0 0,1 1-1 0 0,0 0 0 0 0,0 0 0 0 0,-1 0 1 0 0,1 0-1 0 0,0 0 0 0 0,0 0 1 0 0,0 0-1 0 0,0 0 0 0 0,1 0 1 0 0,-1-1-1 0 0,0 1 0 0 0,0 0 1 0 0,1 0-1 0 0,-1 0 0 0 0,0 0 0 0 0,1 0 1 0 0,-1 0-1 0 0,1 0 0 0 0,0 0 1 0 0,1-1-1 0 0,18-9-886 0 0,-15 4-174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1 480 0 0,'0'0'1428'0'0,"1"2"-1033"0"0,-7 1-297 0 0,-14-2 129 0 0,15-1 587 0 0,0 1-654 0 0,-15 2-14 0 0,14-2 241 0 0,1-1-574 0 0,-285 8-2494 0 0,-49-10 3736 0 0,251 0-1590 0 0,-53 6-852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5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50 240 0 0,'4'-4'5739'0'0,"9"2"-5594"0"0,-4 2 121 0 0,-9-2-158 0 0,1 0 1 0 0,0 1-1 0 0,0-1 0 0 0,-1 0 1 0 0,1 0-1 0 0,-1 1 1 0 0,1-1-1 0 0,-1 0 1 0 0,0 0-1 0 0,0 0 1 0 0,1 0-1 0 0,-2 1 1 0 0,1-1-1 0 0,0 0 0 0 0,0 0 1 0 0,0 0-1 0 0,-1 0 1 0 0,1 1-1 0 0,-1-1 1 0 0,0 0-1 0 0,1 0 1 0 0,-2-2-1 0 0,-19 4-28 0 0,-9 6 160 0 0,25-6 0 0 0,5 1-160 0 0,0 5 0 0 0,-5-4-13 0 0,4-2-62 0 0,0 0 1 0 0,0 0-1 0 0,0 0 0 0 0,0 1 1 0 0,0-1-1 0 0,0 0 0 0 0,0 1 1 0 0,0-1-1 0 0,0 1 0 0 0,0-1 1 0 0,0 1-1 0 0,0-1 0 0 0,0 1 1 0 0,0 0-1 0 0,0 0 0 0 0,0-1 1 0 0,1 1-1 0 0,-1 0 0 0 0,0 0 0 0 0,1 0 1 0 0,-1 0-1 0 0,0 0 0 0 0,1 0 1 0 0,-1 1-1 0 0,-2 36 196 0 0,3-27-188 0 0,0-2 16 0 0,-1-7-19 0 0,1 1 1 0 0,0 0 0 0 0,0 0-1 0 0,0 0 1 0 0,0 0 0 0 0,0 0 0 0 0,0 0-1 0 0,1 0 1 0 0,-1 0 0 0 0,1 0-1 0 0,0 0 1 0 0,0-1 0 0 0,0 1-1 0 0,0 0 1 0 0,1 0 0 0 0,-1-1-1 0 0,1 1 1 0 0,-1-1 0 0 0,1 0 0 0 0,0 1-1 0 0,0-1 1 0 0,0 0 0 0 0,0 0-1 0 0,0 0 1 0 0,5 3 0 0 0,22 15 50 0 0,-21-14-34 0 0,1 0 1 0 0,0 0-1 0 0,0 0 0 0 0,0-1 0 0 0,1-1 1 0 0,0 1-1 0 0,0-2 0 0 0,18 5 1 0 0,29 2 56 0 0,1-3 1 0 0,58-1-1 0 0,-101-6-75 0 0,0-1 0 0 0,-1-1 0 0 0,1 0 0 0 0,-1-1-1 0 0,0-1 1 0 0,0 0 0 0 0,0-1 0 0 0,17-9 0 0 0,-29 12-6 0 0,-1-1-1 0 0,0 0 1 0 0,0 1 0 0 0,-1-1-1 0 0,1 0 1 0 0,-1 1 0 0 0,1-1-1 0 0,-1 0 1 0 0,0 0 0 0 0,0 0-1 0 0,0 1 1 0 0,0-1 0 0 0,0 0-1 0 0,-1 0 1 0 0,0 0 0 0 0,1 1-1 0 0,-1-1 1 0 0,0 0 0 0 0,-2-2-1 0 0,-8-11-226 0 0,-1 1-1 0 0,-1 0 0 0 0,-1 1 0 0 0,0 1 0 0 0,-1 0 0 0 0,-21-15 0 0 0,29 25-373 0 0,1 0 1 0 0,-1 0-1 0 0,0 1 0 0 0,1-1 0 0 0,-1 1 0 0 0,0 1 0 0 0,-1-1 1 0 0,1 1-1 0 0,0 1 0 0 0,-10-1 0 0 0,12 1-2030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80 0 0,'-146'12'9138'0'0,"122"-5"-6996"0"0,45-5-1803 0 0,8 0-193 0 0,182 26-159 0 0,-184-27-454 0 0,-12 0-960 0 0,0 0-1 0 0,0 0 1 0 0,23 7 0 0 0,-28-3-1494 0 0,15-4 346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4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5442 0 0,'-30'25'4242'0'0,"-1"-12"-2961"0"0,31-7-1121 0 0,31-6-320 0 0,-1 6 80 0 0,60 1 0 0 0,85-1 0 0 0,67-12-800 0 0,-91-21-2642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4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4562 0 0,'-55'6'3548'0'0,"50"-3"-3008"0"0,5-3-532 0 0,0 1-1 0 0,0-1 0 0 0,0 0 0 0 0,0 0 1 0 0,0 0-1 0 0,0 0 0 0 0,0 1 1 0 0,0-1-1 0 0,0 0 0 0 0,0 0 1 0 0,0 0-1 0 0,0 0 0 0 0,0 1 1 0 0,0-1-1 0 0,0 0 0 0 0,0 0 1 0 0,0 0-1 0 0,0 0 0 0 0,0 1 1 0 0,0-1-1 0 0,0 0 0 0 0,0 0 1 0 0,-1 0-1 0 0,1 0 0 0 0,0 0 1 0 0,0 1-1 0 0,0-1 0 0 0,0 0 0 0 0,0 0 1 0 0,0 0-1 0 0,-1 0 0 0 0,1 0 1 0 0,0 0-1 0 0,0 0 0 0 0,0 0 1 0 0,0 1-1 0 0,-1-1 0 0 0,1 0 1 0 0,0 0-1 0 0,0 0 0 0 0,0 0 1 0 0,0 0-1 0 0,-1 0 0 0 0,1 0 1 0 0,0 0-1 0 0,0 0 0 0 0,0 0 1 0 0,0 0-1 0 0,-1 0 0 0 0,1 0 0 0 0,0 0 1 0 0,-20 3 179 0 0,-15 11 373 0 0,-21 5-107 0 0,56-19-431 0 0,0 0 0 0 0,-1 0 0 0 0,1 0 0 0 0,0 0 0 0 0,-1 0 0 0 0,1 0 0 0 0,0 0-1 0 0,0 1 1 0 0,-1-1 0 0 0,1 0 0 0 0,0 0 0 0 0,0 0 0 0 0,-1 0 0 0 0,1 1 0 0 0,0-1 0 0 0,0 0-1 0 0,0 0 1 0 0,-1 1 0 0 0,1-1 0 0 0,0 0 0 0 0,0 0 0 0 0,0 1 0 0 0,0-1 0 0 0,0 0-1 0 0,-1 1 1 0 0,1-1 0 0 0,0 0 0 0 0,0 0 0 0 0,0 1 0 0 0,0-1 0 0 0,0 0 0 0 0,0 1 0 0 0,0-1-1 0 0,0 0 1 0 0,0 1 0 0 0,0-1 0 0 0,0 0 0 0 0,0 0 0 0 0,0 1 0 0 0,1-1 0 0 0,-1 0 0 0 0,0 1-1 0 0,0-1 1 0 0,0 0 0 0 0,0 0 0 0 0,0 1 0 0 0,1-1 0 0 0,-1 0 0 0 0,0 0 0 0 0,0 1-1 0 0,0-1 1 0 0,1 0 0 0 0,-1 0 0 0 0,0 0 0 0 0,0 0 0 0 0,1 1 0 0 0,-1-1 0 0 0,0 0 0 0 0,0 0-1 0 0,1 0 1 0 0,-1 0 0 0 0,0 0 0 0 0,1 0 0 0 0,41 9-2481 0 0,-3 0-3246 0 0,-34-8 3037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6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1040 0 0,'-1'1'119'0'0,"1"0"0"0"0,-1 0 0 0 0,0 0 0 0 0,0 0 0 0 0,1-1-1 0 0,-1 1 1 0 0,0 0 0 0 0,0-1 0 0 0,0 1 0 0 0,0 0 0 0 0,0-1-1 0 0,0 1 1 0 0,0-1 0 0 0,0 1 0 0 0,0-1 0 0 0,0 0 0 0 0,0 1-1 0 0,0-1 1 0 0,-1 0 0 0 0,1 0 0 0 0,0 0 0 0 0,0 0 0 0 0,-1 0-1 0 0,1 0 125 0 0,0 0-182 0 0,1 1 0 0 0,0-1-1 0 0,-1 0 1 0 0,1 1 0 0 0,0-1-1 0 0,-1 0 1 0 0,1 1 0 0 0,0-1 0 0 0,-1 0-1 0 0,1 1 1 0 0,0-1 0 0 0,-1 0-1 0 0,1 1 1 0 0,0-1 0 0 0,0 1 0 0 0,0-1-1 0 0,0 1 1 0 0,-1-1 0 0 0,1 0-1 0 0,0 1 1 0 0,0-1 0 0 0,0 1 0 0 0,0-1-1 0 0,0 1 1 0 0,0-1 0 0 0,0 1-1 0 0,0-1 1 0 0,0 1 0 0 0,0-1-1 0 0,0 1 1 0 0,0-1 0 0 0,1 0 0 0 0,-1 1-1 0 0,0-1 1 0 0,0 1 0 0 0,0-1-1 0 0,1 1 1 0 0,-1-1 0 0 0,0 0 0 0 0,0 1-1 0 0,1-1 1 0 0,-1 0 0 0 0,0 1-1 0 0,1-1 1 0 0,-1 0 0 0 0,0 1 0 0 0,1-1-1 0 0,0 0 1 0 0,0 1 25 0 0,1-2-47 0 0,-1 1 1 0 0,1 0 0 0 0,-1 0-1 0 0,1 0 1 0 0,-1 1 0 0 0,0-1-1 0 0,1 0 1 0 0,-1 0 0 0 0,1 1-1 0 0,-1-1 1 0 0,0 1 0 0 0,1-1-1 0 0,-1 1 1 0 0,0 0 0 0 0,2 2 1467 0 0,-8-2-1214 0 0,-15 2-53 0 0,15-2-66 0 0,0-1-28 0 0,-15 0-52 0 0,15 0-14 0 0,5 2 480 0 0,0-4-240 0 0,0 4-240 0 0,0 4-13 0 0,0-1-80 0 0,0-4-134 0 0,5 0-1160 0 0,-4-1 1179 0 0,0 0 0 0 0,0 0 1 0 0,0 0-1 0 0,1 1 1 0 0,-1-1-1 0 0,0 0 1 0 0,0 1-1 0 0,0-1 1 0 0,0 1-1 0 0,0-1 1 0 0,0 1-1 0 0,0 0 1 0 0,0-1-1 0 0,0 1 0 0 0,0 0 1 0 0,0 0-1 0 0,0 0 1 0 0,0 0-1 0 0,-1-1 1 0 0,1 1-1 0 0,0 0 1 0 0,-1 0-1 0 0,1 0 1 0 0,0 1-1 0 0,-1-1 1 0 0,1 0-1 0 0,-1 0 0 0 0,0 0 1 0 0,1 0-1 0 0,-1 0 1 0 0,0 1-1 0 0,0-1 1 0 0,0 0-1 0 0,0 0 1 0 0,0 0-1 0 0,0 1 1 0 0,0-1-1 0 0,0 0 1 0 0,0 0-1 0 0,-1 2 0 0 0,1 10-2526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7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151 171 640 0 0,'0'0'65'0'0,"1"-1"1"0"0,-1 1-1 0 0,0-1 0 0 0,0 1 0 0 0,0 0 0 0 0,0-1 0 0 0,0 1 1 0 0,0-1-1 0 0,1 1 0 0 0,-1 0 0 0 0,0-1 0 0 0,0 1 0 0 0,1 0 0 0 0,-1 0 1 0 0,0-1-1 0 0,0 1 0 0 0,1 0 0 0 0,-1-1 0 0 0,0 1 0 0 0,1 0 1 0 0,-1 0-1 0 0,0 0 0 0 0,1-1 0 0 0,-1 1 0 0 0,1 0 0 0 0,-1 0 0 0 0,0 0 1 0 0,1 0-1 0 0,-1 0 0 0 0,0 0 0 0 0,1 0 0 0 0,-1-1 0 0 0,1 1 1 0 0,-1 0-1 0 0,0 1 0 0 0,1-1 0 0 0,-1 0 0 0 0,1 0 0 0 0,-1 0 1 0 0,0 0-1 0 0,1 0 0 0 0,0 0 0 0 0,12-2 1564 0 0,-9-7 2891 0 0,-9 9-4347 0 0,-16 0-12 0 0,-9 6 399 0 0,25-6-333 0 0,0 0-41 0 0,5 0-147 0 0,-1 0-15 0 0,0 0 0 0 0,0 0 0 0 0,0 0 0 0 0,0 1 0 0 0,0-1 1 0 0,0 0-1 0 0,0 0 0 0 0,0 0 0 0 0,0 0 0 0 0,0-1 0 0 0,0 1 0 0 0,0 0 0 0 0,0 0 0 0 0,0-1 0 0 0,0 1 0 0 0,0 0 0 0 0,0-1 0 0 0,0 1 0 0 0,0-1 0 0 0,0 1 0 0 0,1-1 0 0 0,-1 1 0 0 0,0-1 1 0 0,-1-1-1 0 0,1 1 0 0 0,0 0 1 0 0,0 0-1 0 0,0 0 1 0 0,0 0-1 0 0,0 0 1 0 0,0 0-1 0 0,-1 0 1 0 0,1 1 0 0 0,0-1-1 0 0,-1 0 1 0 0,1 1-1 0 0,0-1 1 0 0,-1 1-1 0 0,1-1 1 0 0,-3 1-1 0 0,1-1 50 0 0,-7-5 111 0 0,8 5-171 0 0,1 0 1 0 0,-1 1 0 0 0,1-1 0 0 0,0 0 0 0 0,-1 0-1 0 0,1 0 1 0 0,0 0 0 0 0,-1 0 0 0 0,1 0 0 0 0,0 0-1 0 0,0 0 1 0 0,0 0 0 0 0,0-1 0 0 0,0 1 0 0 0,0 0 0 0 0,0-1-1 0 0,0 1 1 0 0,1-1 0 0 0,-1 1 0 0 0,1-1 0 0 0,-1 1-1 0 0,1-1 1 0 0,-1 1 0 0 0,1-1 0 0 0,0 0 0 0 0,0 1-1 0 0,0-1 1 0 0,0-2 0 0 0,0 3-11 0 0,0-1 0 0 0,-1 1-1 0 0,1-1 1 0 0,0 1 0 0 0,0-1-1 0 0,-1 1 1 0 0,1-1 0 0 0,-1 1 0 0 0,1-1-1 0 0,-1 1 1 0 0,0 0 0 0 0,1-1 0 0 0,-1 1-1 0 0,0 0 1 0 0,0-1 0 0 0,0 1-1 0 0,0 0 1 0 0,0 0 0 0 0,0 0 0 0 0,-2-1-1 0 0,2 1 3 0 0,0 0 0 0 0,-1 0 0 0 0,1-1 0 0 0,0 1-1 0 0,0 0 1 0 0,0-1 0 0 0,0 1 0 0 0,0 0 0 0 0,0-1-1 0 0,0 1 1 0 0,1-1 0 0 0,-1 0 0 0 0,0 1 0 0 0,1-1-1 0 0,-1 0 1 0 0,1 1 0 0 0,0-1 0 0 0,0 0 0 0 0,-1 1-1 0 0,1-3 1 0 0,0-26 117 0 0,0 29-87 0 0,0 19-181 0 0,0 212 265 0 0,6-225-174 0 0,-5-5 48 0 0,0 0 5 0 0,0-1 0 0 0,1 1-1 0 0,-1 0 1 0 0,1 0 0 0 0,-1 1-1 0 0,1-1 1 0 0,-1 0 0 0 0,0 0 0 0 0,1 1-1 0 0,-1-1 1 0 0,0 1 0 0 0,1-1-1 0 0,-1 1 1 0 0,0-1 0 0 0,3 2 0 0 0,-4-1-66 0 0,5 0-13 0 0,12 0 87 0 0,0-1 0 0 0,1-1 1 0 0,-1 0-1 0 0,0-1 0 0 0,0-1 0 0 0,0-1 1 0 0,0-1-1 0 0,-1 0 0 0 0,0-1 1 0 0,16-8-1 0 0,-32 14-4 0 0,1 0 1 0 0,-1-1-1 0 0,1 1 1 0 0,-1 0-1 0 0,0-1 1 0 0,1 1-1 0 0,-1 0 1 0 0,0-1-1 0 0,1 1 0 0 0,-1-1 1 0 0,0 1-1 0 0,0-1 1 0 0,1 1-1 0 0,-1-1 1 0 0,0 1-1 0 0,0-1 1 0 0,0 1-1 0 0,0-1 1 0 0,0 1-1 0 0,0-1 0 0 0,0 1 1 0 0,0-1-1 0 0,0 1 1 0 0,0-2-1 0 0,5-9 71 0 0,1 7-57 0 0,10-10 106 0 0,-13-19 124 0 0,-3-69 6 0 0,0 106-274 0 0,1-1 0 0 0,-1 1 0 0 0,1 0-1 0 0,0-1 1 0 0,0 1 0 0 0,0-1 0 0 0,1 1 0 0 0,-1-1-1 0 0,1 0 1 0 0,3 6 0 0 0,10 23-119 0 0,-7-13 131 0 0,-2 1 0 0 0,6 27 0 0 0,-9-22 9 0 0,9 26 0 0 0,28 14 0 0 0,-29-26 0 0 0,-7-20 0 0 0,16 39-27 0 0,-12-23-88 0 0,9 35-140 0 0,-15-66 160 0 0,-1 1 0 0 0,1-1 1 0 0,0 0-1 0 0,0 0 1 0 0,0 0-1 0 0,1 0 0 0 0,-1-1 1 0 0,1 1-1 0 0,0-1 1 0 0,0 1-1 0 0,0-1 0 0 0,4 3 1 0 0,-2-3-121 0 0,-1-2 0 0 0,0 1 0 0 0,1 0 0 0 0,-1-1 0 0 0,1 0 0 0 0,-1 0 0 0 0,1 0 0 0 0,-1-1 0 0 0,1 1 0 0 0,0-1 0 0 0,-1 0 0 0 0,1 0 0 0 0,0-1 1 0 0,8-1-1 0 0,-5 0-230 0 0,27-3-2583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8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41 2001 0 0,'-25'-5'1894'0'0,"20"4"-160"0"0,0-1-266 0 0,-76-14 2307 0 0,81 15-3766 0 0,0 1 0 0 0,-1 0 0 0 0,1 0 1 0 0,0 0-1 0 0,-1 0 0 0 0,1 0 0 0 0,0 0 1 0 0,-1-1-1 0 0,1 1 0 0 0,0 0 0 0 0,0 0 1 0 0,-1 0-1 0 0,1-1 0 0 0,0 1 0 0 0,0 0 1 0 0,0 0-1 0 0,-1-1 0 0 0,1 1 0 0 0,0 0 1 0 0,0 0-1 0 0,0-1 0 0 0,0 1 0 0 0,0 0 1 0 0,-1-1-1 0 0,1 1 0 0 0,0 0 0 0 0,0 0 1 0 0,0-1-1 0 0,0 1 0 0 0,0 0 0 0 0,0-1 1 0 0,0 1-1 0 0,0 0 0 0 0,0-1 0 0 0,0 1 1 0 0,0 0-1 0 0,0-1 0 0 0,1 1 0 0 0,-1 0 1 0 0,0-1-1 0 0,0 1 0 0 0,0 0 0 0 0,0 0 1 0 0,0-1-1 0 0,1 1 0 0 0,-1 0 0 0 0,0 0 1 0 0,0-1-1 0 0,0 1 0 0 0,1 0 0 0 0,-1 0 1 0 0,0-1-1 0 0,0 1 0 0 0,1 0 0 0 0,-1 0 1 0 0,0 0-1 0 0,0 0 0 0 0,1 0 0 0 0,-1-1 1 0 0,0 1-1 0 0,1 0 0 0 0,6-1 17 0 0,41 3 28 0 0,-43-2-51 0 0,-1 0 0 0 0,1 0-1 0 0,-1 0 1 0 0,0 1 0 0 0,1 0-1 0 0,-1 0 1 0 0,0 0 0 0 0,0 0-1 0 0,0 1 1 0 0,1-1 0 0 0,-1 1-1 0 0,-1 0 1 0 0,1 0 0 0 0,0 1-1 0 0,-1-1 1 0 0,1 1 0 0 0,-1 0-1 0 0,1 0 1 0 0,-1 0 0 0 0,0 0-1 0 0,-1 1 1 0 0,1-1 0 0 0,0 1-1 0 0,2 5 1 0 0,28 38 39 0 0,-28-41-39 0 0,1 1-1 0 0,-1-1 1 0 0,0 1 0 0 0,-1 0 0 0 0,0 0-1 0 0,0 1 1 0 0,0-1 0 0 0,-1 1-1 0 0,0 0 1 0 0,0 0 0 0 0,-1 0 0 0 0,0 0-1 0 0,1 12 1 0 0,-3 188-56 0 0,-1-207 53 0 0,1 0 0 0 0,0 1 0 0 0,-1-1 0 0 0,1 0 0 0 0,-1 0 0 0 0,1 1 0 0 0,-1-1 0 0 0,0 0 0 0 0,0 0 0 0 0,1 0 0 0 0,-1 0 0 0 0,0 1 0 0 0,0-1 0 0 0,0-1 0 0 0,0 1 0 0 0,0 0 0 0 0,0 0 0 0 0,-1 0 0 0 0,1 0 0 0 0,0-1 0 0 0,0 1 1 0 0,-1-1-1 0 0,1 1 0 0 0,0-1 0 0 0,0 1 0 0 0,-1-1 0 0 0,1 0 0 0 0,-1 1 0 0 0,1-1 0 0 0,0 0 0 0 0,-1 0 0 0 0,1 0 0 0 0,0 0 0 0 0,-1 0 0 0 0,1-1 0 0 0,-3 0 0 0 0,-3 1-5 0 0,0 0 1 0 0,0-1-1 0 0,0-1 0 0 0,0 1 1 0 0,-13-5-1 0 0,-5 0-48 0 0,17 4 58 0 0,4 2-10 0 0,0-1 0 0 0,1 1 0 0 0,-1-1 0 0 0,0 0 0 0 0,0 0 0 0 0,1-1 0 0 0,-1 1 0 0 0,1-1 0 0 0,-6-2 0 0 0,8 2 3 0 0,0 0 0 0 0,-1 0 0 0 0,1 0 0 0 0,0 0 0 0 0,0-1 0 0 0,0 1 0 0 0,1 0 0 0 0,-1 0 0 0 0,0 0 0 0 0,1-1 0 0 0,-1 1 0 0 0,1 0 0 0 0,0-1 0 0 0,0 1 0 0 0,0-1 0 0 0,0 1 1 0 0,0-3-1 0 0,0 0 34 0 0,0 3-26 0 0,-1 1 1 0 0,1-1-1 0 0,0 1 1 0 0,0-1-1 0 0,0 0 0 0 0,0 1 1 0 0,0-1-1 0 0,0 1 0 0 0,0-1 1 0 0,0 1-1 0 0,0-1 1 0 0,1 1-1 0 0,-1-1 0 0 0,1 1 1 0 0,-1-1-1 0 0,1 1 1 0 0,0-1-1 0 0,0 1 0 0 0,1-2 1 0 0,23-3 46 0 0,-19 5-45 0 0,1 1-1 0 0,0 0 1 0 0,-1 1 0 0 0,1-1-1 0 0,0 1 1 0 0,-1 0 0 0 0,1 1-1 0 0,-1 0 1 0 0,0 0 0 0 0,1 0-1 0 0,-1 1 1 0 0,0-1 0 0 0,9 7-1 0 0,3 3 11 0 0,-2 1 0 0 0,28 25-1 0 0,-15-11-30 0 0,-25-18-166 0 0,2 0-723 0 0,1-10 323 0 0,-1 0 0 0 0,1 0 0 0 0,-1-1 0 0 0,0 0-1 0 0,0 0 1 0 0,1 0 0 0 0,-1-1 0 0 0,-1 0 0 0 0,1 0 0 0 0,0 0 0 0 0,7-6-1 0 0,-8-10-1687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9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30 2161 0 0,'-6'0'731'0'0,"0"1"0"0"0,0 0 0 0 0,0 0 0 0 0,0 1 0 0 0,0 0 0 0 0,0 0 0 0 0,-10 5-1 0 0,-44 28 861 0 0,58-34-1612 0 0,-5 5 46 0 0,1 0 1 0 0,1 1-1 0 0,-1-1 1 0 0,1 1-1 0 0,0 0 1 0 0,1 1-1 0 0,0-1 0 0 0,0 1 1 0 0,1 0-1 0 0,-4 10 1 0 0,3 15-29 0 0,4-29 13 0 0,0 0 1 0 0,0 0-1 0 0,-1 0 1 0 0,1-1-1 0 0,-1 1 0 0 0,0 0 1 0 0,-2 6-1 0 0,-22 30 149 0 0,22-37-137 0 0,0 0-1 0 0,0 0 1 0 0,0 0-1 0 0,1 1 1 0 0,0-1 0 0 0,-1 1-1 0 0,1-1 1 0 0,1 1-1 0 0,-1 0 1 0 0,0-1 0 0 0,1 1-1 0 0,0 0 1 0 0,0 0-1 0 0,0 0 1 0 0,0 0-1 0 0,1 0 1 0 0,0 1 0 0 0,0-1-1 0 0,0 0 1 0 0,0 0-1 0 0,0 0 1 0 0,1 0-1 0 0,0 0 1 0 0,0 0 0 0 0,2 6-1 0 0,3 1 35 0 0,1-1 1 0 0,0-1-1 0 0,1 1 0 0 0,0-1 0 0 0,0-1 1 0 0,1 1-1 0 0,0-1 0 0 0,1-1 0 0 0,0 0 0 0 0,0 0 1 0 0,0-1-1 0 0,1 0 0 0 0,22 8 0 0 0,-14-7-38 0 0,0-2 0 0 0,0 0 0 0 0,1-1-1 0 0,-1-1 1 0 0,1-1 0 0 0,0-1 0 0 0,0 0 0 0 0,0-2-1 0 0,0 0 1 0 0,-1-1 0 0 0,32-8 0 0 0,-46 9-16 0 0,-1 0 1 0 0,1-1 0 0 0,-1 0-1 0 0,0 0 1 0 0,1 0 0 0 0,-1 0-1 0 0,0 0 1 0 0,0-1 0 0 0,-1 0 0 0 0,1 0-1 0 0,-1 0 1 0 0,1 0 0 0 0,-1-1-1 0 0,0 1 1 0 0,3-6 0 0 0,0-1 10 0 0,-1-1 1 0 0,0 1-1 0 0,-1-1 1 0 0,5-17-1 0 0,-7 22-3 0 0,-2 5-9 0 0,25-94 118 0 0,-23 86-107 0 0,-1 0 0 0 0,0 0 0 0 0,-1 0 0 0 0,0 0 0 0 0,0 0 0 0 0,-1 0 0 0 0,0 0 0 0 0,0 0 0 0 0,-5-13 0 0 0,0 8 17 0 0,0 0-1 0 0,-1 1 1 0 0,-1 0 0 0 0,0 1-1 0 0,-1 0 1 0 0,0 0 0 0 0,0 1 0 0 0,-2 0-1 0 0,1 0 1 0 0,-1 1 0 0 0,-1 1 0 0 0,-23-15-1 0 0,23 18-15 0 0,-1 1-1 0 0,1 0 0 0 0,-1 1 0 0 0,-1 1 0 0 0,1 0 0 0 0,0 0 0 0 0,-21 0 1 0 0,27 3-54 0 0,0 0 0 0 0,0 0 0 0 0,0 1-1 0 0,0 0 1 0 0,0 0 0 0 0,0 1 0 0 0,1-1 0 0 0,-1 2 0 0 0,1-1 0 0 0,-1 1 0 0 0,1 0 0 0 0,0 0 0 0 0,0 0 0 0 0,0 1 0 0 0,0 0 0 0 0,-6 6 0 0 0,10-9 9 0 0,1 1 1 0 0,0-1-1 0 0,-1 0 0 0 0,1 0 1 0 0,0 0-1 0 0,0 1 0 0 0,0-1 1 0 0,0 1-1 0 0,0-1 0 0 0,0 1 1 0 0,1-1-1 0 0,-1 1 0 0 0,0 0 1 0 0,1-1-1 0 0,-1 1 0 0 0,1 0 1 0 0,0-1-1 0 0,-1 1 0 0 0,1 0 1 0 0,0-1-1 0 0,0 1 0 0 0,0 0 1 0 0,0 0-1 0 0,0-1 0 0 0,1 1 1 0 0,-1 0-1 0 0,0-1 0 0 0,1 1 1 0 0,0 0-1 0 0,-1-1 0 0 0,1 1 1 0 0,0 0-1 0 0,0-1 0 0 0,-1 1 0 0 0,1-1 1 0 0,2 2-1 0 0,4 5-288 0 0,0-1 0 0 0,1 0-1 0 0,0 0 1 0 0,0-1 0 0 0,12 7 0 0 0,-11-7-109 0 0,52 34-3519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2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58 1361 0 0,'-6'-1'2894'0'0,"-14"-4"-1053"0"0,15 4-854 0 0,4-16 977 0 0,-7 21-1126 0 0,-13 10-732 0 0,14-10-62 0 0,-46 17 219 0 0,11-14-304 0 0,33-10-30 0 0,4 0-4 0 0,5 3-54 0 0,-1-1 0 0 0,0 0 1 0 0,1 0-1 0 0,-1 0 0 0 0,1 0 0 0 0,-1 0 0 0 0,1 0 0 0 0,-1 0 0 0 0,1 0 0 0 0,0 0 0 0 0,-1 0 0 0 0,1 0 0 0 0,0 0 1 0 0,0 0-1 0 0,0 0 0 0 0,0 0 0 0 0,0 0 0 0 0,0 0 0 0 0,0 0 0 0 0,0-1 0 0 0,0 1 0 0 0,0 0 0 0 0,1-1 0 0 0,-1-2-885 0 0,5-19-1774 0 0,21-2 293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3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91 1121 0 0,'-5'1'2027'0'0,"-75"4"2591"0"0,59-5-4154 0 0,0 1-1 0 0,0 1 1 0 0,0 0 0 0 0,-26 8 0 0 0,-3 5-238 0 0,48-14-210 0 0,1-1-1 0 0,-1 1 1 0 0,0 0 0 0 0,0 0-1 0 0,0 0 1 0 0,1 0-1 0 0,-1 1 1 0 0,0-1-1 0 0,1 0 1 0 0,-1 1-1 0 0,1-1 1 0 0,0 1 0 0 0,-1-1-1 0 0,1 1 1 0 0,0 0-1 0 0,0 0 1 0 0,0-1-1 0 0,0 1 1 0 0,0 0-1 0 0,1 0 1 0 0,-1 0 0 0 0,0 0-1 0 0,1 0 1 0 0,0 0-1 0 0,-1 3 1 0 0,0 6 44 0 0,0 0 0 0 0,1 0 1 0 0,2 19-1 0 0,0-1 41 0 0,-1-26-87 0 0,0 0 0 0 0,0 0 0 0 0,0 0-1 0 0,0 0 1 0 0,1 0 0 0 0,-1-1-1 0 0,1 1 1 0 0,-1 0 0 0 0,1-1 0 0 0,0 1-1 0 0,0-1 1 0 0,0 0 0 0 0,1 1-1 0 0,-1-1 1 0 0,1 0 0 0 0,-1-1 0 0 0,1 1-1 0 0,-1 0 1 0 0,1-1 0 0 0,5 3-1 0 0,60 26 94 0 0,-66-29-101 0 0,24 7 31 0 0,1-1 0 0 0,0 0 0 0 0,0-3 0 0 0,49 4 0 0 0,105-9-53 0 0,-158 0 7 0 0,3-1 7 0 0,0-1 0 0 0,-1-1 0 0 0,0-1 0 0 0,0-1 0 0 0,0-2 0 0 0,35-15 0 0 0,-59 23 2 0 0,1 0 0 0 0,-1-1 0 0 0,1 1 0 0 0,-1-1 0 0 0,1 1 0 0 0,-1-1 0 0 0,1 0 0 0 0,-1 1 0 0 0,0-1 0 0 0,1 0 0 0 0,-1 0 0 0 0,0 0 0 0 0,1 0 0 0 0,-1 0 0 0 0,0 0 0 0 0,0-1 0 0 0,0 1 0 0 0,0 0 0 0 0,0-1 0 0 0,-1 1 0 0 0,1 0 0 0 0,0-1 0 0 0,-1 1 0 0 0,1-1 0 0 0,0 1 0 0 0,-1-1 0 0 0,0 1 0 0 0,1-1 0 0 0,-1 0 0 0 0,0 1 0 0 0,0-4 0 0 0,-2 0 0 0 0,0 0 0 0 0,0 0 0 0 0,-1 0 0 0 0,0 0 0 0 0,0 0 0 0 0,0 1 0 0 0,-1-1 0 0 0,-5-5 0 0 0,-9-12 21 0 0,0 2 0 0 0,-2 1 0 0 0,0 0-1 0 0,0 1 1 0 0,-2 2 0 0 0,0 0 0 0 0,-1 1-1 0 0,-1 1 1 0 0,0 1 0 0 0,-1 2 0 0 0,0 0-1 0 0,-1 1 1 0 0,0 2 0 0 0,-1 1 0 0 0,1 1-1 0 0,-1 1 1 0 0,-48-2 0 0 0,29 9 22 0 0,45-2-50 0 0,0 0-1 0 0,0 0 1 0 0,0 0-1 0 0,0 1 1 0 0,0-1-1 0 0,0 0 1 0 0,0 0-1 0 0,0 1 1 0 0,0-1-1 0 0,0 0 1 0 0,0 1-1 0 0,0-1 1 0 0,0 1-1 0 0,0-1 1 0 0,0 1 0 0 0,0-1-1 0 0,0 1 1 0 0,1 0-1 0 0,-1-1 1 0 0,0 1-1 0 0,1 0 1 0 0,-1 0-1 0 0,0 0 1 0 0,1 0-1 0 0,-1-1 1 0 0,1 1-1 0 0,-1 0 1 0 0,0 2-1 0 0,2-2-24 0 0,-1 0-1 0 0,1-1 0 0 0,-1 1 1 0 0,1 0-1 0 0,-1 0 0 0 0,1-1 1 0 0,-1 1-1 0 0,1 0 0 0 0,0-1 1 0 0,-1 1-1 0 0,1-1 0 0 0,0 1 1 0 0,0-1-1 0 0,-1 1 0 0 0,1-1 1 0 0,0 0-1 0 0,0 1 0 0 0,0-1 1 0 0,0 0-1 0 0,-1 0 0 0 0,1 1 1 0 0,0-1-1 0 0,2 0 0 0 0,32 6-586 0 0,-23-5 262 0 0,112 7-3180 0 0,-97-7 2685 0 0,88 3-2643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30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56 240 0 0,'-204'60'10831'0'0,"197"-57"-10710"0"0,-7 1 66 0 0,-1 1-1 0 0,1 1 1 0 0,-21 11 0 0 0,32-15-177 0 0,0 0 0 0 0,0-1 0 0 0,0 1 0 0 0,1 1-1 0 0,-1-1 1 0 0,1 0 0 0 0,-1 0 0 0 0,1 1 0 0 0,0 0 0 0 0,0-1-1 0 0,0 1 1 0 0,0 0 0 0 0,0 0 0 0 0,1 0 0 0 0,-1 0 0 0 0,1 0 0 0 0,0 0-1 0 0,0 1 1 0 0,0-1 0 0 0,0 0 0 0 0,1 1 0 0 0,-1 3 0 0 0,1 9 63 0 0,-1-10-41 0 0,1 0 1 0 0,0 0-1 0 0,0 0 1 0 0,1 0-1 0 0,-1 0 1 0 0,1 0 0 0 0,3 10-1 0 0,-2-13-8 0 0,0 3 1 0 0,0-1 1 0 0,0 1-1 0 0,1-1 0 0 0,0 1 0 0 0,0-1 0 0 0,0 0 0 0 0,1-1 0 0 0,-1 1 0 0 0,1 0 0 0 0,0-1 0 0 0,1 0 0 0 0,-1 0 0 0 0,1 0 0 0 0,7 4 0 0 0,7 1 6 0 0,1 0 0 0 0,39 11 0 0 0,-55-19-18 0 0,1 1 1 0 0,-1-1-1 0 0,1 0 0 0 0,0 0 1 0 0,-1-1-1 0 0,1 0 1 0 0,0 1-1 0 0,-1-1 0 0 0,1-1 1 0 0,0 1-1 0 0,-1-1 0 0 0,1 0 1 0 0,-1 0-1 0 0,1 0 0 0 0,-1 0 1 0 0,1-1-1 0 0,-1 0 1 0 0,0 0-1 0 0,0 0 0 0 0,0 0 1 0 0,5-4-1 0 0,-8 4 3 0 0,0 0 0 0 0,0-1-1 0 0,0 1 1 0 0,0 0 0 0 0,-1 0 0 0 0,1-1-1 0 0,-1 1 1 0 0,1 0 0 0 0,-1-1 0 0 0,0 1-1 0 0,0 0 1 0 0,0-1 0 0 0,0 1 0 0 0,0 0-1 0 0,-1-4 1 0 0,0-11 39 0 0,1-2-12 0 0,-1-1 1 0 0,-1 1-1 0 0,0 0 1 0 0,-2 0-1 0 0,0 0 1 0 0,-13-36-1 0 0,13 45 9 0 0,0 1 0 0 0,-1 0 0 0 0,0 0 0 0 0,-1 1 0 0 0,0-1 0 0 0,0 1 0 0 0,-1 1 0 0 0,1-1 0 0 0,-2 1 0 0 0,1 0-1 0 0,-1 1 1 0 0,0 0 0 0 0,0 0 0 0 0,-1 0 0 0 0,0 1 0 0 0,-11-4 0 0 0,-61-21 228 0 0,74 23-95 0 0,14 8-1480 0 0,-7-1 925 0 0,32 4-1296 0 0,0-1 1 0 0,0-2 0 0 0,38-3 0 0 0,1 1-1666 0 0,-11 1 783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2321 0 0,'-5'2'2455'0'0,"-38"12"2224"0"0,-19 7-2249 0 0,53-19-2339 0 0,2 1 0 0 0,-1-1 0 0 0,0 1 0 0 0,0 1 0 0 0,1-1 0 0 0,0 1-1 0 0,0 1 1 0 0,0-1 0 0 0,0 1 0 0 0,1 0 0 0 0,0 1 0 0 0,-7 6-1 0 0,10-8-40 0 0,0-1-1 0 0,1 0 0 0 0,-1 1 0 0 0,1-1 0 0 0,0 1 0 0 0,0 0 1 0 0,0 0-1 0 0,1 0 0 0 0,-1 0 0 0 0,1 0 0 0 0,0 0 0 0 0,0 0 1 0 0,0 0-1 0 0,1 0 0 0 0,-1 1 0 0 0,1-1 0 0 0,0 0 0 0 0,0 0 1 0 0,1 1-1 0 0,-1-1 0 0 0,1 0 0 0 0,0 0 0 0 0,3 8 1 0 0,1-1 110 0 0,1-1 1 0 0,0 0 0 0 0,14 17-1 0 0,-2-2 91 0 0,-11-16-188 0 0,1-1-1 0 0,0 1 0 0 0,0-1 0 0 0,1-1 1 0 0,0 0-1 0 0,0 0 0 0 0,1-1 1 0 0,0 0-1 0 0,0 0 0 0 0,0-1 0 0 0,1-1 1 0 0,15 5-1 0 0,7 1 33 0 0,1-1-1 0 0,50 6 1 0 0,-71-14-92 0 0,0 1-1 0 0,-1-1 1 0 0,1-1-1 0 0,0 0 1 0 0,0-1-1 0 0,20-4 1 0 0,-28 4-12 0 0,0-1-1 0 0,0 1 1 0 0,0-1-1 0 0,0-1 1 0 0,0 1-1 0 0,0 0 1 0 0,-1-1-1 0 0,1 0 1 0 0,-1 0-1 0 0,0-1 1 0 0,0 1 0 0 0,0-1-1 0 0,0 0 1 0 0,-1 0-1 0 0,6-8 1 0 0,-8 11 15 0 0,0-1 0 0 0,0 0 1 0 0,0 1-1 0 0,0-1 0 0 0,-1 0 1 0 0,1 0-1 0 0,-1 0 0 0 0,1 0 1 0 0,-1 0-1 0 0,0 0 0 0 0,1 0 1 0 0,-1 0-1 0 0,0 0 0 0 0,0 0 1 0 0,-1 0-1 0 0,1 0 0 0 0,0 1 1 0 0,-1-1-1 0 0,1 0 0 0 0,-1 0 1 0 0,1 0-1 0 0,-1 0 0 0 0,0 0 1 0 0,0 1-1 0 0,0-1 0 0 0,0 0 1 0 0,0 1-1 0 0,-2-3 0 0 0,-5-5 31 0 0,0 1 0 0 0,0 1 0 0 0,0-1 0 0 0,-11-6 0 0 0,9 6 8 0 0,-12-8-63 0 0,-19-17 320 0 0,-77-45 0 0 0,102 69-518 0 0,0 1 0 0 0,0 0 0 0 0,-1 2 0 0 0,1 0 0 0 0,-1 1 0 0 0,-1 0 0 0 0,1 2 0 0 0,-1 0 0 0 0,-28-1 0 0 0,-38 4-5480 0 0,79 0 1294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0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3522 0 0,'0'0'5522'0'0,"-5"1"-4548"0"0,-15 3-454 0 0,15-4-186 0 0,0 2-81 0 0,-15 3-39 0 0,15-4-54 0 0,4-1-177 0 0,1-1 0 0 0,0 0 0 0 0,0 1 1 0 0,0-1-1 0 0,1 0 0 0 0,-1 1 0 0 0,0-1 1 0 0,0 1-1 0 0,0-1 0 0 0,0 0 0 0 0,0 1 1 0 0,1-1-1 0 0,-1 1 0 0 0,0-1 0 0 0,1 0 1 0 0,-1 1-1 0 0,0-1 0 0 0,1 1 0 0 0,-1-1 1 0 0,1 1-1 0 0,-1 0 0 0 0,1-1 0 0 0,-1 1 1 0 0,1-1-1 0 0,-1 1 0 0 0,1 0 0 0 0,-1-1 1 0 0,1 1-1 0 0,-1 0 0 0 0,1 0 0 0 0,0-1 1 0 0,-1 1-1 0 0,1 0 0 0 0,-1 0 0 0 0,1 0 1 0 0,0 0-1 0 0,-1 0 0 0 0,1 0 0 0 0,0 0 1 0 0,0 0-1 0 0,0 0-6 0 0,-1 0 0 0 0,1 0 0 0 0,-1 0 0 0 0,1 0 1 0 0,-1 0-1 0 0,0 0 0 0 0,1 0 0 0 0,-1 0 0 0 0,1 0 0 0 0,-1 0 0 0 0,1 0 1 0 0,-1-1-1 0 0,1 1 0 0 0,-1 0 0 0 0,1 0 0 0 0,-1 0 0 0 0,1-1 1 0 0,-1 1-1 0 0,0 0 0 0 0,1-1 0 0 0,-1 1 0 0 0,0 0 0 0 0,1-1 0 0 0,-1 1 1 0 0,0 0-1 0 0,1-1 0 0 0,-1 1 0 0 0,0-1 0 0 0,0 1 0 0 0,1 0 1 0 0,-1-1-1 0 0,0 1 0 0 0,0-1 0 0 0,0 1 0 0 0,0-1 0 0 0,1 1 0 0 0,-1-1 1 0 0,0 1-1 0 0,0-1 0 0 0,0 0-15 0 0,0 0 0 0 0,0 1 0 0 0,0-1 0 0 0,0 0 0 0 0,1 1 0 0 0,-1-1 1 0 0,0 0-1 0 0,0 1 0 0 0,1-1 0 0 0,-1 0 0 0 0,0 1 0 0 0,1-1 0 0 0,-1 1 0 0 0,1-1 0 0 0,-1 1 0 0 0,1-1 1 0 0,-1 1-1 0 0,1-1 0 0 0,-1 1 0 0 0,1 0 0 0 0,-1-1 0 0 0,1 1 0 0 0,0 0 0 0 0,-1-1 0 0 0,1 1 0 0 0,0 0 1 0 0,-1 0-1 0 0,1-1 0 0 0,0 1 0 0 0,-1 0 0 0 0,1 0 0 0 0,0 0 0 0 0,-1 0 0 0 0,2 0 0 0 0,-2 0-53 0 0,1 0 0 0 0,-1 0 0 0 0,1 0 0 0 0,-1 0 0 0 0,1 0 0 0 0,-1 0 0 0 0,1 0 0 0 0,-1 0-1 0 0,1 0 1 0 0,-1 0 0 0 0,1-1 0 0 0,-1 1 0 0 0,1 0 0 0 0,-1 0 0 0 0,1-1 0 0 0,-1 1 0 0 0,1 0-1 0 0,-1 0 1 0 0,0-1 0 0 0,1 1 0 0 0,-1-1 0 0 0,0 1 0 0 0,1 0 0 0 0,-1-1 0 0 0,0 1 0 0 0,1-1-1 0 0,-1 1 1 0 0,0-1 0 0 0,0 1 0 0 0,0 0 0 0 0,1-2 0 0 0,4 1-2097 0 0,20 1 81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1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0 640 0 0,'-30'0'721'0'0,"0"0"-881"0"0,0 6-801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1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1681 0 0,'-5'0'2281'0'0,"-9"0"-1066"0"0,3 0 1678 0 0,66 0 402 0 0,-50 0-3230 0 0,0 1-1 0 0,0-1 1 0 0,0 1-1 0 0,0 0 1 0 0,0 1-1 0 0,0-1 1 0 0,6 4-1 0 0,34 8 141 0 0,-7-5-51 0 0,-23-5-115 0 0,0 0-1 0 0,0 0 1 0 0,0-1 0 0 0,1-1 0 0 0,20-1-1 0 0,10-1 55 0 0,29 3 148 0 0,-28 6-116 0 0,-29-3-23 0 0,279 40 645 0 0,-122-28-587 0 0,162-10 293 0 0,256-19 1882 0 0,-137 4-1215 0 0,224 8-93 0 0,-590-6-2227 0 0,-90 6 1176 0 0,0 0 0 0 0,0 0 0 0 0,0-1 0 0 0,-1 1 0 0 0,1 0 0 0 0,0 0 0 0 0,0 0 0 0 0,0 0 0 0 0,0 0 0 0 0,0 0 0 0 0,0 0 0 0 0,-1 0 0 0 0,1 0 0 0 0,0 0 0 0 0,0 0 0 0 0,0-1 0 0 0,0 1 0 0 0,0 0 0 0 0,0 0 0 0 0,0 0 0 0 0,0 0 0 0 0,-1 0 0 0 0,1-1-1 0 0,0 1 1 0 0,0 0 0 0 0,0 0 0 0 0,0 0 0 0 0,0 0 0 0 0,0 0 0 0 0,0-1 0 0 0,0 1 0 0 0,0 0 0 0 0,0 0 0 0 0,0 0 0 0 0,0 0 0 0 0,0-1 0 0 0,0 1 0 0 0,0 0 0 0 0,0 0 0 0 0,0 0 0 0 0,0 0 0 0 0,0 0 0 0 0,1-1 0 0 0,-1 1 0 0 0,0 0 0 0 0,0 0 0 0 0,0 0 0 0 0,0 0 0 0 0,0 0 0 0 0,0 0 0 0 0,0-1 0 0 0,0 1 0 0 0,0 0 0 0 0,1 0 0 0 0,-1 0 0 0 0,0 0 0 0 0,0 0 0 0 0,0 0 0 0 0,0 0 0 0 0,0 0 0 0 0,1 0 0 0 0,-1 0 0 0 0,0 0 0 0 0,0 0 0 0 0,-35-23-3564 0 0,-45-23-3335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00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0 720 0 0,'30'0'3282'0'0,"0"8"1280"0"0,-30-3-1201 0 0,0 1-3120 0 0,0 2-161 0 0,0-2-321 0 0,0-1-959 0 0,-30 9-3042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42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691 732 4802 0 0,'-56'67'3348'0'0,"55"-65"-3344"0"0,0 0-1 0 0,0-1 0 0 0,0 1 0 0 0,0 0 0 0 0,0 0 1 0 0,0-1-1 0 0,1 1 0 0 0,-1 0 0 0 0,1 0 1 0 0,-1 0-1 0 0,1 0 0 0 0,0 0 0 0 0,0 0 0 0 0,0 0 1 0 0,0 0-1 0 0,0 0 0 0 0,0 0 0 0 0,0 0 0 0 0,1 0 1 0 0,-1-1-1 0 0,2 5 0 0 0,18 31 190 0 0,-14-28-136 0 0,-5-7-50 0 0,0-1 0 0 0,0 1 0 0 0,0 0 0 0 0,0-1 0 0 0,-1 1 0 0 0,1 0 0 0 0,-1 0 0 0 0,1 0 0 0 0,-1-1 0 0 0,0 1 0 0 0,0 0 0 0 0,0 0 0 0 0,0 0 0 0 0,0 0 0 0 0,0 0 1 0 0,0-1-1 0 0,-1 1 0 0 0,1 0 0 0 0,-1 0 0 0 0,1 0 0 0 0,-1-1 0 0 0,0 1 0 0 0,1 0 0 0 0,-1 0 0 0 0,0-1 0 0 0,0 1 0 0 0,0-1 0 0 0,0 1 0 0 0,-1-1 0 0 0,1 0 0 0 0,-2 3 1 0 0,1-3 9 0 0,0 1 1 0 0,1 0 0 0 0,-1 0 0 0 0,1 0 0 0 0,0 0 0 0 0,0 0-1 0 0,-1 0 1 0 0,1 1 0 0 0,1-1 0 0 0,-1 0 0 0 0,0 0 0 0 0,0 1-1 0 0,1-1 1 0 0,-1 3 0 0 0,1-1-5 0 0,0-1 1 0 0,-1 0-1 0 0,0 1 0 0 0,1-1 0 0 0,-1 0 0 0 0,0 1 1 0 0,-1-1-1 0 0,1 0 0 0 0,0 0 0 0 0,-1 0 1 0 0,-3 4-1 0 0,-5 13 2 0 0,-20 62 198 0 0,25-71-191 0 0,1-1 1 0 0,-2 1-1 0 0,1-1 1 0 0,-1-1 0 0 0,-1 1-1 0 0,0-1 1 0 0,-12 13-1 0 0,-63 53 113 0 0,72-67-117 0 0,6-4-6 0 0,-1 0 0 0 0,1 0-1 0 0,1 1 1 0 0,-1 0-1 0 0,1-1 1 0 0,0 1 0 0 0,0 0-1 0 0,0 0 1 0 0,0 1-1 0 0,-1 6 1 0 0,1-6-7 0 0,1 0-1 0 0,-1 0 1 0 0,0 0 0 0 0,-1 0-1 0 0,1-1 1 0 0,-5 6 0 0 0,-17 15 70 0 0,-1-2 0 0 0,-39 29 0 0 0,-25 23 6 0 0,88-74-81 0 0,-1 0 0 0 0,1 0 0 0 0,-1 1 0 0 0,1-1 0 0 0,0 0 0 0 0,0 1 0 0 0,0 0 0 0 0,1-1 0 0 0,-1 1 0 0 0,0 0 0 0 0,1 0 0 0 0,0 0 0 0 0,0 0 0 0 0,0 0 0 0 0,0 1 0 0 0,0-1 0 0 0,0 5 0 0 0,1-6 1 0 0,0-1-1 0 0,0 0 1 0 0,0 0 0 0 0,0 0-1 0 0,0 1 1 0 0,-1-1-1 0 0,1 0 1 0 0,0 0 0 0 0,-1 0-1 0 0,1 0 1 0 0,-1 0-1 0 0,1 0 1 0 0,-1 0-1 0 0,0 0 1 0 0,1 0 0 0 0,-1 0-1 0 0,0 0 1 0 0,0 0-1 0 0,0 0 1 0 0,1 0-1 0 0,-1 0 1 0 0,0-1 0 0 0,0 1-1 0 0,-2 1 1 0 0,2-2-1 0 0,0 1 0 0 0,0-1 0 0 0,0 1 0 0 0,0 0 0 0 0,0-1 0 0 0,0 1-1 0 0,0 0 1 0 0,1 0 0 0 0,-1 0 0 0 0,0 0 0 0 0,0-1 0 0 0,1 1 0 0 0,-1 0 0 0 0,1 0 0 0 0,-1 0 0 0 0,1 0 0 0 0,-1 1 0 0 0,1-1 0 0 0,0 0 0 0 0,-1 0 0 0 0,1 0 0 0 0,0 0 0 0 0,0 0 0 0 0,0 2 0 0 0,0-2 0 0 0,0-1 0 0 0,0 1 0 0 0,0 0 0 0 0,0-1 0 0 0,0 1 0 0 0,0-1 0 0 0,0 1 0 0 0,0-1 0 0 0,0 1 0 0 0,0 0 0 0 0,-1-1 0 0 0,1 1 0 0 0,0-1 0 0 0,0 1 0 0 0,0-1 0 0 0,-1 1 0 0 0,1-1 0 0 0,0 1 0 0 0,-1-1 0 0 0,1 0 0 0 0,0 1 0 0 0,-1-1 0 0 0,1 1 0 0 0,-1-1 0 0 0,-19 8 0 0 0,18-8 0 0 0,1 0 0 0 0,-1 0 0 0 0,1 0 0 0 0,-1 0 0 0 0,1 1 0 0 0,-1-1 0 0 0,1 1 0 0 0,-1-1 0 0 0,1 1 0 0 0,0-1 0 0 0,-1 1 0 0 0,1 0 0 0 0,0 0 0 0 0,-1 0 0 0 0,1 0 0 0 0,0 0 0 0 0,0 0 0 0 0,0 0 0 0 0,0 0 0 0 0,0 0 0 0 0,0 0 0 0 0,0 1 0 0 0,0-1 0 0 0,1 0 0 0 0,-1 0 0 0 0,0 1 0 0 0,1-1 0 0 0,-1 1 0 0 0,1-1 0 0 0,-1 1 0 0 0,1-1 0 0 0,-1 3 0 0 0,2-2 0 0 0,-1-1 0 0 0,-1 1 0 0 0,1-1 0 0 0,0 1 0 0 0,0 0 0 0 0,0-1 0 0 0,-1 1 0 0 0,1-1 0 0 0,-1 1 0 0 0,0-1 0 0 0,1 1 0 0 0,-1-1 0 0 0,0 0 0 0 0,0 1 0 0 0,1-1 0 0 0,-1 0 1 0 0,0 0-1 0 0,0 1 0 0 0,-1-1 0 0 0,1 0 0 0 0,-2 1 0 0 0,2-1-1 0 0,0 0 1 0 0,0 0-1 0 0,0 0 0 0 0,0 0 1 0 0,-1 0-1 0 0,2 1 0 0 0,-1-1 1 0 0,0 0-1 0 0,0 1 0 0 0,0-1 1 0 0,0 0-1 0 0,1 1 0 0 0,-1-1 1 0 0,1 1-1 0 0,-1-1 0 0 0,1 1 1 0 0,0-1-1 0 0,0 1 0 0 0,-1-1 1 0 0,1 1-1 0 0,0 2 0 0 0,0 15-21 0 0,-1-13 18 0 0,1-1-1 0 0,-1 0 1 0 0,1 0-1 0 0,1 0 1 0 0,-1 0-1 0 0,1 1 1 0 0,0-1 0 0 0,0 0-1 0 0,2 5 1 0 0,1-2 2 0 0,0-1 1 0 0,-1 1 0 0 0,0-1 0 0 0,0 1 0 0 0,-1 0-1 0 0,0 0 1 0 0,0 1 0 0 0,-1-1 0 0 0,0 0-1 0 0,-1 16 1 0 0,1-15-7 0 0,1 1-1 0 0,0-1 1 0 0,0 0-1 0 0,0-1 1 0 0,1 1-1 0 0,1 0 1 0 0,6 12 0 0 0,0 1 9 0 0,40 69 12 0 0,-46-66 23 0 0,-4-23-40 0 0,0 1 0 0 0,0-1 1 0 0,0 0-1 0 0,0 0 0 0 0,0 0 0 0 0,1 1 0 0 0,-1-1 1 0 0,1 0-1 0 0,-1 0 0 0 0,1 0 0 0 0,0 0 0 0 0,1 2 1 0 0,57 55 69 0 0,-37-46-52 0 0,17 2-12 0 0,-31-16-3 0 0,-1 0-14 0 0,92 22-51 0 0,53 14-14 0 0,-69-16 57 0 0,131 13 0 0 0,-124-20 2 0 0,-22-3-8 0 0,161 24 43 0 0,279 3 1 0 0,39-55 452 0 0,172-13 333 0 0,-379 38-372 0 0,-57 0-42 0 0,194-7 801 0 0,361-21 310 0 0,-530 7-1327 0 0,-149 7-43 0 0,546 3 640 0 0,-481 23-706 0 0,330 15 599 0 0,-72 1-368 0 0,-310-17-251 0 0,184 21 1440 0 0,-273-30-1484 0 0,-10 0 13 0 0,0-3 0 0 0,91-6-1 0 0,172-19 71 0 0,111-10 147 0 0,-397 29-288 0 0,-41 1 40 0 0,-1 1-1 0 0,1-2 1 0 0,-1 1 0 0 0,1-1-1 0 0,-1 0 1 0 0,1-1-1 0 0,-1 0 1 0 0,15-6 0 0 0,11-2-740 0 0,-34 9 588 0 0,0 1 169 0 0,0 0 1 0 0,0 0-1 0 0,0-1 1 0 0,0 1-1 0 0,0 0 0 0 0,0 0 1 0 0,0 0-1 0 0,0 0 1 0 0,-1 0-1 0 0,1-1 1 0 0,0 1-1 0 0,0 0 0 0 0,0 0 1 0 0,0 0-1 0 0,0-1 1 0 0,0 1-1 0 0,0 0 0 0 0,0 0 1 0 0,0 0-1 0 0,0 0 1 0 0,0-1-1 0 0,0 1 1 0 0,0 0-1 0 0,0 0 0 0 0,0 0 1 0 0,0 0-1 0 0,0-1 1 0 0,1 1-1 0 0,-1 0 0 0 0,0 0 1 0 0,0 0-1 0 0,0 0 1 0 0,0-1-1 0 0,0 1 1 0 0,0 0-1 0 0,0 0 0 0 0,0 0 1 0 0,1 0-1 0 0,-1 0 1 0 0,0 0-1 0 0,0 0 0 0 0,0-1 1 0 0,0 1-1 0 0,0 0 1 0 0,1 0-1 0 0,-1 0 1 0 0,0 0-1 0 0,0 0 0 0 0,0 0 1 0 0,1 0-1 0 0,-1 0 1 0 0,0 0-1 0 0,0 0 0 0 0,0 0 1 0 0,0 0-1 0 0,1 0 1 0 0,-1 0-1 0 0,0 0 1 0 0,0 0-1 0 0,0 0 0 0 0,0 0 1 0 0,1 0-1 0 0,-1 0 1 0 0,0 0-1 0 0,0 0 0 0 0,1 1 1 0 0,295-67 563 0 0,-29 22-333 0 0,-267 44-229 0 0,0 0 0 0 0,1 0-1 0 0,-1 0 1 0 0,0 0 0 0 0,0 0 0 0 0,0 0 0 0 0,1 0 0 0 0,-1 0-1 0 0,0-1 1 0 0,0 1 0 0 0,0 0 0 0 0,1 0 0 0 0,-1 0 0 0 0,0 0-1 0 0,0 0 1 0 0,0 0 0 0 0,0 0 0 0 0,1 0 0 0 0,-1-1 0 0 0,0 1-1 0 0,0 0 1 0 0,0 0 0 0 0,0 0 0 0 0,0 0 0 0 0,1-1 0 0 0,-1 1-1 0 0,0 0 1 0 0,0 0 0 0 0,0 0 0 0 0,0 0 0 0 0,0-1 0 0 0,0 1-1 0 0,0 0 1 0 0,0 0 0 0 0,0 0 0 0 0,0-1 0 0 0,0 1 0 0 0,0 0-1 0 0,0 0 1 0 0,0 0 0 0 0,0-1 0 0 0,0 1 0 0 0,0 0 0 0 0,0 0-1 0 0,0 0 1 0 0,0-1 0 0 0,0 1-2 0 0,0 0 0 0 0,0 0 0 0 0,0-1 0 0 0,-1 1 0 0 0,1 0 0 0 0,0 0 0 0 0,0-1-1 0 0,0 1 1 0 0,0 0 0 0 0,0 0 0 0 0,0 0 0 0 0,0-1 0 0 0,1 1 0 0 0,-1 0 0 0 0,0 0 0 0 0,0-1 0 0 0,0 1 0 0 0,0 0 0 0 0,0 0 0 0 0,0 0-1 0 0,0 0 1 0 0,0-1 0 0 0,0 1 0 0 0,1 0 0 0 0,-1 0 0 0 0,0 0 0 0 0,0 0 0 0 0,0-1 0 0 0,0 1 0 0 0,1 0 0 0 0,-1 0 0 0 0,0 0-1 0 0,0 0 1 0 0,0 0 0 0 0,0 0 0 0 0,1-1 0 0 0,-1 1 0 0 0,0 0 0 0 0,0 0 0 0 0,1 0 0 0 0,-1 0 0 0 0,0 0 0 0 0,0 0 0 0 0,0 0 0 0 0,1 0-1 0 0,-1 0 1 0 0,55-25 58 0 0,-41 20-20 0 0,-1-1 0 0 0,0 0 0 0 0,17-11 0 0 0,-26 15-27 0 0,-1 1-1 0 0,0-1 1 0 0,0 0-1 0 0,0 0 1 0 0,-1 0-1 0 0,1-1 1 0 0,0 1-1 0 0,-1-1 1 0 0,1 1-1 0 0,-1-1 1 0 0,0 0-1 0 0,0 0 1 0 0,0 0-1 0 0,0 0 1 0 0,-1 0-1 0 0,1-1 1 0 0,1-5-1 0 0,-3 8-7 0 0,0 0-1 0 0,0 0 1 0 0,0 0-1 0 0,0 0 1 0 0,0 0-1 0 0,1 0 1 0 0,-1 0 0 0 0,0 0-1 0 0,0 0 1 0 0,1 0-1 0 0,-1 0 1 0 0,1 0-1 0 0,-1 0 1 0 0,1 1-1 0 0,-1-1 1 0 0,1 0-1 0 0,-1 0 1 0 0,1 0-1 0 0,0 1 1 0 0,-1-1 0 0 0,1 0-1 0 0,0 1 1 0 0,0-1-1 0 0,0 1 1 0 0,1-2-1 0 0,-1 1 1 0 0,1 1 0 0 0,-1-1 0 0 0,0 0 0 0 0,0 0 0 0 0,0 0 0 0 0,0 0 0 0 0,0 0 0 0 0,0 0 0 0 0,0-1 0 0 0,0 1 0 0 0,0 0-1 0 0,0 0 1 0 0,-1-1 0 0 0,1 1 0 0 0,-1 0 0 0 0,1-1 0 0 0,-1 1 0 0 0,1-1 0 0 0,-1 1 0 0 0,0 0 0 0 0,1-1 0 0 0,-1 1 0 0 0,0-1 0 0 0,0 1 0 0 0,0-1 0 0 0,-1-1 0 0 0,6 2 54 0 0,11-1 50 0 0,0-2 1 0 0,-1 0-1 0 0,29-11 0 0 0,-23 9-44 0 0,0 0 0 0 0,0 2 0 0 0,0 1 0 0 0,1 0 0 0 0,-1 2 0 0 0,1 0-1 0 0,36 4 1 0 0,-3-1 17 0 0,16 1-16 0 0,-52-1-53 0 0,-1-1 0 0 0,1-1-1 0 0,-1 0 1 0 0,28-5 0 0 0,-26 4 6 0 0,-20 1-9 0 0,0 0-1 0 0,1 0 1 0 0,-1 0-1 0 0,0 0 1 0 0,0 0 0 0 0,1 0-1 0 0,-1 0 1 0 0,0 0-1 0 0,0-1 1 0 0,1 1 0 0 0,-1 0-1 0 0,0 0 1 0 0,0 0-1 0 0,0 0 1 0 0,1 0 0 0 0,-1 0-1 0 0,0-1 1 0 0,0 1-1 0 0,0 0 1 0 0,0 0 0 0 0,1 0-1 0 0,-1-1 1 0 0,0 1 0 0 0,0 0-1 0 0,0 0 1 0 0,0 0-1 0 0,0-1 1 0 0,0 1 0 0 0,1 0-1 0 0,-1 0 1 0 0,0-1-1 0 0,0 1 1 0 0,0 0 0 0 0,0 0-1 0 0,0-1 1 0 0,0 1-1 0 0,0 0 1 0 0,0 0 0 0 0,0-1-1 0 0,0 1 1 0 0,0 0-1 0 0,0 0 1 0 0,-1-1 0 0 0,1 1-1 0 0,0 0 1 0 0,0 0-1 0 0,0-1 1 0 0,0 1 4 0 0,0-1-1 0 0,-1 1 1 0 0,1 0 0 0 0,0-1 0 0 0,0 1-1 0 0,0 0 1 0 0,0-1 0 0 0,0 1 0 0 0,0-1-1 0 0,0 1 1 0 0,0 0 0 0 0,0-1 0 0 0,0 1-1 0 0,0 0 1 0 0,0-1 0 0 0,0 1-1 0 0,1 0 1 0 0,-1-1 0 0 0,0 1 0 0 0,0 0-1 0 0,0-1 1 0 0,0 1 0 0 0,1 0 0 0 0,-1-1-1 0 0,0 1 1 0 0,0 0 0 0 0,0 0 0 0 0,1-1-1 0 0,-1 1 1 0 0,0 0 0 0 0,1 0 0 0 0,-1-1-1 0 0,0 1 1 0 0,0 0 0 0 0,1 0-1 0 0,-1 0 1 0 0,1-1 0 0 0,0 1 1 0 0,0 0-5 0 0,0 0 0 0 0,0 0 0 0 0,1 0 0 0 0,-1 0 0 0 0,0 0 0 0 0,0-1 0 0 0,0 1 0 0 0,1-1 0 0 0,-1 1 0 0 0,0-1 0 0 0,0 1 0 0 0,0-1 0 0 0,0 1 0 0 0,0-1 0 0 0,0 0 0 0 0,0 0 0 0 0,0 1 0 0 0,0-1 0 0 0,0 0 0 0 0,1-2 0 0 0,-1 2 4 0 0,0 0 0 0 0,0 0 0 0 0,0 0 0 0 0,0 0-1 0 0,0 0 1 0 0,1 0 0 0 0,-1 0 0 0 0,0 0 0 0 0,1 0 0 0 0,-1 1-1 0 0,0-1 1 0 0,1 0 0 0 0,-1 1 0 0 0,1 0 0 0 0,1-1 0 0 0,14-7 120 0 0,104-41 605 0 0,211-90 521 0 0,-249 105-1061 0 0,-29 13-35 0 0,-1-2 0 0 0,94-58 0 0 0,-145 81-163 0 0,-1-1 1 0 0,1 0-1 0 0,-1 0 0 0 0,1-1 0 0 0,-1 1 0 0 0,1 0 0 0 0,-1 0 0 0 0,0-1 0 0 0,0 1 1 0 0,0-1-1 0 0,0 1 0 0 0,0-1 0 0 0,0 1 0 0 0,0-1 0 0 0,1-3 0 0 0,-2 4-4 0 0,0 0 0 0 0,0 0-1 0 0,0 0 1 0 0,0 0 0 0 0,0 1 0 0 0,0-1-1 0 0,-1 0 1 0 0,1 0 0 0 0,0 0 0 0 0,0 0-1 0 0,-1 0 1 0 0,1 1 0 0 0,-1-1-1 0 0,1 0 1 0 0,-1 0 0 0 0,1 1 0 0 0,-1-1-1 0 0,1 0 1 0 0,-1 1 0 0 0,0-1 0 0 0,1 1-1 0 0,-1-1 1 0 0,-1 0 0 0 0,-6-4-52 0 0,0 1-1 0 0,0 0 1 0 0,-1 0 0 0 0,0 1 0 0 0,-10-3 0 0 0,-6-3 155 0 0,-161-80 106 0 0,116 56-147 0 0,1-2 0 0 0,-94-66 1 0 0,161 100-54 0 0,0 0 1 0 0,0 0-1 0 0,0 0 1 0 0,0-1-1 0 0,0 1 1 0 0,1 0-1 0 0,-1-1 1 0 0,1 1-1 0 0,-1-1 1 0 0,1 0-1 0 0,-1 1 1 0 0,1-1-1 0 0,0 0 1 0 0,0 0-1 0 0,0 0 1 0 0,0 0-1 0 0,0 0 1 0 0,0 0-1 0 0,0 0 1 0 0,1 0-1 0 0,-1 0 1 0 0,1-1-1 0 0,0 1 1 0 0,-1 0-1 0 0,1 0 1 0 0,1-3-1 0 0,-3 1 5 0 0,0 2-1 0 0,0-1 1 0 0,0 0 0 0 0,0 0-1 0 0,0 1 1 0 0,0-1-1 0 0,-1 1 1 0 0,1-1 0 0 0,-1 1-1 0 0,0 0 1 0 0,0 0 0 0 0,-3-2-1 0 0,-63-41 107 0 0,22 14-55 0 0,5 3 11 0 0,-1 2-1 0 0,-2 2 1 0 0,-62-25 0 0 0,83 36 6 0 0,-17-6 67 0 0,-23-2-117 0 0,-77-37 0 0 0,-42-15-2 0 0,167 68-48 0 0,0-1 1 0 0,0 0-1 0 0,0-1 0 0 0,1-1 0 0 0,-20-13 1 0 0,16 9-59 0 0,-1 2 0 0 0,0 0 0 0 0,0 1 0 0 0,-1 1 0 0 0,0 0 0 0 0,0 2 1 0 0,-24-4-1 0 0,18 4 38 0 0,-1-2 0 0 0,1 0 0 0 0,-31-16 0 0 0,19 7 17 0 0,-1 1 1 0 0,0 2 0 0 0,-58-12-1 0 0,38 10 14 0 0,-150-28 16 0 0,-62-7 67 0 0,-54-7-147 0 0,-389-113-147 0 0,645 158 149 0 0,-91-4 1 0 0,61 9 85 0 0,-59-9 147 0 0,-400-50-883 0 0,222 12 608 0 0,223 41 42 0 0,1 5-1 0 0,-166 8 1 0 0,41 2 19 0 0,-101-19-374 0 0,-457-83-1 0 0,414 51-113 0 0,295 45 255 0 0,0 4 0 0 0,0 4 0 0 0,-100 15 0 0 0,118-10 233 0 0,-221 19-581 0 0,-345-14 0 0 0,599-15 590 0 0,1 1 0 0 0,0 2 0 0 0,-1 2-1 0 0,1 1 1 0 0,0 1 0 0 0,0 2 0 0 0,-54 18 0 0 0,28-9-15 0 0,41-12 33 0 0,1 1 1 0 0,-27 10-1 0 0,28-9 10 0 0,1-1 0 0 0,-1 0 0 0 0,0-2 0 0 0,0 0 0 0 0,-24 1 0 0 0,-8 1-6 0 0,18-2 10 0 0,-63-4 0 0 0,59-1-17 0 0,-43 4 0 0 0,63 2-20 0 0,-1 0 0 0 0,1 0 0 0 0,0 2 0 0 0,1 0 0 0 0,-29 15 0 0 0,-7 3-2 0 0,3 8-93 0 0,6-2 86 0 0,-19 10 51 0 0,-29 11 160 0 0,46-32-205 0 0,2 1 0 0 0,-53 36 0 0 0,71-37 321 0 0,21-16-246 0 0,0 0-1 0 0,0 0 1 0 0,0 0 0 0 0,-1-1 0 0 0,1 0 0 0 0,-1 0-1 0 0,1 1 1 0 0,-8 1 0 0 0,-12 3-70 0 0,17-6 52 0 0,0 0 0 0 0,0 1-1 0 0,0 0 1 0 0,1 0-1 0 0,-1 0 1 0 0,0 1-1 0 0,1 0 1 0 0,0 0 0 0 0,-6 4-1 0 0,-7 14 108 0 0,16-18-109 0 0,-1 1-1 0 0,0-1 0 0 0,0 1 1 0 0,0-1-1 0 0,0 0 1 0 0,-1 0-1 0 0,1-1 1 0 0,-1 1-1 0 0,1-1 0 0 0,-9 4 1 0 0,12-6-139 0 0,-1-1 0 0 0,1 1 0 0 0,-1 0 0 0 0,1-1-1 0 0,-1 1 1 0 0,1-1 0 0 0,-1 1 0 0 0,1-1 0 0 0,-1 0 0 0 0,1 1 0 0 0,0-1 0 0 0,-1 1 0 0 0,1-1 0 0 0,0 0 0 0 0,-1 1 0 0 0,1-1 0 0 0,0 1 0 0 0,0-1 0 0 0,0 0 0 0 0,0 1-1 0 0,0-1 1 0 0,0 0 0 0 0,0 0 0 0 0,0 1 0 0 0,0-1 0 0 0,0 0 0 0 0,0 1 0 0 0,0-1 0 0 0,0 0 0 0 0,0 1 0 0 0,1-1 0 0 0,-1 0 0 0 0,-3-31-2734 0 0,-17-70-4994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46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1 320 2401 0 0,'0'-1'91'0'0,"0"0"0"0"0,0 1 1 0 0,0-1-1 0 0,0 0 0 0 0,0 0 0 0 0,0 0 0 0 0,0 1 0 0 0,1-1 1 0 0,-1 0-1 0 0,0 0 0 0 0,0 1 0 0 0,1-1 0 0 0,-1 0 1 0 0,1 0-1 0 0,-1 1 0 0 0,1-1 0 0 0,-1 1 0 0 0,1-1 0 0 0,-1 0 1 0 0,1 1-1 0 0,-1-1 0 0 0,1 1 0 0 0,0-1 0 0 0,-1 1 0 0 0,1-1 1 0 0,0 1-1 0 0,-1 0 0 0 0,1-1 0 0 0,0 1 0 0 0,0 0 0 0 0,-1 0 1 0 0,2-1-1 0 0,-1 1 30 0 0,0 0 0 0 0,0 0 0 0 0,-1 0 0 0 0,1-1 0 0 0,0 1 0 0 0,-1 0 0 0 0,1-1 0 0 0,0 1 0 0 0,-1 0 0 0 0,1-1 0 0 0,-1 1 0 0 0,1-1 0 0 0,0 1 0 0 0,-1-1 0 0 0,1 1 1 0 0,-1-1-1 0 0,1 1 0 0 0,-1-1 0 0 0,0 0 0 0 0,1 1 0 0 0,-1-1 0 0 0,0 1 0 0 0,1-1 0 0 0,-1 0 0 0 0,0 0 0 0 0,0 1 0 0 0,1-1 0 0 0,-1 0 0 0 0,0 1 0 0 0,0-1 0 0 0,0 0 0 0 0,0-1 0 0 0,0 2 466 0 0,0 0-520 0 0,0 4-120 0 0,5-3-14 0 0,20-1 134 0 0,-25 4 575 0 0,0-3-598 0 0,0 1 0 0 0,-1 0 0 0 0,1 0 0 0 0,0-1 0 0 0,0 1 0 0 0,1 0 1 0 0,-1 0-1 0 0,0-1 0 0 0,0 1 0 0 0,1 0 0 0 0,-1-1 0 0 0,1 1 0 0 0,0 0 0 0 0,-1-1 0 0 0,2 3 0 0 0,49 15 203 0 0,1-3-1 0 0,1-1 1 0 0,78 10 0 0 0,-71-16-42 0 0,1-4 1 0 0,0-2-1 0 0,0-2 1 0 0,87-12-1 0 0,90-33 844 0 0,-151 25-421 0 0,0 3 1 0 0,164-6 0 0 0,704-24 758 0 0,513-106 2375 0 0,-841 108-2868 0 0,-350 38-574 0 0,165-2 160 0 0,-398 9-404 0 0,-1 1-1 0 0,51 10 1 0 0,-63-8 38 0 0,-7 1-416 0 0,-39-4-951 0 0,10-1 483 0 0,0 0-1 0 0,0-1 1 0 0,0 1 0 0 0,-1-1-1 0 0,1 0 1 0 0,0-1-1 0 0,-8-3 1 0 0,-28-8-2471 0 0,-145-33-8885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50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1681 0 0,'0'0'2694'0'0,"-1"0"-2667"0"0,1 0-1 0 0,0 0 0 0 0,0 0 0 0 0,0 0 1 0 0,0-1-1 0 0,0 1 0 0 0,0 0 1 0 0,0 0-1 0 0,0 0 0 0 0,-1 0 0 0 0,1 0 1 0 0,0-1-1 0 0,0 1 0 0 0,0 0 1 0 0,0 0-1 0 0,0 0 0 0 0,0-1 0 0 0,0 1 1 0 0,0 0-1 0 0,0 0 0 0 0,0 0 1 0 0,0 0-1 0 0,0-1 0 0 0,0 1 0 0 0,0 0 1 0 0,0 0-1 0 0,1 0 0 0 0,-1 0 0 0 0,0-1 1 0 0,0 1-1 0 0,0 0 0 0 0,0 0 1 0 0,0 0-1 0 0,0 0 0 0 0,0 0 0 0 0,0-1 1 0 0,1 1-1 0 0,-1 0 0 0 0,0 0 1 0 0,0 0-1 0 0,0 0 0 0 0,0 0 0 0 0,0 0 1 0 0,1 0-1 0 0,-1 0 0 0 0,0-1 1 0 0,0 1-1 0 0,0 0 0 0 0,0 0 0 0 0,1 0 1 0 0,-1 0-1 0 0,0 0 0 0 0,0 0 0 0 0,0 0 1 0 0,0 0-1 0 0,1 0 0 0 0,-1 0 1 0 0,0 0-1 0 0,0 0 0 0 0,0 0 0 0 0,1 0 1 0 0,-1 0-1 0 0,0 1 0 0 0,0-1 1 0 0,0 0-1 0 0,1 0 0 0 0,19-1 534 0 0,-15 1 1308 0 0,0 0-1708 0 0,15 0-13 0 0,-15 0 266 0 0,0 1-333 0 0,64 9 415 0 0,-54-9-338 0 0,1 1 0 0 0,0 1 0 0 0,-1 0 1 0 0,25 9-1 0 0,-31 1 230 0 0,19-7-254 0 0,-1-1 1 0 0,1-1-1 0 0,0-2 0 0 0,33-1 1 0 0,59 5 266 0 0,84 11 910 0 0,49 6 8 0 0,-190-16-878 0 0,75-2 0 0 0,-79-3-185 0 0,-37 0-98 0 0,-1-1-1 0 0,1-1 0 0 0,30-4 1 0 0,-41 2-83 0 0,0 0 1 0 0,0 1 0 0 0,1 0 0 0 0,-1 1 0 0 0,16 2 0 0 0,21 1 116 0 0,48-6 125 0 0,99 5 715 0 0,38 0-192 0 0,-134-3-531 0 0,107-11 559 0 0,-188 9-784 0 0,-10 0-84 0 0,31 1 66 0 0,22 2 42 0 0,-56 0-91 0 0,79-4 128 0 0,-48-1-79 0 0,-28 7-64 0 0,-1-1 0 0 0,23-6 92 0 0,-25 4-40 0 0,0-4-39 0 0,20 3-14 0 0,-4 0-2 0 0,-5 0 32 0 0,0 0-1 0 0,-1 1 1 0 0,1 1 0 0 0,21 1-1 0 0,-12-1-2 0 0,-3 1 21 0 0,33-6 127 0 0,-36 2-171 0 0,-4 2 33 0 0,1 0-1 0 0,0 1 1 0 0,27 2 0 0 0,48 0 123 0 0,85 3 93 0 0,-116-6-75 0 0,-8 0 6 0 0,76 8 1 0 0,-78-3-172 0 0,-47-4-13 0 0,10 4 14 0 0,12-3 39 0 0,0-1-53 0 0,-20 0-93 0 0,-148 5-7715 0 0,125-4 6612 0 0,-93 4-6181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82 4242 0 0,'-50'5'2815'0'0,"35"-11"-1108"0"0,-5 2-1747 0 0,20 4 51 0 0,0 0 0 0 0,0 0 1 0 0,0 0-1 0 0,1 0 0 0 0,-1 0 0 0 0,0 0 1 0 0,0 0-1 0 0,0-1 0 0 0,0 1 0 0 0,0 0 1 0 0,0 0-1 0 0,1 0 0 0 0,-1 0 0 0 0,0-1 1 0 0,0 1-1 0 0,0 0 0 0 0,0 0 0 0 0,0 0 1 0 0,0 0-1 0 0,0-1 0 0 0,0 1 0 0 0,0 0 1 0 0,0 0-1 0 0,0 0 0 0 0,0 0 0 0 0,0-1 1 0 0,0 1-1 0 0,0 0 0 0 0,0 0 0 0 0,0 0 1 0 0,0-1-1 0 0,0 1 0 0 0,0 0 0 0 0,0 0 1 0 0,0 0-1 0 0,0 0 0 0 0,0-1 0 0 0,0 1 1 0 0,0 0-1 0 0,-1 0 0 0 0,1 0 0 0 0,0 0 1 0 0,0 0-1 0 0,0-1 0 0 0,0 1 0 0 0,0 0 1 0 0,-1 0-1 0 0,1 0 0 0 0,0 0 0 0 0,0 0 1 0 0,20-4 148 0 0,-15 3 240 0 0,-6 2-370 0 0,0-1 0 0 0,0 1 0 0 0,0 0 0 0 0,0-1 0 0 0,0 1 1 0 0,0-1-1 0 0,0 1 0 0 0,0-1 0 0 0,0 0 0 0 0,0 1 0 0 0,0-1 0 0 0,0 0 0 0 0,0 0 1 0 0,-1 1-1 0 0,1-1 0 0 0,0 0 0 0 0,0 0 0 0 0,0 0 0 0 0,0-1 0 0 0,0 1 0 0 0,-2 0 0 0 0,3 0 15 0 0,-5 0 195 0 0,6-2 97 0 0,-7-2-287 0 0,5 3-38 0 0,-1 1-1 0 0,1 0 1 0 0,0-1 0 0 0,0 1 0 0 0,0-1 0 0 0,-1 0 0 0 0,1 1 0 0 0,0-1-1 0 0,0 0 1 0 0,0 1 0 0 0,0-1 0 0 0,0 0 0 0 0,0 0 0 0 0,1 0 0 0 0,-1 0-1 0 0,0 0 1 0 0,0 0 0 0 0,1 0 0 0 0,-2-2 0 0 0,2 2-7 0 0,1 0-1 0 0,-1 0 1 0 0,1 0 0 0 0,0 0 0 0 0,-1 0-1 0 0,1 0 1 0 0,0 0 0 0 0,0 0 0 0 0,-1 1 0 0 0,1-1-1 0 0,0 0 1 0 0,0 1 0 0 0,0-1 0 0 0,0 0-1 0 0,0 1 1 0 0,0-1 0 0 0,0 1 0 0 0,0 0 0 0 0,0-1-1 0 0,0 1 1 0 0,0 0 0 0 0,2-1 0 0 0,-3 1-4 0 0,0 0 0 0 0,1 0 1 0 0,-1 0-1 0 0,0 0 1 0 0,0 0-1 0 0,1-1 1 0 0,-1 1-1 0 0,0 0 0 0 0,0 0 1 0 0,1 0-1 0 0,-1 0 1 0 0,0-1-1 0 0,0 1 1 0 0,1 0-1 0 0,-1 0 0 0 0,0-1 1 0 0,0 1-1 0 0,0 0 1 0 0,0 0-1 0 0,1-1 1 0 0,-1 1-1 0 0,0 0 0 0 0,0-1 1 0 0,0 1-1 0 0,0 0 1 0 0,0 0-1 0 0,0-1 1 0 0,0 1-1 0 0,0 0 0 0 0,0-1 1 0 0,0 1-1 0 0,0 0 1 0 0,0-1-1 0 0,0 1 1 0 0,0 0-1 0 0,0 0 0 0 0,0-1 1 0 0,0 1-1 0 0,0 0 1 0 0,0-1-1 0 0,-1 1 1 0 0,1 0-1 0 0,0-1 0 0 0,0 1 2 0 0,-1-1-1 0 0,1 1 0 0 0,0 0 1 0 0,0-1-1 0 0,0 1 0 0 0,0 0 1 0 0,0-1-1 0 0,0 1 0 0 0,-1-1 1 0 0,1 1-1 0 0,0-1 0 0 0,0 1 1 0 0,0 0-1 0 0,0-1 0 0 0,0 1 1 0 0,1-1-1 0 0,-1 1 0 0 0,0 0 0 0 0,0-1 1 0 0,0 1-1 0 0,0-1 0 0 0,0 1 1 0 0,0 0-1 0 0,1-1 0 0 0,-1 1 1 0 0,0 0-1 0 0,0-1 0 0 0,1 1 1 0 0,-1 0-1 0 0,0-1 0 0 0,0 1 1 0 0,1 0-1 0 0,-1 0 0 0 0,0-1 0 0 0,1 1 1 0 0,-1 0-1 0 0,0 0 0 0 0,1 0 1 0 0,-1-1-1 0 0,1 1 0 0 0,0 0 1 0 0,19-6 37 0 0,-20 6-41 0 0,0 0 0 0 0,1 0 0 0 0,-1 0 0 0 0,0 0 0 0 0,0 0 1 0 0,0 0-1 0 0,1 0 0 0 0,-1 0 0 0 0,0 0 0 0 0,0 0 0 0 0,0 0 1 0 0,1 0-1 0 0,-1 0 0 0 0,0 0 0 0 0,0 0 0 0 0,0 0 0 0 0,0 0 0 0 0,1 0 1 0 0,-1 0-1 0 0,0 0 0 0 0,0 0 0 0 0,0 1 0 0 0,0-1 0 0 0,1 0 0 0 0,-1 0 1 0 0,0 0-1 0 0,0 0 0 0 0,0 0 0 0 0,0 1 0 0 0,0-1 0 0 0,1 0 1 0 0,-1 0-1 0 0,0 0 0 0 0,0 0 0 0 0,0 1 0 0 0,0-1 0 0 0,0 0 0 0 0,0 0 1 0 0,0 0-1 0 0,0 1 0 0 0,0-1 0 0 0,0 0 0 0 0,0 0 0 0 0,0 0 1 0 0,0 1-1 0 0,0-1 0 0 0,0 0 0 0 0,0 0 0 0 0,0 0 0 0 0,0 1 0 0 0,0-1 1 0 0,0 0-1 0 0,0 0 0 0 0,0 0 0 0 0,-1 1 0 0 0,1-1 0 0 0,0 2-4 0 0,0 34-22 0 0,1-12 147 0 0,-1-1 1 0 0,-6 43-1 0 0,-3-25 253 0 0,4-22-173 0 0,1 0 0 0 0,1-1 0 0 0,-1 28 1 0 0,4 109-455 0 0,-1-153 206 0 0,1 1 0 0 0,0-1 0 0 0,0 0 0 0 0,0 1 0 0 0,1-1 0 0 0,-1 1 0 0 0,0-1 0 0 0,1 1 0 0 0,0-1 0 0 0,-1 0 0 0 0,1 1 0 0 0,0-1 0 0 0,0 0-1 0 0,0 0 1 0 0,1 0 0 0 0,-1 0 0 0 0,0 0 0 0 0,1 0 0 0 0,0 0 0 0 0,-1 0 0 0 0,1 0 0 0 0,0-1 0 0 0,0 1 0 0 0,0-1 0 0 0,0 1 0 0 0,0-1 0 0 0,0 0 0 0 0,0 0 0 0 0,0 1 0 0 0,4 0-1 0 0,0-1-282 0 0,1 0 0 0 0,-1-1-1 0 0,1 1 1 0 0,-1-1-1 0 0,0 0 1 0 0,1-1-1 0 0,-1 0 1 0 0,0 0-1 0 0,1 0 1 0 0,5-3 0 0 0,24-13-4512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8 400 0 0,'56'-6'4829'0'0,"-51"5"-3708"0"0,-10 1-294 0 0,-15 0-200 0 0,15 0 293 0 0,10 0-840 0 0,15 0 0 0 0,-15 0 560 0 0,-10 0-573 0 0,-166 8 747 0 0,87 7-360 0 0,42-6-348 0 0,30-7-105 0 0,1 0 0 0 0,0 0 0 0 0,0 1 0 0 0,0 0 0 0 0,0 1 0 0 0,1 1 0 0 0,-1-1 0 0 0,1 2 0 0 0,0-1 0 0 0,0 1 0 0 0,1 1 0 0 0,-10 8 0 0 0,18-14 15 0 0,0 1 0 0 0,0 0 0 0 0,0 0 0 0 0,1-1 0 0 0,-1 1 0 0 0,0 0 0 0 0,1 0-1 0 0,-1 0 1 0 0,1 0 0 0 0,0-1 0 0 0,0 1 0 0 0,0 0 0 0 0,0 0 0 0 0,0 0 0 0 0,0 0 0 0 0,0 0-1 0 0,1 3 1 0 0,0 2 72 0 0,-1-4-80 0 0,0 0 0 0 0,0 1 0 0 0,0-1 0 0 0,1 0-1 0 0,-1 0 1 0 0,1 0 0 0 0,-1 0 0 0 0,1 0 0 0 0,0 0 0 0 0,1 0 0 0 0,-1 0 0 0 0,0 0 0 0 0,1-1 0 0 0,0 1 0 0 0,-1 0 0 0 0,1-1 0 0 0,0 1-1 0 0,0-1 1 0 0,1 0 0 0 0,-1 0 0 0 0,0 0 0 0 0,1 0 0 0 0,-1 0 0 0 0,1 0 0 0 0,0-1 0 0 0,0 1 0 0 0,0-1 0 0 0,-1 1 0 0 0,1-1-1 0 0,0 0 1 0 0,6 1 0 0 0,38 10 36 0 0,87 11-1 0 0,-91-18-41 0 0,-1 2 0 0 0,-1 1-1 0 0,75 27 1 0 0,-101-30 33 0 0,-13-4-31 0 0,0-1 0 0 0,0 1-1 0 0,0-1 1 0 0,1 1 0 0 0,-1-1 0 0 0,0 1 0 0 0,0 0-1 0 0,0 0 1 0 0,0 0 0 0 0,-1 0 0 0 0,1 1-1 0 0,0-1 1 0 0,0 0 0 0 0,-1 1 0 0 0,1-1 0 0 0,-1 1-1 0 0,1 0 1 0 0,-1-1 0 0 0,0 1 0 0 0,1 0-1 0 0,-1 0 1 0 0,0 0 0 0 0,0 0 0 0 0,0 0 0 0 0,-1 0-1 0 0,1 0 1 0 0,0 0 0 0 0,-1 0 0 0 0,1 0-1 0 0,-1 0 1 0 0,0 1 0 0 0,0 2 0 0 0,0-4-2 0 0,-1 0 0 0 0,0 0 0 0 0,0 0 1 0 0,0 0-1 0 0,0 0 0 0 0,0 0 0 0 0,0-1 0 0 0,0 1 1 0 0,0 0-1 0 0,0-1 0 0 0,-1 1 0 0 0,1 0 0 0 0,0-1 0 0 0,0 0 1 0 0,0 1-1 0 0,-1-1 0 0 0,1 0 0 0 0,0 1 0 0 0,-1-1 1 0 0,-1 0-1 0 0,-32 4-62 0 0,26-4 41 0 0,-1 0 0 0 0,1-1 0 0 0,0-1 0 0 0,0 1 0 0 0,0-1-1 0 0,0-1 1 0 0,0 0 0 0 0,1 0 0 0 0,-1-1 0 0 0,1 0-1 0 0,0 0 1 0 0,0-1 0 0 0,0 0 0 0 0,1 0 0 0 0,-10-9 0 0 0,16 12 18 0 0,0 1 0 0 0,0 0 1 0 0,0-1-1 0 0,0 1 1 0 0,0 0-1 0 0,1-1 0 0 0,-1 1 1 0 0,0-1-1 0 0,1 1 0 0 0,-1-1 1 0 0,1 1-1 0 0,0-1 1 0 0,0 0-1 0 0,-1 1 0 0 0,1-1 1 0 0,0 0-1 0 0,0 1 1 0 0,0-1-1 0 0,1 1 0 0 0,-1-1 1 0 0,0 0-1 0 0,0 1 1 0 0,1-1-1 0 0,1-2 0 0 0,19-31 10 0 0,-16 28-2 0 0,25-31 73 0 0,-28 34-65 0 0,-1 1 1 0 0,0 0 0 0 0,0 0 0 0 0,0 0-1 0 0,0-1 1 0 0,-1 1 0 0 0,1 0 0 0 0,-1-1 0 0 0,0 1-1 0 0,0 0 1 0 0,0-1 0 0 0,0 1 0 0 0,-1-1-1 0 0,1 1 1 0 0,-1 0 0 0 0,0 0 0 0 0,0-1-1 0 0,0 1 1 0 0,-1 0 0 0 0,1 0 0 0 0,-4-5-1 0 0,-9-4-56 0 0,-1 1-1 0 0,0 0 1 0 0,-1 1-1 0 0,0 1 1 0 0,-1 0-1 0 0,1 1 1 0 0,-2 1-1 0 0,-31-8 1 0 0,4 7-39 0 0,38 8-2238 0 0,12 3 1698 0 0,27 7-2338 0 0,13-3 570 0 0,-9-1 40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2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 1040 0 0,'0'0'5950'0'0,"0"0"-5904"0"0,0 1 0 0 0,1-1 1 0 0,-1 0-1 0 0,0 1 0 0 0,0-1 0 0 0,0 0 0 0 0,0 1 1 0 0,0-1-1 0 0,0 0 0 0 0,0 1 0 0 0,0-1 1 0 0,0 0-1 0 0,0 1 0 0 0,0-1 0 0 0,0 0 0 0 0,0 1 1 0 0,0-1-1 0 0,0 0 0 0 0,0 1 0 0 0,0-1 1 0 0,0 0-1 0 0,0 1 0 0 0,-1-1 0 0 0,1 0 0 0 0,0 1 1 0 0,0-1-1 0 0,0 0 0 0 0,0 0 0 0 0,-1 1 1 0 0,1-1-1 0 0,0 0 0 0 0,0 0 0 0 0,-1 1 0 0 0,1-1 1 0 0,0 0-1 0 0,0 0 0 0 0,-1 0 0 0 0,1 0 1 0 0,0 1-1 0 0,-1-1 0 0 0,1 0 0 0 0,-1 0 0 0 0,-96 38 973 0 0,58-25-621 0 0,-61 32 0 0 0,93-42-351 0 0,1 1 0 0 0,1 0 1 0 0,-1 0-1 0 0,1 1 1 0 0,-1-1-1 0 0,1 1 0 0 0,1 0 1 0 0,-1 1-1 0 0,1-1 1 0 0,0 1-1 0 0,0 0 1 0 0,0 0-1 0 0,-3 8 0 0 0,-7 11 157 0 0,14-24-201 0 0,-1 0 0 0 0,1 0 0 0 0,-1 0 0 0 0,1 0 0 0 0,0 0 0 0 0,-1 0 0 0 0,1 1 0 0 0,0-1 0 0 0,0 0 0 0 0,0 0 0 0 0,0 0 0 0 0,0 0 0 0 0,0 1 0 0 0,0-1 0 0 0,1 0 0 0 0,-1 0 0 0 0,0 0 0 0 0,1 0 0 0 0,-1 0 0 0 0,0 0 0 0 0,1 1 0 0 0,0-1 0 0 0,-1 0 0 0 0,1 0 0 0 0,-1-1 0 0 0,1 1 0 0 0,0 0 0 0 0,0 0 0 0 0,0 0 0 0 0,0 0 0 0 0,-1-1 0 0 0,1 1 0 0 0,0 0 0 0 0,2 0 0 0 0,5 8-2 0 0,5 11-2 0 0,-12-16 2 0 0,1-1 0 0 0,0 0-1 0 0,0 0 1 0 0,0 1 0 0 0,1-1 0 0 0,-1-1-1 0 0,1 1 1 0 0,0 0 0 0 0,0 0 0 0 0,0-1 0 0 0,0 0-1 0 0,0 0 1 0 0,0 0 0 0 0,0 0 0 0 0,1 0-1 0 0,-1 0 1 0 0,1-1 0 0 0,5 2 0 0 0,21 5 10 0 0,2-1 0 0 0,-1-1 0 0 0,1-2 0 0 0,-1-1 0 0 0,1-1 0 0 0,0-2 1 0 0,0-1-1 0 0,0-2 0 0 0,0-1 0 0 0,-1-1 0 0 0,39-12 0 0 0,-20-4-83 0 0,-48 20 71 0 0,0 0 1 0 0,0 0-1 0 0,0 0 1 0 0,0 0 0 0 0,0 0-1 0 0,0-1 1 0 0,-1 1 0 0 0,1-1-1 0 0,-1 1 1 0 0,1-1 0 0 0,-1 0-1 0 0,0 1 1 0 0,1-1 0 0 0,-1 0-1 0 0,0 0 1 0 0,0 0 0 0 0,0 0-1 0 0,0 0 1 0 0,-1 0-1 0 0,2-4 1 0 0,-27-50 80 0 0,22 52-79 0 0,1 0 1 0 0,-1 0-1 0 0,0 1 0 0 0,0 0 0 0 0,0-1 0 0 0,0 1 1 0 0,-1 0-1 0 0,1 0 0 0 0,-1 1 0 0 0,-6-4 0 0 0,7 4-1 0 0,-57-39-280 0 0,-1 3 0 0 0,-91-43 0 0 0,111 69-1161 0 0,11 21-1560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13 960 0 0,'0'0'4176'0'0,"5"0"-2736"0"0,16 0-386 0 0,-16 0-320 0 0,-6 0-711 0 0,1-1 0 0 0,0 1 1 0 0,0 0-1 0 0,0-1 0 0 0,0 1 0 0 0,0 0 1 0 0,0-1-1 0 0,-1 1 0 0 0,1 0 0 0 0,0-1 1 0 0,0 1-1 0 0,0 0 0 0 0,0-1 1 0 0,0 1-1 0 0,0 0 0 0 0,0-1 0 0 0,1 1 1 0 0,-1 0-1 0 0,0-1 0 0 0,0 1 0 0 0,0 0 1 0 0,0-1-1 0 0,0 1 0 0 0,0 0 1 0 0,1-1-1 0 0,-1 1 0 0 0,0 0 0 0 0,0 0 1 0 0,0-1-1 0 0,1 1 0 0 0,-1 0 0 0 0,0 0 1 0 0,0-1-1 0 0,1 1 0 0 0,-1 0 0 0 0,0 0 1 0 0,1 0-1 0 0,-1-1 0 0 0,0 1 1 0 0,1 0-1 0 0,-1 0 0 0 0,1 0 0 0 0,19 0-23 0 0,-15 5 14 0 0,-5-4-2 0 0,0 1 1 0 0,0-1-1 0 0,0 0 1 0 0,0 0-1 0 0,0 1 1 0 0,0-1-1 0 0,0 0 1 0 0,-1 0-1 0 0,1 1 1 0 0,0-1-1 0 0,-1 0 1 0 0,1 0-1 0 0,-1 0 1 0 0,1 0-1 0 0,-1 1 1 0 0,0-1-1 0 0,1 0 1 0 0,-1 0-1 0 0,0 0 1 0 0,0 0-1 0 0,0 0 1 0 0,0-1-1 0 0,-2 3 1 0 0,-34 5 248 0 0,16-5-89 0 0,-150 21 922 0 0,152-27-975 0 0,17 2-30 0 0,18 0 157 0 0,-11 0-286 0 0,0-4 26 0 0,51-2 14 0 0,-26 6 0 0 0,-13 1 31 0 0,-26 0-724 0 0,-59-6-4727 0 0,37-1 2218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44 240 0 0,'1'-2'4173'0'0,"-7"-1"-3650"0"0,-14 2 637 0 0,14 1-319 0 0,1 0-215 0 0,-57-2 480 0 0,27 0-661 0 0,-1 1 0 0 0,-41 5 1 0 0,62-2-398 0 0,-53 6 601 0 0,-80 21 1 0 0,144-28-647 0 0,1 0 0 0 0,0 0 0 0 0,-1 1 0 0 0,1-1-1 0 0,0 1 1 0 0,0 0 0 0 0,0 0 0 0 0,0 0 0 0 0,1 0 0 0 0,-1 0 0 0 0,0 0 0 0 0,1 1 0 0 0,-1 0 0 0 0,1-1 0 0 0,0 1 0 0 0,0 0-1 0 0,0 0 1 0 0,0 0 0 0 0,1 0 0 0 0,-1 0 0 0 0,1 1 0 0 0,0-1 0 0 0,0 0 0 0 0,0 1 0 0 0,0-1 0 0 0,1 1 0 0 0,-1-1 0 0 0,1 1-1 0 0,0-1 1 0 0,0 1 0 0 0,0 3 0 0 0,1-4 1 0 0,1 1 0 0 0,-1-1 0 0 0,1 0 1 0 0,-1 0-1 0 0,1 0 0 0 0,0 0 0 0 0,0 0 0 0 0,1 0 0 0 0,-1 0 0 0 0,0-1 0 0 0,1 1 0 0 0,0-1 0 0 0,-1 0 0 0 0,1 1 0 0 0,0-1 0 0 0,0-1 0 0 0,0 1 1 0 0,1 0-1 0 0,2 1 0 0 0,5 3-6 0 0,7 4 7 0 0,1-1 0 0 0,0-1 0 0 0,1 0 0 0 0,0-2 0 0 0,0 0 0 0 0,23 3-1 0 0,3 2 29 0 0,-31-7-42 0 0,0 0 0 0 0,0-2 1 0 0,0 0-1 0 0,0 0 0 0 0,27-2 0 0 0,-37 0 3 0 0,1-1 0 0 0,-1 1-1 0 0,0-1 1 0 0,1-1 0 0 0,-1 1-1 0 0,0-1 1 0 0,0 0 0 0 0,0 0 0 0 0,0 0-1 0 0,0-1 1 0 0,-1 0 0 0 0,1 0-1 0 0,-1 0 1 0 0,1-1 0 0 0,-1 1-1 0 0,6-8 1 0 0,-9 9 3 0 0,0-1 0 0 0,0 1 1 0 0,0-1-1 0 0,0 1 0 0 0,-1 0 0 0 0,1-1 0 0 0,-1 0 1 0 0,0 1-1 0 0,1-1 0 0 0,-1 1 0 0 0,0-1 1 0 0,-1 1-1 0 0,1-1 0 0 0,0 1 0 0 0,-1-1 0 0 0,1 1 1 0 0,-1-1-1 0 0,0 1 0 0 0,0-1 0 0 0,0 1 1 0 0,0 0-1 0 0,0 0 0 0 0,-3-4 0 0 0,-12-15 3 0 0,-2 0 0 0 0,0 1 0 0 0,-1 1 0 0 0,-2 1 0 0 0,1 0 0 0 0,-29-17 0 0 0,45 32-3 0 0,0 1-1 0 0,0-1 0 0 0,-1 1 1 0 0,1 0-1 0 0,-1 0 1 0 0,0 1-1 0 0,1-1 0 0 0,-1 1 1 0 0,0 0-1 0 0,0 0 0 0 0,0 0 1 0 0,-9 1-1 0 0,10 0-5 0 0,0 0-1 0 0,1 0 1 0 0,-1-1 0 0 0,0 1-1 0 0,0-1 1 0 0,0 0-1 0 0,0 0 1 0 0,1-1-1 0 0,-1 1 1 0 0,0-1 0 0 0,-5-2-1 0 0,3-3-282 0 0,11 3-23 0 0,14 3-172 0 0,-16 1 421 0 0,-1 0-56 0 0,0 1 0 0 0,0 0 0 0 0,0 0 0 0 0,0 0 1 0 0,0 0-1 0 0,0 0 0 0 0,0 0 0 0 0,-1 0 0 0 0,1 1 1 0 0,0-1-1 0 0,-1 1 0 0 0,3 2 0 0 0,5 4-562 0 0,25 15-1904 0 0,16-3-280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1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45 80 0 0,'0'0'4842'0'0,"-5"0"-3641"0"0,-52 3 666 0 0,-82 14 1 0 0,128-15-1776 0 0,0 0 0 0 0,0 1 0 0 0,0 0 0 0 0,0 1 1 0 0,0 0-1 0 0,1 0 0 0 0,0 1 0 0 0,-1 1 0 0 0,2 0 0 0 0,-10 7 1 0 0,16-12-80 0 0,1 1 1 0 0,0-1-1 0 0,0 0 1 0 0,1 1-1 0 0,-1 0 1 0 0,0 0-1 0 0,0-1 1 0 0,1 1 0 0 0,-1 0-1 0 0,1 0 1 0 0,0 0-1 0 0,0 0 1 0 0,-1 1-1 0 0,1-1 1 0 0,1 0-1 0 0,-1 0 1 0 0,-1 4 0 0 0,2-4-8 0 0,1 0 1 0 0,-1 0 0 0 0,1 0 0 0 0,-1 0-1 0 0,1 0 1 0 0,0-1 0 0 0,0 1 0 0 0,0 0 0 0 0,0 0-1 0 0,0-1 1 0 0,0 1 0 0 0,0-1 0 0 0,0 1 0 0 0,1-1-1 0 0,-1 1 1 0 0,1-1 0 0 0,-1 0 0 0 0,1 1-1 0 0,-1-1 1 0 0,1 0 0 0 0,0 0 0 0 0,0 0 0 0 0,-1-1-1 0 0,5 2 1 0 0,14 9 15 0 0,2-1-1 0 0,-1 0 0 0 0,2-2 1 0 0,41 10-1 0 0,-38-14 63 0 0,54 3 0 0 0,-74-7-74 0 0,0 0 0 0 0,0 0 0 0 0,0-1 0 0 0,1 1 0 0 0,-1-2 0 0 0,0 1 0 0 0,0-1-1 0 0,0 1 1 0 0,0-2 0 0 0,-1 1 0 0 0,1-1 0 0 0,-1 0 0 0 0,8-4 0 0 0,-12 4-1 0 0,0-1-1 0 0,0 1 1 0 0,0 0 0 0 0,0 0 0 0 0,-1-1 0 0 0,1 1 0 0 0,-1 0 0 0 0,0-1 0 0 0,0 1 0 0 0,0-1 0 0 0,0 1-1 0 0,-1 0 1 0 0,1-1 0 0 0,-1 1 0 0 0,0 0 0 0 0,0 0 0 0 0,-1-4 0 0 0,-3 1-4 0 0,0 0 1 0 0,0 1 0 0 0,-1 0-1 0 0,0 0 1 0 0,1 0-1 0 0,-2 1 1 0 0,1 0 0 0 0,-12-6-1 0 0,-30-24-429 0 0,39 25-6 0 0,7 8 220 0 0,1-1 1 0 0,-1 1 0 0 0,1-1 0 0 0,-1 1-1 0 0,1-1 1 0 0,-1 0 0 0 0,1 0 0 0 0,0 1 0 0 0,0-1-1 0 0,0 0 1 0 0,0 0 0 0 0,0 0 0 0 0,0 0-1 0 0,1 0 1 0 0,-1 0 0 0 0,1-1 0 0 0,-1 1-1 0 0,1 0 1 0 0,0-4 0 0 0,4-12-2259 0 0,16-1-93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7 560 0 0,'-4'0'695'0'0,"3"-1"-559"0"0,0 1 0 0 0,0 0 0 0 0,0 0 0 0 0,0-1 0 0 0,-1 1 0 0 0,1 0 0 0 0,0 0 0 0 0,0 0 0 0 0,0 0 0 0 0,0 1 0 0 0,0-1 0 0 0,0 0 0 0 0,0 0 0 0 0,0 0 0 0 0,0 1 0 0 0,0-1 0 0 0,0 1 0 0 0,1-1 0 0 0,-1 1 0 0 0,0-1 0 0 0,0 1 0 0 0,0-1 0 0 0,0 1 0 0 0,-1 1 0 0 0,-3-1 1465 0 0,-13-1-879 0 0,1 1 0 0 0,-1 1-1 0 0,0 0 1 0 0,-20 6 0 0 0,31-6-670 0 0,0 0 1 0 0,0 1 0 0 0,0-1 0 0 0,0 1 0 0 0,1 1 0 0 0,-1-1 0 0 0,1 1 0 0 0,0 1 0 0 0,0-1 0 0 0,1 1 0 0 0,-1 0-1 0 0,1 0 1 0 0,0 0 0 0 0,-5 8 0 0 0,8-11-31 0 0,1 0-1 0 0,-1 1 0 0 0,1-1 1 0 0,0 0-1 0 0,0 1 0 0 0,-1-1 1 0 0,2 1-1 0 0,-1-1 0 0 0,0 1 1 0 0,1 0-1 0 0,-1-1 1 0 0,1 1-1 0 0,0 0 0 0 0,-1 0 1 0 0,1-1-1 0 0,1 1 0 0 0,-1 0 1 0 0,0-1-1 0 0,1 1 0 0 0,-1 0 1 0 0,1-1-1 0 0,0 1 0 0 0,0-1 1 0 0,0 1-1 0 0,0-1 1 0 0,0 1-1 0 0,1-1 0 0 0,-1 0 1 0 0,1 0-1 0 0,-1 1 0 0 0,1-1 1 0 0,0 0-1 0 0,0 0 0 0 0,0-1 1 0 0,3 3-1 0 0,8 6 102 0 0,1 0 0 0 0,0-1 0 0 0,0-1-1 0 0,26 11 1 0 0,-32-16-78 0 0,4 3 52 0 0,87 35 518 0 0,-89-38-582 0 0,-1 0 0 0 0,1-1-1 0 0,0 0 1 0 0,0 0-1 0 0,0-1 1 0 0,0-1 0 0 0,20 0-1 0 0,-27-1-27 0 0,-1 1-1 0 0,1 0 0 0 0,0-1 1 0 0,-1 1-1 0 0,1-1 0 0 0,-1 0 1 0 0,1 0-1 0 0,-1 0 0 0 0,1 0 1 0 0,-1-1-1 0 0,0 1 0 0 0,1 0 1 0 0,-1-1-1 0 0,0 0 0 0 0,3-2 0 0 0,-5 3-2 0 0,1 0 0 0 0,-1 0 0 0 0,0 0-1 0 0,1 0 1 0 0,-1 0 0 0 0,0 0-1 0 0,0 0 1 0 0,1 0 0 0 0,-1 0-1 0 0,0 0 1 0 0,0 0 0 0 0,0 0-1 0 0,0 0 1 0 0,0 0 0 0 0,-1 0 0 0 0,1 0-1 0 0,0 0 1 0 0,0 0 0 0 0,-1 0-1 0 0,1 0 1 0 0,0 1 0 0 0,-1-1-1 0 0,1 0 1 0 0,-1 0 0 0 0,1 0-1 0 0,-1 0 1 0 0,0 1 0 0 0,1-1-1 0 0,-1 0 1 0 0,0 0 0 0 0,1 1 0 0 0,-1-1-1 0 0,0 1 1 0 0,0-1 0 0 0,0 0-1 0 0,0 1 1 0 0,-1-1 0 0 0,-88-66-1836 0 0,-136-75-1 0 0,156 104-1606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55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0 320 0 0,'0'0'1187'0'0,"-1"20"2965"0"0,1-20-4087 0 0,-1 1 0 0 0,1 0 0 0 0,0 0 0 0 0,0-1 0 0 0,0 1 0 0 0,0 0 0 0 0,0 0 1 0 0,0 0-1 0 0,0-1 0 0 0,0 1 0 0 0,1 0 0 0 0,-1 0 0 0 0,0-1 0 0 0,0 1 0 0 0,1 0 0 0 0,-1 0 0 0 0,0-1 0 0 0,1 1 0 0 0,-1 0 0 0 0,1-1 0 0 0,-1 1 0 0 0,1-1 0 0 0,-1 1 0 0 0,1 0 0 0 0,0 0 0 0 0,25-4 29 0 0,-32-1-138 0 0,6 4 34 0 0,0 0 10 0 0,-1 0-112 0 0,0 1 43 0 0,-1-1-1 0 0,1 0 1 0 0,0 0 0 0 0,0 0 0 0 0,0 0 0 0 0,-1 0 0 0 0,1-1 0 0 0,0 1 0 0 0,0 0 0 0 0,0 0 0 0 0,0-1 0 0 0,-1 1 0 0 0,1-1 0 0 0,0 1-1 0 0,0-1 1 0 0,0 1 0 0 0,0-1 0 0 0,0 0 0 0 0,-1-1 0 0 0,-3-2-1638 0 0,-20 3-321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0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1136 5 2161 0 0,'1'19'5007'0'0,"2"-8"-3294"0"0,15 1-1719 0 0,-15-10 162 0 0,-3-2-153 0 0,1 0 0 0 0,-1 0 0 0 0,0 0 1 0 0,1 0-1 0 0,-1 0 0 0 0,0 0 0 0 0,0 1 0 0 0,1-1 1 0 0,-1 0-1 0 0,0 0 0 0 0,0 0 0 0 0,1 0 0 0 0,-1 1 1 0 0,0-1-1 0 0,0 0 0 0 0,0 0 0 0 0,1 0 0 0 0,-1 1 1 0 0,0-1-1 0 0,0 0 0 0 0,0 0 0 0 0,0 1 0 0 0,1-1 1 0 0,-1 0-1 0 0,0 1 0 0 0,0-1 0 0 0,0 0 0 0 0,0 0 1 0 0,0 1-1 0 0,0-1 0 0 0,0 0 0 0 0,0 1 1 0 0,0-1-1 0 0,0 0 0 0 0,0 0 0 0 0,0 1 0 0 0,0-1 1 0 0,0 0-1 0 0,0 1 0 0 0,0-1 0 0 0,-1 9 133 0 0,6-8-83 0 0,15 0-26 0 0,-15 3 39 0 0,-5-3 401 0 0,-25-1-213 0 0,20 0-94 0 0,0 0-14 0 0,-45 0 95 0 0,45 0-135 0 0,0 0 28 0 0,-12 0-35 0 0,0 0 0 0 0,-33-6 0 0 0,10-4-34 0 0,-42-17 0 0 0,67 22 6 0 0,-2 1-1 0 0,1 0 1 0 0,0 2 0 0 0,-1 0 0 0 0,1 0 0 0 0,-1 2 0 0 0,-19 1 0 0 0,-123 21 430 0 0,76-8-369 0 0,-123 30 562 0 0,154-30-478 0 0,38-10-180 0 0,0 0 1 0 0,-1-1 0 0 0,0 0 0 0 0,-25 0 0 0 0,9-3-23 0 0,-1-1 23 0 0,9 2 325 0 0,18 26-308 0 0,-4-22-62 0 0,8-5 1 0 0,0 1 1 0 0,0-1-1 0 0,0 1 0 0 0,1-1 1 0 0,-1 1-1 0 0,0 0 1 0 0,0-1-1 0 0,0 1 0 0 0,0 0 1 0 0,1-1-1 0 0,-1 1 0 0 0,0 0 1 0 0,1 0-1 0 0,-1 0 1 0 0,0 0-1 0 0,1 0 0 0 0,-1-1 1 0 0,1 1-1 0 0,-1 0 0 0 0,1 0 1 0 0,0 0-1 0 0,0 0 0 0 0,-1 1 1 0 0,1-1-1 0 0,0 0 1 0 0,0 0-1 0 0,0 0 0 0 0,0 0 1 0 0,0 0-1 0 0,0 1 0 0 0,0-1 7 0 0,0-1 0 0 0,0 1 0 0 0,0 0 0 0 0,0-1 0 0 0,0 1 0 0 0,0-1 0 0 0,0 1 0 0 0,0 0 0 0 0,-1-1 0 0 0,1 1 0 0 0,0-1 0 0 0,0 1 0 0 0,-1-1 0 0 0,1 1 0 0 0,0-1 0 0 0,-1 1 0 0 0,1-1 0 0 0,0 1 0 0 0,-1-1 0 0 0,1 1-1 0 0,-1-1 1 0 0,1 0 0 0 0,-1 1 0 0 0,1-1 0 0 0,-1 0 0 0 0,1 1 0 0 0,-1-1 0 0 0,1 0 0 0 0,-1 0 0 0 0,1 1 0 0 0,-1-1 0 0 0,0 0 0 0 0,1 0 0 0 0,-1 0 0 0 0,0 0 0 0 0,0 0-5 0 0,0 0 1 0 0,0 1 0 0 0,1-1-1 0 0,-1 0 1 0 0,0 0-1 0 0,0 1 1 0 0,0-1 0 0 0,1 1-1 0 0,-1-1 1 0 0,0 0-1 0 0,0 1 1 0 0,1-1 0 0 0,-1 1-1 0 0,1 0 1 0 0,-1-1-1 0 0,0 1 1 0 0,1 0 0 0 0,-1-1-1 0 0,1 1 1 0 0,-1 0-1 0 0,1-1 1 0 0,0 1 0 0 0,-1 0-1 0 0,1 0 1 0 0,0 0-1 0 0,-1-1 1 0 0,1 1 0 0 0,0 0-1 0 0,0 0 1 0 0,0 0-1 0 0,0 0 1 0 0,0-1 0 0 0,0 1-1 0 0,0 0 1 0 0,0 2-1 0 0,0-2 5 0 0,0 0 0 0 0,0 0 0 0 0,0 0 0 0 0,0 0-1 0 0,0 0 1 0 0,0 0 0 0 0,0 0 0 0 0,0 0 0 0 0,1 0-1 0 0,-1 1 1 0 0,0-1 0 0 0,1 0 0 0 0,-1 0 0 0 0,1 0 0 0 0,-1 0-1 0 0,1-1 1 0 0,-1 1 0 0 0,1 0 0 0 0,0 0 0 0 0,-1 0-1 0 0,1 0 1 0 0,0-1 0 0 0,0 1 0 0 0,0 0 0 0 0,0 0 0 0 0,-1-1-1 0 0,1 1 1 0 0,0-1 0 0 0,0 1 0 0 0,0-1 0 0 0,0 1-1 0 0,0-1 1 0 0,2 0 0 0 0,2 3-7 0 0,-4-3 5 0 0,-1 0 1 0 0,0 0-1 0 0,1 1 1 0 0,-1-1-1 0 0,1 0 1 0 0,-1 0-1 0 0,0 1 0 0 0,1-1 1 0 0,-1 1-1 0 0,0-1 1 0 0,1 0-1 0 0,-1 1 1 0 0,0-1-1 0 0,0 0 0 0 0,0 1 1 0 0,1-1-1 0 0,-1 1 1 0 0,0-1-1 0 0,0 1 0 0 0,0-1 1 0 0,0 1-1 0 0,0-1 1 0 0,1 1-1 0 0,-1-1 1 0 0,0 1-1 0 0,0-1 0 0 0,0 0 1 0 0,0 1-1 0 0,-1-1 1 0 0,1 1-1 0 0,0-1 1 0 0,0 1-1 0 0,0-1 0 0 0,0 1 1 0 0,-1 0-1 0 0,1-1 1 0 0,0 1 0 0 0,0 0 0 0 0,0-1 0 0 0,-1 1-1 0 0,1-1 1 0 0,0 1 0 0 0,0-1 0 0 0,0 1 0 0 0,0 0-1 0 0,0-1 1 0 0,0 1 0 0 0,0-1 0 0 0,0 1 0 0 0,0 0 0 0 0,1-1-1 0 0,-1 1 1 0 0,0-1 0 0 0,0 1 0 0 0,0-1 0 0 0,1 1-1 0 0,-1 0 1 0 0,0-1 0 0 0,1 1 0 0 0,-1-1 0 0 0,0 1 0 0 0,1-1-1 0 0,-1 0 1 0 0,1 1 0 0 0,-1-1 0 0 0,1 1 0 0 0,1 0-6 0 0,0-1 1 0 0,-1 1 0 0 0,1-1 0 0 0,-1 1 0 0 0,0-1 0 0 0,1 1 0 0 0,-1-1 0 0 0,0 1 0 0 0,0 0 0 0 0,0 0 0 0 0,1-1 0 0 0,-1 1 0 0 0,0 0 0 0 0,0 0 0 0 0,0 0 0 0 0,0 1 0 0 0,0-1 0 0 0,-1 0 1 0 0,2 2-1 0 0,-1-2 5 0 0,0 1 0 0 0,0-1 0 0 0,0 1 1 0 0,0-1-1 0 0,0 0 0 0 0,0 0 0 0 0,0 1 1 0 0,0-1-1 0 0,1 0 0 0 0,-1 0 0 0 0,0 0 1 0 0,1-1-1 0 0,-1 1 0 0 0,1 0 0 0 0,-1 0 1 0 0,3 0-1 0 0,9 6 0 0 0,16 12 1 0 0,-8-12 14 0 0,-12-4 1 0 0,41 4-44 0 0,312 38-144 0 0,-329-44 204 0 0,-1-2 0 0 0,0-1 0 0 0,1-1 0 0 0,51-13 1 0 0,-46 8 53 0 0,1 2 1 0 0,57-3 0 0 0,-6 18-99 0 0,-83-9 6 0 0,-1 0 1 0 0,1 1-1 0 0,-1 0 0 0 0,1 0 0 0 0,-1 0 1 0 0,0 1-1 0 0,0 0 0 0 0,0 0 1 0 0,7 4-1 0 0,8 2 7 0 0,21 1 7 0 0,72 26 0 0 0,-89-30 46 0 0,9 3 1 0 0,-25-5-37 0 0,1 0-1 0 0,-1-1 1 0 0,0 0-1 0 0,1-1 1 0 0,-1 0 0 0 0,1 0-1 0 0,11-2 1 0 0,100-4 209 0 0,-99 5-186 0 0,70-8 67 0 0,-36 1-173 0 0,-46-4 66 0 0,-4 9-9 0 0,-5 1 16 0 0,0 1 0 0 0,0 0-1 0 0,0-1 1 0 0,0 1 0 0 0,0-1 0 0 0,0 1 0 0 0,0-1 0 0 0,0 1 0 0 0,0-1 0 0 0,0 0 0 0 0,0 1 0 0 0,0-1 0 0 0,-1 0 0 0 0,1 0-1 0 0,0 0 1 0 0,-1 1 0 0 0,1-1 0 0 0,-1 0 0 0 0,1 0 0 0 0,-1 0 0 0 0,1 0 0 0 0,-1 0 0 0 0,1 0 0 0 0,-1 0 0 0 0,0 0 0 0 0,0 0-1 0 0,1 0 1 0 0,-1-1 0 0 0,0 1 0 0 0,0 0 0 0 0,0 0 0 0 0,0 0 0 0 0,0 0 0 0 0,-1 0 0 0 0,1-1 0 0 0,0 0-2 0 0,0 1 1 0 0,1 0-1 0 0,-1 0 1 0 0,0-1-1 0 0,1 1 1 0 0,-1 0 0 0 0,1 0-1 0 0,-1 0 1 0 0,1 0-1 0 0,0 0 1 0 0,-1 0-1 0 0,1 0 1 0 0,0 0 0 0 0,0 0-1 0 0,0 0 1 0 0,0 0-1 0 0,0 0 1 0 0,0 0-1 0 0,0 1 1 0 0,0-1 0 0 0,0 0-1 0 0,1 0 1 0 0,6-4 26 0 0,-8 4-30 0 0,1 1-1 0 0,-1 0 1 0 0,0-1 0 0 0,0 1 0 0 0,1 0 0 0 0,-1-1 0 0 0,0 1 0 0 0,0 0 0 0 0,0-1 0 0 0,1 1-1 0 0,-1 0 1 0 0,0-1 0 0 0,0 1 0 0 0,0-1 0 0 0,0 1 0 0 0,0-1 0 0 0,0 1 0 0 0,0 0 0 0 0,0-1-1 0 0,0 1 1 0 0,0-1 0 0 0,0 1 0 0 0,0 0 0 0 0,0-1 0 0 0,0 1 0 0 0,0-1 0 0 0,0 1 0 0 0,-1 0-1 0 0,1-1 1 0 0,0 1 0 0 0,0-1 0 0 0,0 1 0 0 0,-1 0 0 0 0,1-1 0 0 0,0 1 0 0 0,-1 0 0 0 0,1-1-1 0 0,-1 1 1 0 0,-14-11 7 0 0,11 8 2 0 0,3 2-8 0 0,1 0 0 0 0,-1 0-1 0 0,1 1 1 0 0,-1-1 0 0 0,1 0-1 0 0,-1 0 1 0 0,1-1 0 0 0,-1 1-1 0 0,1 0 1 0 0,0 0 0 0 0,0 0 0 0 0,0 0-1 0 0,0 0 1 0 0,0 0 0 0 0,0 0-1 0 0,0 0 1 0 0,0 0 0 0 0,0 0 0 0 0,0-1-1 0 0,1 0 1 0 0,-1 1-2 0 0,0 0 0 0 0,1-1 0 0 0,-1 1 0 0 0,0 0 0 0 0,0 0 0 0 0,0 0 0 0 0,0-1 0 0 0,0 1 0 0 0,0 0 1 0 0,0 0-1 0 0,-1 0 0 0 0,1-1 0 0 0,0 1 0 0 0,-1 0 0 0 0,1 0 0 0 0,-1 0 0 0 0,1 0 0 0 0,-1 0 0 0 0,1 0 0 0 0,-1 0 0 0 0,-1-2 0 0 0,-5-3 18 0 0,5 5-16 0 0,1 0 0 0 0,0 0 0 0 0,0 0 0 0 0,-1 0 0 0 0,1 0-1 0 0,0 0 1 0 0,0 0 0 0 0,0-1 0 0 0,0 1 0 0 0,0 0 0 0 0,0-1 0 0 0,1 1 0 0 0,-1-1 0 0 0,0 1 0 0 0,1-1 0 0 0,-1 1-1 0 0,1-1 1 0 0,-1 1 0 0 0,1-1 0 0 0,0-2 0 0 0,0 2 1 0 0,0 1-1 0 0,-1-1 1 0 0,1 1 0 0 0,0 0 0 0 0,0-1-1 0 0,-1 1 1 0 0,1 0 0 0 0,-1-1-1 0 0,1 1 1 0 0,-1 0 0 0 0,0-1-1 0 0,1 1 1 0 0,-1 0 0 0 0,0 0-1 0 0,0 0 1 0 0,0 0 0 0 0,0 0-1 0 0,0 0 1 0 0,0 0 0 0 0,-2-2-1 0 0,2 2 1 0 0,0 1 0 0 0,-1-2 0 0 0,1 1 0 0 0,0 0 0 0 0,0 0 0 0 0,0 0 0 0 0,0 0 0 0 0,0-1 0 0 0,0 1 0 0 0,1-1 0 0 0,-1 1 0 0 0,0 0 0 0 0,1-1 0 0 0,-1 1 0 0 0,1-1-1 0 0,-1 1 1 0 0,1-1 0 0 0,0 0 0 0 0,0 1 0 0 0,0-4 0 0 0,-2 3 6 0 0,1-1-1 0 0,-1 1 1 0 0,1-1 0 0 0,-1 1-1 0 0,1 0 1 0 0,-1 0 0 0 0,0 0-1 0 0,0 0 1 0 0,0 0-1 0 0,-1 0 1 0 0,1 0 0 0 0,0 1-1 0 0,-1-1 1 0 0,1 1 0 0 0,-1-1-1 0 0,-4-1 1 0 0,-19-13 213 0 0,8 4-78 0 0,0 2 0 0 0,-1 0 0 0 0,-1 1 0 0 0,1 0 0 0 0,-1 2 0 0 0,-1 1 0 0 0,1 0 0 0 0,-23-3 0 0 0,-51-15 151 0 0,75 18-255 0 0,0 0 0 0 0,-32-3 0 0 0,-41-7-4 0 0,69 12-309 0 0,1 1 0 0 0,-1 1 1 0 0,0 1-1 0 0,-1 1 0 0 0,1 1 0 0 0,0 1 0 0 0,1 1 1 0 0,-1 1-1 0 0,0 1 0 0 0,1 1 0 0 0,0 1 0 0 0,0 1 1 0 0,1 1-1 0 0,0 1 0 0 0,-23 14 0 0 0,32-16-425 0 0,1 1 0 0 0,0 0 0 0 0,-16 17 0 0 0,-8 24-4092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8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1 880 0 0,'0'0'288'0'0,"0"1"-1"0"0,0-1 0 0 0,0 1 0 0 0,0 0 1 0 0,0-1-1 0 0,0 1 0 0 0,-1 0 0 0 0,1-1 1 0 0,0 1-1 0 0,0 0 0 0 0,0-1 0 0 0,-1 1 0 0 0,1-1 1 0 0,0 1-1 0 0,-1 0 0 0 0,1-1 0 0 0,0 1 1 0 0,-1-1-1 0 0,1 1 0 0 0,-1-1 0 0 0,1 0 1 0 0,-1 1-1 0 0,0 0 0 0 0,-13 2 1103 0 0,10-2-1577 0 0,-45 7 1219 0 0,8-1-714 0 0,1 1-1 0 0,-57 20 1 0 0,87-25-267 0 0,1 1 1 0 0,0 0 0 0 0,1 0 0 0 0,-1 1 0 0 0,1 0 0 0 0,0 0 0 0 0,0 1 0 0 0,0 0 0 0 0,1 0 0 0 0,0 1 0 0 0,0 0-1 0 0,1 0 1 0 0,0 1 0 0 0,0 0 0 0 0,-8 14 0 0 0,-4 5 271 0 0,16-26-316 0 0,1 1-1 0 0,-1-1 1 0 0,1 1-1 0 0,0-1 1 0 0,-1 1-1 0 0,1 0 1 0 0,0 0-1 0 0,0 0 1 0 0,0 0-1 0 0,0 0 1 0 0,1 0-1 0 0,-1 0 1 0 0,0 0-1 0 0,1 0 0 0 0,-1 4 1 0 0,1-4-6 0 0,0-1 1 0 0,0 1 0 0 0,0 0-1 0 0,-1-1 1 0 0,1 1-1 0 0,0 0 1 0 0,-1-1-1 0 0,0 1 1 0 0,1-1 0 0 0,-1 1-1 0 0,0-1 1 0 0,0 1-1 0 0,1-1 1 0 0,-1 1-1 0 0,-1-1 1 0 0,1 0 0 0 0,0 1-1 0 0,0-1 1 0 0,-2 1-1 0 0,2-1 3 0 0,-1 0 0 0 0,1 1 0 0 0,0-1-1 0 0,0 0 1 0 0,0 0 0 0 0,0 1 0 0 0,0-1-1 0 0,0 1 1 0 0,0-1 0 0 0,1 1 0 0 0,-1-1-1 0 0,0 1 1 0 0,1-1 0 0 0,-1 1 0 0 0,1 0 0 0 0,0-1-1 0 0,-1 1 1 0 0,1 0 0 0 0,0 1 0 0 0,1 2 2 0 0,-1-1 0 0 0,0 1-1 0 0,0-1 1 0 0,0 1 0 0 0,-1 0 0 0 0,1-1 0 0 0,-1 0 0 0 0,0 1 0 0 0,0-1 0 0 0,-1 1 0 0 0,1-1 0 0 0,-1 0 0 0 0,0 0 0 0 0,0 0 0 0 0,-1 0 0 0 0,1 0-1 0 0,-6 6 1 0 0,7-9 0 0 0,1 0-1 0 0,0 0 0 0 0,-1-1 0 0 0,1 1 0 0 0,0 0 0 0 0,0 0 0 0 0,-1 0 1 0 0,1 0-1 0 0,0 0 0 0 0,0 0 0 0 0,0 0 0 0 0,0 0 0 0 0,0 0 0 0 0,0 0 1 0 0,0 0-1 0 0,1 0 0 0 0,-1 0 0 0 0,0 0 0 0 0,0-1 0 0 0,1 1 1 0 0,-1 0-1 0 0,1 0 0 0 0,-1 0 0 0 0,1 0 0 0 0,-1 0 0 0 0,1-1 0 0 0,-1 1 1 0 0,1 0-1 0 0,0-1 0 0 0,-1 1 0 0 0,1 0 0 0 0,0-1 0 0 0,0 1 1 0 0,1 0-1 0 0,-1 0 2 0 0,1 1 0 0 0,-1-1 0 0 0,1 1 0 0 0,-1-1 0 0 0,0 1 0 0 0,0-1 0 0 0,0 1 0 0 0,0 0 0 0 0,0-1 0 0 0,0 1 0 0 0,0 0 1 0 0,-1 0-1 0 0,1 0 0 0 0,-1 0 0 0 0,1 2 0 0 0,-2 17 16 0 0,4 26 3 0 0,-3-45-25 0 0,1 0-1 0 0,-1 0 0 0 0,1 0 0 0 0,0-1 0 0 0,0 1 0 0 0,0 0 1 0 0,0 0-1 0 0,0-1 0 0 0,0 1 0 0 0,0-1 0 0 0,1 1 1 0 0,-1-1-1 0 0,1 1 0 0 0,-1-1 0 0 0,1 0 0 0 0,-1 0 0 0 0,1 0 1 0 0,0 0-1 0 0,-1 0 0 0 0,4 1 0 0 0,14 5 6 0 0,1-2-1 0 0,0 0 1 0 0,-1-2-1 0 0,1 0 1 0 0,1-1 0 0 0,-1 0-1 0 0,0-2 1 0 0,30-3-1 0 0,-14-1 13 0 0,-1-2-1 0 0,1 0 1 0 0,60-22-1 0 0,-88 25-8 0 0,0 0 1 0 0,0 0-1 0 0,0-1 0 0 0,-1-1 0 0 0,0 1 0 0 0,1-1 1 0 0,-2-1-1 0 0,11-9 0 0 0,-15 13-7 0 0,0 0 1 0 0,0 0-1 0 0,0 0 1 0 0,-1 0-1 0 0,1 0 1 0 0,-1-1-1 0 0,0 1 1 0 0,0-1-1 0 0,0 1 1 0 0,0-1-1 0 0,0 1 1 0 0,0-1-1 0 0,0 0 1 0 0,-1 1-1 0 0,0-1 1 0 0,1 0-1 0 0,-1 1 1 0 0,0-1-1 0 0,0 0 1 0 0,-1 1-1 0 0,1-1 1 0 0,0 0-1 0 0,-1 0 1 0 0,0 1-1 0 0,0-1 1 0 0,1 1-1 0 0,-2-1 1 0 0,1 1-1 0 0,0-1 1 0 0,-3-3-1 0 0,-3-4-5 0 0,0 1-1 0 0,-1 0 0 0 0,0 0 0 0 0,0 0 0 0 0,-1 1 1 0 0,0 0-1 0 0,-1 1 0 0 0,-16-10 0 0 0,7 6 55 0 0,-1 1-1 0 0,-1 1 0 0 0,0 0 1 0 0,-28-6-1 0 0,23 8-249 0 0,-1 1 0 0 0,-1 1 0 0 0,1 2 0 0 0,0 1 0 0 0,-1 1 0 0 0,0 1 0 0 0,-51 7 0 0 0,79-7 107 0 0,-1 0-1 0 0,1 1 0 0 0,0-1 0 0 0,-1 0 0 0 0,1 1 0 0 0,0-1 0 0 0,-1 0 1 0 0,1 0-1 0 0,0 1 0 0 0,-1-1 0 0 0,1 1 0 0 0,0-1 0 0 0,0 0 1 0 0,-1 1-1 0 0,1-1 0 0 0,0 1 0 0 0,0-1 0 0 0,0 1 0 0 0,0-1 0 0 0,-1 0 1 0 0,1 1-1 0 0,0-1 0 0 0,0 1 0 0 0,0-1 0 0 0,0 1 0 0 0,0-1 1 0 0,0 1-1 0 0,0-1 0 0 0,0 1 0 0 0,0-1 0 0 0,1 1 0 0 0,-1-1 1 0 0,0 0-1 0 0,0 1 0 0 0,0-1 0 0 0,0 1 0 0 0,1-1 0 0 0,-1 0 0 0 0,0 1 1 0 0,1-1-1 0 0,-1 1 0 0 0,0-1 0 0 0,0 0 0 0 0,1 1 0 0 0,-1-1 1 0 0,1 0-1 0 0,-1 0 0 0 0,0 1 0 0 0,1-1 0 0 0,55 0-4709 0 0,-26-5 2721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8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1 320 0 0,'16'1'3292'0'0,"-31"2"-1013"0"0,-56 6 363 0 0,31-5-1931 0 0,-196 44 1117 0 0,228-45-1755 0 0,0 0 1 0 0,0 0-1 0 0,1 1 1 0 0,-1-1-1 0 0,1 2 1 0 0,0-1-1 0 0,0 1 1 0 0,0 0-1 0 0,1 1 1 0 0,-7 6-1 0 0,7-6 43 0 0,0 0 0 0 0,-1-1 0 0 0,0 1-1 0 0,-12 6 1 0 0,13-9-64 0 0,0 0-1 0 0,0 0 1 0 0,1 1 0 0 0,-1 0-1 0 0,1 0 1 0 0,-6 6 0 0 0,9-8-26 0 0,0 1 1 0 0,1 0 0 0 0,-1 0-1 0 0,1-1 1 0 0,-1 1-1 0 0,1 0 1 0 0,0 0-1 0 0,0 0 1 0 0,1 0 0 0 0,-1 0-1 0 0,0 0 1 0 0,1 1-1 0 0,0-1 1 0 0,0 0-1 0 0,0 3 1 0 0,0 5-39 0 0,-1-7 12 0 0,1-1-1 0 0,0 1 0 0 0,-1-1 1 0 0,1 1-1 0 0,0 0 1 0 0,1-1-1 0 0,-1 1 1 0 0,1-1-1 0 0,0 1 0 0 0,-1-1 1 0 0,2 1-1 0 0,-1-1 1 0 0,0 0-1 0 0,1 0 1 0 0,-1 1-1 0 0,1-1 0 0 0,0 0 1 0 0,0 0-1 0 0,0 0 1 0 0,0-1-1 0 0,1 1 1 0 0,-1-1-1 0 0,1 1 1 0 0,0-1-1 0 0,3 3 0 0 0,16 9 18 0 0,0-1 0 0 0,1-1-1 0 0,1 0 1 0 0,0-2-1 0 0,44 12 1 0 0,-50-17-53 0 0,1-1-1 0 0,-1 0 1 0 0,1-2 0 0 0,-1 0 0 0 0,1-1-1 0 0,0-1 1 0 0,-1-1 0 0 0,38-6 0 0 0,-43 3 22 0 0,0 0 0 0 0,0 0 0 0 0,0-1 0 0 0,0-1 0 0 0,14-8 0 0 0,-23 12 20 0 0,0 0-1 0 0,-1-1 1 0 0,1 1 0 0 0,-1-1-1 0 0,0 1 1 0 0,0-1-1 0 0,0 0 1 0 0,0-1 0 0 0,0 1-1 0 0,-1 0 1 0 0,1-1 0 0 0,-1 1-1 0 0,0-1 1 0 0,0 0-1 0 0,0 0 1 0 0,-1 1 0 0 0,1-1-1 0 0,-1 0 1 0 0,0-1-1 0 0,0 1 1 0 0,1-6 0 0 0,-3-1-4 0 0,1 1 0 0 0,-2 0 0 0 0,1-1 1 0 0,-1 1-1 0 0,-1 0 0 0 0,0 0 0 0 0,0 0 0 0 0,-1 1 1 0 0,0-1-1 0 0,-1 1 0 0 0,0 0 0 0 0,0 0 1 0 0,-1 0-1 0 0,0 1 0 0 0,-1 0 0 0 0,1 0 0 0 0,-17-14 1 0 0,17 18 36 0 0,0-1 0 0 0,0 0-1 0 0,0 1 1 0 0,0 0 0 0 0,-1 1 0 0 0,0-1 0 0 0,0 1 0 0 0,0 1 0 0 0,0-1 0 0 0,0 1 0 0 0,-1 1 0 0 0,-11-2 0 0 0,-27-9 68 0 0,43 12-1551 0 0,10 6 24 0 0,14 7-851 0 0,14 0-1158 0 0,15 5 148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28 3282 0 0,'-12'5'1961'0'0,"-11"2"1493"0"0,3-10-3254 0 0,25 4-178 0 0,-1-1 0 0 0,1 1-1 0 0,0 0 1 0 0,-1-1-1 0 0,1 0 1 0 0,0 0-1 0 0,-1-1 1 0 0,1 1 0 0 0,6-3-1 0 0,6 0 2 0 0,0 1 0 0 0,0 0-1 0 0,25 1 1 0 0,-17 1-9 0 0,-24 0-8 0 0,-1 0 1 0 0,0 1 0 0 0,1-1-1 0 0,-1 0 1 0 0,0 1 0 0 0,1-1-1 0 0,-1 0 1 0 0,0 1 0 0 0,1-1-1 0 0,-1 0 1 0 0,0 1 0 0 0,1-1-1 0 0,-1 1 1 0 0,0-1 0 0 0,0 1-1 0 0,0-1 1 0 0,1 1 0 0 0,-1-1-1 0 0,0 0 1 0 0,0 1 0 0 0,0-1-1 0 0,0 1 1 0 0,0-1 0 0 0,0 1-1 0 0,0-1 1 0 0,0 1 0 0 0,0-1-1 0 0,0 1 1 0 0,0-1 0 0 0,0 1-1 0 0,-1-1 1 0 0,1 1 0 0 0,0-1-1 0 0,0 1 1 0 0,0-1 0 0 0,-1 0-1 0 0,1 1 1 0 0,0-1 0 0 0,0 1-1 0 0,-1-1 1 0 0,1 0 0 0 0,0 1-1 0 0,-1-1 1 0 0,1 0 0 0 0,0 1-1 0 0,-1-1 1 0 0,0 1 0 0 0,-25 5 243 0 0,0-2 1 0 0,0 0 0 0 0,-1-1 0 0 0,-34-2 0 0 0,60-1-246 0 0,-1 0 1 0 0,0 0-1 0 0,1 0 0 0 0,-1 0 1 0 0,1 0-1 0 0,-1-1 1 0 0,1 1-1 0 0,-1-1 1 0 0,1 1-1 0 0,-1-1 1 0 0,1 1-1 0 0,-1-1 1 0 0,1 0-1 0 0,0 0 0 0 0,-1 0 1 0 0,1 0-1 0 0,-2-2 1 0 0,1 3-11 0 0,4-2 5 0 0,-1 1 0 0 0,0 0 0 0 0,1 0 0 0 0,-1 0 0 0 0,0 0 0 0 0,0 0 0 0 0,1 0 0 0 0,-1 0 0 0 0,0-1 0 0 0,0 1 0 0 0,-1 0 0 0 0,1-1 0 0 0,0 1 0 0 0,0-1 0 0 0,-1 1 0 0 0,1-1 0 0 0,0 1 0 0 0,-1-1 0 0 0,0 1 0 0 0,1-1 0 0 0,-1-1 0 0 0,1 1-5 0 0,1 0 1 0 0,-1 1-1 0 0,1-1 0 0 0,0 1 0 0 0,-1-1 1 0 0,1 1-1 0 0,0 0 0 0 0,0 0 1 0 0,0 0-1 0 0,0 0 0 0 0,0 0 0 0 0,0 0 1 0 0,0 0-1 0 0,0 1 0 0 0,0-1 1 0 0,4 0-1 0 0,-5 1 3 0 0,0-1 0 0 0,0 1 1 0 0,0-1-1 0 0,-1 1 0 0 0,1 0 1 0 0,0-1-1 0 0,0 1 0 0 0,0 0 0 0 0,0 0 1 0 0,0 0-1 0 0,0 0 0 0 0,0 0 0 0 0,0 0 1 0 0,-1 0-1 0 0,1 0 0 0 0,0 0 1 0 0,0 0-1 0 0,0 1 0 0 0,0-1 0 0 0,0 0 1 0 0,0 0-1 0 0,0 1 0 0 0,-1-1 0 0 0,1 1 1 0 0,0-1-1 0 0,0 1 0 0 0,-1-1 1 0 0,1 1-1 0 0,0-1 0 0 0,0 1 0 0 0,0 1 1 0 0,-4 6-264 0 0,3-7 120 0 0,1 0 1 0 0,-1 0 0 0 0,-1 0 0 0 0,1 0-1 0 0,0 0 1 0 0,0-1 0 0 0,0 1-1 0 0,0 0 1 0 0,-1 0 0 0 0,1 0-1 0 0,0 0 1 0 0,-1 0 0 0 0,1-1-1 0 0,-1 1 1 0 0,1 0 0 0 0,-1 0-1 0 0,1-1 1 0 0,-1 1 0 0 0,1 0 0 0 0,-1-1-1 0 0,0 1 1 0 0,1 0 0 0 0,-1-1-1 0 0,0 1 1 0 0,0-1 0 0 0,1 1-1 0 0,-1-1 1 0 0,0 0 0 0 0,0 1-1 0 0,0-1 1 0 0,0 0 0 0 0,0 0-1 0 0,1 1 1 0 0,-1-1 0 0 0,0 0 0 0 0,0 0-1 0 0,-2 0 1 0 0,0 0-95 0 0,-2 1-2682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0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39 1441 0 0,'-120'26'7418'0'0,"-56"25"-5859"0"0,164-47-1447 0 0,1 1 0 0 0,0 1 0 0 0,-17 11 0 0 0,-1-1-13 0 0,11-2-31 0 0,24-2-4 0 0,1-4-36 0 0,2 1-13 0 0,0-1 0 0 0,0 0 1 0 0,1 0-1 0 0,0-1 0 0 0,0 0 0 0 0,1 0 0 0 0,0-2 1 0 0,0 1-1 0 0,0-1 0 0 0,13 3 0 0 0,3 1-17 0 0,0-1 1 0 0,1-2-1 0 0,42 5 0 0 0,-68-10-2 0 0,1 0 0 0 0,-1-1 0 0 0,1 0 0 0 0,-1 0 0 0 0,1 0-1 0 0,-1 0 1 0 0,1 0 0 0 0,-1 0 0 0 0,0-1 0 0 0,1 1 0 0 0,-1-1 0 0 0,1 0 0 0 0,-1 1 0 0 0,0-1-1 0 0,1 0 1 0 0,1-2 0 0 0,-2 1 0 0 0,-1 0-1 0 0,0 0 1 0 0,0 0-1 0 0,1-1 1 0 0,-1 1-1 0 0,0-1 1 0 0,-1 1-1 0 0,1-1 1 0 0,0 1-1 0 0,-1-1 1 0 0,0 1-1 0 0,1-1 0 0 0,-1 1 1 0 0,0-1-1 0 0,0 0 1 0 0,-1-3-1 0 0,0-2 10 0 0,-1 0-1 0 0,1 1 1 0 0,-2-1-1 0 0,1 0 1 0 0,-1 1-1 0 0,0-1 1 0 0,-1 1-1 0 0,0 0 1 0 0,0 0-1 0 0,0 1 1 0 0,-1-1-1 0 0,0 1 1 0 0,0 0-1 0 0,-12-10 1 0 0,1-3 7 0 0,8 10-9 0 0,0 1-1 0 0,0-1 1 0 0,-1 1-1 0 0,0 1 1 0 0,-1 0-1 0 0,1 0 1 0 0,-1 1-1 0 0,-1 0 1 0 0,1 1-1 0 0,-1 0 1 0 0,0 0-1 0 0,0 1 1 0 0,0 1-1 0 0,-1 0 1 0 0,-21-3-1 0 0,32 6-32 0 0,1 0-1 0 0,0 0 0 0 0,0 0 0 0 0,-1 0 0 0 0,1 0 0 0 0,0 0 0 0 0,0 0 1 0 0,-1 0-1 0 0,1-1 0 0 0,0 1 0 0 0,0 0 0 0 0,-1 0 0 0 0,1 0 0 0 0,0 0 0 0 0,0 0 1 0 0,0-1-1 0 0,-1 1 0 0 0,1 0 0 0 0,0 0 0 0 0,0 0 0 0 0,0 0 0 0 0,0-1 0 0 0,0 1 1 0 0,-1 0-1 0 0,1 0 0 0 0,0-1 0 0 0,0 1 0 0 0,0 0 0 0 0,0 0 0 0 0,0-1 0 0 0,0 1 1 0 0,0 0-1 0 0,0 0 0 0 0,0-1 0 0 0,0 1 0 0 0,0 0 0 0 0,0 0 0 0 0,0-1 1 0 0,0 1-1 0 0,0 0 0 0 0,0 0 0 0 0,0 0 0 0 0,0-1 0 0 0,0 1 0 0 0,0 0 0 0 0,0 0 1 0 0,1-1-1 0 0,-1 1 0 0 0,0 0 0 0 0,0 0 0 0 0,0 0 0 0 0,0-1 0 0 0,0 1 0 0 0,1 0 1 0 0,-1 0-1 0 0,0 0 0 0 0,0 0 0 0 0,0-1 0 0 0,1 1 0 0 0,-1 0 0 0 0,0 0 0 0 0,0 0 1 0 0,1 0-1 0 0,-1 0 0 0 0,0 0 0 0 0,0 0 0 0 0,1 0 0 0 0,-1 0 0 0 0,1-1 0 0 0,89-8-6078 0 0,-35 4 3841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1921 0 0,'-52'9'3024'0'0,"29"-6"-2283"0"0,0 1 0 0 0,0 1 0 0 0,0 1 0 0 0,1 1 0 0 0,-24 11 0 0 0,43-17-705 0 0,1 1 0 0 0,-1 0-1 0 0,1 0 1 0 0,-1 1 0 0 0,1-1 0 0 0,0 0 0 0 0,0 1-1 0 0,0-1 1 0 0,0 1 0 0 0,1 0 0 0 0,-1-1 0 0 0,0 1-1 0 0,0 4 1 0 0,-16 45 471 0 0,11-27-221 0 0,5-21-261 0 0,1 0 1 0 0,0 0-1 0 0,0 0 0 0 0,0 1 1 0 0,0-1-1 0 0,1 0 1 0 0,-1 1-1 0 0,1-1 0 0 0,0 0 1 0 0,1 1-1 0 0,-1-1 1 0 0,1 0-1 0 0,-1 1 1 0 0,2-1-1 0 0,-1 0 0 0 0,0 0 1 0 0,1 0-1 0 0,-1 0 1 0 0,1 0-1 0 0,0 0 0 0 0,1 0 1 0 0,-1-1-1 0 0,1 1 1 0 0,-1-1-1 0 0,1 0 0 0 0,4 4 1 0 0,5 3 27 0 0,2 0 1 0 0,-1-1 0 0 0,1 0 0 0 0,0-1-1 0 0,23 9 1 0 0,-20-9-8 0 0,-1 0-49 0 0,0-2 0 0 0,1 1 0 0 0,0-2 0 0 0,0 0 0 0 0,0-2 1 0 0,1 1-1 0 0,-1-2 0 0 0,1 0 0 0 0,0-2 0 0 0,0 1 0 0 0,-1-2 0 0 0,1-1 1 0 0,24-4-1 0 0,-38 5 6 0 0,0 0 1 0 0,-1 0-1 0 0,0 0 1 0 0,1 0 0 0 0,-1-1-1 0 0,1 1 1 0 0,-1-1-1 0 0,0 0 1 0 0,0 0 0 0 0,0 0-1 0 0,0 0 1 0 0,-1 0-1 0 0,1-1 1 0 0,0 1 0 0 0,-1-1-1 0 0,3-3 1 0 0,-3 2 1 0 0,-1 0 0 0 0,0 1 1 0 0,0-1-1 0 0,0 0 0 0 0,-1 0 1 0 0,1 1-1 0 0,-1-1 1 0 0,0 0-1 0 0,0 0 0 0 0,0 0 1 0 0,-1 0-1 0 0,1 1 0 0 0,-1-1 1 0 0,0 0-1 0 0,-2-6 0 0 0,-2-1 0 0 0,0 1 0 0 0,0-1 0 0 0,-1 1 0 0 0,-1 0 0 0 0,1 1 0 0 0,-2 0 0 0 0,1 0 0 0 0,-1 0 0 0 0,-1 1 0 0 0,1 0 0 0 0,-12-8 0 0 0,8 6 2 0 0,2 1-8 0 0,-1 0 0 0 0,0 1 0 0 0,0 0 0 0 0,0 1 0 0 0,-1 1 0 0 0,0-1 0 0 0,-1 2 0 0 0,1 0 1 0 0,-1 0-1 0 0,0 1 0 0 0,-1 1 0 0 0,1 0 0 0 0,-17-1 0 0 0,12 1-146 0 0,1-1 0 0 0,-1-1 1 0 0,1-1-1 0 0,-24-10 0 0 0,40 15 68 0 0,0 0-1 0 0,-1 0 1 0 0,1 0 0 0 0,-1 0-1 0 0,1 0 1 0 0,-1 0 0 0 0,1 0-1 0 0,-1 1 1 0 0,0-1 0 0 0,1 1 0 0 0,-1-1-1 0 0,0 1 1 0 0,1 0 0 0 0,-1 0-1 0 0,0 0 1 0 0,-2 0 0 0 0,-2 0-214 0 0,9 2-2987 0 0,14 2 1225 0 0,-12-4-453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4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688 12 1201 0 0,'0'1'127'0'0,"-1"0"0"0"0,1 0 1 0 0,-1 0-1 0 0,1 0 1 0 0,-1-1-1 0 0,0 1 1 0 0,0 0-1 0 0,1 0 1 0 0,-1-1-1 0 0,0 1 1 0 0,0 0-1 0 0,0-1 1 0 0,0 1-1 0 0,0-1 1 0 0,0 1-1 0 0,0-1 1 0 0,1 0-1 0 0,-1 1 1 0 0,0-1-1 0 0,-1 0 1 0 0,1 0-1 0 0,0 0 0 0 0,0 1 1 0 0,0-1-1 0 0,0 0 1 0 0,0 0-1 0 0,-2-1 1 0 0,-6 3 491 0 0,-49 6 1472 0 0,38-6-1688 0 0,0 0-1 0 0,0 2 0 0 0,0 0 0 0 0,0 1 1 0 0,1 2-1 0 0,0 0 0 0 0,-31 15 0 0 0,48-21-389 0 0,-17 10 179 0 0,1 0 0 0 0,-22 20 0 0 0,35-28-129 0 0,1 1 0 0 0,0-1 0 0 0,0 1 0 0 0,0 0 0 0 0,1 0-1 0 0,-1 0 1 0 0,1 1 0 0 0,0 0 0 0 0,0-1 0 0 0,1 1 0 0 0,-1 0 0 0 0,1 0 0 0 0,0 0-1 0 0,0 1 1 0 0,1-1 0 0 0,0 0 0 0 0,-1 6 0 0 0,3-1 129 0 0,1 0 0 0 0,1 0-1 0 0,-1 0 1 0 0,1-1 0 0 0,1 1 0 0 0,0-1-1 0 0,7 12 1 0 0,-6-14-136 0 0,1-1-1 0 0,0 0 1 0 0,0 0-1 0 0,1 0 1 0 0,0-1 0 0 0,0 0-1 0 0,0 0 1 0 0,0-1-1 0 0,1 1 1 0 0,0-2-1 0 0,0 1 1 0 0,0-1 0 0 0,0 0-1 0 0,0-1 1 0 0,1 0-1 0 0,-1 0 1 0 0,10 0 0 0 0,-1-2-55 0 0,0 0 1 0 0,-1-1 0 0 0,1-1 0 0 0,0 0 0 0 0,0-2 0 0 0,23-7 0 0 0,-36 10-11 0 0,0 0 0 0 0,0-1 0 0 0,0 0 0 0 0,-1 0 0 0 0,1 0 0 0 0,0 0 0 0 0,-1-1 0 0 0,1 1 1 0 0,-1-1-1 0 0,0 0 0 0 0,0 0 0 0 0,0 0 0 0 0,0 0 0 0 0,0-1 0 0 0,-1 1 0 0 0,0-1 0 0 0,0 0 0 0 0,0 1 0 0 0,0-1 0 0 0,0 0 0 0 0,-1 0 1 0 0,1 0-1 0 0,-1 0 0 0 0,0-1 0 0 0,-1 1 0 0 0,1 0 0 0 0,-1 0 0 0 0,1-1 0 0 0,-1 1 0 0 0,-1 0 0 0 0,1 0 0 0 0,0-1 0 0 0,-1 1 0 0 0,0 0 1 0 0,0 0-1 0 0,-3-6 0 0 0,1 0-31 0 0,-1-1 1 0 0,0 1 0 0 0,-1 0 0 0 0,0 1-1 0 0,0-1 1 0 0,-1 1 0 0 0,-1 0 0 0 0,1 0-1 0 0,-1 1 1 0 0,-1 0 0 0 0,0 0 0 0 0,-12-10-1 0 0,2 8-92 0 0,1 1 0 0 0,-1 0 0 0 0,0 1 0 0 0,-38-10 0 0 0,-84-14-1169 0 0,110 26 928 0 0,-11-2-554 0 0,-43-2 0 0 0,-57 7-2208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353 114 1521 0 0,'-9'0'465'0'0,"1"0"-1"0"0,-1 0 1 0 0,0 0 0 0 0,0-2 0 0 0,0 1 0 0 0,0-1-1 0 0,1 0 1 0 0,-1 0 0 0 0,1-1 0 0 0,-1-1 0 0 0,1 1 0 0 0,-13-9-1 0 0,-1 3-90 0 0,20 9-344 0 0,1-1-1 0 0,-1 1 1 0 0,0 0 0 0 0,0-1 0 0 0,0 0 0 0 0,0 1 0 0 0,1-1 0 0 0,-1 0 0 0 0,0 0-1 0 0,1 0 1 0 0,-1 0 0 0 0,1 0 0 0 0,-1 0 0 0 0,1 0 0 0 0,-1 0 0 0 0,1-1-1 0 0,0 1 1 0 0,0-1 0 0 0,-1 1 0 0 0,0-2 0 0 0,-3-1 210 0 0,-75 5 1774 0 0,75-1-1627 0 0,0 0 13 0 0,-46 13 1054 0 0,46-12-1067 0 0,0-1 13 0 0,-10 0 325 0 0,21 0 753 0 0,49-1-693 0 0,648-38-411 0 0,-655 31-2926 0 0,-43 3 393 0 0,-23 1 13 0 0,-17 2-1429 0 0,-20-3-560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3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20 160 0 0,'30'-11'3522'0'0,"-30"3"-2002"0"0,0 16-159 0 0,0 3-240 0 0,-30 41 559 0 0,0 23-239 0 0,30-4-961 0 0,0-8-240 0 0,30 7 0 0 0,-30-13-160 0 0,30-12-80 0 0,0-13-80 0 0,0-20-480 0 0,31 1-720 0 0,-37-19-1362 0 0,6-13-3040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5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28 960 0 0,'30'0'3842'0'0,"-30"-8"-640"0"0,0 2-2882 0 0,0 0-400 0 0,0-1-2641 0 0,-30 7-1601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59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1121 0 0,'0'0'1520'0'0,"0"-6"1121"0"0,0 12-3681 0 0,0-1-2162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0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25 480 0 0,'0'-1'186'0'0,"0"0"0"0"0,0 0 0 0 0,0 0 0 0 0,0 0 0 0 0,0 0 0 0 0,0 0 0 0 0,0 1 0 0 0,0-1 0 0 0,1 0 0 0 0,-1 0 0 0 0,0 0 0 0 0,0 0 0 0 0,1 1 0 0 0,-1-1 0 0 0,0 0 0 0 0,1 0 0 0 0,-1 0 0 0 0,1 1 0 0 0,-1-1 0 0 0,1 0 0 0 0,-1 1 0 0 0,1-1 0 0 0,0 1 0 0 0,-1-1 0 0 0,1 0 0 0 0,0 1 0 0 0,0-1 0 0 0,-1 1 0 0 0,1 0 0 0 0,0-1 0 0 0,0 1 0 0 0,0 0 0 0 0,-1-1 0 0 0,1 1 0 0 0,0 0 0 0 0,1 0 0 0 0,44 5 1514 0 0,-39-3-1464 0 0,52 13 248 0 0,100 39 0 0 0,-116-38-319 0 0,-2-1-29 0 0,32 12 109 0 0,75 39 1 0 0,-117-51-217 0 0,0-2 0 0 0,0-1 0 0 0,1-1 0 0 0,1-2 0 0 0,50 8 0 0 0,-77-16-290 0 0,0 0 0 0 0,0-1 0 0 0,0 0 0 0 0,0 0 0 0 0,12-2 1 0 0,-13-3-1270 0 0,-23-1-351 0 0,-12-1-880 0 0,-1-5 146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1 261 320 0 0,'30'0'2881'0'0,"-30"-7"-399"0"0,30 7-562 0 0,-30-12-479 0 0,30-1-400 0 0,0 1-321 0 0,1-15-320 0 0,120-23-560 0 0,-31-13-720 0 0,25 17-2082 0 0,-84 15-2000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3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243 160 1361 0 0,'0'0'97'0'0,"0"-1"0"0"0,1 0 0 0 0,-1 1 1 0 0,0-1-1 0 0,0 1 0 0 0,0-1 0 0 0,-1 0 1 0 0,1 1-1 0 0,0-1 0 0 0,0 1 0 0 0,0-1 1 0 0,0 1-1 0 0,0-1 0 0 0,-1 1 0 0 0,1-1 1 0 0,0 0-1 0 0,-1 1 0 0 0,1-1 0 0 0,0 1 1 0 0,-1 0-1 0 0,1-1 0 0 0,0 1 0 0 0,-1-1 1 0 0,1 1-1 0 0,-1-1 0 0 0,1 1 0 0 0,-1 0 1 0 0,1-1-1 0 0,-1 1 0 0 0,1 0 0 0 0,-1 0 1 0 0,1-1-1 0 0,-1 1 0 0 0,1 0 0 0 0,-1 0 1 0 0,0 0-1 0 0,1 0 0 0 0,-1 0 0 0 0,1 0 1 0 0,-1 0-1 0 0,0 0 0 0 0,0 0 0 0 0,1 0-40 0 0,-1 0 0 0 0,0 0-1 0 0,1 0 1 0 0,-1 0-1 0 0,1 0 1 0 0,-1 0 0 0 0,0 0-1 0 0,1-1 1 0 0,-1 1 0 0 0,1 0-1 0 0,-1 0 1 0 0,1 0-1 0 0,-1-1 1 0 0,1 1 0 0 0,-1 0-1 0 0,1 0 1 0 0,-1-1-1 0 0,1 1 1 0 0,-1-1 0 0 0,1 1-1 0 0,-1 0 1 0 0,1-1 0 0 0,0 1-1 0 0,-1-1 1 0 0,1 1-1 0 0,0-1 1 0 0,-1 1 0 0 0,1-1-1 0 0,0 1 1 0 0,0-1 0 0 0,-1 1-1 0 0,1-1 1 0 0,0 0-1 0 0,0 1 1 0 0,0-1 0 0 0,0 1-1 0 0,0-1 1 0 0,0 1-1 0 0,0-1 1 0 0,0 0 0 0 0,0 1-1 0 0,0-1 1 0 0,0 0-30 0 0,0 1-1 0 0,0-1 1 0 0,-1 1-1 0 0,1-1 1 0 0,0 1 0 0 0,0-1-1 0 0,0 1 1 0 0,-1-1-1 0 0,1 1 1 0 0,0 0 0 0 0,-1-1-1 0 0,1 1 1 0 0,0 0-1 0 0,-1-1 1 0 0,1 1 0 0 0,-1 0-1 0 0,1-1 1 0 0,0 1 0 0 0,-1 0-1 0 0,1 0 1 0 0,-1-1-1 0 0,1 1 1 0 0,-1 0 0 0 0,1 0-1 0 0,-1 0 1 0 0,1 0-1 0 0,-1 0 1 0 0,1 0 0 0 0,-1 0-1 0 0,1 0 1 0 0,-1 0-1 0 0,1 0 1 0 0,-1 0 0 0 0,0 0-1 0 0,0 0-12 0 0,1 0 0 0 0,-1 0 0 0 0,1 0-1 0 0,-1 0 1 0 0,1 0 0 0 0,-1 0 0 0 0,0 0-1 0 0,1 0 1 0 0,-1 0 0 0 0,1 0 0 0 0,-1 0-1 0 0,1-1 1 0 0,-1 1 0 0 0,1 0 0 0 0,-1 0 0 0 0,1 0-1 0 0,-1-1 1 0 0,1 1 0 0 0,-1 0 0 0 0,1-1-1 0 0,-1 1 1 0 0,1-1 0 0 0,-1 1 0 0 0,1 0-1 0 0,0-1 1 0 0,-1 1 0 0 0,1-1 0 0 0,0 1-1 0 0,-1-1 1 0 0,1 1 0 0 0,0-1 0 0 0,0 1 0 0 0,-1-1-1 0 0,1 0 1 0 0,0 1 0 0 0,0-1 0 0 0,0-18 283 0 0,1 7-115 0 0,-1 1 0 0 0,0-1-1 0 0,0 0 1 0 0,-1 0-1 0 0,-4-17 1 0 0,-10 35-105 0 0,0 1 1 0 0,1 0-1 0 0,0 1 1 0 0,-18 14-1 0 0,28-19-76 0 0,-1 0 1 0 0,1 0-1 0 0,0 1 1 0 0,0 0-1 0 0,1-1 0 0 0,-1 2 1 0 0,1-1-1 0 0,0 0 1 0 0,0 1-1 0 0,0-1 0 0 0,0 1 1 0 0,1 0-1 0 0,0 0 1 0 0,0 0-1 0 0,0 0 0 0 0,0 0 1 0 0,1 0-1 0 0,-1 8 0 0 0,2-11 0 0 0,0 1-1 0 0,0-1 0 0 0,-1 1 0 0 0,1-1 0 0 0,-1 1 0 0 0,0-1 0 0 0,1 1 1 0 0,-1-1-1 0 0,0 0 0 0 0,0 0 0 0 0,0 1 0 0 0,-1-1 0 0 0,1 0 0 0 0,-3 3 1 0 0,2-3-2 0 0,0 1 1 0 0,1-1 0 0 0,-1 1 0 0 0,1-1 0 0 0,-1 1 0 0 0,1-1 0 0 0,0 1-1 0 0,0 0 1 0 0,0 0 0 0 0,0 0 0 0 0,1-1 0 0 0,-1 1 0 0 0,1 0 0 0 0,0 6-1 0 0,-1-9-9 0 0,0 2 4 0 0,33 6 9 0 0,-11-5-3 0 0,0-1 0 0 0,0 0 0 0 0,0-2 0 0 0,0-1 0 0 0,0-1 0 0 0,0 0 0 0 0,34-10 0 0 0,-46 11 0 0 0,24-13 28 0 0,-5 1 11 0 0,-27 13-38 0 0,1-1-1 0 0,0 1 1 0 0,-1-1 0 0 0,1 0 0 0 0,-1 0-1 0 0,1 0 1 0 0,-1 0 0 0 0,1 0-1 0 0,-1 0 1 0 0,1 0 0 0 0,-1-1 0 0 0,0 1-1 0 0,0 0 1 0 0,0-1 0 0 0,0 1 0 0 0,0-1-1 0 0,0 1 1 0 0,0-1 0 0 0,0 1 0 0 0,0-1-1 0 0,-1 0 1 0 0,1 1 0 0 0,0-4 0 0 0,1-46 61 0 0,-3 25-35 0 0,0-7 37 0 0,1 39 54 0 0,6 60 233 0 0,2-26-175 0 0,-3-23-71 0 0,-1 0 0 0 0,-1 0 0 0 0,0 1 0 0 0,-1-1 0 0 0,-1 1 0 0 0,-1 0 0 0 0,-1-1 0 0 0,-4 31 0 0 0,-10 5 455 0 0,19-26-439 0 0,-3-25-131 0 0,0 0-1 0 0,-1-1 1 0 0,1 1-1 0 0,-1-1 1 0 0,0 1-1 0 0,1 0 1 0 0,-1-1-1 0 0,0 1 1 0 0,0 0-1 0 0,0-1 1 0 0,0 1 0 0 0,-1 0-1 0 0,1-1 1 0 0,0 1-1 0 0,-1-1 1 0 0,1 1-1 0 0,-1 0 1 0 0,1-1-1 0 0,-1 1 1 0 0,0-1-1 0 0,1 1 1 0 0,-1-1 0 0 0,0 0-1 0 0,0 1 1 0 0,0-1-1 0 0,0 0 1 0 0,-1 1-1 0 0,1-1 1 0 0,0 0-1 0 0,0 0 1 0 0,-2 1-1 0 0,-22 16-776 0 0,25-18 713 0 0,-1 0-1 0 0,1 0 0 0 0,0 1 0 0 0,0-1 0 0 0,0 0 0 0 0,0 0 1 0 0,-1 0-1 0 0,1 0 0 0 0,0 0 0 0 0,0 0 0 0 0,0 0 0 0 0,0 0 1 0 0,-1 0-1 0 0,1 0 0 0 0,0 0 0 0 0,0 0 0 0 0,0 0 0 0 0,-1 0 1 0 0,1 0-1 0 0,0 0 0 0 0,0 0 0 0 0,0 0 0 0 0,-1 0 0 0 0,1 0 1 0 0,0 0-1 0 0,0 0 0 0 0,0 0 0 0 0,0 0 0 0 0,-1 0 0 0 0,1 0 1 0 0,0 0-1 0 0,0-1 0 0 0,0 1 0 0 0,0 0 0 0 0,0 0 0 0 0,-1 0 1 0 0,1 0-1 0 0,0 0 0 0 0,0 0 0 0 0,0-1 0 0 0,0 1 1 0 0,0 0-1 0 0,0 0 0 0 0,0 0 0 0 0,0 0 0 0 0,-1-1 0 0 0,-1-2-1263 0 0,-24-8-4158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02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1 880 0 0,'-1'1'83'0'0,"0"-1"0"0"0,1 1 0 0 0,-1 0 0 0 0,0-1 0 0 0,0 1 0 0 0,0-1 0 0 0,0 1-1 0 0,0-1 1 0 0,0 0 0 0 0,0 1 0 0 0,0-1 0 0 0,0 0 0 0 0,0 1 0 0 0,0-1 0 0 0,0 0 0 0 0,0 0-1 0 0,0 0 1 0 0,0 0 0 0 0,0 0 0 0 0,0 0 0 0 0,0 0 0 0 0,0 0 0 0 0,0-1 0 0 0,-1 1-1 0 0,2 0 61 0 0,-30 5 1324 0 0,9 0-1315 0 0,6-4 2724 0 0,51-1-1995 0 0,-11 1-868 0 0,95 19 67 0 0,-108-18-49 0 0,-1 1-1 0 0,0 0 1 0 0,0 1 0 0 0,-1 0-1 0 0,1 0 1 0 0,-1 1 0 0 0,0 1-1 0 0,0 0 1 0 0,15 12 0 0 0,-6-3 43 0 0,-17-12-66 0 0,1-1 0 0 0,-1 1 1 0 0,1-1-1 0 0,0 0 0 0 0,0 0 1 0 0,0 0-1 0 0,0 0 0 0 0,0-1 0 0 0,1 0 1 0 0,-1 1-1 0 0,7 0 0 0 0,105 36-8 0 0,-77-28 0 0 0,60 24 0 0 0,-59-18 0 0 0,52 18 87 0 0,95 50 0 0 0,-161-73-47 0 0,-85-25-3322 0 0,5-14 27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0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1 800 0 0,'0'0'1481'0'0,"5"0"-200"0"0,9 1-585 0 0,-19 0 237 0 0,1 1-68 0 0,19-1-465 0 0,-10-1 267 0 0,-6 2-632 0 0,0 0 0 0 0,0 0-1 0 0,0-1 1 0 0,0 1 0 0 0,-1 0-1 0 0,1-1 1 0 0,0 1 0 0 0,-1-1-1 0 0,0 0 1 0 0,1 1 0 0 0,-1-1-1 0 0,0 0 1 0 0,1 0 0 0 0,-1 0-1 0 0,0 0 1 0 0,0 0 0 0 0,0-1 0 0 0,0 1-1 0 0,-3 0 1 0 0,-56 18 331 0 0,42-14-305 0 0,1 0 15 0 0,0 1 1 0 0,0 1-1 0 0,1 0 0 0 0,0 1 1 0 0,1 1-1 0 0,0 0 1 0 0,0 2-1 0 0,1-1 0 0 0,0 2 1 0 0,-26 26-1 0 0,-49 61-103 0 0,85-94 24 0 0,1 0 0 0 0,0 1-1 0 0,0-1 1 0 0,1 1-1 0 0,-6 11 1 0 0,9-15-74 0 0,-1-1-1 0 0,1 1 0 0 0,-1 0 1 0 0,0 0-1 0 0,1 0 1 0 0,-1-1-1 0 0,0 1 1 0 0,0 0-1 0 0,0-1 1 0 0,-1 1-1 0 0,1-1 1 0 0,0 0-1 0 0,0 1 1 0 0,-1-1-1 0 0,1 0 1 0 0,-1 0-1 0 0,1 0 1 0 0,-1 0-1 0 0,0 0 1 0 0,1 0-1 0 0,-1 0 1 0 0,0 0-1 0 0,-3 0 1 0 0,0-5-3899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24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3625 387 880 0 0,'-33'-2'1150'0'0,"1"-1"-1"0"0,-1-2 1 0 0,1-1 0 0 0,-57-19-1 0 0,-18-4-400 0 0,39 17-439 0 0,-101-5 1 0 0,74 9-65 0 0,-601-12 1228 0 0,618 20-1428 0 0,-17-1 35 0 0,-116 21-81 0 0,105-5-41 0 0,-145 1 1 0 0,238-16 33 0 0,-32 1 51 0 0,-48 7 0 0 0,83-6-44 0 0,-39 1 0 0 0,-273 10 0 0 0,106-13 0 0 0,125 6 0 0 0,20-3 0 0 0,51 0 0 0 0,-64 10 0 0 0,74-13-7 0 0,0 1 0 0 0,1 1 0 0 0,-1 0 1 0 0,0 0-1 0 0,1 0 0 0 0,0 1 1 0 0,-1 1-1 0 0,1 0 0 0 0,0 0 1 0 0,1 0-1 0 0,-15 11 0 0 0,-27 0 7 0 0,-41 33 0 0 0,1 16 0 0 0,80-48 0 0 0,-41 40-13 0 0,51-55 14 0 0,-1-1-1 0 0,0 1 1 0 0,1 0 0 0 0,-1 0-1 0 0,1 0 1 0 0,-1-1 0 0 0,1 1-1 0 0,0 0 1 0 0,-1 0-1 0 0,1 0 1 0 0,0 0 0 0 0,-1 0-1 0 0,1 0 1 0 0,0 0 0 0 0,0 0-1 0 0,0 0 1 0 0,0 0-1 0 0,0 0 1 0 0,0 0 0 0 0,0 0-1 0 0,0 0 1 0 0,1 1 0 0 0,-1-1-1 0 0,1 0 0 0 0,-1 0-1 0 0,0 0 1 0 0,0 0 0 0 0,0 0 0 0 0,0 0 0 0 0,0 0 0 0 0,0 0 0 0 0,0 0 0 0 0,0 0 0 0 0,0 0 0 0 0,-1 0 0 0 0,1 0 0 0 0,0-1 0 0 0,-1 1 0 0 0,1 0 0 0 0,0 0 0 0 0,-1 0 0 0 0,1 0 0 0 0,-1 0 0 0 0,1-1 0 0 0,-2 2-1 0 0,-6 3 1 0 0,7-4-1 0 0,0-1 1 0 0,0 1-1 0 0,0-1 1 0 0,0 1-1 0 0,0 0 1 0 0,0-1-1 0 0,0 1 1 0 0,0 0-1 0 0,1 0 1 0 0,-1-1-1 0 0,0 1 1 0 0,0 0-1 0 0,1 0 1 0 0,-1 0 0 0 0,0 0-1 0 0,1 0 1 0 0,-1 0-1 0 0,1 0 1 0 0,0 0-1 0 0,-1 0 1 0 0,1 0-1 0 0,0 0 1 0 0,-1 1-1 0 0,1-1 1 0 0,0 1-1 0 0,0-1-1 0 0,0 0 0 0 0,0 0-1 0 0,0-1 1 0 0,0 1 0 0 0,-1 0-1 0 0,1 0 1 0 0,0-1 0 0 0,0 1 0 0 0,-1 0-1 0 0,1 0 1 0 0,0-1 0 0 0,-1 1-1 0 0,1 0 1 0 0,-1-1 0 0 0,1 1 0 0 0,-1-1-1 0 0,1 1 1 0 0,-1 0 0 0 0,1-1 0 0 0,-1 1-1 0 0,0-1 1 0 0,1 0 0 0 0,-1 1-1 0 0,0-1 1 0 0,1 1 0 0 0,-1-1 0 0 0,0 0-1 0 0,-1 1 1 0 0,1-1 0 0 0,0 0 0 0 0,0 1 1 0 0,1-1-1 0 0,-1 1 0 0 0,0-1 0 0 0,0 1 0 0 0,0-1 1 0 0,0 1-1 0 0,1-1 0 0 0,-1 1 0 0 0,0 0 0 0 0,1-1 1 0 0,-1 1-1 0 0,0 0 0 0 0,1 0 0 0 0,-1-1 0 0 0,1 1 1 0 0,-1 0-1 0 0,1 0 0 0 0,-1 0 0 0 0,1 0 0 0 0,0 0 1 0 0,0 0-1 0 0,-1 0 0 0 0,1 0 0 0 0,0-1 0 0 0,0 1 1 0 0,0 0-1 0 0,0 2 0 0 0,0-3 4 0 0,0 0-1 0 0,0 1 1 0 0,0-1-1 0 0,-1 1 1 0 0,1-1 0 0 0,0 1-1 0 0,0-1 1 0 0,0 1-1 0 0,-1-1 1 0 0,1 0-1 0 0,0 1 1 0 0,0-1 0 0 0,-1 1-1 0 0,1-1 1 0 0,0 0-1 0 0,-1 1 1 0 0,1-1-1 0 0,0 0 1 0 0,-1 0 0 0 0,1 1-1 0 0,-1-1 1 0 0,1 0-1 0 0,0 0 1 0 0,-1 1-1 0 0,1-1 1 0 0,-1 0 0 0 0,1 0-1 0 0,-1 0 1 0 0,1 0-1 0 0,-1 0 1 0 0,1 0 0 0 0,0 0-1 0 0,-1 0 1 0 0,1 0-1 0 0,-1 0 1 0 0,0 0-1 0 0,0 0 0 0 0,1 0-1 0 0,-1 0 0 0 0,0 0 0 0 0,1 0 0 0 0,-1 0 1 0 0,0 0-1 0 0,1 0 0 0 0,-1 0 0 0 0,0 1 1 0 0,1-1-1 0 0,-1 0 0 0 0,1 0 0 0 0,-1 1 0 0 0,0-1 1 0 0,1 0-1 0 0,-1 1 0 0 0,1-1 0 0 0,-1 0 0 0 0,1 1 1 0 0,-1-1-1 0 0,1 1 0 0 0,-1-1 0 0 0,1 1 1 0 0,0-1-1 0 0,-1 1 0 0 0,1-1 0 0 0,-1 1 0 0 0,1-1 1 0 0,0 1-1 0 0,0 0 0 0 0,-1-1 0 0 0,1 1 0 0 0,0-1 1 0 0,0 1-1 0 0,0 0 0 0 0,0-1 0 0 0,0 1 1 0 0,0 1-1 0 0,-1 4-23 0 0,0-1 10 0 0,1 1-1 0 0,-1-1 0 0 0,1 0 0 0 0,0 0 1 0 0,0 1-1 0 0,1-1 0 0 0,0 0 1 0 0,0 0-1 0 0,0 1 0 0 0,3 6 0 0 0,5-3 0 0 0,-8-8 12 0 0,1 0-1 0 0,-1 0 0 0 0,0 1 0 0 0,0-1 0 0 0,0 0 0 0 0,1 1 0 0 0,-1-1 0 0 0,0 1 1 0 0,-1-1-1 0 0,1 1 0 0 0,0 0 0 0 0,0-1 0 0 0,-1 1 0 0 0,1 0 0 0 0,-1 0 0 0 0,1-1 1 0 0,-1 1-1 0 0,0 0 0 0 0,0 0 0 0 0,0-1 0 0 0,0 1 0 0 0,0 2 0 0 0,0 7 39 0 0,0-1 0 0 0,1 1 0 0 0,1-1 0 0 0,-1 1 0 0 0,2-1 0 0 0,-1 0 0 0 0,2 0 0 0 0,-1 0 0 0 0,6 11 0 0 0,-8-21-38 0 0,-1 1-1 0 0,1 0 0 0 0,-1 0 0 0 0,1 0 0 0 0,-1-1 0 0 0,1 1 0 0 0,-1 0 0 0 0,1 0 0 0 0,-1 0 0 0 0,0 0 0 0 0,0 0 0 0 0,1 0 1 0 0,-1 0-1 0 0,0 0 0 0 0,0-1 0 0 0,0 1 0 0 0,0 0 0 0 0,0 0 0 0 0,0 0 0 0 0,0 0 0 0 0,0 0 0 0 0,-1 0 0 0 0,1 0 0 0 0,0 0 1 0 0,0 0-1 0 0,-1 0 0 0 0,1 0 0 0 0,-1-1 0 0 0,1 1 0 0 0,-1 0 0 0 0,1 0 0 0 0,-1 0 0 0 0,1-1 0 0 0,-1 1 0 0 0,0 0 0 0 0,1-1 1 0 0,-1 1-1 0 0,0 0 0 0 0,-1 0 0 0 0,-4 0-91 0 0,17-1 51 0 0,-11 0 44 0 0,1 0 0 0 0,-1 0-1 0 0,1 0 1 0 0,-1 1 0 0 0,0-1 0 0 0,1 0 0 0 0,-1 0 0 0 0,0 1-1 0 0,0-1 1 0 0,1 0 0 0 0,-1 1 0 0 0,0-1 0 0 0,0 0-1 0 0,1 1 1 0 0,-1-1 0 0 0,0 0 0 0 0,0 1 0 0 0,0-1 0 0 0,1 0-1 0 0,-1 1 1 0 0,0-1 0 0 0,0 1 0 0 0,0-1 0 0 0,0 0-1 0 0,0 1 1 0 0,0-1 0 0 0,0 1 0 0 0,0-1 0 0 0,0 1 0 0 0,0-1-1 0 0,0 0 1 0 0,0 1 0 0 0,-1 0 0 0 0,6 14 24 0 0,0-12-25 0 0,-4-2 0 0 0,0-1 0 0 0,1 1 0 0 0,-1 0 0 0 0,0 0 0 0 0,0 0 0 0 0,1-1 0 0 0,-1 1 0 0 0,0 1 0 0 0,0-1 0 0 0,0 0 0 0 0,0 0 0 0 0,0 0 0 0 0,-1 0 0 0 0,1 1 0 0 0,0-1 0 0 0,-1 0 0 0 0,1 1 0 0 0,0-1 0 0 0,-1 0 0 0 0,0 1 0 0 0,1-1 0 0 0,-1 1 0 0 0,0-1 0 0 0,0 1 0 0 0,1-1 0 0 0,-1 0 0 0 0,-1 4 0 0 0,2 1 8 0 0,0 0-1 0 0,0-1 0 0 0,0 1 0 0 0,1 0 0 0 0,0 0 1 0 0,0-1-1 0 0,1 1 0 0 0,-1-1 0 0 0,6 8 0 0 0,4 10 1 0 0,-1-8-6 0 0,-10-13 2 0 0,1-1 0 0 0,-1 1 0 0 0,0 0 0 0 0,1 0 0 0 0,-1 0 0 0 0,0 0 0 0 0,0 0 0 0 0,0 0 1 0 0,0 0-1 0 0,-1 0 0 0 0,1 0 0 0 0,-1 0 0 0 0,1 1 0 0 0,-1-1 0 0 0,1 3 0 0 0,-1-2-3 0 0,0 0-1 0 0,0-1 1 0 0,1 1 0 0 0,-1-1-1 0 0,1 0 1 0 0,0 1-1 0 0,0-1 1 0 0,0 1 0 0 0,0-1-1 0 0,0 0 1 0 0,0 0 0 0 0,0 1-1 0 0,1-1 1 0 0,2 2-1 0 0,-2-2-4 0 0,-1 0 0 0 0,1 0 0 0 0,-1 0 0 0 0,0 0 0 0 0,0 1-1 0 0,1-1 1 0 0,-1 0 0 0 0,-1 0 0 0 0,1 1 0 0 0,0-1-1 0 0,-1 1 1 0 0,1-1 0 0 0,-1 0 0 0 0,1 4 0 0 0,-1-4 2 0 0,0-1 0 0 0,0 0 0 0 0,0 0-1 0 0,0 1 1 0 0,0-1 0 0 0,0 0 0 0 0,1 0 0 0 0,-1 1 0 0 0,0-1 0 0 0,1 0 0 0 0,-1 0 0 0 0,1 0 0 0 0,0 1 0 0 0,-1-1 0 0 0,1 0 0 0 0,0 0 0 0 0,0 0-1 0 0,-1 0 1 0 0,1 0 0 0 0,0-1 0 0 0,0 1 0 0 0,0 0 0 0 0,0 0 0 0 0,0 0 0 0 0,0-1 0 0 0,0 1 0 0 0,1-1 0 0 0,0 2 0 0 0,4 1-5 0 0,-6-3 9 0 0,1 0-1 0 0,-1 0 1 0 0,0 0-1 0 0,1 1 1 0 0,-1-1 0 0 0,0 0-1 0 0,1 0 1 0 0,-1 1-1 0 0,0-1 1 0 0,0 0-1 0 0,1 1 1 0 0,-1-1 0 0 0,0 0-1 0 0,0 1 1 0 0,1-1-1 0 0,-1 0 1 0 0,0 1 0 0 0,0-1-1 0 0,0 1 1 0 0,0-1-1 0 0,0 0 1 0 0,0 1 0 0 0,0-1-1 0 0,0 1 1 0 0,1-1-1 0 0,-1 0 1 0 0,-1 1-1 0 0,1-1 1 0 0,0 1 0 0 0,0-1-1 0 0,0 1 1 0 0,0-1-2 0 0,0 0 0 0 0,0 1 0 0 0,0-1 0 0 0,0 0 0 0 0,0 1 0 0 0,0-1 0 0 0,0 0 0 0 0,0 1 0 0 0,0-1 0 0 0,0 0 1 0 0,0 0-1 0 0,0 1 0 0 0,0-1 0 0 0,0 0 0 0 0,0 1 0 0 0,0-1 0 0 0,0 0 0 0 0,0 0 0 0 0,1 1 0 0 0,-1-1 0 0 0,0 0 0 0 0,0 0 0 0 0,0 1 0 0 0,0-1 1 0 0,1 0-1 0 0,-1 0 0 0 0,0 0 0 0 0,0 1 0 0 0,1-1 0 0 0,-1 0 0 0 0,0 0 0 0 0,0 0 0 0 0,1 0 0 0 0,-1 1 0 0 0,0-1 0 0 0,0 0 0 0 0,1 0 0 0 0,6 1 7 0 0,-6-1-7 0 0,0 0 0 0 0,-1 0 0 0 0,1 0 0 0 0,0 1-1 0 0,0-1 1 0 0,0 0 0 0 0,-1 0 0 0 0,1 0 0 0 0,0 1 0 0 0,0-1-1 0 0,-1 1 1 0 0,1-1 0 0 0,0 0 0 0 0,0 1 0 0 0,-1-1 0 0 0,1 1-1 0 0,-1-1 1 0 0,1 1 0 0 0,0 0 0 0 0,-1-1 0 0 0,1 1 0 0 0,-1-1 0 0 0,0 1-1 0 0,1 0 1 0 0,-1 0 0 0 0,1-1 0 0 0,-1 1 0 0 0,0 0 0 0 0,0 0-1 0 0,1-1 1 0 0,-1 1 0 0 0,0 0 0 0 0,0 0 0 0 0,0 0 0 0 0,0-1 0 0 0,0 1-1 0 0,0 0 1 0 0,0 0 0 0 0,0 0 0 0 0,0-1 0 0 0,0 1 0 0 0,-1 1-1 0 0,1-1 1 0 0,1 0 0 0 0,-1 0 0 0 0,0 0 0 0 0,0 0 0 0 0,1 0 0 0 0,-1 0 0 0 0,0 0 0 0 0,1 0 0 0 0,-1-1 0 0 0,1 1 0 0 0,0 0 0 0 0,-1 0 0 0 0,1 0 0 0 0,0-1 0 0 0,-1 1 0 0 0,1 0 0 0 0,0-1 0 0 0,0 1 0 0 0,-1 0 0 0 0,1-1 0 0 0,0 1 0 0 0,0-1 0 0 0,2 1 0 0 0,6 6 0 0 0,4 13 0 0 0,-12-17 0 0 0,0-1 0 0 0,0 0 0 0 0,1 1 0 0 0,-1-1 0 0 0,1 0 0 0 0,-1 0 0 0 0,1 0 0 0 0,0 0 0 0 0,0 0 0 0 0,0-1 0 0 0,4 4 0 0 0,5 0 0 0 0,-10-4 0 0 0,0-1 0 0 0,0 0 0 0 0,0 1 0 0 0,0-1 0 0 0,0 0 0 0 0,0 1 0 0 0,0-1 0 0 0,-1 1 0 0 0,1 0 0 0 0,0-1 0 0 0,0 1 0 0 0,0 0 0 0 0,-1-1 0 0 0,1 1 0 0 0,0 0 0 0 0,-1 0 0 0 0,1 0 0 0 0,0 0 0 0 0,-1-1 0 0 0,1 1 0 0 0,-1 0 0 0 0,0 0 0 0 0,1 0 0 0 0,-1 0 0 0 0,0 0 0 0 0,1 2 0 0 0,-1-2 0 0 0,1 0 0 0 0,-1 0 0 0 0,1 0 0 0 0,0 1 0 0 0,-1-1 0 0 0,1 0 0 0 0,0 0 0 0 0,0 0 0 0 0,0-1 0 0 0,0 1 0 0 0,0 0 0 0 0,0 0 0 0 0,0 0 0 0 0,0-1 0 0 0,0 1 0 0 0,0 0 0 0 0,0-1 0 0 0,0 1 0 0 0,1-1 0 0 0,1 1 0 0 0,1 1 0 0 0,10 9 0 0 0,1-1 0 0 0,0-1 0 0 0,1 0 0 0 0,25 10 0 0 0,-16-13 0 0 0,-6-1 0 0 0,-13-3 0 0 0,1 0 0 0 0,-1 0 0 0 0,1-1 0 0 0,-1 0 0 0 0,1 0 0 0 0,0-1 0 0 0,-1 0 0 0 0,8-1 0 0 0,71 2 23 0 0,-1 3-1 0 0,164 29 0 0 0,-167-12-8 0 0,-55-13-14 0 0,0-1 0 0 0,1-2 0 0 0,34 4-1 0 0,14-7 1 0 0,-65-3 0 0 0,45 1 67 0 0,-25-1-53 0 0,173-21 69 0 0,47-1 74 0 0,136-15-77 0 0,-265 19-67 0 0,-57 11 57 0 0,-27 3-65 0 0,43-1 0 0 0,55 2 25 0 0,-51 0 142 0 0,144 12 0 0 0,-52-2 68 0 0,372-6 1294 0 0,-262 17-569 0 0,-240-13-810 0 0,234 33 280 0 0,-161-18-205 0 0,200 6-1 0 0,-87-25 171 0 0,-26-8-25 0 0,70 3 50 0 0,-38 11 215 0 0,-64-4-346 0 0,-162-1-284 0 0,62 3 194 0 0,0-2 1 0 0,0-4-1 0 0,114-18 0 0 0,-162 13-30 0 0,-1-2 0 0 0,0-1-1 0 0,0-1 1 0 0,-1-1 0 0 0,-1-1 0 0 0,0 0-1 0 0,32-27 1 0 0,21-10 317 0 0,142-67 219 0 0,-136 76-419 0 0,-72 37-245 0 0,7-5 1 0 0,0 0 0 0 0,0-1 1 0 0,18-14-1 0 0,-30 20-47 0 0,0-1 1 0 0,0 0-1 0 0,0-1 0 0 0,-1 1 1 0 0,0-1-1 0 0,0 0 1 0 0,-1 0-1 0 0,1 0 0 0 0,-1 0 1 0 0,-1-1-1 0 0,4-10 1 0 0,25-89 65 0 0,-29 92-78 0 0,0-1-1 0 0,0 0 1 0 0,-1 1-1 0 0,-3-28 0 0 0,2 7 143 0 0,0 35-129 0 0,0-1-1 0 0,0 0 1 0 0,0 0 0 0 0,0 1-1 0 0,-1-1 1 0 0,1 0-1 0 0,0 0 1 0 0,0 1 0 0 0,0-1-1 0 0,0 0 1 0 0,-1 1 0 0 0,1-1-1 0 0,0 0 1 0 0,-1 1-1 0 0,1-1 1 0 0,0 0 0 0 0,-1 1-1 0 0,1-1 1 0 0,-1 1-1 0 0,1-1 1 0 0,-1 1 0 0 0,1-1-1 0 0,-1 1 1 0 0,0-1 0 0 0,1 1-1 0 0,-1 0 1 0 0,0-1-1 0 0,1 1 1 0 0,-1 0 0 0 0,0-1-1 0 0,1 1 1 0 0,-1 0-1 0 0,-1 0 1 0 0,1-1-5 0 0,1 1 0 0 0,-1 0 0 0 0,0 0 0 0 0,0-1-1 0 0,0 1 1 0 0,1 0 0 0 0,-1-1 0 0 0,0 1 0 0 0,0-1 0 0 0,1 1-1 0 0,-1-1 1 0 0,0 1 0 0 0,1-1 0 0 0,-1 0 0 0 0,1 1 0 0 0,-1-1 0 0 0,1 0-1 0 0,-1 1 1 0 0,1-1 0 0 0,-1 0 0 0 0,1 0 0 0 0,0 1 0 0 0,-1-1 0 0 0,1 0-1 0 0,0 0 1 0 0,0 0 0 0 0,-1 1 0 0 0,1-1 0 0 0,0 0 0 0 0,0 0-1 0 0,0 0 1 0 0,0 0 0 0 0,0-1 0 0 0,0-1-35 0 0,0 0-1 0 0,-1 0 1 0 0,1 0 0 0 0,-1 0-1 0 0,0 0 1 0 0,0 0 0 0 0,0 0-1 0 0,0 0 1 0 0,0 0 0 0 0,-1 1-1 0 0,1-1 1 0 0,-3-3 0 0 0,2 3 3 0 0,0 1 1 0 0,0-1-1 0 0,1 0 0 0 0,-1 0 1 0 0,1 0-1 0 0,0 0 1 0 0,0 0-1 0 0,0-1 1 0 0,0 1-1 0 0,0 0 0 0 0,1 0 1 0 0,-1-6-1 0 0,1 7 30 0 0,-1 0 0 0 0,0 0 0 0 0,1 0-1 0 0,-1 0 1 0 0,0 0 0 0 0,0 0 0 0 0,-1 0-1 0 0,1 0 1 0 0,0 0 0 0 0,-1 0 0 0 0,1 1 0 0 0,-1-1-1 0 0,1 0 1 0 0,-1 1 0 0 0,-2-3 0 0 0,-39-28 35 0 0,17 14 15 0 0,-70-84-31 0 0,74 86-48 0 0,17 12 24 0 0,-1 0 0 0 0,1 0-1 0 0,-1 0 1 0 0,1 0-1 0 0,0-1 1 0 0,1 0 0 0 0,-1 0-1 0 0,1 0 1 0 0,0-1-1 0 0,-5-9 1 0 0,5 5 11 0 0,0 1 0 0 0,0 0 0 0 0,-1 0 0 0 0,0 0 0 0 0,0 0 0 0 0,-1 1 0 0 0,0-1 0 0 0,0 1 0 0 0,-15-13 0 0 0,13 14 7 0 0,-1-1 1 0 0,0 2 0 0 0,0-1-1 0 0,-18-8 1 0 0,17 9-13 0 0,0 0 0 0 0,1 0 0 0 0,-1-1 0 0 0,-9-9 0 0 0,1 2 22 0 0,-1 0 0 0 0,-1 1 0 0 0,0 2 0 0 0,0-1 0 0 0,-2 2 0 0 0,1 1 1 0 0,-1 1-1 0 0,-37-9 0 0 0,-11-6 203 0 0,34 13-197 0 0,1 2 1 0 0,-1 1 0 0 0,-1 1 0 0 0,1 3 0 0 0,-1 1-1 0 0,-55 4 1 0 0,28-2-17 0 0,-58 5 73 0 0,-177 29 0 0 0,-103-3-92 0 0,191-18 24 0 0,-810 45-1039 0 0,953-57 715 0 0,-1-2-1 0 0,1-3 0 0 0,-1-3 1 0 0,2-3-1 0 0,-1-3 1 0 0,-95-31-1 0 0,-4-15-294 0 0,75 25 550 0 0,-101-22 1 0 0,-129-5 29 0 0,232 48 142 0 0,30 4-887 0 0,-1 2 0 0 0,-94 1 0 0 0,135 6 142 0 0,0 2 1 0 0,0 0-1 0 0,0 1 0 0 0,1 1 0 0 0,-1 0 0 0 0,1 2 0 0 0,0 0 0 0 0,-25 13 0 0 0,31-10-625 0 0,1 0-1 0 0,0 0 1 0 0,-16 16 0 0 0,27-23 1140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25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1201 0 0,'0'-8'240'0'0,"30"8"-721"0"0,-30-6-399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2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1 640 0 0,'30'0'80'0'0,"0"7"-640"0"0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72 1361 0 0,'-43'11'4054'0'0,"35"-8"-1187"0"0,34-7-2425 0 0,155-14-135 0 0,-65 3-226 0 0,150-27 185 0 0,-211 36-120 0 0,-113 11 727 0 0,-71 16 0 0 0,25-4-311 0 0,65-12-412 0 0,0 2 1 0 0,-53 16-1 0 0,76-18-121 0 0,-13 3 81 0 0,0 1-1 0 0,0 2 0 0 0,1 0 1 0 0,-33 20-1 0 0,46-23-66 0 0,0 0 0 0 0,-1-1-1 0 0,1-1 1 0 0,-22 5 0 0 0,25-9 12 0 0,0 2 0 0 0,1 0 0 0 0,-1 0 0 0 0,1 1 0 0 0,0 0 0 0 0,0 1 0 0 0,-17 13 0 0 0,27-18-43 0 0,0 0 0 0 0,0 0-1 0 0,1 1 1 0 0,-1-1 0 0 0,1 0 0 0 0,-1 1 0 0 0,1-1 0 0 0,-1 0 0 0 0,1 1-1 0 0,0-1 1 0 0,0 1 0 0 0,-1-1 0 0 0,1 0 0 0 0,0 1 0 0 0,0-1 0 0 0,1 1-1 0 0,-1-1 1 0 0,0 1 0 0 0,0-1 0 0 0,1 0 0 0 0,-1 1 0 0 0,1-1 0 0 0,-1 0-1 0 0,1 1 1 0 0,-1-1 0 0 0,3 2 0 0 0,32 8 72 0 0,1-1 0 0 0,1-2 0 0 0,69 7 1 0 0,-49-8-8 0 0,-41-5-105 0 0,434 48 799 0 0,-345-43-1423 0 0,0-5-1 0 0,139-14 1 0 0,-228 10-164 0 0,0 0 1 0 0,0-1 0 0 0,0 0-1 0 0,0-2 1 0 0,-1 0-1 0 0,1 0 1 0 0,24-14 0 0 0,19-18-3934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1 880 0 0,'0'0'1521'0'0,"30"0"0"0"0,-30 19 320 0 0,-30 50 1200 0 0,30 8-1280 0 0,-30-14-881 0 0,30-5-320 0 0,0-6-159 0 0,0-21-321 0 0,0-12 0 0 0,0-25-1121 0 0,30-13-1200 0 0,30-14-80 0 0,1-11-880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2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0 400 0 0,'-30'44'5042'0'0,"30"3"-2480"0"0,0-17-1842 0 0,30-5-320 0 0,-30 14 0 0 0,0 5-160 0 0,31 2-79 0 0,-1-2-81 0 0,30-5-240 0 0,0-20-641 0 0,1-7-640 0 0,-31-12-2240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9 1281 0 0,'-76'6'7090'0'0,"12"-2"-5403"0"0,59-3-1274 0 0,10 0-319 0 0,21 4 146 0 0,1-8 6 0 0,31 1-92 0 0,-11 6-85 0 0,87-5 0 0 0,-19-13-3969 0 0,-93 12 69 0 0,-14 1 2994 0 0,-3-5-1298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3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1 720 0 0,'-75'26'5883'0'0,"74"-25"-5829"0"0,1-1-1 0 0,-1 0 1 0 0,1 0-1 0 0,-1 1 1 0 0,1-1 0 0 0,-1 0-1 0 0,1 1 1 0 0,-1-1-1 0 0,1 0 1 0 0,-1 1 0 0 0,1-1-1 0 0,-1 1 1 0 0,1-1-1 0 0,0 1 1 0 0,-1-1 0 0 0,1 1-1 0 0,0-1 1 0 0,0 1 0 0 0,-1-1-1 0 0,1 1 1 0 0,0-1-1 0 0,0 1 1 0 0,0 0 0 0 0,-1-1-1 0 0,1 1 1 0 0,0-1-1 0 0,0 1 1 0 0,0-1 0 0 0,0 1-1 0 0,0 0 1 0 0,0-1-1 0 0,0 1 1 0 0,1-1 0 0 0,-1 1-1 0 0,0 0 1 0 0,0 0-20 0 0,0-1 1 0 0,1 1-1 0 0,-1-1 1 0 0,0 0-1 0 0,0 1 0 0 0,0-1 1 0 0,0 1-1 0 0,0-1 1 0 0,0 1-1 0 0,0-1 1 0 0,0 0-1 0 0,0 1 0 0 0,0-1 1 0 0,0 1-1 0 0,0-1 1 0 0,0 1-1 0 0,-1-1 1 0 0,1 0-1 0 0,0 1 0 0 0,0-1 1 0 0,0 1-1 0 0,-1-1 1 0 0,1 0-1 0 0,0 1 1 0 0,0-1-1 0 0,-1 0 0 0 0,1 1 1 0 0,0-1-1 0 0,-1 0 1 0 0,1 1-1 0 0,0-1 1 0 0,-1 0-1 0 0,1 0 0 0 0,-1 1 1 0 0,-12 4 158 0 0,13-5-183 0 0,0 0 0 0 0,-1 0 0 0 0,1 0 1 0 0,0 0-1 0 0,-1 0 0 0 0,1 0 0 0 0,0 0 1 0 0,0 0-1 0 0,-1 0 0 0 0,1 0 0 0 0,0 0 1 0 0,0 0-1 0 0,-1 1 0 0 0,1-1 0 0 0,0 0 0 0 0,0 0 1 0 0,-1 0-1 0 0,1 0 0 0 0,0 0 0 0 0,0 1 1 0 0,-1-1-1 0 0,1 0 0 0 0,0 0 0 0 0,0 0 1 0 0,0 1-1 0 0,0-1 0 0 0,-1 0 0 0 0,1 0 1 0 0,0 0-1 0 0,0 1 0 0 0,0-1 0 0 0,0 0 1 0 0,0 1-1 0 0,0-1 0 0 0,0 0 0 0 0,-1 0 1 0 0,1 1-1 0 0,0-1 0 0 0,0 0 0 0 0,0 0 0 0 0,0 1 1 0 0,0-1-1 0 0,0 0 0 0 0,1 1 0 0 0,20 5 79 0 0,1-1 0 0 0,0-2 0 0 0,0 0 0 0 0,0-1-1 0 0,41-2 1 0 0,125-11-1084 0 0,-172 9 750 0 0,110-8-4757 0 0,-66 14 2081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39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1281 0 0,'15'4'1016'0'0,"-18"-2"-299"0"0,3-1-693 0 0,-1-1 0 0 0,0 0 0 0 0,1 0-1 0 0,-1 0 1 0 0,1 0 0 0 0,-1 1-1 0 0,0-1 1 0 0,1 0 0 0 0,-1 0 0 0 0,1 1-1 0 0,-1-1 1 0 0,1 0 0 0 0,-1 1 0 0 0,1-1-1 0 0,-1 1 1 0 0,1-1 0 0 0,0 1-1 0 0,-1-1 1 0 0,1 1 0 0 0,0-1 0 0 0,-1 1-1 0 0,1-1 1 0 0,0 1 0 0 0,0-1 0 0 0,-1 1-1 0 0,1 1 1 0 0,0-1 96 0 0,-5-1 27 0 0,-15 0 13 0 0,-1 3 295 0 0,11 0-363 0 0,5-3 68 0 0,-38-11 680 0 0,31 9-560 0 0,7 1 41 0 0,10 1 2173 0 0,20 1-2415 0 0,-23 2-75 0 0,1 0 6 0 0,21 1 8 0 0,0-1 1 0 0,0-1-1 0 0,0-1 0 0 0,1-1 0 0 0,32-4 0 0 0,86-1 20 0 0,-132 4-26 0 0,39 3 43 0 0,-35 0-37 0 0,0-1 1 0 0,0-1 0 0 0,29-2-1 0 0,-13 0 1 0 0,151-6-19 0 0,-71 6 56 0 0,-39-1 29 0 0,71 7 1 0 0,249 21 327 0 0,-186-9-239 0 0,-177-13-121 0 0,2 0-26 0 0,59 8 120 0 0,1-3-81 0 0,-1 5 41 0 0,-59-8-40 0 0,-11 0-35 0 0,1-2 0 0 0,31 2 0 0 0,-46-5-25 0 0,0 0 0 0 0,1 1 0 0 0,-1 0 0 0 0,0 0 0 0 0,1 1 0 0 0,-1-1 1 0 0,0 1-1 0 0,6 3 0 0 0,4 0-8 0 0,-1-2 1 0 0,1 0 0 0 0,0-1-1 0 0,20 0 1 0 0,6 1 15 0 0,64 11 91 0 0,84 17 148 0 0,-188-31-346 0 0,-1 1 1 0 0,0-1-1 0 0,1 0 0 0 0,-1 1 0 0 0,1-1 0 0 0,-1 0 0 0 0,1 0 0 0 0,-1 0 0 0 0,1 0 0 0 0,-1 0 0 0 0,1-1 0 0 0,-1 1 0 0 0,0 0 1 0 0,1-1-1 0 0,1 0 0 0 0,-3 1 43 0 0,0 0-1 0 0,0 0 1 0 0,-1 0 0 0 0,1 0 0 0 0,0 0 0 0 0,0 0 0 0 0,0 0 0 0 0,0 0 0 0 0,0 0-1 0 0,0 0 1 0 0,0 0 0 0 0,-1-1 0 0 0,1 1 0 0 0,0 0 0 0 0,0 0 0 0 0,0 0 0 0 0,0 0-1 0 0,0 0 1 0 0,0 0 0 0 0,0 0 0 0 0,0 0 0 0 0,0-1 0 0 0,0 1 0 0 0,0 0-1 0 0,0 0 1 0 0,0 0 0 0 0,0 0 0 0 0,0 0 0 0 0,0 0 0 0 0,0-1 0 0 0,0 1 0 0 0,0 0-1 0 0,0 0 1 0 0,0 0 0 0 0,0 0 0 0 0,0 0 0 0 0,0 0 0 0 0,0 0 0 0 0,0-1 0 0 0,0 1-1 0 0,0 0 1 0 0,0 0 0 0 0,0 0 0 0 0,0 0 0 0 0,0 0 0 0 0,0 0 0 0 0,0 0 0 0 0,0-1-1 0 0,0 1 1 0 0,0 0 0 0 0,0 0 0 0 0,1 0 0 0 0,-1 0 0 0 0,0 0 0 0 0,0 0 0 0 0,0 0-1 0 0,0 0 1 0 0,0 0 0 0 0,0 0 0 0 0,0 0 0 0 0,1 0 0 0 0,-1 0 0 0 0,0 0 0 0 0,0 0-1 0 0,0-1 1 0 0,0 1 0 0 0,-50 0-4046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4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183 132 1441 0 0,'-4'5'3647'0'0,"-16"-5"-3435"0"0,19 0 64 0 0,-4 0 1085 0 0,5 1-1352 0 0,0-1 1 0 0,0 0 0 0 0,0 0 0 0 0,0 0 0 0 0,0 0 0 0 0,-1 0 0 0 0,1 1 0 0 0,0-1 0 0 0,0 0 0 0 0,0 0 0 0 0,0 0 0 0 0,0 0 0 0 0,0 1 0 0 0,0-1 0 0 0,0 0 0 0 0,0 0 0 0 0,0 0 0 0 0,0 0 0 0 0,0 1 0 0 0,0-1 0 0 0,0 0 0 0 0,0 0-1 0 0,0 0 1 0 0,0 0 0 0 0,0 1 0 0 0,0-1 0 0 0,0 0 0 0 0,0 0 0 0 0,0 0 0 0 0,0 0 0 0 0,1 1 0 0 0,-1-1 0 0 0,0 0 0 0 0,0 0 0 0 0,0 0 0 0 0,0 0 0 0 0,0 0 0 0 0,0 1 0 0 0,0-1 0 0 0,1 0 0 0 0,-1 0 0 0 0,0 0 0 0 0,0 0 0 0 0,0 0-1 0 0,0 0 1 0 0,1 0 0 0 0,-1 0 0 0 0,0 0 0 0 0,0 0 0 0 0,0 0 0 0 0,0 0 0 0 0,1 1 0 0 0,-1-1 0 0 0,0 0 0 0 0,0 0 0 0 0,0 0 0 0 0,0-1 0 0 0,1 1 0 0 0,-1 0 0 0 0,0 0 0 0 0,0 0 0 0 0,0 0 0 0 0,1 0 0 0 0,-1 0 0 0 0,0 0 0 0 0,0 0-1 0 0,25 1 939 0 0,-25 0-926 0 0,-1-1 1 0 0,1 1 0 0 0,-1 0-1 0 0,1-1 1 0 0,-1 1 0 0 0,0-1 0 0 0,1 1-1 0 0,-1-1 1 0 0,0 0 0 0 0,1 1-1 0 0,-1-1 1 0 0,0 0 0 0 0,0 1-1 0 0,1-1 1 0 0,-1 0 0 0 0,0 0 0 0 0,0 0-1 0 0,0 0 1 0 0,1 1 0 0 0,-1-1-1 0 0,0 0 1 0 0,0 0 0 0 0,0-1 0 0 0,1 1-1 0 0,-1 0 1 0 0,0 0 0 0 0,0 0-1 0 0,0 0 1 0 0,1-1 0 0 0,-1 1 0 0 0,0 0-1 0 0,0-1 1 0 0,1 1 0 0 0,-1-1-1 0 0,-1 0 1 0 0,-6-1 67 0 0,-32-3 17 0 0,-5 9-1 0 0,-16-4-13 0 0,61 0-86 0 0,0 0 0 0 0,0 0 1 0 0,0 0-1 0 0,0 0 0 0 0,0 0 0 0 0,0 1 0 0 0,0-1 0 0 0,0 0 0 0 0,0 0 0 0 0,0 0 0 0 0,0 0 0 0 0,0 0 0 0 0,0 0 0 0 0,0 0 0 0 0,0 0 0 0 0,0 0 0 0 0,0 0 0 0 0,0 0 0 0 0,0 0 0 0 0,1 0 0 0 0,-1 0 0 0 0,0 0 0 0 0,0 0 0 0 0,0 1 0 0 0,0-1 0 0 0,0 0 0 0 0,0 0 0 0 0,0 0 0 0 0,0 0 0 0 0,-3 3 377 0 0,35 3-178 0 0,29-5-206 0 0,-29 3 21 0 0,-24-2-13 0 0,0 0 0 0 0,1-1 0 0 0,-1 0 0 0 0,0-1 0 0 0,0 0 0 0 0,1 0 0 0 0,-1 0 0 0 0,15-4 0 0 0,67-3 59 0 0,-61 4-57 0 0,-10 2 7 0 0,0-1 1 0 0,1-1-1 0 0,18-5 1 0 0,-26 5-30 0 0,1 1 0 0 0,-1 0 0 0 0,1 1 0 0 0,0 1 0 0 0,13 0 0 0 0,-4 1 4 0 0,216 9 5 0 0,-49-1 19 0 0,-64-7 35 0 0,137-3 45 0 0,-121 0-3 0 0,135-11 201 0 0,-98-2-131 0 0,-114 12 442 0 0,111-20 1 0 0,-57-4 428 0 0,272-43 893 0 0,-325 65-1847 0 0,1 3 0 0 0,104 11 0 0 0,17 9 99 0 0,188 25 283 0 0,-341-35-381 0 0,-24-6-43 0 0,-1-1 0 0 0,1 0 0 0 0,0 0 0 0 0,0-1 0 0 0,0 0-1 0 0,18-2 1 0 0,-103-15-4226 0 0,-56-12-2615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171 257 3602 0 0,'-5'-2'794'0'0,"4"2"-665"0"0,0-1 1 0 0,0 1 0 0 0,0 0-1 0 0,0-1 1 0 0,0 1-1 0 0,0-1 1 0 0,0 1 0 0 0,0-1-1 0 0,0 0 1 0 0,0 1-1 0 0,0-1 1 0 0,0 0 0 0 0,0 0-1 0 0,1 1 1 0 0,-1-1-1 0 0,0 0 1 0 0,1 0 0 0 0,-1 0-1 0 0,1 0 1 0 0,-1 0-1 0 0,1 0 1 0 0,-1-1 0 0 0,1 1-126 0 0,0 1 0 0 0,0 0 1 0 0,0-1-1 0 0,0 1 0 0 0,0 0 1 0 0,0-1-1 0 0,0 1 0 0 0,0 0 1 0 0,0-1-1 0 0,0 1 0 0 0,0-1 1 0 0,0 1-1 0 0,-1 0 0 0 0,1 0 0 0 0,0-1 1 0 0,0 1-1 0 0,0 0 0 0 0,0-1 1 0 0,-1 1-1 0 0,1 0 0 0 0,0-1 1 0 0,0 1-1 0 0,-1 0 0 0 0,1 0 1 0 0,0-1-1 0 0,0 1 0 0 0,-1 0 1 0 0,1 0-1 0 0,0 0 0 0 0,-1 0 1 0 0,1-1-1 0 0,0 1 0 0 0,-1 0 1 0 0,1 0-1 0 0,0 0 0 0 0,-1 0 1 0 0,1 0-1 0 0,0 0 0 0 0,-1 0 0 0 0,1 0 1 0 0,0 0-1 0 0,-1 0 0 0 0,1 0 1 0 0,0 0-1 0 0,-1 0 0 0 0,1 0 1 0 0,0 0-1 0 0,-1 0 0 0 0,-12-2-66 0 0,12 0 53 0 0,0 1 0 0 0,1 0-1 0 0,-1 0 1 0 0,0-1 0 0 0,1 1-1 0 0,-1-1 1 0 0,1 1-1 0 0,-1 0 1 0 0,1-1 0 0 0,0 1-1 0 0,0-1 1 0 0,-1 1 0 0 0,1-1-1 0 0,0 1 1 0 0,1-3 0 0 0,-6 2 62 0 0,-16-2-13 0 0,16 3 1201 0 0,0 2-895 0 0,-45 9 828 0 0,50-10-1157 0 0,0 0-1 0 0,-1 0 1 0 0,1 0-1 0 0,0 0 1 0 0,0 1 0 0 0,-1-1-1 0 0,1 0 1 0 0,0 0-1 0 0,0 0 1 0 0,-1 0-1 0 0,1 0 1 0 0,0 0-1 0 0,0 0 1 0 0,0 0-1 0 0,-1 1 1 0 0,1-1-1 0 0,0 0 1 0 0,0 0 0 0 0,0 0-1 0 0,0 0 1 0 0,-1 1-1 0 0,1-1 1 0 0,0 0-1 0 0,0 0 1 0 0,0 1-1 0 0,0-1 1 0 0,0 0-1 0 0,0 0 1 0 0,0 0-1 0 0,-1 1 1 0 0,1-1-1 0 0,0 0 1 0 0,0 0 0 0 0,0 1-1 0 0,0-1 1 0 0,0 0-1 0 0,0 0 1 0 0,0 1-1 0 0,0-1 1 0 0,0 0-1 0 0,1 0 1 0 0,-1 1-1 0 0,0-1 1 0 0,0 0-1 0 0,0 1 1 0 0,0-1-7 0 0,0 0 0 0 0,0 1-1 0 0,0-1 1 0 0,0 0 0 0 0,0 1 0 0 0,1-1 0 0 0,-1 0 0 0 0,0 0-1 0 0,0 1 1 0 0,0-1 0 0 0,-1 0 0 0 0,1 1 0 0 0,0-1-1 0 0,0 0 1 0 0,0 1 0 0 0,0-1 0 0 0,0 0 0 0 0,0 1 0 0 0,0-1-1 0 0,0 0 1 0 0,-1 0 0 0 0,1 1 0 0 0,0-1 0 0 0,0 0 0 0 0,0 0-1 0 0,-1 1 1 0 0,1-1 0 0 0,0 0 0 0 0,0 0 0 0 0,-1 0-1 0 0,1 1 1 0 0,0-1 0 0 0,0 0 0 0 0,-1 0 0 0 0,1 0 0 0 0,0 0-1 0 0,-1 1 1 0 0,-19 5 871 0 0,40-6-801 0 0,-15-2 78 0 0,0-3 17 0 0,6-2-76 0 0,-1-1 0 0 0,0 1 0 0 0,0-2 1 0 0,-1 1-1 0 0,0-1 0 0 0,13-18 0 0 0,-17 8 17 0 0,0 1 8 0 0,3 8-81 0 0,-6 9-33 0 0,-1-1 0 0 0,1 1 0 0 0,-1-1 0 0 0,1 0-1 0 0,-1 1 1 0 0,0-1 0 0 0,0 0 0 0 0,0 0 0 0 0,0 0 0 0 0,0 0-1 0 0,0 0 1 0 0,-1 0 0 0 0,1 0 0 0 0,-1 0 0 0 0,1 0 0 0 0,-1 0-1 0 0,0-1 1 0 0,0 1 0 0 0,0-4 0 0 0,0 5-8 0 0,0 0 1 0 0,0 0-1 0 0,0 0 1 0 0,0 0-1 0 0,0 0 0 0 0,1 0 1 0 0,-1 0-1 0 0,0 0 1 0 0,1 0-1 0 0,-1 0 1 0 0,0 0-1 0 0,1 0 0 0 0,-1 0 1 0 0,1 1-1 0 0,0-1 1 0 0,-1 0-1 0 0,1 0 1 0 0,0 0-1 0 0,-1 1 0 0 0,3-2 1 0 0,-2 1 5 0 0,0-1 1 0 0,1 1 0 0 0,-1 0-1 0 0,0-1 1 0 0,0 1-1 0 0,0-1 1 0 0,0 0 0 0 0,0 1-1 0 0,0-1 1 0 0,-1 0-1 0 0,1 1 1 0 0,0-1 0 0 0,-1 0-1 0 0,0 0 1 0 0,1 1-1 0 0,-1-1 1 0 0,0 0 0 0 0,0 0-1 0 0,0 0 1 0 0,0 0 0 0 0,0-1-1 0 0,2 3-68 0 0,-1 0 57 0 0,1-1 1 0 0,-1 1 0 0 0,0 0-1 0 0,1 1 1 0 0,-1-1-1 0 0,0 0 1 0 0,1 0-1 0 0,-1 0 1 0 0,0 1 0 0 0,0-1-1 0 0,1 1 1 0 0,-1-1-1 0 0,0 1 1 0 0,0-1-1 0 0,0 1 1 0 0,1 0-1 0 0,-1 0 1 0 0,0 0 0 0 0,0-1-1 0 0,0 1 1 0 0,0 0-1 0 0,0 0 1 0 0,-1 0-1 0 0,1 0 1 0 0,0 1-1 0 0,0-1 1 0 0,-1 0 0 0 0,1 0-1 0 0,0 2 1 0 0,18 35 58 0 0,-2 0 1 0 0,-2 1 0 0 0,15 60-1 0 0,-16-25 7 0 0,-5-23-84 0 0,3 0 0 0 0,23 66 0 0 0,-23-100-246 0 0,-11-16 154 0 0,0 0-1 0 0,0 1 1 0 0,0-1 0 0 0,1 0-1 0 0,-1 1 1 0 0,0-1 0 0 0,-1 1-1 0 0,1-1 1 0 0,0 1 0 0 0,0 0-1 0 0,-1-1 1 0 0,1 1 0 0 0,-1 0-1 0 0,1 0 1 0 0,-1 2 0 0 0,5-6-1862 0 0,20-22-1506 0 0,6-17-2509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0 480 0 0,'0'1'68'0'0,"0"0"-1"0"0,0-1 1 0 0,0 1-1 0 0,0-1 0 0 0,0 1 1 0 0,0 0-1 0 0,0-1 1 0 0,0 1-1 0 0,0-1 1 0 0,1 1-1 0 0,-1 0 0 0 0,0-1 1 0 0,0 1-1 0 0,1-1 1 0 0,-1 1-1 0 0,0-1 1 0 0,1 1-1 0 0,-1-1 0 0 0,0 1 1 0 0,1-1-1 0 0,-1 1 1 0 0,1-1-1 0 0,-1 0 1 0 0,1 1-1 0 0,-1-1 0 0 0,1 0 1 0 0,-1 1-1 0 0,1-1 1 0 0,-1 0-1 0 0,1 0 1 0 0,0 1-1 0 0,-1-1 0 0 0,1 0 1 0 0,-1 0-1 0 0,1 0 1 0 0,0 0-1 0 0,-1 0 1 0 0,1 0-1 0 0,0 0 0 0 0,0 0 25 0 0,-1 0-1 0 0,1 0 0 0 0,0 0 1 0 0,-1 0-1 0 0,1 0 0 0 0,-1 1 1 0 0,1-1-1 0 0,-1 0 0 0 0,1 0 1 0 0,0 0-1 0 0,-1 0 0 0 0,1 1 0 0 0,-1-1 1 0 0,1 0-1 0 0,-1 1 0 0 0,1-1 1 0 0,-1 0-1 0 0,1 1 0 0 0,-1-1 1 0 0,1 1-1 0 0,-1-1 0 0 0,0 0 1 0 0,1 1-1 0 0,-1-1 0 0 0,0 1 0 0 0,1-1 1 0 0,-1 1-1 0 0,0 0 0 0 0,0-1 1 0 0,1 1-1 0 0,-1-1 0 0 0,0 1 1 0 0,0-1-1 0 0,0 1 0 0 0,0 0 1 0 0,0-1-1 0 0,0 1 0 0 0,0-1 0 0 0,0 2 1 0 0,5 0 788 0 0,27 3-104 0 0,-9-1-633 0 0,0 0 0 0 0,0 1 1 0 0,22 9-1 0 0,-40-12-131 0 0,0 0 1 0 0,0 0 0 0 0,0 1-1 0 0,0-1 1 0 0,0 1-1 0 0,-1 0 1 0 0,1 0-1 0 0,-1 1 1 0 0,0 0 0 0 0,0-1-1 0 0,0 1 1 0 0,-1 0-1 0 0,1 1 1 0 0,-1-1-1 0 0,0 1 1 0 0,0-1-1 0 0,-1 1 1 0 0,5 9 0 0 0,-4 25 171 0 0,-3-34-150 0 0,0 0-1 0 0,0 0 1 0 0,1 0 0 0 0,-1 0-1 0 0,1 0 1 0 0,0 0 0 0 0,3 7-1 0 0,6 7 62 0 0,-8-16-77 0 0,0 0-1 0 0,-1 0 0 0 0,1 0 1 0 0,-1 0-1 0 0,1 0 0 0 0,-1 0 1 0 0,0 1-1 0 0,0-1 0 0 0,-1 1 0 0 0,1-1 1 0 0,-1 1-1 0 0,1 4 0 0 0,-1 203 810 0 0,0-207-818 0 0,-1 0 0 0 0,1 0 0 0 0,-1 0 0 0 0,0 0 0 0 0,0 0 0 0 0,0 0 0 0 0,-1 0 0 0 0,1 0 0 0 0,-1 0 0 0 0,-3 5 0 0 0,3-6 2 0 0,0 1 1 0 0,0 0 0 0 0,0 0-1 0 0,0 0 1 0 0,1 0 0 0 0,0 0-1 0 0,0 0 1 0 0,0 0 0 0 0,0 1-1 0 0,1 5 1 0 0,0-6-3 0 0,0 1 0 0 0,0-1-1 0 0,0 0 1 0 0,0 0 0 0 0,-1 0 0 0 0,0 1-1 0 0,0-1 1 0 0,0 0 0 0 0,0 0 0 0 0,0 0-1 0 0,-1 0 1 0 0,0 0 0 0 0,0-1 0 0 0,0 1-1 0 0,-5 6 1 0 0,2-6-1 0 0,1 0 1 0 0,-1-1-1 0 0,0 0 1 0 0,0 0-1 0 0,-1-1 0 0 0,1 1 1 0 0,0-1-1 0 0,-1 0 0 0 0,0-1 1 0 0,1 1-1 0 0,-8 0 0 0 0,8-1-8 0 0,0 0 0 0 0,0 0 0 0 0,-1 0 0 0 0,1-1 0 0 0,0 0 0 0 0,0 0 0 0 0,0 0 0 0 0,-1-1 0 0 0,1 1 0 0 0,0-1 0 0 0,0-1 0 0 0,0 1 0 0 0,0-1 0 0 0,-9-4 0 0 0,4 0 0 0 0,0-1 0 0 0,1 0 0 0 0,0 0 0 0 0,1-1 0 0 0,-9-9 0 0 0,16 16 0 0 0,-8-8 0 0 0,8 8 0 0 0,-1 0 0 0 0,1-1 0 0 0,-1 1 0 0 0,1 0 0 0 0,0-1 0 0 0,0 1 0 0 0,0-1 0 0 0,0 0 0 0 0,0 1 0 0 0,0-1 0 0 0,0 0 0 0 0,1 0 0 0 0,-1 1 0 0 0,0-1 0 0 0,1 0 0 0 0,0 0 0 0 0,-1 0 0 0 0,1 0 0 0 0,0 0 0 0 0,0 1 0 0 0,0-1 0 0 0,0 0 0 0 0,1-4 0 0 0,-1 1 0 0 0,0 0 0 0 0,0 0 0 0 0,0 0 0 0 0,1 0 0 0 0,0 0 0 0 0,0 0 0 0 0,0 0 0 0 0,1 0 0 0 0,-1 1 0 0 0,1-1 0 0 0,1 0 0 0 0,4-8 0 0 0,-5 11 0 0 0,0 0 0 0 0,1 0 0 0 0,-1 0 0 0 0,0 0 0 0 0,1 0 0 0 0,0 0 0 0 0,-1 1 0 0 0,1-1 0 0 0,0 1 0 0 0,0 0 0 0 0,-1 0 0 0 0,1 0 0 0 0,0 0 0 0 0,0 1 0 0 0,0-1 0 0 0,0 1 0 0 0,0-1 0 0 0,1 1 0 0 0,-1 0 0 0 0,0 0 0 0 0,0 1 0 0 0,0-1 0 0 0,3 1 0 0 0,0 1 6 0 0,0-1 0 0 0,0 1 0 0 0,-1 0-1 0 0,0 0 1 0 0,1 0 0 0 0,-1 1 0 0 0,0 0 0 0 0,0 0-1 0 0,0 0 1 0 0,0 1 0 0 0,-1-1 0 0 0,1 1 0 0 0,-1 0-1 0 0,0 0 1 0 0,0 1 0 0 0,-1-1 0 0 0,1 1 0 0 0,-1 0-1 0 0,4 8 1 0 0,17 20 25 0 0,21 19-18 0 0,-43-50-15 0 0,-1-1-1 0 0,0 1 0 0 0,0 0 1 0 0,0-1-1 0 0,0 1 0 0 0,-1 0 1 0 0,1 0-1 0 0,0-1 0 0 0,-1 1 1 0 0,1 0-1 0 0,-1 0 0 0 0,0 0 1 0 0,0 0-1 0 0,1 2 0 0 0,-1-4-9 0 0,0 1 0 0 0,0 0-1 0 0,0-1 1 0 0,0 1 0 0 0,0-1 0 0 0,0 1-1 0 0,0-1 1 0 0,0 1 0 0 0,1-1 0 0 0,-1 1-1 0 0,0-1 1 0 0,0 1 0 0 0,1-1-1 0 0,-1 1 1 0 0,0-1 0 0 0,1 0 0 0 0,-1 1-1 0 0,0-1 1 0 0,1 1 0 0 0,-1-1-1 0 0,1 0 1 0 0,-1 1 0 0 0,0-1 0 0 0,1 0-1 0 0,-1 0 1 0 0,1 1 0 0 0,-1-1 0 0 0,1 0-1 0 0,-1 0 1 0 0,1 0 0 0 0,-1 1-1 0 0,1-1 1 0 0,0 0 0 0 0,-1 0 0 0 0,1 0-1 0 0,0 0 1 0 0,21-4-1081 0 0,-4-2 792 0 0,-14 5-26 0 0,0 0 0 0 0,0 0 0 0 0,0-1-1 0 0,0 1 1 0 0,0-1 0 0 0,0 0 0 0 0,0 0 0 0 0,-1 0-1 0 0,1-1 1 0 0,-1 1 0 0 0,1-1 0 0 0,-1 0 0 0 0,0 0-1 0 0,0 0 1 0 0,4-6 0 0 0,3-21-1794 0 0,15-1 160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23 1601 0 0,'1'2'5880'0'0,"-7"3"-5477"0"0,-11 0 227 0 0,13-4-500 0 0,0 1 0 0 0,-1-1 0 0 0,1 1 0 0 0,0 0 0 0 0,0 0 0 0 0,0 0 0 0 0,0 1 0 0 0,-7 5 0 0 0,-20 16 294 0 0,-25 20 63 0 0,53-42-464 0 0,0 1-1 0 0,1 0 0 0 0,0 0 1 0 0,-1-1-1 0 0,1 1 0 0 0,0 0 0 0 0,1 1 1 0 0,-1-1-1 0 0,0 0 0 0 0,1 1 0 0 0,0-1 1 0 0,0 0-1 0 0,0 1 0 0 0,0 0 0 0 0,-1 6 1 0 0,2 16 70 0 0,2 34 294 0 0,-2-58-373 0 0,1 1 0 0 0,0 0 0 0 0,-1 0 0 0 0,1-1 0 0 0,0 1 0 0 0,1 0 0 0 0,-1-1 1 0 0,0 1-1 0 0,1-1 0 0 0,-1 0 0 0 0,1 1 0 0 0,0-1 0 0 0,0 0 0 0 0,0 0 0 0 0,0 0 0 0 0,0 0 0 0 0,4 2 0 0 0,7 4 0 0 0,1-1 0 0 0,0 0 0 0 0,1 0 0 0 0,0-2 0 0 0,0 0 0 0 0,0 0 0 0 0,0-1 0 0 0,1-1 0 0 0,25 1 0 0 0,-10-3 11 0 0,1-2 0 0 0,-1-1 0 0 0,58-11 0 0 0,-84 12-25 0 0,0 0 0 0 0,0-1 0 0 0,0 0 0 0 0,0 1 0 0 0,0-2 0 0 0,-1 1 0 0 0,1-1 0 0 0,-1 1 0 0 0,1-1 0 0 0,-1 0 0 0 0,0-1 0 0 0,0 1 0 0 0,0-1 0 0 0,-1 0 0 0 0,1 0 0 0 0,-1 0 0 0 0,0 0 0 0 0,0-1 0 0 0,2-4 0 0 0,-4 7 0 0 0,-1 1 0 0 0,1 0 0 0 0,-1-1 0 0 0,1 1 0 0 0,-1 0 0 0 0,0-1 0 0 0,0 1 0 0 0,0-1 0 0 0,1 1 0 0 0,-1 0 0 0 0,-1-1 0 0 0,1 1 0 0 0,0-1 0 0 0,0 1 0 0 0,-1 0 0 0 0,1-1 0 0 0,0 1 0 0 0,-1 0 0 0 0,1-1 0 0 0,-1 1 0 0 0,0 0 0 0 0,1 0 0 0 0,-1-1 0 0 0,-2-1 0 0 0,-18-24 0 0 0,-1 2 0 0 0,-1 0 0 0 0,-51-41 0 0 0,56 53 8 0 0,-1 0-1 0 0,0 1 0 0 0,-1 1 0 0 0,-1 0 0 0 0,0 2 1 0 0,0 0-1 0 0,-1 2 0 0 0,0 0 0 0 0,0 2 0 0 0,0 0 0 0 0,-1 1 1 0 0,-44-1-1 0 0,40 7-37 0 0,27-2 24 0 0,0 0 1 0 0,0 0 0 0 0,0 0 0 0 0,0 0-1 0 0,0 0 1 0 0,0 0 0 0 0,0 0-1 0 0,1 0 1 0 0,-1 0 0 0 0,0 0 0 0 0,0 0-1 0 0,0 1 1 0 0,0-1 0 0 0,0 0-1 0 0,0 0 1 0 0,0 0 0 0 0,0 0 0 0 0,0 0-1 0 0,0 0 1 0 0,0 0 0 0 0,0 0-1 0 0,0 0 1 0 0,0 0 0 0 0,0 1 0 0 0,0-1-1 0 0,0 0 1 0 0,0 0 0 0 0,0 0-1 0 0,0 0 1 0 0,0 0 0 0 0,0 0 0 0 0,0 0-1 0 0,0 0 1 0 0,0 0 0 0 0,0 1-1 0 0,0-1 1 0 0,0 0 0 0 0,0 0 0 0 0,0 0-1 0 0,0 0 1 0 0,0 0 0 0 0,0 0-1 0 0,0 0 1 0 0,0 0 0 0 0,0 0 0 0 0,0 0-1 0 0,0 0 1 0 0,-1 0 0 0 0,1 1-1 0 0,0-1 1 0 0,0 0 0 0 0,45 11-1344 0 0,-37-10 1082 0 0,57 12-2174 0 0,46 4-1294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56 3922 0 0,'-58'22'4224'0'0,"-24"1"-2686"0"0,77-22-1057 0 0,5-2-415 0 0,5-5-52 0 0,21 0-14 0 0,-21 5 5 0 0,8-3-18 0 0,28-16 101 0 0,-21 14-75 0 0,-15 4 54 0 0,-10 4 26 0 0,-135 42 1148 0 0,133-45-1217 0 0,12-7-385 0 0,27-21-1326 0 0,-1 1-1051 0 0,-1-7-637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14 640 0 0,'-16'-3'1633'0'0,"-1"1"-1"0"0,0 0 0 0 0,-17 1 1 0 0,-27-3 601 0 0,56 3-1753 0 0,-45 14 346 0 0,40-1-734 0 0,5-10-97 0 0,4-1 12 0 0,0-1-1 0 0,0 0 1 0 0,0 1 0 0 0,0-1 0 0 0,0 0 0 0 0,0 1-1 0 0,0 0 1 0 0,0-1 0 0 0,0 1 0 0 0,0-1 0 0 0,0 1-1 0 0,0 0 1 0 0,1 0 0 0 0,-1 0 0 0 0,0-1 0 0 0,1 1-1 0 0,-1 0 1 0 0,0 0 0 0 0,1 0 0 0 0,-1 0 0 0 0,1 0 0 0 0,-1 0-1 0 0,1 0 1 0 0,0 0 0 0 0,-1 0 0 0 0,1 0 0 0 0,0 0-1 0 0,0 1 1 0 0,0-1 0 0 0,0 0 0 0 0,0 0 0 0 0,0 2-1 0 0,-5 7 74 0 0,4-10-75 0 0,0 0 0 0 0,0 0-1 0 0,-1 1 1 0 0,1-1 0 0 0,0 0 0 0 0,0 1 0 0 0,0-1 0 0 0,0 0 0 0 0,0 1-1 0 0,-1 0 1 0 0,1-1 0 0 0,0 1 0 0 0,0-1 0 0 0,0 1 0 0 0,0 0 0 0 0,1 0-1 0 0,-1 0 1 0 0,0 0 0 0 0,0-1 0 0 0,0 1 0 0 0,1 0 0 0 0,-1 0-1 0 0,0 1 1 0 0,0 1 0 0 0,1 66 488 0 0,0-67-491 0 0,1 0 0 0 0,0-1 0 0 0,-1 1 0 0 0,1-1 0 0 0,0 1 0 0 0,0-1 0 0 0,0 1 0 0 0,0-1 0 0 0,0 1 0 0 0,1-1 0 0 0,-1 0 0 0 0,0 0 0 0 0,1 1 0 0 0,-1-1 0 0 0,1 0 0 0 0,-1 0 0 0 0,1-1 0 0 0,-1 1 0 0 0,1 0 0 0 0,-1 0 0 0 0,1-1 0 0 0,0 1 0 0 0,2 0 0 0 0,46 13 67 0 0,-43-13-66 0 0,79 18 90 0 0,-56-19-27 0 0,-22-2-61 0 0,1 1 0 0 0,-1-1 0 0 0,0-1 0 0 0,0 0 1 0 0,-1 0-1 0 0,1 0 0 0 0,-1-1 0 0 0,1 0 1 0 0,-1 0-1 0 0,0-1 0 0 0,-1 0 0 0 0,1 0 0 0 0,-1-1 1 0 0,6-6-1 0 0,-12 11-2 0 0,1 0 1 0 0,-1 1 0 0 0,1-1-1 0 0,-1 0 1 0 0,1 0-1 0 0,-1 0 1 0 0,0 0-1 0 0,1 0 1 0 0,-1 0 0 0 0,0 0-1 0 0,0 0 1 0 0,0 0-1 0 0,0 0 1 0 0,0 0-1 0 0,0 0 1 0 0,0 0 0 0 0,0 0-1 0 0,0 0 1 0 0,0 0-1 0 0,-1 0 1 0 0,1 0-1 0 0,0 0 1 0 0,-1 0-1 0 0,1 0 1 0 0,-1 0 0 0 0,1 0-1 0 0,-1 0 1 0 0,1 0-1 0 0,-1 0 1 0 0,0 1-1 0 0,1-1 1 0 0,-1 0 0 0 0,0 1-1 0 0,0-1 1 0 0,1 0-1 0 0,-1 1 1 0 0,0-1-1 0 0,0 1 1 0 0,0-1 0 0 0,0 1-1 0 0,0-1 1 0 0,0 1-1 0 0,0 0 1 0 0,0-1-1 0 0,-2 1 1 0 0,0-2 12 0 0,-3-3 20 0 0,1 1 0 0 0,-1 0-1 0 0,0 0 1 0 0,0 1 0 0 0,0 0 0 0 0,0 0 0 0 0,0 0 0 0 0,-1 1 0 0 0,0 0 0 0 0,1 0 0 0 0,-1 0 0 0 0,-10 0 0 0 0,-13-10 16 0 0,30 11-99 0 0,-1 1 1 0 0,1 0-1 0 0,-1 0 0 0 0,1-1 0 0 0,0 1 0 0 0,-1 0 1 0 0,1 0-1 0 0,-1-1 0 0 0,1 1 0 0 0,0 0 0 0 0,0-1 1 0 0,-1 1-1 0 0,1 0 0 0 0,0-1 0 0 0,0 1 0 0 0,-1-1 1 0 0,1 1-1 0 0,0 0 0 0 0,0-1 0 0 0,0 1 0 0 0,0-1 1 0 0,-1 1-1 0 0,1-1 0 0 0,0 1 0 0 0,0-1 0 0 0,0 1 1 0 0,0 0-1 0 0,0-1 0 0 0,0 1 0 0 0,0-1 1 0 0,0 1-1 0 0,0-1 0 0 0,1 1 0 0 0,-1-1 0 0 0,0 1 1 0 0,0 0-1 0 0,0-1 0 0 0,0 1 0 0 0,1-1 0 0 0,-1 1 1 0 0,0 0-1 0 0,0-1 0 0 0,1 1 0 0 0,-1 0 0 0 0,0-1 1 0 0,1 1-1 0 0,-1 0 0 0 0,0-1 0 0 0,1 1 0 0 0,-1 0 1 0 0,1 0-1 0 0,-1-1 0 0 0,0 1 0 0 0,1 0 0 0 0,-1 0 1 0 0,1 0-1 0 0,-1 0 0 0 0,1-1 0 0 0,17-9-1881 0 0,-15 8 1485 0 0,1 0 0 0 0,0 0 0 0 0,-1 0 0 0 0,1 0 0 0 0,0 1 0 0 0,0-1 0 0 0,-1 1 0 0 0,1 0 0 0 0,7-1 0 0 0,5-1-500 0 0,20-10-1446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6:5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38 800 0 0,'0'0'1975'0'0,"-5"1"-175"0"0,-15 2-332 0 0,-16 7 1266 0 0,21-7-2239 0 0,0 0-1 0 0,-1 1 1 0 0,-27 12-1 0 0,-14 2 210 0 0,47-7-464 0 0,-10-5-107 0 0,19-5-114 0 0,1 1 0 0 0,-1-1 0 0 0,0 1 0 0 0,1-1 0 0 0,-1 0 0 0 0,0 1 0 0 0,1-1 0 0 0,0 1 0 0 0,-1-1 0 0 0,1 1 0 0 0,0 0 0 0 0,0-1 0 0 0,0 1 0 0 0,0-1 0 0 0,0 1 0 0 0,0-1 0 0 0,1 1 0 0 0,-1-1 0 0 0,0 1 0 0 0,1-1 0 0 0,-1 1 0 0 0,1-1 0 0 0,-1 1 0 0 0,1-1 0 0 0,1 3 0 0 0,22 9 10 0 0,1-1 0 0 0,0-1 1 0 0,0-1-1 0 0,1-1 1 0 0,29 5-1 0 0,147 22-125 0 0,-193-35 59 0 0,44 2-79 0 0,-51-3 106 0 0,-1 0 1 0 0,0 0-1 0 0,0-1 1 0 0,0 1 0 0 0,1 0-1 0 0,-1 0 1 0 0,0-1 0 0 0,0 1-1 0 0,0-1 1 0 0,0 1 0 0 0,0-1-1 0 0,0 0 1 0 0,0 1 0 0 0,0-1-1 0 0,0 0 1 0 0,0 0 0 0 0,0 0-1 0 0,0 0 1 0 0,0 0 0 0 0,0 0-1 0 0,-1 0 1 0 0,1 0 0 0 0,0 0-1 0 0,-1 0 1 0 0,1 0 0 0 0,-1 0-1 0 0,1 0 1 0 0,-1 0 0 0 0,0-1-1 0 0,1 1 1 0 0,-1 0-1 0 0,0 0 1 0 0,0-1 0 0 0,0-1-1 0 0,0 0 3 0 0,-1 0-1 0 0,0 1 0 0 0,1-1 0 0 0,-1 0 0 0 0,0 0 0 0 0,0 1 0 0 0,-1-1 0 0 0,1 1 0 0 0,-1-1 1 0 0,1 1-1 0 0,-1 0 0 0 0,0-1 0 0 0,0 1 0 0 0,0 0 0 0 0,0 0 0 0 0,0 0 0 0 0,0 1 0 0 0,0-1 0 0 0,-1 0 1 0 0,1 1-1 0 0,-1-1 0 0 0,-3 0 0 0 0,-13-12-37 0 0,-36-29-2 0 0,-60-62 0 0 0,114 105 40 0 0,1 0 0 0 0,0 0 0 0 0,-1 0-1 0 0,1 0 1 0 0,-1-1 0 0 0,1 1 0 0 0,0 0 0 0 0,-1 0-1 0 0,1-1 1 0 0,0 1 0 0 0,0 0 0 0 0,-1-1 0 0 0,1 1-1 0 0,0 0 1 0 0,0-1 0 0 0,-1 1 0 0 0,1 0 0 0 0,0-1-1 0 0,0 1 1 0 0,0 0 0 0 0,0-1 0 0 0,-1 1-1 0 0,1-1 1 0 0,0 1 0 0 0,0 0 0 0 0,0-1 0 0 0,0 1-1 0 0,0-1 1 0 0,0 1 0 0 0,0 0 0 0 0,0-1 0 0 0,0 1-1 0 0,0-1 1 0 0,0 1 0 0 0,0 0 0 0 0,1-1 0 0 0,-1 1-1 0 0,0-1 1 0 0,0 1 0 0 0,0 0 0 0 0,1-1-1 0 0,-1 1 1 0 0,0 0 0 0 0,0-1 0 0 0,0 1 0 0 0,1 0-1 0 0,-1 0 1 0 0,0-1 0 0 0,1 1 0 0 0,-1 0 0 0 0,0 0-1 0 0,1-1 1 0 0,-1 1 0 0 0,0 0 0 0 0,1 0 0 0 0,-1 0-1 0 0,1-1 1 0 0,-1 1 0 0 0,0 0 0 0 0,1 0-1 0 0,23-1-699 0 0,36 18-2908 0 0,-5-9 1014 0 0,5 5-40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25 1361 0 0,'-29'2'3134'0'0,"-1"0"1"0"0,-37 9 0 0 0,64-10-3098 0 0,0 0-1 0 0,0 0 1 0 0,0 0 0 0 0,0 1-1 0 0,0-1 1 0 0,0 1 0 0 0,0 0-1 0 0,0 0 1 0 0,1 0 0 0 0,-1 0-1 0 0,1 1 1 0 0,-1-1 0 0 0,1 1-1 0 0,0-1 1 0 0,0 1 0 0 0,0 0 0 0 0,0 0-1 0 0,1 0 1 0 0,-1 0 0 0 0,1 0-1 0 0,0 0 1 0 0,0 0 0 0 0,0 0-1 0 0,0 0 1 0 0,0 1 0 0 0,0 3-1 0 0,1-3-28 0 0,-1 0 0 0 0,1 1 0 0 0,0-1 0 0 0,0 0 0 0 0,0 1 0 0 0,1-1 0 0 0,0 0 0 0 0,-1 1 0 0 0,1-1 0 0 0,1 0 0 0 0,-1 0 0 0 0,1 0 0 0 0,-1 0 0 0 0,1 0 0 0 0,1 0 0 0 0,-1-1 0 0 0,0 1 0 0 0,1-1 0 0 0,0 1 0 0 0,-1-1 0 0 0,1 0 0 0 0,6 5 0 0 0,11 6 68 0 0,1-1 1 0 0,1-1-1 0 0,0-1 1 0 0,1-1-1 0 0,0-1 1 0 0,27 7-1 0 0,145 27 96 0 0,-182-41-177 0 0,62 8 105 0 0,-71-10-84 0 0,0 0 0 0 0,1 0 0 0 0,-1 0 0 0 0,0-1 0 0 0,0 0 0 0 0,0 1-1 0 0,0-1 1 0 0,0-1 0 0 0,0 1 0 0 0,0-1 0 0 0,0 1 0 0 0,-1-1 0 0 0,1 0-1 0 0,3-3 1 0 0,-6 4-8 0 0,-1 1-1 0 0,1 0 1 0 0,-1-1-1 0 0,1 1 1 0 0,-1-1-1 0 0,1 0 1 0 0,-1 1-1 0 0,0-1 1 0 0,1 1-1 0 0,-1-1 1 0 0,0 1-1 0 0,1-1 1 0 0,-1 0-1 0 0,0 1 1 0 0,0-1-1 0 0,0 0 1 0 0,0 1-1 0 0,1-1 0 0 0,-1 0 1 0 0,0 1-1 0 0,0-1 1 0 0,0 0-1 0 0,0 0 1 0 0,-1 1-1 0 0,1-1 1 0 0,0 0-1 0 0,0 1 1 0 0,0-1-1 0 0,0 0 1 0 0,-1 1-1 0 0,1-1 1 0 0,0 1-1 0 0,-1-1 1 0 0,1 0-1 0 0,-18-19 150 0 0,12 14-96 0 0,-9-13-1 0 0,0 0 0 0 0,-2 0-1 0 0,0 2 1 0 0,-1 0-1 0 0,-1 1 1 0 0,0 1-1 0 0,-25-14 1 0 0,3-1-110 0 0,19 13-643 0 0,-2 1-1 0 0,1 1 0 0 0,-29-12 1 0 0,17 6-2896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1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0 2241 0 0,'-49'9'3363'0'0,"-26"9"-929"0"0,-13 3-860 0 0,28-11-301 0 0,60-9-964 0 0,0 4-219 0 0,5-4 1325 0 0,32 1-1246 0 0,1 2 0 0 0,58 13 0 0 0,-51-8-102 0 0,-34-6-49 0 0,197 36 140 0 0,216 13-1 0 0,-409-51-136 0 0,44 0-109 0 0,-55-1-17 0 0,-1 0 1 0 0,1-1-1 0 0,0 1 1 0 0,-1-1 0 0 0,1 0-1 0 0,-1 0 1 0 0,1 0-1 0 0,-1 0 1 0 0,0 0-1 0 0,1-1 1 0 0,4-3 0 0 0,-8 5 61 0 0,1-1 1 0 0,-1 1-1 0 0,0 0 0 0 0,1-1 1 0 0,-1 1-1 0 0,0-1 1 0 0,1 1-1 0 0,-1-1 1 0 0,0 1-1 0 0,0 0 1 0 0,0-1-1 0 0,1 1 1 0 0,-1-1-1 0 0,0 1 0 0 0,0-1 1 0 0,0 1-1 0 0,0-1 1 0 0,0 1-1 0 0,0-1 1 0 0,0 0-1 0 0,0 1 1 0 0,0-1-1 0 0,0 1 1 0 0,0-1-1 0 0,0 1 1 0 0,-1-1-1 0 0,1 1 0 0 0,0 0 1 0 0,0-1-1 0 0,0 1 1 0 0,-1-1-1 0 0,1 1 1 0 0,0-1-1 0 0,-1 1 1 0 0,1-1-1 0 0,-1 1 1 0 0,-24-41-2906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1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5282 0 0,'0'50'4563'0'0,"0"2"-3443"0"0,0-8-1120 0 0,0 8 0 0 0,30 4 240 0 0,-6 15 80 0 0,6-2-80 0 0,30-11-320 0 0,-60-6-400 0 0,31-21-640 0 0,-1-6-1842 0 0,-30-18-3921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3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1040 0 0,'-140'6'7244'0'0,"135"-6"-6844"0"0,5 0-397 0 0,0 0 0 0 0,0 0-1 0 0,0 1 1 0 0,0-1 0 0 0,0 0 0 0 0,0 0-1 0 0,1 0 1 0 0,-1 0 0 0 0,0 1 0 0 0,0-1 0 0 0,0 0-1 0 0,0 0 1 0 0,0 0 0 0 0,0 0 0 0 0,0 1 0 0 0,0-1-1 0 0,0 0 1 0 0,0 0 0 0 0,0 0 0 0 0,0 0 0 0 0,0 1-1 0 0,0-1 1 0 0,0 0 0 0 0,0 0 0 0 0,0 0-1 0 0,0 0 1 0 0,0 1 0 0 0,0-1 0 0 0,0 0 0 0 0,0 0-1 0 0,-1 0 1 0 0,1 0 0 0 0,0 1 0 0 0,0-1 0 0 0,0 0-1 0 0,0 0 1 0 0,0 0 0 0 0,0 0 0 0 0,-1 0-1 0 0,1 0 1 0 0,0 1 0 0 0,0-1 0 0 0,0 0 0 0 0,0 0-1 0 0,0 0 1 0 0,-1 0 0 0 0,1 0 0 0 0,0 0 0 0 0,0 0-1 0 0,0 0 1 0 0,0 0 0 0 0,-1 0 0 0 0,1 0-1 0 0,0 0 1 0 0,0 0 0 0 0,0 0 0 0 0,-1 0 0 0 0,1 0-1 0 0,0 0 1 0 0,0 0 0 0 0,0 0 0 0 0,0 0 0 0 0,-1 0-1 0 0,1 0 1 0 0,0 0 0 0 0,0-1 0 0 0,-20 3 23 0 0,15-1 41 0 0,5 3 13 0 0,0-2-13 0 0,0 2-54 0 0,5 2-13 0 0,15 1 0 0 0,-15-1-13 0 0,0-5-41 0 0,19 7 0 0 0,-23-4 90 0 0,3-3-805 0 0,41-1-5060 0 0,-40 0 3948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4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45 3282 0 0,'-5'0'3294'0'0,"-16"0"-1986"0"0,16 0-948 0 0,10 0-107 0 0,21 0 454 0 0,-27-1-694 0 0,1 1 0 0 0,0 0 0 0 0,0-1 0 0 0,0 1 0 0 0,0-1 0 0 0,-1 1 0 0 0,1 0 0 0 0,0-1 0 0 0,0 1 0 0 0,0-1 0 0 0,0 1 0 0 0,0-1 0 0 0,0 1 0 0 0,0 0 0 0 0,0-1 0 0 0,0 1 0 0 0,1-1 0 0 0,-1 1 0 0 0,0-1 0 0 0,0 1 0 0 0,0 0 0 0 0,0-1 0 0 0,1 1 0 0 0,-1-1 0 0 0,0 1 0 0 0,0 0 0 0 0,1-1 0 0 0,-1 1 0 0 0,0 0 0 0 0,0-1 0 0 0,1 1 0 0 0,-1 0 0 0 0,0 0 0 0 0,1-1 0 0 0,-1 1 0 0 0,1 0 0 0 0,0-1 0 0 0,2 1-395 0 0,-2 0 250 0 0,-1 0-1 0 0,1 0 0 0 0,0 0 0 0 0,0 0 1 0 0,0 0-1 0 0,0 0 0 0 0,0 0 0 0 0,-1-1 0 0 0,1 1 1 0 0,0 0-1 0 0,0-1 0 0 0,0 1 0 0 0,-1 0 1 0 0,1-1-1 0 0,0 1 0 0 0,0-1 0 0 0,-1 1 1 0 0,1-1-1 0 0,0 1 0 0 0,-1-1 0 0 0,1 0 0 0 0,-1 1 1 0 0,1-1-1 0 0,-1 0 0 0 0,1 1 0 0 0,-1-1 1 0 0,1 0-1 0 0,-1 0 0 0 0,1 0 0 0 0,-1 1 1 0 0,0-1-1 0 0,0 0 0 0 0,1-1 0 0 0,-1-10-2668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83 2961 0 0,'-30'-38'1121'0'0,"30"19"-1201"0"0,0 13-160 0 0,0 0 160 0 0,0-2 80 0 0,-31 8 80 0 0,1-5-1841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75 375 2721 0 0,'-49'24'5056'0'0,"39"-16"-4496"0"0,3-5-582 0 0,-2 2 480 0 0,25-8-27 0 0,-14 3-402 0 0,0-1 0 0 0,1 0 0 0 0,-1 1-1 0 0,0-1 1 0 0,0 0 0 0 0,0 0 0 0 0,0-1 0 0 0,0 1-1 0 0,0 0 1 0 0,0-1 0 0 0,-1 1 0 0 0,1-1 0 0 0,0 1-1 0 0,-1-1 1 0 0,1 0 0 0 0,1-3 0 0 0,0 2-4 0 0,-1 0 1 0 0,1 0 0 0 0,-1 0-1 0 0,1 0 1 0 0,0 1 0 0 0,0-1-1 0 0,0 1 1 0 0,6-4 0 0 0,182-112 334 0 0,-121 73-240 0 0,-46 28-33 0 0,0-1-1 0 0,30-30 1 0 0,-25 22-14 0 0,-10 17-29 0 0,-17 9-43 0 0,0-1 0 0 0,0 1 0 0 0,0-1 0 0 0,0 1 0 0 0,-1-1 0 0 0,1 0 0 0 0,0 0 0 0 0,0 0 0 0 0,-1 0 0 0 0,1 0 0 0 0,-1 0 0 0 0,1 0 0 0 0,-1 0 0 0 0,1-1 0 0 0,-1 1 0 0 0,0-1 0 0 0,1 1 0 0 0,-1-1 0 0 0,0 1 0 0 0,0-1 0 0 0,0 0 0 0 0,1-3 0 0 0,-2 4-1 0 0,0 1 0 0 0,0-1 0 0 0,0 0 0 0 0,0 0 0 0 0,1 1 0 0 0,-1-1 0 0 0,0 0 0 0 0,0 0 0 0 0,1 1 0 0 0,-1-1 0 0 0,0 0 0 0 0,1 1 0 0 0,-1-1 0 0 0,0 0 0 0 0,1 1 0 0 0,-1-1 0 0 0,1 1 0 0 0,0-1 0 0 0,-1 0 0 0 0,1 1 0 0 0,-1-1 0 0 0,1 1 0 0 0,0 0 0 0 0,-1-1 0 0 0,1 1 0 0 0,0 0 0 0 0,-1-1 0 0 0,1 1 0 0 0,0 0 0 0 0,0 0 0 0 0,-1-1 0 0 0,2 1 0 0 0,-1 0 0 0 0,0 0 0 0 0,-1 0 0 0 0,1 0 0 0 0,0 0 0 0 0,-1 0 0 0 0,1-1 0 0 0,-1 1 0 0 0,1 0 0 0 0,-1 0 0 0 0,1-1 0 0 0,0 1 0 0 0,-1 0 0 0 0,1-1 0 0 0,-1 1 0 0 0,1-1 0 0 0,-1 1 0 0 0,0 0 0 0 0,1-1 0 0 0,-1 1 0 0 0,1-1 0 0 0,-1 1 0 0 0,0-1 0 0 0,1 1 0 0 0,-1-1 0 0 0,0 0 0 0 0,0 1 0 0 0,1-1 0 0 0,-1 1 0 0 0,0-1 0 0 0,0 0 0 0 0,0 0 0 0 0,1 0 0 0 0,-1 0 0 0 0,1 0 0 0 0,-1 0 0 0 0,1 1 0 0 0,0-1 0 0 0,-1 0 0 0 0,1 0 0 0 0,0 1 0 0 0,0-1 0 0 0,-1 0 0 0 0,1 1 0 0 0,0-1 0 0 0,0 1 0 0 0,0-1 0 0 0,0 1 0 0 0,0 0 0 0 0,0-1 0 0 0,0 1 0 0 0,0 0 0 0 0,0 0 0 0 0,0-1 0 0 0,0 1 0 0 0,0 0 0 0 0,1 0 0 0 0,1 0 0 0 0,2-5-13 0 0,-5 13-84 0 0,0-5 99 0 0,0 0 0 0 0,0 0 1 0 0,0 0-1 0 0,1 0 0 0 0,-1 0 1 0 0,1 0-1 0 0,0 0 0 0 0,0 0 1 0 0,0 0-1 0 0,0 0 0 0 0,0-1 1 0 0,2 4-1 0 0,20 40 49 0 0,-3 1-1 0 0,-2 1 1 0 0,-3 1 0 0 0,15 71-1 0 0,-26-81 75 0 0,-3 1 0 0 0,-3 51-1 0 0,0-59 29 0 0,1 1 1 0 0,1 0-1 0 0,10 61 0 0 0,1-52-115 0 0,-7-29-44 0 0,-1 1 0 0 0,0 0 0 0 0,1 26 0 0 0,-4-39-12 0 0,0 0-1 0 0,0 0 1 0 0,0 0 0 0 0,0 0-1 0 0,0 0 1 0 0,0 0 0 0 0,0 0 0 0 0,0 0-1 0 0,1 0 1 0 0,-1-1 0 0 0,0 1-1 0 0,1 0 1 0 0,-1 0 0 0 0,0 0 0 0 0,1 0-1 0 0,-1 0 1 0 0,1-1 0 0 0,-1 1-1 0 0,1 0 1 0 0,0 0 0 0 0,-1-1 0 0 0,1 1-1 0 0,0 0 1 0 0,-1-1 0 0 0,1 1-1 0 0,0-1 1 0 0,0 1 0 0 0,-1-1 0 0 0,1 1-1 0 0,0-1 1 0 0,0 0 0 0 0,0 1-1 0 0,0-1 1 0 0,0 0 0 0 0,1 0 0 0 0,1 1-77 0 0,1-2 0 0 0,0 1 0 0 0,0 0 1 0 0,-1-1-1 0 0,1 0 0 0 0,0 0 1 0 0,-1 0-1 0 0,1 0 0 0 0,5-3 1 0 0,7-4-472 0 0,-1 0 0 0 0,0-1 0 0 0,23-18 0 0 0,23-33-2462 0 0,-1-3-1974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25 1281 0 0,'4'0'599'0'0,"16"-1"-113"0"0,-14-5 3271 0 0,-6 6-3735 0 0,0-1 0 0 0,0 1 0 0 0,1 0 0 0 0,-1-1 0 0 0,0 1 0 0 0,0 0 1 0 0,1 0-1 0 0,-1-1 0 0 0,0 1 0 0 0,0 0 0 0 0,1-1 0 0 0,-1 1 0 0 0,0 0 0 0 0,0 0 0 0 0,1 0 0 0 0,-1-1 1 0 0,0 1-1 0 0,1 0 0 0 0,-1 0 0 0 0,0 0 0 0 0,1 0 0 0 0,-1 0 0 0 0,1 0 0 0 0,-1 0 0 0 0,0 0 0 0 0,1 0 1 0 0,-1-1-1 0 0,0 2 0 0 0,1-1 0 0 0,-1 0 0 0 0,0 0 0 0 0,1 0 0 0 0,-1 0 0 0 0,1 0 0 0 0,-1 0 0 0 0,1 0 1 0 0,-1 1-2 0 0,1-1 1 0 0,-1 0-1 0 0,1 0 1 0 0,0 0-1 0 0,-1 0 1 0 0,1 0-1 0 0,-1 0 1 0 0,1 0-1 0 0,0 0 1 0 0,-1 0-1 0 0,1 0 1 0 0,-1 0-1 0 0,1 0 1 0 0,-1 0-1 0 0,1-1 1 0 0,0 1-1 0 0,-1 0 1 0 0,1 0-1 0 0,-1-1 1 0 0,1 1-1 0 0,-1 0 1 0 0,1-1-1 0 0,-1 1 1 0 0,1 0-1 0 0,-1-1 1 0 0,0 1-1 0 0,1-1 1 0 0,-1 1-1 0 0,1 0 1 0 0,-1-1-1 0 0,0 1 1 0 0,1-1-1 0 0,-1 0 1 0 0,0 1-1 0 0,0-1 1 0 0,1 1-1 0 0,-1-1 1 0 0,0 1-1 0 0,0-1 1 0 0,0 0-1 0 0,0 0 1 0 0,-5 1 218 0 0,-5 2-115 0 0,0 1 1 0 0,0 0 0 0 0,0 1-1 0 0,1 0 1 0 0,-1 0 0 0 0,1 1-1 0 0,0 0 1 0 0,0 1 0 0 0,1 0-1 0 0,-1 0 1 0 0,-8 10 0 0 0,12-11-87 0 0,0 1 0 0 0,0-1 0 0 0,0 1 0 0 0,0 1 1 0 0,1-1-1 0 0,0 1 0 0 0,0 0 0 0 0,1-1 0 0 0,0 2 1 0 0,0-1-1 0 0,1 0 0 0 0,0 0 0 0 0,0 1 0 0 0,1 0 1 0 0,-1-1-1 0 0,1 11 0 0 0,1-16-28 0 0,0 0 0 0 0,0 0 1 0 0,-1 1-1 0 0,1-1 0 0 0,0 0 0 0 0,-1 0 1 0 0,0 0-1 0 0,0 0 0 0 0,1 0 0 0 0,-1 0 1 0 0,0-1-1 0 0,0 1 0 0 0,-1 0 0 0 0,1 0 1 0 0,0-1-1 0 0,-3 4 0 0 0,2-4 0 0 0,1 1-1 0 0,0-1 1 0 0,-1 1 0 0 0,1 0 0 0 0,0-1-1 0 0,0 1 1 0 0,0 0 0 0 0,0 0 0 0 0,0 0-1 0 0,1 0 1 0 0,-1 0 0 0 0,0 0 0 0 0,1 0-1 0 0,0 0 1 0 0,-1 0 0 0 0,1 4 0 0 0,-1 25 98 0 0,-1-22-75 0 0,1 0 0 0 0,1 0 0 0 0,0 0-1 0 0,0 1 1 0 0,1-1 0 0 0,0 0 0 0 0,1 0-1 0 0,3 12 1 0 0,6-6 10 0 0,-10-14-41 0 0,1 1 0 0 0,-1 0 0 0 0,0-1 0 0 0,0 1-1 0 0,1 0 1 0 0,-1 0 0 0 0,0 0 0 0 0,-1 0 0 0 0,1 0 0 0 0,0 0 0 0 0,-1 0 0 0 0,1 0 0 0 0,-1 0 0 0 0,1 0 0 0 0,-1 0 0 0 0,0 4-1 0 0,0-2 5 0 0,1 1-1 0 0,-1-1 0 0 0,1-1 0 0 0,0 1 0 0 0,0 0 0 0 0,1 0 0 0 0,-1 0 0 0 0,1 0 0 0 0,0-1 0 0 0,-1 1 0 0 0,2-1 0 0 0,3 6 0 0 0,8 15 62 0 0,-9-17-46 0 0,0 0-1 0 0,1-1 1 0 0,0 0-1 0 0,0 0 1 0 0,13 10 0 0 0,15 16 8 0 0,-33-31-31 0 0,-1-1-1 0 0,1 1 0 0 0,-1 0 1 0 0,1 0-1 0 0,-1 0 0 0 0,1 0 1 0 0,-1 1-1 0 0,0-1 0 0 0,1 0 1 0 0,-1 0-1 0 0,0 0 0 0 0,0 0 1 0 0,0 0-1 0 0,1 0 0 0 0,-1 0 1 0 0,-1 2-1 0 0,6 10-23 0 0,-2-11 28 0 0,0 0-1 0 0,1 0 1 0 0,-1-1 0 0 0,0 1-1 0 0,1-1 1 0 0,0 0 0 0 0,-1 0-1 0 0,1 0 1 0 0,0-1 0 0 0,-1 1-1 0 0,1-1 1 0 0,0 0 0 0 0,0 0-1 0 0,-1 0 1 0 0,1 0 0 0 0,0-1-1 0 0,-1 1 1 0 0,1-1 0 0 0,0 0-1 0 0,-1 0 1 0 0,1 0 0 0 0,-1-1-1 0 0,1 1 1 0 0,3-3 0 0 0,2-1 5 0 0,0 0 0 0 0,0-1 1 0 0,0 0-1 0 0,-1 0 0 0 0,0-1 1 0 0,0 1-1 0 0,10-13 0 0 0,-17 18-9 0 0,0-1 0 0 0,0 0 0 0 0,0 0-1 0 0,0 1 1 0 0,0-1 0 0 0,0 0 0 0 0,-1 0-1 0 0,1 0 1 0 0,-1 0 0 0 0,1 0 0 0 0,-1 0-1 0 0,0 0 1 0 0,0 0 0 0 0,0 0 0 0 0,0 0-1 0 0,0 0 1 0 0,0 0 0 0 0,-1 0 0 0 0,1 0-1 0 0,-1 0 1 0 0,-1-4 0 0 0,-19-35-49 0 0,17 35 61 0 0,-4-9 23 0 0,7 12-32 0 0,0 1 0 0 0,0 0 0 0 0,-1 0 0 0 0,1 0 0 0 0,0 0 0 0 0,-1 1 0 0 0,1-1 0 0 0,-1 0 0 0 0,0 1 0 0 0,1-1 0 0 0,-1 1 0 0 0,0-1 0 0 0,0 1 0 0 0,0 0 0 0 0,-2-2 0 0 0,-52-29-202 0 0,51 31-120 0 0,5 1 165 0 0,0 1 0 0 0,1 0-1 0 0,-1 0 1 0 0,0 0 0 0 0,0 0 0 0 0,1-1 0 0 0,-1 1 0 0 0,1 0-1 0 0,-1 0 1 0 0,0 0 0 0 0,1-1 0 0 0,-1 1 0 0 0,1 0-1 0 0,0-1 1 0 0,-1 1 0 0 0,1-1 0 0 0,-1 1 0 0 0,1 0-1 0 0,0-1 1 0 0,0 0 0 0 0,-1 1 0 0 0,1-1 0 0 0,0 1 0 0 0,0-1-1 0 0,-1 0 1 0 0,3 1 0 0 0,28 6-1721 0 0,-17-5 579 0 0,16 4-904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09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18 800 0 0,'0'1'91'0'0,"-1"-1"-1"0"0,1 1 1 0 0,0 0-1 0 0,0-1 1 0 0,0 1-1 0 0,-1-1 1 0 0,1 1-1 0 0,0-1 1 0 0,-1 0-1 0 0,1 1 0 0 0,0-1 1 0 0,-1 1-1 0 0,1-1 1 0 0,-1 0-1 0 0,1 1 1 0 0,-1-1-1 0 0,1 0 1 0 0,-1 1-1 0 0,1-1 1 0 0,-1 0-1 0 0,1 0 1 0 0,-1 1-1 0 0,1-1 0 0 0,-1 0 1 0 0,1 0-1 0 0,-1 0 1 0 0,1 0-1 0 0,-1 0 1 0 0,0 0-1 0 0,1 0 1 0 0,-1 0-1 0 0,0 0 1 0 0,0 0 1 0 0,1 0 1 0 0,-1 0 0 0 0,0 0-1 0 0,1 0 1 0 0,-1 0 0 0 0,1 0-1 0 0,-1 0 1 0 0,1 0-1 0 0,-1 0 1 0 0,1 0 0 0 0,-1 0-1 0 0,0 1 1 0 0,1-1 0 0 0,-1 0-1 0 0,1 0 1 0 0,-1 1 0 0 0,1-1-1 0 0,-1 0 1 0 0,1 1 0 0 0,0-1-1 0 0,-1 0 1 0 0,1 1 0 0 0,-1-1-1 0 0,1 1 1 0 0,0-1 0 0 0,-1 1-1 0 0,1-1 1 0 0,0 1 0 0 0,0-1-1 0 0,-1 1 1 0 0,1-1-1 0 0,0 2 1 0 0,-5-1 587 0 0,-51 17 1001 0 0,56-42-1374 0 0,0 23-294 0 0,0 2 67 0 0,0 3 0 0 0,-5-2 0 0 0,-15 1 1 0 0,15-2-1 0 0,5 0 0 0 0,-5 3 0 0 0,-15-4-14 0 0,15-5-52 0 0,5 5-14 0 0,-1-1 0 0 0,1 0 0 0 0,0 1 0 0 0,0-1 0 0 0,0 0-1 0 0,0 1 1 0 0,0-1 0 0 0,0 0 0 0 0,0 1 0 0 0,0-1 0 0 0,0 0 0 0 0,0 1 0 0 0,0-1 0 0 0,0 0 0 0 0,1 1 0 0 0,-1-1 0 0 0,0 0 0 0 0,0 1 0 0 0,1-1 0 0 0,-1 1 0 0 0,0-1 0 0 0,1 0 0 0 0,-1 1 0 0 0,1-1 0 0 0,-1 1 0 0 0,1-1 0 0 0,-1 1 0 0 0,1-1 0 0 0,-1 1 0 0 0,1 0 0 0 0,-1-1 0 0 0,1 1 0 0 0,-1 0 0 0 0,1-1 0 0 0,0 1 0 0 0,-1 0 0 0 0,1 0 0 0 0,0-1 0 0 0,-1 1 0 0 0,1 0 0 0 0,0 0 0 0 0,-1 0-1 0 0,1 0 1 0 0,1 0 0 0 0,-2 0 1 0 0,1 0-1 0 0,0 0 0 0 0,-1 0 1 0 0,1 0-1 0 0,-1 0 0 0 0,1 0 1 0 0,-1 0-1 0 0,1 0 0 0 0,-1 0 1 0 0,1-1-1 0 0,0 1 0 0 0,-1 0 1 0 0,1 0-1 0 0,-1 0 0 0 0,1-1 1 0 0,-1 1-1 0 0,0 0 0 0 0,1-1 1 0 0,-1 1-1 0 0,1 0 0 0 0,-1-1 1 0 0,1 1-1 0 0,-1-1 0 0 0,0 1 1 0 0,1-1-1 0 0,-1 1 0 0 0,0-1 0 0 0,0 1 1 0 0,1-1-1 0 0,-1 1 0 0 0,0-1 1 0 0,0 1-1 0 0,0-1 0 0 0,0 1 1 0 0,1-1-1 0 0,-1 1 0 0 0,0-1 1 0 0,0 1-1 0 0,0-1 0 0 0,0 0 1 0 0,0 1-1 0 0,0-1 0 0 0,-1 1 1 0 0,1-2-1 0 0,5-3 53 0 0,15 5 27 0 0,-21 0-76 0 0,0 0 1 0 0,0 0-1 0 0,1 0 0 0 0,-1 0 0 0 0,0 1 0 0 0,0-1 0 0 0,0 0 0 0 0,0 0 0 0 0,0 1 0 0 0,0-1 0 0 0,1 0 0 0 0,-1 1 0 0 0,0-1 0 0 0,0 1 1 0 0,1-1-1 0 0,-1 1 0 0 0,0-1 0 0 0,0 1 0 0 0,1 0 0 0 0,-1-1 0 0 0,1 1 0 0 0,-1 0 0 0 0,1 0 0 0 0,-1-1 0 0 0,1 1 0 0 0,-1 0 1 0 0,1 0-1 0 0,0 0 0 0 0,-1 0 0 0 0,1-1 0 0 0,0 1 0 0 0,0 0 0 0 0,-1 0 0 0 0,1 0 0 0 0,0 0 0 0 0,0 1 0 0 0,-8 25 99 0 0,-17 11-917 0 0,25-40 620 0 0,0 0-1 0 0,0 1 0 0 0,0-1 1 0 0,0 0-1 0 0,1 1 1 0 0,-1-1-1 0 0,1 0 0 0 0,-1 1 1 0 0,1-1-1 0 0,-1 0 1 0 0,1 1-1 0 0,0-1 0 0 0,0 1 1 0 0,0-1-1 0 0,0 1 1 0 0,0 0-1 0 0,0-1 0 0 0,0 1 1 0 0,2-2-1 0 0,8-10-1062 0 0,-10 11 1028 0 0,0 0 0 0 0,0 0 0 0 0,-1-1-1 0 0,1 1 1 0 0,-1 0 0 0 0,1-1 0 0 0,-1 1 0 0 0,0 0-1 0 0,0-1 1 0 0,0-2 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76 1761 0 0,'-25'-6'1707'0'0,"5"-2"1986"0"0,10 4-3611 0 0,5 3 278 0 0,0 1-66 0 0,-25-1 293 0 0,7 9-335 0 0,0-2-1 0 0,-31 5 1 0 0,43-9-193 0 0,6 3 156 0 0,0 2-124 0 0,-45 18 69 0 0,49-24-143 0 0,0 0 0 0 0,1 0-1 0 0,-1 0 1 0 0,1-1-1 0 0,-1 1 1 0 0,0 0 0 0 0,1 0-1 0 0,0 0 1 0 0,-1 0-1 0 0,1 0 1 0 0,0 0-1 0 0,-1 0 1 0 0,1 0 0 0 0,0 1-1 0 0,0-1 1 0 0,0 0-1 0 0,0 0 1 0 0,0 0 0 0 0,0 0-1 0 0,0 0 1 0 0,0 0-1 0 0,0 0 1 0 0,1 2-1 0 0,0 4 53 0 0,-1-5-66 0 0,-1-1 0 0 0,1 0 0 0 0,0 1 0 0 0,0-1 0 0 0,-1 0-1 0 0,1 1 1 0 0,-1-1 0 0 0,1 0 0 0 0,-1 0 0 0 0,0 1 0 0 0,0-1 0 0 0,1 0-1 0 0,-1 0 1 0 0,0 0 0 0 0,0 0 0 0 0,0 0 0 0 0,0 0 0 0 0,0 0 0 0 0,-2 1-1 0 0,2-1 2 0 0,0-1-1 0 0,0 1 0 0 0,0 0 1 0 0,0 0-1 0 0,0 0 0 0 0,0-1 1 0 0,0 1-1 0 0,1 0 0 0 0,-1 0 1 0 0,0 0-1 0 0,0 0 0 0 0,1 0 1 0 0,-1 0-1 0 0,1 1 0 0 0,-1-1 1 0 0,1 0-1 0 0,0 0 0 0 0,-1 0 1 0 0,1 0-1 0 0,0 1 0 0 0,0-1 1 0 0,0 0-1 0 0,0 0 0 0 0,0 0 1 0 0,0 1-1 0 0,0-1 0 0 0,0 0 0 0 0,0 0 1 0 0,0 0-1 0 0,1 1 0 0 0,-1-1 1 0 0,1 0-1 0 0,-1 0 0 0 0,2 2 1 0 0,6 16 12 0 0,1 0 1 0 0,1 0 0 0 0,17 22-1 0 0,-21-33-14 0 0,0 0-1 0 0,1 0 0 0 0,0-1 0 0 0,1 0 0 0 0,0 0 1 0 0,0-1-1 0 0,0 0 0 0 0,1 0 0 0 0,0-1 1 0 0,12 5-1 0 0,-7-4-9 0 0,0 0 0 0 0,1-1 0 0 0,0-1 0 0 0,0 0 0 0 0,0-1 0 0 0,1-1 0 0 0,-1 0 0 0 0,0-1 0 0 0,31-2 0 0 0,41-14-25 0 0,-80 14 29 0 0,-1-1-1 0 0,0 1 0 0 0,0-2 1 0 0,0 1-1 0 0,0-1 0 0 0,0 0 1 0 0,-1 0-1 0 0,1 0 0 0 0,-1-1 0 0 0,0 0 1 0 0,0 0-1 0 0,5-5 0 0 0,-9 7-3 0 0,0-1 1 0 0,0 0-1 0 0,0 1 0 0 0,0-1 0 0 0,0 0 0 0 0,-1 0 0 0 0,1 0 0 0 0,-1 1 0 0 0,0-1 0 0 0,0 0 1 0 0,0 0-1 0 0,0 0 0 0 0,0 0 0 0 0,-1-3 0 0 0,0-6-20 0 0,1 3 23 0 0,1 0 0 0 0,-1 0 0 0 0,-1 0 0 0 0,0 1 0 0 0,0-1 0 0 0,-1 0 0 0 0,0 1 0 0 0,0-1 0 0 0,-1 1 1 0 0,0 0-1 0 0,0 0 0 0 0,-1 0 0 0 0,0 0 0 0 0,-1 1 0 0 0,0-1 0 0 0,0 1 0 0 0,0 0 0 0 0,-11-10 0 0 0,-7-8-27 0 0,-46-39 0 0 0,60 57 33 0 0,-1 0 1 0 0,1 0-1 0 0,-1 1 0 0 0,0 0 0 0 0,0 1 0 0 0,-1 0 1 0 0,0 0-1 0 0,-17-4 0 0 0,28 9-10 0 0,-1 1 1 0 0,1-1-1 0 0,0 0 1 0 0,-1 0-1 0 0,1 1 1 0 0,0-1-1 0 0,-1 0 1 0 0,1 0-1 0 0,0 1 1 0 0,-1-1-1 0 0,1 0 0 0 0,0 1 1 0 0,0-1-1 0 0,-1 1 1 0 0,1-1-1 0 0,0 0 1 0 0,0 1-1 0 0,0-1 1 0 0,0 1-1 0 0,0-1 1 0 0,-1 1-1 0 0,1-1 1 0 0,0 0-1 0 0,0 1 0 0 0,0-1 1 0 0,0 1-1 0 0,0-1 1 0 0,0 1-1 0 0,0-1 1 0 0,1 0-1 0 0,-1 1 1 0 0,0-1-1 0 0,0 1 1 0 0,0-1-1 0 0,0 1 1 0 0,1-1-1 0 0,-1 0 1 0 0,0 1-1 0 0,0-1 0 0 0,0 0 1 0 0,1 1-1 0 0,-1-1 1 0 0,0 0-1 0 0,1 1 1 0 0,-1-1-1 0 0,0 0 1 0 0,1 1-1 0 0,-1-1 1 0 0,1 0-1 0 0,45 14-2306 0 0,0-3 0 0 0,51 6 0 0 0,-86-16 1870 0 0,50 6-1676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205 293 1361 0 0,'1'2'2949'0'0,"-7"2"-2270"0"0,-105 34 3216 0 0,105-36-3736 0 0,1 0-1 0 0,-1 1 1 0 0,1 0-1 0 0,0 0 1 0 0,0 1-1 0 0,-7 5 1 0 0,-4 3-15 0 0,15-11-137 0 0,0-1-1 0 0,1 1 1 0 0,-1-1 0 0 0,1 1 0 0 0,-1 0-1 0 0,1-1 1 0 0,-1 1 0 0 0,1 0 0 0 0,-1-1-1 0 0,1 1 1 0 0,0 0 0 0 0,-1 0 0 0 0,1 0-1 0 0,0-1 1 0 0,0 1 0 0 0,0 0-1 0 0,-1 0 1 0 0,1 0 0 0 0,0-1 0 0 0,0 1-1 0 0,0 0 1 0 0,0 0 0 0 0,1 0 0 0 0,-1 0-1 0 0,0-1 1 0 0,0 1 0 0 0,0 0 0 0 0,1 1-1 0 0,-1-1 7 0 0,0-1-1 0 0,1 1 0 0 0,-1 0 1 0 0,0 0-1 0 0,0 0 1 0 0,0 0-1 0 0,0 0 0 0 0,0 0 1 0 0,0 0-1 0 0,0 0 1 0 0,0 0-1 0 0,0 0 0 0 0,0 0 1 0 0,-1 0-1 0 0,1 0 0 0 0,0 0 1 0 0,-1 0-1 0 0,1 0 1 0 0,-1 0-1 0 0,1 0 0 0 0,-1-1 1 0 0,0 3-1 0 0,-17 16 166 0 0,32-4 12 0 0,0-4-131 0 0,-1-1-44 0 0,0-1 0 0 0,1-1 1 0 0,0 0-1 0 0,1-1 0 0 0,-1-1 0 0 0,1 0 0 0 0,1-1 1 0 0,-1 0-1 0 0,1-1 0 0 0,0-1 0 0 0,0-1 1 0 0,0 0-1 0 0,0-1 0 0 0,0-1 0 0 0,0 0 0 0 0,26-4 1 0 0,-17 0-65 0 0,0 0 1 0 0,0-2-1 0 0,-1-1 0 0 0,1-1 1 0 0,-2-1-1 0 0,1-1 1 0 0,-1-1-1 0 0,-1-1 1 0 0,36-25-1 0 0,-45 28-84 0 0,-1-1 0 0 0,0 0 0 0 0,20-22 0 0 0,-29 29 91 0 0,-1 0-1 0 0,1-1 0 0 0,-1 1 1 0 0,0-1-1 0 0,0 1 0 0 0,0-1 1 0 0,-1 0-1 0 0,1 0 1 0 0,-1 0-1 0 0,0 0 0 0 0,0 0 1 0 0,0 0-1 0 0,0 0 0 0 0,-1 0 1 0 0,0 0-1 0 0,0 0 0 0 0,0 0 1 0 0,0 0-1 0 0,-1 0 1 0 0,0-5-1 0 0,-19-46-504 0 0,19 53 530 0 0,-15-47-273 0 0,13 44 281 0 0,0 0 0 0 0,0 0 0 0 0,0 1-1 0 0,0 0 1 0 0,-1 0 0 0 0,0 0 0 0 0,1 0-1 0 0,-2 0 1 0 0,1 1 0 0 0,0-1 0 0 0,-1 1-1 0 0,-5-3 1 0 0,-33-19-1 0 0,18 11 35 0 0,0-2 1 0 0,-23-17 0 0 0,44 29-6 0 0,-1 0-1 0 0,0 1 1 0 0,0-1 0 0 0,0 1 0 0 0,-1 1 0 0 0,1-1-1 0 0,-1 1 1 0 0,1 0 0 0 0,-1 0 0 0 0,0 0 0 0 0,0 1-1 0 0,0 0 1 0 0,0 0 0 0 0,0 1 0 0 0,0-1 0 0 0,0 1-1 0 0,0 1 1 0 0,0-1 0 0 0,0 1 0 0 0,0 0 0 0 0,1 0-1 0 0,-1 1 1 0 0,0 0 0 0 0,0 0 0 0 0,1 0 0 0 0,-1 1-1 0 0,1-1 1 0 0,0 1 0 0 0,0 1 0 0 0,-8 5-1 0 0,12-8-18 0 0,0-1-1 0 0,0 1 1 0 0,0 0-1 0 0,0-1 0 0 0,0 1 1 0 0,0 0-1 0 0,0 0 1 0 0,0-1-1 0 0,0 1 0 0 0,1 0 1 0 0,-1 0-1 0 0,0 0 1 0 0,1 0-1 0 0,-1 0 0 0 0,0 0 1 0 0,1 0-1 0 0,-1 0 1 0 0,1 1-1 0 0,0-1 0 0 0,-1 0 1 0 0,1 0-1 0 0,0 0 1 0 0,0 1-1 0 0,0-1 0 0 0,0 0 1 0 0,0 2-1 0 0,1 0-19 0 0,0-1 0 0 0,1 1 0 0 0,0-1 0 0 0,-1 0 0 0 0,1 0 0 0 0,0 1 0 0 0,0-1 0 0 0,0-1 0 0 0,4 4 1 0 0,18 18-337 0 0,7 10-1139 0 0,24 5-2855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232 303 720 0 0,'-5'1'2415'0'0,"-72"18"2662"0"0,-35 22-3156 0 0,106-39-1823 0 0,5-2-92 0 0,1 1 0 0 0,-1-1 0 0 0,1 0 0 0 0,-1 1 0 0 0,1-1-1 0 0,0 0 1 0 0,-1 1 0 0 0,1-1 0 0 0,-1 1 0 0 0,1-1 0 0 0,0 1 0 0 0,-1-1-1 0 0,1 1 1 0 0,0-1 0 0 0,-1 1 0 0 0,1-1 0 0 0,0 1 0 0 0,0-1-1 0 0,0 1 1 0 0,-1-1 0 0 0,1 1 0 0 0,0 0 0 0 0,0-1 0 0 0,0 1 0 0 0,0-1-1 0 0,0 1 1 0 0,0 0 0 0 0,0-1 0 0 0,0 1 0 0 0,0-1 0 0 0,1 1-1 0 0,-1 0 1 0 0,0-1 0 0 0,0 1 0 0 0,0-1 0 0 0,1 1 0 0 0,-1-1 0 0 0,0 1-1 0 0,1-1 1 0 0,-1 1 0 0 0,0-1 0 0 0,1 1 0 0 0,-1-1 0 0 0,1 0-1 0 0,-1 1 1 0 0,1-1 0 0 0,-1 1 0 0 0,1-1 0 0 0,-1 0 0 0 0,1 1 0 0 0,-1-1-1 0 0,2 0 1 0 0,21 19 111 0 0,-2-4-72 0 0,0-2-1 0 0,1 0 1 0 0,1-2-1 0 0,0 0 1 0 0,0-2-1 0 0,1 0 0 0 0,0-1 1 0 0,31 4-1 0 0,-48-10-38 0 0,69 5 78 0 0,-73-7-81 0 0,0 1-1 0 0,0-1 1 0 0,0 0-1 0 0,0-1 1 0 0,0 1 0 0 0,0 0-1 0 0,0-1 1 0 0,0 0-1 0 0,0 0 1 0 0,0 0 0 0 0,-1 0-1 0 0,1 0 1 0 0,0 0-1 0 0,-1-1 1 0 0,1 1 0 0 0,0-1-1 0 0,-1 0 1 0 0,0 0-1 0 0,1 0 1 0 0,-1 0 0 0 0,3-3-1 0 0,-4 1-7 0 0,0 0-1 0 0,-1 1 0 0 0,1-1 1 0 0,-1 0-1 0 0,1 0 1 0 0,-1 0-1 0 0,0 0 1 0 0,-1 0-1 0 0,1 0 1 0 0,-1 0-1 0 0,-1-7 0 0 0,-3-9-58 0 0,0 1 0 0 0,-1-1 0 0 0,-1 1-1 0 0,0 0 1 0 0,-2 1 0 0 0,0 0 0 0 0,-1 0-1 0 0,-1 1 1 0 0,-1 0 0 0 0,-23-26-1 0 0,6 15 47 0 0,-2 1 0 0 0,0 2-1 0 0,-2 1 1 0 0,-1 1 0 0 0,0 2-1 0 0,-2 1 1 0 0,-52-20 0 0 0,82 37-1232 0 0,9 2 95 0 0,14 3-1077 0 0,-11-1 1199 0 0,24 5-3262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2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 1361 0 0,'-6'-8'4622'0'0,"5"8"-4559"0"0,0-1 0 0 0,0 1-1 0 0,1 0 1 0 0,-1-1 0 0 0,0 1 0 0 0,0 0 0 0 0,1 0-1 0 0,-1-1 1 0 0,0 1 0 0 0,0 0 0 0 0,0 0-1 0 0,0 0 1 0 0,1 0 0 0 0,-1 0 0 0 0,0 0-1 0 0,0 0 1 0 0,0 0 0 0 0,1 1 0 0 0,-1-1 0 0 0,0 0-1 0 0,0 0 1 0 0,0 1 0 0 0,1-1 0 0 0,-1 0-1 0 0,0 1 1 0 0,0-1 0 0 0,1 1 0 0 0,-2 0 0 0 0,3 0-19 0 0,-1 0 0 0 0,1 0 1 0 0,0 0-1 0 0,-1 0 0 0 0,1-1 1 0 0,0 1-1 0 0,0 0 0 0 0,0-1 1 0 0,0 1-1 0 0,0 0 0 0 0,0-1 1 0 0,0 1-1 0 0,0-1 0 0 0,0 0 1 0 0,0 1-1 0 0,0-1 0 0 0,0 0 1 0 0,0 1-1 0 0,0-1 0 0 0,0 0 1 0 0,2 0-1 0 0,5 2 128 0 0,182 63 858 0 0,-33-12-500 0 0,132 88 253 0 0,-91-40-472 0 0,-171-87-337 0 0,42 18 168 0 0,-67-31-201 0 0,0 0 0 0 0,0 0 0 0 0,1-1 0 0 0,-1 1 0 0 0,0 0 0 0 0,0-1 0 0 0,1 0 0 0 0,-1 1 0 0 0,0-1 0 0 0,1 0 0 0 0,-1 0 0 0 0,0 0 0 0 0,1-1 0 0 0,-1 1 0 0 0,0 0 0 0 0,0-1 0 0 0,1 0 0 0 0,-1 1 1 0 0,0-1-1 0 0,0 0 0 0 0,0 0 0 0 0,4-3 0 0 0,-5 4-46 0 0,-1-1 1 0 0,1 0 0 0 0,-1 1-1 0 0,0-1 1 0 0,1 0 0 0 0,-1 0-1 0 0,0 0 1 0 0,1 1 0 0 0,-1-1-1 0 0,0 0 1 0 0,0 0 0 0 0,0 0-1 0 0,0 0 1 0 0,0 1 0 0 0,0-1-1 0 0,0 0 1 0 0,0 0 0 0 0,0 0-1 0 0,0 1 1 0 0,-1-1 0 0 0,1 0-1 0 0,0 0 1 0 0,0 0 0 0 0,-1 1-1 0 0,1-1 1 0 0,-1 0 0 0 0,0-1-1 0 0,-24-29-4457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121 356 2081 0 0,'-60'39'7283'0'0,"-1"-20"-4722"0"0,92-25-2881 0 0,-31-7-80 0 0,60-12 320 0 0,-30-20 160 0 0,121-76 160 0 0,-66 25-400 0 0,-25 44-560 0 0,0 21-721 0 0,31 6-3441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3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96 960 0 0,'0'-1'286'0'0,"-1"0"-1"0"0,1 1 0 0 0,0-1 0 0 0,-1 0 0 0 0,1 1 0 0 0,0-1 0 0 0,-1 0 0 0 0,1 1 0 0 0,-1-1 0 0 0,1 0 0 0 0,-1 1 0 0 0,1-1 0 0 0,-1 1 1 0 0,0-1-1 0 0,1 1 0 0 0,-1-1 0 0 0,0 1 0 0 0,1 0 0 0 0,-1-1 0 0 0,0 1 0 0 0,0 0 0 0 0,1-1 0 0 0,-1 1 0 0 0,0 0 0 0 0,0 0 0 0 0,1 0 1 0 0,-2 0-1 0 0,-28-4 139 0 0,22 3 214 0 0,6-2-612 0 0,1 1 1 0 0,0-1-1 0 0,1 1 1 0 0,-1-1-1 0 0,0 1 1 0 0,1-1-1 0 0,-1 1 1 0 0,1-1-1 0 0,0 0 1 0 0,0 1 0 0 0,0-1-1 0 0,0 0 1 0 0,0 1-1 0 0,1-4 1 0 0,0 3-25 0 0,5 10 14 0 0,-4-5-12 0 0,0-1-1 0 0,0 1 0 0 0,-1 0 0 0 0,1-1 0 0 0,0 1 0 0 0,-1 0 1 0 0,1 0-1 0 0,-1 0 0 0 0,0 0 0 0 0,0 0 0 0 0,1 0 0 0 0,-1 1 1 0 0,-1-1-1 0 0,1 0 0 0 0,0 1 0 0 0,-1-1 0 0 0,1 0 0 0 0,-1 1 1 0 0,1 3-1 0 0,-1-3 2 0 0,0 1-1 0 0,1 0 1 0 0,-1-1 0 0 0,1 1 0 0 0,0 0 0 0 0,0-1 0 0 0,0 1-1 0 0,1-1 1 0 0,-1 0 0 0 0,1 1 0 0 0,0-1 0 0 0,0 0 0 0 0,0 0-1 0 0,0 0 1 0 0,4 4 0 0 0,-5-6-2 0 0,1 5 35 0 0,0 1 1 0 0,-1 0-1 0 0,0-1 1 0 0,0 1-1 0 0,-1 0 0 0 0,0-1 1 0 0,0 1-1 0 0,-2 12 1 0 0,2-11-52 0 0,0-7 15 0 0,0 0 1 0 0,0-1-1 0 0,1 1 0 0 0,-1 0 0 0 0,0 0 0 0 0,0-1 0 0 0,0 1 0 0 0,-1 0 0 0 0,1 0 0 0 0,0 0 0 0 0,0-1 0 0 0,0 1 1 0 0,-1 0-1 0 0,1 0 0 0 0,0-1 0 0 0,0 1 0 0 0,-1 0 0 0 0,1-1 0 0 0,-1 1 0 0 0,1 0 0 0 0,-1-1 0 0 0,1 1 0 0 0,-1-1 1 0 0,1 1-1 0 0,-1-1 0 0 0,1 1 0 0 0,-1-1 0 0 0,0 1 0 0 0,1-1 0 0 0,-1 1 0 0 0,0-1 0 0 0,0 0 0 0 0,1 0 0 0 0,-2 1 0 0 0,1-1 3 0 0,0 1 0 0 0,-1-1 0 0 0,1 1 0 0 0,0 0-1 0 0,0-1 1 0 0,0 1 0 0 0,0 0 0 0 0,1-1-1 0 0,-1 1 1 0 0,0 0 0 0 0,0 0 0 0 0,0 0-1 0 0,1 0 1 0 0,-1 0 0 0 0,0 0 0 0 0,1 0 0 0 0,-1 0-1 0 0,1 0 1 0 0,-1 0 0 0 0,1 0 0 0 0,-1 0-1 0 0,1 0 1 0 0,0 0 0 0 0,0 1 0 0 0,-1-1 0 0 0,1 0-1 0 0,0 0 1 0 0,0 0 0 0 0,0 0 0 0 0,0 1-1 0 0,1-1 1 0 0,-1 0 0 0 0,0 0 0 0 0,1 1-1 0 0,4 3 50 0 0,27-2-51 0 0,1-1 1 0 0,-1-2-1 0 0,60-8 0 0 0,-75 6-3 0 0,45-4 33 0 0,91-21 1 0 0,-120 18-30 0 0,-1 0 0 0 0,41-19 0 0 0,-62 23 5 0 0,1 0 1 0 0,-1-1-1 0 0,0 0 1 0 0,0-1-1 0 0,0 0 1 0 0,-1-1-1 0 0,0 0 1 0 0,-1-1-1 0 0,14-15 1 0 0,-22 23-5 0 0,0-1 0 0 0,0 1 0 0 0,-1-1 0 0 0,1 1 0 0 0,0-1 1 0 0,-1 1-1 0 0,1-1 0 0 0,-1 1 0 0 0,1-1 0 0 0,-1 0 0 0 0,0 1 1 0 0,0-1-1 0 0,0 0 0 0 0,0 1 0 0 0,0-1 0 0 0,0 0 0 0 0,0 1 1 0 0,-1-1-1 0 0,1 1 0 0 0,0-1 0 0 0,-1 0 0 0 0,0 1 0 0 0,1-1 1 0 0,-1 1-1 0 0,0-1 0 0 0,0 1 0 0 0,1-1 0 0 0,-1 1 0 0 0,0 0 0 0 0,0 0 1 0 0,-1-1-1 0 0,1 1 0 0 0,0 0 0 0 0,-2-1 0 0 0,1 0 4 0 0,1 1-1 0 0,-1-1 1 0 0,1 1-1 0 0,0-1 0 0 0,-1 0 1 0 0,1 0-1 0 0,0 1 1 0 0,0-1-1 0 0,0 0 0 0 0,1 0 1 0 0,-1 0-1 0 0,0 0 1 0 0,1 0-1 0 0,-1-3 0 0 0,1 4 1 0 0,0 0 1 0 0,0 0-1 0 0,1 0 0 0 0,-1 0 0 0 0,0 0 0 0 0,0 0 0 0 0,-1 0 0 0 0,1 0 0 0 0,0 0 0 0 0,0-1 0 0 0,0 1 0 0 0,-1 0 1 0 0,1 0-1 0 0,0 0 0 0 0,-1 0 0 0 0,1 0 0 0 0,-1 0 0 0 0,0 0 0 0 0,1 0 0 0 0,-1 1 0 0 0,0-1 0 0 0,1 0 0 0 0,-1 0 1 0 0,0 0-1 0 0,0 1 0 0 0,0-1 0 0 0,0 0 0 0 0,1 1 0 0 0,-1-1 0 0 0,0 1 0 0 0,0-1 0 0 0,0 1 0 0 0,0-1 0 0 0,-2 1 1 0 0,-3-3 5 0 0,7 4 25 0 0,1 1 0 0 0,0-1 0 0 0,-1 0 0 0 0,0 1 0 0 0,1 0 0 0 0,-1-1-1 0 0,0 1 1 0 0,0 0 0 0 0,1-1 0 0 0,-1 1 0 0 0,-1 0 0 0 0,1 0 0 0 0,0 0 0 0 0,0 0 0 0 0,-1 0 0 0 0,1 0 0 0 0,-1 0 0 0 0,1 3 0 0 0,6 54-80 0 0,-4-23 108 0 0,3-6-29 0 0,1 0 1 0 0,2-1-1 0 0,24 55 0 0 0,-20-54 12 0 0,-1 0 0 0 0,-2 1-1 0 0,11 50 1 0 0,9 102-291 0 0,-27-162-19 0 0,-1 1 0 0 0,-2 37 0 0 0,0-35-125 0 0,-7 10-535 0 0,7-33 881 0 0,0-1-1 0 0,-1 1 1 0 0,1-1 0 0 0,0 0 0 0 0,0 1 0 0 0,-1-1 0 0 0,1 1 0 0 0,0-1 0 0 0,-1 1-1 0 0,1-1 1 0 0,0 0 0 0 0,-1 1 0 0 0,1-1 0 0 0,0 1 0 0 0,-1-1 0 0 0,1 0 0 0 0,-1 0-1 0 0,1 1 1 0 0,-1-1 0 0 0,1 0 0 0 0,-1 0 0 0 0,1 1 0 0 0,-1-1 0 0 0,1 0-1 0 0,-1 0 1 0 0,1 0 0 0 0,-1 0 0 0 0,1 0 0 0 0,-1 0 0 0 0,1 0 0 0 0,-1 0 0 0 0,1 0-1 0 0,-1 0 1 0 0,1 0 0 0 0,-1 0 0 0 0,1 0 0 0 0,-1-1 0 0 0,1 1 0 0 0,-1 0-1 0 0,1 0 1 0 0,-1-1 0 0 0,0 0-159 0 0,0 0-1 0 0,0 0 0 0 0,1-1 1 0 0,-1 1-1 0 0,1-1 1 0 0,-1 1-1 0 0,1 0 1 0 0,0-1-1 0 0,-1 1 0 0 0,1-1 1 0 0,0 1-1 0 0,0-1 1 0 0,0 1-1 0 0,0-1 0 0 0,1-2 1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213 102 1601 0 0,'-61'11'3214'0'0,"36"-7"-2356"0"0,1 0 1 0 0,-42 15-1 0 0,52-14-430 0 0,4-4-334 0 0,4-1-16 0 0,1 1 82 0 0,5 4-80 0 0,-1 17 2009 0 0,7-31-496 0 0,1 7-1591 0 0,-7 2 0 0 0,1 0 1 0 0,0 0 0 0 0,0 0 0 0 0,0-1 0 0 0,0 1 0 0 0,0 0 0 0 0,-1 0 0 0 0,1-1 0 0 0,0 1 0 0 0,0-1 0 0 0,-1 1 0 0 0,1 0 0 0 0,0-1-1 0 0,-1 0 1 0 0,1 1 0 0 0,0-1 0 0 0,-1 1 0 0 0,1-1 0 0 0,-1 0 0 0 0,1 1 0 0 0,-1-1 0 0 0,1 0 0 0 0,-1 0 0 0 0,1 1 0 0 0,-1-1 0 0 0,0 0 0 0 0,0 0-1 0 0,1 0 1 0 0,-1 1 0 0 0,0-1 0 0 0,0 0 0 0 0,0 0 0 0 0,0 0 0 0 0,0 0 0 0 0,0-1 0 0 0,0 1-1 0 0,0 0 1 0 0,0 1-1 0 0,1-1 1 0 0,-1 0-1 0 0,0 0 1 0 0,0 1-1 0 0,1-1 1 0 0,-1 0-1 0 0,0 1 1 0 0,1-1-1 0 0,-1 0 1 0 0,1 1-1 0 0,-1-1 0 0 0,1 0 1 0 0,-1 1-1 0 0,1-1 1 0 0,-1 1-1 0 0,1-1 1 0 0,0 1-1 0 0,-1-1 1 0 0,1 1-1 0 0,-1 0 1 0 0,1-1-1 0 0,0 1 1 0 0,0 0-1 0 0,0-1 1 0 0,0 1-1 0 0,0-1 0 0 0,0 1 1 0 0,0 0-1 0 0,0-1 1 0 0,0 0-1 0 0,0 1 0 0 0,0-1 1 0 0,0 1-1 0 0,-1-1 0 0 0,1 0 1 0 0,0 1-1 0 0,0-1 1 0 0,-1 0-1 0 0,1 0 0 0 0,-1 0 1 0 0,1 0-1 0 0,0 0 0 0 0,-1 1 1 0 0,0-1-1 0 0,1 0 1 0 0,-1 0-1 0 0,0 0 0 0 0,1 0 1 0 0,-1 0-1 0 0,0 0 0 0 0,0 0 1 0 0,0-2-1 0 0,0 2-1 0 0,0 0-1 0 0,0 0 1 0 0,0 1-1 0 0,0-1 0 0 0,1 0 1 0 0,-1 0-1 0 0,0 1 1 0 0,0-1-1 0 0,0 0 1 0 0,1 0-1 0 0,-1 1 1 0 0,0-1-1 0 0,1 0 0 0 0,-1 1 1 0 0,1-1-1 0 0,-1 0 1 0 0,1 1-1 0 0,-1-1 1 0 0,1 1-1 0 0,-1-1 0 0 0,1 0 1 0 0,-1 1-1 0 0,1 0 1 0 0,0-1-1 0 0,-1 1 1 0 0,1-1-1 0 0,0 1 1 0 0,0 0-1 0 0,-1-1 0 0 0,1 1 1 0 0,0 0-1 0 0,0 0 1 0 0,0-1-1 0 0,0 1 0 0 0,0 0 0 0 0,-1 0 0 0 0,1 0 0 0 0,0-1 0 0 0,0 1-1 0 0,-1 0 1 0 0,1-1 0 0 0,0 1 0 0 0,-1-1 0 0 0,1 1 0 0 0,0-1 0 0 0,-1 1 0 0 0,1-1 0 0 0,-1 1 0 0 0,1-1 0 0 0,-1 0 0 0 0,1 1 0 0 0,-1-1 0 0 0,0 0 0 0 0,1 1 0 0 0,-1-1 0 0 0,0 0 0 0 0,1 0 0 0 0,-1 1 0 0 0,0-1 0 0 0,0 0 0 0 0,0 0 0 0 0,1 1 0 0 0,-1-1 0 0 0,0 0 0 0 0,0-1 0 0 0,2-2-6 0 0,1 0 0 0 0,-1 0 0 0 0,1 1 0 0 0,0-1 0 0 0,1 0 0 0 0,-1 1 0 0 0,1 0 0 0 0,-1 0 0 0 0,1 0 0 0 0,0 0 0 0 0,0 1 0 0 0,7-4 0 0 0,-6 3 4 0 0,-1-5 2 0 0,2 3 0 0 0,-5 5-2 0 0,1 0 0 0 0,-1 0 0 0 0,0 0 1 0 0,1 0-1 0 0,-1 0 0 0 0,1 0 0 0 0,-1 0 1 0 0,0 0-1 0 0,1 1 0 0 0,-1-1 0 0 0,0 1 1 0 0,1-1-1 0 0,-1 1 0 0 0,0-1 1 0 0,0 1-1 0 0,0 0 0 0 0,1 0 0 0 0,-1 0 1 0 0,0-1-1 0 0,0 1 0 0 0,0 0 0 0 0,0 0 1 0 0,-1 0-1 0 0,2 2 0 0 0,22 43-21 0 0,12 51 130 0 0,9 4 146 0 0,-30-12-106 0 0,5-11-187 0 0,-16-59 18 0 0,2 14-167 0 0,14 43 0 0 0,-19-74 133 0 0,-1 0 1 0 0,1 0 0 0 0,-1 0 0 0 0,1 0 0 0 0,0-1 0 0 0,0 1 0 0 0,0 0 0 0 0,0 0-1 0 0,0-1 1 0 0,0 1 0 0 0,1-1 0 0 0,-1 1 0 0 0,0-1 0 0 0,1 1 0 0 0,-1-1 0 0 0,1 0 0 0 0,-1 0-1 0 0,1 0 1 0 0,0 0 0 0 0,0 0 0 0 0,-1 0 0 0 0,1 0 0 0 0,0 0 0 0 0,0-1 0 0 0,0 1-1 0 0,0-1 1 0 0,3 1 0 0 0,-1-2-252 0 0,1 1 0 0 0,-1-1 0 0 0,0 0 0 0 0,0-1 0 0 0,0 1 0 0 0,0-1 0 0 0,0 1-1 0 0,0-1 1 0 0,-1 0 0 0 0,1-1 0 0 0,0 1 0 0 0,-1-1 0 0 0,6-5 0 0 0,46-39-5376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20 560 0 0,'0'0'1748'0'0,"0"0"-1688"0"0,0 0 0 0 0,0 0 0 0 0,0 0 1 0 0,0 0-1 0 0,0 0 0 0 0,-1-1 0 0 0,1 1 0 0 0,0 0 1 0 0,0 0-1 0 0,0 0 0 0 0,0 0 0 0 0,0 0 1 0 0,0-1-1 0 0,0 1 0 0 0,0 0 0 0 0,0 0 0 0 0,0 0 1 0 0,0 0-1 0 0,0-1 0 0 0,0 1 0 0 0,0 0 1 0 0,0 0-1 0 0,0 0 0 0 0,0 0 0 0 0,0-1 0 0 0,0 1 1 0 0,0 0-1 0 0,0 0 0 0 0,0 0 0 0 0,0 0 0 0 0,1-1 1 0 0,-1 1-1 0 0,0 0 0 0 0,0 0 0 0 0,0 0 1 0 0,0 0-1 0 0,0 0 0 0 0,0 0 0 0 0,0-1 0 0 0,1 1 1 0 0,-1 0-1 0 0,0 0 0 0 0,0 0 0 0 0,0 0 1 0 0,0 0-1 0 0,0 0 0 0 0,1 0 0 0 0,-1 0 0 0 0,0 0 1 0 0,0 0-1 0 0,0 0 0 0 0,0 0 0 0 0,1 0 0 0 0,-1 0 1 0 0,0 0-1 0 0,0 0 0 0 0,0 0 0 0 0,0 0 1 0 0,1 0-1 0 0,-1 0 0 0 0,0 0 0 0 0,0 0 0 0 0,0 0 1 0 0,0 0-1 0 0,1 0 0 0 0,-1 0 0 0 0,0 0 1 0 0,0 0-1 0 0,0 1 0 0 0,86-15 2061 0 0,-77 14-2115 0 0,4 0-26 0 0,0 0-1 0 0,0 0 1 0 0,0 1-1 0 0,-1 1 1 0 0,14 3 0 0 0,-22-4 40 0 0,0 1 0 0 0,-1 0 0 0 0,1 0 0 0 0,-1 0 0 0 0,1 0 1 0 0,-1 0-1 0 0,0 1 0 0 0,0-1 0 0 0,0 1 0 0 0,0 0 0 0 0,0 0 1 0 0,-1 0-1 0 0,1 0 0 0 0,-1 1 0 0 0,0-1 0 0 0,0 1 0 0 0,0-1 1 0 0,2 7-1 0 0,-3-8 11 0 0,1 1 0 0 0,-1 0 0 0 0,1 0 0 0 0,-1 0 0 0 0,0 0 0 0 0,0 0 0 0 0,0 0-1 0 0,0 0 1 0 0,-1 0 0 0 0,1 0 0 0 0,-1 0 0 0 0,0 0 0 0 0,0 0 0 0 0,0 0 0 0 0,0 0 0 0 0,-1 1 0 0 0,1-1 0 0 0,-1 0 0 0 0,0 0 0 0 0,0 0 0 0 0,0 0 0 0 0,0 0 0 0 0,0-1 0 0 0,-1 1 0 0 0,1 0 0 0 0,-1 0 0 0 0,-3 4 0 0 0,1-2 37 0 0,0 1 1 0 0,1 0-1 0 0,-1 0 1 0 0,1 0-1 0 0,1 1 1 0 0,-1-1-1 0 0,1 1 1 0 0,0-1-1 0 0,1 1 1 0 0,0 0-1 0 0,0-1 1 0 0,0 1-1 0 0,1 0 0 0 0,0 13 1 0 0,0-18-54 0 0,0 1 0 0 0,0-1 0 0 0,0 0 0 0 0,-1 1 0 0 0,1-1 0 0 0,-1 1 0 0 0,0-1 0 0 0,0 0 0 0 0,0 1 0 0 0,0-1 0 0 0,0 0 0 0 0,0 0 0 0 0,-1 0 1 0 0,1 0-1 0 0,-1 0 0 0 0,-2 3 0 0 0,-4 5 49 0 0,4-3 9 0 0,2-3-37 0 0,0-1-1 0 0,-1 1 1 0 0,1-1 0 0 0,-1 0 0 0 0,1 0 0 0 0,-1 0 0 0 0,0 0-1 0 0,0 0 1 0 0,0-1 0 0 0,-7 4 0 0 0,-15 0 57 0 0,-13-8-33 0 0,37 2-59 0 0,0 0 0 0 0,0 0 0 0 0,0 0-1 0 0,0 0 1 0 0,0 0 0 0 0,0 0 0 0 0,0-1-1 0 0,0 1 1 0 0,0 0 0 0 0,0-1 0 0 0,1 1-1 0 0,-1-1 1 0 0,0 1 0 0 0,0-1-1 0 0,0 0 1 0 0,0 1 0 0 0,1-1 0 0 0,-1 0-1 0 0,0 1 1 0 0,0-1 0 0 0,1 0 0 0 0,-1 0-1 0 0,1 0 1 0 0,-1 1 0 0 0,1-1 0 0 0,-1-2-1 0 0,0 3 0 0 0,1-1 0 0 0,0 1 0 0 0,0-1 0 0 0,0 1 0 0 0,0-1 0 0 0,0 1 0 0 0,-1-1 0 0 0,1 1 0 0 0,0 0 0 0 0,0-1 0 0 0,-1 1 0 0 0,1-1 0 0 0,0 1 0 0 0,-1 0 0 0 0,1-1 0 0 0,-1 1 0 0 0,1-1 0 0 0,0 1 0 0 0,-1 0 0 0 0,1 0 0 0 0,-1-1 0 0 0,1 1 0 0 0,-1 0 0 0 0,1 0 0 0 0,-1 0 0 0 0,1-1 0 0 0,-1 1 0 0 0,1 0 0 0 0,-1 0 0 0 0,1 0 0 0 0,-1 0 0 0 0,1 0 0 0 0,-1 0 0 0 0,1 0 0 0 0,-1 0 0 0 0,0 0 0 0 0,0 0 0 0 0,1 1 0 0 0,-1-1 0 0 0,1 0 0 0 0,-1 0 0 0 0,1 0 0 0 0,-1 0 0 0 0,0 0 0 0 0,1 0 0 0 0,-1-1 0 0 0,1 1 0 0 0,-1 0 0 0 0,1 0 0 0 0,-1 0 0 0 0,1 0 0 0 0,-1-1 0 0 0,1 1 0 0 0,-1 0 0 0 0,1 0 0 0 0,-1-1 0 0 0,1 1 0 0 0,0 0 0 0 0,-1-1 0 0 0,1 1 0 0 0,-1-1 0 0 0,1 1 0 0 0,0-1 0 0 0,-1 1 0 0 0,1 0 0 0 0,0-1 0 0 0,0 1 0 0 0,-1-1 0 0 0,1 1 0 0 0,0-1 0 0 0,0 1 0 0 0,0-1 0 0 0,0 0 0 0 0,-1 0 0 0 0,1-1 0 0 0,0 1 0 0 0,0-1 0 0 0,0 0 0 0 0,0 0 0 0 0,0 0 0 0 0,0 0 0 0 0,1 0 0 0 0,-1 1 0 0 0,1-1 0 0 0,-1 0 0 0 0,1 0 0 0 0,-1 1 0 0 0,1-1 0 0 0,0 0 0 0 0,0 1 0 0 0,0-1 0 0 0,0 0 0 0 0,0 1 0 0 0,0 0 0 0 0,1-1 0 0 0,1-1 0 0 0,1 1 0 0 0,0 0 0 0 0,0 1 0 0 0,1-1 0 0 0,-1 1 0 0 0,0 0 0 0 0,0 0 0 0 0,9 0 0 0 0,-9 1 0 0 0,5-4-11 0 0,1 0-15 0 0,36 7-3 0 0,-29-1 45 0 0,0 1 1 0 0,0 1-1 0 0,-1 0 1 0 0,0 1-1 0 0,30 14 1 0 0,-37-15-1 0 0,0 1 0 0 0,-1-1 0 0 0,1 1 1 0 0,-1 1-1 0 0,0 0 0 0 0,-1 0 0 0 0,1 0 0 0 0,-1 1 1 0 0,-1 0-1 0 0,1 1 0 0 0,10 15 0 0 0,-16-21-43 0 0,0 0 0 0 0,0 0-1 0 0,0 1 1 0 0,0-1 0 0 0,1 0 0 0 0,-1 0-1 0 0,1-1 1 0 0,-1 1 0 0 0,1 0 0 0 0,0 0-1 0 0,0-1 1 0 0,0 1 0 0 0,0-1 0 0 0,0 0-1 0 0,0 1 1 0 0,4 0 0 0 0,-4-1-165 0 0,-1-1 0 0 0,1 0 0 0 0,0 0 0 0 0,0 0 0 0 0,0-1 0 0 0,-1 1 1 0 0,1 0-1 0 0,0-1 0 0 0,0 1 0 0 0,-1-1 0 0 0,1 1 0 0 0,0-1 0 0 0,-1 0 0 0 0,1 0 0 0 0,-1 0 0 0 0,1 0 1 0 0,-1 0-1 0 0,1 0 0 0 0,-1 0 0 0 0,0 0 0 0 0,0-1 0 0 0,1 1 0 0 0,0-2 0 0 0,18-12-1767 0 0,-16 13 1625 0 0,-1 0 1 0 0,1 0-1 0 0,-1-1 0 0 0,0 0 1 0 0,1 1-1 0 0,-1-1 0 0 0,3-5 0 0 0,-5 6 157 0 0,0 0-1 0 0,0 0 0 0 0,0-1 1 0 0,-1 1-1 0 0,1 0 0 0 0,-1-1 1 0 0,0 1-1 0 0,1 0 0 0 0,-1-1 1 0 0,-1-2-1 0 0,1 4 158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9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0 320 0 0,'-5'0'2068'0'0,"-5"1"-1074"0"0,-1 1 0 0 0,0-1 0 0 0,0 2 0 0 0,1 0 0 0 0,-1 0 0 0 0,-18 9 0 0 0,22-9-855 0 0,0 0 0 0 0,1 0 0 0 0,-1 1 0 0 0,1 0 0 0 0,0 1 0 0 0,0-1 0 0 0,0 1-1 0 0,0 0 1 0 0,1 0 0 0 0,0 1 0 0 0,0 0 0 0 0,-5 8 0 0 0,7-9-119 0 0,0 1 9 0 0,0 0-1 0 0,0 0 1 0 0,0 0-1 0 0,1 1 0 0 0,0-1 1 0 0,0 1-1 0 0,-1 6 1 0 0,3-10-16 0 0,0-1 0 0 0,0 1 0 0 0,1-1 0 0 0,-1 1 0 0 0,0-1 0 0 0,1 0 0 0 0,-1 1 0 0 0,1-1 0 0 0,0 1 0 0 0,0-1 0 0 0,0 0 0 0 0,0 0 0 0 0,0 0 0 0 0,1 0 0 0 0,-1 1 0 0 0,1-2 0 0 0,-1 1 1 0 0,1 0-1 0 0,0 0 0 0 0,-1 0 0 0 0,1-1 0 0 0,0 1 0 0 0,0-1 0 0 0,0 0 0 0 0,1 1 0 0 0,1 0 0 0 0,17 10 66 0 0,79 41 135 0 0,-88-47-199 0 0,1-1 0 0 0,0-1 1 0 0,0 0-1 0 0,0 0 0 0 0,0-1 1 0 0,20 1-1 0 0,-10-3-8 0 0,77 0-62 0 0,-93-1 54 0 0,-1 0 1 0 0,1-1 0 0 0,-1 0-1 0 0,0-1 1 0 0,1 1-1 0 0,-1-1 1 0 0,0 0 0 0 0,0-1-1 0 0,0 0 1 0 0,0 1-1 0 0,8-7 1 0 0,-13 8 2 0 0,-1 0 0 0 0,1 1 0 0 0,-1-1-1 0 0,1 1 1 0 0,-1-1 0 0 0,1 0 0 0 0,-1 1 0 0 0,1-1 0 0 0,-1 0 0 0 0,0 1 0 0 0,1-1 0 0 0,-1 0 0 0 0,0 0-1 0 0,0 1 1 0 0,0-1 0 0 0,0 0 0 0 0,1 0 0 0 0,-1 0 0 0 0,0 1 0 0 0,0-1 0 0 0,0 0 0 0 0,-1 0 0 0 0,1 0-1 0 0,0 1 1 0 0,0-1 0 0 0,0 0 0 0 0,0 0 0 0 0,-1 1 0 0 0,1-1 0 0 0,0 0 0 0 0,-1 1 0 0 0,1-1 0 0 0,-1 0-1 0 0,1 1 1 0 0,-1-1 0 0 0,0-1 0 0 0,-22-20-9 0 0,20 20 11 0 0,-1-2 0 0 0,-9-7 13 0 0,1 0 0 0 0,-1 1 1 0 0,-1 1-1 0 0,0 0 0 0 0,0 1 1 0 0,-1 0-1 0 0,0 1 0 0 0,-27-9 1 0 0,17 12 22 0 0,18 3-25 0 0,0 0 0 0 0,1 0 0 0 0,-1-1 1 0 0,1 0-1 0 0,-1 0 0 0 0,-9-5 0 0 0,15 6-18 0 0,0 0 0 0 0,0 0 0 0 0,0 1 0 0 0,0-1 0 0 0,-1 0-1 0 0,1 1 1 0 0,0-1 0 0 0,-1 0 0 0 0,1 1 0 0 0,0 0-1 0 0,-1-1 1 0 0,1 1 0 0 0,-1 0 0 0 0,1 0 0 0 0,-1 0 0 0 0,-1 0-1 0 0,-3 0-22 0 0,1 0-147 0 0,15 0-214 0 0,222 1-7416 0 0,-142 6 5295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19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19 240 0 0,'-7'9'5733'0'0,"-10"-5"-4276"0"0,15-4-897 0 0,-88 2 1935 0 0,60 3-1308 0 0,25-5-307 0 0,10-1-3328 0 0,28-2-79 0 0,-32 3 2373 0 0,0 0 0 0 0,0 0 0 0 0,0 0 0 0 0,0 0 0 0 0,0-1 0 0 0,0 1 1 0 0,0 0-1 0 0,0 0 0 0 0,0-1 0 0 0,0 1 0 0 0,0-1 0 0 0,-1 1 1 0 0,1-1-1 0 0,0 1 0 0 0,0-1 0 0 0,-1 0 0 0 0,1 1 0 0 0,0-1 1 0 0,-1 0-1 0 0,1 0 0 0 0,0 1 0 0 0,-1-1 0 0 0,1 0 0 0 0,-1 0 1 0 0,0 0-1 0 0,1 0 0 0 0,-1 1 0 0 0,0-1 0 0 0,1-1 0 0 0,-1-16-2087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14 1361 0 0,'-5'-7'4558'0'0,"-15"6"-1298"0"0,-25 11-2612 0 0,24-5-70 0 0,13-4-439 0 0,-1 0 0 0 0,1 1 0 0 0,0 0 0 0 0,0 0 0 0 0,0 1 0 0 0,0 0 0 0 0,0 1 0 0 0,1-1 0 0 0,-1 2 0 0 0,-13 9 0 0 0,7-5 13 0 0,-4-1 41 0 0,17-8-189 0 0,0 1 0 0 0,0-1-1 0 0,0 0 1 0 0,1 0-1 0 0,-1 0 1 0 0,0 1 0 0 0,0-1-1 0 0,1 0 1 0 0,-1 1 0 0 0,0-1-1 0 0,1 0 1 0 0,-1 1-1 0 0,0-1 1 0 0,1 1 0 0 0,-1-1-1 0 0,0 1 1 0 0,1-1-1 0 0,-1 1 1 0 0,1 0 0 0 0,-1-1-1 0 0,1 1 1 0 0,0 0-1 0 0,-1-1 1 0 0,1 1 0 0 0,0 0-1 0 0,-1 0 1 0 0,1-1-1 0 0,0 1 1 0 0,0 0 0 0 0,0 0-1 0 0,-1-1 1 0 0,1 1-1 0 0,0 0 1 0 0,0 1 0 0 0,0-1 4 0 0,-1 1 0 0 0,1 0 0 0 0,-1-1 0 0 0,0 1 0 0 0,1-1 0 0 0,-1 1 0 0 0,0 0 1 0 0,0-1-1 0 0,0 0 0 0 0,0 1 0 0 0,0-1 0 0 0,-1 0 0 0 0,1 0 0 0 0,-2 2 0 0 0,2-2 1 0 0,0-1 0 0 0,0 1-1 0 0,0 0 1 0 0,0-1 0 0 0,0 1 0 0 0,0 0-1 0 0,0 0 1 0 0,0 0 0 0 0,0 0 0 0 0,0 0-1 0 0,1 0 1 0 0,-1 0 0 0 0,0 0 0 0 0,1 0-1 0 0,-1 0 1 0 0,1 0 0 0 0,-1 0 0 0 0,1 0-1 0 0,-1 0 1 0 0,1 1 0 0 0,0-1 0 0 0,0 0-1 0 0,0 0 1 0 0,0 0 0 0 0,-1 1 0 0 0,2-1-1 0 0,-1 0 1 0 0,0 0 0 0 0,0 1 0 0 0,0-1-1 0 0,0 0 1 0 0,1 0 0 0 0,-1 0 0 0 0,1 1-1 0 0,-1-1 1 0 0,1 0 0 0 0,-1 0 0 0 0,1 0-1 0 0,0 0 1 0 0,0 1 0 0 0,54 39 231 0 0,-39-27-203 0 0,1-1-1 0 0,0 0 1 0 0,0-2-1 0 0,1 1 1 0 0,1-2 0 0 0,-1-1-1 0 0,2 0 1 0 0,-1-1-1 0 0,1-1 1 0 0,23 4 0 0 0,-4-3-38 0 0,1-2 1 0 0,-1-1-1 0 0,1-2 1 0 0,61-4-1 0 0,-89 0-18 0 0,38-3-27 0 0,-48 4 46 0 0,-1-1-1 0 0,0 1 1 0 0,0 0-1 0 0,1 0 1 0 0,-1-1-1 0 0,0 1 1 0 0,1-1 0 0 0,-1 1-1 0 0,0-1 1 0 0,0 1-1 0 0,0-1 1 0 0,0 0-1 0 0,0 0 1 0 0,0 1-1 0 0,0-1 1 0 0,0 0-1 0 0,0 0 1 0 0,0 0-1 0 0,0 0 1 0 0,0 0-1 0 0,0 0 1 0 0,-1-1-1 0 0,1 1 1 0 0,-1 0-1 0 0,1 0 1 0 0,-1 0-1 0 0,1-1 1 0 0,-1 1-1 0 0,1 0 1 0 0,-1-2-1 0 0,-1-9-13 0 0,0 1-1 0 0,-1-1 1 0 0,-1 1-1 0 0,0-1 1 0 0,0 1-1 0 0,-1 0 0 0 0,0 0 1 0 0,-1 0-1 0 0,-1 1 1 0 0,0 0-1 0 0,0 0 1 0 0,0 0-1 0 0,-13-13 1 0 0,7 9-9 0 0,-1 0 0 0 0,0 1 0 0 0,-2 0 0 0 0,1 1 0 0 0,-1 1 0 0 0,-1 0 0 0 0,-23-12 0 0 0,-20 3 82 0 0,27 11-131 0 0,27 4-21 0 0,5 4-81 0 0,44 5-1856 0 0,-27-1 1059 0 0,133 15-6179 0 0,-89-11 5002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1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1 160 0 0,'0'1'258'0'0,"0"1"-1"0"0,-1-1 1 0 0,1 0 0 0 0,-1 1 0 0 0,1-1-1 0 0,-1 1 1 0 0,0-1 0 0 0,1 0-1 0 0,-1 0 1 0 0,0 1 0 0 0,0-1-1 0 0,0 0 1 0 0,0 0 0 0 0,0 0-1 0 0,0 0 1 0 0,0 0 0 0 0,0 0-1 0 0,0 0 1 0 0,-1 0 0 0 0,-1 1 0 0 0,-36 16 3036 0 0,12-4-2249 0 0,-9 18 383 0 0,35-31-1405 0 0,-1 0 1 0 0,0 0 0 0 0,1 0 0 0 0,-1 0 0 0 0,1 0 0 0 0,-1 0 0 0 0,1 1-1 0 0,-1-1 1 0 0,1 0 0 0 0,0 1 0 0 0,0-1 0 0 0,-1 1 0 0 0,1 0-1 0 0,0-1 1 0 0,1 1 0 0 0,-1 0 0 0 0,0 0 0 0 0,0-1 0 0 0,1 1 0 0 0,-1 3-1 0 0,1-2 11 0 0,0 1-1 0 0,1-1 0 0 0,0 0 1 0 0,-1 0-1 0 0,1 0 1 0 0,0 0-1 0 0,1 0 0 0 0,-1 0 1 0 0,3 4-1 0 0,5 13 93 0 0,-5-11-84 0 0,0-1 1 0 0,1 0-1 0 0,-1-1 0 0 0,1 1 1 0 0,1-1-1 0 0,-1 0 0 0 0,1 0 1 0 0,1 0-1 0 0,-1-1 1 0 0,1 0-1 0 0,0 0 0 0 0,16 9 1 0 0,14 13 126 0 0,-12-11-119 0 0,0-1-1 0 0,1 0 0 0 0,0-2 1 0 0,1-1-1 0 0,1-2 0 0 0,0 0 1 0 0,0-2-1 0 0,1-1 1 0 0,45 7-1 0 0,-66-14-48 0 0,0 0 0 0 0,1 0 0 0 0,-1-1 0 0 0,0 0 0 0 0,0 0 0 0 0,0-1 0 0 0,15-3 0 0 0,-7 1-9 0 0,-15 3 13 0 0,1 0-1 0 0,0 0 1 0 0,-1 0 0 0 0,1 0 0 0 0,0 0-1 0 0,-1-1 1 0 0,1 1 0 0 0,-1-1 0 0 0,1 1 0 0 0,-1-1-1 0 0,1 0 1 0 0,-1 0 0 0 0,1 1 0 0 0,-1-1-1 0 0,1 0 1 0 0,-1 0 0 0 0,0 0 0 0 0,0-1-1 0 0,0 1 1 0 0,1 0 0 0 0,-1 0 0 0 0,0-1-1 0 0,0 1 1 0 0,-1 0 0 0 0,1-1 0 0 0,0 1-1 0 0,0-1 1 0 0,-1 1 0 0 0,1-1 0 0 0,-1 1 0 0 0,1-1-1 0 0,-1 0 1 0 0,0 1 0 0 0,0-1 0 0 0,1 0-1 0 0,-1 1 1 0 0,0-1 0 0 0,-1 0 0 0 0,1 1-1 0 0,0-1 1 0 0,0 0 0 0 0,-1 1 0 0 0,1-1-1 0 0,-1 1 1 0 0,1-1 0 0 0,-1 1 0 0 0,0-1 0 0 0,1 1-1 0 0,-1-1 1 0 0,0 1 0 0 0,0 0 0 0 0,0-1-1 0 0,0 1 1 0 0,0 0 0 0 0,-3-3 0 0 0,-20-18 101 0 0,-53-38 0 0 0,13 10-38 0 0,31 21-77 0 0,13 11-76 0 0,-1 0 1 0 0,0 1-1 0 0,-1 1 1 0 0,-1 1-1 0 0,0 1 1 0 0,-30-13 0 0 0,36 22-194 0 0,15 5 220 0 0,0 0-1 0 0,1 0 0 0 0,-1 0 1 0 0,1 0-1 0 0,-1-1 0 0 0,0 1 1 0 0,1 0-1 0 0,-1-1 0 0 0,1 0 0 0 0,-1 1 1 0 0,1-1-1 0 0,-1 0 0 0 0,1 0 1 0 0,0 0-1 0 0,-1 0 0 0 0,1 0 0 0 0,0 0 1 0 0,0 0-1 0 0,0 0 0 0 0,0 0 1 0 0,0-1-1 0 0,0 1 0 0 0,0 0 1 0 0,0-1-1 0 0,0 1 0 0 0,0-1 0 0 0,1 1 1 0 0,-1-1-1 0 0,1 1 0 0 0,-1-1 1 0 0,1 1-1 0 0,-1-4 0 0 0,6 4-861 0 0,116 0-5710 0 0,-66 2 4536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1201 0 0,'-3'2'449'0'0,"0"1"0"0"0,0-1 1 0 0,0 0-1 0 0,0 0 0 0 0,0 0 1 0 0,0-1-1 0 0,-1 1 1 0 0,1-1-1 0 0,-1 0 0 0 0,1 0 1 0 0,-5 1-1 0 0,-5 3 708 0 0,8-2-551 0 0,2-1-356 0 0,0 0-1 0 0,0-1 1 0 0,0 1 0 0 0,0 0 0 0 0,1 1 0 0 0,-1-1-1 0 0,1 0 1 0 0,0 1 0 0 0,-4 3 0 0 0,6-4-204 0 0,-1 0 0 0 0,1 0 0 0 0,-1 0-1 0 0,1 0 1 0 0,-1 0 0 0 0,1 0 0 0 0,0 0 0 0 0,0 1 0 0 0,0-1 0 0 0,0 0 0 0 0,1 0 0 0 0,-1 0 0 0 0,0 0 0 0 0,1 0 0 0 0,-1 0 0 0 0,1 0 0 0 0,0 0 0 0 0,0 0 0 0 0,0-1 0 0 0,1 3 0 0 0,3 7-1 0 0,1-1 1 0 0,0 0 0 0 0,1 0-1 0 0,0-1 1 0 0,1 1 0 0 0,0-2 0 0 0,0 1-1 0 0,0-1 1 0 0,1 0 0 0 0,1-1-1 0 0,10 7 1 0 0,10 3 37 0 0,1-1-1 0 0,47 16 1 0 0,-22-9 14 0 0,-23-9-61 0 0,27 12 59 0 0,1-2 0 0 0,76 19 0 0 0,-133-42-98 0 0,22 1 46 0 0,-26-3-33 0 0,1 1 0 0 0,-1-1 0 0 0,1 0-1 0 0,-1 1 1 0 0,1-1 0 0 0,-1 0 0 0 0,1 0 0 0 0,-1 0 0 0 0,0 0-1 0 0,1 1 1 0 0,-1-1 0 0 0,0 0 0 0 0,0 0 0 0 0,1 0 0 0 0,-1 0 0 0 0,0 0-1 0 0,0 0 1 0 0,0 0 0 0 0,0 0 0 0 0,0 0 0 0 0,-1 0 0 0 0,1 0-1 0 0,0-1 5 0 0,-1 0-1 0 0,1 1 0 0 0,-1-1 0 0 0,0 1 0 0 0,1-1 1 0 0,-1 0-1 0 0,0 1 0 0 0,0 0 0 0 0,0-1 0 0 0,0 1 1 0 0,0 0-1 0 0,0-1 0 0 0,0 1 0 0 0,-1 0 0 0 0,1 0 1 0 0,0 0-1 0 0,-3-2 0 0 0,-12-11 30 0 0,-4-9-133 0 0,-125-127-37 0 0,123 131-380 0 0,0 1 1 0 0,-2 2 0 0 0,0 0-1 0 0,-1 1 1 0 0,-44-19 0 0 0,43 22-2496 0 0,21-1-2640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2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39 1281 0 0,'-25'6'4001'0'0,"2"2"-794"0"0,23-8-3192 0 0,0 0 0 0 0,0 0 1 0 0,0 0-1 0 0,0 0 0 0 0,0 0 0 0 0,0 0 0 0 0,0 0 0 0 0,0 0 0 0 0,0 0 1 0 0,1 0-1 0 0,-1 0 0 0 0,0 1 0 0 0,0-1 0 0 0,0 0 0 0 0,0 0 1 0 0,0 0-1 0 0,0 0 0 0 0,0 0 0 0 0,0 0 0 0 0,0 0 0 0 0,0 0 0 0 0,0 0 1 0 0,0 0-1 0 0,0 1 0 0 0,0-1 0 0 0,0 0 0 0 0,1 0 0 0 0,-1 0 0 0 0,0 0 1 0 0,0 0-1 0 0,0 0 0 0 0,0 0 0 0 0,0 0 0 0 0,0 1 0 0 0,0-1 0 0 0,0 0 1 0 0,-1 0-1 0 0,1 0 0 0 0,0 0 0 0 0,0 0 0 0 0,0 0 0 0 0,0 0 1 0 0,0 0-1 0 0,0 1 0 0 0,0-1 0 0 0,0 0 0 0 0,0 0 0 0 0,0 0 0 0 0,0 0 1 0 0,0 0-1 0 0,0 0 0 0 0,0 0 0 0 0,0 0 0 0 0,0 0 0 0 0,-1 0 0 0 0,1 0 1 0 0,0 0-1 0 0,0 0 0 0 0,0 0 0 0 0,0 1 0 0 0,0-1 0 0 0,0 0 1 0 0,0 0-1 0 0,0 0 0 0 0,-1 0 0 0 0,46 4 20 0 0,-36-3 192 0 0,83 6 0 0 0,133 5 176 0 0,-191-12-777 0 0,0-2 0 0 0,0-1 0 0 0,-1-1 0 0 0,44-12 0 0 0,-75 15 130 0 0,1 0 0 0 0,0 0 0 0 0,-1 0 1 0 0,1 0-1 0 0,-1-1 0 0 0,1 1 0 0 0,-1-1 1 0 0,0 1-1 0 0,0-1 0 0 0,0 0 0 0 0,3-3 1 0 0,-1 1-381 0 0,-4 4 575 0 0,0 0-1 0 0,1-1 0 0 0,-1 1 1 0 0,0 0-1 0 0,1 0 0 0 0,-1-1 1 0 0,0 1-1 0 0,0 0 1 0 0,0-1-1 0 0,1 1 0 0 0,-1 0 1 0 0,0-1-1 0 0,0 1 0 0 0,0 0 1 0 0,0-1-1 0 0,0 1 0 0 0,0 0 1 0 0,1-1-1 0 0,-1 1 1 0 0,0-1-1 0 0,0 1 0 0 0,0 0 1 0 0,0-1-1 0 0,0 1 0 0 0,-1-1 1 0 0,1 1-1 0 0,0 0 0 0 0,0-1 1 0 0,0 1-1 0 0,0 0 1 0 0,0-1-1 0 0,0 1 0 0 0,-1 0 1 0 0,1-1-1 0 0,0 1 0 0 0,0 0 1 0 0,0-1-1 0 0,-1 1 0 0 0,1 0 1 0 0,0 0-1 0 0,0-1 1 0 0,-1 1-1 0 0,-24-19-1978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3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6483 0 0,'30'102'3442'0'0,"-30"-14"-3042"0"0,0-11-560 0 0,30-8 240 0 0,-30-11 80 0 0,0-33-240 0 0,0-31-721 0 0,30-13-1600 0 0,31-31-3842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115 143 960 0 0,'0'1'376'0'0,"0"0"0"0"0,1 1 0 0 0,-1-1 0 0 0,0 0 0 0 0,0 0 0 0 0,0 0-1 0 0,0 0 1 0 0,-1 0 0 0 0,1 0 0 0 0,0 0 0 0 0,0 0 0 0 0,-1 0 0 0 0,1 0-1 0 0,0 0 1 0 0,-1 0 0 0 0,1-1 0 0 0,-1 1 0 0 0,-1 2 0 0 0,0-3-279 0 0,0 1-1 0 0,0-1 1 0 0,0 0 0 0 0,0 0 0 0 0,0 0 0 0 0,0 0 0 0 0,0 0 0 0 0,0 0-1 0 0,0 0 1 0 0,0-1 0 0 0,0 1 0 0 0,0-1 0 0 0,-2-1 0 0 0,-13-3 205 0 0,34 4 183 0 0,-12 1-85 0 0,-5-1-370 0 0,1 0 1 0 0,-1-1-1 0 0,0 1 1 0 0,0 0-1 0 0,0 0 1 0 0,0 0-1 0 0,0-1 1 0 0,0 1-1 0 0,0 0 1 0 0,0 0-1 0 0,0 0 1 0 0,-1-1-1 0 0,1 1 1 0 0,0 0-1 0 0,-1 0 1 0 0,1 0-1 0 0,-1 0 1 0 0,1 0-1 0 0,-1 0 1 0 0,-1-2-1 0 0,0 2-19 0 0,0 0 0 0 0,1-1 0 0 0,-1 1-1 0 0,1 0 1 0 0,-1 0 0 0 0,1-1 0 0 0,-1 1 0 0 0,1-1-1 0 0,0 0 1 0 0,0 1 0 0 0,0-1 0 0 0,0 0 0 0 0,0 1-1 0 0,0-1 1 0 0,0 0 0 0 0,0-2 0 0 0,-2-41 204 0 0,3 42-214 0 0,0-36 54 0 0,0 25-35 0 0,0 22-175 0 0,0 211 849 0 0,0-218-691 0 0,0 0 0 0 0,-1 0 0 0 0,1 0 1 0 0,0 0-1 0 0,0 0 0 0 0,-1 0 0 0 0,1 0 0 0 0,0-1 0 0 0,-1 1 1 0 0,1 0-1 0 0,-1 0 0 0 0,1 0 0 0 0,-1 0 0 0 0,0-1 0 0 0,1 1 0 0 0,-1 0 1 0 0,0 0-1 0 0,1-1 0 0 0,-1 1 0 0 0,0 0 0 0 0,0-1 0 0 0,-1 2 1 0 0,0-2 8 0 0,1 1 0 0 0,0 0 0 0 0,0 0 0 0 0,0-1-1 0 0,0 1 1 0 0,0 0 0 0 0,0 0 0 0 0,0 0 0 0 0,0 1 0 0 0,0-1 0 0 0,0 0 0 0 0,1 0 0 0 0,-1 0 0 0 0,0 1 0 0 0,1-1 0 0 0,-1 0 0 0 0,1 1 0 0 0,0-1 0 0 0,-1 0 0 0 0,1 1 0 0 0,0-1 0 0 0,0 0 0 0 0,0 3 0 0 0,0-2 9 0 0,0-1 0 0 0,0 0 0 0 0,0 0 0 0 0,-1 1-1 0 0,1-1 1 0 0,0 0 0 0 0,0 0 0 0 0,-1 1 0 0 0,1-1 0 0 0,0 0 0 0 0,-1 0-1 0 0,1 0 1 0 0,-1 0 0 0 0,0 0 0 0 0,1 1 0 0 0,-1-1 0 0 0,0 0 0 0 0,0 0-1 0 0,1-1 1 0 0,-1 1 0 0 0,0 0 0 0 0,-2 1 0 0 0,2-1 17 0 0,0 0-1 0 0,0-1 1 0 0,0 1 0 0 0,1 0-1 0 0,-1 0 1 0 0,0 0 0 0 0,0 0 0 0 0,1 0-1 0 0,-1 0 1 0 0,1 0 0 0 0,-1 0 0 0 0,0 0-1 0 0,1 0 1 0 0,0 0 0 0 0,-1 0-1 0 0,1 0 1 0 0,0 0 0 0 0,0 0 0 0 0,-1 1-1 0 0,1-1 1 0 0,0 0 0 0 0,0 2-1 0 0,30-3-130 0 0,352 11-147 0 0,-368-11 230 0 0,82 1-172 0 0,101-14 0 0 0,-196 12 177 0 0,1 1 0 0 0,0 0 0 0 0,-1-1 0 0 0,1 1 0 0 0,0-1 0 0 0,-1 1 0 0 0,1-1 0 0 0,-1 0 0 0 0,1 0 0 0 0,-1 0 0 0 0,0 0 0 0 0,1 0 0 0 0,-1 0 0 0 0,0 0 0 0 0,0 0 0 0 0,1-1 0 0 0,-1 1 0 0 0,0 0 0 0 0,0-1 0 0 0,0 1 0 0 0,-1-1 0 0 0,1 1 0 0 0,0-1 0 0 0,-1 1 0 0 0,1-1 0 0 0,0 1 0 0 0,-1-1 0 0 0,0 0 0 0 0,1 1 0 0 0,-1-1 0 0 0,0 0 0 0 0,0 1 0 0 0,0-1 0 0 0,0 0 0 0 0,0 0 0 0 0,-1 1 0 0 0,1-1 0 0 0,0 1 0 0 0,-1-1 0 0 0,1 0 0 0 0,-1 1 0 0 0,1-1 0 0 0,-1 1 0 0 0,0-1 0 0 0,0 1 0 0 0,0-1 0 0 0,-1-1 0 0 0,-8-13 42 0 0,6 9-22 0 0,0-1 1 0 0,-1 1 0 0 0,0 0 0 0 0,-1 0-1 0 0,0 0 1 0 0,-9-8 0 0 0,-41-38 51 0 0,54 45-56 0 0,0 0-5 0 0,-24 0-90 0 0,21 7 4 0 0,6 16-164 0 0,0 1 94 0 0,1-1-1 0 0,1 0 1 0 0,7 22-1 0 0,-7-27 187 0 0,0-1 0 0 0,0 1 0 0 0,-1 0 0 0 0,-1 0 0 0 0,1 1 0 0 0,-2-1 0 0 0,1 0 0 0 0,-1 0 0 0 0,-1 1 0 0 0,0-1 0 0 0,-4 16 0 0 0,-1-6-10 0 0,2-8-20 0 0,0 0 0 0 0,1 0 0 0 0,0 0 0 0 0,1 0 1 0 0,1 1-1 0 0,0-1 0 0 0,0 1 0 0 0,1-1 0 0 0,1 1 1 0 0,3 22-1 0 0,26 76-86 0 0,-27-107-51 0 0,-1 0 0 0 0,1 0 0 0 0,0 0 0 0 0,0 0 1 0 0,0-1-1 0 0,1 0 0 0 0,-1 1 0 0 0,1-1 0 0 0,0 0 0 0 0,0-1 0 0 0,0 1 1 0 0,0-1-1 0 0,1 1 0 0 0,-1-1 0 0 0,0-1 0 0 0,1 1 0 0 0,0 0 0 0 0,-1-1 1 0 0,1 0-1 0 0,9 1 0 0 0,36-16-3284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63 134 2001 0 0,'-1'-15'1195'0'0,"0"12"-971"0"0,0-1 0 0 0,1 0 1 0 0,0 1-1 0 0,0-1 0 0 0,0 0 1 0 0,0 0-1 0 0,0 1 0 0 0,1-1 1 0 0,-1 0-1 0 0,1 1 0 0 0,0-1 1 0 0,1 1-1 0 0,1-5 0 0 0,5 2-41 0 0,1-1 0 0 0,0 1-1 0 0,0 1 1 0 0,1-1 0 0 0,0 2 0 0 0,0-1-1 0 0,0 1 1 0 0,0 1 0 0 0,18-4-1 0 0,-14 4-210 0 0,-1 0 0 0 0,1 1 0 0 0,0 1 0 0 0,-1 0 0 0 0,1 1 0 0 0,0 0 0 0 0,0 1-1 0 0,18 4 1 0 0,-28-4 25 0 0,-1 0 0 0 0,1 0 0 0 0,-1 0 0 0 0,0 1 0 0 0,0 0 0 0 0,1-1 0 0 0,-1 1 0 0 0,0 0 0 0 0,0 0 0 0 0,-1 1 0 0 0,1-1 0 0 0,0 1-1 0 0,-1-1 1 0 0,1 1 0 0 0,-1 0 0 0 0,0 0 0 0 0,0 0 0 0 0,0 0 0 0 0,0 0 0 0 0,-1 1 0 0 0,1-1 0 0 0,-1 0 0 0 0,0 1 0 0 0,1 6 0 0 0,1 6 10 0 0,-1 0 0 0 0,-1 0 0 0 0,-1 0 1 0 0,-2 24-1 0 0,1-1 47 0 0,0-36-42 0 0,1 1 1 0 0,0-1 0 0 0,-1 1 0 0 0,0-1-1 0 0,1 1 1 0 0,-1-1 0 0 0,-1 0-1 0 0,1 1 1 0 0,0-1 0 0 0,-1 0 0 0 0,0 0-1 0 0,-2 4 1 0 0,-6 9 62 0 0,-1 9 82 0 0,8-17-115 0 0,0-1 0 0 0,0 1 0 0 0,0-1 0 0 0,-1 0-1 0 0,0 0 1 0 0,-1 0 0 0 0,0-1 0 0 0,0 0 0 0 0,0 0 0 0 0,-1 0 0 0 0,1 0-1 0 0,-2-1 1 0 0,1 0 0 0 0,0 0 0 0 0,-12 6 0 0 0,2-3 41 0 0,0-1 0 0 0,-1-1 0 0 0,1 0 0 0 0,-1-1 0 0 0,-1-1 0 0 0,1-1 1 0 0,0 0-1 0 0,-1-2 0 0 0,0 1 0 0 0,1-2 0 0 0,-1-1 0 0 0,-34-5 0 0 0,52 6-79 0 0,-1 0-1 0 0,1 0 1 0 0,0 0-1 0 0,-1-1 1 0 0,1 1-1 0 0,0 0 0 0 0,-1 0 1 0 0,1-1-1 0 0,0 1 1 0 0,-1 0-1 0 0,1-1 1 0 0,0 1-1 0 0,0 0 1 0 0,-1-1-1 0 0,1 1 1 0 0,0 0-1 0 0,0-1 1 0 0,0 1-1 0 0,-1-1 0 0 0,1 1 1 0 0,0 0-1 0 0,0-1 1 0 0,0 1-1 0 0,0-1 1 0 0,0 1-1 0 0,0-1 1 0 0,0 1-1 0 0,0 0 1 0 0,0-1-1 0 0,1-7 67 0 0,-1 5-59 0 0,-1 0 1 0 0,1 0-1 0 0,0 1 0 0 0,0-1 1 0 0,0 0-1 0 0,0 0 1 0 0,0 0-1 0 0,0 1 1 0 0,1-1-1 0 0,0 0 0 0 0,-1 1 1 0 0,1-1-1 0 0,0 0 1 0 0,0 1-1 0 0,1-1 1 0 0,-1 1-1 0 0,0-1 1 0 0,1 1-1 0 0,-1 0 0 0 0,1 0 1 0 0,0 0-1 0 0,0 0 1 0 0,0 0-1 0 0,0 0 1 0 0,0 0-1 0 0,0 0 0 0 0,3-1 1 0 0,34-36 112 0 0,-36 36-113 0 0,0-1-1 0 0,-1 0 1 0 0,2 1-1 0 0,-1 0 1 0 0,0-1-1 0 0,1 1 1 0 0,-1 1-1 0 0,1-1 0 0 0,0 0 1 0 0,0 1-1 0 0,0 0 1 0 0,0 0-1 0 0,0 0 1 0 0,1 0-1 0 0,-1 1 1 0 0,1 0-1 0 0,-1 0 0 0 0,1 0 1 0 0,5 0-1 0 0,-3 0-1 0 0,7 2 28 0 0,1 17-15 0 0,-11-12-23 0 0,26 28 1 0 0,20 29 0 0 0,-47-58 0 0 0,1 1 0 0 0,-1-1 0 0 0,-1 1 0 0 0,1 0 0 0 0,-1 0 0 0 0,0 0 0 0 0,0 0 0 0 0,-1 0 0 0 0,0 0 0 0 0,0 1 0 0 0,0 6 0 0 0,-1-11-16 0 0,0 1-1 0 0,0 0 1 0 0,0 0-1 0 0,0 0 1 0 0,0 0 0 0 0,1 0-1 0 0,-1-1 1 0 0,1 1-1 0 0,0 0 1 0 0,0 0 0 0 0,0-1-1 0 0,0 1 1 0 0,1-1-1 0 0,-1 1 1 0 0,1-1-1 0 0,1 3 1 0 0,-1-4-46 0 0,-1 0 1 0 0,1 0-1 0 0,0 0 0 0 0,-1 0 0 0 0,1 0 1 0 0,0-1-1 0 0,0 1 0 0 0,0-1 0 0 0,0 1 1 0 0,0-1-1 0 0,0 0 0 0 0,0 1 0 0 0,-1-1 1 0 0,1 0-1 0 0,0 0 0 0 0,0-1 0 0 0,0 1 1 0 0,0 0-1 0 0,0-1 0 0 0,0 1 0 0 0,0-1 1 0 0,0 1-1 0 0,1-2 0 0 0,11-4-892 0 0,-1-1 1 0 0,0-1-1 0 0,0 0 0 0 0,-1 0 0 0 0,14-13 1 0 0,4-8-1328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95 1601 0 0,'-55'31'4289'0'0,"53"-30"-4165"0"0,-1 1 0 0 0,1-1 0 0 0,-1 1 0 0 0,1 0 0 0 0,0 0-1 0 0,-1 0 1 0 0,1 0 0 0 0,0 0 0 0 0,1 1 0 0 0,-1-1 0 0 0,0 1 0 0 0,1-1 0 0 0,-1 1-1 0 0,1 0 1 0 0,0-1 0 0 0,-1 1 0 0 0,2 0 0 0 0,-2 3 0 0 0,2-4-81 0 0,0 0 1 0 0,-1 0 0 0 0,1 0 0 0 0,0 0-1 0 0,-1 0 1 0 0,0-1 0 0 0,1 1-1 0 0,-1 0 1 0 0,0 0 0 0 0,0 0 0 0 0,0-1-1 0 0,0 1 1 0 0,0-1 0 0 0,0 1-1 0 0,0-1 1 0 0,-1 1 0 0 0,-2 2-1 0 0,-4 5 118 0 0,5-6-121 0 0,1-1-1 0 0,0 1 1 0 0,0 0 0 0 0,1-1 0 0 0,-1 1-1 0 0,0 0 1 0 0,1 0 0 0 0,0 0 0 0 0,-1 0-1 0 0,1 0 1 0 0,1 0 0 0 0,-2 5-1 0 0,3-6-22 0 0,1 0 0 0 0,-1-1 0 0 0,1 1-1 0 0,-1 0 1 0 0,1-1 0 0 0,0 1 0 0 0,0 0-1 0 0,0-1 1 0 0,-1 0 0 0 0,2 0 0 0 0,-1 1-1 0 0,0-1 1 0 0,0 0 0 0 0,0 0 0 0 0,4 0-1 0 0,7 6 80 0 0,30 14 58 0 0,1-1 1 0 0,1-2-1 0 0,54 13 0 0 0,-77-25-140 0 0,1-2 1 0 0,0 0-1 0 0,1-1 1 0 0,-1-2-1 0 0,0 0 1 0 0,1-1-1 0 0,-1-2 1 0 0,33-5-1 0 0,-55 7-13 0 0,0 0 0 0 0,1 0 1 0 0,-1 0-1 0 0,0 0 0 0 0,0 0 0 0 0,1 0 0 0 0,-1-1 0 0 0,0 1 0 0 0,0 0 0 0 0,1-1 0 0 0,-1 1 0 0 0,0-1 0 0 0,0 1 1 0 0,0-1-1 0 0,0 0 0 0 0,0 1 0 0 0,0-1 0 0 0,0 0 0 0 0,0 0 0 0 0,0 0 0 0 0,0 0 0 0 0,0 0 0 0 0,0 0 0 0 0,-1 0 1 0 0,1 0-1 0 0,0 0 0 0 0,-1 0 0 0 0,1 0 0 0 0,-1 0 0 0 0,1 0 0 0 0,-1-1 0 0 0,1 1 0 0 0,-1 0 0 0 0,0 0 0 0 0,0-1 1 0 0,0 1-1 0 0,1-2 0 0 0,6-25 24 0 0,-5 25-25 0 0,-1 1 0 0 0,1-1 0 0 0,-1 0 0 0 0,0 0 0 0 0,1 0 0 0 0,-1 0 0 0 0,-1 0 0 0 0,1-1 0 0 0,0 1 0 0 0,-1 0 0 0 0,0-6 0 0 0,-1 3 0 0 0,0 1 0 0 0,-1-1 0 0 0,0 0 0 0 0,-1 1 0 0 0,1-1 0 0 0,-1 1 0 0 0,-5-8 0 0 0,-1-3 16 0 0,-1 1 0 0 0,0 0 0 0 0,-1 0 0 0 0,-1 2 0 0 0,0-1 0 0 0,-1 1 0 0 0,-1 1 0 0 0,0 0 0 0 0,0 1 0 0 0,-1 1 0 0 0,0 0 0 0 0,-1 1 0 0 0,0 0 0 0 0,-33-11 0 0 0,16 10 2 0 0,0 1 0 0 0,-1 2-1 0 0,1 1 1 0 0,-1 2 0 0 0,-66-1 0 0 0,83 9-219 0 0,14 2-204 0 0,29 8-1039 0 0,58 12-4096 0 0,-28-19 2858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151 160 2961 0 0,'-51'4'5191'0'0,"17"-1"-3112"0"0,149-53-1825 0 0,-97 46-195 0 0,11-2-56 0 0,-29 5 7 0 0,1 1 0 0 0,0 0 0 0 0,0 0 0 0 0,-1-1 0 0 0,1 1 0 0 0,0 0 0 0 0,-1-1 0 0 0,1 1 0 0 0,0-1 1 0 0,-1 1-1 0 0,1-1 0 0 0,-1 1 0 0 0,1-1 0 0 0,0 1 0 0 0,-1-1 0 0 0,0 0 0 0 0,1 1 0 0 0,-1-1 0 0 0,1 0 0 0 0,-1 1 0 0 0,0-1 0 0 0,1 0 0 0 0,-1 0 0 0 0,0 1 0 0 0,0-1 0 0 0,1-1 0 0 0,-6 3 124 0 0,4-1-132 0 0,-114 19 333 0 0,100-17-298 0 0,-1-1 1 0 0,1-1-1 0 0,0 0 0 0 0,-1 0 0 0 0,-23-5 0 0 0,35-1-330 0 0,12-1-29 0 0,8 0-437 0 0,19-30-3563 0 0,-4 12 1654 0 0,-1-1 80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83 1281 0 0,'-121'13'7320'0'0,"5"-1"-6290"0"0,56 1-510 0 0,50-1-200 0 0,-40 14-66 0 0,49-25-249 0 0,0 0 0 0 0,0 1 0 0 0,0-1 0 0 0,1 1 0 0 0,-1-1 0 0 0,0 1 0 0 0,1 0 0 0 0,0-1 0 0 0,-1 1 0 0 0,1-1 0 0 0,0 1 0 0 0,0 0 0 0 0,0-1 0 0 0,0 1 0 0 0,0 0 0 0 0,0-1 0 0 0,0 1 0 0 0,0-1 0 0 0,1 1 0 0 0,-1 0 0 0 0,1-1 0 0 0,-1 1 0 0 0,1-1 0 0 0,0 1 0 0 0,-1-1 0 0 0,1 1 0 0 0,0-1 0 0 0,0 0 0 0 0,0 1 0 0 0,0-1 0 0 0,2 1 0 0 0,102 76-5 0 0,-92-69 2 0 0,1-1 1 0 0,0 0-1 0 0,0-1 0 0 0,0 0 1 0 0,1-1-1 0 0,0-1 0 0 0,16 4 1 0 0,106 15 34 0 0,-102-19-26 0 0,257 25 2 0 0,-274-30-22 0 0,0 0-1 0 0,35-7 1 0 0,-48 5-1 0 0,1 1 0 0 0,-1-1 0 0 0,1 1 0 0 0,-1-2 0 0 0,0 1 0 0 0,0 0 1 0 0,0-1-1 0 0,0 0 0 0 0,0 0 0 0 0,0-1 0 0 0,4-4 0 0 0,-9 8 10 0 0,1 0 0 0 0,-1 0-1 0 0,0-1 1 0 0,1 1 0 0 0,-1 0-1 0 0,0-1 1 0 0,0 1 0 0 0,0 0-1 0 0,1-1 1 0 0,-1 1 0 0 0,0-1-1 0 0,0 1 1 0 0,0 0 0 0 0,0-1-1 0 0,1 1 1 0 0,-1-1 0 0 0,0 1-1 0 0,0 0 1 0 0,0-1 0 0 0,0 1-1 0 0,0-1 1 0 0,0 1 0 0 0,0-1-1 0 0,0 1 1 0 0,0 0 0 0 0,-1-1-1 0 0,1 1 1 0 0,0-1 0 0 0,0 1-1 0 0,0 0 1 0 0,0-1 0 0 0,-1 1-1 0 0,1-1 1 0 0,0 1 0 0 0,0 0-1 0 0,0-1 1 0 0,-1 1 0 0 0,1 0-1 0 0,-1-1 1 0 0,-9-10 1 0 0,0 1-1 0 0,-1 0 1 0 0,-21-15 0 0 0,-1-1 9 0 0,6 4 3 0 0,-11-11 27 0 0,-2 2 0 0 0,-1 2 0 0 0,-1 2 1 0 0,-50-25-1 0 0,-64-11 66 0 0,150 61-109 0 0,1 0 0 0 0,0 1-1 0 0,-1 0 1 0 0,0 0 0 0 0,1 0-1 0 0,-7 0 1 0 0,4 3-221 0 0,25 3-129 0 0,119 33-5236 0 0,-55-27 2641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6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181 100 1040 0 0,'1'7'6616'0'0,"-7"-2"-5908"0"0,-105 7 1706 0 0,101-4-2054 0 0,8-7-343 0 0,1 0 1 0 0,-1 1-1 0 0,0-1 0 0 0,0 0 0 0 0,1 1 0 0 0,-1-1 0 0 0,1 1 0 0 0,-1-1 0 0 0,1 1 0 0 0,-1-1 0 0 0,1 1 0 0 0,0 0 0 0 0,0 0 0 0 0,0 0 0 0 0,0 0 0 0 0,0 0 0 0 0,1 0 0 0 0,-1 0 0 0 0,0 0 0 0 0,1 0 0 0 0,0 0 0 0 0,-1 0 0 0 0,1 0 0 0 0,0 1 1 0 0,0-1-1 0 0,0 0 0 0 0,0 0 0 0 0,1 0 0 0 0,-1 0 0 0 0,0 0 0 0 0,1 0 0 0 0,0 1 0 0 0,-1-1 0 0 0,1 0 0 0 0,2 3 0 0 0,6 4 29 0 0,-8-7-38 0 0,1-1-1 0 0,-1 0 0 0 0,0 0 1 0 0,1 1-1 0 0,-1-1 0 0 0,0 1 1 0 0,0-1-1 0 0,0 1 0 0 0,0 0 1 0 0,0-1-1 0 0,-1 1 0 0 0,1 0 1 0 0,0 0-1 0 0,-1-1 0 0 0,1 1 1 0 0,-1 0-1 0 0,0 0 0 0 0,0 0 0 0 0,0 0 1 0 0,0 2-1 0 0,1 1 24 0 0,0 1 1 0 0,1 0-1 0 0,-1-1 0 0 0,1 1 0 0 0,0-1 1 0 0,0 1-1 0 0,1-1 0 0 0,0 0 0 0 0,-1 0 1 0 0,2 0-1 0 0,-1-1 0 0 0,1 1 0 0 0,-1-1 1 0 0,1 1-1 0 0,0-1 0 0 0,1 0 0 0 0,-1-1 1 0 0,1 1-1 0 0,7 4 0 0 0,2 1 7 0 0,0-1 0 0 0,1 0 0 0 0,0-1 1 0 0,0 0-1 0 0,21 6 0 0 0,-29-11-19 0 0,30 8-23 0 0,48 7 0 0 0,-75-15-17 0 0,-1-1-1 0 0,0-1 0 0 0,0 0 1 0 0,0 0-1 0 0,0-1 0 0 0,0 0 1 0 0,1 0-1 0 0,-1-1 0 0 0,-1 0 1 0 0,14-5-1 0 0,-21 6 24 0 0,1 1-1 0 0,-1-1 1 0 0,0 0 0 0 0,0 1-1 0 0,1-1 1 0 0,-1 0-1 0 0,0 0 1 0 0,0 0 0 0 0,0 0-1 0 0,0 0 1 0 0,0 0 0 0 0,0 0-1 0 0,0 0 1 0 0,-1 0-1 0 0,1 0 1 0 0,0 0 0 0 0,-1-1-1 0 0,1 1 1 0 0,0 0-1 0 0,-1 0 1 0 0,0-1 0 0 0,1 1-1 0 0,-1-1 1 0 0,0 1 0 0 0,0 0-1 0 0,1-1 1 0 0,-1 1-1 0 0,0-1 1 0 0,0 1 0 0 0,-1 0-1 0 0,1-1 1 0 0,0 1 0 0 0,0 0-1 0 0,-1-1 1 0 0,1 1-1 0 0,-1-1 1 0 0,1 1 0 0 0,-1 0-1 0 0,1 0 1 0 0,-1-1 0 0 0,0 1-1 0 0,-1-1 1 0 0,-6-12 57 0 0,-2 1-1 0 0,1 1 1 0 0,-18-18 0 0 0,27 30-57 0 0,-56-54 198 0 0,-79-58 0 0 0,113 97-148 0 0,1 1 0 0 0,-1 2 0 0 0,-1 0 0 0 0,-31-11-1 0 0,29 13 59 0 0,0-2-1 0 0,-25-15 0 0 0,45 24-242 0 0,14 2-407 0 0,0 0 307 0 0,0 0 1 0 0,1 1-1 0 0,-1 0 0 0 0,0 0 0 0 0,13 3 1 0 0,-8-2 60 0 0,31 3-1051 0 0,59 12 1 0 0,-28-2-375 0 0,145 22-4152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6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97 880 0 0,'0'-2'224'0'0,"-1"0"0"0"0,1 1 0 0 0,-1-1 0 0 0,1 0 0 0 0,-1 0-1 0 0,0 0 1 0 0,0 1 0 0 0,0-1 0 0 0,0 1 0 0 0,0-1 0 0 0,0 0-1 0 0,0 1 1 0 0,0 0 0 0 0,-1-1 0 0 0,1 1 0 0 0,-1 0-1 0 0,1 0 1 0 0,-1 0 0 0 0,1-1 0 0 0,-1 2 0 0 0,1-1 0 0 0,-1 0-1 0 0,0 0 1 0 0,0 0 0 0 0,0 1 0 0 0,1-1 0 0 0,-4 0 0 0 0,-61-11 951 0 0,48 10-681 0 0,-23-5 271 0 0,0 2 0 0 0,-48 0 0 0 0,87 5-724 0 0,0 0 1 0 0,0 0-1 0 0,0 1 1 0 0,0-1-1 0 0,0 1 1 0 0,0-1-1 0 0,0 1 1 0 0,0 0-1 0 0,0 0 1 0 0,0 0-1 0 0,0 0 1 0 0,1 0-1 0 0,-1 0 1 0 0,-2 2-1 0 0,-5 4 124 0 0,7-6-118 0 0,0 0 0 0 0,0 0 0 0 0,0 0 0 0 0,0 0 0 0 0,0 0 0 0 0,0 1 0 0 0,0-1 0 0 0,0 1 0 0 0,1 0 0 0 0,-1-1 0 0 0,1 1 1 0 0,-1 0-1 0 0,1 0 0 0 0,0 0 0 0 0,-1 0 0 0 0,1 0 0 0 0,0 0 0 0 0,1 0 0 0 0,-1 0 0 0 0,0 1 0 0 0,0-1 0 0 0,1 0 0 0 0,0 0 0 0 0,-1 1 0 0 0,1-1 0 0 0,0 0 0 0 0,0 1 1 0 0,0-1-1 0 0,0 0 0 0 0,1 1 0 0 0,-1-1 0 0 0,0 0 0 0 0,1 0 0 0 0,0 1 0 0 0,0-1 0 0 0,1 3 0 0 0,1 2 16 0 0,1-1 0 0 0,-1 0-1 0 0,1 0 1 0 0,1 0 0 0 0,-1 0 0 0 0,1 0-1 0 0,0-1 1 0 0,1 0 0 0 0,-1 0 0 0 0,1 0-1 0 0,7 4 1 0 0,62 34 284 0 0,2-3 0 0 0,154 57 0 0 0,-203-87-354 0 0,0-2 0 0 0,55 9 0 0 0,-75-16-10 0 0,0 0 1 0 0,0-1-1 0 0,0 0 1 0 0,0 0 0 0 0,1 0-1 0 0,-1-1 1 0 0,0-1 0 0 0,-1 1-1 0 0,1-1 1 0 0,0 0-1 0 0,0-1 1 0 0,-1 0 0 0 0,1 0-1 0 0,12-8 1 0 0,-17 8-21 0 0,1 1 1 0 0,-1-1-1 0 0,0 0 0 0 0,-1 0 1 0 0,1 0-1 0 0,0 0 0 0 0,-1 0 1 0 0,3-6-1 0 0,-4 7 24 0 0,0 1 0 0 0,0-1 0 0 0,-1 1 0 0 0,1-1 0 0 0,-1 0 0 0 0,0 1 0 0 0,1-1 0 0 0,-1 0 0 0 0,0 1 0 0 0,0-1 0 0 0,0 0 0 0 0,0 1 0 0 0,0-1 0 0 0,-1 0 0 0 0,1 1 0 0 0,0-1 0 0 0,-1 1 0 0 0,1-1 0 0 0,-1 0 0 0 0,0 1 0 0 0,1-1 0 0 0,-1 1 0 0 0,0-1 0 0 0,0 1 0 0 0,0 0 0 0 0,0-1 0 0 0,0 1 0 0 0,-2-2 0 0 0,-8-6-84 0 0,-1 0 1 0 0,0 1-1 0 0,-17-9 0 0 0,-30-19-338 0 0,-1 3 0 0 0,-2 2 1 0 0,-1 3-1 0 0,-101-30 0 0 0,82 41 32 0 0,-112-11 1 0 0,-97 7-3235 0 0,115 13-859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4:58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61 201 2801 0 0,'-5'-23'5235'0'0,"-8"19"-5310"0"0,6 3 358 0 0,-24-4 611 0 0,26 5-681 0 0,10 0-53 0 0,16 0-53 0 0,-16 0 26 0 0,0-1-26 0 0,318-37 429 0 0,-139 20-379 0 0,79-23 54 0 0,78-7 85 0 0,161 29 105 0 0,-368 17-203 0 0,119 3 231 0 0,-75 6-100 0 0,10 1-72 0 0,-49-1 16 0 0,80-8 215 0 0,265 12 629 0 0,-341-3-874 0 0,629 88 856 0 0,-705-85-984 0 0,261 18 329 0 0,-264-26-314 0 0,94 4-70 0 0,182-16 0 0 0,-330 9-125 0 0,-1-1 0 0 0,0-1 0 0 0,0 1 0 0 0,0-2 0 0 0,0 1 0 0 0,0-1 0 0 0,17-8 0 0 0,-87-11-2576 0 0,-8-6 53 0 0,-62-17-3082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0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151 107 1441 0 0,'-25'0'3068'0'0,"20"0"-1201"0"0,0 1-1653 0 0,-15 4 92 0 0,-76 16 2149 0 0,108-17-1251 0 0,-12-3-1204 0 0,0-1 1 0 0,0 0-1 0 0,0 0 0 0 0,0 0 0 0 0,1 1 0 0 0,-1-1 1 0 0,0 0-1 0 0,0 0 0 0 0,0 0 0 0 0,0 0 0 0 0,0 1 1 0 0,1-1-1 0 0,-1 0 0 0 0,0 0 0 0 0,0 0 0 0 0,0 0 0 0 0,0 0 1 0 0,1 0-1 0 0,-1 0 0 0 0,0 0 0 0 0,0 1 0 0 0,0-1 1 0 0,1 0-1 0 0,-1 0 0 0 0,0 0 0 0 0,0 0 0 0 0,0 0 1 0 0,1 0-1 0 0,-1 0 0 0 0,0 0 0 0 0,0 0 0 0 0,0 0 1 0 0,1 0-1 0 0,-1 0 0 0 0,0-1 0 0 0,0 1 0 0 0,0 0 1 0 0,1 0-1 0 0,-1 0 0 0 0,0 0 0 0 0,0 0 0 0 0,0 0 0 0 0,0 0 1 0 0,1 0-1 0 0,-1-1 0 0 0,0 1 0 0 0,0 0 0 0 0,0 0 1 0 0,0 0-1 0 0,-15 0 160 0 0,46-6 80 0 0,-9 4-118 0 0,0-1 1 0 0,35-9-1 0 0,-43 9-89 0 0,77-29 274 0 0,-83 29-286 0 0,-1 1 0 0 0,1-2-1 0 0,-1 1 1 0 0,0-1 0 0 0,11-7 0 0 0,12-6 41 0 0,-29 17-61 0 0,-1 0 0 0 0,0 0 0 0 0,0 0 0 0 0,0 0 1 0 0,1 0-1 0 0,-1 0 0 0 0,0 0 0 0 0,0 0 0 0 0,1 0 0 0 0,-1 0 1 0 0,0 0-1 0 0,0 0 0 0 0,0 0 0 0 0,1 0 0 0 0,-1 0 0 0 0,0 0 1 0 0,0 0-1 0 0,0-1 0 0 0,1 1 0 0 0,-1 0 0 0 0,0 0 0 0 0,0 0 1 0 0,0 0-1 0 0,0 0 0 0 0,1 0 0 0 0,-1-1 0 0 0,0 1 0 0 0,0 0 0 0 0,0 0 1 0 0,0 0-1 0 0,0-1 0 0 0,0 1 0 0 0,1 0 0 0 0,-1 0 0 0 0,0 0 1 0 0,0-1-1 0 0,0 1 0 0 0,0 0 0 0 0,0 0 0 0 0,0 0 0 0 0,0-1 1 0 0,0 1-1 0 0,0 0 0 0 0,0 0 0 0 0,0 0 0 0 0,0-1 0 0 0,0 1 1 0 0,0 0-1 0 0,0 0 0 0 0,0-1 0 0 0,0 1 0 0 0,0 0 0 0 0,-1 0 1 0 0,1 0-1 0 0,0-1 0 0 0,0 1 0 0 0,0 0 0 0 0,0 0 0 0 0,-1-9 44 0 0,27-7 69 0 0,-21 11-61 0 0,-4 34-94 0 0,1 1 1 0 0,10 40 0 0 0,-7-42 27 0 0,0 0 0 0 0,0 40 0 0 0,-5 299 1373 0 0,-1-376-1645 0 0,0 1-192 0 0,1 1 0 0 0,-1-1 0 0 0,2 0 0 0 0,-1 0 0 0 0,1 1 0 0 0,0-1 0 0 0,0 1 0 0 0,1-1 0 0 0,5-13 0 0 0,38-40-1738 0 0,-37 46 1178 0 0,0 0 0 0 0,-1-1 0 0 0,5-16 0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03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8 240 0 0,'0'0'2908'0'0,"-1"0"-2878"0"0,1 0 0 0 0,0 0 0 0 0,0-1 0 0 0,0 1 0 0 0,0 0 0 0 0,0 0 1 0 0,0 0-1 0 0,0 0 0 0 0,0 0 0 0 0,-1-1 0 0 0,1 1 0 0 0,0 0 0 0 0,0 0 0 0 0,0 0 0 0 0,0 0 0 0 0,0-1 0 0 0,0 1 0 0 0,0 0 0 0 0,0 0 0 0 0,0 0 0 0 0,0-1 1 0 0,0 1-1 0 0,0 0 0 0 0,0 0 0 0 0,0 0 0 0 0,0 0 0 0 0,1-1 0 0 0,-1 1 0 0 0,0 0 0 0 0,0 0 0 0 0,0 0 0 0 0,0 0 0 0 0,0 0 0 0 0,0-1 0 0 0,0 1 0 0 0,0 0 0 0 0,1 0 1 0 0,-1 0-1 0 0,0 0 0 0 0,0 0 0 0 0,0 0 0 0 0,0-1 0 0 0,0 1 0 0 0,1 0 0 0 0,-1 0 0 0 0,0 0 0 0 0,0 0 0 0 0,0 0 0 0 0,0 0 0 0 0,1 0 0 0 0,-1 0 0 0 0,0 0 0 0 0,0 0 1 0 0,0 0-1 0 0,0 0 0 0 0,1 0 0 0 0,-1 0 0 0 0,0 0 0 0 0,0 0 0 0 0,0 0 0 0 0,1 0 0 0 0,-1 0 0 0 0,0 0 0 0 0,0 0 0 0 0,0 0 0 0 0,1 1 0 0 0,19-3 624 0 0,-15 2 1053 0 0,-5 0-1699 0 0,0 1-1 0 0,0-1 1 0 0,0 0-1 0 0,0 0 1 0 0,0 0-1 0 0,1 0 1 0 0,-1 1-1 0 0,0-1 1 0 0,0 0-1 0 0,0 0 1 0 0,0 0-1 0 0,0 0 1 0 0,0 1-1 0 0,0-1 1 0 0,0 0 0 0 0,0 0-1 0 0,0 0 1 0 0,0 1-1 0 0,0-1 1 0 0,0 0-1 0 0,0 0 1 0 0,0 0-1 0 0,0 1 1 0 0,0-1-1 0 0,0 0 1 0 0,0 0-1 0 0,0 0 1 0 0,0 1-1 0 0,0-1 1 0 0,0 0-1 0 0,-1 0 1 0 0,1 0-1 0 0,0 0 1 0 0,0 1-1 0 0,0-1 1 0 0,0 0-1 0 0,0 0 1 0 0,0 0-1 0 0,-1 0 1 0 0,1 0-1 0 0,0 0 1 0 0,0 1-1 0 0,0-1 1 0 0,0 0-1 0 0,-1 0 1 0 0,1 0-1 0 0,0 0 1 0 0,0 0-1 0 0,0 0 1 0 0,-1 0-1 0 0,1 0 1 0 0,0 0-1 0 0,0 0 1 0 0,0 0-1 0 0,-1 0 1 0 0,1 0-1 0 0,0 0 1 0 0,0 0-1 0 0,0 0 1 0 0,0 0-1 0 0,-1 0 1 0 0,1 0-1 0 0,0 0 1 0 0,-81 19 792 0 0,71-6-547 0 0,-44 37 273 0 0,28-24-345 0 0,24-24-173 0 0,1 1 0 0 0,0-1 0 0 0,1 1 0 0 0,-1 0 0 0 0,0-1 0 0 0,1 1 0 0 0,-1 0 1 0 0,1-1-1 0 0,0 1 0 0 0,0 0 0 0 0,0 0 0 0 0,0-1 0 0 0,1 1 0 0 0,-1 0 0 0 0,1-1 0 0 0,-1 1 0 0 0,1 0 0 0 0,0-1 0 0 0,2 4 0 0 0,7 2 6 0 0,-9-7-11 0 0,0-1-1 0 0,0 1 1 0 0,0 0-1 0 0,0 0 1 0 0,0 0-1 0 0,0 0 1 0 0,0 0-1 0 0,0 0 1 0 0,-1 0-1 0 0,1 0 1 0 0,0 0-1 0 0,0 0 1 0 0,-1 0-1 0 0,1 1 1 0 0,-1-1-1 0 0,1 0 1 0 0,-1 0-1 0 0,0 1 1 0 0,1-1-1 0 0,-1 0 1 0 0,0 1 0 0 0,0-1-1 0 0,0 0 1 0 0,0 1-1 0 0,0 1 1 0 0,0-2-3 0 0,0 0 0 0 0,0 0 0 0 0,0 0 0 0 0,0 0-1 0 0,0 0 1 0 0,1 0 0 0 0,-1 0 0 0 0,0-1 0 0 0,1 1 0 0 0,-1 0 0 0 0,0 0 0 0 0,1 0 0 0 0,-1-1 0 0 0,1 1 0 0 0,-1 0 0 0 0,1 0 0 0 0,0-1 0 0 0,-1 1 0 0 0,1 0 0 0 0,0-1 0 0 0,-1 1 0 0 0,1-1 0 0 0,0 1 0 0 0,0-1 0 0 0,-1 1 0 0 0,3 0 0 0 0,-2-1 7 0 0,0 0 0 0 0,0 1 1 0 0,0-1-1 0 0,0 1 0 0 0,0 0 0 0 0,0-1 0 0 0,-1 1 0 0 0,1 0 1 0 0,0 0-1 0 0,0-1 0 0 0,-1 1 0 0 0,1 0 0 0 0,0 0 0 0 0,-1 0 1 0 0,1 0-1 0 0,-1 0 0 0 0,1 0 0 0 0,-1 0 0 0 0,1 0 0 0 0,-1 0 1 0 0,0 0-1 0 0,1 0 0 0 0,-1 0 0 0 0,0 0 0 0 0,0 0 0 0 0,0 0 1 0 0,0 2-1 0 0,0 0 44 0 0,1 1-1 0 0,0-1 1 0 0,-1 0 0 0 0,1 1 0 0 0,1-1 0 0 0,-1 0 0 0 0,0 0 0 0 0,1 0 0 0 0,-1 0 0 0 0,1 0-1 0 0,0 0 1 0 0,0-1 0 0 0,0 1 0 0 0,5 4 0 0 0,3 5 93 0 0,-4-6-128 0 0,0-1 0 0 0,0 0 1 0 0,1-1-1 0 0,0 1 0 0 0,0-1 1 0 0,0-1-1 0 0,0 1 0 0 0,8 2 1 0 0,3 2 9 0 0,8 2-7 0 0,0 0 0 0 0,1-2-1 0 0,0 0 1 0 0,1-2 0 0 0,45 4-1 0 0,-7-5 0 0 0,78-5-1 0 0,-115 0-25 0 0,-1-2-1 0 0,0-1 1 0 0,1-1 0 0 0,-1-1-1 0 0,-1-1 1 0 0,1-2 0 0 0,46-19-1 0 0,-70 25-2 0 0,-1 0 1 0 0,1 0-1 0 0,-1 0 0 0 0,0 0 1 0 0,0 0-1 0 0,0 0 0 0 0,0-1 1 0 0,0 0-1 0 0,0 0 0 0 0,-1 1 0 0 0,1-2 1 0 0,-1 1-1 0 0,0 0 0 0 0,0 0 1 0 0,0-1-1 0 0,0 1 0 0 0,0-1 0 0 0,1-6 1 0 0,-2 6-11 0 0,-1-1-1 0 0,0 1 1 0 0,0-1 0 0 0,-1 1 0 0 0,1-1 0 0 0,-1 1 0 0 0,0-1-1 0 0,0 1 1 0 0,-1 0 0 0 0,1 0 0 0 0,-1-1 0 0 0,0 1-1 0 0,0 0 1 0 0,0 1 0 0 0,-1-1 0 0 0,1 0 0 0 0,-1 1 0 0 0,0-1-1 0 0,-4-3 1 0 0,-32-35-246 0 0,-62-54 1 0 0,91 89 288 0 0,-1-1 1 0 0,-1 1-1 0 0,1 1 1 0 0,-1 0-1 0 0,0 1 1 0 0,-1 0-1 0 0,-20-5 0 0 0,-88-13 139 0 0,95 20-154 0 0,16 1-35 0 0,1 2 0 0 0,-1-1 0 0 0,0 1 0 0 0,1 1 0 0 0,-1 0 0 0 0,-16 3 0 0 0,19-2-30 0 0,7-2 34 0 0,-1 0 0 0 0,1 0 0 0 0,0 0 0 0 0,0 0 0 0 0,-1 0 0 0 0,1 1 0 0 0,0-1 0 0 0,0 0 0 0 0,-1 0 0 0 0,1 0 0 0 0,0 1 0 0 0,0-1 0 0 0,-1 0 0 0 0,1 0 0 0 0,0 0 0 0 0,0 1 0 0 0,0-1 0 0 0,-1 0 0 0 0,1 1 0 0 0,0-1 0 0 0,0 0 0 0 0,0 0 0 0 0,0 1 0 0 0,0-1 0 0 0,0 0 0 0 0,0 1 0 0 0,0-1 0 0 0,-1 0 0 0 0,1 1 0 0 0,0-1 0 0 0,0 0 0 0 0,1 1 0 0 0,-1-1 0 0 0,0 0 0 0 0,0 0 0 0 0,0 1 0 0 0,0-1 0 0 0,0 0 0 0 0,0 1 0 0 0,0-1 0 0 0,0 0 0 0 0,0 1 0 0 0,1-1 0 0 0,-1 0 0 0 0,0 0 0 0 0,0 1 0 0 0,0-1 0 0 0,1 0 0 0 0,-1 0-1 0 0,0 0 1 0 0,0 1 0 0 0,1-1 0 0 0,-1 0 0 0 0,0 0 0 0 0,0 0 0 0 0,1 0 0 0 0,-1 1 0 0 0,0-1 0 0 0,1 0 0 0 0,15 4-1096 0 0,-1-1-1 0 0,1-1 1 0 0,0 0-1 0 0,0-1 1 0 0,16-1-1 0 0,3 0-933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0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93 480 0 0,'0'0'1401'0'0,"5"0"-201"0"0,15 0-226 0 0,-15 0 320 0 0,0 0-894 0 0,15 0-93 0 0,-14 0 280 0 0,-6 0-565 0 0,0 1-1 0 0,0-1 1 0 0,0 1 0 0 0,0-1-1 0 0,0 0 1 0 0,1 1 0 0 0,-1-1-1 0 0,0 0 1 0 0,0 1 0 0 0,0-1-1 0 0,0 1 1 0 0,0-1 0 0 0,0 0 0 0 0,0 1-1 0 0,0-1 1 0 0,0 1 0 0 0,-1-1-1 0 0,1 0 1 0 0,0 1 0 0 0,0-1-1 0 0,0 0 1 0 0,0 1 0 0 0,0-1-1 0 0,-1 0 1 0 0,1 1 0 0 0,0-1-1 0 0,0 0 1 0 0,0 1 0 0 0,-1-1-1 0 0,1 0 1 0 0,0 0 0 0 0,-1 1-1 0 0,1-1 1 0 0,0 0 0 0 0,-1 0-1 0 0,1 1 1 0 0,0-1 0 0 0,-1 0-1 0 0,0 0 1 0 0,-31 12 352 0 0,22-9-267 0 0,0 1-1 0 0,1 0 1 0 0,-1 0 0 0 0,1 1-1 0 0,0 0 1 0 0,-12 9 0 0 0,19-11-65 0 0,1 0 0 0 0,0 1 0 0 0,0-1 0 0 0,0 1 0 0 0,0 0 0 0 0,0-1 0 0 0,1 1 0 0 0,0 0 1 0 0,0-1-1 0 0,0 1 0 0 0,0 0 0 0 0,0 0 0 0 0,2 4 0 0 0,-1 6 22 0 0,-1 125 830 0 0,0-137-887 0 0,-1 0 1 0 0,1 0-1 0 0,-1-1 0 0 0,1 1 1 0 0,-1 0-1 0 0,0 0 0 0 0,0-1 1 0 0,1 1-1 0 0,-1-1 0 0 0,0 1 0 0 0,0 0 1 0 0,-1-1-1 0 0,1 0 0 0 0,0 1 1 0 0,-3 1-1 0 0,3-2 9 0 0,-1 0 0 0 0,1 0 0 0 0,0 0 0 0 0,0 0 0 0 0,0 0 0 0 0,0 1 0 0 0,0-1 0 0 0,0 0 0 0 0,0 0 0 0 0,1 1 0 0 0,-1-1 0 0 0,0 0 0 0 0,1 1 0 0 0,-1-1 0 0 0,1 0 0 0 0,-1 1 0 0 0,1-1 0 0 0,0 1 0 0 0,-1-1 0 0 0,1 1 0 0 0,0-1 0 0 0,0 1 0 0 0,0 0 0 0 0,0-1 0 0 0,0 1 0 0 0,1-1 0 0 0,-1 1 1 0 0,0-1-1 0 0,1 0 0 0 0,-1 1 0 0 0,1-1 0 0 0,-1 1 0 0 0,1-1 0 0 0,0 0 0 0 0,1 2 0 0 0,7 9 170 0 0,-7-10-155 0 0,-1-1-1 0 0,0 1 1 0 0,1 0-1 0 0,-1-1 0 0 0,0 1 1 0 0,0 0-1 0 0,0 0 1 0 0,0 0-1 0 0,0 0 0 0 0,0 0 1 0 0,0 0-1 0 0,-1 1 0 0 0,1-1 1 0 0,-1 0-1 0 0,0 0 1 0 0,1 0-1 0 0,-1 4 0 0 0,0-4-26 0 0,0-1 0 0 0,0 1 0 0 0,1-1 1 0 0,-1 1-1 0 0,0-1 0 0 0,1 1 0 0 0,-1-1 0 0 0,1 1 0 0 0,0-1 0 0 0,0 0 0 0 0,-1 1 0 0 0,1-1 0 0 0,0 0 0 0 0,0 1 0 0 0,0-1 0 0 0,0 0 0 0 0,0 0 0 0 0,0 0 0 0 0,3 2 1 0 0,5 5 7 0 0,-3-2 7 0 0,0 0 1 0 0,0-1-1 0 0,0 1 1 0 0,1-2-1 0 0,0 1 1 0 0,0-1 0 0 0,0 0-1 0 0,1 0 1 0 0,15 5-1 0 0,-5-3-31 0 0,0-1 0 0 0,0-1 0 0 0,31 4-1 0 0,-35-6-4 0 0,0-1 0 0 0,0-1-1 0 0,1 0 1 0 0,24-3 0 0 0,-31 1 13 0 0,-1 0 0 0 0,1-1 0 0 0,-1 0 0 0 0,1 0 0 0 0,-1 0 0 0 0,0-1 0 0 0,0 0 1 0 0,-1-1-1 0 0,1 1 0 0 0,-1-1 0 0 0,10-11 0 0 0,1-1-54 0 0,-1-1-1 0 0,0 0 1 0 0,-2-1 0 0 0,0-1-1 0 0,-2-1 1 0 0,0 0 0 0 0,13-31-1 0 0,-23 46 22 0 0,-1 0-1 0 0,0-1 1 0 0,-1 1-1 0 0,1 0 0 0 0,-1 0 1 0 0,0-1-1 0 0,0 1 1 0 0,-1 0-1 0 0,0 0 1 0 0,0 0-1 0 0,-1 0 1 0 0,1 0-1 0 0,-1 0 1 0 0,-1 0-1 0 0,1 0 0 0 0,-1 1 1 0 0,0-1-1 0 0,0 1 1 0 0,-1 0-1 0 0,1 0 1 0 0,-9-9-1 0 0,-7-6 74 0 0,-1 0 1 0 0,-1 2-1 0 0,-36-26 0 0 0,20 17 32 0 0,23 16-69 0 0,-2-3 33 0 0,-1 0 0 0 0,0 2 0 0 0,-1 0 0 0 0,-29-13 0 0 0,43 23-34 0 0,1 0 0 0 0,0 1-1 0 0,-1 0 1 0 0,1-1-1 0 0,-1 1 1 0 0,1 1 0 0 0,-1-1-1 0 0,0 1 1 0 0,1-1-1 0 0,-1 1 1 0 0,0 0-1 0 0,1 0 1 0 0,-1 0 0 0 0,0 1-1 0 0,1-1 1 0 0,-1 1-1 0 0,1 0 1 0 0,-1 0-1 0 0,1 0 1 0 0,-1 1 0 0 0,1-1-1 0 0,0 1 1 0 0,-1 0-1 0 0,1 0 1 0 0,0 0 0 0 0,0 0-1 0 0,1 0 1 0 0,-1 1-1 0 0,0-1 1 0 0,1 1-1 0 0,-1 0 1 0 0,-3 5 0 0 0,-4 18-225 0 0,8-22 156 0 0,1 0 1 0 0,-1 0-1 0 0,1 0 1 0 0,0 0-1 0 0,0 0 1 0 0,0 0 0 0 0,0 0-1 0 0,1 1 1 0 0,0-1-1 0 0,0 0 1 0 0,0 0-1 0 0,0 1 1 0 0,2 5-1 0 0,0-4-291 0 0,0-1-1 0 0,1 1 0 0 0,-1-1 1 0 0,2 1-1 0 0,-1-1 0 0 0,0 0 1 0 0,1 0-1 0 0,0-1 0 0 0,0 1 1 0 0,9 7-1 0 0,17 14-5066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08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34 1040 0 0,'0'-1'106'0'0,"0"1"0"0"0,0-1 0 0 0,0 1 0 0 0,-1-1 0 0 0,1 1 0 0 0,0-1 0 0 0,0 1 0 0 0,-1-1 0 0 0,1 1 0 0 0,0-1 0 0 0,0 1 0 0 0,-1 0 0 0 0,1-1 0 0 0,-1 1 0 0 0,1-1 0 0 0,0 1 0 0 0,-1 0 0 0 0,1-1 0 0 0,-1 1 0 0 0,1 0 0 0 0,-1 0 0 0 0,1-1 0 0 0,-1 1 0 0 0,1 0 0 0 0,-1 0 0 0 0,1 0 0 0 0,-1 0 0 0 0,1 0 0 0 0,-1 0 0 0 0,1 0 0 0 0,-1-1 0 0 0,1 1 0 0 0,-1 1 0 0 0,1-1 0 0 0,-2 0 0 0 0,2 0-48 0 0,-1 0 0 0 0,1 0 1 0 0,-1 0-1 0 0,1 0 1 0 0,-1 0-1 0 0,1 0 0 0 0,-1 0 1 0 0,0 0-1 0 0,1 0 1 0 0,-1 0-1 0 0,1 0 0 0 0,-1 0 1 0 0,1-1-1 0 0,-1 1 1 0 0,1 0-1 0 0,-1 0 0 0 0,1-1 1 0 0,-1 1-1 0 0,1 0 1 0 0,-1-1-1 0 0,1 1 1 0 0,0 0-1 0 0,-1-1 0 0 0,1 1 1 0 0,0-1-1 0 0,-1 1 1 0 0,1 0-1 0 0,0-1 0 0 0,-1 1 1 0 0,1-1-1 0 0,0 1 1 0 0,0-1-1 0 0,-1 1 0 0 0,1-1 1 0 0,0 1-1 0 0,0-2 1 0 0,-12 0 405 0 0,0 0 1 0 0,0 1 0 0 0,0 1-1 0 0,-24 1 1 0 0,34-1-441 0 0,-3 0 575 0 0,5 0-196 0 0,0-7-271 0 0,-5 6 15 0 0,-8 2-61 0 0,17 2 62 0 0,1-1 27 0 0,-21 0-24 0 0,11-2 730 0 0,5 1-885 0 0,0 0 1 0 0,0 0 0 0 0,1 0 0 0 0,-1 0 0 0 0,0 0-1 0 0,0 0 1 0 0,1 1 0 0 0,-1-1 0 0 0,1 0 0 0 0,-1 0 0 0 0,1 0-1 0 0,-1 0 1 0 0,1 0 0 0 0,0-1 0 0 0,-1 1 0 0 0,1 0-1 0 0,0 0 1 0 0,0 0 0 0 0,0 0 0 0 0,0-1 0 0 0,-1 1 0 0 0,1 0-1 0 0,0-1 1 0 0,2 1 0 0 0,6 7 2 0 0,2 5 35 0 0,1 0 0 0 0,0-1-1 0 0,1-1 1 0 0,0 0 0 0 0,0-1-1 0 0,1 0 1 0 0,1-1 0 0 0,14 8-1 0 0,31 19 51 0 0,442 311 930 0 0,-85-85 534 0 0,-411-259-1601 0 0,-1 0 0 0 0,1 0 0 0 0,0-1 0 0 0,0 1 0 0 0,0-1 0 0 0,0-1 0 0 0,0 1 0 0 0,1-1 0 0 0,-1 0 0 0 0,10-1 0 0 0,-14 0 3 0 0,0 0 0 0 0,0 0 0 0 0,0-1 0 0 0,0 1 0 0 0,-1-1 1 0 0,1 0-1 0 0,0 0 0 0 0,0 1 0 0 0,-1-1 0 0 0,1 0 0 0 0,0 0 0 0 0,-1 0 1 0 0,1-1-1 0 0,-1 1 0 0 0,1 0 0 0 0,-1-1 0 0 0,0 1 0 0 0,1-1 0 0 0,-1 1 0 0 0,0-1 1 0 0,0 1-1 0 0,0-1 0 0 0,0 0 0 0 0,-1 0 0 0 0,1 1 0 0 0,0-1 0 0 0,-1 0 1 0 0,1 0-1 0 0,-1 0 0 0 0,0 0 0 0 0,1 0 0 0 0,-1 0 0 0 0,0 0 0 0 0,0 0 0 0 0,0 1 1 0 0,-1-5-1 0 0,-14-72-2351 0 0,5-18-908 0 0,-15-9-1026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0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1201 0 0,'121'64'3921'0'0,"60"13"-1440"0"0,-90-25-2000 0 0,-1-8-401 0 0,31 0 240 0 0,0 14 80 0 0,-6 11 80 0 0,5-6-80 0 0,-29-11-159 0 0,-31-21-161 0 0,1-18-80 0 0,-31-7 0 0 0,0-17 0 0 0,-30-9-481 0 0,0-12-879 0 0,0 1-561 0 0,0 4-720 0 0,-30 2 80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5122 0 0,'91'129'2161'0'0,"-37"-35"-2081"0"0,-24-12-240 0 0,0-5 560 0 0,31-6 1 0 0,-61-21-161 0 0,30-11-240 0 0,0-33-240 0 0,-30-12-641 0 0,0-27-1840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2081 0 0,'-9'3'460'0'0,"0"-1"-1"0"0,0-1 1 0 0,0 1 0 0 0,0-1 0 0 0,0-1-1 0 0,-16 0 1 0 0,-12-1 230 0 0,32 1 1405 0 0,5 12-1855 0 0,0-10-235 0 0,0 1 1 0 0,0-1-1 0 0,1 1 1 0 0,-1-1-1 0 0,1 1 1 0 0,0-1-1 0 0,-1 1 0 0 0,1-1 1 0 0,0 1-1 0 0,0-1 1 0 0,1 0-1 0 0,-1 0 1 0 0,0 0-1 0 0,3 2 1 0 0,7 17 5 0 0,-2 10 30 0 0,-6-19-1 0 0,0-1 0 0 0,1 1 0 0 0,0-1-1 0 0,8 14 1 0 0,-5-10 56 0 0,0 0 0 0 0,-2 1 0 0 0,1 0 0 0 0,4 31 0 0 0,-5-25 55 0 0,1-1 1 0 0,9 24-1 0 0,-2-5 16 0 0,-1 0-1 0 0,-2 0 1 0 0,5 48-1 0 0,-8-42-59 0 0,21 70 0 0 0,-28-115-108 0 0,17 36-8 0 0,-17-37 3 0 0,0 0-1 0 0,0 0 1 0 0,1 1-1 0 0,-1-1 1 0 0,0 0-1 0 0,0 0 0 0 0,1 0 1 0 0,-1 1-1 0 0,0-1 1 0 0,1 0-1 0 0,-1 0 1 0 0,0 0-1 0 0,1 0 1 0 0,-1 0-1 0 0,0 0 1 0 0,0 0-1 0 0,1 0 1 0 0,-1 0-1 0 0,0 0 0 0 0,1 0 1 0 0,-1 0-1 0 0,0 0 1 0 0,1 0-1 0 0,-1 0 1 0 0,0 0-1 0 0,1 0 1 0 0,-1 0-1 0 0,0 0 1 0 0,1 0-1 0 0,-1 0 1 0 0,0-1-1 0 0,0 1 0 0 0,1 0 1 0 0,12-19-695 0 0,17-26-1260 0 0,26-21-2495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1601 0 0,'0'15'3565'0'0,"3"23"727"0"0,-2-37-4260 0 0,0 1 0 0 0,-1-1 1 0 0,1 1-1 0 0,0-1 1 0 0,0 0-1 0 0,0 1 0 0 0,0-1 1 0 0,0 0-1 0 0,1 0 1 0 0,-1 0-1 0 0,0 0 0 0 0,0 0 1 0 0,1 0-1 0 0,-1 0 1 0 0,1 0-1 0 0,-1 0 0 0 0,1 0 1 0 0,-1-1-1 0 0,1 1 1 0 0,2 0-1 0 0,7 3 48 0 0,2-1 1 0 0,-1 0-1 0 0,0-1 1 0 0,18 1-1 0 0,17 2 78 0 0,-14 0-391 0 0,1-3-1 0 0,-1 0 1 0 0,0-3-1 0 0,0 0 1 0 0,1-2 0 0 0,-1-2-1 0 0,55-14 1 0 0,-76 16-437 0 0,20-8-944 0 0,-31 11 1456 0 0,0 0 0 0 0,0-1-1 0 0,0 1 1 0 0,0-1 0 0 0,0 1-1 0 0,-1-1 1 0 0,1 1 0 0 0,0-1 0 0 0,0 1-1 0 0,0-1 1 0 0,-1 0 0 0 0,1 1-1 0 0,0-1 1 0 0,-1 0 0 0 0,1 0-1 0 0,0 0 1 0 0,-1 1 0 0 0,1-1-1 0 0,-1 0 1 0 0,0 0 0 0 0,1 0 0 0 0,-1 0-1 0 0,1-1 1 0 0,-1-10-2110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2401 0 0,'-30'19'5202'0'0,"-1"1"-3521"0"0,1-1-1521 0 0,30-8 241 0 0,30 3 79 0 0,1-8-240 0 0,29-1-160 0 0,0 3 0 0 0,61-8-80 0 0,0-13-80 0 0,24 7-640 0 0,6-33-3282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43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0,'0'6'1281'0'0,"0"-1"479"0"0,0 3-1519 0 0,31-8-802 0 0,-31-8-959 0 0,0 3 479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6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33 720 0 0,'35'7'2161'0'0,"1"-1"0"0"0,39 0 0 0 0,-65-12-1841 0 0,10 5-240 0 0,10-5 267 0 0,-25 6 107 0 0,-4-1-371 0 0,0 0 0 0 0,0 1 1 0 0,-1-1-1 0 0,1 1 0 0 0,0-1 0 0 0,0 0 0 0 0,0 1 1 0 0,0 0-1 0 0,0-1 0 0 0,0 1 0 0 0,0 0 1 0 0,0-1-1 0 0,0 1 0 0 0,0 0 0 0 0,0 0 0 0 0,0 0 1 0 0,0 0-1 0 0,0 0 0 0 0,0 0 0 0 0,0 0 1 0 0,0 0-1 0 0,0 0 0 0 0,0 0 0 0 0,1 1 0 0 0,-2-1 345 0 0,-1 0-332 0 0,0 0-64 0 0,0 1 0 0 0,1-1 0 0 0,-1 0 0 0 0,0 0 0 0 0,0 0 0 0 0,0 0 0 0 0,1 1 0 0 0,-1-1 0 0 0,0 0 0 0 0,0-1 0 0 0,0 1 0 0 0,1 0 0 0 0,-1 0 0 0 0,0 0 0 0 0,0 0 0 0 0,0-1 0 0 0,1 1 0 0 0,-1 0 0 0 0,0-1 0 0 0,0 1 0 0 0,1 0 0 0 0,-1-1 0 0 0,0 1 0 0 0,1-1 0 0 0,-1 1 0 0 0,1-1 0 0 0,-1 0 0 0 0,1 1 0 0 0,-1-1 0 0 0,1 0 0 0 0,-2-1 0 0 0,-53-8 1529 0 0,44 6-1218 0 0,0 1 0 0 0,1 1 0 0 0,-1 0 0 0 0,-1 1 0 0 0,1 0 0 0 0,-14 0 0 0 0,15 7-90 0 0,-136 52-173 0 0,86-19 67 0 0,56-36-146 0 0,0 0 1 0 0,0 0-1 0 0,0 0 0 0 0,1 0 0 0 0,-1 0 0 0 0,1 1 1 0 0,0 0-1 0 0,0 0 0 0 0,0 0 0 0 0,0 0 1 0 0,1 0-1 0 0,0 0 0 0 0,-1 1 0 0 0,2-1 0 0 0,-1 1 1 0 0,0-1-1 0 0,1 1 0 0 0,0 0 0 0 0,0 0 0 0 0,0-1 1 0 0,1 9-1 0 0,0-11 1 0 0,0 0-1 0 0,-1 0 1 0 0,1 0-1 0 0,0 0 1 0 0,-1 0 0 0 0,1 0-1 0 0,-1 0 1 0 0,0-1 0 0 0,0 1-1 0 0,1 0 1 0 0,-1 0 0 0 0,0-1-1 0 0,0 1 1 0 0,-1-1 0 0 0,1 1-1 0 0,0-1 1 0 0,-2 2 0 0 0,1-1 0 0 0,1-1 0 0 0,0 1 0 0 0,-1-1 0 0 0,1 1 0 0 0,0-1 0 0 0,0 1 0 0 0,0 0 0 0 0,0 0 0 0 0,0 0 0 0 0,0-1 0 0 0,1 1 0 0 0,-1 0 0 0 0,1 0 0 0 0,-1 0 0 0 0,1 0 0 0 0,0 0 1 0 0,0 3-1 0 0,0 154 211 0 0,0-157-212 0 0,0 1 0 0 0,0-1 0 0 0,0 1-1 0 0,1 0 1 0 0,-1-1 0 0 0,1 1 0 0 0,0-1 0 0 0,0 0 0 0 0,0 1 0 0 0,0-1 0 0 0,0 0-1 0 0,0 1 1 0 0,1-1 0 0 0,-1 0 0 0 0,3 2 0 0 0,-2-2 0 0 0,-1 0-1 0 0,1 0 1 0 0,-1 0 0 0 0,0 0 0 0 0,0 0 0 0 0,0 0-1 0 0,0 0 1 0 0,0 0 0 0 0,0 0 0 0 0,0 0 0 0 0,-1 1-1 0 0,1-1 1 0 0,-1 0 0 0 0,0 1 0 0 0,1 2 0 0 0,0-1 3 0 0,0 0 1 0 0,0 0-1 0 0,1 0 0 0 0,-1-1 1 0 0,1 1-1 0 0,0 0 1 0 0,0-1-1 0 0,0 1 1 0 0,1-1-1 0 0,-1 1 1 0 0,1-1-1 0 0,0 0 0 0 0,0 0 1 0 0,0-1-1 0 0,0 1 1 0 0,0 0-1 0 0,1-1 1 0 0,-1 0-1 0 0,1 0 1 0 0,7 3-1 0 0,9 1 21 0 0,0-1-1 0 0,0 0 0 0 0,0-2 1 0 0,0 0-1 0 0,24-1 1 0 0,100-6-87 0 0,-140 3 57 0 0,11 0-79 0 0,1 0 1 0 0,-1-2-1 0 0,0 0 0 0 0,0 0 0 0 0,17-8 1 0 0,-26 9-1 0 0,1-1 0 0 0,-1 0 0 0 0,0 0 1 0 0,0-1-1 0 0,-1 0 0 0 0,1 0 0 0 0,-1 0 1 0 0,0 0-1 0 0,0-1 0 0 0,0 0 0 0 0,6-8 1 0 0,-10 12 75 0 0,-1 0 0 0 0,1 0 0 0 0,-1 0 0 0 0,0-1 0 0 0,1 1 0 0 0,-1 0 0 0 0,0 0 0 0 0,1 0 0 0 0,-1 0 0 0 0,0 0 1 0 0,0 0-1 0 0,0 0 0 0 0,0 0 0 0 0,0-1 0 0 0,0 1 0 0 0,0 0 0 0 0,-1 0 0 0 0,1 0 0 0 0,0 0 0 0 0,-1 0 0 0 0,1 0 0 0 0,0 0 0 0 0,-1 0 1 0 0,1 0-1 0 0,-1 0 0 0 0,0 0 0 0 0,-1-2 0 0 0,-25-24-90 0 0,27 27 98 0 0,-15-12 29 0 0,-1 1 1 0 0,0 0-1 0 0,0 1 1 0 0,-1 1 0 0 0,0 1-1 0 0,-1 0 1 0 0,1 1-1 0 0,-2 1 1 0 0,-24-5 0 0 0,-1 3 204 0 0,0 3 1 0 0,-87-1 0 0 0,126 6-182 0 0,10 1-466 0 0,38 4-1379 0 0,0-3 0 0 0,0-2 0 0 0,1-1 0 0 0,-1-2 0 0 0,68-15 0 0 0,-20 0-1329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7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331 213 80 0 0,'0'0'5549'0'0,"-5"0"-4268"0"0,-16 0-294 0 0,16 0-200 0 0,0-1-213 0 0,5 1-566 0 0,-9-2 163 0 0,-1 0 0 0 0,1-1-1 0 0,0 0 1 0 0,0-1 0 0 0,1 0-1 0 0,-1 0 1 0 0,-8-6 0 0 0,3-5-59 0 0,9 11-95 0 0,0 0 0 0 0,0 0 0 0 0,1-1 0 0 0,-1 0 0 0 0,1 0 0 0 0,1 0 0 0 0,-1 0 0 0 0,1 0 0 0 0,-1-1 0 0 0,2 0 0 0 0,-1 0 0 0 0,-2-6 0 0 0,5 11-12 0 0,0 0 0 0 0,0 0 0 0 0,0 0 0 0 0,0 0 0 0 0,0 0 0 0 0,-1 0 0 0 0,1 0 0 0 0,0 0 0 0 0,-1 0 0 0 0,1 0 0 0 0,-1 0 0 0 0,1 0 0 0 0,-1 0 0 0 0,1 0 0 0 0,-1 0 0 0 0,0 0 0 0 0,1 0 0 0 0,-1 1 0 0 0,0-1 0 0 0,0 0 0 0 0,0 1 0 0 0,1-1 0 0 0,-1 0 0 0 0,-1 0 0 0 0,0 1 10 0 0,1-1 0 0 0,0 0-1 0 0,0 0 1 0 0,0 1 0 0 0,0-1 0 0 0,0 0-1 0 0,0 0 1 0 0,0 0 0 0 0,0 0 0 0 0,1 0-1 0 0,-1-1 1 0 0,0 1 0 0 0,1 0 0 0 0,-1 0-1 0 0,0 0 1 0 0,1-1 0 0 0,0 1-1 0 0,-1 0 1 0 0,1-1 0 0 0,0 1 0 0 0,-1 0-1 0 0,1-1 1 0 0,0 1 0 0 0,0-2 0 0 0,0 2-2 0 0,0 0 0 0 0,0 1 1 0 0,0-1-1 0 0,0 0 1 0 0,0 1-1 0 0,0-1 0 0 0,0 0 1 0 0,0 1-1 0 0,0-1 1 0 0,-1 1-1 0 0,1-1 0 0 0,0 0 1 0 0,0 1-1 0 0,-1-1 1 0 0,1 1-1 0 0,-1-1 0 0 0,1 1 1 0 0,0-1-1 0 0,-1 1 1 0 0,1-1-1 0 0,-1 1 0 0 0,1-1 1 0 0,-1 1-1 0 0,1 0 1 0 0,-1-1-1 0 0,1 1 0 0 0,-1 0 1 0 0,0-1-1 0 0,1 1 1 0 0,-1 0-1 0 0,1 0 1 0 0,-1-1-1 0 0,0 1 0 0 0,0 0 1 0 0,0 0-10 0 0,0 0 0 0 0,0-1 0 0 0,0 1 0 0 0,0 0 0 0 0,1 0 0 0 0,-1-1 0 0 0,0 1 0 0 0,0-1 0 0 0,1 1 0 0 0,-1 0 0 0 0,0-1 0 0 0,1 0 0 0 0,-1 1 0 0 0,0-1 0 0 0,1 1 0 0 0,-1-1 0 0 0,1 0 0 0 0,-1 1 0 0 0,1-1 0 0 0,-1 0 0 0 0,1 1 0 0 0,-1-1 0 0 0,1 0 0 0 0,0 0 0 0 0,0 0 0 0 0,-1 1 0 0 0,1-1 0 0 0,0 0 0 0 0,0 0 0 0 0,0 0 0 0 0,0 0 0 0 0,0 0 0 0 0,0 1 0 0 0,0-1 0 0 0,0-1 0 0 0,16 4 220 0 0,-7 1-208 0 0,-9-1 91 0 0,-3-1-68 0 0,0 0 1 0 0,-1-1-1 0 0,1 1 1 0 0,0 0-1 0 0,0 1 0 0 0,0-1 1 0 0,0 0-1 0 0,0 1 1 0 0,0 0-1 0 0,0 0 1 0 0,0 0-1 0 0,1 0 0 0 0,-1 0 1 0 0,1 0-1 0 0,0 1 1 0 0,-1-1-1 0 0,1 1 0 0 0,0 0 1 0 0,0-1-1 0 0,1 1 1 0 0,-3 5-1 0 0,-3 2 54 0 0,0-1 1 0 0,-1 1-1 0 0,0-1 1 0 0,-12 10-1 0 0,19-19-91 0 0,1 1 0 0 0,0-1-1 0 0,0 0 1 0 0,-1 0 0 0 0,1 0 0 0 0,0 1 0 0 0,0-1-1 0 0,0 0 1 0 0,-1 0 0 0 0,1 1 0 0 0,0-1 0 0 0,0 0 0 0 0,0 1-1 0 0,0-1 1 0 0,0 0 0 0 0,0 1 0 0 0,0-1 0 0 0,0 0-1 0 0,0 0 1 0 0,0 1 0 0 0,0-1 0 0 0,0 0 0 0 0,0 1-1 0 0,0-1 1 0 0,0 0 0 0 0,0 1 0 0 0,0-1 0 0 0,0 0 0 0 0,0 1-1 0 0,0-1 1 0 0,0 0 0 0 0,0 0 0 0 0,1 1 0 0 0,-1-1-1 0 0,0 0 1 0 0,0 0 0 0 0,0 1 0 0 0,1-1 0 0 0,-1 0-1 0 0,0 0 1 0 0,0 1 0 0 0,1-1 0 0 0,-1 0 0 0 0,0 0 0 0 0,0 0-1 0 0,1 0 1 0 0,-1 0 0 0 0,0 1 0 0 0,0-1 0 0 0,1 0-1 0 0,15 7 4 0 0,-14-7 5 0 0,-1 1-3 0 0,-1 1 1 0 0,1-1 0 0 0,0 0-1 0 0,0 0 1 0 0,-1 0-1 0 0,1 1 1 0 0,-1-1 0 0 0,1 0-1 0 0,-1 1 1 0 0,1-1 0 0 0,-1 1-1 0 0,0-1 1 0 0,0 0 0 0 0,1 1-1 0 0,-1-1 1 0 0,0 1-1 0 0,0-1 1 0 0,-1 0 0 0 0,1 1-1 0 0,0-1 1 0 0,0 1 0 0 0,-1-1-1 0 0,0 2 1 0 0,1-1-5 0 0,-1-1 0 0 0,1 1-1 0 0,0 0 1 0 0,-1-1 0 0 0,1 1 0 0 0,0 0 0 0 0,0-1 0 0 0,0 1-1 0 0,0 0 1 0 0,0 0 0 0 0,1-1 0 0 0,-1 1 0 0 0,0 0 0 0 0,1-1 0 0 0,0 1-1 0 0,-1-1 1 0 0,1 1 0 0 0,0-1 0 0 0,1 3 0 0 0,6 2 18 0 0,-7-6-18 0 0,0 1-1 0 0,0-1 0 0 0,0 1 0 0 0,0 0 0 0 0,0-1 0 0 0,0 1 1 0 0,0 0-1 0 0,0-1 0 0 0,0 1 0 0 0,0 0 0 0 0,-1 0 0 0 0,1 0 1 0 0,0 0-1 0 0,-1 0 0 0 0,1 0 0 0 0,-1 0 0 0 0,1 0 0 0 0,-1 0 1 0 0,1 0-1 0 0,-1 0 0 0 0,0 1 0 0 0,1-1 0 0 0,-1 0 0 0 0,0 0 1 0 0,0 0-1 0 0,0 2 0 0 0,3 0 3 0 0,0-1-1 0 0,1 0 1 0 0,-1-1 0 0 0,1 1 0 0 0,-1 0-1 0 0,1-1 1 0 0,0 0 0 0 0,0 0 0 0 0,-1 0 0 0 0,1 0-1 0 0,0-1 1 0 0,4 1 0 0 0,1 0 0 0 0,10 4-2 0 0,199 35 74 0 0,-182-37-137 0 0,0-1 0 0 0,37-3 0 0 0,-60 0-33 0 0,-1-1 0 0 0,0 0 1 0 0,0-1-1 0 0,0 0 0 0 0,0-1 0 0 0,0 0 1 0 0,-1-1-1 0 0,0 0 0 0 0,13-8 0 0 0,-22 12 78 0 0,0 0 0 0 0,0 0 0 0 0,0 0 0 0 0,0-1 0 0 0,0 1 0 0 0,-1 0-1 0 0,1-1 1 0 0,0 1 0 0 0,-1-1 0 0 0,1 1 0 0 0,-1-1 0 0 0,0 0 0 0 0,0 0-1 0 0,1 1 1 0 0,-1-1 0 0 0,0 0 0 0 0,0 0 0 0 0,-1 0 0 0 0,1 0 0 0 0,0 0-1 0 0,-1-1 1 0 0,1 1 0 0 0,-1 0 0 0 0,0 0 0 0 0,0 0 0 0 0,0 0 0 0 0,0-1-1 0 0,0 1 1 0 0,0 0 0 0 0,0 0 0 0 0,-1 0 0 0 0,1 0 0 0 0,-1 0 0 0 0,0 0-1 0 0,1 0 1 0 0,-2-3 0 0 0,-5-5-29 0 0,4 5 30 0 0,-1-1-1 0 0,0 0 1 0 0,0 1 0 0 0,0 0-1 0 0,-1 0 1 0 0,1 0 0 0 0,-1 0-1 0 0,-11-7 1 0 0,-39-26 174 0 0,53 38 84 0 0,7 8-132 0 0,17 19 6 0 0,-17-21-72 0 0,24 29 175 0 0,24 39 0 0 0,-43-59-164 0 0,-1 0 0 0 0,-1 1 0 0 0,0 0 0 0 0,-2 1 0 0 0,1 0 0 0 0,4 22-1 0 0,3 38 198 0 0,62 75 359 0 0,-69-132-535 0 0,2-2 0 0 0,0 1 0 0 0,20 29 0 0 0,-26-43-179 0 0,1-1 0 0 0,0 1 0 0 0,0-1 0 0 0,0 0 0 0 0,0 0 0 0 0,1 0-1 0 0,0 0 1 0 0,-1-1 0 0 0,1 0 0 0 0,1 0 0 0 0,-1 0 0 0 0,0-1 0 0 0,1 0 0 0 0,-1 0 0 0 0,1 0 0 0 0,0 0 0 0 0,9 0 0 0 0,-10-2-237 0 0,0 0-1 0 0,0 0 0 0 0,0-1 1 0 0,0 0-1 0 0,0 0 1 0 0,0-1-1 0 0,-1 1 0 0 0,1-1 1 0 0,6-3-1 0 0,0 0-570 0 0,44-17-3920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7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12 2001 0 0,'0'1'173'0'0,"0"0"0"0"0,-1 0 0 0 0,1 1 0 0 0,0-1 0 0 0,-1 0-1 0 0,1 0 1 0 0,-1 0 0 0 0,1 0 0 0 0,-1 0 0 0 0,1 1 0 0 0,-1-1 0 0 0,0 0 0 0 0,0 0 0 0 0,1-1 0 0 0,-1 1 0 0 0,0 0 0 0 0,0 0 0 0 0,0 0 0 0 0,0 0-1 0 0,0-1 1 0 0,0 1 0 0 0,0-1 0 0 0,-1 1 0 0 0,1-1 0 0 0,-2 2 0 0 0,-6 4 5082 0 0,9-37-5322 0 0,0 69 734 0 0,-4-11 140 0 0,-12-17-363 0 0,11-8-441 0 0,10-5-842 0 0,1-1 0 0 0,-1 1-1 0 0,0-1 1 0 0,0 0 0 0 0,-1 0 0 0 0,1 0-1 0 0,-1-1 1 0 0,0 1 0 0 0,0-1-1 0 0,0 0 1 0 0,5-10 0 0 0,16-14-1575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2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298 153 960 0 0,'5'1'2095'0'0,"15"2"-348"0"0,-15-2 454 0 0,-9-6-163 0 0,-11 5-1966 0 0,4-1 2260 0 0,7-1-2309 0 0,1 1 1 0 0,0 0-1 0 0,-1 0 0 0 0,1 1 0 0 0,0-1 0 0 0,-1 1 1 0 0,1-1-1 0 0,-1 1 0 0 0,1 0 0 0 0,-1 1 0 0 0,-5 0 1 0 0,0-1 17 0 0,-9-1 30 0 0,1 2 0 0 0,-1 0-1 0 0,0 0 1 0 0,0 2 0 0 0,1 0 0 0 0,-1 1-1 0 0,1 1 1 0 0,0 1 0 0 0,-30 14-1 0 0,31-11 35 0 0,14-9-98 0 0,1 1 0 0 0,0 0 1 0 0,0-1-1 0 0,0 1 0 0 0,0-1 0 0 0,0 1 0 0 0,-1 0 0 0 0,1 0 0 0 0,1 0 0 0 0,-1 0 1 0 0,0 0-1 0 0,0 0 0 0 0,0 0 0 0 0,0 0 0 0 0,1 0 0 0 0,-1 0 0 0 0,0 0 0 0 0,1 0 0 0 0,-1 1 1 0 0,1-1-1 0 0,0 0 0 0 0,-1 0 0 0 0,1 1 0 0 0,0-1 0 0 0,-1 0 0 0 0,1 0 0 0 0,0 1 1 0 0,0-1-1 0 0,0 0 0 0 0,0 1 0 0 0,1-1 0 0 0,-1 0 0 0 0,1 3 0 0 0,-1-2-1 0 0,0 0 1 0 0,0 0-1 0 0,1 1 0 0 0,-1-1 0 0 0,1 0 0 0 0,-1 0 1 0 0,1 0-1 0 0,0 0 0 0 0,0 0 0 0 0,0 0 0 0 0,0 0 0 0 0,0 0 1 0 0,0 0-1 0 0,0 0 0 0 0,1 0 0 0 0,2 2 0 0 0,-3-3-7 0 0,0 1-1 0 0,1-1 1 0 0,-1 1 0 0 0,0-1-1 0 0,0 1 1 0 0,0-1-1 0 0,0 1 1 0 0,0 0-1 0 0,0 0 1 0 0,-1-1-1 0 0,1 1 1 0 0,0 0-1 0 0,-1 0 1 0 0,0 0-1 0 0,1 0 1 0 0,-1 2-1 0 0,1-2 6 0 0,-1 0 0 0 0,1 0-1 0 0,0 0 1 0 0,0 0-1 0 0,0 0 1 0 0,1-1 0 0 0,-1 1-1 0 0,0 0 1 0 0,1-1 0 0 0,-1 1-1 0 0,1-1 1 0 0,-1 0 0 0 0,1 1-1 0 0,0-1 1 0 0,0 0 0 0 0,-1 0-1 0 0,1 0 1 0 0,0 0 0 0 0,0 0-1 0 0,3 1 1 0 0,22 16 53 0 0,-16-8-47 0 0,0 0 0 0 0,0 0 0 0 0,1-2 0 0 0,0 1 0 0 0,1-1 0 0 0,0-1 0 0 0,0 0 0 0 0,0-1 0 0 0,1-1 0 0 0,0 0 0 0 0,0 0 0 0 0,0-2 0 0 0,1 0 0 0 0,0 0 0 0 0,26 0 0 0 0,-24-2-21 0 0,0-1 0 0 0,0-1 1 0 0,1-1-1 0 0,-1 0 0 0 0,0-1 1 0 0,-1-1-1 0 0,1 0 0 0 0,20-9 1 0 0,-25 7-24 0 0,0 0 0 0 0,0 0 0 0 0,-1-1 0 0 0,0-1 0 0 0,0 0 0 0 0,18-17 0 0 0,-20 16-6 0 0,-1 1-1 0 0,-1-1 0 0 0,0 0 1 0 0,0-1-1 0 0,-1 1 0 0 0,0-2 1 0 0,-1 1-1 0 0,0 0 1 0 0,0-1-1 0 0,4-16 0 0 0,-8 21 28 0 0,0 0 0 0 0,0 1 0 0 0,-1-1 0 0 0,0 0 0 0 0,0 1 0 0 0,0-1 0 0 0,0 0 0 0 0,-1 1 0 0 0,0-1 0 0 0,0 0 0 0 0,-1 1-1 0 0,0 0 1 0 0,0-1 0 0 0,0 1 0 0 0,0 0 0 0 0,-1 0 0 0 0,0 0 0 0 0,0 0 0 0 0,0 0 0 0 0,-1 1 0 0 0,1-1 0 0 0,-1 1 0 0 0,0 0 0 0 0,-7-5 0 0 0,-2 0 12 0 0,-1 0 1 0 0,0 1 0 0 0,0 1 0 0 0,0 1-1 0 0,-31-10 1 0 0,18 6-12 0 0,9 2 11 0 0,0 1 0 0 0,0 1-1 0 0,-1 1 1 0 0,0 1 0 0 0,1 0-1 0 0,-2 1 1 0 0,1 1 0 0 0,0 1-1 0 0,-24 2 1 0 0,42-2-12 0 0,0 1 0 0 0,0 0 0 0 0,0 0 1 0 0,-1 1-1 0 0,1-1 0 0 0,0 0 0 0 0,0 0 0 0 0,0 1 1 0 0,-1-1-1 0 0,1 0 0 0 0,0 1 0 0 0,0-1 0 0 0,0 1 0 0 0,0 0 1 0 0,0-1-1 0 0,0 1 0 0 0,0 0 0 0 0,0 0 0 0 0,0-1 1 0 0,0 1-1 0 0,0 0 0 0 0,1 0 0 0 0,-1 0 0 0 0,0 0 1 0 0,1 0-1 0 0,-1 0 0 0 0,0 0 0 0 0,1 0 0 0 0,-1 1 1 0 0,1-1-1 0 0,0 0 0 0 0,-1 0 0 0 0,1 0 0 0 0,0 0 0 0 0,0 1 1 0 0,0-1-1 0 0,0 2 0 0 0,1 0-83 0 0,-1 0-1 0 0,2 0 1 0 0,-1-1 0 0 0,0 1 0 0 0,0 0-1 0 0,1-1 1 0 0,0 1 0 0 0,-1-1-1 0 0,1 0 1 0 0,0 1 0 0 0,0-1-1 0 0,0 0 1 0 0,0 0 0 0 0,1 0 0 0 0,3 2-1 0 0,13 8-1153 0 0,0-2-1 0 0,0 0 1 0 0,39 13-1 0 0,3-8-2417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3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6 880 0 0,'0'1'132'0'0,"0"0"-1"0"0,0 0 1 0 0,0 0-1 0 0,0 0 1 0 0,0 0-1 0 0,0 0 1 0 0,0 0-1 0 0,0 1 1 0 0,0-1-1 0 0,0 0 1 0 0,0 0-1 0 0,-1 0 1 0 0,1 0-1 0 0,0 0 1 0 0,-1 0-1 0 0,1 0 1 0 0,-1 0-1 0 0,1 0 1 0 0,-1 0-1 0 0,0 0 1 0 0,1-1-1 0 0,-1 1 1 0 0,0 0-1 0 0,1 0 1 0 0,-1 0-1 0 0,0-1 1 0 0,0 1-1 0 0,0-1 1 0 0,0 1-1 0 0,0 0 1 0 0,0-1-1 0 0,0 1 1 0 0,0-1-1 0 0,0 0 1 0 0,0 1-1 0 0,0-1 0 0 0,0 0 1 0 0,0 0-1 0 0,0 0 1 0 0,0 0-1 0 0,-2 1 1 0 0,-33 8 2265 0 0,29-6-2309 0 0,-1-1 1 0 0,0 0-1 0 0,0-1 0 0 0,0 0 0 0 0,0 0 0 0 0,-9 0 1 0 0,10 0-58 0 0,-1 0 0 0 0,1 0 0 0 0,0 1 0 0 0,0 0 0 0 0,-8 4 0 0 0,5 8 210 0 0,-1-2-24 0 0,0 0 1 0 0,-17 26 0 0 0,27-36-201 0 0,0 0 0 0 0,0-1 0 0 0,1 1 0 0 0,-1 0 0 0 0,0 0 0 0 0,1 0 0 0 0,-1 0 0 0 0,1 0 0 0 0,0 0 0 0 0,0 0 0 0 0,0 0 0 0 0,0 0 0 0 0,0 0 0 0 0,0 0 0 0 0,0 0 0 0 0,1 0 0 0 0,-1 0 0 0 0,1 0 0 0 0,-1 0 0 0 0,1 0 0 0 0,0 0 0 0 0,0-1 1 0 0,-1 1-1 0 0,1 0 0 0 0,1 0 0 0 0,-1-1 0 0 0,0 1 0 0 0,0-1 0 0 0,1 1 0 0 0,-1-1 0 0 0,2 2 0 0 0,6 9 65 0 0,3 12 48 0 0,-10-20-116 0 0,-1 0-1 0 0,1 0 1 0 0,0 0 0 0 0,1-1 0 0 0,-1 1-1 0 0,1-1 1 0 0,-1 1 0 0 0,4 2 0 0 0,3 4 19 0 0,0-2 0 0 0,0 1 1 0 0,1-1-1 0 0,0-1 0 0 0,0 0 1 0 0,0 0-1 0 0,1-1 0 0 0,0 0 1 0 0,1-1-1 0 0,-1 0 0 0 0,1-1 1 0 0,0 0-1 0 0,0-1 0 0 0,0-1 1 0 0,15 2-1 0 0,32 1-10 0 0,0-4 1 0 0,0-1-1 0 0,81-12 0 0 0,-139 12-24 0 0,1 0-1 0 0,0-1 0 0 0,0 1 1 0 0,0 0-1 0 0,0-1 0 0 0,0 1 0 0 0,-1-1 1 0 0,1 1-1 0 0,0-1 0 0 0,0 0 1 0 0,-1 0-1 0 0,1 0 0 0 0,0 0 0 0 0,-1 0 1 0 0,1 0-1 0 0,-1 0 0 0 0,0-1 1 0 0,1 1-1 0 0,-1 0 0 0 0,0-1 0 0 0,0 1 1 0 0,0-1-1 0 0,0 0 0 0 0,0 1 1 0 0,0-1-1 0 0,0 0 0 0 0,0 1 0 0 0,-1-1 1 0 0,1 0-1 0 0,-1 0 0 0 0,1 0 1 0 0,-1 0-1 0 0,0 0 0 0 0,0 1 0 0 0,0-1 1 0 0,0 0-1 0 0,0 0 0 0 0,0 0 1 0 0,0 0-1 0 0,-1 0 0 0 0,1 0 0 0 0,-1-2 1 0 0,0-13-6 0 0,1 16 8 0 0,0-1 0 0 0,0 0 0 0 0,0 1 0 0 0,0-1-1 0 0,-1 0 1 0 0,1 0 0 0 0,-1 1 0 0 0,1-1 0 0 0,-1 1-1 0 0,1-1 1 0 0,-1 0 0 0 0,0 1 0 0 0,0-1-1 0 0,0 1 1 0 0,0-1 0 0 0,-1-1 0 0 0,-15-13 11 0 0,-1 0 0 0 0,0 1 0 0 0,-1 1 0 0 0,0 0 0 0 0,-29-14 0 0 0,21 12-4 0 0,-3-1 38 0 0,0 0-1 0 0,-1 2 1 0 0,0 1 0 0 0,-1 2 0 0 0,-1 0-1 0 0,-57-10 1 0 0,65 20-6 0 0,30 3-307 0 0,-3 0 138 0 0,-1-1 0 0 0,1 0 0 0 0,0 1 0 0 0,0-1 0 0 0,0 0 0 0 0,-1 0 0 0 0,1 0 0 0 0,0 0 1 0 0,0 0-1 0 0,0 0 0 0 0,-1-1 0 0 0,1 1 0 0 0,0-1 0 0 0,3-1 0 0 0,166-23-6794 0 0,-110 18 4628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30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1281 0 0,'0'2'185'0'0,"0"-1"1"0"0,-1 0 0 0 0,1 0 0 0 0,0 0-1 0 0,-1 1 1 0 0,1-1 0 0 0,-1 0 0 0 0,0 0-1 0 0,1 0 1 0 0,-1 0 0 0 0,0 0 0 0 0,0 0-1 0 0,0 0 1 0 0,1 0 0 0 0,-1-1 0 0 0,0 1-1 0 0,0 0 1 0 0,0 0 0 0 0,0-1 0 0 0,-1 1-1 0 0,1-1 1 0 0,0 1 0 0 0,0-1 0 0 0,0 1-1 0 0,-2-1 1 0 0,-41 12 1840 0 0,20-7-838 0 0,9 1-695 0 0,0 0 0 0 0,0 1 0 0 0,1 0 0 0 0,-22 15-1 0 0,10-5-248 0 0,24-16-231 0 0,0 0-1 0 0,-1 0 0 0 0,1 1 1 0 0,0-1-1 0 0,0 1 1 0 0,0-1-1 0 0,0 1 1 0 0,1 0-1 0 0,-1 0 1 0 0,0 0-1 0 0,1 0 0 0 0,-1 0 1 0 0,1 0-1 0 0,0 0 1 0 0,0 1-1 0 0,0-1 1 0 0,0 0-1 0 0,0 1 0 0 0,0-1 1 0 0,1 0-1 0 0,-1 1 1 0 0,0 2-1 0 0,2-1 16 0 0,-1-1 0 0 0,1 1 0 0 0,-1-1 0 0 0,1 1 0 0 0,0-1 1 0 0,1 1-1 0 0,-1-1 0 0 0,0 0 0 0 0,1 0 0 0 0,0 0 0 0 0,0 0 0 0 0,0 0 0 0 0,0 0 0 0 0,3 3 0 0 0,5 5 50 0 0,1-1 0 0 0,0 0 1 0 0,1-1-1 0 0,0 0 0 0 0,1-1 0 0 0,25 13 0 0 0,3-4-42 0 0,0-1-1 0 0,2-3 1 0 0,0-1-1 0 0,0-2 1 0 0,1-3 0 0 0,0-1-1 0 0,0-1 1 0 0,81-4-1 0 0,-113-2 0 0 0,-1 1-1 0 0,1-2 1 0 0,0 1-1 0 0,0-2 1 0 0,0 1-1 0 0,-1-2 0 0 0,1 1 1 0 0,-1-2-1 0 0,0 1 1 0 0,0-2-1 0 0,11-7 1 0 0,-21 13-29 0 0,-1 0-1 0 0,0 0 1 0 0,1-1 0 0 0,-1 1 0 0 0,0 0 0 0 0,0 0 0 0 0,0-1 0 0 0,1 1-1 0 0,-1 0 1 0 0,0-1 0 0 0,0 1 0 0 0,0 0 0 0 0,0-1 0 0 0,1 1-1 0 0,-1 0 1 0 0,0-1 0 0 0,0 1 0 0 0,0 0 0 0 0,0-1 0 0 0,0 1 0 0 0,0 0-1 0 0,0-1 1 0 0,0 1 0 0 0,0 0 0 0 0,0-1 0 0 0,0 1 0 0 0,0 0 0 0 0,0-1-1 0 0,0 1 1 0 0,-1 0 0 0 0,1-1 0 0 0,0 1 0 0 0,0 0 0 0 0,0-1-1 0 0,0 1 1 0 0,-1 0 0 0 0,1 0 0 0 0,0-1 0 0 0,0 1 0 0 0,0 0 0 0 0,-1 0-1 0 0,1-1 1 0 0,0 1 0 0 0,-1 0 0 0 0,-17-11 132 0 0,11 8-59 0 0,-63-48 396 0 0,10 6-256 0 0,-113-55 168 0 0,148 88-485 0 0,1 1 0 0 0,-2 2 0 0 0,0 0 0 0 0,0 2 0 0 0,-51-8 1 0 0,-39 3-2998 0 0,91 9-320 0 0,45-1-2748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0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44 480 0 0,'0'-19'6163'0'0,"30"19"-5283"0"0,0-6-3281 0 0,-30 0 561 0 0,0-7 79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6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69 2161 0 0,'-25'5'3348'0'0,"20"-4"-893"0"0,0 5-647 0 0,-15-3-899 0 0,-11-5-465 0 0,31 1-373 0 0,-1 0 0 0 0,0 0 1 0 0,0 0-1 0 0,1 0 0 0 0,-1 0 0 0 0,1 0 0 0 0,-1-1 0 0 0,1 1 1 0 0,-1 0-1 0 0,1 0 0 0 0,0 0 0 0 0,0 0 0 0 0,-1-1 0 0 0,1 1 1 0 0,0 0-1 0 0,0 0 0 0 0,0-1 0 0 0,0 1 0 0 0,0 0 0 0 0,1 0 1 0 0,-1 0-1 0 0,0-1 0 0 0,1-1 0 0 0,-1-18-5 0 0,0 21-61 0 0,-1-3 17 0 0,28 0 31 0 0,-22 8 190 0 0,0 3-99 0 0,-4-7-124 0 0,1 0 0 0 0,0 0-1 0 0,-1 0 1 0 0,1 1 0 0 0,-1-1 0 0 0,1 0-1 0 0,-1 1 1 0 0,0-1 0 0 0,0 1 0 0 0,1 0-1 0 0,-1-1 1 0 0,0 1 0 0 0,0 0 0 0 0,-1-1-1 0 0,1 1 1 0 0,1 2 0 0 0,1 42 1120 0 0,-3-42-1015 0 0,-1-3-110 0 0,0-1 0 0 0,0 0 1 0 0,0 1-1 0 0,-1-1 0 0 0,1 1 1 0 0,0-1-1 0 0,0 0 0 0 0,0 0 1 0 0,0 0-1 0 0,0 0 0 0 0,0 0 1 0 0,-1 0-1 0 0,1 0 0 0 0,0 0 1 0 0,0 0-1 0 0,0 0 0 0 0,0 0 1 0 0,0-1-1 0 0,-1 1 0 0 0,0-1 1 0 0,-29-8 142 0 0,30 4-146 0 0,-1 1 0 0 0,1 0 0 0 0,0 0-1 0 0,0-1 1 0 0,0 1 0 0 0,1-1 0 0 0,-1 1 0 0 0,1-1 0 0 0,0 1 0 0 0,1 0-1 0 0,-1-1 1 0 0,2-4 0 0 0,-2-5-86 0 0,1 13-83 0 0,-1 0 0 0 0,1 0 1 0 0,-1 0-1 0 0,1 0 0 0 0,0 0 0 0 0,-1 0 0 0 0,1 0 0 0 0,0 0 1 0 0,0 1-1 0 0,0-1 0 0 0,0 0 0 0 0,-1 0 0 0 0,1 1 0 0 0,0-1 1 0 0,0 1-1 0 0,0-1 0 0 0,0 1 0 0 0,0-1 0 0 0,1 1 0 0 0,-1-1 1 0 0,0 1-1 0 0,0 0 0 0 0,0 0 0 0 0,0-1 0 0 0,0 1 0 0 0,0 0 1 0 0,1 0-1 0 0,0 1 0 0 0,6-3-2485 0 0,22-5-2600 0 0,-5 1 3027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7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1 800 0 0,'-6'3'849'0'0,"0"-1"-388"0"0,0 1 0 0 0,0 1 0 0 0,1-1-1 0 0,-1 1 1 0 0,1 0 0 0 0,0 0-1 0 0,0 0 1 0 0,1 1 0 0 0,-7 8-1 0 0,-10-1-113 0 0,21-12-347 0 0,0 0-1 0 0,0 0 1 0 0,-1 0 0 0 0,1 0 0 0 0,0 0-1 0 0,0 0 1 0 0,-1 0 0 0 0,1 0-1 0 0,0 0 1 0 0,0 0 0 0 0,-1 1 0 0 0,1-1-1 0 0,0 0 1 0 0,0 0 0 0 0,0 0-1 0 0,-1 0 1 0 0,1 1 0 0 0,0-1 0 0 0,0 0-1 0 0,0 0 1 0 0,0 0 0 0 0,-1 1-1 0 0,1-1 1 0 0,0 0 0 0 0,0 0 0 0 0,0 1-1 0 0,0-1 1 0 0,0 0 0 0 0,0 0-1 0 0,0 1 1 0 0,0-1 0 0 0,0 0 0 0 0,0 0-1 0 0,0 1 1 0 0,0-1 0 0 0,0 0-1 0 0,0 0 1 0 0,0 1 0 0 0,0-1 0 0 0,-5 7 144 0 0,-10-3 4 0 0,13-4-135 0 0,0-1-1 0 0,0 2 1 0 0,1-1 0 0 0,-1 0 0 0 0,0 0 0 0 0,0 1-1 0 0,0-1 1 0 0,1 1 0 0 0,-1-1 0 0 0,0 1-1 0 0,1 0 1 0 0,-1-1 0 0 0,0 1 0 0 0,1 0 0 0 0,-1 0-1 0 0,1 1 1 0 0,-1-1 0 0 0,1 0 0 0 0,0 0-1 0 0,-1 1 1 0 0,1-1 0 0 0,0 0 0 0 0,0 1 0 0 0,-1 1-1 0 0,1-1-5 0 0,-1 0-1 0 0,1 0 0 0 0,-1 0 0 0 0,1 0 1 0 0,-1 0-1 0 0,0-1 0 0 0,0 1 1 0 0,1 0-1 0 0,-1-1 0 0 0,-1 0 0 0 0,1 1 1 0 0,0-1-1 0 0,0 0 0 0 0,0 0 0 0 0,0 0 1 0 0,-4 0-1 0 0,-19 5 381 0 0,25-3 312 0 0,0-2-681 0 0,0-1 0 0 0,0 0 1 0 0,0 0-1 0 0,0 1 0 0 0,0-1 0 0 0,0 0 0 0 0,0 1 1 0 0,0-1-1 0 0,1 0 0 0 0,-1 1 0 0 0,0-1 0 0 0,0 0 1 0 0,0 0-1 0 0,0 1 0 0 0,-1-1 0 0 0,1 0 0 0 0,0 1 1 0 0,0-1-1 0 0,0 0 0 0 0,0 0 0 0 0,0 1 0 0 0,0-1 1 0 0,0 0-1 0 0,0 1 0 0 0,-1-1 0 0 0,1 0 1 0 0,0 0-1 0 0,0 1 0 0 0,0-1 0 0 0,-1 0 0 0 0,1 0 1 0 0,0 0-1 0 0,0 1 0 0 0,0-1 0 0 0,-1 0 0 0 0,1 0 1 0 0,0 0-1 0 0,-1 0 0 0 0,1 1 0 0 0,-16-1 76 0 0,11 0 1093 0 0,10 0-960 0 0,2 0 403 0 0,-10 2-141 0 0,-22 4 132 0 0,-49 6-334 0 0,65-11-258 0 0,1 1 1 0 0,-1 1-1 0 0,1 0 1 0 0,-13 6-1 0 0,21-9-29 0 0,-10 12 0 0 0,8-12 4 0 0,1 1-1 0 0,-1-1 1 0 0,1 1 0 0 0,0 0-1 0 0,-1-1 1 0 0,1 1 0 0 0,0 0 0 0 0,-1 0-1 0 0,1 0 1 0 0,0 0 0 0 0,0 0-1 0 0,0 0 1 0 0,0 0 0 0 0,0 0-1 0 0,0 1 1 0 0,0-1 0 0 0,0 2 0 0 0,-3 38 62 0 0,4-33-64 0 0,-1-5 1 0 0,1 0 0 0 0,0 0 0 0 0,0 0 0 0 0,0 0 0 0 0,0 0 0 0 0,0 0 0 0 0,1 0 0 0 0,-1-1-1 0 0,1 1 1 0 0,0 0 0 0 0,0 0 0 0 0,1 4 0 0 0,7 1 21 0 0,-7-7-22 0 0,-1-1 0 0 0,0 1 1 0 0,0 0-1 0 0,0 0 0 0 0,0 0 1 0 0,0 0-1 0 0,0 0 0 0 0,0 0 1 0 0,0 1-1 0 0,0-1 1 0 0,-1 0-1 0 0,1 0 0 0 0,0 1 1 0 0,-1-1-1 0 0,1 0 0 0 0,-1 1 1 0 0,1-1-1 0 0,-1 1 0 0 0,0-1 1 0 0,0 1-1 0 0,1-1 1 0 0,-1 0-1 0 0,0 3 0 0 0,1 3 6 0 0,0 0-1 0 0,1-1 1 0 0,0 1-1 0 0,1 0 1 0 0,-1-1-1 0 0,1 0 1 0 0,1 1 0 0 0,-1-1-1 0 0,1 0 1 0 0,8 10-1 0 0,6 10 44 0 0,-10-11-39 0 0,-8-13-12 0 0,1 0 1 0 0,1 0 0 0 0,-1 0 0 0 0,0 0 0 0 0,0 0 0 0 0,1 0-1 0 0,-1-1 1 0 0,1 1 0 0 0,-1 0 0 0 0,1-1 0 0 0,0 1-1 0 0,0-1 1 0 0,0 0 0 0 0,0 1 0 0 0,0-1 0 0 0,0 0 0 0 0,4 1-1 0 0,39 22 40 0 0,-28-14-27 0 0,1 0 1 0 0,1-1-1 0 0,0-1 1 0 0,0 0-1 0 0,1-2 0 0 0,0 0 1 0 0,34 5-1 0 0,61-14-13 0 0,-99 5 0 0 0,0-2 1 0 0,0 1-1 0 0,24-4 1 0 0,-37 3-5 0 0,1-1 1 0 0,-1 0 0 0 0,0 1 0 0 0,1-1 0 0 0,-1 0 0 0 0,0-1 0 0 0,0 1 0 0 0,0 0 0 0 0,0-1 0 0 0,0 0-1 0 0,0 0 1 0 0,0 0 0 0 0,0 0 0 0 0,-1 0 0 0 0,1 0 0 0 0,-1-1 0 0 0,0 1 0 0 0,1-1 0 0 0,-1 0 0 0 0,0 1 0 0 0,1-5-1 0 0,7-42-9 0 0,-6 36 8 0 0,-1-1 0 0 0,-1 1 0 0 0,0-1 0 0 0,-1 0-1 0 0,-1 0 1 0 0,0 0 0 0 0,0 0 0 0 0,-2 0 0 0 0,0 0 0 0 0,0 1 0 0 0,-1-1 0 0 0,-10-25-1 0 0,5 23-3 0 0,-1-1 0 0 0,-1 2 0 0 0,-1-1 0 0 0,0 2 0 0 0,-1-1 0 0 0,0 2 0 0 0,-29-25 0 0 0,7 12 28 0 0,-1 1 1 0 0,-43-22 0 0 0,71 43-15 0 0,1 1 0 0 0,-1-1 0 0 0,1 1 1 0 0,-1 1-1 0 0,0-1 0 0 0,0 1 0 0 0,0 1 0 0 0,0-1 0 0 0,0 1 1 0 0,-1 0-1 0 0,-10 1 0 0 0,-14-2-54 0 0,25 1 51 0 0,0 1 0 0 0,0-1-1 0 0,0 2 1 0 0,0-1 0 0 0,-13 3-1 0 0,18-3-12 0 0,1 1 0 0 0,-1-1 0 0 0,1 1 0 0 0,-1-1 0 0 0,1 1 0 0 0,0-1 0 0 0,-1 1 0 0 0,1 0 0 0 0,0 0 0 0 0,-1-1 0 0 0,1 1-1 0 0,0 0 1 0 0,0 0 0 0 0,0 0 0 0 0,0 1 0 0 0,0-1 0 0 0,0 0 0 0 0,0 0 0 0 0,0 0 0 0 0,1 1 0 0 0,-1-1 0 0 0,0 0 0 0 0,1 1-1 0 0,-1-1 1 0 0,1 1 0 0 0,-1-1 0 0 0,1 1 0 0 0,0-1 0 0 0,0 1 0 0 0,-1 2 0 0 0,2-3-36 0 0,0 1 1 0 0,0 0-1 0 0,0 0 1 0 0,0-1-1 0 0,0 1 1 0 0,0 0-1 0 0,0-1 1 0 0,0 1-1 0 0,1-1 1 0 0,-1 0-1 0 0,0 1 1 0 0,1-1-1 0 0,-1 0 1 0 0,1 0-1 0 0,0 0 1 0 0,-1 0-1 0 0,1 0 0 0 0,0 0 1 0 0,0 0-1 0 0,0-1 1 0 0,2 2-1 0 0,5 1-380 0 0,-1 0-1 0 0,1-1 1 0 0,0 0-1 0 0,13 2 0 0 0,-2-2-703 0 0,0-1-1 0 0,0-1 1 0 0,0 0-1 0 0,0-2 0 0 0,31-6 1 0 0,4-3-924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8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 1681 0 0,'0'13'1485'0'0,"0"-11"-1189"0"0,1-1 0 0 0,-1 1 0 0 0,0 0 0 0 0,0-1 0 0 0,0 1 0 0 0,0 0 1 0 0,0-1-1 0 0,0 1 0 0 0,-1 0 0 0 0,1-1 0 0 0,-1 1 0 0 0,1 0 0 0 0,-1-1 0 0 0,1 1 0 0 0,-1-1 0 0 0,0 1 0 0 0,0-1 0 0 0,-1 2 1 0 0,-26 9 595 0 0,-1-6-326 0 0,0 2 0 0 0,-42 18 0 0 0,61-22-474 0 0,0 0 0 0 0,0 1 0 0 0,1 1-1 0 0,0-1 1 0 0,0 1 0 0 0,0 1 0 0 0,1 0 0 0 0,0 0 0 0 0,0 1 0 0 0,-9 12-1 0 0,8-8-7 0 0,7-10-61 0 0,0 1 0 0 0,1-1-1 0 0,-1 1 1 0 0,1-1 0 0 0,-1 1 0 0 0,1-1-1 0 0,0 1 1 0 0,0 0 0 0 0,0 0 0 0 0,0 0-1 0 0,1 0 1 0 0,-1 0 0 0 0,1-1 0 0 0,-1 1 0 0 0,1 0-1 0 0,0 0 1 0 0,1 5 0 0 0,-2 16 120 0 0,0-15-99 0 0,0 0 0 0 0,1 0 0 0 0,0 0-1 0 0,0 1 1 0 0,1-1 0 0 0,1 0 0 0 0,3 15-1 0 0,4-11-5 0 0,1-1-1 0 0,0-1 0 0 0,0 1 0 0 0,2-2 0 0 0,-1 1 0 0 0,1-2 0 0 0,0 1 0 0 0,1-2 1 0 0,14 8-1 0 0,-18-11-22 0 0,5 4-2 0 0,0-1 0 0 0,1 0 0 0 0,0-1 0 0 0,0-1 0 0 0,1-1 0 0 0,-1 0 1 0 0,19 3-1 0 0,14 4 42 0 0,-25-8-46 0 0,0 0 0 0 0,1-2 0 0 0,-1 0-1 0 0,1-2 1 0 0,-1 0 0 0 0,0-2-1 0 0,31-6 1 0 0,-35 6-12 0 0,-2-1-17 0 0,-1 0 0 0 0,30-10 1 0 0,-4-5 11 0 0,-39 16 5 0 0,0 0-1 0 0,0 0 1 0 0,0 0-1 0 0,-1 0 1 0 0,1-1 0 0 0,-1 1-1 0 0,1-1 1 0 0,-1 1-1 0 0,0-1 1 0 0,0 0-1 0 0,0 0 1 0 0,-1 0-1 0 0,1 0 1 0 0,-1 0-1 0 0,1 0 1 0 0,-1 0-1 0 0,0 0 1 0 0,0-1-1 0 0,0 1 1 0 0,-1-1-1 0 0,1 1 1 0 0,-1 0-1 0 0,0-1 1 0 0,0 1-1 0 0,0-1 1 0 0,0 1-1 0 0,-1 0 1 0 0,1-1 0 0 0,-1 1-1 0 0,0-1 1 0 0,0 1-1 0 0,-2-5 1 0 0,-1-2-2 0 0,-1 0 0 0 0,1 0 0 0 0,-1 0-1 0 0,-1 0 1 0 0,0 1 0 0 0,0 0 0 0 0,-1 1 0 0 0,-14-15 0 0 0,3 7-1 0 0,-1 1 0 0 0,-30-19-1 0 0,6 10 3 0 0,-64-27 1 0 0,86 43 17 0 0,-1 1 1 0 0,1 1-1 0 0,-1 1 1 0 0,0 1-1 0 0,0 1 0 0 0,0 1 1 0 0,-27 1-1 0 0,34 2-123 0 0,0-1-1 0 0,0 2 0 0 0,0 0 0 0 0,0 1 0 0 0,1 1 0 0 0,-18 6 0 0 0,31-10 84 0 0,1 0 1 0 0,-1-1-1 0 0,1 1 0 0 0,-1 0 0 0 0,1 1 1 0 0,-1-1-1 0 0,1 0 0 0 0,-1 0 0 0 0,1 0 1 0 0,-1 0-1 0 0,1 0 0 0 0,0 0 1 0 0,-1 0-1 0 0,1 1 0 0 0,-1-1 0 0 0,1 0 1 0 0,-1 0-1 0 0,1 1 0 0 0,0-1 1 0 0,-1 0-1 0 0,1 1 0 0 0,0-1 0 0 0,-1 0 1 0 0,1 1-1 0 0,0-1 0 0 0,0 0 0 0 0,-1 1 1 0 0,1-1-1 0 0,0 1 0 0 0,0-1 1 0 0,0 1-1 0 0,-1-1 0 0 0,1 0 0 0 0,0 1 1 0 0,0-1-1 0 0,0 1 0 0 0,0-1 0 0 0,0 1 1 0 0,0-1-1 0 0,0 1 0 0 0,0-1 1 0 0,0 1-1 0 0,0-1 0 0 0,0 1 0 0 0,0-1 1 0 0,0 1-1 0 0,1-1 0 0 0,-1 0 1 0 0,0 1-1 0 0,0-1 0 0 0,0 1 0 0 0,1-1 1 0 0,-1 0-1 0 0,0 1 0 0 0,0-1 0 0 0,1 1 1 0 0,-1-1-1 0 0,0 0 0 0 0,1 1 1 0 0,-1-1-1 0 0,1 0 0 0 0,-1 0 0 0 0,0 1 1 0 0,1-1-1 0 0,-1 0 0 0 0,1 0 0 0 0,0 1 1 0 0,24 9-1187 0 0,-7-7-130 0 0,0-1 0 0 0,0 0 0 0 0,1-1 0 0 0,23-3 0 0 0,-6-4-872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8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1 720 0 0,'-1'1'347'0'0,"1"0"0"0"0,-1 0-1 0 0,1 0 1 0 0,-1 1 0 0 0,0-1 0 0 0,0 0-1 0 0,0 0 1 0 0,0 0 0 0 0,1 0-1 0 0,-1 0 1 0 0,-1 0 0 0 0,1-1 0 0 0,0 1-1 0 0,0 0 1 0 0,0 0 0 0 0,0-1-1 0 0,0 1 1 0 0,-1-1 0 0 0,-1 1 0 0 0,-37 16 1460 0 0,16-8-397 0 0,11-2-883 0 0,6-4-354 0 0,-1 1-1 0 0,1 0 0 0 0,0 0 0 0 0,0 0 1 0 0,0 1-1 0 0,1 0 0 0 0,-10 10 0 0 0,14-12-166 0 0,0 0 0 0 0,1 0 1 0 0,-1 0-1 0 0,1 1 0 0 0,-1-1 0 0 0,1 0 0 0 0,0 1 0 0 0,0-1 1 0 0,1 1-1 0 0,-1 0 0 0 0,1-1 0 0 0,0 1 0 0 0,0-1 0 0 0,0 1 0 0 0,0 0 1 0 0,1-1-1 0 0,-1 1 0 0 0,1-1 0 0 0,0 1 0 0 0,0-1 0 0 0,2 5 1 0 0,3 10 98 0 0,1 0 0 0 0,1-1 0 0 0,1 0 0 0 0,0 0 0 0 0,2 0 0 0 0,-1-2 0 0 0,24 26 0 0 0,-1-5 135 0 0,1-2 0 0 0,41 30 0 0 0,-47-45-124 0 0,0 0 0 0 0,0-2-1 0 0,2 0 1 0 0,0-3 0 0 0,50 18 0 0 0,-31-16 3 0 0,0-2 1 0 0,101 14 0 0 0,-129-26-71 0 0,-1-1 0 0 0,0-1 0 0 0,1-1 0 0 0,-1-1 0 0 0,0-1 0 0 0,0 0-1 0 0,0-1 1 0 0,20-8 0 0 0,-35 11-2 0 0,0-1-1 0 0,0 0 1 0 0,0 0-1 0 0,0-1 1 0 0,0 1-1 0 0,0-1 0 0 0,0 0 1 0 0,-1 0-1 0 0,1-1 1 0 0,-1 1-1 0 0,0-1 1 0 0,0 0-1 0 0,-1 0 1 0 0,7-9-1 0 0,-8 9-17 0 0,0 0 0 0 0,0 0 0 0 0,-1-1-1 0 0,1 1 1 0 0,-1 0 0 0 0,0-1 0 0 0,-1 1 0 0 0,1-1-1 0 0,-1 1 1 0 0,0-1 0 0 0,0 1 0 0 0,0-1 0 0 0,0 1 0 0 0,-3-8-1 0 0,-2-6-2 0 0,-1 1 0 0 0,-1 0-1 0 0,0 0 1 0 0,-2 1-1 0 0,0 0 1 0 0,0 1 0 0 0,-17-21-1 0 0,10 17-41 0 0,0 2 0 0 0,-1 0 0 0 0,0 0 0 0 0,-1 2 0 0 0,-1 0 0 0 0,-1 1 0 0 0,0 1 0 0 0,-1 1 0 0 0,0 1 0 0 0,0 0 0 0 0,-40-12 0 0 0,40 16-414 0 0,-1 1-1 0 0,0 1 1 0 0,0 0-1 0 0,-1 2 0 0 0,1 0 1 0 0,-1 2-1 0 0,0 1 1 0 0,1 0-1 0 0,-1 2 1 0 0,0 0-1 0 0,1 2 0 0 0,-32 8 1 0 0,41-7-951 0 0,1 1 0 0 0,0 0-1 0 0,-16 10 1 0 0,27-16 1317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145 282 5122 0 0,'-141'-7'5336'0'0,"138"4"-5236"0"0,12 0-191 0 0,6-4 1149 0 0,-14 6-988 0 0,1-1-1 0 0,-1 1 1 0 0,1-1-1 0 0,0 1 1 0 0,-1-1 0 0 0,1 1-1 0 0,0 0 1 0 0,0 0-1 0 0,0 0 1 0 0,0 0-1 0 0,0 0 1 0 0,0 1-1 0 0,4-2 1 0 0,0 0 237 0 0,26-6 211 0 0,1 2 0 0 0,-1 1 0 0 0,1 1 0 0 0,0 2 0 0 0,35 2 0 0 0,-63 0-345 0 0,20 0 67 0 0,-20 0-79 0 0,0 1-81 0 0,146 30 80 0 0,60 6-160 0 0,81 9 0 0 0,-212-35 0 0 0,-55-7-15 0 0,42-1-38 0 0,-63-3 54 0 0,-24-12 306 0 0,-126-46 426 0 0,-252-73 215 0 0,351 119-841 0 0,0-2-94 0 0,45 14-94 0 0,-11-4 73 0 0,7 0-1011 0 0,96-36-4370 0 0,2 9 934 0 0,47-13-1121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0 6483 0 0,'-151'97'5362'0'0,"30"4"-4401"0"0,37-12-1521 0 0,84-26 400 0 0,-31-30 320 0 0,31-14-80 0 0,-30 0-801 0 0,60 1-1120 0 0,55-20-2881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44 560 0 0,'0'-1'86'0'0,"0"0"0"0"0,0 0 1 0 0,1 0-1 0 0,-1 1 0 0 0,0-1 0 0 0,0 0 0 0 0,1 0 0 0 0,-1 0 0 0 0,0 0 0 0 0,1 0 1 0 0,-1 1-1 0 0,0-1 0 0 0,1 0 0 0 0,0 0 0 0 0,-1 1 0 0 0,1-1 0 0 0,-1 0 0 0 0,1 1 1 0 0,0-1-1 0 0,-1 1 0 0 0,1-1 0 0 0,0 1 0 0 0,-1-1 0 0 0,1 1 0 0 0,0-1 0 0 0,2 0 0 0 0,9-9 1990 0 0,-8-3 1580 0 0,-12 20-1956 0 0,-9-3-1556 0 0,16-4 13 0 0,1 0-139 0 0,0 0-1 0 0,0 0 1 0 0,-1 0-1 0 0,1 0 1 0 0,0 0-1 0 0,0 0 1 0 0,-1 0-1 0 0,1 0 1 0 0,0 1 0 0 0,0-1-1 0 0,-1 0 1 0 0,1 0-1 0 0,0 0 1 0 0,0 0-1 0 0,0 0 1 0 0,-1 1-1 0 0,1-1 1 0 0,0 0-1 0 0,0 0 1 0 0,0 0-1 0 0,0 1 1 0 0,-1-1-1 0 0,1 0 1 0 0,0 0-1 0 0,0 0 1 0 0,0 1 0 0 0,0-1-1 0 0,0 0 1 0 0,0 0-1 0 0,0 1 1 0 0,0-1-1 0 0,0 0 1 0 0,0 0-1 0 0,0 1 1 0 0,0-1-1 0 0,0 0 1 0 0,0 0-1 0 0,0 1 1 0 0,0-1-1 0 0,0 0 1 0 0,0 0 0 0 0,0 1-1 0 0,0-1 1 0 0,0 0-1 0 0,0 0 1 0 0,0 1-1 0 0,0-1 1 0 0,1 0-1 0 0,-1 0 1 0 0,0 1-1 0 0,0-1 1 0 0,0 0-1 0 0,0 0 1 0 0,1 0-1 0 0,-1 0 1 0 0,0 1 0 0 0,0-1-1 0 0,0 0 1 0 0,1 0-1 0 0,-1 0 1 0 0,0 0-1 0 0,0 0 1 0 0,1 0-1 0 0,-1 1 1 0 0,0-1-1 0 0,0 0 1 0 0,1 0-1 0 0,-1 0 1 0 0,0 0-1 0 0,27 0 136 0 0,0 0 0 0 0,27-5-1 0 0,-46 4-129 0 0,8 1 15 0 0,-8 0 2 0 0,1-1 0 0 0,0 1 1 0 0,0-2-1 0 0,0 1 0 0 0,-1-1 1 0 0,10-3-1 0 0,-13 4 693 0 0,-39 2-451 0 0,0 1 1 0 0,0 3-1 0 0,1 0 0 0 0,0 2 0 0 0,0 2 0 0 0,-38 14 0 0 0,61-19-260 0 0,1 0 0 0 0,0 1 0 0 0,0 0 0 0 0,0 0 1 0 0,0 1-1 0 0,-11 10 0 0 0,17-13-13 0 0,-1 0 0 0 0,1 1 1 0 0,0-1-1 0 0,0 1 0 0 0,0-1 0 0 0,0 1 0 0 0,1 0 0 0 0,-1 0 0 0 0,1 1 1 0 0,0-1-1 0 0,0 0 0 0 0,1 1 0 0 0,-1-1 0 0 0,1 1 0 0 0,0-1 1 0 0,0 1-1 0 0,0 5 0 0 0,1 27 26 0 0,-1-21-11 0 0,0-1-1 0 0,2 1 1 0 0,0 0-1 0 0,1 0 1 0 0,5 21 0 0 0,-5-31-20 0 0,0 0 1 0 0,1 1-1 0 0,0-1 1 0 0,1 0-1 0 0,-1 0 1 0 0,1-1-1 0 0,0 1 1 0 0,1-1-1 0 0,-1 0 1 0 0,1 0-1 0 0,0 0 1 0 0,0-1-1 0 0,1 0 1 0 0,-1 0-1 0 0,1 0 1 0 0,9 4-1 0 0,5 2 13 0 0,1-2 0 0 0,1 0-1 0 0,-1-1 1 0 0,1-2 0 0 0,1 0-1 0 0,-1-1 1 0 0,0-1 0 0 0,1-1-1 0 0,0-1 1 0 0,-1-2 0 0 0,29-2-1 0 0,-47 2-83 0 0,1 0-1 0 0,0 0 0 0 0,0 0 1 0 0,-1-1-1 0 0,1 1 0 0 0,-1-1 1 0 0,1 0-1 0 0,-1 0 0 0 0,0-1 1 0 0,1 1-1 0 0,-1-1 0 0 0,-1 0 1 0 0,1 0-1 0 0,0 0 0 0 0,-1-1 1 0 0,1 1-1 0 0,-1-1 0 0 0,0 0 1 0 0,0 0-1 0 0,-1 0 0 0 0,1 0 1 0 0,-1-1-1 0 0,2-4 0 0 0,2-7-600 0 0,-1-1 0 0 0,-1 1 0 0 0,0-1 0 0 0,2-32-1 0 0,-3 21-302 0 0,7-61-3631 0 0,-8 82 3757 0 0,0 0 0 0 0,1 0-1 0 0,0 0 1 0 0,0 1-1 0 0,7-13 1 0 0,-7 15 408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4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0 240 0 0,'-5'1'1694'0'0,"-15"3"40"0"0,10 6 1441 0 0,-15 2-1851 0 0,22-12-1218 0 0,0 1 0 0 0,0 0-1 0 0,0 0 1 0 0,1 0 0 0 0,-1 0 0 0 0,0 1-1 0 0,1-1 1 0 0,-1 1 0 0 0,1-1-1 0 0,-1 1 1 0 0,1 0 0 0 0,0 0 0 0 0,0 0-1 0 0,0 0 1 0 0,0 0 0 0 0,0 1-1 0 0,1-1 1 0 0,-1 1 0 0 0,0-1-1 0 0,1 1 1 0 0,0-1 0 0 0,0 1 0 0 0,0 0-1 0 0,0 0 1 0 0,0 0 0 0 0,0-1-1 0 0,1 1 1 0 0,-1 0 0 0 0,1 4 0 0 0,0-1-49 0 0,0-1 0 0 0,1 1 0 0 0,-1-1 0 0 0,1 0 0 0 0,0 1 1 0 0,1-1-1 0 0,-1 0 0 0 0,1 0 0 0 0,0 0 0 0 0,0 0 0 0 0,1 0 1 0 0,-1 0-1 0 0,6 7 0 0 0,-4-6-17 0 0,0 1 0 0 0,0-1 0 0 0,-1 1-1 0 0,0 0 1 0 0,-1 0 0 0 0,1 0 0 0 0,-1 0 0 0 0,-1 1 0 0 0,2 13 0 0 0,-2 72 95 0 0,-2-50-722 0 0,2-45 466 0 0,-1 0 0 0 0,0 0 1 0 0,1-1-1 0 0,0 1 0 0 0,-1 0 0 0 0,1 0 1 0 0,0 0-1 0 0,0 0 0 0 0,0 0 1 0 0,0 0-1 0 0,1 0 0 0 0,-1 1 1 0 0,2-3-1 0 0,9-14-711 0 0,-2-17-1235 0 0,0 20 744 0 0,-9 13 1184 0 0,1 1 1 0 0,-1 0-1 0 0,0-1 0 0 0,0 1 0 0 0,0-1 1 0 0,0 1-1 0 0,0-1 0 0 0,0 0 0 0 0,-1 1 1 0 0,1-1-1 0 0,-1 0 0 0 0,1 1 0 0 0,-1-1 1 0 0,1 0-1 0 0,-1 0 0 0 0,0 0 0 0 0,0 1 1 0 0,0-1-1 0 0,0 0 0 0 0,0 0 0 0 0,0 0 1 0 0,0 1-1 0 0,-1-1 0 0 0,1 0 0 0 0,-1 0 1 0 0,0-2-1 0 0,-24-43-2209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4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1601 0 0,'31'6'1761'0'0,"-31"8"79"0"0,30-3-319 0 0,-60 8-240 0 0,30 14 79 0 0,-31 25 1 0 0,31-14-721 0 0,31-6-400 0 0,-31-1-160 0 0,30 1 0 0 0,0-11-80 0 0,0-8-160 0 0,0-13-480 0 0,31-12-881 0 0,-1-13-1040 0 0,-30 6-400 0 0,-30-1 640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183 203 80 0 0,'-5'-1'2001'0'0,"-15"-8"655"0"0,19 8-2313 0 0,0-1 0 0 0,1 0-1 0 0,-1 0 1 0 0,0 0-1 0 0,1 0 1 0 0,-1 0-1 0 0,1 0 1 0 0,0 0 0 0 0,0 0-1 0 0,0 0 1 0 0,0 0-1 0 0,0-2 1 0 0,0 2 297 0 0,-55-8-226 0 0,38 8-144 0 0,2-3-101 0 0,11-21-115 0 0,4 25-51 0 0,0 0-1 0 0,0 0 1 0 0,0 0-1 0 0,0 0 1 0 0,0 0-1 0 0,0 1 1 0 0,0-1-1 0 0,-1 0 1 0 0,1 0-1 0 0,0 0 1 0 0,-1 0-1 0 0,1 1 1 0 0,-1-1-1 0 0,1 0 1 0 0,-1 1-1 0 0,1-1 1 0 0,-1 0-1 0 0,1 1 1 0 0,-1-1-1 0 0,0 0 1 0 0,1 1 0 0 0,-1-1-1 0 0,0 1 1 0 0,0-1-1 0 0,1 1 1 0 0,-1 0-1 0 0,-1-1 1 0 0,0 0 0 0 0,2 1 0 0 0,-1-1 0 0 0,0 1 0 0 0,0-1 0 0 0,0 1 0 0 0,0-1 0 0 0,0 0 0 0 0,0 1 0 0 0,0-1 1 0 0,1 0-1 0 0,-1 0 0 0 0,0 1 0 0 0,1-1 0 0 0,-1 0 0 0 0,1 0 0 0 0,-1 0 0 0 0,0 0 0 0 0,1 0 0 0 0,0 0 0 0 0,-1 0 1 0 0,1 0-1 0 0,0 0 0 0 0,0 0 0 0 0,-1 0 0 0 0,1 0 0 0 0,0 0 0 0 0,0 0 0 0 0,0-2 0 0 0,0 2 0 0 0,0 0 0 0 0,0 0 1 0 0,0 0-1 0 0,-1 0 0 0 0,1 0 0 0 0,0 0 0 0 0,-1 0 0 0 0,1 0 0 0 0,-1 0 0 0 0,1 0 0 0 0,-1 0 0 0 0,0 1 0 0 0,1-1 0 0 0,-1 0 0 0 0,0 0 0 0 0,1 0 1 0 0,-1 1-1 0 0,0-1 0 0 0,0 1 0 0 0,0-1 0 0 0,-1 0 0 0 0,1 0 1 0 0,0 0 0 0 0,0 0 0 0 0,-1 0 0 0 0,1 0 0 0 0,0 0 0 0 0,0 0 0 0 0,0 0 0 0 0,0 0 0 0 0,0 0 0 0 0,1 0 0 0 0,-1-1 0 0 0,0 1 0 0 0,0 0 0 0 0,1-1 0 0 0,-1 1 0 0 0,1 0 0 0 0,-1-1 0 0 0,1 1 0 0 0,0-1 0 0 0,-1 1 0 0 0,1-1 0 0 0,0-1 0 0 0,-1-8 681 0 0,7 28-409 0 0,2-9-221 0 0,-1 0 1 0 0,0 0 0 0 0,0 1-1 0 0,-1 0 1 0 0,9 18-1 0 0,-8-13 36 0 0,-6-11-74 0 0,0 1 0 0 0,1 0 0 0 0,0 0 0 0 0,-1-1 1 0 0,2 1-1 0 0,-1-1 0 0 0,0 0 0 0 0,1 0 0 0 0,-1 1 0 0 0,1-2 0 0 0,0 1 0 0 0,0 0 0 0 0,0 0 0 0 0,0-1 1 0 0,1 0-1 0 0,-1 0 0 0 0,1 0 0 0 0,-1 0 0 0 0,1 0 0 0 0,0-1 0 0 0,4 2 0 0 0,-2-1-4 0 0,64 19 194 0 0,-65-20-191 0 0,-1-1 1 0 0,1 1-1 0 0,0-1 1 0 0,-1 0-1 0 0,1 0 1 0 0,-1 0-1 0 0,1 0 1 0 0,0-1-1 0 0,-1 0 1 0 0,1 0-1 0 0,-1 0 1 0 0,1 0-1 0 0,-1-1 1 0 0,7-3-1 0 0,16-8 71 0 0,13-7-17 0 0,-39 19-71 0 0,1 0 1 0 0,-1-1-1 0 0,0 1 1 0 0,1 0-1 0 0,-1-1 1 0 0,0 1 0 0 0,0-1-1 0 0,0 0 1 0 0,0 1-1 0 0,0-1 1 0 0,0 0-1 0 0,0 1 1 0 0,0-1-1 0 0,-1 0 1 0 0,1 0-1 0 0,-1 0 1 0 0,1 0-1 0 0,-1 1 1 0 0,0-1-1 0 0,0-2 1 0 0,0-96-3975 0 0,0 99 3847 0 0,0 0 0 0 0,0 0 0 0 0,1 0 1 0 0,-1 1-1 0 0,0-1 0 0 0,0 0 0 0 0,1 0 1 0 0,-1 0-1 0 0,0 0 0 0 0,1 1 0 0 0,-1-1 1 0 0,0 0-1 0 0,1 0 0 0 0,-1 1 0 0 0,1-1 1 0 0,0 0-1 0 0,-1 1 0 0 0,1-1 1 0 0,-1 1-1 0 0,1-1 0 0 0,0 0 0 0 0,0 1 1 0 0,-1 0-1 0 0,1-1 0 0 0,0 1 0 0 0,0-1 1 0 0,0 1-1 0 0,-1 0 0 0 0,1 0 0 0 0,0-1 1 0 0,0 1-1 0 0,0 0 0 0 0,0 0 0 0 0,-1 0 1 0 0,3 0-1 0 0,0-1-502 0 0,2 1-1598 0 0,-5 7 387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6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66 560 0 0,'-35'0'1962'0'0,"-12"-1"2319"0"0,-77 8 1 0 0,214 0-2001 0 0,165-1-2104 0 0,-248-6-194 0 0,6 0-161 0 0,24-3 238 0 0,-36 3-142 0 0,-1 0 0 0 0,1-1-1 0 0,0 1 1 0 0,0 0 0 0 0,0-1 0 0 0,0 0-1 0 0,0 1 1 0 0,-1-1 0 0 0,1 1 0 0 0,0-1-1 0 0,-1 0 1 0 0,1 1 0 0 0,0-1 0 0 0,-1 0-1 0 0,1 0 1 0 0,-1 0 0 0 0,1 1 0 0 0,-1-1-1 0 0,1 0 1 0 0,-1 0 0 0 0,0 0 0 0 0,1 0-1 0 0,-1 0 1 0 0,0 0 0 0 0,0 0 0 0 0,0 0-1 0 0,0 0 1 0 0,0 0 0 0 0,0 0 0 0 0,0-1-1 0 0,-2-1-290 0 0,1 1 1 0 0,-1-1-1 0 0,0 0 0 0 0,-1 0 0 0 0,1 1 0 0 0,0 0 0 0 0,-1-1 0 0 0,1 1 1 0 0,-1 0-1 0 0,0 0 0 0 0,0 0 0 0 0,0 1 0 0 0,0-1 0 0 0,0 1 0 0 0,0-1 1 0 0,-5 0-1 0 0,-4-4-799 0 0,-18-9-1055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2241 0 0,'-30'14'4242'0'0,"-31"-3"-1361"0"0,31 3-1440 0 0,0-9-801 0 0,30 3 81 0 0,0-2-561 0 0,30-6 80 0 0,31 6-160 0 0,-1 1 80 0 0,85-7-160 0 0,6-7-400 0 0,-30-5-1601 0 0,-1-7-3122 0 0,-29 11 241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2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31 175 1121 0 0,'0'0'2161'0'0,"0"0"-2116"0"0,0 0 1 0 0,0 0 0 0 0,0 0 0 0 0,0 0 0 0 0,0 0 0 0 0,1-1 0 0 0,-1 1 0 0 0,0 0 0 0 0,0 0 0 0 0,0 0 0 0 0,0 0 0 0 0,0 0 0 0 0,0-1 0 0 0,0 1 0 0 0,0 0 0 0 0,0 0 0 0 0,0 0 0 0 0,0-1 0 0 0,0 1 0 0 0,0 0 0 0 0,0 0 0 0 0,0 0 0 0 0,0 0 0 0 0,0-1 0 0 0,0 1 0 0 0,0 0 0 0 0,0 0 0 0 0,0 0 0 0 0,0 0 0 0 0,0-1 0 0 0,0 1 0 0 0,-1 0 0 0 0,1 0 0 0 0,0 0 0 0 0,0 0 0 0 0,0 0 0 0 0,0-1 0 0 0,0 1 0 0 0,0 0 0 0 0,-1 0 0 0 0,1 0 0 0 0,0 0 0 0 0,0 0 0 0 0,0 0 0 0 0,0 0 0 0 0,-1 0 0 0 0,1 0 0 0 0,0 0 0 0 0,0-1 0 0 0,0 1 0 0 0,0 0 0 0 0,-1 0 0 0 0,1 0 0 0 0,0 0 0 0 0,0 0 0 0 0,0 0 0 0 0,0 0 0 0 0,-1 0 0 0 0,1 0 0 0 0,0 0 0 0 0,0 1 0 0 0,0-1 0 0 0,0 0 0 0 0,-1 0 0 0 0,1 0 0 0 0,0 0 0 0 0,-20-1 981 0 0,14 1 2226 0 0,7 8-1504 0 0,-1-7-1733 0 0,0-1 0 0 0,0 1 0 0 0,0-1 0 0 0,1 1-1 0 0,-1-1 1 0 0,0 0 0 0 0,0 1 0 0 0,1-1 0 0 0,-1 1-1 0 0,0-1 1 0 0,1 0 0 0 0,-1 1 0 0 0,0-1 0 0 0,1 0 0 0 0,-1 0-1 0 0,0 1 1 0 0,1-1 0 0 0,-1 0 0 0 0,1 0 0 0 0,-1 1-1 0 0,1-1 1 0 0,-1 0 0 0 0,1 0 0 0 0,-1 0 0 0 0,1 0-1 0 0,-1 0 1 0 0,0 0 0 0 0,1 0 0 0 0,-1 0 0 0 0,1 0 0 0 0,-1 0-1 0 0,1 0 1 0 0,0 0 0 0 0,-1 0 32 0 0,1 0-1 0 0,0 0 1 0 0,-1 0 0 0 0,1 0-1 0 0,-1 0 1 0 0,1 0 0 0 0,0 0-1 0 0,-1 0 1 0 0,1 0 0 0 0,0 0 0 0 0,-1 0-1 0 0,1 0 1 0 0,-1 1 0 0 0,1-1-1 0 0,-1 0 1 0 0,1 0 0 0 0,-1 1-1 0 0,1-1 1 0 0,-1 0 0 0 0,1 1-1 0 0,-1-1 1 0 0,1 1 0 0 0,-1-1-1 0 0,1 1 1 0 0,-1-1 0 0 0,0 1 0 0 0,1-1-1 0 0,-1 1 1 0 0,0-1 0 0 0,1 1-1 0 0,-1-1 1 0 0,0 1 0 0 0,0-1-1 0 0,0 1 1 0 0,1 1 0 0 0,0-4 65 0 0,-1 0 0 0 0,1 0 0 0 0,0 0 0 0 0,0 1 0 0 0,1-1 0 0 0,-1 0 0 0 0,0 1 0 0 0,0-1 0 0 0,1 1 0 0 0,-1-1 0 0 0,1 1 0 0 0,-1 0 0 0 0,1-1 0 0 0,0 1 0 0 0,0 0 0 0 0,2-1 0 0 0,-3 1-108 0 0,0 0-1 0 0,0 0 1 0 0,-1 0 0 0 0,1-1 0 0 0,0 1 0 0 0,-1 0 0 0 0,1 0 0 0 0,-1-1 0 0 0,1 1 0 0 0,-1 0 0 0 0,0-1 0 0 0,1 1 0 0 0,-1 0 0 0 0,0-1-1 0 0,0 1 1 0 0,0 0 0 0 0,0-1 0 0 0,0 1 0 0 0,0 0 0 0 0,-1-1 0 0 0,1-1 0 0 0,-1 1-1 0 0,1 0-1 0 0,0 1 1 0 0,0-1 0 0 0,0 0-1 0 0,0 0 1 0 0,0 0 0 0 0,0 1-1 0 0,0-1 1 0 0,1 0 0 0 0,-1 0 0 0 0,1 1-1 0 0,-1-1 1 0 0,2-2 0 0 0,6-5-6 0 0,-7 8 3 0 0,1-1 0 0 0,0 0 0 0 0,-1 0-1 0 0,0 1 1 0 0,1-1 0 0 0,-1 0 0 0 0,0 0 0 0 0,0 0-1 0 0,0 0 1 0 0,0 0 0 0 0,0-1 0 0 0,-1 1-1 0 0,1 0 1 0 0,-1 0 0 0 0,1-1 0 0 0,-1 1-1 0 0,0 0 1 0 0,0-4 0 0 0,0-45-14 0 0,5 45 13 0 0,-4 5 0 0 0,-1 1 0 0 0,1 0 0 0 0,-1-1 0 0 0,1 1 0 0 0,0 0 0 0 0,-1 0 0 0 0,1 0 0 0 0,-1-1 0 0 0,1 1 0 0 0,0 0 0 0 0,-1 0 0 0 0,1 0 0 0 0,0 0 0 0 0,-1 0 0 0 0,1 0 0 0 0,0 0 0 0 0,-1 0 0 0 0,1 0 0 0 0,-1 0 0 0 0,1 1 0 0 0,0-1 0 0 0,-1 0 1 0 0,1 0-1 0 0,-1 1 0 0 0,1-1 0 0 0,0 0 0 0 0,-1 1 0 0 0,1-1 0 0 0,-1 0 0 0 0,1 1 0 0 0,-1-1 0 0 0,1 1 0 0 0,-1-1 0 0 0,0 1 0 0 0,1-1 0 0 0,-1 1 0 0 0,1-1 0 0 0,-1 1 0 0 0,0-1 0 0 0,0 1 0 0 0,1 0 0 0 0,-1-1 0 0 0,0 1 0 0 0,0-1 0 0 0,0 1 0 0 0,0 0 0 0 0,1-1 0 0 0,-1 1 0 0 0,0 0 1 0 0,0-1-1 0 0,0 1 0 0 0,-1 0 0 0 0,8 19 24 0 0,45 89 150 0 0,-32-72-107 0 0,24 66-1 0 0,-36-80-32 0 0,-2-1 18 0 0,2-1 0 0 0,1 0 0 0 0,0 0 0 0 0,17 25 0 0 0,-18-33-33 0 0,2 1 20 0 0,0 2-1 0 0,-1-1 1 0 0,14 34-1 0 0,-20-44-40 0 0,0 0-1 0 0,0 0 1 0 0,1-1-1 0 0,0 1 1 0 0,-1-1-1 0 0,2 0 1 0 0,-1 0 0 0 0,0 0-1 0 0,1-1 1 0 0,7 5-1 0 0,-12-8-13 0 0,1 0 0 0 0,-1 1 0 0 0,0-1-1 0 0,0 0 1 0 0,0 0 0 0 0,1 0 0 0 0,-1 0-1 0 0,0 0 1 0 0,0 1 0 0 0,0-1 0 0 0,1 0-1 0 0,-1 0 1 0 0,0 0 0 0 0,0 0 0 0 0,1 0 0 0 0,-1 0-1 0 0,0 0 1 0 0,0 0 0 0 0,1 0 0 0 0,-1 0-1 0 0,0 0 1 0 0,0 0 0 0 0,1 0 0 0 0,-1 0-1 0 0,0 0 1 0 0,0 0 0 0 0,1 0 0 0 0,-1 0-1 0 0,0 0 1 0 0,0 0 0 0 0,1 0 0 0 0,-1-1-1 0 0,0 1 1 0 0,0 0 0 0 0,1 0 0 0 0,-1 0-1 0 0,0 0 1 0 0,0-1 0 0 0,0 1 0 0 0,0 0 0 0 0,1 0-1 0 0,-1 0 1 0 0,0-1 0 0 0,0 1 0 0 0,0 0-1 0 0,7-6-608 0 0,-1-1-1 0 0,1 1 1 0 0,-2-1-1 0 0,1 0 1 0 0,-1-1 0 0 0,0 1-1 0 0,0-1 1 0 0,5-12-1 0 0,20-67-5217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295 178 720 0 0,'-5'0'1694'0'0,"-15"0"41"0"0,15 0-95 0 0,0-1-279 0 0,-15-3-334 0 0,15 3 867 0 0,4 1-1879 0 0,0-1 0 0 0,0 0 0 0 0,0 1-1 0 0,0-1 1 0 0,0 0 0 0 0,0 1 0 0 0,0 0-1 0 0,0-1 1 0 0,0 1 0 0 0,0-1 0 0 0,-1 1-1 0 0,1 0 1 0 0,0 0 0 0 0,0 0 0 0 0,0 0-1 0 0,0 0 1 0 0,0 0 0 0 0,0 0 0 0 0,-1 0-1 0 0,1 0 1 0 0,-1 1 0 0 0,1-1 7 0 0,-3 0 992 0 0,10 2 49 0 0,13 1-659 0 0,-14-3 1504 0 0,-10 0-1748 0 0,-16 0-13 0 0,16 0-41 0 0,0 1 28 0 0,-12 1-42 0 0,10-1-36 0 0,-1 0-1 0 0,0 0 0 0 0,1 1 1 0 0,-1 0-1 0 0,1 0 1 0 0,-11 6-1 0 0,16-8-54 0 0,0 1-1 0 0,0 0 1 0 0,0 0 0 0 0,0 0-1 0 0,0 0 1 0 0,0 0 0 0 0,0 0 0 0 0,1 0-1 0 0,-1 1 1 0 0,1-1 0 0 0,-1 1-1 0 0,1-1 1 0 0,-1 1 0 0 0,1-1-1 0 0,0 1 1 0 0,-1 0 0 0 0,1 0 0 0 0,0 0-1 0 0,-1 2 1 0 0,1 2-1 0 0,0-1 0 0 0,0 1 1 0 0,1 0-1 0 0,-1-1 0 0 0,1 1 0 0 0,1 6 1 0 0,0 10 10 0 0,-1-21-9 0 0,0 0 1 0 0,0 0-1 0 0,0 1 1 0 0,0-1 0 0 0,1 0-1 0 0,-1 0 1 0 0,0 0-1 0 0,1 0 1 0 0,-1 1-1 0 0,1-1 1 0 0,-1 0 0 0 0,1 0-1 0 0,0 0 1 0 0,-1 0-1 0 0,1 0 1 0 0,0 0 0 0 0,0 0-1 0 0,0 0 1 0 0,-1-1-1 0 0,1 1 1 0 0,0 0-1 0 0,0 0 1 0 0,2 0 0 0 0,-2 0 0 0 0,0-1 0 0 0,0 1 0 0 0,0 0-1 0 0,0-1 1 0 0,0 1 0 0 0,0 0 0 0 0,0 0 0 0 0,-1 0 0 0 0,1-1 0 0 0,0 1 0 0 0,-1 0 0 0 0,1 0 0 0 0,0 0 0 0 0,-1 0 0 0 0,1 0 0 0 0,-1 0 0 0 0,0 1 0 0 0,1-1 0 0 0,-1 0 0 0 0,0 0 0 0 0,1 0 0 0 0,-1 0 0 0 0,0 2 0 0 0,0-2-2 0 0,0 0-1 0 0,1 0 1 0 0,-1 0-1 0 0,1 0 1 0 0,-1 0 0 0 0,1 0-1 0 0,-1 0 1 0 0,1 0-1 0 0,0 0 1 0 0,-1 0 0 0 0,1 0-1 0 0,0 0 1 0 0,0 0-1 0 0,0-1 1 0 0,0 1 0 0 0,-1 0-1 0 0,1 0 1 0 0,0-1-1 0 0,0 1 1 0 0,0-1-1 0 0,1 1 1 0 0,-1-1 0 0 0,0 0-1 0 0,0 1 1 0 0,0-1-1 0 0,2 1 1 0 0,43 7-2 0 0,-25-5-1 0 0,311 59-158 0 0,-317-60 144 0 0,39 9-23 0 0,83 27 1 0 0,-135-38 34 0 0,0 1-1 0 0,0 0 1 0 0,-1 0 0 0 0,1 0 0 0 0,0 0 0 0 0,0 0 0 0 0,0 0-1 0 0,-1 1 1 0 0,1-1 0 0 0,-1 0 0 0 0,3 4 0 0 0,8 5-13 0 0,3-4 17 0 0,-34-5 0 0 0,-186-9 40 0 0,58-2 67 0 0,117 10-94 0 0,28-4-13 0 0,1 0 0 0 0,0 0 0 0 0,0 0 0 0 0,0 0 0 0 0,0-1 0 0 0,1 1 0 0 0,0 0 0 0 0,0-1 0 0 0,0 1 0 0 0,1-8 0 0 0,0-1 0 0 0,-1-12-4 0 0,1 14-5 0 0,-1 0 0 0 0,0 0 0 0 0,-1-1 0 0 0,0 1 0 0 0,-1 0 0 0 0,-6-20 1 0 0,0 12-1 0 0,-1 2 0 0 0,-2-1 1 0 0,1 1-1 0 0,-2 0 1 0 0,0 1-1 0 0,-1 1 1 0 0,-1 0-1 0 0,0 0 0 0 0,-1 2 1 0 0,-1 0-1 0 0,0 0 1 0 0,0 2-1 0 0,-24-13 1 0 0,16 11-5 0 0,-2-1-34 0 0,-40-28 0 0 0,31 28-70 0 0,20 12-81 0 0,15 2 192 0 0,-1 0 0 0 0,1 0 1 0 0,0 0-1 0 0,0 0 0 0 0,0 0 1 0 0,0 1-1 0 0,0-1 1 0 0,0 0-1 0 0,-1 0 0 0 0,1 0 1 0 0,0 0-1 0 0,0 0 0 0 0,0 0 1 0 0,0 0-1 0 0,0 1 0 0 0,0-1 1 0 0,0 0-1 0 0,0 0 0 0 0,-1 0 1 0 0,1 0-1 0 0,0 0 1 0 0,0 0-1 0 0,0 1 0 0 0,0-1 1 0 0,0 0-1 0 0,0 0 0 0 0,0 0 1 0 0,0 0-1 0 0,0 1 0 0 0,0-1 1 0 0,0 0-1 0 0,0 0 0 0 0,0 0 1 0 0,0 0-1 0 0,0 1 1 0 0,0-1-1 0 0,0 0 0 0 0,0 0 1 0 0,1 0-1 0 0,-1 0 0 0 0,0 0 1 0 0,0 0-1 0 0,0 1 0 0 0,0-1 1 0 0,0 0-1 0 0,0 0 0 0 0,0 0 1 0 0,0 0-1 0 0,1 0 1 0 0,-1 0-1 0 0,0 0 0 0 0,0 1 1 0 0,0-1-1 0 0,0 0 0 0 0,0 0 1 0 0,0 0-1 0 0,1 0 0 0 0,-1 0 1 0 0,0 0-1 0 0,10 11-675 0 0,-4-4 255 0 0,-1-1 1 0 0,1 0 0 0 0,0 0-1 0 0,0 0 1 0 0,1-1-1 0 0,0 0 1 0 0,0 0-1 0 0,0-1 1 0 0,12 6 0 0 0,66 26-4031 0 0,6-3-493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7:55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69 960 0 0,'-4'12'3983'0'0,"-9"-8"-2477"0"0,13-4-1423 0 0,-1 0 1 0 0,1 0-1 0 0,-1 0 1 0 0,1 0-1 0 0,-1 0 1 0 0,1 0 0 0 0,-1 0-1 0 0,1 0 1 0 0,-1 0-1 0 0,1 0 1 0 0,0 0-1 0 0,-1 1 1 0 0,1-1 0 0 0,-1 0-1 0 0,1 0 1 0 0,-1 0-1 0 0,1 1 1 0 0,-1-1-1 0 0,1 0 1 0 0,0 1-1 0 0,-1-1 1 0 0,1 0 0 0 0,0 1-1 0 0,-1-1 1 0 0,1 0-1 0 0,0 1 1 0 0,-1-1-1 0 0,1 1 1 0 0,0-1 0 0 0,0 1-1 0 0,-1-1 1 0 0,1 1-1 0 0,0-1 1 0 0,0 1-1 0 0,0-1 1 0 0,0 1-1 0 0,0-1 1 0 0,0 0 0 0 0,0 2-1 0 0,-1-1-14 0 0,-1-1-1 0 0,1 1 1 0 0,0-1-1 0 0,0 1 1 0 0,-1 0-1 0 0,1-1 1 0 0,0 0-1 0 0,0 1 1 0 0,-1-1-1 0 0,1 0 1 0 0,0 0 0 0 0,-1 0-1 0 0,1 0 1 0 0,0 0-1 0 0,-1 0 1 0 0,1 0-1 0 0,-2 0 1 0 0,2 0 4 0 0,-4 0 354 0 0,6-1-392 0 0,-1 0 0 0 0,0 1-1 0 0,0-1 1 0 0,0 0-1 0 0,0 1 1 0 0,0-1 0 0 0,0 1-1 0 0,0-1 1 0 0,-1 0 0 0 0,1 1-1 0 0,0-1 1 0 0,0 1 0 0 0,0-1-1 0 0,-1 0 1 0 0,1 1 0 0 0,0-1-1 0 0,-1 1 1 0 0,1-1-1 0 0,0 1 1 0 0,-1-1 0 0 0,1 1-1 0 0,0-1 1 0 0,-1 1 0 0 0,1-1-1 0 0,-1 1 1 0 0,1 0 0 0 0,-1-1-1 0 0,1 1 1 0 0,-1 0 0 0 0,0-1-1 0 0,1 1 1 0 0,-1 0-1 0 0,1 0 1 0 0,-1 0 0 0 0,0-1-1 0 0,1 1 1 0 0,-1 0 0 0 0,1 0-1 0 0,-1 0 1 0 0,0 0 0 0 0,0 0-1 0 0,0 0-29 0 0,0 0 0 0 0,1 0 0 0 0,-1 0 0 0 0,1 0 1 0 0,-1 0-1 0 0,1 0 0 0 0,-1 0 0 0 0,1 0 0 0 0,-1 0 0 0 0,1 0 0 0 0,-1 0 0 0 0,1-1 0 0 0,-1 1 0 0 0,1 0 0 0 0,-1 0 0 0 0,1-1 0 0 0,-1 1 0 0 0,1 0 0 0 0,-1-1 0 0 0,1 1 0 0 0,0 0 1 0 0,-1-1-1 0 0,1 1 0 0 0,0 0 0 0 0,-1-1 0 0 0,1 1 0 0 0,0-1 0 0 0,0 1 0 0 0,-1-1 0 0 0,1 1 0 0 0,0-1 0 0 0,0 1 0 0 0,0-1 0 0 0,-1 1 0 0 0,1-1 0 0 0,0 1 0 0 0,0-1 0 0 0,0 1 1 0 0,0-1-1 0 0,0 0 0 0 0,0 0 0 0 0,0 1 2 0 0,0-1 0 0 0,0 1 0 0 0,0-1 0 0 0,0 1 0 0 0,-1-1 1 0 0,1 1-1 0 0,0-1 0 0 0,0 1 0 0 0,-1-1 0 0 0,1 1 0 0 0,0-1 0 0 0,-1 1 1 0 0,1-1-1 0 0,-1 1 0 0 0,1 0 0 0 0,0-1 0 0 0,-1 1 0 0 0,1 0 1 0 0,-1-1-1 0 0,1 1 0 0 0,-1 0 0 0 0,1 0 0 0 0,-1-1 0 0 0,1 1 0 0 0,-1 0 1 0 0,1 0-1 0 0,-1 0 0 0 0,1 0 0 0 0,-1 0 0 0 0,0 0 0 0 0,1 0 0 0 0,-1 0 1 0 0,1 0-1 0 0,-1 0 0 0 0,0 0 0 0 0,0 0-1 0 0,1 0 0 0 0,-1 0 1 0 0,1 0-1 0 0,-1 1 0 0 0,1-1 0 0 0,-1 0 0 0 0,1-1 1 0 0,-1 1-1 0 0,1 0 0 0 0,-1 0 0 0 0,1 0 0 0 0,-1 0 1 0 0,1 0-1 0 0,-1 0 0 0 0,1-1 0 0 0,-1 1 0 0 0,1 0 0 0 0,-1 0 1 0 0,1-1-1 0 0,-1 1 0 0 0,1 0 0 0 0,0-1 0 0 0,-1 1 1 0 0,1 0-1 0 0,0-1 0 0 0,-1 1 0 0 0,1 0 0 0 0,0-1 1 0 0,-1 1-1 0 0,1-1 0 0 0,0 1 0 0 0,0-1 0 0 0,0 1 1 0 0,-1-1-1 0 0,1 0 0 0 0,0 1-1 0 0,0-1 0 0 0,0 1-1 0 0,0-1 1 0 0,0 0 0 0 0,0 1 0 0 0,0-1 0 0 0,-1 1 0 0 0,1-1-1 0 0,0 1 1 0 0,0-1 0 0 0,-1 1 0 0 0,1-1 0 0 0,0 1 0 0 0,0-1-1 0 0,-1 1 1 0 0,1 0 0 0 0,0-1 0 0 0,-1 1 0 0 0,1-1 0 0 0,-1 1-1 0 0,1 0 1 0 0,-1-1 0 0 0,1 1 0 0 0,-1 0 0 0 0,1-1 0 0 0,-1 1-1 0 0,1 0 1 0 0,-1 0 0 0 0,1 0 0 0 0,-1 0 0 0 0,1-1 0 0 0,-1 1-1 0 0,1 0 1 0 0,-1 0 0 0 0,0 0 0 0 0,0 0 4 0 0,0 0-1 0 0,1 0 1 0 0,-1 0-1 0 0,0 0 1 0 0,0-1 0 0 0,1 1-1 0 0,-1 0 1 0 0,0-1 0 0 0,0 1-1 0 0,1 0 1 0 0,-1-1 0 0 0,0 1-1 0 0,1-1 1 0 0,-1 1-1 0 0,1-1 1 0 0,-1 1 0 0 0,0-1-1 0 0,1 1 1 0 0,-1-1 0 0 0,1 0-1 0 0,0 1 1 0 0,-1-1 0 0 0,1 0-1 0 0,-1 1 1 0 0,1-1-1 0 0,0 0 1 0 0,0 1 0 0 0,-1-1-1 0 0,1 0 1 0 0,0 0 0 0 0,0 0-1 0 0,0 1 1 0 0,0-1 0 0 0,0 0-1 0 0,0 0 1 0 0,0 0-1 0 0,0 0-3 0 0,0 0 0 0 0,-1 0 0 0 0,1 0 0 0 0,0 1-1 0 0,0-1 1 0 0,-1 0 0 0 0,1 0 0 0 0,0 1-1 0 0,-1-1 1 0 0,1 0 0 0 0,-1 1 0 0 0,1-1-1 0 0,-1 0 1 0 0,1 1 0 0 0,-1-1 0 0 0,1 1-1 0 0,-1-1 1 0 0,0 1 0 0 0,1-1 0 0 0,-1 1-1 0 0,0-1 1 0 0,1 1 0 0 0,-1 0 0 0 0,0-1-1 0 0,0 1 1 0 0,1 0 0 0 0,-1 0 0 0 0,0-1-1 0 0,0 1 1 0 0,0 0 0 0 0,-1 0 0 0 0,1 0 3 0 0,11 3 660 0 0,-10-3-664 0 0,1 0-1 0 0,-1 0 1 0 0,0 0 0 0 0,1 0-1 0 0,-1 0 1 0 0,0 0-1 0 0,1 0 1 0 0,-1 1 0 0 0,0-1-1 0 0,1 0 1 0 0,-1 0-1 0 0,0 0 1 0 0,0 0 0 0 0,1 0-1 0 0,-1 1 1 0 0,0-1 0 0 0,1 0-1 0 0,-1 0 1 0 0,0 0-1 0 0,0 1 1 0 0,1-1 0 0 0,-1 0-1 0 0,0 1 1 0 0,0-1-1 0 0,0 0 1 0 0,0 0 0 0 0,1 1-1 0 0,-1-1 1 0 0,0 0-1 0 0,0 1 1 0 0,0-1 0 0 0,0 0-1 0 0,0 1 1 0 0,0-1-1 0 0,0 0 1 0 0,0 1 0 0 0,0-1-1 0 0,0 0 1 0 0,0 1 0 0 0,0-1-1 0 0,0 0 1 0 0,0 1-1 0 0,0-1 1 0 0,0 0 0 0 0,0 1-1 0 0,0-1 1 0 0,0 0-1 0 0,-1 1 1 0 0,1-1 0 0 0,0 0-1 0 0,0 0 1 0 0,0 1-1 0 0,-1-1 1 0 0,1 1 0 0 0,-5 3 11 0 0,4-4-2 0 0,0 1 1 0 0,-1 0-1 0 0,1 0 0 0 0,0 0 1 0 0,0-1-1 0 0,0 1 0 0 0,1 0 0 0 0,-1 0 1 0 0,0 1-1 0 0,0-1 0 0 0,0 0 0 0 0,1 0 1 0 0,-1 0-1 0 0,1 0 0 0 0,-1 1 0 0 0,1-1 1 0 0,-1 0-1 0 0,1 1 0 0 0,0-1 0 0 0,-1 0 1 0 0,1 1-1 0 0,0-1 0 0 0,0 0 0 0 0,0 1 1 0 0,0-1-1 0 0,0 0 0 0 0,1 2 0 0 0,-1-2-10 0 0,0-1 0 0 0,0 1 0 0 0,0-1 0 0 0,0 1 0 0 0,0 0-1 0 0,1-1 1 0 0,-1 1 0 0 0,0-1 0 0 0,0 1 0 0 0,0-1-1 0 0,1 1 1 0 0,-1-1 0 0 0,0 1 0 0 0,1-1 0 0 0,-1 1-1 0 0,1-1 1 0 0,-1 1 0 0 0,0-1 0 0 0,1 0 0 0 0,-1 1 0 0 0,1-1-1 0 0,-1 0 1 0 0,1 1 0 0 0,-1-1 0 0 0,1 0 0 0 0,-1 0-1 0 0,2 1 1 0 0,-1-1-1 0 0,0 0-1 0 0,-1 1 1 0 0,1-1-1 0 0,0 1 0 0 0,0-1 1 0 0,-1 1-1 0 0,1-1 1 0 0,0 1-1 0 0,0-1 0 0 0,-1 1 1 0 0,1 0-1 0 0,-1-1 1 0 0,1 1-1 0 0,-1 0 1 0 0,1 0-1 0 0,-1-1 0 0 0,1 1 1 0 0,-1 0-1 0 0,1 0 1 0 0,-1 0-1 0 0,0 0 1 0 0,0 0-1 0 0,1-1 0 0 0,-1 1 1 0 0,0 0-1 0 0,0 0 1 0 0,0 0-1 0 0,0 1 1 0 0,-2 3 20 0 0,1 9 5 0 0,3-11-20 0 0,0-1 1 0 0,0 1 0 0 0,0-1-1 0 0,0 0 1 0 0,1 0 0 0 0,-1 0-1 0 0,0 0 1 0 0,1 0 0 0 0,0 0-1 0 0,2 1 1 0 0,-4-3-6 0 0,-1 0-1 0 0,0 0 1 0 0,1 1 0 0 0,-1-1-1 0 0,1 0 1 0 0,-1 0 0 0 0,0 0 0 0 0,1 1-1 0 0,-1-1 1 0 0,1 0 0 0 0,-1 1-1 0 0,0-1 1 0 0,0 0 0 0 0,1 1-1 0 0,-1-1 1 0 0,0 0 0 0 0,1 1 0 0 0,-1-1-1 0 0,0 1 1 0 0,0-1 0 0 0,0 0-1 0 0,1 1 1 0 0,-1-1 0 0 0,0 1-1 0 0,0-1 1 0 0,0 1 0 0 0,0-1 0 0 0,0 0-1 0 0,0 1 1 0 0,0-1 0 0 0,0 1-1 0 0,0-1 1 0 0,0 1 0 0 0,0 0 0 0 0,2 5 18 0 0,18 1-7 0 0,-13 1-10 0 0,-4-4-19 0 0,12 2-11 0 0,0-2 0 0 0,0 1-1 0 0,0-2 1 0 0,0 0 0 0 0,1-1 0 0 0,-1 0-1 0 0,23-2 1 0 0,-2-1-34 0 0,0-2 1 0 0,45-9-1 0 0,-26-9-6 0 0,-54 20 70 0 0,0 1-1 0 0,-1-1 1 0 0,1 0-1 0 0,0 0 1 0 0,-1 0-1 0 0,1 0 1 0 0,-1 0-1 0 0,0 0 1 0 0,1 0-1 0 0,-1 0 1 0 0,0 0-1 0 0,0 0 1 0 0,1 0-1 0 0,-1 0 1 0 0,0 0-1 0 0,0 0 1 0 0,0 0-1 0 0,0 0 1 0 0,-1 0-1 0 0,1 0 1 0 0,0 0-1 0 0,0 0 1 0 0,-1 0-1 0 0,1 0 1 0 0,0 0-1 0 0,-1 0 1 0 0,1 0-1 0 0,-1 0 1 0 0,1 0-1 0 0,-1 0 1 0 0,-1-1-1 0 0,-5 0 2 0 0,7 2-2 0 0,-1 0-1 0 0,0 0 1 0 0,0 0 0 0 0,1 0-1 0 0,-1 0 1 0 0,0 0 0 0 0,1-1 0 0 0,-1 1-1 0 0,0 0 1 0 0,0 0 0 0 0,1-1-1 0 0,-1 1 1 0 0,0 0 0 0 0,1-1-1 0 0,-1 1 1 0 0,1-1 0 0 0,-1 1 0 0 0,0-1-1 0 0,1 1 1 0 0,-1-1 0 0 0,1 1-1 0 0,0-1 1 0 0,-1 0 0 0 0,1 1-1 0 0,-1-1 1 0 0,1 0 0 0 0,0 1 0 0 0,-1-1-1 0 0,1 0 1 0 0,0 1 0 0 0,0-1-1 0 0,0 0 1 0 0,-1 0 0 0 0,1 1-1 0 0,0-1 1 0 0,0-1 0 0 0,0 1-2 0 0,0 0 1 0 0,0 0-1 0 0,-1 0 1 0 0,1 0-1 0 0,0 1 1 0 0,-1-1-1 0 0,1 0 1 0 0,-1 0-1 0 0,1 1 1 0 0,-1-1-1 0 0,1 0 1 0 0,-1 0-1 0 0,0 1 1 0 0,1-1-1 0 0,-1 1 1 0 0,0-1-1 0 0,1 1 1 0 0,-1-1-1 0 0,0 1 1 0 0,0-1-1 0 0,1 1 1 0 0,-1-1-1 0 0,0 1 1 0 0,0 0-1 0 0,0 0 0 0 0,0-1 1 0 0,0 1-1 0 0,0 0 1 0 0,-1 0-1 0 0,-3-2-1 0 0,0-4-12 0 0,0 2-41 0 0,-10 3 41 0 0,30 2 13 0 0,-5 7 13 0 0,22 26 108 0 0,-2 2-1 0 0,-2 1 0 0 0,-1 1 0 0 0,-2 1 0 0 0,39 84 0 0 0,-50-95-101 0 0,-7-14 1 0 0,0 0 0 0 0,-1 1 0 0 0,0 0 0 0 0,-1 0 1 0 0,-1 0-1 0 0,0 0 0 0 0,-1 1 0 0 0,2 26 0 0 0,-5-138-7370 0 0,0 11 160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0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1201 0 0,'30'-27'2241'0'0,"0"15"80"0"0,-30 4-320 0 0,31 8 3121 0 0,-31 8-4642 0 0,30-8-240 0 0,-30-8-160 0 0,30 3-560 0 0,-30-15-961 0 0,30-5-1200 0 0,0 6-320 0 0,1 6 240 0 0,-31 1 480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26 1601 0 0,'-85'24'6696'0'0,"80"-23"-6296"0"0,6 1 12 0 0,-7 1-303 0 0,0-3 21 0 0,-24 3 120 0 0,29-3-229 0 0,0 0-1 0 0,0 0 0 0 0,0 0 0 0 0,0 1 1 0 0,0-1-1 0 0,0 0 0 0 0,0 0 0 0 0,1 0 1 0 0,-1 1-1 0 0,0-1 0 0 0,0 0 0 0 0,0 1 1 0 0,0-1-1 0 0,1 1 0 0 0,-1-1 0 0 0,0 1 1 0 0,0-1-1 0 0,1 1 0 0 0,-1 0 1 0 0,1-1-1 0 0,-1 1 0 0 0,0 0 0 0 0,0 0 1 0 0,1 0 432 0 0,-5 0-319 0 0,-15 3 66 0 0,15-3-27 0 0,5-1-162 0 0,0 1 1 0 0,1-1-1 0 0,-1 0 1 0 0,0 1-1 0 0,0-1 1 0 0,0 0-1 0 0,0 1 1 0 0,0-1-1 0 0,0 1 0 0 0,0-1 1 0 0,0 0-1 0 0,0 1 1 0 0,0-1-1 0 0,0 0 1 0 0,0 1-1 0 0,0-1 0 0 0,0 0 1 0 0,0 1-1 0 0,0-1 1 0 0,0 0-1 0 0,0 1 1 0 0,0-1-1 0 0,-1 0 0 0 0,1 1 1 0 0,0-1-1 0 0,0 0 1 0 0,0 1-1 0 0,-1-1 1 0 0,1 0-1 0 0,0 0 1 0 0,0 1-1 0 0,-1-1 0 0 0,1 0 1 0 0,0 0-1 0 0,0 1 1 0 0,-1-1-1 0 0,1 0 1 0 0,0 0-1 0 0,-1 0 0 0 0,1 0 1 0 0,-1 1-1 0 0,-19 5 229 0 0,40-6-160 0 0,-15 0 80 0 0,-10 1-66 0 0,-7 1-43 0 0,10 0 10 0 0,16-1 134 0 0,-9-1-115 0 0,0 0 0 0 0,99 14 311 0 0,-32-2-209 0 0,9-6 263 0 0,49-5 236 0 0,-75-1-459 0 0,216-6 351 0 0,-170-5-347 0 0,-25 3 95 0 0,-55 7-245 0 0,0-1 1 0 0,31-6-1 0 0,4-1 15 0 0,391-15 323 0 0,-326 17-304 0 0,-51 1-73 0 0,493-14 536 0 0,120 8-13 0 0,-532 11-304 0 0,-100 3 397 0 0,0-3 0 0 0,83-11 0 0 0,-127 7 11 0 0,-13 3-3329 0 0,-10 5-5526 0 0,-79 19 388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4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116 288 1281 0 0,'-13'6'737'0'0,"10"-6"-603"0"0,1 0 0 0 0,0 1 1 0 0,0-1-1 0 0,0 1 0 0 0,-1 0 0 0 0,1-1 0 0 0,0 1 0 0 0,0 0 0 0 0,0 1 0 0 0,0-1 1 0 0,1 0-1 0 0,-1 0 0 0 0,0 1 0 0 0,0-1 0 0 0,1 1 0 0 0,-1 0 0 0 0,1-1 0 0 0,-1 1 1 0 0,1 0-1 0 0,0 0 0 0 0,0 0 0 0 0,0 0 0 0 0,0 0 0 0 0,0 0 0 0 0,0 0 1 0 0,0 0-1 0 0,1 0 0 0 0,-1 1 0 0 0,1-1 0 0 0,-1 4 0 0 0,-4-4 173 0 0,-45 3 3615 0 0,51-5-3885 0 0,0 0 0 0 0,0 0 0 0 0,1 0 0 0 0,-1-1 0 0 0,0 1 0 0 0,0-1 0 0 0,0 1 0 0 0,1-1 1 0 0,-1 1-1 0 0,0-1 0 0 0,0 0 0 0 0,0 1 0 0 0,0-1 0 0 0,0 0 0 0 0,0 0 0 0 0,0 0 0 0 0,0 0 0 0 0,-1 0 0 0 0,1 0 1 0 0,0 0-1 0 0,-1 0 0 0 0,1 0 0 0 0,0 0 0 0 0,-1 0 0 0 0,1 0 0 0 0,-1 0 0 0 0,0-1 0 0 0,1 1 0 0 0,-1 0 0 0 0,0 0 1 0 0,0-1-1 0 0,1 1 0 0 0,-1 0 0 0 0,0 0 0 0 0,-1-1 0 0 0,1 1 0 0 0,0 0 0 0 0,0 0 0 0 0,0-1 0 0 0,-1 0 0 0 0,1-1 10 0 0,1 1 0 0 0,-1-1-1 0 0,1 1 1 0 0,0-1 0 0 0,-1 1-1 0 0,1 0 1 0 0,0-1-1 0 0,1 1 1 0 0,-1 0 0 0 0,0 0-1 0 0,1 0 1 0 0,-1 0-1 0 0,1 0 1 0 0,0 0 0 0 0,2-2-1 0 0,11-15 396 0 0,-7 9-290 0 0,0 1-1 0 0,1 0 1 0 0,17-13 0 0 0,-18 15-79 0 0,1 0 1 0 0,-2 0-1 0 0,1-1 0 0 0,-1 0 1 0 0,0 0-1 0 0,7-11 0 0 0,-5 0 50 0 0,-8 16-113 0 0,1 0 1 0 0,0-1 0 0 0,-1 1-1 0 0,1 0 1 0 0,0 0 0 0 0,1 0 0 0 0,-1 0-1 0 0,0 0 1 0 0,1 1 0 0 0,3-4-1 0 0,49-54 17 0 0,-54 60-30 0 0,0-1 1 0 0,-1 0-1 0 0,1 1 1 0 0,-1-1-1 0 0,1 0 1 0 0,-1 0-1 0 0,0 0 1 0 0,1 1 0 0 0,-1-1-1 0 0,0 0 1 0 0,1 0-1 0 0,-1 0 1 0 0,0 0-1 0 0,0 0 1 0 0,0 0-1 0 0,0 0 1 0 0,0 1-1 0 0,0-1 1 0 0,0 0-1 0 0,0 0 1 0 0,0 0-1 0 0,0 0 1 0 0,-1 0-1 0 0,1 0 1 0 0,-1-1-1 0 0,0-1-24 0 0,8 17 92 0 0,18 23-11 0 0,-3 2-1 0 0,-1 0 0 0 0,-2 1 1 0 0,-2 1-1 0 0,20 72 0 0 0,4 86-733 0 0,-21-141-67 0 0,-16-40 441 0 0,1 1-544 0 0,0-1 1 0 0,11 25-1 0 0,-2-21-1813 0 0,-13-22 2539 0 0,-1 0 0 0 0,1 1 0 0 0,-1-1 0 0 0,1 0-1 0 0,0 0 1 0 0,-1 0 0 0 0,1 1 0 0 0,0-1 0 0 0,-1 0 0 0 0,1 0 0 0 0,0 0-1 0 0,-1 0 1 0 0,1 0 0 0 0,0 0 0 0 0,-1 0 0 0 0,1-1 0 0 0,-1 1 0 0 0,1 0 0 0 0,0 0-1 0 0,-1 0 1 0 0,1-1 0 0 0,0 1 0 0 0,0-1 0 0 0,-1 1-44 0 0,1 0 0 0 0,-1-1-1 0 0,1 1 1 0 0,-1 0 0 0 0,0 0 0 0 0,1-1 0 0 0,-1 1 0 0 0,0 0-1 0 0,0-1 1 0 0,1 1 0 0 0,-1 0 0 0 0,0-1 0 0 0,0 1-1 0 0,0-1 1 0 0,1 1 0 0 0,-1 0 0 0 0,0-1 0 0 0,0 1 0 0 0,0-1-1 0 0,0 1 1 0 0,0-1 0 0 0,0 1 0 0 0,0-1 0 0 0,0 1 0 0 0,0 0-1 0 0,0-1 1 0 0,0 0 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5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13 720 0 0,'-1'-1'1977'0'0,"7"-2"-1513"0"0,14 2 510 0 0,-20 1-906 0 0,0 0 0 0 0,0-1 0 0 0,-1 1 0 0 0,1 0 0 0 0,0 0 0 0 0,0 0 0 0 0,0 0 0 0 0,0 0 0 0 0,0 0 0 0 0,0-1 0 0 0,-1 1 0 0 0,1 0 0 0 0,0 0 0 0 0,0 0 0 0 0,0 0 0 0 0,0 0 0 0 0,0-1 0 0 0,0 1 0 0 0,0 0 0 0 0,0 0 0 0 0,0 0 0 0 0,0-1 0 0 0,0 1 0 0 0,0 0 0 0 0,0 0 0 0 0,0 0 0 0 0,0 0 0 0 0,0-1 0 0 0,0 1 0 0 0,0 0 0 0 0,0 0 0 0 0,0 0 0 0 0,0-1 0 0 0,0 1 0 0 0,0 0 0 0 0,0 0 0 0 0,0 0 0 0 0,0 0 0 0 0,0 0 0 0 0,0-1 0 0 0,1 1 0 0 0,-1 0 0 0 0,0 0 0 0 0,0 0 0 0 0,0 0 0 0 0,0 0 0 0 0,0-1 0 0 0,1 1 0 0 0,-1 0 0 0 0,0 0 0 0 0,-13 2-10 0 0,1 2-1 0 0,-1-1 0 0 0,1 1 1 0 0,0 1-1 0 0,0 0 0 0 0,0 1 0 0 0,-17 11 1 0 0,-32 14 230 0 0,38-23-158 0 0,-23 12 211 0 0,45-19-316 0 0,-1 0 1 0 0,0 1-1 0 0,1-1 0 0 0,-1 0 1 0 0,1 1-1 0 0,-1 0 0 0 0,1-1 0 0 0,0 1 1 0 0,0 0-1 0 0,0 0 0 0 0,0 0 1 0 0,0 0-1 0 0,0 0 0 0 0,0 0 1 0 0,0 0-1 0 0,1 0 0 0 0,-1 0 0 0 0,1 0 1 0 0,0 0-1 0 0,0 0 0 0 0,-1 3 1 0 0,6 34 198 0 0,-4-37-220 0 0,1 0 0 0 0,-1 0 1 0 0,0 0-1 0 0,1 0 0 0 0,0 0 1 0 0,-1-1-1 0 0,1 1 0 0 0,0-1 1 0 0,0 1-1 0 0,0-1 0 0 0,0 0 1 0 0,0 0-1 0 0,0 0 0 0 0,0 0 1 0 0,3 1-1 0 0,236 87 236 0 0,-230-87-234 0 0,-1 1 0 0 0,0 0-1 0 0,0 1 1 0 0,0 0 0 0 0,-1 0 0 0 0,1 1-1 0 0,-1 0 1 0 0,0 1 0 0 0,0 0-1 0 0,-1 0 1 0 0,0 1 0 0 0,0 0 0 0 0,7 9-1 0 0,-14-15-1 0 0,0 0 1 0 0,-1 1-1 0 0,1-1 0 0 0,0 1 0 0 0,-1-1 1 0 0,0 0-1 0 0,1 1 0 0 0,-1-1 0 0 0,0 1 0 0 0,1 0 1 0 0,-1-1-1 0 0,0 1 0 0 0,0-1 0 0 0,0 1 0 0 0,0-1 1 0 0,-1 1-1 0 0,1-1 0 0 0,0 1 0 0 0,-1-1 1 0 0,1 1-1 0 0,-1-1 0 0 0,1 1 0 0 0,-1-1 0 0 0,0 0 1 0 0,0 1-1 0 0,1-1 0 0 0,-1 0 0 0 0,0 0 0 0 0,-2 2 1 0 0,-32 30 184 0 0,30-29-158 0 0,-7 9 163 0 0,12-12-191 0 0,0-1 0 0 0,-1 1-1 0 0,1-1 1 0 0,0 0-1 0 0,-1 1 1 0 0,1-1 0 0 0,0 1-1 0 0,-1-1 1 0 0,1 0-1 0 0,-1 1 1 0 0,1-1 0 0 0,-1 0-1 0 0,1 1 1 0 0,0-1-1 0 0,-1 0 1 0 0,0 0 0 0 0,1 1-1 0 0,-1-1 1 0 0,1 0 0 0 0,-1 0-1 0 0,1 0 1 0 0,-1 0-1 0 0,1 0 1 0 0,-1 0 0 0 0,1 0-1 0 0,-1 0 1 0 0,0 0-1 0 0,1 0 1 0 0,-1 0 0 0 0,1 0-1 0 0,-1 0 1 0 0,1 0-1 0 0,-1 0 1 0 0,1-1 0 0 0,-1 1-1 0 0,1 0 1 0 0,-1-1 0 0 0,-4-4 21 0 0,0-4 32 0 0,0 4-41 0 0,0 0 0 0 0,1 0 1 0 0,0 0-1 0 0,0-1 0 0 0,1 1 0 0 0,-1-1 1 0 0,1 0-1 0 0,0 0 0 0 0,1 0 1 0 0,0 0-1 0 0,-3-12 0 0 0,1 2 120 0 0,1 0-1 0 0,1 0 0 0 0,-1-29 0 0 0,3 36-48 0 0,1-1 0 0 0,0 1 0 0 0,0 0 1 0 0,1 0-1 0 0,0 0 0 0 0,1 0 0 0 0,6-14 0 0 0,-3 5 25 0 0,-5 15-97 0 0,0 0 0 0 0,0 0 0 0 0,-1 0 0 0 0,1 0 1 0 0,-1 0-1 0 0,0 0 0 0 0,0 0 0 0 0,0 0 0 0 0,0 0 0 0 0,-1 0 0 0 0,1 0 0 0 0,-1 0 0 0 0,1 0 0 0 0,-1 0 0 0 0,0 0 0 0 0,0 0 0 0 0,-1 1 0 0 0,1-1 0 0 0,-1 0 0 0 0,-1-2 0 0 0,1 1-9 0 0,0 0 0 0 0,0 0 0 0 0,0 0-1 0 0,0 0 1 0 0,1 0 0 0 0,0-1-1 0 0,-1 1 1 0 0,2 0 0 0 0,-1-1-1 0 0,0-4 1 0 0,1 7 0 0 0,0 0 0 0 0,0 0-1 0 0,0 1 1 0 0,0-1 0 0 0,0 0 0 0 0,0 0-1 0 0,-1 1 1 0 0,1-1 0 0 0,0 0 0 0 0,-1 0-1 0 0,0 1 1 0 0,1-1 0 0 0,-1 0 0 0 0,0 1 0 0 0,0-1-1 0 0,0 1 1 0 0,0-1 0 0 0,0 1 0 0 0,-1 0-1 0 0,1-1 1 0 0,0 1 0 0 0,0 0 0 0 0,-1 0-1 0 0,1 0 1 0 0,-1 0 0 0 0,1 0 0 0 0,-4-1-1 0 0,5 1-186 0 0,0 1 0 0 0,1-1 0 0 0,-1 1 0 0 0,0-1 0 0 0,0 1 0 0 0,1-1 0 0 0,-1 1 0 0 0,0-1 0 0 0,1 1 0 0 0,-1 0 0 0 0,1-1-1 0 0,-1 1 1 0 0,0 0 0 0 0,1-1 0 0 0,-1 1 0 0 0,1 0 0 0 0,-1 0 0 0 0,1-1 0 0 0,-1 1 0 0 0,1 0 0 0 0,-1 0 0 0 0,1 0 0 0 0,-1 0 0 0 0,1-1-1 0 0,-1 1 1 0 0,1 0 0 0 0,-1 0 0 0 0,1 0 0 0 0,-1 0 0 0 0,1 0 0 0 0,0 1 0 0 0,-1-1 0 0 0,1 0 0 0 0,0 0 0 0 0,30-5-933 0 0,-28 4 145 0 0,7 0-991 0 0,16 1 227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6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82 1441 0 0,'25'-7'1334'0'0,"-20"6"-147"0"0,-4-1 290 0 0,-7-1-1193 0 0,0 3-10 0 0,6 0-229 0 0,-1 0 0 0 0,0 1 1 0 0,1-1-1 0 0,-1 0 1 0 0,0 0-1 0 0,1 0 0 0 0,-1 0 1 0 0,1 0-1 0 0,-1 0 0 0 0,0 0 1 0 0,1 0-1 0 0,-1 0 1 0 0,0 0-1 0 0,1-1 0 0 0,-1 1 1 0 0,1 0-1 0 0,-1 0 0 0 0,1 0 1 0 0,-1-1-1 0 0,0 1 1 0 0,1 0-1 0 0,-1-1 0 0 0,1 1 1 0 0,-1-1-1 0 0,1 1 0 0 0,0 0 1 0 0,-1-1-1 0 0,1 1 0 0 0,-1-1 1 0 0,1 1-1 0 0,0-1 1 0 0,-1 1-1 0 0,1-1 0 0 0,0 0 1 0 0,0 1-1 0 0,-1-1 0 0 0,1 1 1 0 0,0-1-1 0 0,0 0 1 0 0,0 0-1 0 0,-5 1 168 0 0,-16 0-39 0 0,20 0-155 0 0,-1 0 0 0 0,0 0 0 0 0,0 1 0 0 0,1-1 0 0 0,-1 1 0 0 0,0 0 0 0 0,1-1 0 0 0,-1 1 0 0 0,1 0 0 0 0,-1 0 0 0 0,1 0 0 0 0,-1 0 0 0 0,1 0 0 0 0,-1 0 1 0 0,1 1-1 0 0,0-1 0 0 0,0 0 0 0 0,0 1 0 0 0,0-1 0 0 0,0 1 0 0 0,0-1 0 0 0,0 1 0 0 0,0-1 0 0 0,0 1 0 0 0,1 0 0 0 0,-1-1 0 0 0,1 1 0 0 0,-1 3 0 0 0,0-2-2 0 0,0 1-1 0 0,0 0 0 0 0,1-1 1 0 0,0 1-1 0 0,0 0 0 0 0,0-1 1 0 0,0 1-1 0 0,0-1 0 0 0,1 1 1 0 0,-1 0-1 0 0,1-1 0 0 0,0 1 0 0 0,0-1 1 0 0,1 1-1 0 0,1 3 0 0 0,-1-4-7 0 0,1 2 25 0 0,0 0 0 0 0,0 0 0 0 0,-1 0 1 0 0,1 0-1 0 0,-1 0 0 0 0,-1 1 0 0 0,1-1 1 0 0,-1 1-1 0 0,0-1 0 0 0,0 1 1 0 0,0 0-1 0 0,-1 6 0 0 0,0 54 300 0 0,0-65-329 0 0,0 0 1 0 0,0 0 0 0 0,0 0 0 0 0,0 0 0 0 0,-1 0 0 0 0,1 0-1 0 0,0 0 1 0 0,-1 0 0 0 0,1 0 0 0 0,-1 0 0 0 0,1 0 0 0 0,-1 0 0 0 0,0 0-1 0 0,1 0 1 0 0,-1 0 0 0 0,0-1 0 0 0,0 1 0 0 0,1 0 0 0 0,-1-1-1 0 0,0 1 1 0 0,0 0 0 0 0,-1 0 0 0 0,1-1 9 0 0,0 1 0 0 0,0 0 0 0 0,-1 0 0 0 0,1 0 0 0 0,0 0 0 0 0,0 0 0 0 0,0 0 0 0 0,0 0 0 0 0,0 1 0 0 0,1-1 0 0 0,-1 0 0 0 0,0 0 0 0 0,0 1 0 0 0,1-1 0 0 0,-1 1 1 0 0,1-1-1 0 0,-1 0 0 0 0,1 1 0 0 0,0-1 0 0 0,-1 1 0 0 0,1-1 0 0 0,0 3 0 0 0,0 3 23 0 0,3 30 217 0 0,-2-36-250 0 0,-1 1 1 0 0,1-1-1 0 0,0 0 0 0 0,0 0 1 0 0,-1 0-1 0 0,1 0 0 0 0,0 1 1 0 0,0-1-1 0 0,0 0 0 0 0,0 0 1 0 0,0-1-1 0 0,1 1 0 0 0,-1 0 1 0 0,0 0-1 0 0,0-1 1 0 0,0 1-1 0 0,1 0 0 0 0,-1-1 1 0 0,2 1-1 0 0,24 15 82 0 0,-24-13-82 0 0,0-1 0 0 0,0 0 0 0 0,0 0 0 0 0,0 0 0 0 0,0 0 0 0 0,1-1 0 0 0,-1 1 0 0 0,1-1 0 0 0,-1 0 0 0 0,1 0 0 0 0,4 0 0 0 0,91 8 20 0 0,-86-9-15 0 0,-1 0-1 0 0,0-1 1 0 0,1 0 0 0 0,-1-1 0 0 0,0 0-1 0 0,21-8 1 0 0,-27 7-14 0 0,0 0 1 0 0,0 0-1 0 0,0-1 0 0 0,-1 0 0 0 0,1 0 1 0 0,-1-1-1 0 0,0 1 0 0 0,-1-1 1 0 0,1 0-1 0 0,-1-1 0 0 0,0 1 1 0 0,0-1-1 0 0,0 1 0 0 0,-1-1 0 0 0,0 0 1 0 0,0-1-1 0 0,4-12 0 0 0,-6 17 3 0 0,-1-1 0 0 0,1 1-1 0 0,0-1 1 0 0,-1 1 0 0 0,0-1-1 0 0,1 0 1 0 0,-1 1 0 0 0,0-1 0 0 0,-1-5-1 0 0,-13-35 0 0 0,4 18-9 0 0,5 4-11 0 0,4 12 19 0 0,-1 0-1 0 0,0 0 1 0 0,-1 0-1 0 0,0 1 1 0 0,0-1-1 0 0,-1 0 1 0 0,0 1-1 0 0,-1 0 1 0 0,0 0-1 0 0,0 1 1 0 0,-1-1-1 0 0,-11-11 1 0 0,14 16 2 0 0,0 0 1 0 0,1 0 0 0 0,-1 0-1 0 0,1-1 1 0 0,0 1-1 0 0,0 0 1 0 0,0-1-1 0 0,0 1 1 0 0,0-1-1 0 0,1 0 1 0 0,0 0-1 0 0,-2-7 1 0 0,1-33 73 0 0,2 40-60 0 0,0 10-16 0 0,0 8 11 0 0,0-13 0 0 0,0 5 3 0 0,1-1 0 0 0,0 0 0 0 0,0 0 0 0 0,0 0 0 0 0,1 0 0 0 0,0 0 1 0 0,0 0-1 0 0,0-1 0 0 0,0 1 0 0 0,1 0 0 0 0,0-1 0 0 0,0 0 0 0 0,0 0 0 0 0,5 5 0 0 0,13 21 77 0 0,-15-19-49 0 0,-1 0 1 0 0,-1 0 0 0 0,0 0 0 0 0,0 1-1 0 0,-1-1 1 0 0,0 1 0 0 0,1 16-1 0 0,3 16 31 0 0,2-8-6 0 0,-4-16-10 0 0,-1-1 0 0 0,-1 1 0 0 0,2 30 0 0 0,-5-39-56 0 0,1 0 0 0 0,0 0 1 0 0,1-1-1 0 0,1 1 1 0 0,5 16-1 0 0,-5-17-121 0 0,0 0 0 0 0,0 0 0 0 0,-1 0 0 0 0,0 1 1 0 0,0 15-1 0 0,-2-24 23 0 0,-1-1 0 0 0,1 0 1 0 0,0 1-1 0 0,0-1 0 0 0,0 1 0 0 0,0-1 1 0 0,0 0-1 0 0,1 1 0 0 0,-1-1 1 0 0,0 0-1 0 0,1 1 0 0 0,-1-1 1 0 0,1 0-1 0 0,-1 0 0 0 0,1 1 0 0 0,0-1 1 0 0,-1 0-1 0 0,1 0 0 0 0,0 0 1 0 0,0 0-1 0 0,0 0 0 0 0,0 0 0 0 0,0 0 1 0 0,0 0-1 0 0,0 0 0 0 0,0 0 1 0 0,0 0-1 0 0,0-1 0 0 0,1 1 1 0 0,-1 0-1 0 0,0-1 0 0 0,0 1 0 0 0,1-1 1 0 0,-1 0-1 0 0,0 1 0 0 0,1-1 1 0 0,-1 0-1 0 0,0 0 0 0 0,1 0 0 0 0,-1 0 1 0 0,1 0-1 0 0,-1 0 0 0 0,0 0 1 0 0,1 0-1 0 0,-1 0 0 0 0,0-1 1 0 0,1 1-1 0 0,-1-1 0 0 0,0 1 0 0 0,0-1 1 0 0,1 1-1 0 0,-1-1 0 0 0,0 0 1 0 0,0 0-1 0 0,0 1 0 0 0,0-1 0 0 0,0 0 1 0 0,2-2-1 0 0,2-15-5009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33 2001 0 0,'0'3'353'0'0,"0"1"-1"0"0,0-1 1 0 0,0 0 0 0 0,-1 0-1 0 0,1 0 1 0 0,-1 0 0 0 0,0 0-1 0 0,1 0 1 0 0,-1 0 0 0 0,-1 0-1 0 0,1 0 1 0 0,0 0 0 0 0,-1 0-1 0 0,1-1 1 0 0,-3 4 0 0 0,-1-2-85 0 0,0 1 1 0 0,-1-1 0 0 0,1 0-1 0 0,-1 0 1 0 0,0-1 0 0 0,-7 4-1 0 0,0 1-51 0 0,-2-3 694 0 0,13-27-727 0 0,2 19-242 0 0,1 1 2 0 0,-1 1 0 0 0,1-1 0 0 0,-1 1 0 0 0,1-1 0 0 0,0 1 0 0 0,0-1 0 0 0,0 1 0 0 0,0 0 0 0 0,0-1-1 0 0,0 1 1 0 0,0 0 0 0 0,0 0 0 0 0,2-2 0 0 0,15-20-1611 0 0,-18 22 1531 0 0,0 0 1 0 0,0 0 0 0 0,0 0-1 0 0,0 0 1 0 0,0-1 0 0 0,0 1-1 0 0,0 0 1 0 0,0 0-1 0 0,0 0 1 0 0,0 0 0 0 0,0 0-1 0 0,-1 0 1 0 0,1 0 0 0 0,0 0-1 0 0,-1 0 1 0 0,1 0-1 0 0,-1 0 1 0 0,0 0 0 0 0,1 0-1 0 0,-1 0 1 0 0,0 0 0 0 0,1 0-1 0 0,-1 1 1 0 0,0-1 0 0 0,0 0-1 0 0,0 1 1 0 0,-1-2-1 0 0,-48-28-2878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7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212 117 880 0 0,'0'-108'6643'0'0,"-1"107"-6629"0"0,0 1-1 0 0,1-1 0 0 0,-1 0 1 0 0,1 1-1 0 0,-1-1 0 0 0,0 1 0 0 0,0-1 1 0 0,1 1-1 0 0,-1-1 0 0 0,0 1 1 0 0,0-1-1 0 0,0 1 0 0 0,1 0 0 0 0,-1-1 1 0 0,0 1-1 0 0,0 0 0 0 0,0 0 1 0 0,0 0-1 0 0,0-1 0 0 0,0 1 0 0 0,1 0 1 0 0,-1 0-1 0 0,0 1 0 0 0,0-1 1 0 0,0 0-1 0 0,0 0 0 0 0,-1 1 0 0 0,0-1 29 0 0,-8 7 425 0 0,-1-2-343 0 0,0 1 0 0 0,0 0-1 0 0,0 0 1 0 0,1 1 0 0 0,0 1 0 0 0,-11 10 0 0 0,-12 5 127 0 0,-6 6-78 0 0,37-28-159 0 0,1 0 1 0 0,-1 1-1 0 0,1-1 0 0 0,0 1 0 0 0,-1-1 1 0 0,1 1-1 0 0,0 0 0 0 0,0-1 1 0 0,0 1-1 0 0,0 0 0 0 0,0 0 0 0 0,0 0 1 0 0,0 0-1 0 0,1 0 0 0 0,-1 0 1 0 0,0 3-1 0 0,1 153 853 0 0,1-154-853 0 0,-1-1 1 0 0,1 1-1 0 0,0-1 1 0 0,0 1-1 0 0,0-1 1 0 0,0 1-1 0 0,1-1 0 0 0,-1 0 1 0 0,1 0-1 0 0,0 0 1 0 0,0 0-1 0 0,0 0 1 0 0,0 0-1 0 0,0 0 1 0 0,1-1-1 0 0,0 1 0 0 0,-1-1 1 0 0,1 0-1 0 0,6 4 1 0 0,7 5 41 0 0,2-1 0 0 0,27 12 0 0 0,-14-7 34 0 0,-9-5-67 0 0,-1-1 0 0 0,1 0 0 0 0,1-2 0 0 0,0-1 0 0 0,0 0 0 0 0,0-2 0 0 0,0 0 0 0 0,1-2 0 0 0,-1-1 0 0 0,47-3 0 0 0,-64 2-23 0 0,0-1 0 0 0,0 1 0 0 0,-1-1 0 0 0,1-1 0 0 0,0 1 0 0 0,-1-1 0 0 0,1 0 0 0 0,-1 0 0 0 0,0 0 0 0 0,1-1 0 0 0,-1 0 0 0 0,0 0 0 0 0,-1 0 0 0 0,1-1 0 0 0,5-4 0 0 0,-10 7 0 0 0,1 0-1 0 0,-1 0 1 0 0,0 1-1 0 0,1-1 1 0 0,-1 0-1 0 0,0 0 1 0 0,1 0 0 0 0,-1 1-1 0 0,0-1 1 0 0,0 0-1 0 0,0 0 1 0 0,0 0-1 0 0,0 0 1 0 0,0 1-1 0 0,0-1 1 0 0,0 0-1 0 0,0 0 1 0 0,0 0-1 0 0,0 0 1 0 0,0 0-1 0 0,-1 1 1 0 0,1-1-1 0 0,0 0 1 0 0,-1 0-1 0 0,1 0 1 0 0,0 1-1 0 0,-1-2 1 0 0,-35-52-67 0 0,22 34 46 0 0,-21-30-91 0 0,-58-63-1 0 0,80 99 19 0 0,0 0 0 0 0,-2 1 0 0 0,1 1 0 0 0,-2 0 0 0 0,1 1 0 0 0,-2 1-1 0 0,1 0 1 0 0,-1 1 0 0 0,-27-9 0 0 0,39 16 27 0 0,-1 0 1 0 0,0 0-1 0 0,0 1 0 0 0,-1 0 1 0 0,1 0-1 0 0,0 1 0 0 0,0 0 0 0 0,0 0 1 0 0,-1 0-1 0 0,1 1 0 0 0,0 0 1 0 0,-11 3-1 0 0,-2 4-406 0 0,23-1 61 0 0,-3-7 317 0 0,0 1 1 0 0,0 0 0 0 0,0-1-1 0 0,0 1 1 0 0,0 0 0 0 0,0 0-1 0 0,0 0 1 0 0,0-1-1 0 0,-1 1 1 0 0,1 0 0 0 0,0 0-1 0 0,-1 0 1 0 0,1 1 0 0 0,-1-1-1 0 0,1 0 1 0 0,-1 0-1 0 0,1 0 1 0 0,-1 0 0 0 0,0 0-1 0 0,1 0 1 0 0,-1 3 0 0 0,0-3-28 0 0,0 0 0 0 0,0 0 1 0 0,0 1-1 0 0,1-1 1 0 0,-1 0-1 0 0,0 0 1 0 0,1 1-1 0 0,-1-1 0 0 0,1 0 1 0 0,-1 0-1 0 0,1 0 1 0 0,0 0-1 0 0,-1 0 0 0 0,1 0 1 0 0,0 0-1 0 0,0 0 1 0 0,0 0-1 0 0,-1 0 0 0 0,1-1 1 0 0,0 1-1 0 0,0 0 1 0 0,0 0-1 0 0,0-1 1 0 0,1 1-1 0 0,-1-1 0 0 0,0 1 1 0 0,0-1-1 0 0,0 1 1 0 0,2-1-1 0 0,4 4-352 0 0,23 14-1434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24 1601 0 0,'0'-1'206'0'0,"-1"0"1"0"0,1-1-1 0 0,-1 1 1 0 0,0 0 0 0 0,1-1-1 0 0,-1 1 1 0 0,0 0-1 0 0,0 0 1 0 0,0 0-1 0 0,0 0 1 0 0,0 0-1 0 0,0 0 1 0 0,0 0 0 0 0,0 0-1 0 0,0 0 1 0 0,0 0-1 0 0,-1 1 1 0 0,1-1-1 0 0,0 0 1 0 0,-1 1-1 0 0,1-1 1 0 0,0 1 0 0 0,-1 0-1 0 0,1-1 1 0 0,-1 1-1 0 0,1 0 1 0 0,0 0-1 0 0,-1 0 1 0 0,1 0-1 0 0,-1 0 1 0 0,1 0 0 0 0,-1 0-1 0 0,1 0 1 0 0,-2 1-1 0 0,-5-1 10 0 0,0 1 1 0 0,-1 0-1 0 0,1 0 0 0 0,-14 5 0 0 0,16-4-169 0 0,0 1 0 0 0,1 0 1 0 0,-1 0-1 0 0,0 1 0 0 0,1 0 0 0 0,0 0 0 0 0,0 0 0 0 0,0 0 1 0 0,0 1-1 0 0,-6 8 0 0 0,9-10-22 0 0,0 0 0 0 0,0 0-1 0 0,0 1 1 0 0,0-1 0 0 0,0 1 0 0 0,1 0 0 0 0,-1-1 0 0 0,1 1-1 0 0,0 0 1 0 0,0 0 0 0 0,1 0 0 0 0,-1-1 0 0 0,1 1 0 0 0,0 0 0 0 0,0 0-1 0 0,0 0 1 0 0,0 0 0 0 0,1 0 0 0 0,0 0 0 0 0,1 5 0 0 0,4 12 93 0 0,-3-10-57 0 0,-1-1 1 0 0,1 0-1 0 0,1 1 1 0 0,0-1 0 0 0,1-1-1 0 0,-1 1 1 0 0,2-1-1 0 0,0 0 1 0 0,11 15-1 0 0,2-9 8 0 0,1 0-1 0 0,0-1 1 0 0,0-1-1 0 0,2-1 0 0 0,-1-1 1 0 0,1-1-1 0 0,28 8 0 0 0,-17-7-4 0 0,0-2 0 0 0,1-2 0 0 0,-1-1 0 0 0,53 3 0 0 0,-73-9-33 0 0,-1-1 0 0 0,1 0 0 0 0,0 0 0 0 0,-1-2-1 0 0,1 1 1 0 0,-1-2 0 0 0,0 1 0 0 0,0-2-1 0 0,0 0 1 0 0,0 0 0 0 0,-1-1 0 0 0,17-11 0 0 0,-25 15-20 0 0,0-1 1 0 0,0 1 0 0 0,0-1 0 0 0,-1 0 0 0 0,1 1-1 0 0,-1-1 1 0 0,1 0 0 0 0,-1-1 0 0 0,0 1 0 0 0,0 0-1 0 0,-1 0 1 0 0,1-1 0 0 0,-1 1 0 0 0,1-1 0 0 0,-1 0-1 0 0,0 1 1 0 0,0-1 0 0 0,-1 0 0 0 0,1 0 0 0 0,-1 1-1 0 0,0-1 1 0 0,0 0 0 0 0,0 0 0 0 0,-1 0 0 0 0,1 1-1 0 0,-1-1 1 0 0,0 0 0 0 0,0 0 0 0 0,-2-4 0 0 0,-2-6 29 0 0,-1 0-1 0 0,-1 1 1 0 0,0-1 0 0 0,0 1 0 0 0,-2 1 0 0 0,-10-14 0 0 0,7 12-36 0 0,-1 1 0 0 0,0 1 0 0 0,0 0 1 0 0,-1 0-1 0 0,-1 2 0 0 0,0-1 0 0 0,0 2 0 0 0,-1 0 0 0 0,0 1 1 0 0,-1 1-1 0 0,0 0 0 0 0,-24-6 0 0 0,22 8-341 0 0,-1 1 1 0 0,1 1-1 0 0,-1 0 0 0 0,1 2 0 0 0,-1 0 1 0 0,0 1-1 0 0,1 1 0 0 0,-1 1 0 0 0,0 0 1 0 0,1 2-1 0 0,-27 8 0 0 0,-4 2-2492 0 0,14 4-2054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1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38 1040 0 0,'-26'-6'1423'0'0,"-1"2"0"0"0,0 0 0 0 0,0 2 0 0 0,0 1 0 0 0,-50 5 0 0 0,75-4-1377 0 0,-3 1 77 0 0,-1-1 0 0 0,1 1 0 0 0,-1 0 0 0 0,1 0 0 0 0,-1 1 0 0 0,-7 3 0 0 0,12-5-100 0 0,0 1 0 0 0,0-1 0 0 0,0 1 0 0 0,0 0 0 0 0,0 0 0 0 0,0 0 0 0 0,1-1 0 0 0,-1 1 0 0 0,0 0 0 0 0,0 0 0 0 0,1 0 0 0 0,-1 0 0 0 0,1 0 0 0 0,-1 0 0 0 0,1 0 0 0 0,-1 0 0 0 0,1 1 0 0 0,0-1 0 0 0,-1 0 0 0 0,1 0 0 0 0,0 0 0 0 0,0 0 0 0 0,0 1 0 0 0,0-1 0 0 0,0 0 0 0 0,0 0 0 0 0,0 0 0 0 0,0 0 0 0 0,1 1 0 0 0,-1-1 0 0 0,0 0 0 0 0,1 0 0 0 0,-1 0 0 0 0,1 0 0 0 0,-1 0 0 0 0,1 0 0 0 0,-1 0 0 0 0,1 0 0 0 0,1 1 0 0 0,2 5 8 0 0,1 0 1 0 0,-1-1-1 0 0,1 0 0 0 0,1 0 0 0 0,-1 0 0 0 0,1-1 0 0 0,0 0 0 0 0,0 0 1 0 0,1 0-1 0 0,-1-1 0 0 0,1 0 0 0 0,11 5 0 0 0,9 3 58 0 0,55 15 0 0 0,-70-24-72 0 0,94 28 100 0 0,1-4 0 0 0,2-6 0 0 0,127 10-1 0 0,-227-31-102 0 0,0 1-1 0 0,0-1 0 0 0,0 0 1 0 0,1-1-1 0 0,-1 0 0 0 0,0-1 1 0 0,0 1-1 0 0,0-2 0 0 0,0 1 1 0 0,0-2-1 0 0,-1 1 0 0 0,14-8 1 0 0,-21 11-11 0 0,0 0-1 0 0,0-1 1 0 0,0 1 0 0 0,0 0 0 0 0,-1 0 0 0 0,1-1 0 0 0,0 1-1 0 0,0-1 1 0 0,-1 1 0 0 0,1-1 0 0 0,0 1 0 0 0,-1-1-1 0 0,1 1 1 0 0,0-1 0 0 0,-1 0 0 0 0,1 1 0 0 0,-1-1 0 0 0,1 0-1 0 0,-1 1 1 0 0,1-1 0 0 0,-1 0 0 0 0,1 0 0 0 0,-1 1-1 0 0,0-1 1 0 0,0 0 0 0 0,1 0 0 0 0,-1 0 0 0 0,0 0 0 0 0,0 1-1 0 0,0-1 1 0 0,0 0 0 0 0,0 0 0 0 0,0 0 0 0 0,0 0-1 0 0,0-1 1 0 0,-30-28 52 0 0,3 8-78 0 0,-3-5-31 0 0,-1 2-1 0 0,-1 1 1 0 0,-1 2-1 0 0,-47-25 1 0 0,59 37-151 0 0,-1 1 0 0 0,-1 1 0 0 0,1 1 0 0 0,-1 1 0 0 0,-1 0 1 0 0,1 2-1 0 0,-1 1 0 0 0,1 1 0 0 0,-33 1 0 0 0,-24 8-2329 0 0,75-6 1913 0 0,1 0 1 0 0,-1 1 0 0 0,1-1-1 0 0,0 1 1 0 0,0 0 0 0 0,0 0 0 0 0,-7 4-1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2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774 121 240 0 0,'0'-1'221'0'0,"0"0"0"0"0,0 1 0 0 0,0-1 0 0 0,0 0-1 0 0,-1 0 1 0 0,1 0 0 0 0,0 1 0 0 0,-1-1 0 0 0,1 0 0 0 0,-1 0 0 0 0,1 1 0 0 0,-1-1-1 0 0,1 0 1 0 0,-1 1 0 0 0,1-1 0 0 0,-1 0 0 0 0,1 1 0 0 0,-1-1 0 0 0,0 1-1 0 0,1-1 1 0 0,-1 1 0 0 0,0-1 0 0 0,0 1 0 0 0,1 0 0 0 0,-1-1 0 0 0,-1 1 0 0 0,-33-7 1916 0 0,-45 10-1844 0 0,64-2 50 0 0,-163 14 890 0 0,87-5-265 0 0,58-6-697 0 0,1-2-1 0 0,-1-2 0 0 0,-46-4 0 0 0,-36-3 757 0 0,55 13 27 0 0,62-6-1039 0 0,-1 0 1 0 0,0 0-1 0 0,0 0 1 0 0,0 0-1 0 0,0 0 0 0 0,1 1 1 0 0,-1-1-1 0 0,0 0 1 0 0,0 0-1 0 0,0 0 1 0 0,0 0-1 0 0,0 0 1 0 0,0 1-1 0 0,0-1 0 0 0,1 0 1 0 0,-1 0-1 0 0,0 0 1 0 0,0 0-1 0 0,0 1 1 0 0,0-1-1 0 0,0 0 0 0 0,0 0 1 0 0,0 0-1 0 0,0 0 1 0 0,0 1-1 0 0,0-1 1 0 0,0 0-1 0 0,0 0 0 0 0,0 0 1 0 0,0 1-1 0 0,0-1 1 0 0,0 0-1 0 0,0 0 1 0 0,0 0-1 0 0,0 0 0 0 0,0 1 1 0 0,-1-1-1 0 0,1 0 1 0 0,0 0-1 0 0,0 0 1 0 0,0 0-1 0 0,0 1 0 0 0,0-1 1 0 0,0 0-1 0 0,0 0 1 0 0,-1 0-1 0 0,1 0 1 0 0,0 0-1 0 0,0 0 1 0 0,-1 1-1 0 0,149-11 428 0 0,-29 1-393 0 0,564-25 271 0 0,-493 22-198 0 0,-30 2-17 0 0,-48 8-42 0 0,127 9 51 0 0,116 18 122 0 0,-209-13-95 0 0,124 14 178 0 0,-3-1-93 0 0,-208-20-161 0 0,229 15 88 0 0,-207-20 170 0 0,129-14-1 0 0,174-49 110 0 0,1 0-119 0 0,-179 30-221 0 0,-180 30 15 0 0,49 1 91 0 0,-50 3-132 0 0,-20 3-121 0 0,-6-3-105 0 0,0 1 0 0 0,0-1 0 0 0,0 0-1 0 0,0 0 1 0 0,-1 0 0 0 0,1 1 0 0 0,0-1-1 0 0,-1 0 1 0 0,1-1 0 0 0,-1 1 0 0 0,1 0 0 0 0,-1 0-1 0 0,1-1 1 0 0,-1 1 0 0 0,1 0 0 0 0,-1-1 0 0 0,0 0-1 0 0,1 1 1 0 0,-1-1 0 0 0,0 0 0 0 0,0 0-1 0 0,-2 0 1 0 0,-30 8-3582 0 0,-47 25-4236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21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213 235 80 0 0,'5'0'1841'0'0,"76"-12"4602"0"0,-71 1-5616 0 0,-4 10-719 0 0,-5 2-93 0 0,-1-1 1 0 0,1 0 0 0 0,0 0 0 0 0,-1 0-1 0 0,1 0 1 0 0,-1 0 0 0 0,1 0-1 0 0,0 0 1 0 0,-1 0 0 0 0,1 0-1 0 0,-1 0 1 0 0,1 0 0 0 0,0 0 0 0 0,-1-1-1 0 0,1 1 1 0 0,-1 0 0 0 0,1 0-1 0 0,0-1 1 0 0,-1 1 0 0 0,1 0 0 0 0,-1 0-1 0 0,1-1 1 0 0,-1 1 0 0 0,1-1-1 0 0,-1 1 1 0 0,0-1 0 0 0,1 1-1 0 0,-1 0 1 0 0,1-1 0 0 0,-1 0 0 0 0,0 1-1 0 0,1-1 1 0 0,-1 1 0 0 0,0-1-1 0 0,0 1 1 0 0,1-1 0 0 0,-1 1-1 0 0,0-2 1 0 0,0 1 238 0 0,0 1-240 0 0,0 0 1 0 0,0-1-1 0 0,-1 1 1 0 0,1 0-1 0 0,0 0 1 0 0,0-1 0 0 0,0 1-1 0 0,0 0 1 0 0,0 0-1 0 0,0 0 1 0 0,0-1-1 0 0,0 1 1 0 0,0 0-1 0 0,0 0 1 0 0,0-1-1 0 0,0 1 1 0 0,0 0 0 0 0,0 0-1 0 0,0 0 1 0 0,0-1-1 0 0,0 1 1 0 0,0 0-1 0 0,0 0 1 0 0,0-1-1 0 0,0 1 1 0 0,0 0 0 0 0,0 0-1 0 0,1 0 1 0 0,-1-1-1 0 0,0 1 1 0 0,0 0-1 0 0,0 0 1 0 0,0 0-1 0 0,0 0 1 0 0,1-1 0 0 0,-1 1-1 0 0,0 0 1 0 0,0 0-1 0 0,0 0 1 0 0,1 0-1 0 0,-1 0 1 0 0,0 0-1 0 0,0-1 1 0 0,0 1 0 0 0,1 0-1 0 0,-1 0 1 0 0,0 0-1 0 0,0 0 1 0 0,1 0-1 0 0,-1 0 1 0 0,0 0-1 0 0,0 0 1 0 0,0 0-1 0 0,1 0 1 0 0,19-4 132 0 0,-15 3 173 0 0,-4 0-179 0 0,-7-2-109 0 0,-1 2-13 0 0,7 1-13 0 0,-1 0-1 0 0,0 0 0 0 0,1 0 0 0 0,-1 0 1 0 0,0 0-1 0 0,1 0 0 0 0,-1 0 1 0 0,0 0-1 0 0,1 0 0 0 0,-1-1 0 0 0,0 1 1 0 0,1 0-1 0 0,-1 0 0 0 0,0-1 0 0 0,1 1 1 0 0,-1 0-1 0 0,1-1 0 0 0,-1 1 0 0 0,1 0 1 0 0,-1-1-1 0 0,1 1 0 0 0,-1-1 0 0 0,1 1 1 0 0,-1-1-1 0 0,1 1 0 0 0,-1-1 0 0 0,1 1 1 0 0,0-1-1 0 0,-1 0 0 0 0,1 1 1 0 0,0-1-1 0 0,0 1 0 0 0,-1-1 0 0 0,1 0 1 0 0,0 1-1 0 0,0-1 0 0 0,0 0 0 0 0,0 1 1 0 0,0-1-1 0 0,0 0 0 0 0,0-1 0 0 0,-5-1 75 0 0,-76-23 147 0 0,68 22-200 0 0,0 1 0 0 0,0 1-1 0 0,-1 1 1 0 0,1 0 0 0 0,-1 0-1 0 0,1 1 1 0 0,-1 1 0 0 0,1 1-1 0 0,0 0 1 0 0,-1 0 0 0 0,1 1-1 0 0,-18 7 1 0 0,6-4 40 0 0,24-6-62 0 0,0 0 0 0 0,-1 0 1 0 0,1 0-1 0 0,0 0 0 0 0,0 0 1 0 0,0 0-1 0 0,-1 0 0 0 0,1 1 1 0 0,0-1-1 0 0,0 0 0 0 0,0 1 1 0 0,0-1-1 0 0,0 1 0 0 0,-1-1 1 0 0,1 1-1 0 0,0 0 0 0 0,0-1 1 0 0,0 1-1 0 0,1 0 0 0 0,-1 0 1 0 0,0 0-1 0 0,0 0 0 0 0,0 0 1 0 0,0 0-1 0 0,1 0 0 0 0,-1 0 1 0 0,1 0-1 0 0,-1 0 0 0 0,1 0 1 0 0,-1 0-1 0 0,1 0 0 0 0,-1 0 1 0 0,1 1-1 0 0,0-1 1 0 0,0 0-1 0 0,-1 0 0 0 0,1 0 1 0 0,0 1-1 0 0,0-1 0 0 0,0 0 1 0 0,1 0-1 0 0,-1 1 0 0 0,0-1 1 0 0,1 2-1 0 0,1-1-1 0 0,0 0 0 0 0,0-1 1 0 0,0 1-1 0 0,0 0 0 0 0,0-1 0 0 0,1 0 1 0 0,-1 1-1 0 0,0-1 0 0 0,1 0 0 0 0,-1 0 0 0 0,1-1 1 0 0,-1 1-1 0 0,1 0 0 0 0,0-1 0 0 0,-1 0 1 0 0,1 1-1 0 0,3-1 0 0 0,8 3 0 0 0,16 5-2 0 0,-1-2-1 0 0,39 4 1 0 0,17 3 60 0 0,1 2-18 0 0,-57-12-7 0 0,0 2 0 0 0,-1 1 0 0 0,0 1 0 0 0,-1 1 0 0 0,41 19 0 0 0,-66-27-34 0 0,0 1-1 0 0,-1-1 1 0 0,1 1-1 0 0,-1 0 0 0 0,1 0 1 0 0,-1 0-1 0 0,1 0 0 0 0,-1 0 1 0 0,0 0-1 0 0,0 0 1 0 0,1 0-1 0 0,-1 1 0 0 0,0-1 1 0 0,0 0-1 0 0,0 1 0 0 0,0-1 1 0 0,-1 1-1 0 0,1-1 1 0 0,0 1-1 0 0,0-1 0 0 0,-1 1 1 0 0,1-1-1 0 0,0 4 0 0 0,-2-4 2 0 0,0 1-1 0 0,1 0 0 0 0,-1 0 1 0 0,0-1-1 0 0,0 1 0 0 0,0 0 1 0 0,0-1-1 0 0,0 1 0 0 0,0-1 1 0 0,0 1-1 0 0,-1-1 0 0 0,1 1 1 0 0,-1-1-1 0 0,1 0 0 0 0,-1 0 1 0 0,1 0-1 0 0,-1 0 0 0 0,1 0 0 0 0,-1 0 1 0 0,0 0-1 0 0,0 0 0 0 0,-3 0 1 0 0,-10 4-9 0 0,-1-1 0 0 0,0-1 0 0 0,0-1 0 0 0,-1 0 1 0 0,1-1-1 0 0,0 0 0 0 0,-1-2 0 0 0,1 0 0 0 0,0-1 0 0 0,-24-5 0 0 0,36 6 10 0 0,3 1-5 0 0,0 0-1 0 0,0 0 1 0 0,0 0 0 0 0,-1 0 0 0 0,1 0 0 0 0,0 0 0 0 0,0 0-1 0 0,0-1 1 0 0,0 1 0 0 0,0-1 0 0 0,0 1 0 0 0,0-1-1 0 0,0 1 1 0 0,0-1 0 0 0,0 1 0 0 0,0-1 0 0 0,0 0 0 0 0,0 0-1 0 0,0 1 1 0 0,1-1 0 0 0,-1 0 0 0 0,0 0 0 0 0,0 0 0 0 0,0-1-1 0 0,6-3-12 0 0,17-4 25 0 0,-14 6 7 0 0,-1 0 1 0 0,1 0-1 0 0,-1-1 0 0 0,0 1 0 0 0,0-2 1 0 0,0 1-1 0 0,12-11 0 0 0,-17 12-13 0 0,0 0 1 0 0,0 1-1 0 0,0-1 1 0 0,-1 0-1 0 0,1 0 1 0 0,-1 0-1 0 0,0-1 1 0 0,0 1-1 0 0,0 0 0 0 0,0 0 1 0 0,0-1-1 0 0,-1 1 1 0 0,1 0-1 0 0,-1-1 1 0 0,0 1-1 0 0,0-1 1 0 0,-1 1-1 0 0,1 0 0 0 0,-1-1 1 0 0,1 1-1 0 0,-1 0 1 0 0,0-1-1 0 0,0 1 1 0 0,0 0-1 0 0,-3-5 1 0 0,-6-15 3 0 0,-1 1 0 0 0,-1 0 0 0 0,0 1 0 0 0,-2 0 0 0 0,-1 1 0 0 0,0 0 0 0 0,-31-30 0 0 0,40 43-19 0 0,-5-2 6 0 0,-28-1-12 0 0,34 9-92 0 0,3 6-660 0 0,2-5 751 0 0,0 1 0 0 0,1-1 0 0 0,-1 1 0 0 0,0-1 0 0 0,0 1 0 0 0,1-1-1 0 0,-1 1 1 0 0,1-1 0 0 0,-1 1 0 0 0,0-1 0 0 0,1 0 0 0 0,-1 1 0 0 0,1-1 0 0 0,-1 1 0 0 0,1-1 0 0 0,-1 0 0 0 0,1 1 0 0 0,-1-1 0 0 0,1 0 0 0 0,-1 0 0 0 0,1 0 0 0 0,0 1 0 0 0,-1-1 0 0 0,1 0 0 0 0,-1 0 0 0 0,2 0 0 0 0,138 38-2812 0 0,-25-2-1187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2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1521 0 0,'0'1'259'0'0,"1"0"1"0"0,-1-1 0 0 0,0 1 0 0 0,1 0 0 0 0,-1-1-1 0 0,1 1 1 0 0,0 0 0 0 0,-1-1 0 0 0,1 1-1 0 0,-1-1 1 0 0,1 1 0 0 0,0-1 0 0 0,-1 0-1 0 0,1 1 1 0 0,0-1 0 0 0,0 1 0 0 0,-1-1-1 0 0,1 0 1 0 0,0 0 0 0 0,0 1 0 0 0,0-1 0 0 0,1 0-1 0 0,0 1 199 0 0,-11-1 42 0 0,-5 0 171 0 0,-2 1-467 0 0,-1 1 0 0 0,1 0 0 0 0,0 2 0 0 0,1 0 1 0 0,-25 9-1 0 0,-21 7 319 0 0,45-17-457 0 0,13-3-50 0 0,0 0 0 0 0,1 1 0 0 0,-1-1-1 0 0,0 1 1 0 0,1 0 0 0 0,-1 0-1 0 0,1 0 1 0 0,-1 0 0 0 0,1 0-1 0 0,-1 1 1 0 0,1-1 0 0 0,0 1-1 0 0,0-1 1 0 0,0 1 0 0 0,0 0-1 0 0,-4 4 1 0 0,-18 13 144 0 0,22-17-135 0 0,0-1 0 0 0,0 0-1 0 0,0 1 1 0 0,0-1 0 0 0,0 1-1 0 0,0-1 1 0 0,0 1-1 0 0,1 0 1 0 0,-1 0 0 0 0,1 0-1 0 0,-1 0 1 0 0,1 0-1 0 0,0 0 1 0 0,0 0 0 0 0,-1 1-1 0 0,2-1 1 0 0,-1 0 0 0 0,0 1-1 0 0,0-1 1 0 0,1 0-1 0 0,-1 1 1 0 0,1-1 0 0 0,0 1-1 0 0,0-1 1 0 0,0 5-1 0 0,0 10 132 0 0,-1-11-115 0 0,1 0 0 0 0,0 0 0 0 0,0-1 0 0 0,1 1 0 0 0,-1 0 0 0 0,1 0-1 0 0,1 0 1 0 0,2 7 0 0 0,-3-10-35 0 0,1-1 0 0 0,0 0 0 0 0,0 0 0 0 0,0 0-1 0 0,0 0 1 0 0,1 0 0 0 0,-1 0 0 0 0,0 0 0 0 0,1-1 0 0 0,-1 1-1 0 0,1-1 1 0 0,0 1 0 0 0,-1-1 0 0 0,1 0 0 0 0,0 0-1 0 0,0-1 1 0 0,0 1 0 0 0,-1 0 0 0 0,6-1 0 0 0,28 11 91 0 0,-27-8-71 0 0,0 0 0 0 0,-1-1 0 0 0,1 0 0 0 0,16 1 0 0 0,5 0-4 0 0,3 0 22 0 0,57-1-1 0 0,-84-2-35 0 0,0 0 1 0 0,1-1-1 0 0,-1 0 1 0 0,0 0-1 0 0,0 0 1 0 0,0 0-1 0 0,-1-1 1 0 0,1 0-1 0 0,0 0 1 0 0,-1-1-1 0 0,1 0 1 0 0,-1 0-1 0 0,0 0 1 0 0,0 0-1 0 0,0-1 1 0 0,7-6-1 0 0,-12 9-5 0 0,0 0 0 0 0,1 1-1 0 0,-1-1 1 0 0,0 0 0 0 0,1 0 0 0 0,-1 0 0 0 0,0 0 0 0 0,0 1-1 0 0,1-1 1 0 0,-1 0 0 0 0,0 0 0 0 0,0 0 0 0 0,0 0 0 0 0,0 0-1 0 0,-1 0 1 0 0,1 1 0 0 0,0-1 0 0 0,0 0 0 0 0,0 0 0 0 0,-1 0-1 0 0,1 0 1 0 0,0 0 0 0 0,-1 1 0 0 0,1-1 0 0 0,-1 0 0 0 0,1 0-1 0 0,-1 1 1 0 0,1-1 0 0 0,-1 0 0 0 0,1 1 0 0 0,-1-1 0 0 0,-1 0-1 0 0,-18-21 35 0 0,-1 1-1 0 0,-2 1 1 0 0,0 1-1 0 0,-1 1 0 0 0,-1 1 1 0 0,0 2-1 0 0,-1 0 0 0 0,-1 1 1 0 0,0 2-1 0 0,-37-12 1 0 0,56 22-146 0 0,0 0 1 0 0,0 0 0 0 0,0 0 0 0 0,0 1-1 0 0,0 0 1 0 0,0 0 0 0 0,-15 2 0 0 0,11-1-80 0 0,12 0 153 0 0,1 1 0 0 0,-1-1 0 0 0,0 0-1 0 0,0 0 1 0 0,0 0 0 0 0,1 1 0 0 0,-1-1 0 0 0,0 0 0 0 0,0 0 0 0 0,0 1 0 0 0,1-1 0 0 0,-1 0 0 0 0,0 0 0 0 0,0 1 0 0 0,0-1 0 0 0,0 0 0 0 0,0 1-1 0 0,0-1 1 0 0,0 0 0 0 0,0 1 0 0 0,0-1 0 0 0,0 0 0 0 0,0 1 0 0 0,0-1 0 0 0,0 0 0 0 0,0 0 0 0 0,0 1 0 0 0,0-1 0 0 0,0 0 0 0 0,0 1 0 0 0,0-1 0 0 0,0 0-1 0 0,0 1 1 0 0,-1-1 0 0 0,1 0 0 0 0,0 0 0 0 0,0 1 0 0 0,0-1 0 0 0,0 0 0 0 0,-1 0 0 0 0,1 1 0 0 0,0-1 0 0 0,0 0 0 0 0,-1 0 0 0 0,1 0 0 0 0,0 0-1 0 0,0 1 1 0 0,-1-1 0 0 0,1 0 0 0 0,0 0 0 0 0,-1 0 0 0 0,1 0 0 0 0,0 0 0 0 0,0 0 0 0 0,-1 0 0 0 0,1 0 0 0 0,0 0 0 0 0,-1 0 0 0 0,1 0 0 0 0,0 0-1 0 0,-1 0 1 0 0,92 27-6154 0 0,-36-9 3668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24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1361 0 0,'-5'0'1627'0'0,"-45"0"1521"0"0,45 0-2881 0 0,0 0-174 0 0,-76 0 2855 0 0,76 0-2708 0 0,0 0 1 0 0,-11 0 417 0 0,32 0-289 0 0,-11 0 284 0 0,-5 1-645 0 0,0-1 0 0 0,0 0 0 0 0,0 0 0 0 0,0 0 0 0 0,0 0 0 0 0,0 1 0 0 0,-1-1 0 0 0,1 0 0 0 0,0 0 0 0 0,0 0 0 0 0,0 1 0 0 0,0-1 0 0 0,0 0 0 0 0,0 0 0 0 0,0 0 0 0 0,0 1 0 0 0,0-1 0 0 0,0 0 0 0 0,0 0 0 0 0,0 1 0 0 0,0-1 0 0 0,0 0 0 0 0,0 0 0 0 0,0 0 0 0 0,0 1 0 0 0,0-1 0 0 0,1 0 0 0 0,-1 0 0 0 0,0 0 0 0 0,0 0 0 0 0,0 1 0 0 0,0-1 0 0 0,0 0 0 0 0,0 0 0 0 0,1 0 0 0 0,-1 0 0 0 0,0 1 0 0 0,0-1 0 0 0,0 0 0 0 0,0 0 0 0 0,1 0 0 0 0,-1 0 0 0 0,0 0 0 0 0,0 0 0 0 0,0 0 0 0 0,1 0 0 0 0,-1 1 0 0 0,0-1 0 0 0,0 0 0 0 0,0 0 1 0 0,1 0-1 0 0,-1 0 0 0 0,0 0 0 0 0,0 0 0 0 0,0 0 0 0 0,1 0 0 0 0,-1 0 0 0 0,0 0 0 0 0,0-1 0 0 0,159 69 592 0 0,-58-27-233 0 0,107 62-1 0 0,-167-79-356 0 0,1-3 0 0 0,0-1 0 0 0,74 24 0 0 0,-111-43-182 0 0,0 0-1 0 0,0-1 0 0 0,0 1 0 0 0,0-1 0 0 0,1 0 0 0 0,-1-1 0 0 0,0 1 0 0 0,0-1 0 0 0,0 0 0 0 0,0 0 0 0 0,0 0 0 0 0,0-1 0 0 0,0 0 0 0 0,0 0 0 0 0,-1 0 0 0 0,8-5 0 0 0,-10 6 25 0 0,-1 0 0 0 0,1 0-1 0 0,-1 0 1 0 0,0-1-1 0 0,1 1 1 0 0,-1 0 0 0 0,0 0-1 0 0,0-1 1 0 0,0 1 0 0 0,0-1-1 0 0,0 1 1 0 0,-1-1 0 0 0,1 1-1 0 0,0-1 1 0 0,-1 0 0 0 0,1 1-1 0 0,-1-1 1 0 0,1 0 0 0 0,-1-2-1 0 0,0 1-38 0 0,0 1 1 0 0,-1 0-1 0 0,0 0 0 0 0,1 0 0 0 0,-1 0 0 0 0,0-1 0 0 0,0 1 0 0 0,0 0 1 0 0,0 1-1 0 0,0-1 0 0 0,-1 0 0 0 0,1 0 0 0 0,-1 0 0 0 0,1 1 0 0 0,-1-1 1 0 0,1 1-1 0 0,-1-1 0 0 0,0 1 0 0 0,-3-2 0 0 0,-75-54-3468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25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357 164 320 0 0,'0'-2'261'0'0,"0"-1"0"0"0,-1 1 1 0 0,1-1-1 0 0,-1 1 0 0 0,1-1 0 0 0,-1 1 0 0 0,0-1 0 0 0,0 1 0 0 0,0 0 0 0 0,0 0 1 0 0,0-1-1 0 0,-1 1 0 0 0,1 0 0 0 0,-1 0 0 0 0,1 0 0 0 0,-1 0 0 0 0,0 0 0 0 0,1 1 1 0 0,-1-1-1 0 0,0 0 0 0 0,-5-2 0 0 0,-3-1-230 0 0,-1-1 0 0 0,0 1 0 0 0,-18-6 0 0 0,21 9 123 0 0,0-1-1 0 0,0 0 1 0 0,1 0-1 0 0,-1-1 0 0 0,-8-5 1 0 0,4 1-87 0 0,0 0 0 0 0,0 1-1 0 0,-1 0 1 0 0,-25-8 0 0 0,10 3-1 0 0,25 9-62 0 0,0 0 42 0 0,-1 3 398 0 0,-23 12-286 0 0,29-7-94 0 0,-2-5-33 0 0,0 1 103 0 0,-5 0-28 0 0,-3 2 68 0 0,0-1-1 0 0,1 1 0 0 0,-1 0 1 0 0,0 1-1 0 0,-8 6 1 0 0,17-9-142 0 0,1 0 1 0 0,-1 1-1 0 0,1-1 1 0 0,-1 0-1 0 0,1 1 1 0 0,-1-1-1 0 0,1 0 1 0 0,0 0-1 0 0,0-1 1 0 0,0 1-1 0 0,0 0 1 0 0,-1 0-1 0 0,1-1 1 0 0,0 0-1 0 0,0 1 1 0 0,0-1-1 0 0,0 0 1 0 0,0 0-1 0 0,3 0 1 0 0,22 7 290 0 0,457 144 1584 0 0,-103-37-772 0 0,428 170-375 0 0,-756-264-1030 0 0,1-2 0 0 0,1-3 0 0 0,68 10 0 0 0,-119-24 119 0 0,0 0-1 0 0,0-1 1 0 0,-1 1 0 0 0,1-1 0 0 0,0 0 0 0 0,0 0-1 0 0,0-1 1 0 0,-1 1 0 0 0,1-1 0 0 0,0 0 0 0 0,0 0 0 0 0,-1 0-1 0 0,1 0 1 0 0,4-3 0 0 0,-7 3-76 0 0,0-1 0 0 0,0 0 1 0 0,0 1-1 0 0,0-1 0 0 0,0 0 0 0 0,0 0 1 0 0,0 0-1 0 0,-1 0 0 0 0,1 0 0 0 0,-1 0 1 0 0,1 0-1 0 0,-1 0 0 0 0,0 0 0 0 0,0 0 0 0 0,0 0 1 0 0,0 0-1 0 0,0-3 0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3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2001 0 0,'0'-8'1921'0'0,"30"8"880"0"0,-30-6-3761 0 0,0 1-641 0 0,0-3-160 0 0,0-4 160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0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24 880 0 0,'-2'-2'220'0'0,"0"1"-1"0"0,0 0 0 0 0,0 0 1 0 0,-1 1-1 0 0,1-1 0 0 0,0 0 0 0 0,0 1 1 0 0,0-1-1 0 0,-1 1 0 0 0,1 0 1 0 0,0 0-1 0 0,-1 0 0 0 0,1 0 0 0 0,0 0 1 0 0,-4 1-1 0 0,-11-1 1181 0 0,-97-5 11179 0 0,122 6-5779 0 0,44 3-6276 0 0,39-9-137 0 0,159-3-134 0 0,-176 8-239 0 0,189 7-2002 0 0,-215-5-5464 0 0,-44-4 3742 0 0,-11 0 255 0 0,-63-7-4112 0 0,10 13 5713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1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2881 0 0,'-10'4'739'0'0,"-2"1"464"0"0,0 0 1 0 0,0-1 0 0 0,0-1-1 0 0,-1 0 1 0 0,1 0 0 0 0,-24 1 0 0 0,30-4-550 0 0,-10 2 1299 0 0,12 8 2910 0 0,34-9-1035 0 0,232-5-3130 0 0,184 4-462 0 0,-435 0-1299 0 0,0 0 0 0 0,0 1 0 0 0,0 0 0 0 0,0 1 0 0 0,-1 1 0 0 0,1 0 1 0 0,10 4-1 0 0,8 3-2426 0 0,61 25-8237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2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245 209 2801 0 0,'-21'2'1043'0'0,"0"-1"0"0"0,0 0 0 0 0,0-2 0 0 0,-21-2 0 0 0,34 2-749 0 0,0 0 1 0 0,0-1-1 0 0,0 0 1 0 0,0 0-1 0 0,0-1 1 0 0,1 0-1 0 0,-1 0 1 0 0,1 0-1 0 0,0-1 1 0 0,0 0-1 0 0,0-1 1 0 0,1 0-1 0 0,-8-6 1 0 0,13 7-148 0 0,-1 1-1 0 0,1-1 1 0 0,0 0 0 0 0,0 0 0 0 0,1 1-1 0 0,-1-1 1 0 0,1 0 0 0 0,0 0-1 0 0,0 0 1 0 0,0 0 0 0 0,0 0 0 0 0,1 1-1 0 0,0-1 1 0 0,-1 0 0 0 0,1 0 0 0 0,3-6-1 0 0,1 7-13 0 0,0-1 0 0 0,0 1-1 0 0,1 0 1 0 0,-1 1 0 0 0,1 0 0 0 0,-1-1-1 0 0,1 2 1 0 0,9-3 0 0 0,8-3 193 0 0,4-3-88 0 0,1 1 0 0 0,0 1 1 0 0,0 1-1 0 0,42-4 0 0 0,117 0-174 0 0,-158 10-38 0 0,151 4-242 0 0,-159-1 169 0 0,1 1-1 0 0,0 0 1 0 0,-1 2 0 0 0,0 0-1 0 0,0 2 1 0 0,22 10 0 0 0,-39-15-2 0 0,-1 0 0 0 0,0 0 0 0 0,0 1 0 0 0,0 0 0 0 0,-1 0 0 0 0,1 0 1 0 0,0 0-1 0 0,-1 0 0 0 0,0 0 0 0 0,0 0 0 0 0,0 1 0 0 0,0-1 0 0 0,-1 1 0 0 0,1 0 0 0 0,-1-1 1 0 0,0 1-1 0 0,0 0 0 0 0,0 0 0 0 0,0 0 0 0 0,-1 0 0 0 0,0 0 0 0 0,1 0 0 0 0,-2-1 0 0 0,1 1 1 0 0,0 0-1 0 0,-1 0 0 0 0,0 4 0 0 0,-2 6-128 0 0,1 0 1 0 0,-2 0-1 0 0,0 0 1 0 0,0 0-1 0 0,-14 25 1 0 0,-4 6 302 0 0,14-27-51 0 0,0-1-1 0 0,-2 1 1 0 0,0-2-1 0 0,-1 1 1 0 0,-15 17 0 0 0,12-19 245 0 0,-1 0 0 0 0,-1-1 0 0 0,0 0 0 0 0,0-2 0 0 0,-1 0 0 0 0,-30 16 1 0 0,20-16 43 0 0,1-2 1 0 0,-2 0 0 0 0,1-2 0 0 0,-58 9 0 0 0,68-16-241 0 0,1 0 0 0 0,0-1 0 0 0,-1-1 0 0 0,1 0 0 0 0,-1-1 0 0 0,1-1 0 0 0,0-1 0 0 0,0 0 0 0 0,1-1 0 0 0,-22-9 0 0 0,14 5-153 0 0,21 8 23 0 0,0 1-1 0 0,0 0 0 0 0,1-1 0 0 0,-1 1 0 0 0,0-1 0 0 0,0 0 1 0 0,1 0-1 0 0,-1 0 0 0 0,0 1 0 0 0,1-1 0 0 0,-1-1 1 0 0,1 1-1 0 0,-1 0 0 0 0,1 0 0 0 0,0-1 0 0 0,-1 1 1 0 0,1 0-1 0 0,0-1 0 0 0,0 1 0 0 0,0-1 0 0 0,0 0 1 0 0,0 1-1 0 0,0-1 0 0 0,1 0 0 0 0,-1 0 0 0 0,1 1 1 0 0,-1-1-1 0 0,1 0 0 0 0,-1 0 0 0 0,1 0 0 0 0,0 0 1 0 0,0 1-1 0 0,0-1 0 0 0,0 0 0 0 0,0 0 0 0 0,1-3 1 0 0,0 4 4 0 0,-1 0 0 0 0,1 1 0 0 0,-1-1 0 0 0,1 1 1 0 0,-1-1-1 0 0,1 1 0 0 0,0-1 0 0 0,-1 1 1 0 0,1-1-1 0 0,0 1 0 0 0,0 0 0 0 0,-1-1 0 0 0,1 1 1 0 0,0 0-1 0 0,0-1 0 0 0,-1 1 0 0 0,1 0 0 0 0,0 0 1 0 0,0 0-1 0 0,0 0 0 0 0,-1 0 0 0 0,1 0 1 0 0,0 0-1 0 0,0 0 0 0 0,0 0 0 0 0,32 0-40 0 0,-25 1 37 0 0,5 0 16 0 0,0 0 0 0 0,-1 1 0 0 0,1 0 0 0 0,-1 1 0 0 0,0 1 0 0 0,0 0 0 0 0,0 1 0 0 0,12 6 0 0 0,85 52 208 0 0,-74-41-123 0 0,39 30 150 0 0,-18-10-52 0 0,-24-27-184 0 0,20 11 107 0 0,-50-26-148 0 0,0 1 0 0 0,-1 0 0 0 0,1 0 0 0 0,0 0 0 0 0,-1 1 0 0 0,1-1 0 0 0,-1 0 0 0 0,1 0 0 0 0,-1 1 0 0 0,0-1 0 0 0,1 1 0 0 0,-1 0 0 0 0,0-1 0 0 0,0 1-1 0 0,0 0 1 0 0,0-1 0 0 0,-1 1 0 0 0,1 0 0 0 0,1 3 0 0 0,3-4-1583 0 0,14-5-527 0 0,-12 3 1233 0 0,-1 0 1 0 0,1-1-1 0 0,-1 0 0 0 0,0 0 1 0 0,1 0-1 0 0,-1 0 0 0 0,0-1 0 0 0,0 0 1 0 0,8-7-1 0 0,11-6-1933 0 0,6-12 226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3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156 127 560 0 0,'-9'-6'968'0'0,"0"-1"-1"0"0,1 0 0 0 0,0-1 1 0 0,-14-16-1 0 0,17 18-392 0 0,0 0 0 0 0,0 1 1 0 0,0 0-1 0 0,0 0 0 0 0,-1 0 1 0 0,0 0-1 0 0,0 1 0 0 0,0 0 1 0 0,-1 1-1 0 0,-7-4 0 0 0,11 6-304 0 0,2 1-210 0 0,0 0 0 0 0,0 0 0 0 0,0 0 0 0 0,0 0 0 0 0,0-1 0 0 0,0 1 0 0 0,0 0 0 0 0,0-1 0 0 0,0 1 0 0 0,0 0 0 0 0,0-1 1 0 0,0 1-1 0 0,0-1 0 0 0,0 0 0 0 0,0 1 0 0 0,0-1 0 0 0,0 0 0 0 0,0 1 0 0 0,1-1 0 0 0,-1 0 0 0 0,-1-2 0 0 0,2 2 913 0 0,14 0-507 0 0,7 1-280 0 0,-10-2-160 0 0,-2 1-31 0 0,-1 0 0 0 0,1 0 1 0 0,-1 1-1 0 0,1 1 0 0 0,-1-1 0 0 0,16 4 0 0 0,-8-3-37 0 0,33 6-5 0 0,-48-7 48 0 0,1 0 0 0 0,-1 1 0 0 0,0-1 0 0 0,0 1 0 0 0,1-1 0 0 0,-1 1 0 0 0,0-1 0 0 0,0 1 0 0 0,0 0 0 0 0,0 0 0 0 0,0-1 0 0 0,0 1 0 0 0,0 0 0 0 0,0 0 0 0 0,0 0 0 0 0,0 0 0 0 0,0 0 0 0 0,0 0 0 0 0,-1 0 0 0 0,1 1 0 0 0,0-1 0 0 0,-1 0 0 0 0,1 0 0 0 0,-1 1 0 0 0,0-1 0 0 0,1 0 0 0 0,-1 0 0 0 0,0 1 0 0 0,1 1 0 0 0,-1 12 173 0 0,0-1 0 0 0,-1 0 1 0 0,-1 1-1 0 0,0-1 0 0 0,-7 25 0 0 0,7-33-18 0 0,0-1 0 0 0,-1 1 1 0 0,0-1-1 0 0,0 0 0 0 0,0 0 1 0 0,-1 0-1 0 0,1 0 0 0 0,-1 0 0 0 0,-1-1 1 0 0,1 0-1 0 0,-1 0 0 0 0,1 0 1 0 0,-1 0-1 0 0,0-1 0 0 0,0 0 0 0 0,-1 0 1 0 0,-10 5-1 0 0,-95 34 1497 0 0,101-40-1454 0 0,166-42-240 0 0,38 16-540 0 0,-169 22 466 0 0,1 2-1 0 0,-1 0 0 0 0,0 2 1 0 0,0 1-1 0 0,37 8 1 0 0,-59-10 105 0 0,0 0 1 0 0,1 0-1 0 0,-1 0 0 0 0,0 0 1 0 0,0 0-1 0 0,1 1 0 0 0,-1 0 1 0 0,0-1-1 0 0,0 1 1 0 0,-1 0-1 0 0,1 0 0 0 0,0 1 1 0 0,-1-1-1 0 0,4 5 0 0 0,-5-6 22 0 0,0 0-1 0 0,-1 1 0 0 0,1-1 0 0 0,-1 1 1 0 0,1-1-1 0 0,-1 1 0 0 0,0-1 0 0 0,1 1 1 0 0,-1-1-1 0 0,0 1 0 0 0,0-1 0 0 0,0 1 1 0 0,0 0-1 0 0,-1-1 0 0 0,1 1 0 0 0,0-1 1 0 0,-1 1-1 0 0,1-1 0 0 0,0 1 0 0 0,-1-1 1 0 0,0 0-1 0 0,0 2 0 0 0,-5 6 129 0 0,0 0 0 0 0,-1-1 0 0 0,0 0 0 0 0,0 0 0 0 0,-1 0 0 0 0,-13 9 0 0 0,14-11-53 0 0,-5 3 18 0 0,0 0-1 0 0,-1 0 1 0 0,0-1 0 0 0,-1-1-1 0 0,-24 10 1 0 0,30-14-110 0 0,0 0 0 0 0,0-1 0 0 0,0 1 0 0 0,0-2 0 0 0,0 1 1 0 0,0-1-1 0 0,0-1 0 0 0,-1 0 0 0 0,1 0 0 0 0,0 0 0 0 0,-12-3 0 0 0,18 3-93 0 0,0-1 0 0 0,0 0 1 0 0,0 0-1 0 0,0 0 0 0 0,0 0 0 0 0,0 0 0 0 0,1 0 0 0 0,-1 0 0 0 0,0 0 1 0 0,1-1-1 0 0,-1 1 0 0 0,1-1 0 0 0,-1 0 0 0 0,1 1 0 0 0,-1-1 1 0 0,1 0-1 0 0,0 0 0 0 0,0 1 0 0 0,0-1 0 0 0,0 0 0 0 0,1 0 0 0 0,-1 0 1 0 0,0-3-1 0 0,0 1-372 0 0,0 0 0 0 0,0-1 1 0 0,1 1-1 0 0,0 0 0 0 0,0-1 1 0 0,0 1-1 0 0,1-1 0 0 0,-1 1 1 0 0,1 0-1 0 0,0-1 0 0 0,0 1 1 0 0,3-6-1 0 0,21-37-5654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3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0 480 0 0,'0'1'285'0'0,"-1"0"-1"0"0,1 0 1 0 0,0 0-1 0 0,0-1 1 0 0,0 1-1 0 0,-1 0 1 0 0,1 0-1 0 0,0 0 1 0 0,-1 0-1 0 0,1-1 1 0 0,-1 1-1 0 0,1 0 1 0 0,-1 0-1 0 0,1-1 1 0 0,-1 1-1 0 0,1 0 1 0 0,-1-1-1 0 0,0 1 1 0 0,1-1-1 0 0,-1 1 1 0 0,0-1-1 0 0,0 1 1 0 0,1-1-1 0 0,-1 1 1 0 0,0-1-1 0 0,0 0 1 0 0,-1 1-1 0 0,-34 6 907 0 0,-3 2 1204 0 0,31-5-1836 0 0,0 1 0 0 0,1 0 0 0 0,-1 0 0 0 0,1 1 0 0 0,0 0 0 0 0,1 0 0 0 0,-1 0 0 0 0,1 1-1 0 0,1 0 1 0 0,-10 15 0 0 0,10-14-320 0 0,0 0 0 0 0,1 0 0 0 0,0 1 0 0 0,0-1 0 0 0,1 1 0 0 0,0 0 0 0 0,0 0 0 0 0,1 0 0 0 0,1 1 1 0 0,-2 12-1 0 0,3-6-68 0 0,-1-11-95 0 0,1 0 0 0 0,0 0-1 0 0,0 0 1 0 0,0 0 0 0 0,1 0 0 0 0,-1 0 0 0 0,1 0-1 0 0,3 10 1 0 0,4 3 107 0 0,-6-10-134 0 0,1 0 0 0 0,0 0 0 0 0,1 0-1 0 0,0-1 1 0 0,0 0 0 0 0,0 0 0 0 0,1 0 0 0 0,0 0 0 0 0,0-1 0 0 0,9 9 0 0 0,1-6-24 0 0,1 0 1 0 0,-1-1 0 0 0,2-1-1 0 0,-1 0 1 0 0,1-1-1 0 0,26 5 1 0 0,-10-4-28 0 0,-1-2 0 0 0,51 2 0 0 0,-35-6-165 0 0,63-6 0 0 0,-98 4 43 0 0,0-1 0 0 0,0 0 0 0 0,0-1 0 0 0,0-1 0 0 0,0 0 0 0 0,-1-1 0 0 0,1 0 0 0 0,-1-1 0 0 0,14-9 0 0 0,-23 13 96 0 0,0 0 0 0 0,-1-1-1 0 0,1 1 1 0 0,-1 0 0 0 0,1-1 0 0 0,-1 1-1 0 0,0-1 1 0 0,0 0 0 0 0,0 0 0 0 0,-1 0 0 0 0,1 0-1 0 0,-1 0 1 0 0,1 0 0 0 0,-1 0 0 0 0,0 0 0 0 0,0-1-1 0 0,0 1 1 0 0,-1 0 0 0 0,1-1 0 0 0,-1 1-1 0 0,0 0 1 0 0,0-1 0 0 0,0 1 0 0 0,0 0 0 0 0,-1-1-1 0 0,1 1 1 0 0,-1 0 0 0 0,0-1 0 0 0,0 1 0 0 0,0 0-1 0 0,0 0 1 0 0,-1 0 0 0 0,1 0 0 0 0,-3-4-1 0 0,-5-7 52 0 0,1 0-1 0 0,-2 1 0 0 0,0 0 1 0 0,0 1-1 0 0,-20-19 0 0 0,14 18 50 0 0,0 0 0 0 0,-1 2-1 0 0,0-1 1 0 0,-1 2 0 0 0,0 1-1 0 0,-1 0 1 0 0,0 1 0 0 0,0 1 0 0 0,-1 1-1 0 0,0 0 1 0 0,0 2 0 0 0,0 0-1 0 0,-1 2 1 0 0,1 0 0 0 0,-26 1-1 0 0,44 1-102 0 0,1-1-1 0 0,-1 1 1 0 0,1 0-1 0 0,-1 0 1 0 0,1 0-1 0 0,-1 0 1 0 0,0 0-1 0 0,1 0 1 0 0,-1 1-1 0 0,1-1 1 0 0,-1 0-1 0 0,1 1 0 0 0,-1-1 1 0 0,1 1-1 0 0,-1 0 1 0 0,0 0-1 0 0,19 9-2838 0 0,48 7-2821 0 0,-17-11 1462 0 0,54 0 1 0 0,-11-5 1306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4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1521 0 0,'-14'5'1639'0'0,"-1"-1"-1"0"0,0 0 1 0 0,0-1 0 0 0,-1-1 0 0 0,1 0 0 0 0,0-1 0 0 0,-30-3-1 0 0,19 2 792 0 0,19 8-1740 0 0,4-3-459 0 0,-4 2 3 0 0,3-4-96 0 0,0 1 0 0 0,0-1-1 0 0,1 1 1 0 0,-1 0 0 0 0,1 0-1 0 0,-1 1 1 0 0,1-1 0 0 0,1 1-1 0 0,-1 0 1 0 0,1-1 0 0 0,-1 1-1 0 0,1 0 1 0 0,1 0 0 0 0,-1 1-1 0 0,1-1 1 0 0,0 0 0 0 0,0 0-1 0 0,0 1 1 0 0,1 9 0 0 0,0 4 110 0 0,0-1 1 0 0,1 1 0 0 0,2-1-1 0 0,8 36 1 0 0,-9-46-200 0 0,1-1 0 0 0,0 1-1 0 0,0-1 1 0 0,1 0 0 0 0,0 0-1 0 0,1 0 1 0 0,-1-1 0 0 0,1 0 0 0 0,0 0-1 0 0,1 0 1 0 0,-1 0 0 0 0,1-1-1 0 0,0 0 1 0 0,13 9 0 0 0,-5-6-36 0 0,0 0 1 0 0,1 0-1 0 0,0-2 0 0 0,0 0 1 0 0,0 0-1 0 0,1-2 0 0 0,31 6 1 0 0,-21-8-21 0 0,-1-2 0 0 0,39-3 1 0 0,-52 1 8 0 0,0 1 1 0 0,-1-1-1 0 0,1-1 1 0 0,-1 0-1 0 0,0-1 1 0 0,0 0-1 0 0,20-11 1 0 0,-30 13-3 0 0,0 0 1 0 0,0 0-1 0 0,0 0 1 0 0,-1 0 0 0 0,1-1-1 0 0,-1 1 1 0 0,1 0-1 0 0,-1-1 1 0 0,0 1 0 0 0,1 0-1 0 0,-1-1 1 0 0,0 1-1 0 0,-1 0 1 0 0,1-1 0 0 0,0 1-1 0 0,-1 0 1 0 0,1 0-1 0 0,-1-1 1 0 0,0 1 0 0 0,0 0-1 0 0,-1-3 1 0 0,-42-23 125 0 0,-3-1 121 0 0,42 26-313 0 0,-1 0-1 0 0,1 1 0 0 0,-1-1 1 0 0,0 1-1 0 0,-11-3 0 0 0,13 4-1307 0 0,13 3-1494 0 0,15 4-373 0 0,0-2-1 0 0,1-1 1 0 0,38 0-1 0 0,-3-7-346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119 548 160 0 0,'-1'0'576'0'0,"-20"6"196"0"0,21-6-694 0 0,-1 0 0 0 0,1 0 0 0 0,0 0 0 0 0,-1 0 0 0 0,1 0 0 0 0,-1 0 0 0 0,1 0 1 0 0,0 0-1 0 0,-1 1 0 0 0,1-1 0 0 0,0 0 0 0 0,-1 0 0 0 0,1 0 0 0 0,0 0 0 0 0,-1 1 1 0 0,1-1-1 0 0,0 0 0 0 0,0 0 0 0 0,-1 1 0 0 0,1-1 0 0 0,0 0 0 0 0,0 0 0 0 0,-1 1 1 0 0,1-1-1 0 0,0 0 0 0 0,0 1 0 0 0,0-1 0 0 0,-1 0 0 0 0,1 1 0 0 0,0-1 0 0 0,0 0 1 0 0,0 1-1 0 0,0-1 0 0 0,0 0 0 0 0,0 1 0 0 0,0-1 0 0 0,0 0 0 0 0,0 1 1 0 0,0-1-1 0 0,0 1 0 0 0,0-1 0 0 0,0 0 0 0 0,0 1 0 0 0,0-1 0 0 0,0 0 0 0 0,0 1 1 0 0,1-1-1 0 0,-1 1 0 0 0,15-2 664 0 0,-15 1-730 0 0,1 1 1 0 0,-1-1 0 0 0,0 0 0 0 0,1 0 0 0 0,-1 0 0 0 0,0 0 0 0 0,1 1-1 0 0,-1-1 1 0 0,1 0 0 0 0,-1 0 0 0 0,0 0 0 0 0,1 0 0 0 0,-1 0-1 0 0,1 0 1 0 0,-1 0 0 0 0,1 0 0 0 0,-1 0 0 0 0,0 0 0 0 0,1 0 0 0 0,-1 0-1 0 0,1 0 1 0 0,-1 0 0 0 0,0-1 0 0 0,1 1 0 0 0,-1 0 0 0 0,1 0 0 0 0,-1 0-1 0 0,0-1 1 0 0,1 1 0 0 0,-1 0 0 0 0,0 0 0 0 0,1-1 0 0 0,-1 1 0 0 0,0 0-1 0 0,0-1 1 0 0,1 1 0 0 0,-1 0 0 0 0,0-1 0 0 0,0 1 0 0 0,1 0-1 0 0,-1-1 1 0 0,0 1 0 0 0,0-1 0 0 0,1 0 26 0 0,0 0 0 0 0,0 0 1 0 0,-1 0-1 0 0,1 0 0 0 0,0 0 0 0 0,0 0 0 0 0,0 1 0 0 0,0-1 1 0 0,0 0-1 0 0,0 1 0 0 0,1-1 0 0 0,-1 0 0 0 0,0 1 1 0 0,0-1-1 0 0,0 1 0 0 0,0 0 0 0 0,1-1 0 0 0,1 1 0 0 0,0-1 111 0 0,0-1-26 0 0,0-1 0 0 0,0 1 1 0 0,0-1-1 0 0,0 1 1 0 0,-1-1-1 0 0,1 0 0 0 0,-1 0 1 0 0,0 0-1 0 0,0-1 0 0 0,0 1 1 0 0,0 0-1 0 0,0-1 0 0 0,-1 1 1 0 0,0-1-1 0 0,1 1 1 0 0,-1-1-1 0 0,-1 0 0 0 0,1 0 1 0 0,0 1-1 0 0,-1-1 0 0 0,0 0 1 0 0,0 0-1 0 0,0 0 0 0 0,-1 1 1 0 0,1-1-1 0 0,-1 0 0 0 0,0 0 1 0 0,0 1-1 0 0,0-1 1 0 0,-2-5-1 0 0,-53-115 2731 0 0,46 102-2439 0 0,-2 1 1 0 0,-21-30 0 0 0,21 34-310 0 0,1 0 1 0 0,1 0 0 0 0,-12-30-1 0 0,20 43-103 0 0,1 1 0 0 0,-1-1 0 0 0,1 0 0 0 0,0 0 0 0 0,1 0 0 0 0,-1-1 0 0 0,1 1 0 0 0,0 0-1 0 0,0 0 1 0 0,0 0 0 0 0,0 0 0 0 0,1 0 0 0 0,0 0 0 0 0,0 0 0 0 0,0 0 0 0 0,2-5 0 0 0,-2 6-7 0 0,0 1 1 0 0,1 0 0 0 0,-1-1 0 0 0,1 1-1 0 0,0 0 1 0 0,-1 0 0 0 0,1 0-1 0 0,0 0 1 0 0,0 1 0 0 0,0-1-1 0 0,0 0 1 0 0,0 1 0 0 0,1-1-1 0 0,-1 1 1 0 0,0 0 0 0 0,1 0 0 0 0,-1 0-1 0 0,1 0 1 0 0,-1 0 0 0 0,1 1-1 0 0,0-1 1 0 0,3 0 0 0 0,15-3-11 0 0,-13 2 3 0 0,0 0 1 0 0,-1 1-1 0 0,1 0 0 0 0,0 0 1 0 0,0 1-1 0 0,14 1 1 0 0,-14-1 8 0 0,-1 0 1 0 0,0 1 0 0 0,0-1 0 0 0,0 2 0 0 0,0-1 0 0 0,0 1 0 0 0,0 0-1 0 0,0 1 1 0 0,0-1 0 0 0,-1 1 0 0 0,1 1 0 0 0,-1-1 0 0 0,11 9 0 0 0,-6-2 24 0 0,0 1 1 0 0,-1 0 0 0 0,0 0 0 0 0,0 1 0 0 0,7 14-1 0 0,-13-21-12 0 0,0-1-1 0 0,0 1 1 0 0,-1 0-1 0 0,0 1 1 0 0,0-1-1 0 0,0 1 1 0 0,-1-1-1 0 0,0 1 1 0 0,0 0 0 0 0,0 0-1 0 0,-1 0 1 0 0,0 0-1 0 0,0 0 1 0 0,0 0-1 0 0,-1 0 1 0 0,0 0-1 0 0,0 0 1 0 0,0 0-1 0 0,-1 0 1 0 0,0 0-1 0 0,-2 8 1 0 0,-3-3 38 0 0,-1 0 1 0 0,0-1 0 0 0,0 0-1 0 0,-13 14 1 0 0,-14 20 176 0 0,31-41-176 0 0,1 1 0 0 0,-1-1 0 0 0,0 0 0 0 0,-1-1 0 0 0,1 1 0 0 0,0-1 0 0 0,-1 1 0 0 0,0-1 0 0 0,1 0 0 0 0,-1 0 0 0 0,0 0 0 0 0,0-1-1 0 0,0 0 1 0 0,0 1 0 0 0,0-1 0 0 0,0-1 0 0 0,-8 2 0 0 0,8-2-40 0 0,-1 1 0 0 0,0-1 0 0 0,0 0 0 0 0,1 0 0 0 0,-1 0 0 0 0,0-1 1 0 0,0 1-1 0 0,1-1 0 0 0,-1 0 0 0 0,0-1 0 0 0,1 1 0 0 0,-1-1 0 0 0,1 0 0 0 0,0 0 0 0 0,-6-3 0 0 0,9 3-21 0 0,0 1 1 0 0,1-1-1 0 0,-1 0 1 0 0,0 1 0 0 0,1-1-1 0 0,-1 0 1 0 0,1 1-1 0 0,0-1 1 0 0,-1 0-1 0 0,1 0 1 0 0,0 1-1 0 0,0-1 1 0 0,0 0 0 0 0,0 0-1 0 0,0 1 1 0 0,1-1-1 0 0,-1 0 1 0 0,0 0-1 0 0,1 1 1 0 0,-1-1-1 0 0,1 0 1 0 0,0 1 0 0 0,1-4-1 0 0,11 0 12 0 0,-1 1-1 0 0,1 0 1 0 0,0 0 0 0 0,0 2-1 0 0,0-1 1 0 0,0 2 0 0 0,23-1-1 0 0,6 3 60 0 0,0 1 0 0 0,-1 2 0 0 0,1 2-1 0 0,-1 2 1 0 0,0 1 0 0 0,-1 3 0 0 0,0 1 0 0 0,64 31-1 0 0,-95-40-35 0 0,0 0 0 0 0,-1 1-1 0 0,1 0 1 0 0,8 8 0 0 0,-15-11-19 0 0,0 0 0 0 0,-1 0 0 0 0,1 0 0 0 0,-1 0 0 0 0,1 0 1 0 0,-1 0-1 0 0,0 0 0 0 0,0 0 0 0 0,0 1 0 0 0,0-1 0 0 0,0 0 0 0 0,-1 1 1 0 0,1-1-1 0 0,0 1 0 0 0,-1-1 0 0 0,0 0 0 0 0,0 1 0 0 0,0 3 0 0 0,0-4-432 0 0,-5-9-2109 0 0,-15 6 894 0 0,15-4-2282 0 0,5-15 2062 0 0,0 18 1206 0 0,0-1 391 0 0,1 1 1 0 0,-1 0-1 0 0,0-1 1 0 0,1 1-1 0 0,0 0 1 0 0,0 0-1 0 0,-1-1 1 0 0,1 1-1 0 0,1 0 1 0 0,-1 0-1 0 0,0 0 1 0 0,0 0-1 0 0,4-3 1 0 0,5-11-934 0 0,-5-20-964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83 240 0 0,'0'-1'249'0'0,"-1"-1"0"0"0,0 1 0 0 0,0-1 0 0 0,0 1 1 0 0,0-1-1 0 0,0 1 0 0 0,0 0 0 0 0,0 0 0 0 0,0-1 0 0 0,0 1 0 0 0,-1 0 0 0 0,1 0 0 0 0,0 0 0 0 0,-1 0 0 0 0,1 1 1 0 0,-4-2-1 0 0,-26-14 1550 0 0,29 15-1537 0 0,-114-42 4167 0 0,115 43-4345 0 0,-1-1-1 0 0,1 1 1 0 0,-1 0-1 0 0,0 0 1 0 0,1-1-1 0 0,-1 1 1 0 0,1 0 0 0 0,-1 1-1 0 0,1-1 1 0 0,-1 0-1 0 0,0 0 1 0 0,1 1 0 0 0,-1-1-1 0 0,1 1 1 0 0,-2 0-1 0 0,-10 3 221 0 0,7-3-203 0 0,0-1 98 0 0,0 1 0 0 0,-1 0 1 0 0,1 1-1 0 0,0-1 1 0 0,0 1-1 0 0,0 0 1 0 0,0 1-1 0 0,1-1 1 0 0,-1 1-1 0 0,1 0 1 0 0,-10 7-1 0 0,-65 52 1936 0 0,79-61-2114 0 0,-1 0-1 0 0,1 1 1 0 0,0-1 0 0 0,0 1 0 0 0,0-1 0 0 0,0 1 0 0 0,0-1 0 0 0,0 1 0 0 0,0 0 0 0 0,1-1 0 0 0,-1 1 0 0 0,1 0 0 0 0,-1 0 0 0 0,1-1 0 0 0,-1 1 0 0 0,1 0 0 0 0,0 0 0 0 0,0 0 0 0 0,0 0 0 0 0,0-1 0 0 0,0 1 0 0 0,1 0 0 0 0,-1 0 0 0 0,1 0 0 0 0,-1 0 0 0 0,1-1 0 0 0,-1 1 0 0 0,1 0-1 0 0,0-1 1 0 0,0 1 0 0 0,0 0 0 0 0,0-1 0 0 0,0 1 0 0 0,0-1 0 0 0,0 0 0 0 0,0 1 0 0 0,1-1 0 0 0,-1 0 0 0 0,1 0 0 0 0,-1 0 0 0 0,1 0 0 0 0,-1 0 0 0 0,1 0 0 0 0,-1 0 0 0 0,1 0 0 0 0,0 0 0 0 0,0-1 0 0 0,2 1 0 0 0,122 19 205 0 0,39-5-361 0 0,-95-11 16 0 0,71 15 0 0 0,-138-19 119 0 0,6 2-7 0 0,0 0 0 0 0,1 0-1 0 0,-1 1 1 0 0,17 8 0 0 0,-23-10 15 0 0,-1 0 0 0 0,0 0 1 0 0,0 1-1 0 0,-1-1 1 0 0,1 1-1 0 0,0 0 0 0 0,0-1 1 0 0,-1 1-1 0 0,1 0 1 0 0,-1 0-1 0 0,0 0 0 0 0,1 0 1 0 0,-1 0-1 0 0,0 0 1 0 0,0 1-1 0 0,0-1 0 0 0,-1 0 1 0 0,1 0-1 0 0,0 1 0 0 0,-1-1 1 0 0,0 0-1 0 0,1 1 1 0 0,-1-1-1 0 0,0 3 0 0 0,-1 2 46 0 0,0 0-1 0 0,0 0 0 0 0,-1-1 0 0 0,0 1 0 0 0,0-1 0 0 0,0 0 0 0 0,-1 1 1 0 0,0-1-1 0 0,0 0 0 0 0,0 0 0 0 0,-1-1 0 0 0,0 1 0 0 0,0-1 1 0 0,-1 0-1 0 0,1 0 0 0 0,-1 0 0 0 0,0-1 0 0 0,0 1 0 0 0,-1-1 0 0 0,-11 6 1 0 0,-14 9 53 0 0,-1-2 0 0 0,-61 22 0 0 0,59-25-104 0 0,28-11-110 0 0,0-1 0 0 0,-1 0 0 0 0,1-1 0 0 0,0 0 0 0 0,-1 1 0 0 0,-10-1-1 0 0,16-1 7 0 0,-1 0 0 0 0,1 0 0 0 0,0 0 0 0 0,-1 0 0 0 0,1 0-1 0 0,0 0 1 0 0,-1 0 0 0 0,1-1 0 0 0,0 1 0 0 0,-1 0-1 0 0,1-1 1 0 0,0 1 0 0 0,0-1 0 0 0,-1 1 0 0 0,1-1 0 0 0,0 0-1 0 0,0 0 1 0 0,0 1 0 0 0,0-1 0 0 0,0 0 0 0 0,0 0 0 0 0,0 0-1 0 0,0 0 1 0 0,0 0 0 0 0,1 0 0 0 0,-1 0 0 0 0,0-1-1 0 0,1 1 1 0 0,-1 0 0 0 0,1 0 0 0 0,-1-1 0 0 0,1 1 0 0 0,-1 0-1 0 0,1 0 1 0 0,0-1 0 0 0,0 1 0 0 0,-1 0 0 0 0,1-3 0 0 0,0-95-7316 0 0,0 8 1081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1 240 0 0,'-1'6'1095'0'0,"0"0"0"0"0,0 0-1 0 0,0 0 1 0 0,-1 0 0 0 0,1 0-1 0 0,-5 10 1 0 0,3-11-684 0 0,1 1 0 0 0,-1 0 0 0 0,2-1 0 0 0,-1 1 0 0 0,1 0 0 0 0,0 0 0 0 0,0 0 0 0 0,0 0 0 0 0,1 1 0 0 0,0-1 0 0 0,0 0 0 0 0,2 12 0 0 0,19 55 1723 0 0,-11 18-1227 0 0,-2-41-492 0 0,-1-17 56 0 0,-3 0 0 0 0,2 41 0 0 0,-6-50-265 0 0,-1-7-96 0 0,0 0 1 0 0,2 0-1 0 0,0 0 1 0 0,0 0-1 0 0,2-1 1 0 0,0 1-1 0 0,1 0 1 0 0,10 24 0 0 0,-14-40-244 0 0,1 0 1 0 0,-1 0-1 0 0,0 0 1 0 0,1-1 0 0 0,-1 1-1 0 0,1 0 1 0 0,-1 0-1 0 0,1 0 1 0 0,0-1 0 0 0,-1 1-1 0 0,1 0 1 0 0,0-1-1 0 0,-1 1 1 0 0,1-1 0 0 0,0 1-1 0 0,0-1 1 0 0,0 1-1 0 0,0-1 1 0 0,-1 1 0 0 0,1-1-1 0 0,0 0 1 0 0,0 1-1 0 0,0-1 1 0 0,0 0 0 0 0,0 0-1 0 0,0 0 1 0 0,1 0-1 0 0,0 0-130 0 0,0-1-1 0 0,1 1 0 0 0,-1-1 1 0 0,0 0-1 0 0,0 0 0 0 0,0 0 1 0 0,0 0-1 0 0,0 0 0 0 0,0 0 1 0 0,-1 0-1 0 0,4-3 0 0 0,3-4-936 0 0,1 0 0 0 0,-2-1-1 0 0,1 0 1 0 0,8-14 0 0 0,14-31-3402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6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1521 0 0,'0'0'2801'0'0,"-31"8"-1040"0"0,31 11-80 0 0,0 12 400 0 0,31 59 2240 0 0,-1-7-1279 0 0,0 11-2962 0 0,30 2-720 0 0,-29 0 640 0 0,-1-27 80 0 0,0-30-961 0 0,30-28-1760 0 0,-30-11-1521 0 0,31-25-320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6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14 240 0 0,'0'-6'1361'0'0,"0"-1"320"0"0,0 14 560 0 0,-30 68 5202 0 0,-1 21-1200 0 0,1-13-3202 0 0,0 6-1920 0 0,0 7-1281 0 0,0 38-641 0 0,30-7 561 0 0,-31 6 480 0 0,31 1 160 0 0,0-38 1 0 0,0-46-321 0 0,61-88-5923 0 0,-1-26 160 0 0,1-32-2480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7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20 160 0 0,'-30'0'80'0'0,"30"-8"-80"0"0,-30 3-160 0 0,30-1 160 0 0,-30 6 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61 228 160 0 0,'-11'0'868'0'0,"-21"0"1277"0"0,31 0-2090 0 0,0 0 0 0 0,1 0 0 0 0,-1 1 0 0 0,0-1 0 0 0,0 0 0 0 0,1-1 0 0 0,-1 1 0 0 0,0 0 0 0 0,0 0 0 0 0,1 0 0 0 0,-1 0 0 0 0,0 0 0 0 0,1-1 0 0 0,-1 1 0 0 0,0 0 0 0 0,1-1 1 0 0,-1 1-1 0 0,1 0 0 0 0,-1-1 0 0 0,0 1 0 0 0,1-1 0 0 0,-1 1 0 0 0,1-1 0 0 0,-2-1 0 0 0,7 1 425 0 0,-4 1-428 0 0,0 0 0 0 0,0 0 1 0 0,0 0-1 0 0,0 0 0 0 0,0 0 0 0 0,0 0 0 0 0,0 0 0 0 0,0 0 1 0 0,-1 0-1 0 0,1 0 0 0 0,0-1 0 0 0,0 1 0 0 0,0 0 1 0 0,0-1-1 0 0,-1 1 0 0 0,1-1 0 0 0,0 1 0 0 0,0-1 0 0 0,-1 1 1 0 0,1-1-1 0 0,0 0 0 0 0,-1 1 0 0 0,1-1 0 0 0,-1 0 1 0 0,1 1-1 0 0,0-1 0 0 0,-1 0 0 0 0,1-1 0 0 0,2-31 3048 0 0,-3 22-2751 0 0,0 10-324 0 0,0 1-1 0 0,0-1 0 0 0,0 0 0 0 0,-1 1 1 0 0,1-1-1 0 0,0 0 0 0 0,0 1 0 0 0,0-1 1 0 0,-1 0-1 0 0,1 1 0 0 0,0-1 0 0 0,0 1 1 0 0,-1-1-1 0 0,1 0 0 0 0,-1 1 0 0 0,1-1 1 0 0,0 1-1 0 0,-1-1 0 0 0,1 1 1 0 0,-1-1-1 0 0,1 1 0 0 0,-1 0 0 0 0,1-1 1 0 0,-1 1-1 0 0,0 0 0 0 0,1-1 0 0 0,-1 1 1 0 0,1 0-1 0 0,-1-1 0 0 0,0 1 0 0 0,1 0 1 0 0,-1 0-1 0 0,0 0 0 0 0,1 0 0 0 0,-2 0 1 0 0,1 0-7 0 0,1 0 0 0 0,-1 0 0 0 0,0 0 0 0 0,1 0 0 0 0,-1-1 0 0 0,1 1 0 0 0,-1 0 0 0 0,0 0 0 0 0,1 0 0 0 0,-1-1-1 0 0,1 1 1 0 0,-1 0 0 0 0,1 0 0 0 0,-1-1 0 0 0,1 1 0 0 0,-1 0 0 0 0,1-1 0 0 0,-1 1 0 0 0,1-1 0 0 0,0 1 0 0 0,-1-1 0 0 0,1 1 0 0 0,0-1 0 0 0,-1 1 0 0 0,1-1 0 0 0,0 1 0 0 0,-1-1 0 0 0,1 1 0 0 0,0-1 0 0 0,0 1 0 0 0,0-1 0 0 0,0 0 0 0 0,0 1 0 0 0,-1-1 0 0 0,1 0 0 0 0,0-1 315 0 0,3 2-220 0 0,-1 0-1 0 0,0 0 0 0 0,1 0 1 0 0,-1 0-1 0 0,0 1 0 0 0,0-1 0 0 0,1 1 1 0 0,-1-1-1 0 0,0 1 0 0 0,0 0 0 0 0,4 2 1 0 0,-6 0-89 0 0,0 0 0 0 0,1 0 0 0 0,0 0 0 0 0,0 0 0 0 0,0 0 0 0 0,0 0 0 0 0,0 0 0 0 0,0 0 0 0 0,1 0 0 0 0,0-1 0 0 0,-1 1 0 0 0,1-1 0 0 0,0 1 0 0 0,0-1 0 0 0,0 0 0 0 0,5 4 0 0 0,6 9 75 0 0,19 19 198 0 0,2 0 0 0 0,1-3 1 0 0,61 43-1 0 0,-29-30 449 0 0,102 51 0 0 0,-133-78-457 0 0,1-2 0 0 0,65 17 0 0 0,-97-30-278 0 0,0-1 0 0 0,0 0 0 0 0,0 0 0 0 0,0 0 0 0 0,1-1 0 0 0,-1 0 1 0 0,0 0-1 0 0,1 0 0 0 0,-1 0 0 0 0,0-1 0 0 0,0 0 0 0 0,1 0 0 0 0,-1 0 0 0 0,6-4 0 0 0,-8 4-26 0 0,1-1 0 0 0,-1 0 0 0 0,-1 0-1 0 0,1-1 1 0 0,0 1 0 0 0,-1-1 0 0 0,1 1-1 0 0,-1-1 1 0 0,1 0 0 0 0,-1 0-1 0 0,0 0 1 0 0,-1 0 0 0 0,1 0 0 0 0,0 0-1 0 0,-1 0 1 0 0,2-5 0 0 0,0-4-52 0 0,-1 0 0 0 0,-1 0 1 0 0,1 0-1 0 0,-2 0 0 0 0,0 0 1 0 0,0 0-1 0 0,-1 0 0 0 0,-1 0 0 0 0,0 0 1 0 0,-6-19-1 0 0,-37-81-360 0 0,31 75 290 0 0,7 17-140 0 0,0 0-1 0 0,-2 0 0 0 0,0 1 0 0 0,-2 0 1 0 0,0 1-1 0 0,-16-22 0 0 0,-24-14-1883 0 0,43 40 1071 0 0,8 14 991 0 0,0 0 0 0 0,0 0-1 0 0,0 0 1 0 0,0 0 0 0 0,0 0 0 0 0,1 0 0 0 0,-1 0-1 0 0,0 0 1 0 0,0 0 0 0 0,0 0 0 0 0,0 0 0 0 0,0 0-1 0 0,0 0 1 0 0,0 0 0 0 0,1 0 0 0 0,-1 0 0 0 0,0 0-1 0 0,0 0 1 0 0,0 0 0 0 0,0 0 0 0 0,0 0 0 0 0,0 0 0 0 0,0 0-1 0 0,0 0 1 0 0,1 0 0 0 0,-1 0 0 0 0,0 0 0 0 0,0 0-1 0 0,0-1-98 0 0,0 1 99 0 0,0 0 0 0 0,0 0-1 0 0,0 0 1 0 0,0 0 0 0 0,0 0 0 0 0,0 0 0 0 0,0 0 0 0 0,0 0-1 0 0,0-1 1 0 0,0 1 0 0 0,0 0 0 0 0,1 0 0 0 0,-1 0-1 0 0,0 0 1 0 0,0 0 0 0 0,0 0 0 0 0,0 0 0 0 0,0-1-1 0 0,-1 1 1 0 0,1 0 0 0 0,0 0 0 0 0,0 0 0 0 0,0 0-1 0 0,0 0 1 0 0,0 0 0 0 0,0-1 0 0 0,25 17-4330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8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0 240 0 0,'-5'0'1521'0'0,"-8"2"-542"0"0,0 0-1 0 0,0 0 1 0 0,0 2 0 0 0,1-1 0 0 0,-1 2-1 0 0,-20 9 1 0 0,-32 12 587 0 0,15-13-690 0 0,33-9-595 0 0,0 0 0 0 0,0 1 1 0 0,-18 8-1 0 0,35-13-265 0 0,-1 1-1 0 0,0-1 1 0 0,0 0-1 0 0,1 1 1 0 0,-1-1 0 0 0,0 0-1 0 0,0 1 1 0 0,1-1 0 0 0,-1 1-1 0 0,0-1 1 0 0,1 1-1 0 0,-1-1 1 0 0,1 1 0 0 0,-1 0-1 0 0,1-1 1 0 0,-1 1 0 0 0,1 0-1 0 0,-1-1 1 0 0,1 1-1 0 0,0 0 1 0 0,-1 0 0 0 0,1-1-1 0 0,0 1 1 0 0,0 0 0 0 0,-1 0-1 0 0,1 0 1 0 0,0 0-1 0 0,0-1 1 0 0,0 1 0 0 0,0 0-1 0 0,0 0 1 0 0,0 0 0 0 0,0-1-1 0 0,0 1 1 0 0,1 0 0 0 0,-1 0-1 0 0,0 0 1 0 0,0-1-1 0 0,1 1 1 0 0,-1 0 0 0 0,0 0-1 0 0,1-1 1 0 0,-1 1 0 0 0,1 0-1 0 0,0 0 1 0 0,1 1 9 0 0,0 0 1 0 0,-1 0 0 0 0,1 0 0 0 0,0-1-1 0 0,1 1 1 0 0,-1-1 0 0 0,0 1-1 0 0,0-1 1 0 0,1 0 0 0 0,-1 0-1 0 0,5 2 1 0 0,75 12 75 0 0,-56-12-45 0 0,0 1 0 0 0,-1 2 0 0 0,0 0 0 0 0,0 2 0 0 0,-1 0 0 0 0,39 20 1 0 0,-32-9 490 0 0,-1 2-1 0 0,49 44 1 0 0,-74-60-467 0 0,-1 1 0 0 0,1-1-1 0 0,-2 1 1 0 0,1 0 0 0 0,0 0-1 0 0,-1 0 1 0 0,-1 1-1 0 0,1-1 1 0 0,-1 1 0 0 0,0 0-1 0 0,0-1 1 0 0,-1 1 0 0 0,1 0-1 0 0,-2 0 1 0 0,1 0 0 0 0,-1 0-1 0 0,0 0 1 0 0,-2 13-1 0 0,2 5 9 0 0,0-21-122 0 0,0 1 1 0 0,-1 0-1 0 0,1 0 0 0 0,-1 0 1 0 0,0 0-1 0 0,0 0 0 0 0,0 0 0 0 0,-1 0 1 0 0,0-1-1 0 0,0 1 0 0 0,0-1 1 0 0,0 1-1 0 0,-1-1 0 0 0,0 0 1 0 0,0 0-1 0 0,0 0 0 0 0,0 0 0 0 0,0-1 1 0 0,-1 1-1 0 0,0-1 0 0 0,0 0 1 0 0,0 0-1 0 0,0 0 0 0 0,0-1 1 0 0,0 1-1 0 0,-1-1 0 0 0,1 0 0 0 0,-1 0 1 0 0,0 0-1 0 0,1-1 0 0 0,-1 0 1 0 0,0 0-1 0 0,0 0 0 0 0,0 0 1 0 0,0-1-1 0 0,0 0 0 0 0,-7-1 1 0 0,4 2-351 0 0,0-1 0 0 0,0 0 0 0 0,0 0 0 0 0,1-1 0 0 0,-1 0 0 0 0,0 0 0 0 0,0-1 0 0 0,1 0 1 0 0,-1 0-1 0 0,1-1 0 0 0,0 0 0 0 0,0 0 0 0 0,0-1 0 0 0,0 0 0 0 0,0 0 0 0 0,1-1 1 0 0,-8-6-1 0 0,-16-31-2378 0 0,-1-9-26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8:58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53 880 0 0,'0'0'1348'0'0,"0"17"2147"0"0,1-6-3029 0 0,0 0 0 0 0,1 1 0 0 0,1-1 1 0 0,-1 0-1 0 0,2 0 0 0 0,-1-1 0 0 0,2 1 1 0 0,-1-1-1 0 0,11 16 0 0 0,-1-2 412 0 0,2-1 0 0 0,30 34 0 0 0,1-11 533 0 0,-34-37-957 0 0,0-1 1 0 0,1 0-1 0 0,25 10 0 0 0,-37-17-445 0 0,0 0-1 0 0,0 1 0 0 0,1-1 1 0 0,-1-1-1 0 0,0 1 0 0 0,1 0 0 0 0,-1-1 1 0 0,1 1-1 0 0,-1-1 0 0 0,1 0 0 0 0,-1 1 1 0 0,1-1-1 0 0,-1 0 0 0 0,1-1 1 0 0,-1 1-1 0 0,1 0 0 0 0,-1-1 0 0 0,1 0 1 0 0,-1 1-1 0 0,0-1 0 0 0,1 0 1 0 0,-1 0-1 0 0,0 0 0 0 0,0 0 0 0 0,0-1 1 0 0,1 1-1 0 0,-1-1 0 0 0,-1 1 0 0 0,1-1 1 0 0,0 0-1 0 0,0 0 0 0 0,-1 1 1 0 0,3-4-1 0 0,-2 0-89 0 0,0 0 0 0 0,0 1 0 0 0,0-1 1 0 0,-1 0-1 0 0,0 0 0 0 0,0 0 0 0 0,0 1 0 0 0,-1-1 1 0 0,1 0-1 0 0,-1 0 0 0 0,0 0 0 0 0,-1 0 0 0 0,1 0 1 0 0,-1 0-1 0 0,0 0 0 0 0,0 0 0 0 0,-1 0 0 0 0,-3-7 1 0 0,-40-87-2575 0 0,41 89 2325 0 0,-1-3-332 0 0,0 0 0 0 0,0 1 0 0 0,-1-1 0 0 0,-1 2 0 0 0,0-1 0 0 0,0 1 0 0 0,-1 0 0 0 0,-1 0 0 0 0,-19-18 0 0 0,-7 5-3206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55 139 2641 0 0,'25'9'1908'0'0,"-21"-6"-682"0"0,-3 6 1322 0 0,-6-6-1747 0 0,-15-2-561 0 0,15-1 961 0 0,5-1-1156 0 0,1 0-1 0 0,0 1 1 0 0,0-1 0 0 0,0 0 0 0 0,0 1 0 0 0,-1-1-1 0 0,1 1 1 0 0,0 0 0 0 0,0-1 0 0 0,0 1-1 0 0,0-1 1 0 0,0 1 0 0 0,0 0 0 0 0,0 0 0 0 0,0 0-1 0 0,0 0 1 0 0,0 0 0 0 0,0 0 0 0 0,0 0 0 0 0,0 0-1 0 0,0 0 1 0 0,0 0 0 0 0,0 0 0 0 0,1 1-1 0 0,-1-1 37 0 0,4 0 306 0 0,-5-1-384 0 0,0 1-1 0 0,0 0 1 0 0,0-1-1 0 0,0 1 1 0 0,0-1-1 0 0,-1 1 1 0 0,1-1 0 0 0,0 1-1 0 0,0-1 1 0 0,0 1-1 0 0,0 0 1 0 0,-1-1-1 0 0,1 1 1 0 0,0-1-1 0 0,-1 1 1 0 0,1 0-1 0 0,0-1 1 0 0,-1 1-1 0 0,1 0 1 0 0,0-1 0 0 0,-1 1-1 0 0,1 0 1 0 0,0 0-1 0 0,-1-1 1 0 0,1 1-1 0 0,-1 0 1 0 0,1 0-1 0 0,-1 0 1 0 0,1 0-1 0 0,0-1 1 0 0,-1 1-1 0 0,1 0 1 0 0,-1 0 0 0 0,1 0-1 0 0,-1 0 1 0 0,1 0-1 0 0,-1 0 1 0 0,1 0-1 0 0,-1 0 1 0 0,0 1-3 0 0,0-1 0 0 0,1 0 0 0 0,-1 0 0 0 0,1 0 0 0 0,-1 0 1 0 0,0-1-1 0 0,1 1 0 0 0,-1 0 0 0 0,0 0 0 0 0,1 0 0 0 0,-1 0 0 0 0,0-1 0 0 0,1 1 1 0 0,-1 0-1 0 0,1-1 0 0 0,-1 1 0 0 0,1 0 0 0 0,-1-1 0 0 0,1 1 0 0 0,-1-1 0 0 0,1 1 1 0 0,-1-1-1 0 0,1 1 0 0 0,-1-1 0 0 0,1 1 0 0 0,0-1 0 0 0,-1 1 0 0 0,1-1 0 0 0,0 1 1 0 0,0-1-1 0 0,-1 0 0 0 0,1 1 0 0 0,0-1 0 0 0,0 0 0 0 0,0 1 0 0 0,0-1 0 0 0,0 0 1 0 0,0 1-1 0 0,0-1 0 0 0,0-1 0 0 0,0 1 8 0 0,0-1 0 0 0,0 0 0 0 0,1 0 1 0 0,-1 0-1 0 0,-1 0 0 0 0,1 1 0 0 0,0-1 0 0 0,0 0 0 0 0,-1 0 1 0 0,1 0-1 0 0,-1 1 0 0 0,1-1 0 0 0,-1 0 0 0 0,0 0 0 0 0,0 1 1 0 0,0-1-1 0 0,0 1 0 0 0,0-1 0 0 0,0 1 0 0 0,0-1 0 0 0,0 1 0 0 0,-1 0 1 0 0,1-1-1 0 0,-3-1 0 0 0,-3-3 15 0 0,6 5-16 0 0,0 0 0 0 0,0 0 0 0 0,1 0 0 0 0,-1-1 0 0 0,0 1 1 0 0,1 0-1 0 0,-1 0 0 0 0,1-1 0 0 0,0 1 0 0 0,-1 0 0 0 0,1-1 1 0 0,0 1-1 0 0,0 0 0 0 0,0-1 0 0 0,0 1 0 0 0,0-1 0 0 0,0 1 0 0 0,0 0 1 0 0,1-1-1 0 0,-1 1 0 0 0,1-2 0 0 0,-1 2-3 0 0,0 0 0 0 0,1 0 1 0 0,-1 0-1 0 0,0 0 0 0 0,0-1 0 0 0,0 1 0 0 0,0 0 0 0 0,0 0 1 0 0,0 0-1 0 0,0 0 0 0 0,0-1 0 0 0,0 1 0 0 0,0 0 1 0 0,-1 0-1 0 0,1 0 0 0 0,0 0 0 0 0,-1 0 0 0 0,1 0 0 0 0,-1 0 1 0 0,1 0-1 0 0,-1 0 0 0 0,0-1 0 0 0,-4 0 15 0 0,5 2-16 0 0,-1 0 1 0 0,0 0-1 0 0,0 0 0 0 0,1 0 1 0 0,-1 0-1 0 0,0 0 1 0 0,1-1-1 0 0,-1 1 0 0 0,0 0 1 0 0,1-1-1 0 0,-1 1 0 0 0,1 0 1 0 0,-1-1-1 0 0,0 1 0 0 0,1-1 1 0 0,-1 1-1 0 0,1-1 1 0 0,-1 1-1 0 0,1-1 0 0 0,-1 1 1 0 0,1-1-1 0 0,0 1 0 0 0,-1-1 1 0 0,1 0-1 0 0,0 1 0 0 0,-1-1 1 0 0,1 0-1 0 0,0 1 1 0 0,0-1-1 0 0,0 0 0 0 0,-1 1 1 0 0,1-1-1 0 0,0 0 0 0 0,0 0 1 0 0,0 1-1 0 0,0-1 1 0 0,0 0-1 0 0,0-4-16 0 0,0 8-54 0 0,0-2-13 0 0,0 0 75 0 0,1-1-1 0 0,-1 1 1 0 0,0-1 0 0 0,0 0 0 0 0,0 1-1 0 0,0-1 1 0 0,1 1 0 0 0,-1-1 0 0 0,0 1-1 0 0,0-1 1 0 0,1 0 0 0 0,-1 1 0 0 0,0-1-1 0 0,0 0 1 0 0,1 1 0 0 0,-1-1 0 0 0,1 0-1 0 0,-1 1 1 0 0,0-1 0 0 0,1 0 0 0 0,-1 0-1 0 0,1 0 1 0 0,-1 1 0 0 0,0-1 0 0 0,1 0-1 0 0,-1 0 1 0 0,1 0 0 0 0,-1 0 0 0 0,1 0-1 0 0,-1 0 1 0 0,1 0 0 0 0,-1 0 0 0 0,1 0-1 0 0,0 0 10 0 0,-1 0 0 0 0,1 0 0 0 0,0 1 0 0 0,-1-1 0 0 0,1 0 0 0 0,-1 0 0 0 0,1 0 0 0 0,-1 0 0 0 0,1 0 0 0 0,-1 1 0 0 0,1-1 0 0 0,-1 0 0 0 0,1 1 0 0 0,-1-1 0 0 0,1 0 0 0 0,-1 1 0 0 0,1-1 0 0 0,-1 0 0 0 0,0 1 0 0 0,1-1 0 0 0,-1 1 0 0 0,0-1 0 0 0,1 1 0 0 0,-1-1 0 0 0,0 1 0 0 0,1-1-1 0 0,-1 1 1 0 0,0-1 0 0 0,0 1 0 0 0,0-1 0 0 0,0 1 0 0 0,1-1 0 0 0,-1 1 0 0 0,0 0 0 0 0,0-1 0 0 0,0 1 0 0 0,0-1 0 0 0,0 1 0 0 0,0-1 0 0 0,-1 1 0 0 0,1 0 0 0 0,0-1 0 0 0,0 1 0 0 0,0 0 0 0 0,0 0 1 0 0,0 0 0 0 0,0 0 0 0 0,0-1 0 0 0,0 1 1 0 0,1 0-1 0 0,-1 0 0 0 0,0 0 0 0 0,1 0 0 0 0,-1 0 0 0 0,0 0 1 0 0,1-1-1 0 0,-1 1 0 0 0,1 0 0 0 0,0 0 0 0 0,-1-1 0 0 0,1 1 1 0 0,-1 0-1 0 0,1-1 0 0 0,0 1 0 0 0,0-1 0 0 0,-1 1 0 0 0,1-1 1 0 0,0 1-1 0 0,0-1 0 0 0,1 1 0 0 0,-1 0 1 0 0,0-1 0 0 0,0 1 0 0 0,0-1 1 0 0,0 1-1 0 0,0-1 0 0 0,-1 1 0 0 0,1 0 0 0 0,0-1 0 0 0,0 1 0 0 0,-1 0 0 0 0,1 0 1 0 0,0-1-1 0 0,-1 1 0 0 0,1 0 0 0 0,0 0 0 0 0,-1 0 0 0 0,1 0 0 0 0,-1 0 0 0 0,0 0 1 0 0,1 0-1 0 0,-1 0 0 0 0,0 0 0 0 0,0 0 0 0 0,1 0 0 0 0,-1 2 0 0 0,0 99 408 0 0,0-99-408 0 0,0-1 1 0 0,-1 1-1 0 0,1 0 0 0 0,0-1 1 0 0,-1 1-1 0 0,0 0 1 0 0,0-1-1 0 0,1 1 1 0 0,-2-1-1 0 0,1 1 0 0 0,0-1 1 0 0,0 0-1 0 0,-1 1 1 0 0,-2 2-1 0 0,2-2 5 0 0,0-1-1 0 0,1 0 1 0 0,-1 1-1 0 0,1-1 0 0 0,0 1 1 0 0,0-1-1 0 0,0 1 1 0 0,0-1-1 0 0,0 1 1 0 0,0 0-1 0 0,1 0 1 0 0,-1-1-1 0 0,1 1 1 0 0,0 5-1 0 0,0-1 25 0 0,-1-5-34 0 0,1-1 0 0 0,-1 0-1 0 0,1 0 1 0 0,0 1 0 0 0,0-1 0 0 0,0 1-1 0 0,0-1 1 0 0,0 0 0 0 0,0 1 0 0 0,0-1-1 0 0,0 0 1 0 0,0 1 0 0 0,1-1-1 0 0,-1 0 1 0 0,1 0 0 0 0,-1 1 0 0 0,1-1-1 0 0,-1 0 1 0 0,1 0 0 0 0,0 1 0 0 0,-1-1-1 0 0,1 0 1 0 0,0 0 0 0 0,0 0 0 0 0,0 0-1 0 0,0 0 1 0 0,0 0 0 0 0,0-1 0 0 0,0 1-1 0 0,0 0 1 0 0,0 0 0 0 0,0-1 0 0 0,1 1-1 0 0,-1-1 1 0 0,0 1 0 0 0,0-1 0 0 0,1 1-1 0 0,-1-1 1 0 0,0 0 0 0 0,1 1-1 0 0,-1-1 1 0 0,3 0 0 0 0,36 18-148 0 0,-24-15 126 0 0,0 0-1 0 0,0-1 1 0 0,0 0-1 0 0,0-1 1 0 0,0-1-1 0 0,0-1 1 0 0,0 0-1 0 0,25-6 1 0 0,137-38-93 0 0,-166 41 90 0 0,0-1 0 0 0,-1 0 0 0 0,1-1 0 0 0,-1 0 0 0 0,-1 0 0 0 0,1-2 0 0 0,-1 1 0 0 0,0-1 0 0 0,12-13 0 0 0,-21 20 20 0 0,0 1 1 0 0,-1-1-1 0 0,1 0 0 0 0,0 0 0 0 0,-1 0 0 0 0,1 0 0 0 0,0 0 0 0 0,-1 0 0 0 0,1 0 1 0 0,-1 0-1 0 0,0 0 0 0 0,1 0 0 0 0,-1 0 0 0 0,0 0 0 0 0,1 0 0 0 0,-1 0 0 0 0,0 0 0 0 0,0 0 1 0 0,0 0-1 0 0,0-1 0 0 0,0 1 0 0 0,0 0 0 0 0,0 0 0 0 0,-1 0 0 0 0,1 0 0 0 0,0 0 1 0 0,-1 0-1 0 0,1 0 0 0 0,0 0 0 0 0,-2-1 0 0 0,-18-21-104 0 0,15 18 96 0 0,4 4 12 0 0,0 0 1 0 0,1 0-1 0 0,-1-1 0 0 0,0 1 1 0 0,1 0-1 0 0,-1-1 0 0 0,1 1 1 0 0,0 0-1 0 0,-1-1 0 0 0,1 1 0 0 0,0 0 1 0 0,0-1-1 0 0,0 1 0 0 0,0-1 1 0 0,0 1-1 0 0,1-3 0 0 0,-1-7 62 0 0,1 38 90 0 0,1 0 0 0 0,2-1 0 0 0,1 1 0 0 0,16 49 0 0 0,1 10 22 0 0,-18-61-150 0 0,-1 0 0 0 0,-2 1 0 0 0,-2 47 1 0 0,-1-15-376 0 0,7-59-196 0 0,10-5-172 0 0,0-2 0 0 0,-1 0 0 0 0,0 0 0 0 0,0-1 0 0 0,-1-1 0 0 0,-1 0 0 0 0,1-1 0 0 0,-2-1 0 0 0,13-14 0 0 0,1-17-2789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5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 1040 0 0,'90'39'7391'0'0,"-57"-19"-6838"0"0,-5-2-359 0 0,-23-16-184 0 0,0 0 0 0 0,1 0 0 0 0,-1 1 0 0 0,-1 0 0 0 0,1 0 0 0 0,0 1 0 0 0,5 4 0 0 0,-9-6 2 0 0,1 1 1 0 0,0-1-1 0 0,-1 1 1 0 0,1 0-1 0 0,-1-1 1 0 0,0 1-1 0 0,1 0 1 0 0,-2 0-1 0 0,1 0 1 0 0,0 0-1 0 0,0 0 1 0 0,-1 0-1 0 0,0 0 1 0 0,0 0-1 0 0,0 5 1 0 0,0 1 91 0 0,0-1 1 0 0,-1 0-1 0 0,0 0 1 0 0,0 1-1 0 0,-1-1 1 0 0,0 0-1 0 0,-1 0 1 0 0,1-1-1 0 0,-1 1 1 0 0,-1 0-1 0 0,0-1 1 0 0,0 0-1 0 0,0 0 1 0 0,-1 0-1 0 0,0 0 1 0 0,0-1-1 0 0,-9 9 1 0 0,-8 8 136 0 0,-2-1 0 0 0,0-1 1 0 0,-1-1-1 0 0,-1-1 1 0 0,-1-1-1 0 0,0-1 1 0 0,-1-2-1 0 0,-1 0 1 0 0,-41 13-1 0 0,66-26-255 0 0,0 0 0 0 0,0-1 0 0 0,0 1 1 0 0,0-1-1 0 0,-1 0 0 0 0,1-1 0 0 0,0 1 0 0 0,0-1 0 0 0,-1 1 0 0 0,1-1 1 0 0,0 0-1 0 0,-1-1 0 0 0,1 1 0 0 0,-6-2 0 0 0,7 1-22 0 0,0 0-1 0 0,1-1 0 0 0,-1 1 1 0 0,1-1-1 0 0,-1 1 0 0 0,1-1 1 0 0,0 0-1 0 0,0 0 0 0 0,0 0 1 0 0,0 0-1 0 0,0 0 0 0 0,0 0 1 0 0,0 0-1 0 0,0-1 0 0 0,1 1 1 0 0,-3-5-1 0 0,1-2-4 0 0,1 1 1 0 0,-1-1-1 0 0,1 0 0 0 0,1 0 0 0 0,-1 0 1 0 0,2 0-1 0 0,-1 0 0 0 0,1 0 0 0 0,1 0 1 0 0,-1 0-1 0 0,2 0 0 0 0,1-9 0 0 0,0 8 20 0 0,-1 0-1 0 0,1 1 1 0 0,1-1-1 0 0,0 1 1 0 0,0-1 0 0 0,1 1-1 0 0,0 1 1 0 0,1-1-1 0 0,0 1 1 0 0,10-12-1 0 0,-11 15 7 0 0,-1 1-1 0 0,1 0 0 0 0,0 0 1 0 0,1 0-1 0 0,-1 0 0 0 0,1 1 1 0 0,-1 0-1 0 0,1 0 0 0 0,0 0 1 0 0,0 1-1 0 0,1 0 0 0 0,-1 0 1 0 0,0 1-1 0 0,1 0 0 0 0,-1 0 1 0 0,0 0-1 0 0,1 1 0 0 0,12 0 1 0 0,1 2 21 0 0,-1 1 1 0 0,0 1 0 0 0,-1 1-1 0 0,1 0 1 0 0,22 10 0 0 0,187 80 532 0 0,-193-78-424 0 0,-2 2-1 0 0,0 0 1 0 0,0 3 0 0 0,-2 0-1 0 0,29 29 1 0 0,-55-46-116 0 0,0 0 0 0 0,1 0 0 0 0,-1 0 0 0 0,1-1-1 0 0,0 0 1 0 0,0 0 0 0 0,0-1 0 0 0,1 1 0 0 0,-1-1 0 0 0,1-1 0 0 0,13 4 0 0 0,-11-5-327 0 0,-8-3 151 0 0,-6-3-172 0 0,0 3 177 0 0,4 1 119 0 0,0 0 0 0 0,-1 1 0 0 0,1-1 0 0 0,0 0 0 0 0,0 0 1 0 0,-1 0-1 0 0,1 0 0 0 0,0 0 0 0 0,0 0 0 0 0,0 0 0 0 0,0 0 0 0 0,0 0 0 0 0,1 0 0 0 0,-1-1 0 0 0,0 1 0 0 0,0 0 0 0 0,1-1 0 0 0,-1 1 0 0 0,1 0 0 0 0,-1-1 0 0 0,1 1 0 0 0,0-1 1 0 0,0 1-1 0 0,-1-1 0 0 0,1 1 0 0 0,0-1 0 0 0,0-1 0 0 0,0-2-91 0 0,0 1 1 0 0,-1 0-1 0 0,1-1 1 0 0,-1 1 0 0 0,0 0-1 0 0,0 0 1 0 0,-1-1-1 0 0,1 1 1 0 0,-1 0-1 0 0,0 0 1 0 0,-3-4-1 0 0,-9-19-1402 0 0,-16-57-4831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511 278 800 0 0,'-5'0'2228'0'0,"-16"-2"-1460"0"0,0 0-1 0 0,1-1 1 0 0,-1-2-1 0 0,1 0 1 0 0,-24-9 0 0 0,19 6-533 0 0,0 1 0 0 0,-42-7 1 0 0,56 13-112 0 0,0 0 1 0 0,0 1 0 0 0,0 0-1 0 0,1 1 1 0 0,-1 1 0 0 0,0-1-1 0 0,1 2 1 0 0,-1-1 0 0 0,1 1-1 0 0,-11 5 1 0 0,8-2 70 0 0,1 0 0 0 0,1 0 0 0 0,-1 1 1 0 0,-19 16-1 0 0,29-21-159 0 0,-1 0 1 0 0,0 0-1 0 0,1 0 1 0 0,-1 1-1 0 0,1-1 1 0 0,0 1-1 0 0,0-1 1 0 0,0 1-1 0 0,0 0 1 0 0,0 0-1 0 0,1 0 1 0 0,-1 0-1 0 0,1 0 1 0 0,0 0-1 0 0,0 1 1 0 0,0-1-1 0 0,0 0 1 0 0,0 0-1 0 0,1 1 1 0 0,0-1-1 0 0,-1 1 1 0 0,1-1-1 0 0,0 0 1 0 0,1 1-1 0 0,-1-1 1 0 0,2 6-1 0 0,2-1 6 0 0,0 0 0 0 0,0-1 0 0 0,0 0 0 0 0,1 1 1 0 0,1-2-1 0 0,-1 1 0 0 0,1-1 0 0 0,0 0 0 0 0,12 10 0 0 0,1-1 85 0 0,1-1-1 0 0,30 16 0 0 0,-4-9-103 0 0,0-1-1 0 0,1-3 0 0 0,1-2 0 0 0,0-2 1 0 0,2-2-1 0 0,-1-2 0 0 0,1-3 0 0 0,98 1 0 0 0,-129-8-128 0 0,-1 0-1 0 0,0-2 0 0 0,0 0 1 0 0,0-1-1 0 0,26-10 0 0 0,-37 11 68 0 0,1 1 0 0 0,-1-2 0 0 0,0 1 0 0 0,-1-1-1 0 0,1 0 1 0 0,-1 0 0 0 0,1-1 0 0 0,-1 1 0 0 0,0-2 0 0 0,-1 1 0 0 0,1-1 0 0 0,-1 1-1 0 0,-1-1 1 0 0,6-8 0 0 0,-8 10 19 0 0,-1 0 0 0 0,1 0 0 0 0,-1-1 0 0 0,0 1 1 0 0,0-1-1 0 0,-1 1 0 0 0,1-1 0 0 0,-1 1 0 0 0,0-1 0 0 0,0 1 0 0 0,0-1 0 0 0,-1 1 0 0 0,0-1 0 0 0,-2-7 0 0 0,-1-2-2 0 0,-1 1 0 0 0,0-1 0 0 0,-10-17 0 0 0,2 9 26 0 0,-1 1-1 0 0,0 1 0 0 0,-2 0 0 0 0,0 1 0 0 0,-1 1 0 0 0,-1 0 0 0 0,0 1 0 0 0,-2 1 1 0 0,0 1-1 0 0,-27-16 0 0 0,-27-9 390 0 0,-135-55 0 0 0,202 92-360 0 0,-3-1-11 0 0,-1-1-1 0 0,-1 2 1 0 0,1 0 0 0 0,0 0 0 0 0,-1 1-1 0 0,0 0 1 0 0,-19 0 0 0 0,30 2-21 0 0,1 0 0 0 0,-1 0 0 0 0,1 0 0 0 0,-1 0 0 0 0,1 0 0 0 0,0 1 0 0 0,-1-1 0 0 0,1 0 0 0 0,-1 0 0 0 0,1 0 0 0 0,-1 0 0 0 0,1 1 1 0 0,0-1-1 0 0,-1 0 0 0 0,1 0 0 0 0,-1 1 0 0 0,1-1 0 0 0,0 0 0 0 0,-1 1 0 0 0,1-1 0 0 0,0 0 0 0 0,0 1 0 0 0,-1-1 0 0 0,1 0 0 0 0,0 1 1 0 0,0-1-1 0 0,-1 1 0 0 0,1-1 0 0 0,0 0 0 0 0,0 1 0 0 0,0-1 0 0 0,0 1 0 0 0,0-1 0 0 0,0 1 0 0 0,0-1 0 0 0,0 1 0 0 0,0-1 0 0 0,0 1 1 0 0,0-1-1 0 0,0 1 0 0 0,0-1 0 0 0,0 0 0 0 0,0 1 0 0 0,0-1 0 0 0,0 1 0 0 0,1-1 0 0 0,-1 1 0 0 0,0-1 0 0 0,0 0 0 0 0,0 1 0 0 0,1-1 0 0 0,-1 0 1 0 0,0 1-1 0 0,1-1 0 0 0,-1 1 0 0 0,0-1 0 0 0,1 0 0 0 0,-1 0 0 0 0,0 1 0 0 0,1-1 0 0 0,0 0 0 0 0,9 12-59 0 0,1-2 0 0 0,0 1 0 0 0,0-1 0 0 0,1-1-1 0 0,0 0 1 0 0,1-1 0 0 0,18 9 0 0 0,7 2-530 0 0,54 17 0 0 0,48 4-1532 0 0,-19-13-1789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6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9 1441 0 0,'-1'-1'151'0'0,"1"1"1"0"0,0-1-1 0 0,-1 1 1 0 0,0-1 0 0 0,1 1-1 0 0,-1-1 1 0 0,1 1-1 0 0,-1 0 1 0 0,1-1-1 0 0,-1 1 1 0 0,0 0 0 0 0,1-1-1 0 0,-1 1 1 0 0,0 0-1 0 0,0 0 1 0 0,1 0 0 0 0,-1-1-1 0 0,0 1 1 0 0,1 0-1 0 0,-1 0 1 0 0,0 0-1 0 0,0 0 1 0 0,1 0 0 0 0,-1 0-1 0 0,0 1 1 0 0,1-1-1 0 0,-2 0 1 0 0,-31 4 1339 0 0,25-3-663 0 0,-8 1-230 0 0,1 0 1 0 0,-1 1-1 0 0,1 1 1 0 0,0 0-1 0 0,-16 8 0 0 0,27-11-547 0 0,1 1-1 0 0,-1-1 0 0 0,0 1 0 0 0,1 0 0 0 0,0 0 0 0 0,-1 0 0 0 0,1 0 0 0 0,0 1 0 0 0,0-1 0 0 0,0 1 0 0 0,0 0 0 0 0,1-1 0 0 0,-1 1 0 0 0,1 1 0 0 0,0-1 0 0 0,0 0 0 0 0,0 1 0 0 0,0-1 1 0 0,0 1-1 0 0,1-1 0 0 0,-1 1 0 0 0,1 0 0 0 0,0 0 0 0 0,-1 6 0 0 0,5 0-6 0 0,0 0 0 0 0,1-1 0 0 0,0 0 0 0 0,0 0 0 0 0,1 0 0 0 0,0 0 0 0 0,0-1 0 0 0,1 1 0 0 0,11 11 0 0 0,-4-6-6 0 0,0 0 0 0 0,1-1 0 0 0,1-1-1 0 0,0 0 1 0 0,0-1 0 0 0,2-1 0 0 0,-1 0 0 0 0,34 13-1 0 0,16 3 50 0 0,71 18 0 0 0,-66-23-54 0 0,-20-5-34 0 0,2-2-1 0 0,70 10 1 0 0,-96-21-43 0 0,0-1 1 0 0,0-2 0 0 0,0 0 0 0 0,0-2 0 0 0,0-1-1 0 0,36-9 1 0 0,-45 8-4 0 0,-1-1-1 0 0,1-1 1 0 0,30-14-1 0 0,-45 18 40 0 0,0 1 0 0 0,0 0-1 0 0,0-1 1 0 0,-1 1 0 0 0,1-1 0 0 0,-1 0 0 0 0,1 0-1 0 0,-1 0 1 0 0,0 0 0 0 0,0 0 0 0 0,0 0-1 0 0,0-1 1 0 0,0 1 0 0 0,0-1 0 0 0,0 1-1 0 0,-1-1 1 0 0,0 0 0 0 0,1 1 0 0 0,-1-1-1 0 0,0 0 1 0 0,0 0 0 0 0,-1 0 0 0 0,1 0 0 0 0,0 0-1 0 0,-1 0 1 0 0,0 0 0 0 0,0 0 0 0 0,0 0-1 0 0,0 0 1 0 0,0 0 0 0 0,-2-5 0 0 0,-1-1 18 0 0,0 1 0 0 0,-1-1 0 0 0,-1 1 0 0 0,1 0-1 0 0,-1 0 1 0 0,-1 0 0 0 0,1 1 0 0 0,-1 0 0 0 0,-1 0 0 0 0,-7-7 0 0 0,-11-8 79 0 0,-42-26 0 0 0,45 33-83 0 0,-7-7-192 0 0,-1 2 1 0 0,0 2-1 0 0,-2 1 1 0 0,0 1-1 0 0,-1 1 0 0 0,0 2 1 0 0,-1 2-1 0 0,0 1 0 0 0,-1 1 1 0 0,0 2-1 0 0,-60-4 0 0 0,-10 14-1561 0 0,34 3-1881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122 527 160 0 0,'0'1'254'0'0,"0"0"0"0"0,0 0 0 0 0,0-1 0 0 0,0 1 1 0 0,0 0-1 0 0,1 0 0 0 0,-1-1 0 0 0,0 1 0 0 0,0 0 0 0 0,1 0 0 0 0,-1-1 0 0 0,0 1 0 0 0,1 0 1 0 0,-1-1-1 0 0,0 1 0 0 0,1 0 0 0 0,-1-1 0 0 0,1 1 0 0 0,-1-1 0 0 0,1 1 0 0 0,0-1 0 0 0,-1 1 1 0 0,1-1-1 0 0,-1 1 0 0 0,2 0 0 0 0,23 2 1598 0 0,39-17-2951 0 0,-42 8 1756 0 0,-5 2-475 0 0,1-1 1 0 0,27-12-1 0 0,-44 17-169 0 0,-1 0 0 0 0,1 0-1 0 0,-1-1 1 0 0,0 1 0 0 0,1 0 0 0 0,-1-1 0 0 0,0 1 0 0 0,0 0-1 0 0,1-1 1 0 0,-1 1 0 0 0,0 0 0 0 0,0-1 0 0 0,1 1 0 0 0,-1 0-1 0 0,0-1 1 0 0,0 1 0 0 0,0-1 0 0 0,0 1 0 0 0,1-1 0 0 0,-1 1-1 0 0,0 0 1 0 0,0-1 0 0 0,0 1 0 0 0,0-1 0 0 0,0 1-1 0 0,0-1 1 0 0,0 1 0 0 0,0-1 0 0 0,0 1 0 0 0,-1 0 0 0 0,1-1-1 0 0,0 1 1 0 0,0-1 0 0 0,0 1 0 0 0,0-1 0 0 0,-1 1 0 0 0,1 0-1 0 0,0-1 1 0 0,0 1 0 0 0,-1 0 0 0 0,0-1 0 0 0,-15-19 167 0 0,9 13-99 0 0,-20-25 91 0 0,-2 1 0 0 0,-44-36 0 0 0,2 2-114 0 0,62 55-47 0 0,0 0 0 0 0,1-1 0 0 0,0 0 0 0 0,1 0-1 0 0,-7-13 1 0 0,-1-3-9 0 0,10 20 8 0 0,1 0 1 0 0,1 1-1 0 0,0-1 1 0 0,-1-1-1 0 0,2 1 1 0 0,-1 0-1 0 0,1-1 1 0 0,1 1-1 0 0,-1-1 0 0 0,1 1 1 0 0,0-1-1 0 0,1 0 1 0 0,0-10-1 0 0,1 16-8 0 0,-1 0 0 0 0,1 0-1 0 0,-1 0 1 0 0,1 0-1 0 0,0 0 1 0 0,0 0 0 0 0,0 1-1 0 0,0-1 1 0 0,0 0-1 0 0,0 0 1 0 0,0 1 0 0 0,1-1-1 0 0,-1 1 1 0 0,0-1-1 0 0,1 1 1 0 0,0 0 0 0 0,-1-1-1 0 0,1 1 1 0 0,0 0-1 0 0,-1 0 1 0 0,1 0 0 0 0,0 1-1 0 0,0-1 1 0 0,0 0-1 0 0,2 0 1 0 0,1-1 10 0 0,0 0 0 0 0,0 1 0 0 0,0 0-1 0 0,1 0 1 0 0,-1 0 0 0 0,0 1 0 0 0,0 0 0 0 0,1 0 0 0 0,7 1-1 0 0,21 4 41 0 0,-8-1-2 0 0,0 1 0 0 0,-1 1 0 0 0,31 12 0 0 0,-50-16-45 0 0,-1 0-1 0 0,1 0 1 0 0,-1 1 0 0 0,0 0-1 0 0,0 0 1 0 0,0 1-1 0 0,0-1 1 0 0,0 1-1 0 0,-1 0 1 0 0,0 0-1 0 0,0 0 1 0 0,0 1-1 0 0,0 0 1 0 0,-1-1-1 0 0,1 1 1 0 0,-1 1-1 0 0,0-1 1 0 0,-1 0-1 0 0,0 1 1 0 0,3 5-1 0 0,-5 0 5 0 0,1 1 1 0 0,-1-1-1 0 0,-1 0 0 0 0,0 0 0 0 0,0 0 0 0 0,-1 0 0 0 0,-1 0 1 0 0,0-1-1 0 0,0 1 0 0 0,-1-1 0 0 0,0 1 0 0 0,-1-1 1 0 0,0-1-1 0 0,-1 1 0 0 0,-8 11 0 0 0,8-14 7 0 0,-2-1 0 0 0,1 0 0 0 0,0 0 0 0 0,-1 0 0 0 0,0-1 0 0 0,-1 0 0 0 0,1 0 0 0 0,-1-1 0 0 0,-10 3 0 0 0,-11-1-29 0 0,-24-17-44 0 0,52 10 61 0 0,0 1 0 0 0,0-1 0 0 0,0 1 0 0 0,0-1 0 0 0,0 0 0 0 0,0 1 0 0 0,0-1 0 0 0,0 0 0 0 0,0 0 0 0 0,1-1 0 0 0,-1 1 0 0 0,0 0 0 0 0,1 0 0 0 0,-1-1 0 0 0,1 1 0 0 0,-1-1 0 0 0,1 0 0 0 0,0 1 0 0 0,0-1-1 0 0,-2-3 1 0 0,2-3 14 0 0,1 6-15 0 0,0 0 0 0 0,-1-1 0 0 0,1 1 0 0 0,0-1 0 0 0,0 1 0 0 0,0-1 0 0 0,0 1 0 0 0,1 0 0 0 0,-1-1 1 0 0,0 1-1 0 0,1-1 0 0 0,0 1 0 0 0,0 0 0 0 0,0 0 0 0 0,1-3 0 0 0,23-3-3 0 0,-10 5 15 0 0,0 1 0 0 0,-1 1 0 0 0,1 0 1 0 0,0 1-1 0 0,0 1 0 0 0,0 0 0 0 0,0 1 0 0 0,-1 1 0 0 0,1 0 0 0 0,-1 1 0 0 0,1 0 1 0 0,-1 1-1 0 0,-1 1 0 0 0,19 10 0 0 0,-18-8-60 0 0,0-1 0 0 0,1 0 1 0 0,0-1-1 0 0,1-1 0 0 0,-1 0 1 0 0,1-1-1 0 0,0-1 0 0 0,0 0 1 0 0,0-1-1 0 0,28-1 0 0 0,-26-1-613 0 0,0-1-1 0 0,0-1 1 0 0,0 0 0 0 0,-1-2-1 0 0,24-7 1 0 0,-1-7-1837 0 0,15-1 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8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2 320 0 0,'-39'-1'2490'0'0,"14"0"-999"0"0,0 2 0 0 0,-47 7 0 0 0,35-3-810 0 0,8-2-252 0 0,1 2 1 0 0,0 0-1 0 0,0 2 1 0 0,-44 17-1 0 0,72-24-423 0 0,-1 0 0 0 0,0 1 0 0 0,1-1 1 0 0,-1 0-1 0 0,1 0 0 0 0,-1 1 0 0 0,0-1 0 0 0,1 0 0 0 0,-1 1 0 0 0,1-1 0 0 0,-1 1 0 0 0,1-1 0 0 0,-1 0 0 0 0,1 1 0 0 0,0-1 0 0 0,-1 1 0 0 0,1 0 0 0 0,-1-1 0 0 0,1 1 0 0 0,0-1 0 0 0,0 1 0 0 0,-1-1 1 0 0,1 1-1 0 0,0 0 0 0 0,0-1 0 0 0,0 1 0 0 0,0 0 0 0 0,0-1 0 0 0,-1 1 0 0 0,1-1 0 0 0,0 1 0 0 0,1 0 0 0 0,-1-1 0 0 0,0 1 0 0 0,0 0 0 0 0,0-1 0 0 0,0 1 0 0 0,0 0 0 0 0,1-1 0 0 0,-1 1 0 0 0,0-1 1 0 0,0 1-1 0 0,1-1 0 0 0,-1 1 0 0 0,0 0 0 0 0,1-1 0 0 0,-1 1 0 0 0,1-1 0 0 0,-1 0 0 0 0,1 1 0 0 0,-1-1 0 0 0,1 1 0 0 0,0-1 0 0 0,28 19 121 0 0,32 7-109 0 0,2-3 1 0 0,0-2-1 0 0,67 12 1 0 0,-60-16-13 0 0,-3-2-5 0 0,-34-9-24 0 0,-1 2 1 0 0,37 14-1 0 0,-67-21 30 0 0,1 0 0 0 0,-1 0 0 0 0,0 0 0 0 0,1 1 1 0 0,-1-1-1 0 0,0 1 0 0 0,0 0 0 0 0,0-1 0 0 0,0 1 0 0 0,-1 0 0 0 0,1 0 0 0 0,0 0 0 0 0,-1 0 0 0 0,0 1 0 0 0,1-1 0 0 0,-1 0 0 0 0,0 1 0 0 0,0-1 1 0 0,0 1-1 0 0,0-1 0 0 0,-1 1 0 0 0,1-1 0 0 0,-1 1 0 0 0,1-1 0 0 0,-1 1 0 0 0,0 0 0 0 0,0 3 0 0 0,-1-2 10 0 0,1-1 0 0 0,-1 1 0 0 0,0-1-1 0 0,1 1 1 0 0,-2-1 0 0 0,1 1 0 0 0,0-1-1 0 0,-1 1 1 0 0,1-1 0 0 0,-1 0 0 0 0,0 0 0 0 0,0 0-1 0 0,-1 0 1 0 0,1 0 0 0 0,0 0 0 0 0,-1-1-1 0 0,0 1 1 0 0,1-1 0 0 0,-5 3 0 0 0,-26 11 33 0 0,-1-1 0 0 0,0-1 0 0 0,-1-2 1 0 0,-70 15-1 0 0,60-16-61 0 0,28-7-32 0 0,-1 0-1 0 0,1-1 1 0 0,-1-1 0 0 0,0-1-1 0 0,-35-1 1 0 0,49 0-4 0 0,-1 0-1 0 0,0-1 1 0 0,1 0-1 0 0,-1 0 1 0 0,0 0-1 0 0,1-1 1 0 0,-1 1-1 0 0,1-1 1 0 0,0 0-1 0 0,-1 0 1 0 0,1 0 0 0 0,0-1-1 0 0,0 0 1 0 0,1 0-1 0 0,-1 0 1 0 0,1 0-1 0 0,-1 0 1 0 0,1-1-1 0 0,0 1 1 0 0,0-1-1 0 0,0 0 1 0 0,1 0-1 0 0,-1 0 1 0 0,1 0-1 0 0,-3-9 1 0 0,4 8-101 0 0,0 0-1 0 0,0 0 1 0 0,1-1 0 0 0,0 1-1 0 0,0 0 1 0 0,0 0 0 0 0,1 0 0 0 0,0 0-1 0 0,0-1 1 0 0,0 1 0 0 0,0 0 0 0 0,1 0-1 0 0,3-7 1 0 0,6-22-1791 0 0,-6-35-3824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0 320 0 0,'0'0'3775'0'0,"0"1"-3661"0"0,0 0 0 0 0,0 0 0 0 0,-1-1 0 0 0,1 1 0 0 0,0 0 0 0 0,0 0-1 0 0,0 0 1 0 0,0-1 0 0 0,0 1 0 0 0,0 0 0 0 0,0 0 0 0 0,1 0 0 0 0,-1 0 0 0 0,0-1 0 0 0,0 1 0 0 0,0 0-1 0 0,1 0 1 0 0,-1 0 0 0 0,1-1 0 0 0,-1 1 0 0 0,0 0 0 0 0,1-1 0 0 0,-1 1 0 0 0,1 0 0 0 0,0 0 0 0 0,12 19 298 0 0,0 1 0 0 0,-2-1 0 0 0,-1 2 0 0 0,-1 0 0 0 0,13 42 0 0 0,21 51 290 0 0,45 41-164 0 0,-66-122-512 0 0,0 1 0 0 0,-3 1 0 0 0,-1 1 1 0 0,-2 1-1 0 0,-1 0 0 0 0,11 44 0 0 0,-22-56-20 0 0,-2-16 1 0 0,0 1-1 0 0,0 0 1 0 0,1-1 0 0 0,0 0 0 0 0,1 0-1 0 0,6 13 1 0 0,-10-23-31 0 0,1 0 1 0 0,0 0-1 0 0,-1 0 0 0 0,1 0 1 0 0,-1 0-1 0 0,1 0 0 0 0,0 0 0 0 0,-1 0 1 0 0,1-1-1 0 0,-1 1 0 0 0,1 0 1 0 0,0 0-1 0 0,-1-1 0 0 0,1 1 0 0 0,-1 0 1 0 0,1-1-1 0 0,-1 1 0 0 0,1-1 1 0 0,-1 1-1 0 0,0 0 0 0 0,1-1 0 0 0,-1 1 1 0 0,1-1-1 0 0,-1 1 0 0 0,0-1 1 0 0,1 1-1 0 0,-1-1 0 0 0,0 0 1 0 0,0 1-1 0 0,1-1 0 0 0,-1 1 0 0 0,0-2 1 0 0,15-26-329 0 0,-12 16 228 0 0,-1 1 0 0 0,-1 0 0 0 0,0-1 0 0 0,0 0 0 0 0,-1 1 0 0 0,-2-14 0 0 0,1-7-315 0 0,1 23 151 0 0,0 0 0 0 0,0 0 1 0 0,-1 0-1 0 0,0 1 0 0 0,-1-1 0 0 0,-4-15 1 0 0,-1 9-750 0 0,-1 0-1 0 0,-1 1 1 0 0,-17-23 0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19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1 480 0 0,'0'6'3922'0'0,"-31"-1"-1281"0"0,31 15-1360 0 0,31 37-481 0 0,29 45-160 0 0,-30 14-319 0 0,31-15-161 0 0,-1 1-80 0 0,-6 0-80 0 0,7-27 0 0 0,-1-17 0 0 0,0-14-160 0 0,1-44-321 0 0,-1-38-1920 0 0,1-32-4482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0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1281 0 0,'0'0'2241'0'0,"0"63"1520"0"0,-60 45-639 0 0,30 7-2402 0 0,-1-13-880 0 0,31 11 160 0 0,-30-17-80 0 0,0 6 160 0 0,0 14-80 0 0,30-3 0 0 0,-30-17-80 0 0,30-46 0 0 0,30-36-240 0 0,0-53-401 0 0,61-38-1520 0 0,-1-11-4001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0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383 183 80 0 0,'0'-1'30'0'0,"1"1"-1"0"0,-1 0 1 0 0,0 0-1 0 0,0 0 1 0 0,0 0-1 0 0,0 0 1 0 0,0 0-1 0 0,0 0 1 0 0,0-1-1 0 0,0 1 1 0 0,0 0-1 0 0,0 0 1 0 0,0 0 0 0 0,0 0-1 0 0,0 0 1 0 0,0 0-1 0 0,0-1 1 0 0,0 1-1 0 0,0 0 1 0 0,0 0-1 0 0,0 0 1 0 0,0 0-1 0 0,0 0 1 0 0,0-1-1 0 0,0 1 1 0 0,0 0 0 0 0,0 0-1 0 0,0 0 1 0 0,0 0-1 0 0,0 0 1 0 0,0 0-1 0 0,0-1 1 0 0,0 1-1 0 0,0 0 1 0 0,0 0-1 0 0,0 0 1 0 0,-1 0-1 0 0,1 0 1 0 0,0 0 0 0 0,0 0-1 0 0,0 0 1 0 0,0-1-1 0 0,0 1 1 0 0,0 0-1 0 0,0 0 1 0 0,-1 0-1 0 0,1 0 1 0 0,0 0-1 0 0,0 0 1 0 0,0 0-1 0 0,0 0 1 0 0,0 0 0 0 0,0 0-1 0 0,-1 0 1 0 0,1 0-1 0 0,0 0 1 0 0,0 0-1 0 0,0 0 1 0 0,0 0-1 0 0,0 0 1 0 0,-1 0-1 0 0,1 0 1 0 0,0 0-1 0 0,0 0 1 0 0,0 0 0 0 0,0 0-1 0 0,0 0 1 0 0,0 1-1 0 0,-1-1 1 0 0,-7-2 591 0 0,3 1 653 0 0,10-1-292 0 0,3-1-898 0 0,-4 2 703 0 0,-5 0-694 0 0,0 0 1 0 0,0 0-1 0 0,-1 0 1 0 0,1 0-1 0 0,0 0 0 0 0,-1 1 1 0 0,1-1-1 0 0,-1 0 1 0 0,1 1-1 0 0,-1-1 1 0 0,1 1-1 0 0,-1-1 0 0 0,1 1 1 0 0,-1 0-1 0 0,0 0 1 0 0,1 0-1 0 0,-1 0 0 0 0,1 0 1 0 0,-1 0-1 0 0,-2 0 1 0 0,-22-3 519 0 0,6 1-424 0 0,-1 0 0 0 0,0 2 0 0 0,1 0 0 0 0,-1 1 0 0 0,1 1 0 0 0,-28 7 0 0 0,43-8-152 0 0,-3 0-1 0 0,0 1-1 0 0,0 0 0 0 0,0 1 1 0 0,1 0-1 0 0,-1 0 0 0 0,1 1 1 0 0,0 0-1 0 0,0 0 1 0 0,0 0-1 0 0,1 1 0 0 0,-1 0 1 0 0,1 0-1 0 0,0 1 0 0 0,1 0 1 0 0,-1 0-1 0 0,1 0 1 0 0,0 1-1 0 0,1 0 0 0 0,-1 0 1 0 0,1 0-1 0 0,1 0 0 0 0,-6 15 1 0 0,8-17-30 0 0,1-1-1 0 0,-1 0 1 0 0,1 1 0 0 0,0-1 0 0 0,1 0-1 0 0,-1 0 1 0 0,1 1 0 0 0,-1-1 0 0 0,1 0-1 0 0,1 0 1 0 0,-1 0 0 0 0,1 0 0 0 0,-1 0-1 0 0,1 0 1 0 0,0 0 0 0 0,0 0 0 0 0,1-1-1 0 0,-1 1 1 0 0,1-1 0 0 0,0 0 0 0 0,0 0-1 0 0,3 4 1 0 0,11 14 22 0 0,-10-11-19 0 0,7 12 44 0 0,1-2-1 0 0,19 20 1 0 0,-27-32-27 0 0,1-1 0 0 0,1 0 0 0 0,0-1-1 0 0,0 0 1 0 0,0 0 0 0 0,0-1 0 0 0,17 7-1 0 0,-18-9-33 0 0,1 0-1 0 0,-1-1 0 0 0,0 0 0 0 0,1-1 0 0 0,-1 0 0 0 0,1 0 0 0 0,0-1 0 0 0,-1 0 0 0 0,1-1 1 0 0,-1 0-1 0 0,1 0 0 0 0,-1 0 0 0 0,1-1 0 0 0,-1-1 0 0 0,0 1 0 0 0,0-1 0 0 0,0-1 0 0 0,0 0 0 0 0,-1 0 1 0 0,1 0-1 0 0,-1-1 0 0 0,0 0 0 0 0,7-6 0 0 0,-11 8 11 0 0,0-1-1 0 0,0 1 1 0 0,0-1-1 0 0,0 1 1 0 0,-1-1-1 0 0,0 0 1 0 0,1 0-1 0 0,-1 0 1 0 0,-1 0-1 0 0,1-1 1 0 0,0 1-1 0 0,-1 0 1 0 0,0-1-1 0 0,0 1 1 0 0,0-7-1 0 0,0-2 13 0 0,-1 0 0 0 0,-1-1 0 0 0,-3-21 0 0 0,-8-18-129 0 0,-2 0 0 0 0,-39-98-1 0 0,27 84-125 0 0,25 64 196 0 0,0 1 0 0 0,0 0-1 0 0,1 0 1 0 0,-1-1 0 0 0,0 1-1 0 0,1 0 1 0 0,0-1 0 0 0,-1 1 0 0 0,1 0-1 0 0,0-1 1 0 0,0 1 0 0 0,1 0 0 0 0,-1-1-1 0 0,0 1 1 0 0,2-4 0 0 0,-2 6 7 0 0,1-1 1 0 0,-1 1 0 0 0,0-1 0 0 0,1 1-1 0 0,-1-1 1 0 0,1 1 0 0 0,-1-1-1 0 0,1 1 1 0 0,-1 0 0 0 0,1-1-1 0 0,-1 1 1 0 0,1 0 0 0 0,0-1-1 0 0,-1 1 1 0 0,1 0 0 0 0,-1 0-1 0 0,1 0 1 0 0,0-1 0 0 0,-1 1-1 0 0,1 0 1 0 0,0 0 0 0 0,-1 0-1 0 0,1 0 1 0 0,-1 0 0 0 0,1 0 0 0 0,0 0-1 0 0,-1 1 1 0 0,1-1 0 0 0,0 0-1 0 0,-1 0 1 0 0,1 0 0 0 0,-1 1-1 0 0,1-1 1 0 0,0 0 0 0 0,-1 0-1 0 0,1 1 1 0 0,-1-1 0 0 0,1 1-1 0 0,-1-1 1 0 0,1 1 0 0 0,29 18-3858 0 0,0-7 1507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1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58 560 0 0,'0'-1'262'0'0,"0"0"-1"0"0,0 0 1 0 0,0 0-1 0 0,0 0 0 0 0,1 0 1 0 0,-1 1-1 0 0,0-1 1 0 0,0 0-1 0 0,1 0 1 0 0,-1 0-1 0 0,0 0 0 0 0,1 0 1 0 0,-1 1-1 0 0,1-1 1 0 0,-1 0-1 0 0,1 0 1 0 0,-1 1-1 0 0,1-1 1 0 0,1-1-1 0 0,10-3 1429 0 0,-10 3-1328 0 0,-18-5 371 0 0,15 7-690 0 0,-3-7 397 0 0,4 6-429 0 0,0 1 0 0 0,0 0 0 0 0,0 0 0 0 0,0 0 0 0 0,0-1 0 0 0,0 1 0 0 0,0 0 1 0 0,0 0-1 0 0,0-1 0 0 0,0 1 0 0 0,0 0 0 0 0,0 0 0 0 0,0 0 0 0 0,0-1 0 0 0,-1 1 0 0 0,1 0 0 0 0,0 0 0 0 0,0 0 0 0 0,0-1 0 0 0,0 1 0 0 0,0 0 1 0 0,-1 0-1 0 0,1 0 0 0 0,0 0 0 0 0,0-1 0 0 0,0 1 0 0 0,0 0 0 0 0,-1 0 0 0 0,1 0 0 0 0,0 0 0 0 0,0 0 0 0 0,0 0 0 0 0,-1 0 0 0 0,1 0 1 0 0,0-1-1 0 0,0 1 0 0 0,-1 0 0 0 0,1 0 0 0 0,0 0 0 0 0,-1 0 0 0 0,-12-3 30 0 0,0 0 1 0 0,0 1-1 0 0,0 0 0 0 0,0 1 1 0 0,0 0-1 0 0,-1 1 0 0 0,1 1 1 0 0,0 0-1 0 0,-15 3 1 0 0,-3 2 42 0 0,26-5-57 0 0,-1 0-1 0 0,0 0 0 0 0,0 0 1 0 0,0 0-1 0 0,0 1 1 0 0,1 0-1 0 0,-1 0 0 0 0,1 1 1 0 0,0 0-1 0 0,0 0 0 0 0,-1 0 1 0 0,2 0-1 0 0,-1 1 0 0 0,-8 8 1 0 0,1-1 56 0 0,7-6-42 0 0,0 0 0 0 0,1 0 0 0 0,-1 0 1 0 0,1 1-1 0 0,-6 9 0 0 0,9-14-37 0 0,1 1 0 0 0,-1-1 0 0 0,1 0-1 0 0,0 0 1 0 0,0 0 0 0 0,-1 0 0 0 0,1 1 0 0 0,0-1-1 0 0,0 0 1 0 0,0 0 0 0 0,0 1 0 0 0,0-1 0 0 0,0 0-1 0 0,1 0 1 0 0,-1 0 0 0 0,0 1 0 0 0,1-1-1 0 0,-1 0 1 0 0,1 0 0 0 0,-1 0 0 0 0,1 0 0 0 0,-1 0-1 0 0,1 0 1 0 0,0 0 0 0 0,-1 0 0 0 0,1 0 0 0 0,0 0-1 0 0,0 0 1 0 0,0 0 0 0 0,0-1 0 0 0,0 1-1 0 0,0 0 1 0 0,0-1 0 0 0,0 1 0 0 0,1 0 0 0 0,21 13-3 0 0,0-2 0 0 0,1 0 0 0 0,0-2 0 0 0,1-1 0 0 0,40 10 1 0 0,127 13 0 0 0,-55-12-65 0 0,-103-14 56 0 0,-21-5 11 0 0,0 1 1 0 0,0 1 0 0 0,0 0 0 0 0,0 0-1 0 0,-1 1 1 0 0,1 1 0 0 0,-1 0 0 0 0,0 1 0 0 0,16 10-1 0 0,-27-16-5 0 0,0 1 0 0 0,0 0 0 0 0,0-1-1 0 0,0 1 1 0 0,0 0 0 0 0,0-1 0 0 0,0 1-1 0 0,-1 0 1 0 0,1 0 0 0 0,0 0 0 0 0,0 0-1 0 0,-1 0 1 0 0,1 0 0 0 0,0 0 0 0 0,-1 0-1 0 0,1 0 1 0 0,-1 0 0 0 0,0 0 0 0 0,1 0-1 0 0,-1 0 1 0 0,0 0 0 0 0,1 0 0 0 0,-1 1-1 0 0,0-1 1 0 0,0 0 0 0 0,0 0 0 0 0,0 0-1 0 0,0 0 1 0 0,0 1 0 0 0,-1 1 0 0 0,0-1 6 0 0,-1 0 0 0 0,0 1 0 0 0,1-1 0 0 0,-1 0 0 0 0,0 0 0 0 0,0 0 0 0 0,0 0 0 0 0,-1-1 0 0 0,1 1 0 0 0,0-1 0 0 0,0 1 0 0 0,-6 1 0 0 0,-13 7 44 0 0,-1-2 0 0 0,-34 9 0 0 0,51-16-49 0 0,-18 4 2 0 0,0 0-1 0 0,0-2 1 0 0,-34 1 0 0 0,12-1-23 0 0,-11 3-60 0 0,-73 4-169 0 0,116-10 146 0 0,0 0 1 0 0,0-1-1 0 0,0-1 0 0 0,0 0 1 0 0,0-1-1 0 0,1 0 0 0 0,-15-5 1 0 0,25 7 18 0 0,1 1 1 0 0,-1-1-1 0 0,0 1 1 0 0,1-1-1 0 0,-1 0 1 0 0,0 1-1 0 0,1-1 1 0 0,-1 0-1 0 0,1 0 1 0 0,0 0 0 0 0,-1 0-1 0 0,1-1 1 0 0,0 1-1 0 0,-1 0 1 0 0,1 0-1 0 0,0-1 1 0 0,0 1-1 0 0,0-1 1 0 0,0 1-1 0 0,0-1 1 0 0,1 1-1 0 0,-1-1 1 0 0,0 0-1 0 0,1 1 1 0 0,-1-1-1 0 0,1 0 1 0 0,-1 1-1 0 0,1-1 1 0 0,0 0-1 0 0,0 0 1 0 0,0 1-1 0 0,0-1 1 0 0,0 0-1 0 0,0 0 1 0 0,0 1-1 0 0,1-1 1 0 0,-1 0-1 0 0,2-3 1 0 0,23-32-3998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72 1681 0 0,'-12'3'814'0'0,"-1"0"0"0"0,1 1 0 0 0,0 0-1 0 0,0 1 1 0 0,1 0 0 0 0,-1 1 0 0 0,-14 10 0 0 0,24-15-695 0 0,0 1-1 0 0,0 0 1 0 0,0-1-1 0 0,0 1 1 0 0,0 0-1 0 0,1 0 1 0 0,-1 0-1 0 0,0 0 1 0 0,1 1-1 0 0,0-1 1 0 0,-1 0-1 0 0,1 1 1 0 0,0-1-1 0 0,0 1 1 0 0,1-1-1 0 0,-2 5 1 0 0,2-4-89 0 0,0 0-1 0 0,1-1 1 0 0,-1 1 0 0 0,1 0 0 0 0,-1-1 0 0 0,1 1 0 0 0,0 0 0 0 0,0-1 0 0 0,0 1 0 0 0,1-1 0 0 0,-1 1 0 0 0,0-1 0 0 0,1 0-1 0 0,0 0 1 0 0,-1 1 0 0 0,1-1 0 0 0,0 0 0 0 0,0-1 0 0 0,4 4 0 0 0,4 2-35 0 0,1 1 0 0 0,1-1 0 0 0,0-1-1 0 0,0 0 1 0 0,0-1 0 0 0,0 0 0 0 0,1-1 0 0 0,23 5 0 0 0,0 0 11 0 0,162 43 201 0 0,-172-47-197 0 0,1-1 0 0 0,1-2 0 0 0,-1 0 0 0 0,0-2 0 0 0,31-4 0 0 0,-49 3-24 0 0,0-1 0 0 0,-1 0 0 0 0,1 0 1 0 0,-1-1-1 0 0,1 0 0 0 0,-1 0 0 0 0,0-1 0 0 0,0 0 1 0 0,10-7-1 0 0,-16 9 14 0 0,1 0 0 0 0,-1 0 0 0 0,0 0 0 0 0,1 0 1 0 0,-1 0-1 0 0,0-1 0 0 0,0 1 0 0 0,0-1 0 0 0,-1 1 0 0 0,1-1 0 0 0,-1 0 1 0 0,1 1-1 0 0,-1-1 0 0 0,0 0 0 0 0,0 0 0 0 0,0 0 0 0 0,-1 0 1 0 0,1 0-1 0 0,-1 0 0 0 0,1 0 0 0 0,-1 0 0 0 0,0 0 0 0 0,0-1 0 0 0,0 1 1 0 0,-1 0-1 0 0,1 0 0 0 0,-1 0 0 0 0,0 0 0 0 0,-1-4 0 0 0,-1 0 6 0 0,-1 0 0 0 0,1 0 0 0 0,-1 1 1 0 0,0 0-1 0 0,0-1 0 0 0,-1 2 0 0 0,0-1 0 0 0,0 0 0 0 0,-8-5 0 0 0,-57-42-91 0 0,49 39 16 0 0,-40-20-264 0 0,36 21 39 0 0,15-5-200 0 0,10 18 373 0 0,0 0 1 0 0,-1-1-1 0 0,1 1 0 0 0,0 0 1 0 0,0-1-1 0 0,0 1 0 0 0,0-1 1 0 0,0 1-1 0 0,0 0 0 0 0,-1-1 1 0 0,1 1-1 0 0,0-1 0 0 0,0 1 1 0 0,0 0-1 0 0,0-1 0 0 0,0 1 1 0 0,0-1-1 0 0,1 1 0 0 0,-1-1 1 0 0,0 1-1 0 0,0 0 0 0 0,0-1 1 0 0,0 1-1 0 0,0 0 0 0 0,1-1 1 0 0,-1 1-1 0 0,0 0 0 0 0,0-1 1 0 0,0 1-1 0 0,1 0 0 0 0,-1-1 1 0 0,0 1-1 0 0,1 0 0 0 0,-1-1 1 0 0,0 1-1 0 0,1 0 0 0 0,-1 0 1 0 0,0 0-1 0 0,1-1 0 0 0,-1 1 1 0 0,0 0-1 0 0,1 0 0 0 0,24 0-2226 0 0,6 0 279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5 2081 0 0,'1'-1'250'0'0,"0"0"1"0"0,0 1-1 0 0,0-1 0 0 0,0 1 1 0 0,0 0-1 0 0,1-1 0 0 0,-1 1 0 0 0,0 0 1 0 0,0 0-1 0 0,0 0 0 0 0,0 0 1 0 0,0 0-1 0 0,1 0 0 0 0,-1 0 1 0 0,0 0-1 0 0,0 0 0 0 0,0 0 1 0 0,0 1-1 0 0,0-1 0 0 0,0 0 1 0 0,2 2-1 0 0,32 7 659 0 0,-19-2-607 0 0,0 0 0 0 0,0 1 0 0 0,-1 1 0 0 0,22 16 0 0 0,14 8-64 0 0,-35-24-181 0 0,-1 1 0 0 0,0 1 0 0 0,0 1 0 0 0,-1 0 1 0 0,0 1-1 0 0,12 15 0 0 0,-25-26-20 0 0,0 0-1 0 0,0 0 1 0 0,0 1 0 0 0,-1-1-1 0 0,1 0 1 0 0,-1 1 0 0 0,0-1-1 0 0,1 1 1 0 0,-1-1 0 0 0,0 0-1 0 0,-1 4 1 0 0,-2-8-50 0 0,0 1 0 0 0,0 0 0 0 0,0-1 0 0 0,0 1 0 0 0,0 0 0 0 0,0 1 0 0 0,0-1 0 0 0,-1 1 1 0 0,1-1-1 0 0,-6 1 0 0 0,-16-3-45 0 0,-46-13-36 0 0,-113-21 105 0 0,151 32 70 0 0,-1 2 0 0 0,0 1-1 0 0,-52 4 1 0 0,78-1-40 0 0,0 0 0 0 0,0 0 0 0 0,1 0 0 0 0,-1 1-1 0 0,0 1 1 0 0,1-1 0 0 0,-1 1 0 0 0,1 0 0 0 0,0 1 0 0 0,0-1 0 0 0,0 1 0 0 0,1 1-1 0 0,-1 0 1 0 0,1-1 0 0 0,-7 9 0 0 0,9-9 22 0 0,1 1 0 0 0,0 0 0 0 0,0 0-1 0 0,0 1 1 0 0,0-1 0 0 0,1 1 0 0 0,0-1 0 0 0,0 1 0 0 0,0 0 0 0 0,1 0 0 0 0,0 0-1 0 0,0-1 1 0 0,1 1 0 0 0,-1 0 0 0 0,1 0 0 0 0,1 0 0 0 0,-1 0 0 0 0,1 0 0 0 0,0 0-1 0 0,3 11 1 0 0,-2-11-21 0 0,0 0 0 0 0,0-1-1 0 0,1 1 1 0 0,-1-1 0 0 0,1 1-1 0 0,0-1 1 0 0,1 0 0 0 0,-1 0-1 0 0,1-1 1 0 0,0 1 0 0 0,0-1-1 0 0,5 5 1 0 0,7 3 35 0 0,-1-1 0 0 0,24 13 0 0 0,-38-23-76 0 0,23 13-72 0 0,1-1 0 0 0,0-1 0 0 0,1-1 0 0 0,1-1 0 0 0,-1-1 0 0 0,54 9 0 0 0,-62-15-167 0 0,1-1 0 0 0,-1-2 1 0 0,1 1-1 0 0,0-2 1 0 0,-1-1-1 0 0,1 0 1 0 0,-1-1-1 0 0,0-1 1 0 0,0-1-1 0 0,0-1 0 0 0,24-10 1 0 0,-32 11 42 0 0,1 0 1 0 0,-1 0 0 0 0,-1-1-1 0 0,1-1 1 0 0,14-12-1 0 0,-20 15-42 0 0,0-1-1 0 0,0 1 0 0 0,0-1 1 0 0,0 0-1 0 0,-1-1 1 0 0,0 1-1 0 0,0 0 0 0 0,0-1 1 0 0,-1 0-1 0 0,0 1 1 0 0,0-1-1 0 0,2-9 1 0 0,1-62-5393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2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1521 0 0,'30'-13'2641'0'0,"-30"7"-320"0"0,30-21-480 0 0,31-3-641 0 0,-31-3-559 0 0,0 8-401 0 0,-30-6-320 0 0,30 4-320 0 0,-30 2-641 0 0,0 6-1520 0 0,30 13-240 0 0,-30-7 319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236 269 1681 0 0,'0'0'68'0'0,"0"-1"1"0"0,1 1 0 0 0,-1-1-1 0 0,0 1 1 0 0,0 0 0 0 0,0-1 0 0 0,0 1-1 0 0,1 0 1 0 0,-1 0 0 0 0,0-1-1 0 0,0 1 1 0 0,0 0 0 0 0,1-1-1 0 0,-1 1 1 0 0,0 0 0 0 0,1 0-1 0 0,-1 0 1 0 0,0-1 0 0 0,1 1-1 0 0,-1 0 1 0 0,0 0 0 0 0,1 0-1 0 0,-1 0 1 0 0,0 0 0 0 0,1-1-1 0 0,-1 1 1 0 0,0 0 0 0 0,1 0-1 0 0,-1 0 1 0 0,0 0 0 0 0,1 0-1 0 0,-1 0 1 0 0,1 0 0 0 0,-1 0-1 0 0,0 0 1 0 0,1 1 0 0 0,-1-1 0 0 0,0 0-1 0 0,1 0 1 0 0,0 0-7 0 0,-1 1 1 0 0,1-1 0 0 0,0 0-1 0 0,-1 0 1 0 0,1 0-1 0 0,-1 0 1 0 0,1 0-1 0 0,-1 0 1 0 0,1 0 0 0 0,0 0-1 0 0,-1 0 1 0 0,1 0-1 0 0,-1 0 1 0 0,1 0-1 0 0,-1-1 1 0 0,1 1-1 0 0,-1 0 1 0 0,1 0 0 0 0,-1 0-1 0 0,1-1 1 0 0,-1 1-1 0 0,1 0 1 0 0,-1-1-1 0 0,1 1 1 0 0,-1 0 0 0 0,1-1-1 0 0,-1 1 1 0 0,0-1-1 0 0,1 1 1 0 0,-1-1-1 0 0,0 1 1 0 0,1-1 0 0 0,-1 1-1 0 0,0-1 1 0 0,0 1-1 0 0,1-1 1 0 0,-1 1-1 0 0,0-1 1 0 0,0 1-1 0 0,0-1 1 0 0,0 0 0 0 0,0 1-1 0 0,0-1 1 0 0,0 0-1 0 0,0-7 42 0 0,0 0-1 0 0,-1 0 0 0 0,0 0 0 0 0,0 0 0 0 0,-1 0 1 0 0,0 0-1 0 0,-1 1 0 0 0,1-1 0 0 0,-2 1 0 0 0,1-1 1 0 0,-1 1-1 0 0,0 0 0 0 0,0 1 0 0 0,-1-1 0 0 0,0 1 1 0 0,0-1-1 0 0,0 2 0 0 0,-9-8 0 0 0,-3-1 10 0 0,0 1 0 0 0,-1 1 0 0 0,-1 1-1 0 0,0 0 1 0 0,-26-10 0 0 0,19 8 104 0 0,-2 3 375 0 0,22 11-504 0 0,1-1 99 0 0,10 0-40 0 0,-4 0-125 0 0,0-1-17 0 0,0 1-1 0 0,0 0 0 0 0,-1 0 0 0 0,1-1 1 0 0,0 1-1 0 0,0 0 0 0 0,0 0 1 0 0,-1 0-1 0 0,1 0 0 0 0,0 0 1 0 0,0 0-1 0 0,0 1 0 0 0,-1-1 0 0 0,1 0 1 0 0,0 0-1 0 0,0 0 0 0 0,0 1 1 0 0,-1-1-1 0 0,1 0 0 0 0,0 1 1 0 0,-1-1-1 0 0,1 1 0 0 0,0-1 0 0 0,-1 1 1 0 0,1-1-1 0 0,0 1 0 0 0,-1-1 1 0 0,1 1-1 0 0,-1 0 0 0 0,1-1 1 0 0,0 2-1 0 0,0-1-4 0 0,0 0 1 0 0,0 0-1 0 0,0-1 0 0 0,0 1 1 0 0,0-1-1 0 0,1 1 1 0 0,-1-1-1 0 0,0 1 0 0 0,0-1 1 0 0,1 0-1 0 0,-1 0 0 0 0,0 1 1 0 0,0-1-1 0 0,1 0 1 0 0,-1 0-1 0 0,0 0 0 0 0,0 0 1 0 0,3-1-1 0 0,5 1-7 0 0,205 28-341 0 0,10 0-1109 0 0,-191-27-200 0 0,1-1-1 0 0,50-8 1 0 0,-49 2-1958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3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0,'0'44'4563'0'0,"30"28"-81"0"0,0-9-3042 0 0,0-19-1680 0 0,1-5-80 0 0,-1-20 160 0 0,-6-13-400 0 0,6-6-801 0 0,0-12-1200 0 0,0-1-1121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5:2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58 5122 0 0,'-21'14'1179'0'0,"-26"22"1409"0"0,44-33-2457 0 0,1-1-1 0 0,0 1 1 0 0,0 0-1 0 0,0 0 1 0 0,1 0 0 0 0,-1 0-1 0 0,1 0 1 0 0,-1 0-1 0 0,1 0 1 0 0,0 0-1 0 0,0 1 1 0 0,0-1 0 0 0,1 0-1 0 0,-1 1 1 0 0,1 6-1 0 0,0-8-132 0 0,0 0-1 0 0,0 1 0 0 0,0-1 0 0 0,1 1 0 0 0,-1-1 0 0 0,1 1 1 0 0,-1-1-1 0 0,1 0 0 0 0,0 1 0 0 0,0-1 0 0 0,0 0 1 0 0,0 0-1 0 0,1 1 0 0 0,-1-1 0 0 0,0 0 0 0 0,1 0 0 0 0,0 0 1 0 0,-1-1-1 0 0,3 3 0 0 0,3 1-8 0 0,1 0 1 0 0,-1-1-1 0 0,1 1 1 0 0,12 3-1 0 0,6 4 107 0 0,-2-2-75 0 0,1 0-1 0 0,0-2 1 0 0,0-1-1 0 0,1-1 1 0 0,0-1 0 0 0,0-2-1 0 0,0 0 1 0 0,1-2 0 0 0,-1 0-1 0 0,50-7 1 0 0,-48 2-47 0 0,0 0 0 0 0,32-10 0 0 0,-47 10 5 0 0,1 0 0 0 0,-1-1-1 0 0,-1 0 1 0 0,1-1 0 0 0,-1-1-1 0 0,21-14 1 0 0,-32 20 19 0 0,0 0 0 0 0,0 0 0 0 0,0 0 0 0 0,0 0 0 0 0,0 0 0 0 0,-1 0 0 0 0,1 0 0 0 0,0 0 0 0 0,-1 0-1 0 0,1-1 1 0 0,-1 1 0 0 0,1 0 0 0 0,-1-1 0 0 0,1 1 0 0 0,-1 0 0 0 0,0-1 0 0 0,0 1 0 0 0,0 0 0 0 0,0-1 0 0 0,0 1 0 0 0,0 0 0 0 0,0-1 0 0 0,0 1 0 0 0,0 0 0 0 0,0-1 0 0 0,-1 1 0 0 0,1 0 0 0 0,-1-1-1 0 0,1 1 1 0 0,-1 0 0 0 0,1 0 0 0 0,-1 0 0 0 0,0-1 0 0 0,0 1 0 0 0,1 0 0 0 0,-1 0 0 0 0,0 0 0 0 0,-2-1 0 0 0,-11-12-32 0 0,-1 2 0 0 0,-1 0 1 0 0,0 0-1 0 0,0 2 0 0 0,-1 0 0 0 0,-1 1 1 0 0,-34-13-1 0 0,3 5-371 0 0,-80-16-1 0 0,88 24-487 0 0,-54-3-1 0 0,-51 9-2881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0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659 133 1121 0 0,'0'0'2054'0'0,"-5"0"-1347"0"0,1 1-518 0 0,-12-2 72 0 0,10-9 849 0 0,6 9-1029 0 0,-25-5 79 0 0,20 4 13 0 0,7 1 13 0 0,-2-2-233 0 0,-27-3 788 0 0,27 6-740 0 0,0-1 0 0 0,0 1 0 0 0,0 0 0 0 0,0 0 0 0 0,1 0 0 0 0,-1 0 0 0 0,0 0 0 0 0,0 0 0 0 0,0-1 0 0 0,0 1 0 0 0,0 0 0 0 0,0 0 0 0 0,0 0 0 0 0,0 0 0 0 0,0 0 0 0 0,0-1 0 0 0,0 1 0 0 0,0 0 0 0 0,0 0 0 0 0,0 0 0 0 0,0 0 0 0 0,0-1 0 0 0,0 1 0 0 0,-1 0 0 0 0,1 0 0 0 0,0 0 0 0 0,0 0 0 0 0,0 0 0 0 0,0 0 0 0 0,0-1 0 0 0,0 1 0 0 0,0 0 0 0 0,0 0 0 0 0,0 0 0 0 0,-1 0 0 0 0,1 0 0 0 0,0 0 0 0 0,0 0 0 0 0,0 0-1 0 0,0 0 1 0 0,0 0 0 0 0,0-1 0 0 0,-1 1 0 0 0,1 0 0 0 0,0 0 0 0 0,0 0 0 0 0,0 0 0 0 0,0 0 0 0 0,0 0 0 0 0,-1 0 0 0 0,1 0 0 0 0,0 0 0 0 0,0 0 0 0 0,0 0 0 0 0,0 0 0 0 0,0 0 0 0 0,-1 0 0 0 0,1 0 0 0 0,0 0 0 0 0,0 1 0 0 0,0-1 0 0 0,0 0 0 0 0,0 0 0 0 0,-1 0 0 0 0,1 0 0 0 0,-1-3 1 0 0,-28 2 158 0 0,28 0-78 0 0,3-2-89 0 0,-28 1 172 0 0,21 1-98 0 0,5-3-40 0 0,0 4-23 0 0,0-1 0 0 0,0 1 0 0 0,0-1 0 0 0,0 0 1 0 0,0 1-1 0 0,-1-1 0 0 0,1 1 0 0 0,0-1 0 0 0,0 0 0 0 0,0 1 1 0 0,0-1-1 0 0,-1 1 0 0 0,1-1 0 0 0,0 0 0 0 0,-1 1 1 0 0,1-1-1 0 0,0 1 0 0 0,-1-1 0 0 0,1 1 0 0 0,-1 0 0 0 0,1-1 1 0 0,-1 1-1 0 0,1-1 0 0 0,-1 1 0 0 0,1 0 0 0 0,-1-1 1 0 0,1 1-1 0 0,-1 0 0 0 0,1 0 0 0 0,-1-1 0 0 0,0 1 0 0 0,1 0 1 0 0,-1 0-1 0 0,1 0 0 0 0,-1 0 0 0 0,0 0 0 0 0,1 0 1 0 0,-1 0-1 0 0,0 0 0 0 0,1 0 0 0 0,-1 0 0 0 0,1 0 1 0 0,-1 0-1 0 0,0 0 0 0 0,-6 0 21 0 0,1-6-8 0 0,2 2-21 0 0,-16 4 18 0 0,15-2 39 0 0,0-3-40 0 0,-15 3-13 0 0,15-2 14 0 0,0 3 39 0 0,5 1-48 0 0,-1 0-5 0 0,0 1 1 0 0,-1-1-1 0 0,1 0 0 0 0,0 0 1 0 0,0 0-1 0 0,0 0 0 0 0,0 0 1 0 0,0 0-1 0 0,0 0 1 0 0,0 0-1 0 0,0-1 0 0 0,0 1 1 0 0,0 0-1 0 0,0 0 0 0 0,0-1 1 0 0,0 1-1 0 0,0-1 1 0 0,0 1-1 0 0,0-1 0 0 0,0 0 1 0 0,0 1-1 0 0,-1-2 1 0 0,-3-5 12 0 0,-15 1 40 0 0,15 1-26 0 0,6 3 27 0 0,-2-2-44 0 0,-24 1 73 0 0,20 3-3 0 0,-7 2-1 0 0,5-7-80 0 0,-35 3 163 0 0,2 0 20 0 0,33 0-157 0 0,-1 0 8 0 0,3 2 60 0 0,0 0 41 0 0,-51 7 119 0 0,50-7-228 0 0,3 0-5 0 0,-1 0-1 0 0,0 0 1 0 0,0 0-1 0 0,0 1 1 0 0,0 0 0 0 0,1-1-1 0 0,-1 1 1 0 0,0 1-1 0 0,0-1 1 0 0,-6 4-1 0 0,5-4 61 0 0,1-2-40 0 0,3 1-33 0 0,1 0 0 0 0,-1 0 0 0 0,1 0 0 0 0,-1-1 0 0 0,0 1 0 0 0,1 0 0 0 0,-1 0 0 0 0,0 0 0 0 0,1 0 0 0 0,-1 0 0 0 0,0 0 0 0 0,1 0-1 0 0,-1 0 1 0 0,0 0 0 0 0,1 0 0 0 0,-1 1 0 0 0,0-1 0 0 0,1 0 0 0 0,-1 0 0 0 0,1 1 0 0 0,-1-1 0 0 0,0 0 0 0 0,1 1 0 0 0,-1-1 0 0 0,1 0-1 0 0,-1 1 1 0 0,1-1 0 0 0,-1 1 0 0 0,1-1 0 0 0,-1 1 0 0 0,1-1 0 0 0,0 1 0 0 0,-1-1 0 0 0,1 1 0 0 0,0 0 0 0 0,-1-1 0 0 0,1 1 0 0 0,0-1-1 0 0,0 1 1 0 0,0 0 0 0 0,-1-1 0 0 0,1 1 0 0 0,0 0 0 0 0,0-1 0 0 0,0 1 0 0 0,0 0 0 0 0,0-1 0 0 0,0 1 0 0 0,0 0 0 0 0,0-1 0 0 0,1 2-1 0 0,-6-1 74 0 0,-15-1-40 0 0,20 0-65 0 0,-1 0-1 0 0,1 0 1 0 0,0 0-1 0 0,0 0 0 0 0,0 0 1 0 0,-1 0-1 0 0,1 0 0 0 0,0 0 1 0 0,0 0-1 0 0,0 0 1 0 0,-1 0-1 0 0,1 0 0 0 0,0 0 1 0 0,0 0-1 0 0,0 0 0 0 0,-1 0 1 0 0,1 0-1 0 0,0-1 1 0 0,0 1-1 0 0,0 0 0 0 0,0 0 1 0 0,-1 0-1 0 0,1 0 0 0 0,0 0 1 0 0,0-1-1 0 0,0 1 1 0 0,0 0-1 0 0,0 0 0 0 0,0 0 1 0 0,0 0-1 0 0,-1-1 0 0 0,1 1 1 0 0,0 0-1 0 0,0 0 1 0 0,0 0-1 0 0,0-1 0 0 0,0 1 1 0 0,0 0-1 0 0,0 0 0 0 0,0 0 1 0 0,0-1-1 0 0,0 1 1 0 0,0 0-1 0 0,-4-9-3275 0 0,-21-4 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1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1 480 0 0,'-144'44'2081'0'0,"-68"27"-240"0"0,61-2-400 0 0,61-24-1201 0 0,60-13-2641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1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212 140 720 0 0,'0'0'4109'0'0,"-5"0"-2522"0"0,-15 0-373 0 0,15 0 760 0 0,4-2-1764 0 0,7-1-193 0 0,19 2 1024 0 0,-20 1-948 0 0,15 0-13 0 0,-15 0 0 0 0,-4 1-69 0 0,-1 0-1 0 0,0 0 0 0 0,1 0 1 0 0,-1 0-1 0 0,0 1 1 0 0,0-1-1 0 0,0 0 1 0 0,0 0-1 0 0,0 0 0 0 0,0 0 1 0 0,-1 0-1 0 0,1 0 1 0 0,0 0-1 0 0,0 0 1 0 0,-1 1-1 0 0,1-1 1 0 0,-1 0-1 0 0,1 0 0 0 0,-1 0 1 0 0,1-1-1 0 0,-1 1 1 0 0,-1 1-1 0 0,-9 4 23 0 0,14-1 43 0 0,-2-3-68 0 0,1 0 0 0 0,-1 0 0 0 0,0 0 0 0 0,1 0 0 0 0,-1 0 0 0 0,0 0 0 0 0,0 0 0 0 0,-1 0 0 0 0,1 0 0 0 0,0 0 0 0 0,-1 1 0 0 0,1-1 0 0 0,-1 0 0 0 0,1 0 1 0 0,-1 1-1 0 0,0-1 0 0 0,-1 4 0 0 0,1-5-4 0 0,0 1 0 0 0,0 0 1 0 0,0-1-1 0 0,0 1 0 0 0,0-1 1 0 0,0 1-1 0 0,1 0 0 0 0,-1-1 0 0 0,1 1 1 0 0,-1-1-1 0 0,1 1 0 0 0,-1-1 1 0 0,1 1-1 0 0,0-1 0 0 0,-1 0 1 0 0,1 1-1 0 0,0-1 0 0 0,0 0 1 0 0,0 1-1 0 0,0-1 0 0 0,0 0 0 0 0,1 0 1 0 0,-1 0-1 0 0,3 2 0 0 0,4 3 22 0 0,-8-5-25 0 0,1 0 0 0 0,0 0 0 0 0,-1 0-1 0 0,1 0 1 0 0,-1 0 0 0 0,1 0 0 0 0,-1 0 0 0 0,1 0 0 0 0,-1 0-1 0 0,0 0 1 0 0,1 0 0 0 0,-1 0 0 0 0,0 0 0 0 0,0 0 0 0 0,0 1-1 0 0,0-1 1 0 0,0 0 0 0 0,0 0 0 0 0,0 2 0 0 0,4 19-5 0 0,15 12 26 0 0,-14-24-8 0 0,1 1 1 0 0,1-1-1 0 0,0 0 0 0 0,9 11 1 0 0,34 21 51 0 0,-46-40-59 0 0,-3 6 37 0 0,-1 4-28 0 0,1-12-15 0 0,-1 1-1 0 0,0-1 0 0 0,0 1 1 0 0,0-1-1 0 0,1 1 0 0 0,-1-1 1 0 0,0 0-1 0 0,1 1 1 0 0,-1-1-1 0 0,0 1 0 0 0,1-1 1 0 0,-1 0-1 0 0,0 1 0 0 0,1-1 1 0 0,-1 0-1 0 0,1 1 1 0 0,-1-1-1 0 0,1 0 0 0 0,-1 0 1 0 0,0 1-1 0 0,1-1 0 0 0,-1 0 1 0 0,1 0-1 0 0,-1 0 1 0 0,1 0-1 0 0,-1 0 0 0 0,1 0 1 0 0,0 0-1 0 0,-1 0 1 0 0,1 0-1 0 0,-1 0 0 0 0,1 0 1 0 0,0 0 1 0 0,-1 0 0 0 0,1 0-1 0 0,0 0 1 0 0,-1 0 0 0 0,1 0 0 0 0,-1 0 0 0 0,1 0 0 0 0,0 0 0 0 0,-1 0 0 0 0,1 0 0 0 0,-1 1 0 0 0,1-1 0 0 0,0 0 0 0 0,-1 0 0 0 0,1 1 0 0 0,-1-1-1 0 0,1 0 1 0 0,-1 1 0 0 0,1-1 0 0 0,-1 0 0 0 0,1 1 0 0 0,-1-1 0 0 0,0 1 0 0 0,1-1 0 0 0,-1 1 0 0 0,1-1 0 0 0,-1 1 0 0 0,0-1 0 0 0,0 1 0 0 0,1-1-1 0 0,-1 1 1 0 0,0-1 0 0 0,0 1 0 0 0,1 0 0 0 0,-2 1 1 0 0,1 0 0 0 0,0 0 0 0 0,0 0 0 0 0,0-1 0 0 0,0 1 0 0 0,0 0 0 0 0,0 0 0 0 0,0 0 0 0 0,1-1 0 0 0,-1 1 0 0 0,0 0 0 0 0,1 0 0 0 0,0-1 0 0 0,-1 1 0 0 0,1 0 0 0 0,0-1 0 0 0,0 1 0 0 0,0-1 1 0 0,0 1-1 0 0,0-1 0 0 0,0 1 0 0 0,1-1 0 0 0,-1 0 0 0 0,0 1 0 0 0,1-1 0 0 0,-1 0 0 0 0,1 0 0 0 0,-1 0 0 0 0,1 0 0 0 0,2 0 0 0 0,-4-1-3 0 0,1 3 6 0 0,0 0 1 0 0,0-1 0 0 0,0 1 0 0 0,0 0 0 0 0,0 0 0 0 0,0 0 0 0 0,-1 0 0 0 0,0 0-1 0 0,1-1 1 0 0,-1 1 0 0 0,0 0 0 0 0,-1 0 0 0 0,1 0 0 0 0,0 0 0 0 0,-1 3 0 0 0,0 5 43 0 0,0-9-48 0 0,1 0 0 0 0,0 0 0 0 0,0 0 0 0 0,0 0 0 0 0,0 0 0 0 0,0 0 0 0 0,1 0 1 0 0,-1 0-1 0 0,0 0 0 0 0,1-1 0 0 0,0 1 0 0 0,-1 0 0 0 0,1 0 0 0 0,0 0 0 0 0,0-1 1 0 0,0 1-1 0 0,0 0 0 0 0,0-1 0 0 0,0 1 0 0 0,1-1 0 0 0,-1 1 0 0 0,0-1 0 0 0,1 1 1 0 0,-1-1-1 0 0,4 2 0 0 0,-1 0 9 0 0,-4-2-10 0 0,1-1 0 0 0,-1 1 0 0 0,1-1-1 0 0,-1 1 1 0 0,1 0 0 0 0,-1-1-1 0 0,0 1 1 0 0,1 0 0 0 0,-1-1 0 0 0,0 1-1 0 0,0 0 1 0 0,0-1 0 0 0,1 1-1 0 0,-1 0 1 0 0,0 0 0 0 0,0-1 0 0 0,0 1-1 0 0,0 0 1 0 0,0-1 0 0 0,0 1 0 0 0,0 0-1 0 0,-1 0 1 0 0,1 0-1 0 0,0-1 0 0 0,0 1 0 0 0,0 0 0 0 0,-1-1-1 0 0,1 1 1 0 0,0-1 0 0 0,0 1 0 0 0,0-1 0 0 0,0 1 0 0 0,0-1 0 0 0,1 1 0 0 0,-1-1 0 0 0,0 1 0 0 0,0-1-1 0 0,0 1 1 0 0,0-1 0 0 0,0 1 0 0 0,1-1 0 0 0,-1 1 0 0 0,0-1 0 0 0,1 1 0 0 0,-1-1 0 0 0,0 1 0 0 0,1-1-1 0 0,-1 0 1 0 0,0 1 0 0 0,1-1 0 0 0,-1 0 0 0 0,1 1 0 0 0,-1-1 0 0 0,1 1 0 0 0,5 1 0 0 0,-5-2 0 0 0,0 1 0 0 0,0-1 0 0 0,0 0 0 0 0,0 1 0 0 0,0-1 0 0 0,0 1 0 0 0,0-1 0 0 0,0 1 0 0 0,0 0 0 0 0,0-1 0 0 0,0 1 0 0 0,-1 0 0 0 0,1-1 0 0 0,0 1 0 0 0,0 0 0 0 0,-1 0 0 0 0,1 0 0 0 0,-1 0 0 0 0,1-1 0 0 0,-1 1 0 0 0,1 0 0 0 0,-1 0 0 0 0,1 0 0 0 0,-1 0 0 0 0,0 0 0 0 0,0 0 0 0 0,1 1 0 0 0,-1-1 0 0 0,0 0 0 0 0,0 0 0 0 0,0 0 0 0 0,0 0 0 0 0,0 0 0 0 0,-1 2 0 0 0,-2-1-19 0 0,6-1-18 0 0,31 7 13 0 0,-10-6 44 0 0,33-3 53 0 0,215 1-6 0 0,-187-2 8 0 0,0-2 1 0 0,107-21-1 0 0,-162 12-61 0 0,-5 0-14 0 0,11-5 40 0 0,-34 17-38 0 0,0 0 0 0 0,-1 0 0 0 0,1 0 0 0 0,-1 0 0 0 0,1 0 0 0 0,-1 0 1 0 0,0 0-1 0 0,1 0 0 0 0,-1-1 0 0 0,0 1 0 0 0,0-1 0 0 0,0 1 0 0 0,0-1 0 0 0,0 1 0 0 0,0-1 1 0 0,0 1-1 0 0,-1-1 0 0 0,2-2 0 0 0,0 0 4 0 0,1-1 1 0 0,1 1-1 0 0,-1 0 1 0 0,0 0-1 0 0,1 0 1 0 0,0 1 0 0 0,0-1-1 0 0,0 1 1 0 0,1 0-1 0 0,-1 0 1 0 0,8-3-1 0 0,-9 4-4 0 0,9-5-2 0 0,-10 6 0 0 0,-1 1 0 0 0,1-1 0 0 0,-1 1 0 0 0,1-1 0 0 0,-1 0 0 0 0,0 0 0 0 0,1 0 0 0 0,-1 0 0 0 0,0 0 0 0 0,0 0 0 0 0,0 0 0 0 0,1 0 0 0 0,-1 0 0 0 0,0-1 0 0 0,-1 1 0 0 0,1 0 0 0 0,1-3 0 0 0,-2 4 0 0 0,0-1 0 0 0,0 1-1 0 0,1-1 1 0 0,-1 1 0 0 0,0-1 0 0 0,0 1 0 0 0,0-1 0 0 0,1 1-1 0 0,-1-1 1 0 0,0 1 0 0 0,1 0 0 0 0,-1-1 0 0 0,0 1 0 0 0,1-1-1 0 0,-1 1 1 0 0,1 0 0 0 0,-1-1 0 0 0,0 1 0 0 0,1 0 0 0 0,-1 0 0 0 0,1-1-1 0 0,-1 1 1 0 0,1 0 0 0 0,-1 0 0 0 0,1 0 0 0 0,-1-1 0 0 0,1 1-1 0 0,-1 0 1 0 0,1 0 0 0 0,-1 0 0 0 0,1 0 0 0 0,0 0 0 0 0,-1 0-1 0 0,1 0 1 0 0,0 0 0 0 0,0 1 2 0 0,-1-1 0 0 0,1 0 0 0 0,-1 0 0 0 0,1 0 0 0 0,-1 0 0 0 0,1 0 0 0 0,-1 0 0 0 0,1 0 0 0 0,-1 0 0 0 0,1-1 0 0 0,-1 1 0 0 0,1 0 0 0 0,0 0 0 0 0,-1 0 0 0 0,1-1 0 0 0,-1 1 0 0 0,0 0 0 0 0,1 0 0 0 0,-1-1 0 0 0,1 1 0 0 0,-1 0 0 0 0,1-1 0 0 0,-1 1 0 0 0,0-1 0 0 0,1 1 0 0 0,-1 0 0 0 0,0-1 0 0 0,1 1 1 0 0,-1-1-1 0 0,0 1 0 0 0,0-1 0 0 0,1 1 0 0 0,-1-1 0 0 0,0 1 0 0 0,0-2 0 0 0,4 0-1 0 0,-1-1 1 0 0,0 1-1 0 0,1 0 1 0 0,0 0-1 0 0,-1 0 1 0 0,1 1-1 0 0,0-1 1 0 0,0 1-1 0 0,7-2 1 0 0,1-1-4 0 0,11-7 8 0 0,19-5 36 0 0,79-8 3 0 0,-112 20-17 0 0,42 2 11 0 0,9 2 41 0 0,-34 0-67 0 0,-18-1 27 0 0,-11 0-13 0 0,3 1-27 0 0,0-1 0 0 0,0 1 0 0 0,0 0 0 0 0,0 0 0 0 0,0 0 1 0 0,0 0-1 0 0,0 0 0 0 0,0 0 0 0 0,0 0 0 0 0,0 0 0 0 0,0-1 0 0 0,0 1 0 0 0,0 0 0 0 0,0 0 0 0 0,0 0 0 0 0,0 0 0 0 0,0 0 0 0 0,0 0 0 0 0,0 0 0 0 0,0 0 0 0 0,0-1 0 0 0,0 1 0 0 0,0 0 1 0 0,0 0-1 0 0,0 0 0 0 0,0 0 0 0 0,0 0 0 0 0,0 0 0 0 0,0 0 0 0 0,0 0 0 0 0,0 0 0 0 0,0 0 0 0 0,0-1 0 0 0,-1 1 0 0 0,1 0 0 0 0,0 0 0 0 0,0 0 0 0 0,0 0 0 0 0,0 0 0 0 0,0 0 0 0 0,0 0 0 0 0,61-2-82 0 0,-31 3 95 0 0,19 8 49 0 0,-42-6-70 0 0,0 0-44 0 0,-11-1 35 0 0,2-2 17 0 0,7 1 4 0 0,48-1-6 0 0,-38 1 2 0 0,6-2 0 0 0,28-18 0 0 0,-38 7 0 0 0,-10 12 0 0 0,0-1 1 0 0,1 1-1 0 0,-1-1 1 0 0,0 1-1 0 0,1-1 0 0 0,-1 0 1 0 0,0 0-1 0 0,0 0 0 0 0,1 1 1 0 0,-1-1-1 0 0,0 0 1 0 0,0-1-1 0 0,0 1 0 0 0,0 0 1 0 0,-1 0-1 0 0,1 0 1 0 0,0 0-1 0 0,0-1 0 0 0,0-1 1 0 0,2-46 56 0 0,-3 23-55 0 0,2 21-47 0 0,-3-2 23 0 0,-25-6 22 0 0,15-2 0 0 0,-69-28 0 0 0,80 43 0 0 0,-1 0 0 0 0,1 0 0 0 0,0-1 0 0 0,-1 1 0 0 0,1 0 0 0 0,0 0 0 0 0,-1 0 0 0 0,1 0 0 0 0,0-1 0 0 0,0 1 0 0 0,-1 0 0 0 0,1 0 0 0 0,0-1 0 0 0,0 1 0 0 0,-1 0 0 0 0,1 0 0 0 0,0-1 0 0 0,0 1 0 0 0,0 0 0 0 0,-1-1 0 0 0,1 1 0 0 0,0 0 0 0 0,0-1 0 0 0,0 1 0 0 0,0 0 0 0 0,0-1 0 0 0,0 1 0 0 0,0 0 0 0 0,0-1 0 0 0,0 1 0 0 0,0 0 0 0 0,0-2 0 0 0,-4-5 0 0 0,-106-27 0 0 0,80 23 0 0 0,15 5 0 0 0,0 1 0 0 0,0 0 0 0 0,-31-5 0 0 0,-1 3 0 0 0,-72-20 0 0 0,14 3 0 0 0,-101-13 53 0 0,142 26-83 0 0,-92-5-1 0 0,19 3 106 0 0,52 5-40 0 0,-141 4 1 0 0,140 4 53 0 0,-195 19 49 0 0,150-7-463 0 0,74-8-127 0 0,31-3-282 0 0,0 1 0 0 0,0 1 0 0 0,-45 11 0 0 0,71-14 641 0 0,-1 0 0 0 0,1 0 1 0 0,-1 1-1 0 0,1-1 0 0 0,0 0 1 0 0,-1 0-1 0 0,1 0 0 0 0,-1 0 1 0 0,1 0-1 0 0,0 0 0 0 0,-1 0 1 0 0,1 1-1 0 0,0-1 0 0 0,-1 0 1 0 0,1 0-1 0 0,-1 1 0 0 0,1-1 1 0 0,0 0-1 0 0,0 0 0 0 0,-1 1 1 0 0,1-1-1 0 0,0 0 0 0 0,0 1 1 0 0,-1-1-1 0 0,1 0 0 0 0,0 1 1 0 0,0-1-1 0 0,0 0 0 0 0,-1 1 1 0 0,1-1-1 0 0,0 1 0 0 0,0-1 1 0 0,0 0-1 0 0,0 1 0 0 0,0-1 1 0 0,0 1-1 0 0,0 0 0 0 0,0 16-5283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1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51 147 1040 0 0,'-6'0'124'0'0,"-13"-3"2294"0"0,19 2-1989 0 0,-1 0 0 0 0,0 0 0 0 0,1-1-1 0 0,-1 1 1 0 0,1 0 0 0 0,-1 0 0 0 0,1-1 0 0 0,-1 1-1 0 0,1 0 1 0 0,0 0 0 0 0,0-1 0 0 0,0 1-1 0 0,-1 0 1 0 0,1-1 0 0 0,1 1 0 0 0,-1-2 0 0 0,0 2-432 0 0,0 0 1 0 0,0 1-1 0 0,-1-1 1 0 0,1 1-1 0 0,0-1 1 0 0,0 1-1 0 0,-1-1 1 0 0,1 0-1 0 0,0 1 1 0 0,0-1-1 0 0,-1 1 1 0 0,1-1-1 0 0,-1 1 1 0 0,1 0-1 0 0,-1-1 1 0 0,1 1-1 0 0,0-1 1 0 0,-1 1-1 0 0,1 0 1 0 0,-1-1-1 0 0,0 1 1 0 0,1 0 0 0 0,-1-1-1 0 0,1 1 1 0 0,-1 0-1 0 0,1 0 1 0 0,-1 0-1 0 0,0-1 1 0 0,-7-5-126 0 0,14-1-130 0 0,-5 6 149 0 0,0 0 0 0 0,0 1 0 0 0,0-1 0 0 0,0 0 0 0 0,0 0 0 0 0,0 0 0 0 0,0 0 0 0 0,-1 0 0 0 0,1 0 0 0 0,0-1-1 0 0,-1 1 1 0 0,1 0 0 0 0,0 0 0 0 0,-1 0 0 0 0,1-1 0 0 0,-1 1 0 0 0,0 0 0 0 0,0-1 0 0 0,1 1 0 0 0,-1-3 0 0 0,0-23-2813 0 0,0-14-199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78 1201 0 0,'-17'1'2063'0'0,"0"0"1"0"0,0-1-1 0 0,-18-2 1 0 0,5-6-1301 0 0,25 6-619 0 0,0 0 0 0 0,0 0 0 0 0,-1 1 0 0 0,1 0 0 0 0,0 0 0 0 0,-1 0 0 0 0,1 0 1 0 0,-1 1-1 0 0,-7 0 0 0 0,44 0 1163 0 0,-4-3-817 0 0,1 2 1 0 0,55 2-1 0 0,10 0 40 0 0,-43-4-327 0 0,-33 3-397 0 0,-1-2 0 0 0,0 0-1 0 0,16-4 1 0 0,13-6-1446 0 0,-44 12 1529 0 0,-1-1 1 0 0,1 1 0 0 0,0 0 0 0 0,-1 0 0 0 0,1 0-1 0 0,-1-1 1 0 0,1 1 0 0 0,-1 0 0 0 0,1-1 0 0 0,-1 1-1 0 0,1-1 1 0 0,-1 1 0 0 0,1 0 0 0 0,-1-1 0 0 0,1 1-1 0 0,-1-1 1 0 0,0 1 0 0 0,1-1 0 0 0,-1 0 0 0 0,0 1 0 0 0,1-1-1 0 0,-1 1 1 0 0,0-1 0 0 0,0 1 0 0 0,0-1 0 0 0,1-1-1 0 0,-2 1-45 0 0,0 0 0 0 0,0 0 0 0 0,0 1 0 0 0,1-1 0 0 0,-1 0 0 0 0,0 0 0 0 0,0 0 0 0 0,0 1 0 0 0,0-1 0 0 0,-1 1 0 0 0,1-1 0 0 0,0 1 0 0 0,0-1 0 0 0,0 1 0 0 0,0-1 0 0 0,-1 1 0 0 0,1 0 0 0 0,0 0 0 0 0,0 0 0 0 0,-1 0 0 0 0,1 0 0 0 0,-2 0 0 0 0,-123-7-4912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298 133 2321 0 0,'-85'12'3828'0'0,"79"-11"-3227"0"0,2-7-294 0 0,-1 4-276 0 0,4 2-1 0 0,0 0-1 0 0,1 0 1 0 0,-1-1-1 0 0,0 1 1 0 0,1 0-1 0 0,-1 0 1 0 0,0-1-1 0 0,1 1 1 0 0,-1 0 0 0 0,1-1-1 0 0,-1 1 1 0 0,0-1-1 0 0,1 1 1 0 0,-1 0-1 0 0,1-1 1 0 0,-1 0-1 0 0,1 1 1 0 0,-1-1-1 0 0,1 1 1 0 0,0-1-1 0 0,-1 1 1 0 0,1-1-1 0 0,0 0 1 0 0,-1 1-1 0 0,1-1 1 0 0,0 0 0 0 0,0 1-1 0 0,0-1 1 0 0,0 0-1 0 0,-1-1 1 0 0,1 1 370 0 0,0 0 143 0 0,0 1-533 0 0,0 0 1 0 0,0 0-1 0 0,1 0 1 0 0,-1-1-1 0 0,0 1 1 0 0,0 0-1 0 0,0 0 1 0 0,0 0-1 0 0,0 0 1 0 0,0-1-1 0 0,0 1 1 0 0,0 0-1 0 0,0 0 1 0 0,0 0-1 0 0,0-1 1 0 0,0 1-1 0 0,0 0 1 0 0,0 0-1 0 0,0 0 1 0 0,-1 0-1 0 0,1-1 1 0 0,0 1-1 0 0,0 0 1 0 0,0 0-1 0 0,0 0 1 0 0,0 0-1 0 0,0 0 1 0 0,0-1-1 0 0,0 1 1 0 0,-1 0-1 0 0,1 0 1 0 0,0 0-1 0 0,0 0 1 0 0,0 0-1 0 0,0 0 1 0 0,0 0-1 0 0,-1-1 1 0 0,1 1-1 0 0,0 0 1 0 0,0 0-1 0 0,0 0 1 0 0,0 0-1 0 0,-1 0 1 0 0,1 0-1 0 0,0 0 1 0 0,0 0-1 0 0,0 0 1 0 0,0 0-1 0 0,-1 0 1 0 0,1 0-1 0 0,0 0 1 0 0,0 0-1 0 0,0 0 1 0 0,-1 0-1 0 0,1 0-15 0 0,-1 0 39 0 0,0 0-1 0 0,0 0 1 0 0,0 0 0 0 0,0 0 0 0 0,0-1-1 0 0,-1 1 1 0 0,1 0 0 0 0,0-1-1 0 0,0 1 1 0 0,0-1 0 0 0,0 1 0 0 0,1-1-1 0 0,-1 0 1 0 0,0 1 0 0 0,0-1-1 0 0,0 0 1 0 0,0 1 0 0 0,1-1 0 0 0,-1 0-1 0 0,0 0 1 0 0,0 0 0 0 0,1 0-1 0 0,-1 0 1 0 0,1 0 0 0 0,-1 0 0 0 0,1 0-1 0 0,0 0 1 0 0,-1 0 0 0 0,1 0-1 0 0,0 0 1 0 0,-1 0 0 0 0,1-2 0 0 0,-1 1-15 0 0,0 1 0 0 0,0 0 1 0 0,-1-1-1 0 0,1 1 1 0 0,0 0-1 0 0,-1 0 0 0 0,1 0 1 0 0,-1 0-1 0 0,0 0 1 0 0,1 0-1 0 0,-1 0 1 0 0,0 0-1 0 0,1 1 0 0 0,-1-1 1 0 0,-2 0-1 0 0,-5-2 84 0 0,8 3-97 0 0,0-1 0 0 0,0 1-1 0 0,-1 0 1 0 0,1-1 0 0 0,0 1 0 0 0,0 0 0 0 0,0-1-1 0 0,0 0 1 0 0,0 1 0 0 0,0-1 0 0 0,0 1 0 0 0,1-1-1 0 0,-1 0 1 0 0,0 0 0 0 0,0 0 0 0 0,0 1 0 0 0,1-1-1 0 0,-1 0 1 0 0,0 0 0 0 0,1 0 0 0 0,-2-2 0 0 0,23-13 93 0 0,-21 15-99 0 0,8-4-4 0 0,1 0 0 0 0,-1 1 0 0 0,1 0 0 0 0,0 0 0 0 0,0 1 0 0 0,1 0 0 0 0,-1 1 0 0 0,0 0 1 0 0,1 0-1 0 0,0 1 0 0 0,-1 0 0 0 0,1 1 0 0 0,0 0 0 0 0,0 0 0 0 0,-1 1 0 0 0,18 4 0 0 0,-26-4 4 0 0,-1 0 0 0 0,1 0 0 0 0,0-1 0 0 0,-1 1-1 0 0,1 0 1 0 0,-1 0 0 0 0,1 0 0 0 0,-1 0 0 0 0,0 0 0 0 0,1 0 0 0 0,-1 0-1 0 0,0 0 1 0 0,1 0 0 0 0,-1 0 0 0 0,0 0 0 0 0,0 0 0 0 0,0 0-1 0 0,0 0 1 0 0,0 0 0 0 0,0 1 0 0 0,3 17 16 0 0,1-13-6 0 0,-1-2 1 0 0,-1 1-1 0 0,1-1 1 0 0,-1 1-1 0 0,0 0 1 0 0,0 0-1 0 0,0-1 1 0 0,-1 1 0 0 0,0 0-1 0 0,0 0 1 0 0,0 1-1 0 0,0-1 1 0 0,-1 8-1 0 0,5 38 70 0 0,-3-46-71 0 0,0 0 0 0 0,-1 0 0 0 0,1 0 0 0 0,-1 0 0 0 0,0 0 0 0 0,-1 0 0 0 0,1 8 0 0 0,-21 37 79 0 0,20-50-88 0 0,-3 8 14 0 0,-1 0 0 0 0,-1 0 0 0 0,1-1 0 0 0,-1 1 0 0 0,-1-1 0 0 0,1-1 1 0 0,-1 1-1 0 0,-8 6 0 0 0,9-9-11 0 0,1-1 0 0 0,-1 0 0 0 0,0 0 0 0 0,0-1 0 0 0,0 1 0 0 0,0-1 1 0 0,0 0-1 0 0,-1-1 0 0 0,1 1 0 0 0,0-1 0 0 0,-1 0 0 0 0,1-1 0 0 0,-1 1 1 0 0,-6-1-1 0 0,1-1 9 0 0,-1 0-1 0 0,0-1 1 0 0,1 0 0 0 0,0-1 0 0 0,-15-5 0 0 0,-15-4 63 0 0,-15-7 86 0 0,56 19-159 0 0,-1-1 1 0 0,1 1 0 0 0,0 0 0 0 0,-1 0 0 0 0,1-1 0 0 0,0 1 0 0 0,-1 0 0 0 0,1 0 0 0 0,0-1 0 0 0,-1 1 0 0 0,1 0 0 0 0,0-1 0 0 0,-1 1 0 0 0,1 0 0 0 0,0-1 0 0 0,0 1 0 0 0,0-1 0 0 0,-1 1 0 0 0,1 0 0 0 0,0-1 0 0 0,0 1 0 0 0,0-1 0 0 0,0 1 0 0 0,0-1 0 0 0,0 1 0 0 0,0 0 0 0 0,0-1 0 0 0,0 1 0 0 0,0-1-1 0 0,0 1 1 0 0,0-1 0 0 0,0 1 0 0 0,0 0 0 0 0,0-1 0 0 0,0 1 0 0 0,1-1 0 0 0,-1 1 0 0 0,0-1 0 0 0,0 1 0 0 0,0 0 0 0 0,1-1 0 0 0,-1 1 0 0 0,0 0 0 0 0,0-1 0 0 0,1 1 0 0 0,-1 0 0 0 0,0-1 0 0 0,1 1 0 0 0,-1 0 0 0 0,1 0 0 0 0,-1-1 0 0 0,0 1 0 0 0,1 0 0 0 0,9-3 5 0 0,0 1 0 0 0,0 0 0 0 0,0 0 0 0 0,0 1 0 0 0,0 0 0 0 0,1 1 0 0 0,-1 0 0 0 0,10 2 0 0 0,94 16 113 0 0,-63-8-88 0 0,27 4-118 0 0,91 13-413 0 0,-150-25-343 0 0,1-1 0 0 0,0-1 0 0 0,-1-1 0 0 0,1-1 0 0 0,-1 0 1 0 0,29-8-1 0 0,-40 7 281 0 0,-1 0 0 0 0,0 0 0 0 0,0-1 0 0 0,0 1 0 0 0,0-2 0 0 0,9-7 0 0 0,-9 7 158 0 0,23-19-1199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11 1361 0 0,'-6'3'640'0'0,"0"-1"0"0"0,0 0-1 0 0,0-1 1 0 0,0 0 0 0 0,0 0 0 0 0,-7 1 0 0 0,7-1 96 0 0,2-1-526 0 0,1 1 0 0 0,0-1 0 0 0,0 1 0 0 0,0-1-1 0 0,0 0 1 0 0,0 0 0 0 0,0-1 0 0 0,0 1 0 0 0,0 0-1 0 0,-1-1 1 0 0,1 0 0 0 0,-4-1 0 0 0,-9-2 144 0 0,16 4-348 0 0,1 0 1 0 0,-1 0-1 0 0,0 0 0 0 0,0 0 1 0 0,1 0-1 0 0,-1 0 0 0 0,0 0 1 0 0,0 0-1 0 0,1 0 1 0 0,-1-1-1 0 0,0 1 0 0 0,0 0 1 0 0,0 0-1 0 0,1 0 0 0 0,-1 0 1 0 0,0 0-1 0 0,0-1 1 0 0,0 1-1 0 0,1 0 0 0 0,-1 0 1 0 0,0 0-1 0 0,0-1 0 0 0,0 1 1 0 0,0 0-1 0 0,0 0 1 0 0,0-1-1 0 0,0 1 0 0 0,1 0 1 0 0,-1 0-1 0 0,0 0 1 0 0,0-1-1 0 0,0 1 0 0 0,0 0 1 0 0,0 0-1 0 0,0-1 0 0 0,0 1 1 0 0,0 0-1 0 0,0 0 1 0 0,0-1-1 0 0,0 1 0 0 0,0 0 1 0 0,-1 0-1 0 0,1-1 0 0 0,0 1 1 0 0,0 0-1 0 0,0 0 1 0 0,0-1-1 0 0,0 1 0 0 0,0 0 1 0 0,-1 0-1 0 0,1 0 1 0 0,0-1-1 0 0,0 1 0 0 0,0 0 1 0 0,0 0-1 0 0,-1 0 0 0 0,1 0 1 0 0,0-1-1 0 0,0 1 1 0 0,0 0-1 0 0,-1 0 0 0 0,1 0 1 0 0,0 0-1 0 0,0 0 0 0 0,-1 0 1 0 0,1 0-1 0 0,0 0 1 0 0,-1 0-1 0 0,8-2-21 0 0,42-1 17 0 0,-37 3 3 0 0,1 1 1 0 0,0 0 0 0 0,22 6 0 0 0,-33-7-4 0 0,0 0-1 0 0,0 1 1 0 0,1-1-1 0 0,-1 1 1 0 0,0 0-1 0 0,0-1 1 0 0,0 1-1 0 0,0 0 1 0 0,0 0-1 0 0,0 0 1 0 0,0 1 0 0 0,0-1-1 0 0,0 0 1 0 0,0 1-1 0 0,-1-1 1 0 0,1 1-1 0 0,0 0 1 0 0,-1-1-1 0 0,0 1 1 0 0,1 0-1 0 0,-1 0 1 0 0,0 0 0 0 0,0 0-1 0 0,0 0 1 0 0,0 0-1 0 0,0 0 1 0 0,0 4-1 0 0,-1-4 5 0 0,0 0-1 0 0,1-1 1 0 0,-1 1 0 0 0,0 0-1 0 0,1 0 1 0 0,-1 0-1 0 0,1-1 1 0 0,0 1-1 0 0,-1 0 1 0 0,1 0 0 0 0,0-1-1 0 0,0 1 1 0 0,0-1-1 0 0,0 1 1 0 0,3 2-1 0 0,1 7 118 0 0,-23 3 12 0 0,-47 18 492 0 0,26-21-247 0 0,33-13-197 0 0,31-5-106 0 0,72-13-100 0 0,-86 19 18 0 0,1 0-1 0 0,-1 1 1 0 0,1 0-1 0 0,0 0 1 0 0,-1 1 0 0 0,1 1-1 0 0,16 4 1 0 0,-23-4 6 0 0,1 0 1 0 0,-1 0 0 0 0,0 0-1 0 0,0 1 1 0 0,0 0 0 0 0,0 0-1 0 0,-1 0 1 0 0,1 1 0 0 0,-1-1-1 0 0,0 1 1 0 0,0 0 0 0 0,0 0-1 0 0,4 6 1 0 0,-7-8 8 0 0,0 0 1 0 0,0 0-1 0 0,0 0 1 0 0,0 0-1 0 0,0 0 0 0 0,-1 0 1 0 0,1 0-1 0 0,0 0 1 0 0,-1 0-1 0 0,0 0 0 0 0,0 0 1 0 0,1 1-1 0 0,-1-1 0 0 0,-1 0 1 0 0,1 0-1 0 0,0 0 1 0 0,0 0-1 0 0,-1 0 0 0 0,1 0 1 0 0,-1 1-1 0 0,0-1 1 0 0,1 0-1 0 0,-1 0 0 0 0,0-1 1 0 0,0 1-1 0 0,-1 0 0 0 0,1 0 1 0 0,0 0-1 0 0,0-1 1 0 0,-1 1-1 0 0,1-1 0 0 0,-1 1 1 0 0,0-1-1 0 0,-2 2 1 0 0,-2 2 25 0 0,-1 0 0 0 0,1-1 0 0 0,-1 1 0 0 0,0-2 1 0 0,-1 1-1 0 0,1-1 0 0 0,-1 0 0 0 0,1 0 0 0 0,-12 1 1 0 0,-80 8 114 0 0,69-10-118 0 0,-13 2-53 0 0,26 0-40 0 0,0-2 0 0 0,-1-1 0 0 0,1 0 0 0 0,0-1 0 0 0,0 0 0 0 0,-1-2 0 0 0,1 0 0 0 0,-32-8 0 0 0,48 9 31 0 0,0 1-1 0 0,0 0 0 0 0,0 0 1 0 0,0 0-1 0 0,0-1 0 0 0,1 1 1 0 0,-1 0-1 0 0,0-1 0 0 0,0 1 1 0 0,0-1-1 0 0,1 1 0 0 0,-1-1 1 0 0,0 0-1 0 0,1 1 0 0 0,-1-1 1 0 0,0 1-1 0 0,1-1 0 0 0,-1 0 1 0 0,1 0-1 0 0,-1 1 0 0 0,1-1 1 0 0,0 0-1 0 0,-1 0 0 0 0,1 0 1 0 0,0 1-1 0 0,-1-1 0 0 0,1 0 1 0 0,0 0-1 0 0,0 0 0 0 0,0 0 1 0 0,0 0-1 0 0,0 0 0 0 0,0 1 1 0 0,0-1-1 0 0,0 0 0 0 0,0-1 1 0 0,23-31-1630 0 0,2 0-894 0 0,5-26-2609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70 640 0 0,'-45'-5'4602'0'0,"35"4"-3726"0"0,0-1 0 0 0,0 2 0 0 0,-1-1 0 0 0,1 1 0 0 0,-20 3 0 0 0,-231 23 1272 0 0,238-23-1913 0 0,-1 1 1 0 0,-44 13 0 0 0,67-16-233 0 0,0 0 0 0 0,1 0 1 0 0,-1 0-1 0 0,0 0 0 0 0,1-1 1 0 0,-1 1-1 0 0,1 0 0 0 0,0 0 1 0 0,-1 0-1 0 0,1 0 0 0 0,0 0 1 0 0,0 0-1 0 0,-1 0 0 0 0,1 1 1 0 0,0-1-1 0 0,0 0 0 0 0,0 0 1 0 0,0 0-1 0 0,1 0 0 0 0,-1 0 1 0 0,0 0-1 0 0,0 0 0 0 0,0 0 1 0 0,1 0-1 0 0,-1 0 0 0 0,1 0 1 0 0,-1 0-1 0 0,1 0 0 0 0,-1 0 1 0 0,1-1-1 0 0,1 3 0 0 0,16 4 32 0 0,35 14 60 0 0,1-3 0 0 0,86 18 1 0 0,-81-25-67 0 0,180 26-77 0 0,-207-34-44 0 0,1-2-1 0 0,0 0 1 0 0,0-3-1 0 0,-1 0 1 0 0,35-8-1 0 0,-64 9 76 0 0,0 1 0 0 0,0-1 0 0 0,0 0 0 0 0,0 0 0 0 0,-1 0 0 0 0,1-1 0 0 0,-1 1 0 0 0,1 0-1 0 0,-1-1 1 0 0,4-2 0 0 0,-6 3 11 0 0,1 1-1 0 0,0-1 0 0 0,0 0 0 0 0,-1 0 1 0 0,1 0-1 0 0,-1 0 0 0 0,1 1 0 0 0,-1-1 1 0 0,1 0-1 0 0,-1 0 0 0 0,0 0 1 0 0,1 0-1 0 0,-1 0 0 0 0,0 0 0 0 0,0 0 1 0 0,0 0-1 0 0,1 0 0 0 0,-1 0 0 0 0,0 0 1 0 0,-1-2-1 0 0,1 1-2 0 0,-1-1 1 0 0,-1 0 0 0 0,1 0-1 0 0,0 1 1 0 0,-1-1 0 0 0,1 0-1 0 0,-1 1 1 0 0,0 0-1 0 0,1-1 1 0 0,-1 1 0 0 0,-1 0-1 0 0,1 0 1 0 0,0 0-1 0 0,0 0 1 0 0,-1 1 0 0 0,1-1-1 0 0,-4-1 1 0 0,-64-36 12 0 0,-119-47-1 0 0,137 64-10 0 0,34 14 23 0 0,1 0 0 0 0,-1 2 0 0 0,0 0 0 0 0,-37-7 0 0 0,45 12 37 0 0,15 1-200 0 0,377 12-9003 0 0,-286-11 6468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6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477 139 1361 0 0,'-69'-4'6712'0'0,"50"1"-6202"0"0,1 1 0 0 0,0 1-1 0 0,-1 1 1 0 0,1 0 0 0 0,0 1 0 0 0,-1 1 0 0 0,-19 5 0 0 0,37-6-499 0 0,1-1 0 0 0,-1 1-1 0 0,1-1 1 0 0,-1 0 0 0 0,1 1-1 0 0,-1-1 1 0 0,1 1 0 0 0,-1 0 0 0 0,1-1-1 0 0,0 1 1 0 0,-1-1 0 0 0,1 1-1 0 0,0 0 1 0 0,-1-1 0 0 0,1 1 0 0 0,0 0-1 0 0,0-1 1 0 0,0 1 0 0 0,0 0-1 0 0,-1-1 1 0 0,1 1 0 0 0,0 0 0 0 0,0 0-1 0 0,-2 9 80 0 0,0-8-73 0 0,1-1 0 0 0,0 0 0 0 0,0 1 0 0 0,0-1 0 0 0,0 1 0 0 0,0-1 0 0 0,0 1 0 0 0,0 0 0 0 0,0-1 0 0 0,1 1 0 0 0,-1 0 0 0 0,1-1 0 0 0,-1 1 0 0 0,1 3-1 0 0,0-3-1 0 0,1 0-1 0 0,0 1 0 0 0,0-1 0 0 0,0 0 0 0 0,0 1 0 0 0,1-1 1 0 0,-1 0-1 0 0,1 0 0 0 0,-1 0 0 0 0,1 0 0 0 0,0-1 0 0 0,0 1 1 0 0,-1 0-1 0 0,4 1 0 0 0,15 13 95 0 0,0-1 1 0 0,1-1-1 0 0,1-1 0 0 0,0-1 1 0 0,1-1-1 0 0,0 0 1 0 0,1-2-1 0 0,0-1 0 0 0,43 9 1 0 0,-25-7-50 0 0,-21-5-55 0 0,-1 0 1 0 0,1-1 0 0 0,-1-1-1 0 0,1-1 1 0 0,41-1-1 0 0,-58-2-15 0 0,1 0 0 0 0,0-1-1 0 0,-1 0 1 0 0,0 0 0 0 0,1 0 0 0 0,-1 0-1 0 0,0-1 1 0 0,0 1 0 0 0,0-1 0 0 0,0 0-1 0 0,-1 0 1 0 0,7-8 0 0 0,-9 11 9 0 0,-1-1 1 0 0,0 1-1 0 0,1-1 1 0 0,-1 1 0 0 0,0-1-1 0 0,1 0 1 0 0,-1 1-1 0 0,0-1 1 0 0,0 1-1 0 0,1-1 1 0 0,-1 1 0 0 0,0-1-1 0 0,0 0 1 0 0,0 1-1 0 0,0-1 1 0 0,0 0-1 0 0,0 1 1 0 0,0-1-1 0 0,0 0 1 0 0,0 1 0 0 0,0-1-1 0 0,0 1 1 0 0,0-1-1 0 0,-1 0 1 0 0,1 1-1 0 0,0-1 1 0 0,0 1 0 0 0,-1-1-1 0 0,1 1 1 0 0,0-1-1 0 0,-1 0 1 0 0,1 0-1 0 0,-20-19-1 0 0,9 10-8 0 0,-27-25-11 0 0,-1 1 0 0 0,-1 2 0 0 0,-2 2 0 0 0,-2 1 0 0 0,0 3 0 0 0,-91-40 0 0 0,112 57-122 0 0,0 2-1 0 0,0 0 0 0 0,-1 2 0 0 0,1 0 0 0 0,-1 2 1 0 0,0 1-1 0 0,0 0 0 0 0,-25 3 0 0 0,43-2-159 0 0,0 1 0 0 0,0 0 0 0 0,0 0-1 0 0,0 1 1 0 0,0 0 0 0 0,0 0 0 0 0,1 0-1 0 0,-1 0 1 0 0,0 1 0 0 0,0 0 0 0 0,1 1-1 0 0,-1-1 1 0 0,1 1 0 0 0,-8 5 0 0 0,-18 18-6020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8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77 287 2401 0 0,'0'6'227'0'0,"0"-1"0"0"0,0 1-1 0 0,0 0 1 0 0,-1 0 0 0 0,0-1 0 0 0,0 1-1 0 0,0 0 1 0 0,0-1 0 0 0,-1 1 0 0 0,0-1 0 0 0,-1 0-1 0 0,1 1 1 0 0,-1-1 0 0 0,0 0 0 0 0,0-1-1 0 0,-5 7 1 0 0,-11 4 616 0 0,9-23-275 0 0,4 2-391 0 0,-3-2 54 0 0,7 10-8 0 0,13 16 190 0 0,-6-7 111 0 0,0-12-235 0 0,111-7 338 0 0,467-25 1026 0 0,-382 16-1305 0 0,30-14-81 0 0,23-12 102 0 0,35-4 49 0 0,-73 21 142 0 0,14 2 81 0 0,-61 12-194 0 0,115-15 293 0 0,-34-6-444 0 0,132 0 224 0 0,-265 24-429 0 0,34 3 222 0 0,291 24 1 0 0,28-9 251 0 0,-282-12-650 0 0,-123-2 165 0 0,-58 5-64 0 0,-6 1-18 0 0,0-1 1 0 0,-1 0-1 0 0,1 0 1 0 0,0 0-1 0 0,0 0 1 0 0,0 0-1 0 0,0 0 1 0 0,0 0-1 0 0,0 0 1 0 0,-1 0 0 0 0,1 0-1 0 0,0 0 1 0 0,0-1-1 0 0,0 1 1 0 0,0 0-1 0 0,-1 0 1 0 0,1-1-1 0 0,0 1 1 0 0,0-1-1 0 0,0 1 1 0 0,-1-1 0 0 0,1 1-1 0 0,0-1 1 0 0,-1 1-1 0 0,1-1 1 0 0,-1 0-1 0 0,1 1 1 0 0,0-2-1 0 0,-1 1-37 0 0,-1 0-1 0 0,0 0 1 0 0,0 1-1 0 0,1-1 0 0 0,-1 0 1 0 0,0 0-1 0 0,0 1 0 0 0,0-1 1 0 0,0 0-1 0 0,0 1 0 0 0,0-1 1 0 0,0 1-1 0 0,0-1 1 0 0,0 1-1 0 0,0 0 0 0 0,0-1 1 0 0,0 1-1 0 0,0 0 0 0 0,0 0 1 0 0,-1 0-1 0 0,1-1 1 0 0,-1 1-1 0 0,-5-1-409 0 0,-43-16-3099 0 0,-81-22-4403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0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242 196 1281 0 0,'-90'19'5562'0'0,"105"-22"-4918"0"0,0 0 0 0 0,1 1 0 0 0,16 0 0 0 0,-25 2-619 0 0,23-1 135 0 0,-25 1 0 0 0,-10 0-79 0 0,-21 3 67 0 0,0 1 0 0 0,1 2 1 0 0,-1 0-1 0 0,1 2 1 0 0,0 0-1 0 0,1 2 0 0 0,-35 19 1 0 0,40-16-132 0 0,24-5 12 0 0,-4-7-26 0 0,0-1-1 0 0,0 1 1 0 0,0 0 0 0 0,0 0 0 0 0,0 0-1 0 0,0 0 1 0 0,0 0 0 0 0,-1 0 0 0 0,1 0-1 0 0,0 0 1 0 0,-1 0 0 0 0,1 1 0 0 0,0-1-1 0 0,-1 0 1 0 0,0 0 0 0 0,1 1 0 0 0,-1-1-1 0 0,0 0 1 0 0,1 0 0 0 0,-1 1 0 0 0,0 1-1 0 0,1-1 4 0 0,-1 1-1 0 0,1 0 1 0 0,0-1 0 0 0,0 1-1 0 0,1-1 1 0 0,-1 1-1 0 0,0-1 1 0 0,1 0-1 0 0,0 1 1 0 0,-1-1-1 0 0,1 0 1 0 0,0 0-1 0 0,0 0 1 0 0,4 2-1 0 0,34 28 59 0 0,-20-21-45 0 0,0-1 0 0 0,1-1-1 0 0,0 0 1 0 0,0-2 0 0 0,0-1-1 0 0,31 6 1 0 0,-26-6 10 0 0,-14-2-15 0 0,1-1-1 0 0,0 0 0 0 0,0 0 1 0 0,0-2-1 0 0,0 1 0 0 0,0-2 1 0 0,0 0-1 0 0,1 0 0 0 0,-1-1 1 0 0,0-1-1 0 0,24-5 0 0 0,-36 6-13 0 0,1 1 0 0 0,0-1 0 0 0,-1 0 0 0 0,1 1 0 0 0,0-1 0 0 0,-1 0 0 0 0,1 0 0 0 0,-1 0 0 0 0,1 0 0 0 0,-1-1 0 0 0,0 1 0 0 0,1 0 0 0 0,-1 0 0 0 0,0-1 0 0 0,0 1 0 0 0,0-1 0 0 0,0 1 0 0 0,0-1 0 0 0,0 1 0 0 0,0-1 0 0 0,-1 0 0 0 0,1 1 0 0 0,-1-1-1 0 0,2-3 1 0 0,-2-2 2 0 0,0 1-1 0 0,0 0 1 0 0,0 0-1 0 0,-1-1 1 0 0,0 1-1 0 0,0 0 0 0 0,-1 0 1 0 0,0 0-1 0 0,-2-7 1 0 0,-10-23 19 0 0,-1 1 0 0 0,-29-51 0 0 0,34 69-46 0 0,-1 0 0 0 0,-1 1 1 0 0,0 0-1 0 0,-1 1 1 0 0,-1 1-1 0 0,0 0 1 0 0,-23-18-1 0 0,22 23-174 0 0,0 0 0 0 0,0 1 0 0 0,0 0 0 0 0,-1 2 0 0 0,0 0 0 0 0,0 0 0 0 0,-1 2 0 0 0,0 0 0 0 0,0 1 0 0 0,0 0 0 0 0,0 2-1 0 0,-26 0 1 0 0,-22 6-3336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1040 0 0,'30'27'4402'0'0,"0"-10"-1680"0"0,-30-4-1682 0 0,0-7-720 0 0,30 2-400 0 0,1-16-960 0 0,-31-11-961 0 0,0-75-3121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3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240 249 80 0 0,'0'0'1267'0'0,"-1"0"-1219"0"0,1 0 0 0 0,0-1-1 0 0,0 1 1 0 0,0 0-1 0 0,0 0 1 0 0,0 0 0 0 0,0 0-1 0 0,0 0 1 0 0,0-1 0 0 0,0 1-1 0 0,0 0 1 0 0,-1 0 0 0 0,1 0-1 0 0,0 0 1 0 0,0-1 0 0 0,0 1-1 0 0,0 0 1 0 0,0 0-1 0 0,0 0 1 0 0,0 0 0 0 0,0-1-1 0 0,0 1 1 0 0,0 0 0 0 0,0 0-1 0 0,0 0 1 0 0,1 0 0 0 0,-1-1-1 0 0,0 1 1 0 0,0 0 0 0 0,0 0-1 0 0,0 0 1 0 0,0 0-1 0 0,0 0 1 0 0,0-1 0 0 0,0 1-1 0 0,0 0 1 0 0,1 0 0 0 0,-1 0-1 0 0,0 0 1 0 0,0 0 0 0 0,0 0-1 0 0,0 0 1 0 0,0 0-1 0 0,1-1 1 0 0,-1 1 0 0 0,0 0-1 0 0,0 0 1 0 0,0 0 0 0 0,0 0-1 0 0,0 0 1 0 0,1 0 0 0 0,-1 0-1 0 0,0 0 1 0 0,0 0 0 0 0,0 0-1 0 0,0 0 1 0 0,1 0-1 0 0,-1 0 1 0 0,0 0 0 0 0,0 0-1 0 0,0 0 1 0 0,0 0 0 0 0,1 0-1 0 0,-1 0 1 0 0,0 1 0 0 0,0-1-1 0 0,0 0 1 0 0,0 0 0 0 0,1 0-1 0 0,19 0 927 0 0,-20 0-924 0 0,-1 0 1 0 0,1 0-1 0 0,0 0 1 0 0,0 0-1 0 0,0-1 1 0 0,0 1-1 0 0,0 0 1 0 0,-1 0-1 0 0,1 0 1 0 0,0 0-1 0 0,0 0 1 0 0,0-1-1 0 0,0 1 1 0 0,0 0-1 0 0,0 0 1 0 0,0 0-1 0 0,0 0 1 0 0,-1-1-1 0 0,1 1 1 0 0,0 0-1 0 0,0 0 0 0 0,0 0 1 0 0,0 0-1 0 0,0-1 1 0 0,0 1-1 0 0,0 0 1 0 0,0 0-1 0 0,0 0 1 0 0,0-1-1 0 0,0 1 1 0 0,0 0-1 0 0,0 0 1 0 0,0 0-1 0 0,1 0 1 0 0,-1-1-1 0 0,0 1 1 0 0,0 0-1 0 0,0 0 1 0 0,0 0-1 0 0,0 0 1 0 0,0 0-1 0 0,0-1 1 0 0,0 1-1 0 0,1 0 1 0 0,-1 0-1 0 0,0 0 1 0 0,0 0-1 0 0,0 0 0 0 0,0 0 1 0 0,1-1-1 0 0,-48-3 863 0 0,34 2-796 0 0,-1 1 0 0 0,1 0 0 0 0,-1 0 0 0 0,1 2 0 0 0,-19 2 0 0 0,14 0-58 0 0,-39 9 34 0 0,54-12-92 0 0,0 1-1 0 0,0 0 1 0 0,0 1-1 0 0,0-1 1 0 0,0 0-1 0 0,0 1 1 0 0,0 0 0 0 0,0 0-1 0 0,0-1 1 0 0,1 2-1 0 0,-1-1 1 0 0,-3 4 0 0 0,6-5-1 0 0,-1 0 0 0 0,1 1 0 0 0,-1-1 0 0 0,1 0 0 0 0,0 0 1 0 0,-1 1-1 0 0,1-1 0 0 0,0 0 0 0 0,0 1 0 0 0,0-1 0 0 0,0 0 1 0 0,0 1-1 0 0,0-1 0 0 0,1 0 0 0 0,-1 1 0 0 0,0-1 0 0 0,1 0 1 0 0,-1 0-1 0 0,1 1 0 0 0,-1-1 0 0 0,1 0 0 0 0,-1 0 0 0 0,1 0 1 0 0,0 0-1 0 0,0 0 0 0 0,0 0 0 0 0,-1 0 0 0 0,1 0 1 0 0,0 0-1 0 0,0 0 0 0 0,0 0 0 0 0,1 0 0 0 0,0 0 0 0 0,40 25 61 0 0,-22-18-29 0 0,0-2 1 0 0,0 0-1 0 0,0-2 0 0 0,28 4 0 0 0,6 1 74 0 0,-3 3 109 0 0,83 31 1 0 0,-49-13 33 0 0,-79-28-234 0 0,0 0-1 0 0,-1-1 1 0 0,1 0-1 0 0,0-1 1 0 0,0 1-1 0 0,0-1 1 0 0,0 0-1 0 0,11-2 1 0 0,-16 2-11 0 0,0-1 0 0 0,0 1 1 0 0,1 0-1 0 0,-1-1 0 0 0,0 1 1 0 0,0 0-1 0 0,0-1 0 0 0,0 0 1 0 0,1 1-1 0 0,-1-1 0 0 0,0 0 1 0 0,0 1-1 0 0,0-1 0 0 0,0 0 1 0 0,-1 0-1 0 0,1 0 0 0 0,0 0 1 0 0,0 0-1 0 0,0 0 0 0 0,-1 0 1 0 0,1 0-1 0 0,-1 0 0 0 0,1 0 1 0 0,-1 0-1 0 0,1-1 0 0 0,-1 1 1 0 0,1 0-1 0 0,-1 0 0 0 0,0 0 1 0 0,0-1-1 0 0,0 1 0 0 0,0 0 1 0 0,0 0-1 0 0,0-1 0 0 0,0 1 1 0 0,0 0-1 0 0,0 0 0 0 0,0-1 1 0 0,-1 1-1 0 0,1 0 0 0 0,-1 0 1 0 0,1 0-1 0 0,-1-1 0 0 0,1 1 1 0 0,-1 0-1 0 0,1 0 0 0 0,-1 0 1 0 0,0 0-1 0 0,-1-1 0 0 0,-37-82 224 0 0,27 54-156 0 0,-1 1 0 0 0,-23-34 0 0 0,29 52-79 0 0,-1 1 0 0 0,0 0 0 0 0,0 0 0 0 0,-1 1 0 0 0,-1 0 0 0 0,1 1 0 0 0,-1 0 0 0 0,-1 1 0 0 0,-15-9 0 0 0,-15-3-390 0 0,-1 2 0 0 0,0 2 0 0 0,-61-13 1 0 0,95 26 235 0 0,-113-29-3667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4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83 560 0 0,'30'0'2001'0'0,"31"6"-80"0"0,-31-1-320 0 0,-30 3-481 0 0,30-8-960 0 0,0 0-1280 0 0,-30-19-801 0 0,-60-64-2001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83 3682 0 0,'-30'11'4562'0'0,"30"-3"-3282"0"0,-30-2-1360 0 0,30 0 0 0 0,-30-6 80 0 0,30-6-80 0 0,0-8-320 0 0,-30-10-1601 0 0,30-46-3201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230 318 1441 0 0,'1'-1'172'0'0,"1"1"1"0"0,0-1 0 0 0,0 1-1 0 0,-1-1 1 0 0,1 0 0 0 0,-1 0-1 0 0,1 0 1 0 0,-1 0 0 0 0,1 0-1 0 0,-1 0 1 0 0,0 0-1 0 0,1 0 1 0 0,-1-1 0 0 0,0 1-1 0 0,0 0 1 0 0,0-1 0 0 0,0 1-1 0 0,0-1 1 0 0,0 0 0 0 0,0 1-1 0 0,-1-1 1 0 0,1 1 0 0 0,0-1-1 0 0,-1 0 1 0 0,1 0 0 0 0,-1 1-1 0 0,0-1 1 0 0,0 0 0 0 0,0 0-1 0 0,0 1 1 0 0,0-1-1 0 0,0 0 1 0 0,0 0 0 0 0,-1-3-1 0 0,6 4 322 0 0,-1 1-451 0 0,-3 0-28 0 0,-1-1 0 0 0,1 1 0 0 0,0 0 0 0 0,0 0 0 0 0,-1 0 0 0 0,1 0 0 0 0,0 0 0 0 0,-1 0 0 0 0,1 0 0 0 0,0 0 0 0 0,-1 0 0 0 0,1 0 0 0 0,0 1 0 0 0,0-1 0 0 0,-1 0 0 0 0,1 0 0 0 0,0 1 0 0 0,-1-1 0 0 0,1 0 0 0 0,-1 1 0 0 0,1-1 0 0 0,0 1 0 0 0,-1-1 0 0 0,1 1 0 0 0,-1-1 0 0 0,1 1 0 0 0,-1-1-1 0 0,0 1 1 0 0,1-1 0 0 0,-1 1 0 0 0,1 0 0 0 0,-1-1 0 0 0,0 1 0 0 0,0-1 0 0 0,1 1 0 0 0,-1 0 0 0 0,0-1 0 0 0,0 1 0 0 0,0 0 0 0 0,0 0 0 0 0,1-1 0 0 0,-1 1 0 0 0,0 0 0 0 0,0-1 0 0 0,-1 1 0 0 0,1 1 0 0 0,1-1-8 0 0,0 0 0 0 0,0-1-1 0 0,0 1 1 0 0,0 0 0 0 0,0-1 0 0 0,0 1 0 0 0,0-1 0 0 0,0 0-1 0 0,0 1 1 0 0,0-1 0 0 0,0 0 0 0 0,0 1 0 0 0,0-1-1 0 0,1 0 1 0 0,-1 0 0 0 0,0 0 0 0 0,0 0 0 0 0,0 0 0 0 0,0 0-1 0 0,0 0 1 0 0,2-1 0 0 0,-3 1 3 0 0,5 0 70 0 0,-5 0-71 0 0,1-1-1 0 0,-1 1 1 0 0,0-1-1 0 0,0 1 1 0 0,0-1-1 0 0,1 1 1 0 0,-1 0-1 0 0,0-1 1 0 0,1 1-1 0 0,-1 0 1 0 0,0-1-1 0 0,1 1 1 0 0,-1 0-1 0 0,0-1 1 0 0,1 1-1 0 0,-1 0 1 0 0,0 0-1 0 0,1 0 1 0 0,-1-1-1 0 0,1 1 1 0 0,-1 0-1 0 0,1 0 1 0 0,-1 0-1 0 0,1 0 1 0 0,-1 0-1 0 0,0 0 1 0 0,1 0-1 0 0,-1 0 1 0 0,1 0-1 0 0,-1 0 1 0 0,1 0-1 0 0,-1 0 1 0 0,1 0-1 0 0,-1 0 1 0 0,1 0-1 0 0,-1 0 1 0 0,0 0-1 0 0,1 0 1 0 0,-1 1-1 0 0,1-1 1 0 0,13 0 856 0 0,-13 0-721 0 0,-1 0-141 0 0,0-1 0 0 0,0 1-1 0 0,0 0 1 0 0,0 0 0 0 0,0 0 0 0 0,0 0 0 0 0,0-1-1 0 0,0 1 1 0 0,0 0 0 0 0,0 0 0 0 0,0 0 0 0 0,0 0-1 0 0,0-1 1 0 0,0 1 0 0 0,0 0 0 0 0,0 0 0 0 0,0 0-1 0 0,0 0 1 0 0,0-1 0 0 0,0 1 0 0 0,0 0 0 0 0,0 0-1 0 0,0 0 1 0 0,0 0 0 0 0,-1 0 0 0 0,1-1 0 0 0,0 1 0 0 0,0 0-1 0 0,0 0 1 0 0,0 0 0 0 0,0 0 0 0 0,0 0 0 0 0,0 0-1 0 0,-1 0 1 0 0,1-1 0 0 0,0 1 0 0 0,0 0 0 0 0,0 0-1 0 0,0 0 1 0 0,-1 0 0 0 0,1 0 0 0 0,0 0 0 0 0,0 0-1 0 0,0 0 1 0 0,0 0 0 0 0,0 0 0 0 0,-1 0 0 0 0,1 0 0 0 0,0 0-1 0 0,0 0 1 0 0,0 0 0 0 0,0 0 0 0 0,-1 0 0 0 0,1 0-1 0 0,0 0 1 0 0,0 0 0 0 0,-1 0 0 0 0,-265 11 1024 0 0,210-9-920 0 0,51 4-54 0 0,0 0-40 0 0,-7 3 15 0 0,21 5 15 0 0,4 2-34 0 0,4 0-20 0 0,0-1 0 0 0,1-1 0 0 0,1-1 0 0 0,0 0 0 0 0,37 17 0 0 0,-35-19 21 0 0,0-1 0 0 0,1-2 0 0 0,0 0 1 0 0,1-1-1 0 0,-1-1 0 0 0,1-1 1 0 0,0-2-1 0 0,0 0 0 0 0,1-1 0 0 0,-1-1 1 0 0,0-1-1 0 0,38-6 0 0 0,-38 4-13 0 0,1 1-1 0 0,34 3 1 0 0,-40 0-4 0 0,1-1-1 0 0,-1-2 1 0 0,24-2-1 0 0,-35 2 12 0 0,-1-1 0 0 0,1 1 0 0 0,0-2-1 0 0,-1 1 1 0 0,0-1 0 0 0,1 0 0 0 0,-1 0 0 0 0,0 0-1 0 0,0-1 1 0 0,-1 0 0 0 0,1 0 0 0 0,-1-1 0 0 0,5-5-1 0 0,-6 7-3 0 0,-1-1 0 0 0,1 0 0 0 0,-1 0 0 0 0,0 0 0 0 0,-1-1 0 0 0,1 1 0 0 0,-1-1 0 0 0,1 1 0 0 0,-2-1 0 0 0,1 0 0 0 0,0 0 0 0 0,-1 0 0 0 0,0 0 0 0 0,0 0 0 0 0,0 0 0 0 0,-1 0 0 0 0,0 0 0 0 0,0 0 0 0 0,0 0 0 0 0,0 0 0 0 0,-1 0 0 0 0,0 0 0 0 0,-1-6 0 0 0,-2-2 0 0 0,-1 1 0 0 0,0-1 0 0 0,-1 1 0 0 0,0 0 0 0 0,0 0 0 0 0,-1 1 0 0 0,-11-13 0 0 0,1 4-4 0 0,0 1 0 0 0,-1 0-1 0 0,-1 2 1 0 0,-1 0-1 0 0,-1 1 1 0 0,0 1-1 0 0,-1 1 1 0 0,0 1-1 0 0,-1 1 1 0 0,0 1 0 0 0,-1 1-1 0 0,-1 1 1 0 0,1 1-1 0 0,-1 1 1 0 0,-1 1-1 0 0,1 1 1 0 0,-1 2-1 0 0,0 0 1 0 0,0 2 0 0 0,-26 2-1 0 0,42 0-8 0 0,1 0 0 0 0,-1 0 0 0 0,1 1 0 0 0,-16 5 0 0 0,23-6-11 0 0,0-1 0 0 0,0 1 0 0 0,1 0 0 0 0,-1 0 0 0 0,0 0 0 0 0,0 0 1 0 0,1 0-1 0 0,-1 1 0 0 0,1-1 0 0 0,-1 0 0 0 0,1 1 0 0 0,-1 0 0 0 0,1-1 0 0 0,0 1 1 0 0,0-1-1 0 0,0 1 0 0 0,0 0 0 0 0,0 0 0 0 0,0 0 0 0 0,0 0 0 0 0,1 0 1 0 0,-1 0-1 0 0,0 0 0 0 0,1 0 0 0 0,0 0 0 0 0,0 0 0 0 0,-1 3 0 0 0,1-5 16 0 0,0 7-173 0 0,-1 1 1 0 0,1-1 0 0 0,0 0-1 0 0,0 1 1 0 0,1-1-1 0 0,0 0 1 0 0,0 0 0 0 0,1 0-1 0 0,0 0 1 0 0,0 0 0 0 0,1 0-1 0 0,0 0 1 0 0,0-1-1 0 0,1 1 1 0 0,6 8 0 0 0,20 13-2742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5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1040 0 0,'0'1'83'0'0,"-1"-1"0"0"0,1 0 0 0 0,0 1 0 0 0,0-1 0 0 0,0 0-1 0 0,0 1 1 0 0,0-1 0 0 0,0 0 0 0 0,-1 1 0 0 0,1-1 0 0 0,0 0-1 0 0,0 1 1 0 0,0-1 0 0 0,0 0 0 0 0,0 1 0 0 0,1-1 0 0 0,-1 0-1 0 0,0 1 1 0 0,0-1 0 0 0,0 0 0 0 0,0 1 0 0 0,0-1 0 0 0,0 0-1 0 0,0 1 1 0 0,1-1 0 0 0,-1 0 0 0 0,0 1 0 0 0,0-1 0 0 0,0 0-1 0 0,1 0 1 0 0,-1 1 0 0 0,0-1 0 0 0,0 0 0 0 0,1 0-1 0 0,-1 1 1 0 0,0-1 0 0 0,1 0 0 0 0,-1 0 0 0 0,0 0 0 0 0,1 0-1 0 0,-1 0 1 0 0,1 1 0 0 0,7-1 186 0 0,-8 0-230 0 0,1 0 0 0 0,0 0 0 0 0,-1 0 0 0 0,1 0 1 0 0,0 0-1 0 0,-1 0 0 0 0,1 0 0 0 0,-1 0 0 0 0,1 1 0 0 0,0-1 0 0 0,-1 0 0 0 0,1 0 0 0 0,-1 0 0 0 0,1 1 0 0 0,0-1 0 0 0,-1 0 1 0 0,1 1-1 0 0,-1-1 0 0 0,1 0 0 0 0,-1 1 0 0 0,1-1 0 0 0,-1 1 0 0 0,1-1 0 0 0,-1 0 0 0 0,0 1 0 0 0,1 0 0 0 0,-1-1 0 0 0,0 1 0 0 0,1-1 1 0 0,-1 1-1 0 0,0-1 0 0 0,1 1 0 0 0,-1 0 0 0 0,0-1 0 0 0,0 1 0 0 0,0-1 0 0 0,0 1 0 0 0,0 0 0 0 0,0-1 0 0 0,0 1 0 0 0,0 0 0 0 0,0-1 1 0 0,0 1-1 0 0,0 1 0 0 0,0-2-34 0 0,0 0 1 0 0,0 1 0 0 0,0-1-1 0 0,0 1 1 0 0,0-1 0 0 0,1 1-1 0 0,-1-1 1 0 0,0 1-1 0 0,0-1 1 0 0,0 1 0 0 0,1-1-1 0 0,-1 0 1 0 0,0 1 0 0 0,0-1-1 0 0,1 0 1 0 0,-1 1 0 0 0,0-1-1 0 0,1 0 1 0 0,-1 1 0 0 0,1-1-1 0 0,-1 0 1 0 0,0 1 0 0 0,1-1-1 0 0,-1 0 1 0 0,1 0-1 0 0,-1 0 1 0 0,1 1 0 0 0,-1-1-1 0 0,0 0 1 0 0,1 0 0 0 0,-1 0-1 0 0,1 0 1 0 0,-1 0 0 0 0,1 0-1 0 0,-1 0 1 0 0,1 0 0 0 0,-1 0-1 0 0,1 0 1 0 0,0 0-4 0 0,-1 0 1 0 0,1 0-1 0 0,0 0 1 0 0,-1 0-1 0 0,1 0 1 0 0,0 0-1 0 0,-1 0 1 0 0,1 0-1 0 0,0 0 1 0 0,-1 0-1 0 0,1 1 1 0 0,-1-1-1 0 0,1 0 1 0 0,0 0-1 0 0,-1 1 1 0 0,1-1-1 0 0,-1 0 1 0 0,1 1-1 0 0,-1-1 1 0 0,1 1-1 0 0,-1-1 1 0 0,1 1-1 0 0,-1-1 1 0 0,0 1-1 0 0,1-1 1 0 0,-1 1-1 0 0,0-1 1 0 0,1 1-1 0 0,-1-1 1 0 0,0 1-1 0 0,0 0 1 0 0,1-1-1 0 0,-1 1 1 0 0,0 0-1 0 0,0-1 1 0 0,0 1-1 0 0,0-1 1 0 0,0 1-1 0 0,0 1 1 0 0,0-2-2 0 0,0 1 1 0 0,1-1 0 0 0,-1 1-1 0 0,0-1 1 0 0,1 0-1 0 0,-1 1 1 0 0,0-1-1 0 0,0 0 1 0 0,1 1-1 0 0,-1-1 1 0 0,1 0 0 0 0,-1 1-1 0 0,0-1 1 0 0,1 0-1 0 0,-1 1 1 0 0,1-1-1 0 0,-1 0 1 0 0,1 0-1 0 0,-1 0 1 0 0,0 0 0 0 0,1 1-1 0 0,-1-1 1 0 0,1 0-1 0 0,-1 0 1 0 0,1 0-1 0 0,-1 0 1 0 0,1 0-1 0 0,-1 0 1 0 0,1 0 0 0 0,-1 0-1 0 0,1 0 1 0 0,-1 0-1 0 0,1-1 1 0 0,0 1-1 0 0,0 0 0 0 0,-1 0 1 0 0,1-1-1 0 0,-1 1 0 0 0,1 0 0 0 0,-1 0 0 0 0,0 0 0 0 0,1 0 0 0 0,-1 0 0 0 0,1 0 0 0 0,-1 0 1 0 0,1 0-1 0 0,-1 0 0 0 0,1 0 0 0 0,-1 0 0 0 0,1 0 0 0 0,-1 0 0 0 0,1 1 0 0 0,-1-1 0 0 0,1 0 1 0 0,-1 0-1 0 0,1 0 0 0 0,-1 1 0 0 0,0-1 0 0 0,1 0 0 0 0,-1 1 0 0 0,1-1 0 0 0,-1 0 0 0 0,0 1 1 0 0,1-1-1 0 0,-1 0 0 0 0,0 1 0 0 0,0-1 0 0 0,1 1 0 0 0,-1 0 0 0 0,1 0 2 0 0,-1 0-1 0 0,1 0 0 0 0,-1 0 0 0 0,1 0 1 0 0,-1 0-1 0 0,1 0 0 0 0,0 0 1 0 0,0 0-1 0 0,-1-1 0 0 0,1 1 0 0 0,0 0 1 0 0,0 0-1 0 0,0-1 0 0 0,0 1 1 0 0,0 0-1 0 0,0-1 0 0 0,0 1 0 0 0,0-1 1 0 0,0 0-1 0 0,0 1 0 0 0,2 0 1 0 0,2 1 13 0 0,18 15 78 0 0,-18-13-54 0 0,1 0 0 0 0,-1 0 0 0 0,1 1 0 0 0,-1-1 0 0 0,6 8-1 0 0,-9-8-5 0 0,0 0-1 0 0,1-1 1 0 0,-1 1-1 0 0,1-1 0 0 0,0 0 1 0 0,0 0-1 0 0,0 0 1 0 0,1 0-1 0 0,-1 0 0 0 0,1-1 1 0 0,4 3-1 0 0,17 12 180 0 0,-13-6-48 0 0,-1-1 0 0 0,0 2 1 0 0,0 0-1 0 0,-2 0 0 0 0,16 24 0 0 0,39 81 759 0 0,-26-45-491 0 0,-23-47-278 0 0,-9-16-109 0 0,0 0 0 0 0,-1 1 0 0 0,0-1-1 0 0,0 1 1 0 0,-1 0 0 0 0,-1 0 0 0 0,1 0 0 0 0,-2 1 0 0 0,4 17-1 0 0,-7-28-129 0 0,-2-2-60 0 0,1-1 0 0 0,-1 1 0 0 0,1 0 0 0 0,0-1 0 0 0,0 1-1 0 0,0-1 1 0 0,0 0 0 0 0,0 0 0 0 0,1 0 0 0 0,-1 0 0 0 0,1 0 0 0 0,0 0-1 0 0,-1 0 1 0 0,2 0 0 0 0,-1-1 0 0 0,0-3 0 0 0,1-25-2244 0 0,0-20-1067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51 160 0 0,'2'9'9344'0'0,"8"-13"-7345"0"0,7-7-1897 0 0,-9 10-39 0 0,4-6 98 0 0,-8-9 239 0 0,-3-4 97 0 0,-1 20-496 0 0,0 0 1 0 0,1 1-1 0 0,-1-1 1 0 0,0 1 0 0 0,0-1-1 0 0,0 0 1 0 0,1 1-1 0 0,-1-1 1 0 0,0 0-1 0 0,1 1 1 0 0,-1-1-1 0 0,0 0 1 0 0,1 1-1 0 0,-1-1 1 0 0,0 0 0 0 0,1 0-1 0 0,-1 1 1 0 0,0-1-1 0 0,1 0 1 0 0,-1 0-1 0 0,1 0 1 0 0,-1 0-1 0 0,1 0 1 0 0,-1 1-1 0 0,0-1 1 0 0,1 0-1 0 0,-1 0 1 0 0,1 0 0 0 0,-1 0-1 0 0,1 0 1 0 0,-1 0-1 0 0,1 0 1 0 0,-1-1-1 0 0,0 1 1 0 0,1 0-1 0 0,0 0 1 0 0,-1 0 9 0 0,1-1 0 0 0,-1 1-1 0 0,1 0 1 0 0,-1 0 0 0 0,1 0 0 0 0,-1 0 0 0 0,1 0 0 0 0,-1 0 0 0 0,1 0-1 0 0,-1 0 1 0 0,1 0 0 0 0,-1 0 0 0 0,1 0 0 0 0,-1 0 0 0 0,1 0-1 0 0,-1 0 1 0 0,1 1 0 0 0,-1-1 0 0 0,1 0 0 0 0,-1 0 0 0 0,1 0 0 0 0,-1 1-1 0 0,1-1 1 0 0,-1 0 0 0 0,0 1 0 0 0,1-1 0 0 0,-1 0 0 0 0,1 1 0 0 0,-1-1-1 0 0,0 0 1 0 0,0 1 0 0 0,1-1 0 0 0,-1 1 0 0 0,0-1 0 0 0,0 1-1 0 0,1-1 1 0 0,-1 1 0 0 0,0 0 0 0 0,0 0 8 0 0,0 0 0 0 0,1 0 1 0 0,-1 0-1 0 0,0 0 0 0 0,0 0 0 0 0,1 0 0 0 0,-1-1 1 0 0,0 1-1 0 0,1 0 0 0 0,-1 0 0 0 0,1 0 0 0 0,-1 0 0 0 0,1-1 1 0 0,-1 1-1 0 0,1 0 0 0 0,0-1 0 0 0,-1 1 0 0 0,1 0 1 0 0,0-1-1 0 0,0 1 0 0 0,0-1 0 0 0,1 2 0 0 0,-1-2 12 0 0,0 1 1 0 0,0 0-1 0 0,1 0 0 0 0,-1 0 0 0 0,0 0 0 0 0,0 0 0 0 0,0 0 0 0 0,0 0 0 0 0,0 0 0 0 0,0 0 0 0 0,-1 1 0 0 0,1-1 0 0 0,0 0 0 0 0,0 1 1 0 0,-1-1-1 0 0,1 0 0 0 0,-1 1 0 0 0,0-1 0 0 0,1 1 0 0 0,-1-1 0 0 0,0 1 0 0 0,0-1 0 0 0,0 3 0 0 0,0 96 1183 0 0,2-98-1209 0 0,0 0-1 0 0,1-1 1 0 0,-1 1 0 0 0,0-1-1 0 0,1 1 1 0 0,-1-1-1 0 0,0 0 1 0 0,1 0 0 0 0,-1 0-1 0 0,1 0 1 0 0,0-1-1 0 0,-1 1 1 0 0,1-1 0 0 0,0 1-1 0 0,-1-1 1 0 0,4 0-1 0 0,10 3 12 0 0,10 4 2 0 0,0-1 1 0 0,0-1 0 0 0,0-1 0 0 0,41 1 0 0 0,105-12 38 0 0,-128 4-48 0 0,-33 2-26 0 0,-1 0 1 0 0,1-1 0 0 0,-1-1-1 0 0,1 0 1 0 0,17-7 0 0 0,-18 6-46 0 0,-10 4 57 0 0,1 0 0 0 0,-1 0 1 0 0,0 0-1 0 0,1-1 1 0 0,-1 1-1 0 0,0 0 1 0 0,1 0-1 0 0,-1 0 1 0 0,0-1-1 0 0,1 1 1 0 0,-1 0-1 0 0,0-1 1 0 0,0 1-1 0 0,1 0 1 0 0,-1 0-1 0 0,0-1 1 0 0,0 1-1 0 0,0 0 1 0 0,1-1-1 0 0,-1 1 0 0 0,0-1 1 0 0,0 1-1 0 0,0 0 1 0 0,0-1-1 0 0,0 1 1 0 0,0 0-1 0 0,0-1 1 0 0,1 1-1 0 0,-1-1 1 0 0,0 1-1 0 0,-1 0 1 0 0,1-1-1 0 0,0 1 1 0 0,0-1-1 0 0,0 1 1 0 0,0 0-1 0 0,0-1 0 0 0,0 1 1 0 0,0 0-1 0 0,-1-1 1 0 0,1 1-1 0 0,0-1 1 0 0,0 1-1 0 0,0 0 1 0 0,-1 0-1 0 0,1-1 1 0 0,0 1-1 0 0,0 0 1 0 0,-1-1-1 0 0,1 1 1 0 0,0 0-1 0 0,-1 0 1 0 0,1-1-1 0 0,0 1 1 0 0,-1 0-1 0 0,1 0 0 0 0,0 0 1 0 0,-1 0-1 0 0,1 0 1 0 0,-1-1-1 0 0,-23-13-117 0 0,24 14 107 0 0,-13-8-60 0 0,0 0 0 0 0,1-1 1 0 0,-20-17-1 0 0,23 17 45 0 0,-1 0 0 0 0,-1 1-1 0 0,1 1 1 0 0,-2-1 0 0 0,-17-8 0 0 0,17 12-7 0 0,9 3 22 0 0,-1 1 1 0 0,1-1 0 0 0,0 0-1 0 0,-1 0 1 0 0,1-1-1 0 0,0 1 1 0 0,0-1-1 0 0,0 0 1 0 0,0 0-1 0 0,0 0 1 0 0,0 0 0 0 0,0 0-1 0 0,1 0 1 0 0,-4-4-1 0 0,6 0-25 0 0,10 15 360 0 0,16 6-98 0 0,-1 2 0 0 0,0 1 0 0 0,-2 0 0 0 0,30 31 0 0 0,86 103 468 0 0,-139-152-689 0 0,79 108 189 0 0,-72-98-206 0 0,21 23-195 0 0,-27-32-44 0 0,1 1 0 0 0,-1-1 0 0 0,1 0 0 0 0,-1 0 1 0 0,1-1-1 0 0,0 1 0 0 0,0 0 0 0 0,-1 0 1 0 0,1-1-1 0 0,0 1 0 0 0,0-1 0 0 0,0 0 1 0 0,0 0-1 0 0,0 1 0 0 0,0-1 0 0 0,-1 0 1 0 0,1-1-1 0 0,0 1 0 0 0,0 0 0 0 0,0 0 0 0 0,3-2 1 0 0,45-10-5696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1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2321 0 0,'0'0'117'0'0,"0"-1"0"0"0,0 1 1 0 0,0-1-1 0 0,0 0 0 0 0,0 1 0 0 0,0-1 0 0 0,0 1 1 0 0,0-1-1 0 0,0 0 0 0 0,1 1 0 0 0,-1-1 0 0 0,0 1 1 0 0,0-1-1 0 0,1 1 0 0 0,-1-1 0 0 0,0 0 0 0 0,1 1 1 0 0,-1-1-1 0 0,0 1 0 0 0,1 0 0 0 0,-1-1 0 0 0,1 1 1 0 0,-1-1-1 0 0,0 1 0 0 0,1 0 0 0 0,-1-1 0 0 0,1 1 1 0 0,0 0-1 0 0,-1-1 0 0 0,1 1 0 0 0,-1 0 0 0 0,1 0 1 0 0,-1-1-1 0 0,1 1 0 0 0,0 0 0 0 0,-1 0 0 0 0,1 0 1 0 0,-1 0-1 0 0,1 0 0 0 0,0 0 0 0 0,0 0 0 0 0,0 0-58 0 0,-1 0 0 0 0,1 0-1 0 0,-1 0 1 0 0,1 0-1 0 0,-1 0 1 0 0,1 0-1 0 0,-1 0 1 0 0,1 0-1 0 0,-1 0 1 0 0,1 0 0 0 0,-1 0-1 0 0,1-1 1 0 0,-1 1-1 0 0,1 0 1 0 0,-1 0-1 0 0,1-1 1 0 0,-1 1 0 0 0,1 0-1 0 0,-1 0 1 0 0,0-1-1 0 0,1 1 1 0 0,-1-1-1 0 0,1 1 1 0 0,-1 0-1 0 0,0-1 1 0 0,0 1 0 0 0,1-1-1 0 0,-1 1 1 0 0,0-1-1 0 0,0 1 1 0 0,1-1-1 0 0,-1 1 1 0 0,0-1-1 0 0,0 1 1 0 0,0-1 0 0 0,0 1-1 0 0,0-1 1 0 0,0 1-1 0 0,0-1 1 0 0,0 0-1 0 0,0 0 436 0 0,5-1-187 0 0,16-3-187 0 0,-5 0-132 0 0,1 0-1 0 0,24-13 1 0 0,-27 11-19 0 0,1 0 0 0 0,1 2 1 0 0,20-6-1 0 0,-9 4 47 0 0,-16 3-23 0 0,1 1-1 0 0,-1 1 0 0 0,20-2 0 0 0,-27 4 25 0 0,0 0 0 0 0,0 0-1 0 0,0 1 1 0 0,0-1 0 0 0,0 1 0 0 0,0 0-1 0 0,0 0 1 0 0,0 0 0 0 0,0 1 0 0 0,-1-1-1 0 0,1 1 1 0 0,0 0 0 0 0,-1 0 0 0 0,1 0-1 0 0,2 4 1 0 0,22 14 150 0 0,-21-16-142 0 0,-1 0-1 0 0,-1 0 1 0 0,1 0 0 0 0,-1 0-1 0 0,1 1 1 0 0,-1 0-1 0 0,-1 0 1 0 0,1 0-1 0 0,-1 1 1 0 0,1 0 0 0 0,-2 0-1 0 0,1 0 1 0 0,-1 0-1 0 0,0 0 1 0 0,4 12-1 0 0,-4-4 25 0 0,-1 0-1 0 0,0 0 1 0 0,-2 0-1 0 0,1 0 0 0 0,-2 0 1 0 0,0 0-1 0 0,-5 28 0 0 0,-39 83 419 0 0,42-116-414 0 0,-1 1 0 0 0,0-1-1 0 0,0 0 1 0 0,-1 0 0 0 0,-7 9-1 0 0,10-15-40 0 0,0 0 1 0 0,0-1-1 0 0,-1 0 0 0 0,1 1 0 0 0,-1-1 0 0 0,0 0 1 0 0,1-1-1 0 0,-1 1 0 0 0,0 0 0 0 0,0-1 1 0 0,0 1-1 0 0,0-1 0 0 0,-1 0 0 0 0,1 0 0 0 0,0 0 1 0 0,0-1-1 0 0,-1 1 0 0 0,1-1 0 0 0,-7 0 0 0 0,3 0-14 0 0,-1-1-1 0 0,1 0 0 0 0,-1-1 0 0 0,1 0 0 0 0,-1 0 0 0 0,1 0 1 0 0,0-1-1 0 0,0 0 0 0 0,0-1 0 0 0,1 1 0 0 0,-1-1 0 0 0,1-1 1 0 0,0 1-1 0 0,0-1 0 0 0,0 0 0 0 0,1 0 0 0 0,0-1 0 0 0,0 0 1 0 0,0 0-1 0 0,-4-7 0 0 0,-2-3-19 0 0,1 0 0 0 0,1-1 0 0 0,0-1 0 0 0,2 1 0 0 0,0-1 0 0 0,-7-28 0 0 0,13 42 15 0 0,-1 0-1 0 0,1-1 1 0 0,1 1-1 0 0,-1 0 1 0 0,1-1-1 0 0,-1 1 1 0 0,1 0 0 0 0,0-1-1 0 0,1 1 1 0 0,-1-1-1 0 0,1 1 1 0 0,0 0-1 0 0,0 0 1 0 0,0-1 0 0 0,1 1-1 0 0,-1 0 1 0 0,1 0-1 0 0,0 0 1 0 0,0 0 0 0 0,1 1-1 0 0,-1-1 1 0 0,6-6-1 0 0,-4 7 5 0 0,0 1-1 0 0,0-1 0 0 0,0 1 1 0 0,0 0-1 0 0,0 0 1 0 0,0 0-1 0 0,0 1 0 0 0,0 0 1 0 0,1-1-1 0 0,-1 2 1 0 0,1-1-1 0 0,-1 0 1 0 0,1 1-1 0 0,-1 0 0 0 0,1 0 1 0 0,-1 0-1 0 0,1 0 1 0 0,-1 1-1 0 0,0 0 0 0 0,1 0 1 0 0,-1 0-1 0 0,7 3 1 0 0,48 16 59 0 0,-2 4 1 0 0,0 1 0 0 0,77 48-1 0 0,-121-66-45 0 0,0 1 0 0 0,-1 1-1 0 0,0 0 1 0 0,0 1 0 0 0,-1 0-1 0 0,0 0 1 0 0,-1 1 0 0 0,0 1-1 0 0,15 23 1 0 0,-17-24 17 0 0,1 0 1 0 0,0 0-1 0 0,13 11 0 0 0,-14-13-21 0 0,-8-9-14 0 0,0 0-1 0 0,0 0 1 0 0,0 1-1 0 0,0-1 0 0 0,1 0 1 0 0,-1 0-1 0 0,0 1 1 0 0,0-1-1 0 0,0 0 1 0 0,0 0-1 0 0,0 1 1 0 0,0-1-1 0 0,0 0 1 0 0,0 1-1 0 0,0-1 1 0 0,0 0-1 0 0,0 0 1 0 0,0 1-1 0 0,0-1 1 0 0,0 0-1 0 0,0 1 0 0 0,-1-1 1 0 0,1 0-1 0 0,0 0 1 0 0,0 1-1 0 0,0-1 1 0 0,0 0-1 0 0,0 0 1 0 0,-1 1-1 0 0,1-1 1 0 0,0 0-1 0 0,0 0 1 0 0,0 0-1 0 0,-1 1 1 0 0,1-1-1 0 0,0 0 1 0 0,0 0-1 0 0,-1 0 0 0 0,1 0 1 0 0,0 0-1 0 0,0 0 1 0 0,-1 1-1 0 0,1-1 1 0 0,0 0-1 0 0,0 0 1 0 0,-1 0-1 0 0,1 0 1 0 0,0 0-1 0 0,-1 0 1 0 0,1 0-1 0 0,0 0 1 0 0,0 0-1 0 0,-1 0 1 0 0,1 0-1 0 0,0 0 0 0 0,-1 0 1 0 0,1-1-1 0 0,0 1 1 0 0,0 0-1 0 0,-1 0 1 0 0,1 0-1 0 0,0 0 1 0 0,0 0-1 0 0,-1 0 1 0 0,1-1-1 0 0,-10-1-485 0 0,10-3-51 0 0,1 4 422 0 0,1 0 0 0 0,0 0 0 0 0,-1 0 0 0 0,1 0-1 0 0,-1-1 1 0 0,1 1 0 0 0,-1 0 0 0 0,0-1 0 0 0,1 0 0 0 0,-1 1 0 0 0,0-1 0 0 0,0 0 0 0 0,0 1-1 0 0,-1-1 1 0 0,1 0 0 0 0,1-2 0 0 0,1-43-4135 0 0,-3 44 3960 0 0,0-34-2077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408 121 960 0 0,'-241'-11'8951'0'0,"226"11"-8796"0"0,-1 1 1 0 0,1 0-1 0 0,0 1 0 0 0,-25 7 0 0 0,37-9-121 0 0,0 1 0 0 0,-1 0 0 0 0,1 0 0 0 0,0 0 0 0 0,0 0 0 0 0,0 1 0 0 0,0 0 0 0 0,0-1 0 0 0,0 1 0 0 0,0 0 0 0 0,1 0 0 0 0,-1 0 0 0 0,0 1 0 0 0,1-1 0 0 0,0 1-1 0 0,0-1 1 0 0,0 1 0 0 0,0 0 0 0 0,0 0 0 0 0,0 0 0 0 0,1 0 0 0 0,-1 0 0 0 0,1 0 0 0 0,0 0 0 0 0,0 0 0 0 0,0 0 0 0 0,0 1 0 0 0,0 5 0 0 0,2-5-13 0 0,0-1 0 0 0,0 1 0 0 0,0-1 0 0 0,1 1 1 0 0,-1-1-1 0 0,1 0 0 0 0,0 0 0 0 0,0 0 0 0 0,0 1 0 0 0,1-2 0 0 0,-1 1 0 0 0,1 0 0 0 0,-1 0 1 0 0,1-1-1 0 0,4 3 0 0 0,52 39 167 0 0,-47-36-154 0 0,1 2-24 0 0,1-1-1 0 0,0-1 0 0 0,0 0 1 0 0,1-1-1 0 0,0 0 0 0 0,1-1 1 0 0,-1-1-1 0 0,1 0 0 0 0,0-1 1 0 0,1-1-1 0 0,-1 0 0 0 0,0-2 1 0 0,1 0-1 0 0,-1 0 0 0 0,1-2 1 0 0,-1 0-1 0 0,1 0 0 0 0,-1-2 1 0 0,19-5-1 0 0,-33 8-12 0 0,-1-1-1 0 0,1 0 1 0 0,0 1 0 0 0,-1-1 0 0 0,1 0-1 0 0,0 0 1 0 0,-1 0 0 0 0,1 0-1 0 0,-1-1 1 0 0,1 1 0 0 0,-1 0-1 0 0,0-1 1 0 0,1 1 0 0 0,-1 0-1 0 0,0-1 1 0 0,0 0 0 0 0,0 1 0 0 0,0-1-1 0 0,0 0 1 0 0,-1 1 0 0 0,2-5-1 0 0,-1 3 2 0 0,-1-1 0 0 0,0 0 0 0 0,1 1-1 0 0,-2-1 1 0 0,1 0 0 0 0,0 1-1 0 0,-1-1 1 0 0,1 1 0 0 0,-1-1 0 0 0,0 0-1 0 0,0 1 1 0 0,-1-1 0 0 0,1 1 0 0 0,-3-5-1 0 0,-6-8-1 0 0,0-1-1 0 0,0 1 1 0 0,-2 1 0 0 0,0 0-1 0 0,-1 1 1 0 0,0 0-1 0 0,-1 1 1 0 0,-1 0-1 0 0,0 1 1 0 0,0 1-1 0 0,-1 1 1 0 0,-1 0-1 0 0,0 1 1 0 0,0 0 0 0 0,-1 2-1 0 0,1 0 1 0 0,-28-6-1 0 0,26 9-14 0 0,1 0 0 0 0,0-1 0 0 0,0 0 0 0 0,0-2 0 0 0,0 0 0 0 0,-19-12 0 0 0,93 19-929 0 0,-31-1 709 0 0,120 8-3012 0 0,-39 0 739 0 0,64-2-1036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2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16 240 0 0,'-5'-3'670'0'0,"0"1"0"0"0,0 1-1 0 0,0-1 1 0 0,0 1 0 0 0,0 0 0 0 0,-1 0 0 0 0,-8 0-1 0 0,10 0-224 0 0,-5 0 23 0 0,0 0 1 0 0,0 1-1 0 0,0 0 1 0 0,0 0-1 0 0,-18 4 1 0 0,-27 2 1002 0 0,44-6-1236 0 0,-29 2 407 0 0,0 2 0 0 0,-39 9 0 0 0,78-13-636 0 0,0 0-1 0 0,-1 0 1 0 0,1 0 0 0 0,0 0 0 0 0,-1 0 0 0 0,1 0 0 0 0,0 0 0 0 0,-1 0 0 0 0,1 0-1 0 0,0 0 1 0 0,-1 0 0 0 0,1 1 0 0 0,0-1 0 0 0,-1 0 0 0 0,1 0 0 0 0,0 0 0 0 0,0 1 0 0 0,-1-1-1 0 0,1 0 1 0 0,0 0 0 0 0,0 1 0 0 0,-1-1 0 0 0,1 0 0 0 0,0 0 0 0 0,0 1 0 0 0,0-1-1 0 0,-1 0 1 0 0,1 1 0 0 0,0-1 0 0 0,0 0 0 0 0,0 1 0 0 0,0-1 0 0 0,0 0 0 0 0,0 1-1 0 0,0-1 1 0 0,0 0 0 0 0,0 1 0 0 0,0-1 0 0 0,0 0 0 0 0,0 1 0 0 0,0-1 0 0 0,0 0-1 0 0,0 1 1 0 0,0-1 0 0 0,0 0 0 0 0,0 1 0 0 0,1-1 0 0 0,-1 0 0 0 0,0 1 0 0 0,0-1 0 0 0,0 0-1 0 0,0 0 1 0 0,1 1 0 0 0,-1-1 0 0 0,0 0 0 0 0,0 0 0 0 0,1 1 0 0 0,-1-1 0 0 0,9 13 19 0 0,0 0 0 0 0,1-1 0 0 0,1 0 0 0 0,-1-1 1 0 0,2 0-1 0 0,0 0 0 0 0,0-2 0 0 0,24 16 0 0 0,39 14 308 0 0,120 45 0 0 0,-147-67-193 0 0,1-2 1 0 0,0-3-1 0 0,92 12 1 0 0,-130-23-163 0 0,0-1 1 0 0,-1 0 0 0 0,1 0-1 0 0,0-1 1 0 0,-1-1-1 0 0,1 1 1 0 0,-1-2 0 0 0,0 1-1 0 0,16-7 1 0 0,-24 8 6 0 0,0 1 0 0 0,0-1 0 0 0,-1 1 0 0 0,1-1 0 0 0,0 0 0 0 0,-1 0 0 0 0,1 0 0 0 0,0 0 0 0 0,-1 0 0 0 0,1 0 0 0 0,-1 0 0 0 0,1 0 0 0 0,-1 0 0 0 0,0-1 0 0 0,0 1 0 0 0,0-1 0 0 0,1 1 0 0 0,-1-1 0 0 0,0 1 0 0 0,-1-1 0 0 0,1 0 0 0 0,0 1 0 0 0,0-1 0 0 0,-1 0 0 0 0,1 0 1 0 0,0-2-1 0 0,-3 1 7 0 0,1-1 0 0 0,0 1 0 0 0,-1 0 0 0 0,1 0 0 0 0,-1 0 0 0 0,0 0 0 0 0,0 1 0 0 0,0-1 0 0 0,-1 0 0 0 0,1 1 1 0 0,-1 0-1 0 0,1-1 0 0 0,-1 1 0 0 0,0 0 0 0 0,1 0 0 0 0,-1 1 0 0 0,-6-4 0 0 0,-212-135 88 0 0,199 127-75 0 0,0 1 0 0 0,-1 1 0 0 0,0 2 0 0 0,-1 0-1 0 0,0 1 1 0 0,-1 1 0 0 0,1 2 0 0 0,-40-5 0 0 0,7 7-544 0 0,1 1-1 0 0,-87 10 1 0 0,87 0-861 0 0,56-8 1325 0 0,-1 0 0 0 0,1 1 0 0 0,-1-1 0 0 0,1 0 0 0 0,-1 0 1 0 0,1 1-1 0 0,0-1 0 0 0,-1 0 0 0 0,1 1 0 0 0,-1-1 1 0 0,1 0-1 0 0,0 1 0 0 0,-1-1 0 0 0,1 0 0 0 0,0 1 0 0 0,-1-1 1 0 0,1 1-1 0 0,0-1 0 0 0,0 1 0 0 0,-1-1 0 0 0,1 1 1 0 0,0-1-1 0 0,0 1 0 0 0,0-1 0 0 0,0 1 0 0 0,0-1 0 0 0,0 1 1 0 0,0-1-1 0 0,0 1 0 0 0,0-1 0 0 0,0 1 0 0 0,0-1 1 0 0,0 1-1 0 0,0-1 0 0 0,0 1 0 0 0,0-1 0 0 0,0 1 0 0 0,1-1 1 0 0,-1 1-1 0 0,0-1 0 0 0,0 1 0 0 0,1-1 0 0 0,-1 1 1 0 0,0-1-1 0 0,1 1 0 0 0,24 34-6315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2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2881 0 0,'-60'6'4402'0'0,"-30"7"-3361"0"0,59 1-1601 0 0,62-3-161 0 0,-31-5 1 0 0,30 2-1041 0 0,30 3-800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4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0 880 0 0,'30'6'2081'0'0,"0"0"-240"0"0,1 1-320 0 0,-1 5-881 0 0,0-12-1280 0 0,-30-12-2562 0 0,0-7 1442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6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212 173 1121 0 0,'0'1'83'0'0,"0"-1"1"0"0,0 1 0 0 0,0-1 0 0 0,0 1 0 0 0,0 0-1 0 0,0-1 1 0 0,0 1 0 0 0,0-1 0 0 0,0 1 0 0 0,0-1-1 0 0,-1 1 1 0 0,1 0 0 0 0,0-1 0 0 0,0 1 0 0 0,-1-1-1 0 0,1 1 1 0 0,0-1 0 0 0,-1 1 0 0 0,1-1 0 0 0,0 0-1 0 0,-1 1 1 0 0,1-1 0 0 0,-1 1 0 0 0,1-1 0 0 0,-1 0-1 0 0,1 1 1 0 0,-1-1 0 0 0,1 0 0 0 0,-1 0 0 0 0,1 1-1 0 0,-1-1 1 0 0,1 0 0 0 0,-1 0 0 0 0,0 0 0 0 0,1 0-1 0 0,-1 0 1 0 0,1 1 0 0 0,-1-1 0 0 0,0 0 0 0 0,0-1-1 0 0,1 1-33 0 0,-1 0 0 0 0,0 0 0 0 0,1 0 0 0 0,-1 0 0 0 0,1 0 0 0 0,-1 1 0 0 0,0-1 0 0 0,1 0 0 0 0,-1 0 0 0 0,1 0 0 0 0,-1 0-1 0 0,1 1 1 0 0,-1-1 0 0 0,1 0 0 0 0,-1 1 0 0 0,1-1 0 0 0,-1 0 0 0 0,1 1 0 0 0,-1-1 0 0 0,1 0 0 0 0,-1 1 0 0 0,1-1 0 0 0,0 1-1 0 0,-1-1 1 0 0,1 1 0 0 0,0-1 0 0 0,-1 1 0 0 0,1-1 0 0 0,0 1 0 0 0,0 0 0 0 0,-1-1 0 0 0,1 1 0 0 0,0-1 0 0 0,0 1 0 0 0,0-1-1 0 0,0 1 1 0 0,0 0 0 0 0,0-1 0 0 0,0 1 0 0 0,0 0 0 0 0,0 0-19 0 0,-1 0 1 0 0,0 0-1 0 0,1 0 1 0 0,-1-1-1 0 0,0 1 1 0 0,1 0-1 0 0,-1 0 1 0 0,0-1-1 0 0,0 1 1 0 0,1-1-1 0 0,-1 1 0 0 0,0-1 1 0 0,0 1-1 0 0,0-1 1 0 0,0 1-1 0 0,0-1 1 0 0,0 0-1 0 0,0 1 1 0 0,0-1-1 0 0,0 0 1 0 0,0 0-1 0 0,0 0 0 0 0,0 0 1 0 0,0 0-1 0 0,-2 0 1 0 0,2 0 57 0 0,-8-2 282 0 0,0-2 1 0 0,0 1-1 0 0,0-1 0 0 0,1 0 0 0 0,-1-1 1 0 0,1 0-1 0 0,-8-6 0 0 0,-3-1 34 0 0,15 9-353 0 0,0 1 0 0 0,0-1 0 0 0,0 0 0 0 0,1 0 1 0 0,-1-1-1 0 0,1 1 0 0 0,0-1 0 0 0,0 1 0 0 0,0-1 0 0 0,0 0 0 0 0,0 0 0 0 0,1 0 1 0 0,0-1-1 0 0,0 1 0 0 0,-2-7 0 0 0,1-1-35 0 0,1 0 1 0 0,0-1-1 0 0,1 0 0 0 0,0-24 0 0 0,1 36-76 0 0,1 0 0 0 0,-1 0 0 0 0,1 0 0 0 0,-1 0 0 0 0,1 1-1 0 0,0-1 1 0 0,-1 0 0 0 0,1 0 0 0 0,0 1 0 0 0,0-1 0 0 0,-1 0 0 0 0,1 1-1 0 0,0-1 1 0 0,0 1 0 0 0,0-1 0 0 0,0 1 0 0 0,0 0 0 0 0,0-1-1 0 0,0 1 1 0 0,0 0 0 0 0,0-1 0 0 0,0 1 0 0 0,0 0 0 0 0,0 0-1 0 0,0 0 1 0 0,0 0 0 0 0,0 0 0 0 0,1 0 0 0 0,38 1-2307 0 0,-35 0 2059 0 0,0 0 0 0 0,-1 0 0 0 0,1 0 0 0 0,-1 0 1 0 0,1 1-1 0 0,-1 0 0 0 0,0 0 0 0 0,1 0 0 0 0,5 4 0 0 0,-6-1-204 0 0,1-1-1 0 0,-1 1 0 0 0,0 1 0 0 0,0-1 0 0 0,0 1 0 0 0,-1-1 0 0 0,4 9 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7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85 2001 0 0,'-55'-8'4602'0'0,"50"6"-3338"0"0,0-3-500 0 0,-15 1-364 0 0,10-4 173 0 0,2 6-478 0 0,8 2-75 0 0,-1 0 0 0 0,0 0 0 0 0,0 0 0 0 0,1 0 0 0 0,-1 0 1 0 0,0 0-1 0 0,1-1 0 0 0,-1 1 0 0 0,0 0 0 0 0,0 0 0 0 0,1-1 1 0 0,-1 1-1 0 0,0 0 0 0 0,1-1 0 0 0,-1 1 0 0 0,1-1 1 0 0,-1 1-1 0 0,1-1 0 0 0,-1 1 0 0 0,1-1 0 0 0,-1 1 0 0 0,1-1 1 0 0,-1 0-1 0 0,1 1 0 0 0,-1-1 0 0 0,1 1 0 0 0,0-1 1 0 0,0 0-1 0 0,-1 1 0 0 0,1-1 0 0 0,0 0 0 0 0,0 0 0 0 0,0 1 1 0 0,-1-2-1 0 0,1 1 220 0 0,17-7-172 0 0,0 2 1 0 0,0 0 0 0 0,0 1-1 0 0,1 0 1 0 0,0 2-1 0 0,24-3 1 0 0,-37 6 24 0 0,0 0 54 0 0,21 0 240 0 0,-26 8 41 0 0,-1-7-411 0 0,1 1-1 0 0,0-1 1 0 0,-1 1 0 0 0,1-1 0 0 0,0 1 0 0 0,0-1-1 0 0,0 1 1 0 0,0-1 0 0 0,1 1 0 0 0,-1-1 0 0 0,0 1-1 0 0,1-1 1 0 0,-1 1 0 0 0,1-1 0 0 0,-1 1 0 0 0,1-1-1 0 0,0 0 1 0 0,1 3 0 0 0,58 0-60 0 0,-5-1-7 0 0,-20 0 74 0 0,46-2-1 0 0,14 1 10 0 0,-72-2-33 0 0,44 6 13 0 0,-67-6-12 0 0,0 0 0 0 0,1 0 0 0 0,-1 0 0 0 0,0 0 0 0 0,0 0 0 0 0,0 0 0 0 0,0 0 1 0 0,0 0-1 0 0,1 0 0 0 0,-1 0 0 0 0,0 0 0 0 0,0 0 0 0 0,0 0 0 0 0,0 0 0 0 0,0 1 0 0 0,0-1 0 0 0,1 0 0 0 0,-1 0 0 0 0,0 0 0 0 0,0 0 0 0 0,0 0 0 0 0,0 0 0 0 0,0 0 0 0 0,0 1 1 0 0,0-1-1 0 0,0 0 0 0 0,0 0 0 0 0,0 0 0 0 0,1 0 0 0 0,-1 0 0 0 0,0 1 0 0 0,0-1 0 0 0,0 0 0 0 0,0 0 0 0 0,0 0 0 0 0,0 0 0 0 0,0 0 0 0 0,0 1 0 0 0,0-1 0 0 0,0 0 0 0 0,0 0 1 0 0,0 0-1 0 0,-1 0 0 0 0,1 0 0 0 0,0 1 0 0 0,0-1 0 0 0,0 0 0 0 0,0 0 0 0 0,0 0 0 0 0,0 0 0 0 0,0 0 0 0 0,0 0 0 0 0,0 1 0 0 0,0-1 0 0 0,0 0 0 0 0,-1 0 0 0 0,1 0 0 0 0,0 0 1 0 0,0 0-1 0 0,0 0 0 0 0,0 0 0 0 0,0 0 0 0 0,0 0 0 0 0,-1 0 0 0 0,1 0 0 0 0,0 0 0 0 0,0 1 0 0 0,0-1 0 0 0,-19 11 120 0 0,-28 9 85 0 0,-39 14 74 0 0,76-22-613 0 0,-6-7 492 0 0,8 1-1251 0 0,12 4-4485 0 0,21 7 1082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39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244 206 1201 0 0,'-63'-20'3398'0'0,"50"18"-2935"0"0,1-2-1 0 0,0 1 0 0 0,0-2 0 0 0,-22-11 0 0 0,33 16-460 0 0,1 0 1 0 0,0 0-1 0 0,-1 0 0 0 0,1 0 1 0 0,0 0-1 0 0,-1 0 0 0 0,1 0 1 0 0,0 0-1 0 0,0 0 0 0 0,-1 0 1 0 0,1-1-1 0 0,0 1 1 0 0,-1 0-1 0 0,1 0 0 0 0,0 0 1 0 0,0 0-1 0 0,-1-1 0 0 0,1 1 1 0 0,0 0-1 0 0,0 0 0 0 0,0-1 1 0 0,-1 1-1 0 0,1 0 1 0 0,0 0-1 0 0,0-1 0 0 0,0 1 1 0 0,0 0-1 0 0,0 0 0 0 0,-1-1 1 0 0,1 1-1 0 0,0 0 0 0 0,0-1 1 0 0,0 1-1 0 0,0 0 0 0 0,0-1 1 0 0,0 1-1 0 0,0 0 1 0 0,0-1-1 0 0,0 1 0 0 0,0 0 1 0 0,0-1-1 0 0,0 1 0 0 0,0 0 1 0 0,1-1-1 0 0,-4-3 39 0 0,1 4-9 0 0,1 0-16 0 0,-1 0 0 0 0,1 0 0 0 0,-1-1 1 0 0,1 1-1 0 0,-1 0 0 0 0,1-1 0 0 0,0 1 0 0 0,-1-1 0 0 0,1 1 0 0 0,0-1 1 0 0,-1 0-1 0 0,1 0 0 0 0,0 1 0 0 0,0-1 0 0 0,0 0 0 0 0,-2-1 0 0 0,-2 1 144 0 0,4 1-125 0 0,0 0-20 0 0,0 0 0 0 0,0 0-1 0 0,0 1 1 0 0,0-1 0 0 0,0 0-1 0 0,0 0 1 0 0,0 0 0 0 0,0 0-1 0 0,0 0 1 0 0,0-1 0 0 0,0 1-1 0 0,0 0 1 0 0,0 0 0 0 0,0-1-1 0 0,0 1 1 0 0,0 0 0 0 0,1-1-1 0 0,-1 1 1 0 0,0-1 0 0 0,0 1-1 0 0,0-1 1 0 0,0 0 0 0 0,-1-1-1 0 0,-3 1 160 0 0,1 1-116 0 0,3 0-39 0 0,1-1-1 0 0,-1 1 1 0 0,0 0-1 0 0,0 0 1 0 0,1 0-1 0 0,-1 0 1 0 0,0 0-1 0 0,1 0 1 0 0,-1 0 0 0 0,0 0-1 0 0,1 0 1 0 0,-1 0-1 0 0,0 1 1 0 0,0-1-1 0 0,1 0 1 0 0,-1 0-1 0 0,1 1 1 0 0,-1-1-1 0 0,0 0 1 0 0,1 1-1 0 0,-1-1 1 0 0,1 1-1 0 0,-1-1 1 0 0,1 0-1 0 0,-1 1 1 0 0,1 0-1 0 0,-1-1 1 0 0,1 1-1 0 0,-1-1 1 0 0,1 1-1 0 0,0-1 1 0 0,-1 1-1 0 0,1 0 1 0 0,0-1-1 0 0,-1 1 1 0 0,1 0-1 0 0,0-1 1 0 0,0 1-1 0 0,0 0 1 0 0,0-1-1 0 0,0 1 1 0 0,0 0-1 0 0,0-1 1 0 0,0 1-1 0 0,0 0 1 0 0,0 0-1 0 0,0 0 1 0 0,5-2 74 0 0,0 0-78 0 0,5-1 29 0 0,-12 1-4 0 0,1 1-29 0 0,0-1-1 0 0,0 1 1 0 0,0 0-1 0 0,0 0 1 0 0,0-1-1 0 0,1 1 1 0 0,-1-1-1 0 0,0 1 1 0 0,0-1-1 0 0,0 1 1 0 0,1-1-1 0 0,-1 0 1 0 0,0 1-1 0 0,1-1 1 0 0,-1 0-1 0 0,0 1 1 0 0,1-1-1 0 0,-1 0 0 0 0,1 0 1 0 0,-1 0-1 0 0,1 1 1 0 0,0-1-1 0 0,-1 0 1 0 0,1 0-1 0 0,0 0 1 0 0,0 0-1 0 0,-1 0 1 0 0,1 0-1 0 0,0-1 1 0 0,0-1 49 0 0,-1 1-36 0 0,1 0-1 0 0,0 0 0 0 0,-1 1 1 0 0,1-1-1 0 0,0 0 0 0 0,0 0 1 0 0,0 0-1 0 0,1 1 0 0 0,-1-1 0 0 0,0 0 1 0 0,1 0-1 0 0,-1 1 0 0 0,1-1 1 0 0,-1 0-1 0 0,1 1 0 0 0,0-1 1 0 0,1-2-1 0 0,26-10 164 0 0,30-12 13 0 0,-23 16-179 0 0,1 2 0 0 0,0 1 1 0 0,1 1-1 0 0,60 0 0 0 0,-94 6-19 0 0,-3 0 6 0 0,1-1 1 0 0,0 1-1 0 0,0 0 1 0 0,0 0-1 0 0,0-1 1 0 0,0 1 0 0 0,0 0-1 0 0,0 0 1 0 0,0 0-1 0 0,0 0 1 0 0,-1 0-1 0 0,1 1 1 0 0,0-1-1 0 0,0 0 1 0 0,0 0-1 0 0,0 0 1 0 0,0 1-1 0 0,0-1 1 0 0,-1 1-1 0 0,1-1 1 0 0,0 1 0 0 0,0-1-1 0 0,0 1 1 0 0,-1-1-1 0 0,1 1 1 0 0,0-1-1 0 0,-1 1 1 0 0,1 0-1 0 0,-1-1 1 0 0,1 1-1 0 0,0 0 1 0 0,-1 0-1 0 0,0 0 1 0 0,1-1-1 0 0,-1 1 1 0 0,1 0 0 0 0,-1 0-1 0 0,0 0 1 0 0,0 0-1 0 0,1 0 1 0 0,-1 0-1 0 0,0-1 1 0 0,0 1-1 0 0,0 0 1 0 0,0 0-1 0 0,0 0 1 0 0,0 0-1 0 0,0 0 1 0 0,-1 0-1 0 0,1 0 1 0 0,0 0 0 0 0,-1 0-1 0 0,-2 4 54 0 0,0 0 1 0 0,-1-1-1 0 0,0 1 0 0 0,0-1 0 0 0,0 0 1 0 0,-1-1-1 0 0,1 1 0 0 0,-1-1 1 0 0,0 1-1 0 0,-6 2 0 0 0,8-4-27 0 0,-22 10 177 0 0,20-11-184 0 0,0 1 52 0 0,0 2-13 0 0,16-6-75 0 0,193-26-131 0 0,-191 27 163 0 0,1 1 0 0 0,-1 1 0 0 0,1 0 1 0 0,22 5-1 0 0,-30-5-9 0 0,0 1 0 0 0,1 0 1 0 0,-1 0-1 0 0,-1 0 0 0 0,1 0 1 0 0,0 1-1 0 0,0 0 1 0 0,-1 0-1 0 0,0 1 0 0 0,1 0 1 0 0,-1-1-1 0 0,7 9 1 0 0,-11-11-8 0 0,-1 0 1 0 0,1 0 0 0 0,-1 0 0 0 0,0 0 0 0 0,1 0 0 0 0,-1 0 0 0 0,0 0-1 0 0,1 0 1 0 0,-1 0 0 0 0,0 0 0 0 0,0 0 0 0 0,0 0 0 0 0,0 0-1 0 0,0 0 1 0 0,0 0 0 0 0,0 0 0 0 0,-1 0 0 0 0,1 0 0 0 0,0 0 0 0 0,0 0-1 0 0,-1 0 1 0 0,1 0 0 0 0,-1 0 0 0 0,1 0 0 0 0,-1 0 0 0 0,1 0-1 0 0,-2 1 1 0 0,-18 21 170 0 0,17-19-125 0 0,-4 2 20 0 0,1-1 1 0 0,-1 0-1 0 0,-1 0 0 0 0,1 0 1 0 0,-1-1-1 0 0,0 0 1 0 0,0 0-1 0 0,0-1 0 0 0,0 0 1 0 0,-1 0-1 0 0,1-1 1 0 0,-1 0-1 0 0,0-1 0 0 0,0 0 1 0 0,1 0-1 0 0,-14-1 0 0 0,-9 3-111 0 0,-14-4-1764 0 0,49-3 1362 0 0,-3 3 333 0 0,0 1 0 0 0,0-1 0 0 0,0 0-1 0 0,0 0 1 0 0,0 1 0 0 0,0-1 0 0 0,0 0 0 0 0,0 0-1 0 0,-1 0 1 0 0,1 0 0 0 0,0 0 0 0 0,0 0 0 0 0,-1 0 0 0 0,1-1-1 0 0,-1 1 1 0 0,1 0 0 0 0,-1 0 0 0 0,1 0 0 0 0,-1-1-1 0 0,0 1 1 0 0,0 0 0 0 0,1-2 0 0 0,-1 1-120 0 0,0-1-1 0 0,1 1 1 0 0,-1 0 0 0 0,1 0 0 0 0,0 0 0 0 0,-1 0-1 0 0,1 0 1 0 0,0 0 0 0 0,0 0 0 0 0,0 0 0 0 0,1 0-1 0 0,-1 0 1 0 0,0 1 0 0 0,1-1 0 0 0,-1 0-1 0 0,1 1 1 0 0,0-1 0 0 0,-1 1 0 0 0,1 0 0 0 0,0 0-1 0 0,0-1 1 0 0,3 0 0 0 0,14-14-1601 0 0,-14-3-94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0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152 107 80 0 0,'-20'-14'1180'0'0,"18"12"-994"0"0,-1 1-1 0 0,0-1 0 0 0,1 1 0 0 0,-1-1 0 0 0,1 0 0 0 0,-1 0 1 0 0,1 0-1 0 0,0 0 0 0 0,0 0 0 0 0,0-1 0 0 0,0 1 0 0 0,0-1 1 0 0,0 0-1 0 0,1 1 0 0 0,0-1 0 0 0,-1 0 0 0 0,1 0 1 0 0,0 0-1 0 0,0 0 0 0 0,-1-4 0 0 0,2 6-139 0 0,0 0 1 0 0,0 0-1 0 0,0 0 0 0 0,0 1 0 0 0,0-1 1 0 0,0 0-1 0 0,0 0 0 0 0,-1 0 1 0 0,1 0-1 0 0,0 1 0 0 0,-1-1 1 0 0,1 0-1 0 0,0 0 0 0 0,-1 1 0 0 0,1-1 1 0 0,-1 0-1 0 0,1 1 0 0 0,-1-1 1 0 0,0 0-1 0 0,1 1 0 0 0,-1-1 0 0 0,0 1 1 0 0,1-1-1 0 0,-1 1 0 0 0,0-1 1 0 0,1 1-1 0 0,-1 0 0 0 0,0-1 0 0 0,0 1 1 0 0,0 0-1 0 0,1 0 0 0 0,-1-1 1 0 0,-2 1-1 0 0,3 0-12 0 0,-1 0 0 0 0,1 0 0 0 0,-1 0 1 0 0,1 0-1 0 0,-1 0 0 0 0,1-1 0 0 0,-1 1 0 0 0,1 0 1 0 0,-1 0-1 0 0,1 0 0 0 0,-1-1 0 0 0,1 1 0 0 0,-1 0 1 0 0,1-1-1 0 0,0 1 0 0 0,-1 0 0 0 0,1-1 0 0 0,-1 1 0 0 0,1 0 1 0 0,0-1-1 0 0,-1 1 0 0 0,1-1 0 0 0,0 1 0 0 0,0-1 1 0 0,-1 1-1 0 0,1-1 0 0 0,0 1 0 0 0,0-1 0 0 0,0 1 1 0 0,-1-1-1 0 0,1 0 0 0 0,5-1 459 0 0,15-3-92 0 0,-19 5-390 0 0,-1 0 1 0 0,0 0-1 0 0,0 0 0 0 0,0-1 1 0 0,0 1-1 0 0,0 0 1 0 0,1 0-1 0 0,-1 0 1 0 0,0 0-1 0 0,0 0 1 0 0,0 0-1 0 0,0 0 1 0 0,1 0-1 0 0,-1 0 1 0 0,0 0-1 0 0,0 1 0 0 0,0-1 1 0 0,0 0-1 0 0,1 0 1 0 0,-1 0-1 0 0,0 0 1 0 0,0 0-1 0 0,0 0 1 0 0,0 0-1 0 0,0 0 1 0 0,1 0-1 0 0,-1 0 1 0 0,0 1-1 0 0,0-1 0 0 0,0 0 1 0 0,0 0-1 0 0,0 0 1 0 0,0 0-1 0 0,0 0 1 0 0,1 0-1 0 0,-1 1 1 0 0,0-1-1 0 0,0 0 1 0 0,0 0-1 0 0,0 0 1 0 0,0 0-1 0 0,0 1 0 0 0,0-1 1 0 0,0 0-1 0 0,0 0 1 0 0,0 0-1 0 0,0 0 1 0 0,0 1-1 0 0,0-1 1 0 0,-6 13 268 0 0,-2 4-53 0 0,1 1 0 0 0,0-1 0 0 0,1 1 0 0 0,1 0 0 0 0,0 1 0 0 0,-2 27 0 0 0,2-19-68 0 0,-25 137 454 0 0,28-152-561 0 0,1 1 0 0 0,1 0 0 0 0,0-1-1 0 0,1 1 1 0 0,0-1 0 0 0,1 1-1 0 0,0-1 1 0 0,6 17 0 0 0,-4-13 11 0 0,-1 0 1 0 0,0 0 0 0 0,1 28 0 0 0,-4-40-57 0 0,0 0 1 0 0,0 0-1 0 0,0 0 0 0 0,-1 0 1 0 0,1 0-1 0 0,-1-1 1 0 0,0 1-1 0 0,0 0 0 0 0,-1 0 1 0 0,1 0-1 0 0,-1-1 1 0 0,0 1-1 0 0,0-1 1 0 0,0 1-1 0 0,0-1 0 0 0,0 0 1 0 0,-4 4-1 0 0,0 4-330 0 0,15-14-413 0 0,13-11-326 0 0,8-22-1019 0 0,0-22-2254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1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61 110 640 0 0,'-55'-9'5216'0'0,"49"-2"-2466"0"0,6-16-2433 0 0,1 22-129 0 0,-1-53 1199 0 0,1 71-1314 0 0,2-1 0 0 0,-1 0 0 0 0,1 1 0 0 0,1-1 0 0 0,1 0 0 0 0,-1-1 0 0 0,2 1 0 0 0,0-1 1 0 0,0 0-1 0 0,11 14 0 0 0,11 23 97 0 0,-19-31-132 0 0,73 134 151 0 0,-75-139-152 0 0,0 1-1 0 0,-1 1 1 0 0,0-1 0 0 0,5 20 0 0 0,12 24-35 0 0,-22-56-45 0 0,-1 0 0 0 0,1 0 0 0 0,-1 0 0 0 0,1 0 0 0 0,0 0 0 0 0,-1 0 0 0 0,1 0 0 0 0,0 0 0 0 0,0 0 0 0 0,0 0 0 0 0,0 0 0 0 0,0 0 0 0 0,0-1 0 0 0,0 1 0 0 0,0 0 0 0 0,0-1 0 0 0,0 1 0 0 0,0-1 0 0 0,0 1 0 0 0,0-1 0 0 0,0 0 0 0 0,1 1 0 0 0,-1-1 0 0 0,0 0 0 0 0,0 0 0 0 0,1 0 0 0 0,-1 0 0 0 0,0 0 0 0 0,0 0 0 0 0,0 0 0 0 0,2-1 0 0 0,-1 0-147 0 0,0 0 1 0 0,0 0 0 0 0,0 0-1 0 0,0 0 1 0 0,-1-1 0 0 0,1 1 0 0 0,-1-1-1 0 0,1 1 1 0 0,-1-1 0 0 0,1 1 0 0 0,-1-1-1 0 0,0 0 1 0 0,0 0 0 0 0,0 0-1 0 0,0 0 1 0 0,0 0 0 0 0,0 0 0 0 0,-1 0-1 0 0,2-2 1 0 0,-1-7-1032 0 0,1 1 0 0 0,-1 0 1 0 0,0 0-1 0 0,-1-11 0 0 0,0 19 1082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2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1681 0 0,'0'0'1761'0'0,"30"8"960"0"0,0-2-2001 0 0,-30 5-1120 0 0,30-3-801 0 0,25 3-719 0 0,-25 9 79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70 480 0 0,'-60'-25'4002'0'0,"60"11"-1681"0"0,-31 14-240 0 0,31-5-3201 0 0,31-1-881 0 0,-31-8-160 0 0,30 9 160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58 400 0 0,'-3'1'387'0'0,"0"0"0"0"0,-1 1 0 0 0,0-1 0 0 0,1-1 0 0 0,-1 1 0 0 0,0 0 0 0 0,1-1 0 0 0,-1 0-1 0 0,0 0 1 0 0,0 0 0 0 0,1 0 0 0 0,-6-1 0 0 0,1 0 119 0 0,-17 1 28 0 0,20 0-521 0 0,10 2-186 0 0,46 8 187 0 0,-8-12-13 0 0,-16-1-3 0 0,163-13-438 0 0,7-7-1054 0 0,39-8-1214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8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856 235 1841 0 0,'21'-8'1006'0'0,"-1"-2"-1"0"0,0 0 1 0 0,-1-1 0 0 0,22-16 0 0 0,-36 24-808 0 0,0 0 0 0 0,0 1-1 0 0,1-1 1 0 0,-1 1 0 0 0,1 1 0 0 0,-1-1 0 0 0,1 1 0 0 0,-1 0-1 0 0,1 0 1 0 0,8 1 0 0 0,4-3 774 0 0,-134 33 87 0 0,65-15-595 0 0,-54 8 0 0 0,-27-8 121 0 0,-87 15 124 0 0,209-26-666 0 0,7-3-26 0 0,-1 0 0 0 0,0 0-1 0 0,0 0 1 0 0,0-1 0 0 0,1 1 0 0 0,-1-1-1 0 0,0 0 1 0 0,0 0 0 0 0,0 0-1 0 0,-4-1 1 0 0,3 1 37 0 0,9 0-61 0 0,0-1 0 0 0,1 1 0 0 0,-1 0 0 0 0,0-1 0 0 0,0 0 1 0 0,0 0-1 0 0,5-2 0 0 0,19-5 8 0 0,188-24-81 0 0,261-20-67 0 0,-396 47 132 0 0,38-5 17 0 0,-111 7-4 0 0,-5 3 3 0 0,0 0 0 0 0,0 0 1 0 0,0 0-1 0 0,0 0 0 0 0,0 0 0 0 0,0 1 0 0 0,0-1 1 0 0,0 1-1 0 0,0 0 0 0 0,0 0 0 0 0,0 0 0 0 0,4 2 0 0 0,-8-3 4 0 0,1 0-1 0 0,0 0 1 0 0,0 0-1 0 0,0 0 0 0 0,0 0 1 0 0,0 0-1 0 0,-1 0 0 0 0,1 0 1 0 0,0 1-1 0 0,0-1 0 0 0,0 0 1 0 0,0 0-1 0 0,0 0 1 0 0,0 0-1 0 0,0 0 0 0 0,0 0 1 0 0,-1 1-1 0 0,1-1 0 0 0,0 0 1 0 0,0 0-1 0 0,0 0 0 0 0,0 0 1 0 0,0 1-1 0 0,0-1 1 0 0,0 0-1 0 0,0 0 0 0 0,0 0 1 0 0,0 0-1 0 0,0 0 0 0 0,0 1 1 0 0,0-1-1 0 0,0 0 1 0 0,0 0-1 0 0,0 0 0 0 0,0 0 1 0 0,0 1-1 0 0,0-1 0 0 0,0 0 1 0 0,1 0-1 0 0,-1 0 0 0 0,0 0 1 0 0,0 0-1 0 0,0 1 1 0 0,0-1-1 0 0,0 0 0 0 0,0 0 1 0 0,0 0-1 0 0,0 0 0 0 0,1 0 1 0 0,-1 0-1 0 0,0 0 0 0 0,0 0 1 0 0,0 1-1 0 0,1-1 1 0 0,-57 21 205 0 0,0-2 0 0 0,-1-3 1 0 0,-1-2-1 0 0,0-2 1 0 0,-1-3-1 0 0,0-3 1 0 0,0-2-1 0 0,-77-6 1 0 0,-296-35-118 0 0,413 36-85 0 0,0-2-1 0 0,1 0 1 0 0,-1-1 0 0 0,1-1-1 0 0,-1-1 1 0 0,-20-9-1 0 0,39 15-11 0 0,-1-1 0 0 0,0 1 0 0 0,1 0 0 0 0,-1-1 0 0 0,0 1 0 0 0,1 0 0 0 0,-1-1 0 0 0,1 1 0 0 0,-1 0 0 0 0,1-1 0 0 0,-1 1 0 0 0,1-1-1 0 0,-1 1 1 0 0,1-1 0 0 0,-1 0 0 0 0,1 1 0 0 0,0-1 0 0 0,-1 1 0 0 0,1-1 0 0 0,0 0 0 0 0,-1 1 0 0 0,1-1 0 0 0,0 0 0 0 0,0 1 0 0 0,0-1-1 0 0,0 0 1 0 0,-1 1 0 0 0,1-1 0 0 0,0 0 0 0 0,0 1 0 0 0,0-1 0 0 0,1 0 0 0 0,-1 1 0 0 0,0-1 0 0 0,0 0 0 0 0,0 0 0 0 0,0 1 0 0 0,1-1-1 0 0,-1 1 1 0 0,0-1 0 0 0,0 0 0 0 0,1 1 0 0 0,-1-1 0 0 0,1 1 0 0 0,-1-1 0 0 0,1 0 0 0 0,-1 1 0 0 0,1 0 0 0 0,-1-1 0 0 0,1 1 0 0 0,-1-1-1 0 0,1 1 1 0 0,-1-1 0 0 0,1 1 0 0 0,0 0 0 0 0,-1 0 0 0 0,1-1 0 0 0,1 1 0 0 0,45-19-86 0 0,-39 16 74 0 0,35-13-8 0 0,-10 3 23 0 0,1 2 0 0 0,56-11 0 0 0,121-11-52 0 0,357-8-1 0 0,-434 39-92 0 0,0 6-1 0 0,1 5 0 0 0,206 43 0 0 0,-323-48 157 0 0,0 1 0 0 0,0 0 0 0 0,18 10 0 0 0,-34-14-9 0 0,-1-1-1 0 0,1 1 1 0 0,0 0-1 0 0,-1 0 1 0 0,1 0-1 0 0,-1 0 1 0 0,1 0-1 0 0,-1 0 1 0 0,1 0 0 0 0,-1 0-1 0 0,0 1 1 0 0,0-1-1 0 0,1 1 1 0 0,-1-1-1 0 0,0 1 1 0 0,0-1-1 0 0,0 1 1 0 0,-1 0-1 0 0,2 1 1 0 0,-2-1 0 0 0,0-1 0 0 0,0 0 0 0 0,0 0 0 0 0,-1 0 0 0 0,1 1 1 0 0,0-1-1 0 0,-1 0 0 0 0,1 0 0 0 0,-1 0 0 0 0,1 0 0 0 0,-1 0 0 0 0,1 0 1 0 0,-1 0-1 0 0,0 0 0 0 0,1 0 0 0 0,-1 0 0 0 0,0 0 0 0 0,0 0 1 0 0,0 0-1 0 0,0 0 0 0 0,-2 1 0 0 0,-6 3 21 0 0,0 0-1 0 0,0 0 1 0 0,-1 0-1 0 0,0-1 1 0 0,1-1 0 0 0,-13 4-1 0 0,-166 34 419 0 0,-2-8 0 0 0,-226 10 1 0 0,-383-33 52 0 0,797-10-494 0 0,-79-2-105 0 0,1-2 0 0 0,-149-30-1 0 0,204 24-34 0 0,25 10 139 0 0,0-1 0 0 0,0 1 0 0 0,0 0 0 0 0,-1 0 0 0 0,1-1 1 0 0,0 1-1 0 0,0 0 0 0 0,0 0 0 0 0,0-1 0 0 0,0 1 0 0 0,0 0 0 0 0,0 0 0 0 0,0-1 0 0 0,0 1 0 0 0,0 0 0 0 0,0 0 0 0 0,0-1 0 0 0,0 1 0 0 0,0 0 0 0 0,0-1 0 0 0,0 1 0 0 0,0 0 1 0 0,0 0-1 0 0,0-1 0 0 0,0 1 0 0 0,0 0 0 0 0,0 0 0 0 0,1-1 0 0 0,-1 1 0 0 0,0 0 0 0 0,0 0 0 0 0,0 0 0 0 0,0-1 0 0 0,1 1 0 0 0,-1 0 0 0 0,0 0 0 0 0,0 0 0 0 0,0 0 0 0 0,1-1 1 0 0,-1 1-1 0 0,0 0 0 0 0,1 0 0 0 0,42-17-64 0 0,-39 16 63 0 0,114-35-12 0 0,-27 7 16 0 0,97-18-1 0 0,-35 25 31 0 0,1 7 1 0 0,272 8-1 0 0,-357 8 13 0 0,0 3 1 0 0,115 22-1 0 0,-173-23-54 0 0,30 9-20 0 0,-40-11 26 0 0,0 0 0 0 0,0-1 1 0 0,1 1-1 0 0,-1 0 0 0 0,0-1 0 0 0,0 1 1 0 0,0 0-1 0 0,0 0 0 0 0,0 0 1 0 0,0 0-1 0 0,-1 0 0 0 0,1 0 0 0 0,0 0 1 0 0,0 0-1 0 0,-1 1 0 0 0,1-1 0 0 0,-1 0 1 0 0,1 0-1 0 0,-1 1 0 0 0,1-1 1 0 0,-1 0-1 0 0,0 0 0 0 0,0 1 0 0 0,1 2 1 0 0,-1-3 4 0 0,0 0 0 0 0,0 0 1 0 0,-1 0-1 0 0,1 0 1 0 0,0 0-1 0 0,0 1 0 0 0,-1-1 1 0 0,1 0-1 0 0,-1 0 1 0 0,1 0-1 0 0,-1 0 0 0 0,1 0 1 0 0,-1 0-1 0 0,0 0 1 0 0,1 0-1 0 0,-1 0 0 0 0,0-1 1 0 0,0 1-1 0 0,0 0 1 0 0,0 0-1 0 0,0-1 0 0 0,0 1 1 0 0,0 0-1 0 0,0-1 1 0 0,-1 1-1 0 0,-35 10 62 0 0,20-7-42 0 0,-100 22-885 0 0,-221 19 0 0 0,259-41-1394 0 0,-145-11 1 0 0,123-4-3159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49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92 444 3682 0 0,'-19'-11'3938'0'0,"33"4"-2140"0"0,-9 6-958 0 0,0 0-547 0 0,11-3 23 0 0,-32 3 116 0 0,15-1-345 0 0,0-1 1 0 0,0 1 0 0 0,0-1 0 0 0,0 1-1 0 0,1-1 1 0 0,-1 1 0 0 0,1-1 0 0 0,-1 0-1 0 0,1 1 1 0 0,0-1 0 0 0,0 0 0 0 0,0 1-1 0 0,2-6 1 0 0,-2 2 31 0 0,-2-35 90 0 0,-1 0 0 0 0,-17-78 0 0 0,17 77-151 0 0,4 37-62 0 0,-1 0 1 0 0,0 1 0 0 0,0-1 0 0 0,-1 1 0 0 0,1-1 0 0 0,-1 1 0 0 0,0-1 0 0 0,0 1 0 0 0,-3-8-1 0 0,-4 0 1 0 0,-1 0 0 0 0,0 0-1 0 0,-16-15 1 0 0,19 18-17 0 0,10 5 18 0 0,18 10 24 0 0,-21-6-20 0 0,-1 0 1 0 0,0 0-1 0 0,1 0 0 0 0,-1 1 0 0 0,0-1 0 0 0,1 0 1 0 0,-1 0-1 0 0,0 0 0 0 0,0 1 0 0 0,1-1 1 0 0,-1 0-1 0 0,0 0 0 0 0,0 1 0 0 0,1-1 0 0 0,-1 0 1 0 0,0 0-1 0 0,0 1 0 0 0,0-1 0 0 0,0 0 1 0 0,0 1-1 0 0,1-1 0 0 0,-1 0 0 0 0,0 1 0 0 0,0-1 1 0 0,0 0-1 0 0,0 1 0 0 0,0-1 0 0 0,0 0 1 0 0,0 1-1 0 0,0-1 0 0 0,0 0 0 0 0,0 1 0 0 0,0-1 1 0 0,0 0-1 0 0,-1 1 0 0 0,2 2 7 0 0,-1 1 1 0 0,0-1-1 0 0,1 0 0 0 0,-1 0 1 0 0,1 1-1 0 0,0-1 0 0 0,0 0 1 0 0,0 0-1 0 0,4 6 0 0 0,104 177 319 0 0,-47-86-135 0 0,83 136 7 0 0,-142-228-211 0 0,1-1-1 0 0,1 0 1 0 0,-1 0 0 0 0,1 0-1 0 0,1 0 1 0 0,-1-1 0 0 0,1 0 0 0 0,0 0-1 0 0,0-1 1 0 0,1 1 0 0 0,0-2-1 0 0,14 9 1 0 0,-1-31-1656 0 0,1 9 1194 0 0,-14 7 206 0 0,-1 0 0 0 0,1-1-1 0 0,-1 0 1 0 0,0 0 0 0 0,0-1-1 0 0,0 1 1 0 0,0-1 0 0 0,0-1-1 0 0,-1 1 1 0 0,0-1-1 0 0,0 0 1 0 0,0 0 0 0 0,4-6-1 0 0,21-34-3960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50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450 254 800 0 0,'-35'-9'3588'0'0,"-44"-16"0"0"0,43 13-2347 0 0,-50-11 0 0 0,59 17-900 0 0,-67-9 385 0 0,87 14-670 0 0,-1 0 0 0 0,0 1 0 0 0,0 0 0 0 0,0 1 0 0 0,1 0 0 0 0,-1 0 0 0 0,0 0 0 0 0,1 1 0 0 0,-9 3 1 0 0,15-2-23 0 0,-1 0 1 0 0,1-1 0 0 0,0 1 0 0 0,1 0 0 0 0,-1 0 0 0 0,0-1 0 0 0,1 1-1 0 0,0 0 1 0 0,-1 0 0 0 0,1 0 0 0 0,0 0 0 0 0,1 0 0 0 0,-1-1 0 0 0,1 6 0 0 0,0 2 68 0 0,-1 4-21 0 0,-1-10-74 0 0,0-1-1 0 0,1 1 1 0 0,0-1 0 0 0,0 1-1 0 0,0-1 1 0 0,0 1 0 0 0,0-1-1 0 0,1 1 1 0 0,0-1-1 0 0,-1 1 1 0 0,1-1 0 0 0,1 0-1 0 0,-1 1 1 0 0,0-1 0 0 0,1 0-1 0 0,0 0 1 0 0,-1 0 0 0 0,1 0-1 0 0,0 0 1 0 0,1 0-1 0 0,-1-1 1 0 0,0 1 0 0 0,1-1-1 0 0,0 1 1 0 0,5 3 0 0 0,10 2 1 0 0,-1 0-1 0 0,2 0 1 0 0,-1-2 0 0 0,1-1 0 0 0,0 0 0 0 0,0-1 0 0 0,1-1 0 0 0,-1-1 0 0 0,1 0 0 0 0,-1-2-1 0 0,1 0 1 0 0,0-1 0 0 0,-1-2 0 0 0,36-7 0 0 0,-48 8-17 0 0,1 1 0 0 0,-1-2 0 0 0,0 1 0 0 0,0-1 0 0 0,0 0 0 0 0,0 0 1 0 0,12-9-1 0 0,-17 10 5 0 0,0 1 0 0 0,0-1 1 0 0,-1 1-1 0 0,1-1 0 0 0,-1 0 1 0 0,1 0-1 0 0,-1 1 0 0 0,0-1 0 0 0,0 0 1 0 0,1-1-1 0 0,-2 1 0 0 0,1 0 1 0 0,0 0-1 0 0,0 0 0 0 0,-1 0 1 0 0,1-1-1 0 0,-1 1 0 0 0,1 0 1 0 0,-1-1-1 0 0,0 1 0 0 0,0 0 0 0 0,0-1 1 0 0,0 1-1 0 0,-1 0 0 0 0,1-1 1 0 0,0 1-1 0 0,-1 0 0 0 0,0 0 1 0 0,0 0-1 0 0,-1-3 0 0 0,-4-9-4 0 0,-1 1-1 0 0,0-1 1 0 0,-1 1-1 0 0,-1 1 0 0 0,0 0 1 0 0,0 0-1 0 0,-2 0 1 0 0,1 2-1 0 0,-20-16 0 0 0,4 6 21 0 0,-1 1-1 0 0,0 1 0 0 0,-42-19 1 0 0,9 1-67 0 0,54 33 121 0 0,37 11 26 0 0,14 8-39 0 0,12 8-7 0 0,0 3 1 0 0,-2 2 0 0 0,-1 2-1 0 0,-2 2 1 0 0,-1 3 0 0 0,50 45-1 0 0,-81-60 5 0 0,-1 0-1 0 0,-1 1 1 0 0,31 48-1 0 0,-31-42-22 0 0,1-1 0 0 0,24 25 1 0 0,-34-42-39 0 0,-7-9-5 0 0,0 0 1 0 0,-1 1-1 0 0,1-1 1 0 0,-1 1-1 0 0,1-1 0 0 0,-1 1 1 0 0,0-1-1 0 0,0 1 1 0 0,0 0-1 0 0,1 0 1 0 0,-2 0-1 0 0,1-1 0 0 0,0 1 1 0 0,0 0-1 0 0,-1 0 1 0 0,1 0-1 0 0,-1 0 0 0 0,1 3 1 0 0,-2 0-265 0 0,2-5-26 0 0,9-4-488 0 0,1 1 399 0 0,33-14-823 0 0,-42 16 1048 0 0,0 0-1 0 0,0 0 1 0 0,0-1-1 0 0,-1 1 1 0 0,1-1 0 0 0,-1 1-1 0 0,1-1 1 0 0,-1 0-1 0 0,0 1 1 0 0,1-1-1 0 0,-1 0 1 0 0,0 0 0 0 0,0 0-1 0 0,0 0 1 0 0,0 0-1 0 0,-1 0 1 0 0,1 0-1 0 0,-1 0 1 0 0,1-1 0 0 0,-1 1-1 0 0,0 0 1 0 0,1-4-1 0 0,-1-30-3165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5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44 1040 0 0,'-1'2'247'0'0,"0"-1"0"0"0,0 1-1 0 0,0-1 1 0 0,0 0 0 0 0,0 1-1 0 0,0-1 1 0 0,-1 0 0 0 0,1 0-1 0 0,0 0 1 0 0,-1 0-1 0 0,1 0 1 0 0,-1 0 0 0 0,1 0-1 0 0,-1 0 1 0 0,1 0 0 0 0,-1-1-1 0 0,1 1 1 0 0,-1-1-1 0 0,0 1 1 0 0,1-1 0 0 0,-1 0-1 0 0,0 0 1 0 0,0 1 0 0 0,1-1-1 0 0,-3-1 1 0 0,-48 5 1718 0 0,37-4-1753 0 0,0 0 1 0 0,0 1 0 0 0,0 1 0 0 0,1 0-1 0 0,-1 1 1 0 0,-16 5 0 0 0,25-6-176 0 0,1 1-1 0 0,0-1 1 0 0,0 1 0 0 0,0 0 0 0 0,0 0-1 0 0,0 0 1 0 0,1 1 0 0 0,-1 0 0 0 0,1 0-1 0 0,0 0 1 0 0,0 0 0 0 0,1 1 0 0 0,-1 0 0 0 0,1-1-1 0 0,0 1 1 0 0,0 1 0 0 0,1-1 0 0 0,-3 6-1 0 0,4-8-15 0 0,0 0 0 0 0,1-1 0 0 0,-1 1 0 0 0,1 0-1 0 0,-1 0 1 0 0,1-1 0 0 0,0 1 0 0 0,0 0 0 0 0,0 0-1 0 0,1 0 1 0 0,-1-1 0 0 0,1 1 0 0 0,-1 0 0 0 0,1-1 0 0 0,0 1-1 0 0,0 0 1 0 0,0-1 0 0 0,0 1 0 0 0,1-1 0 0 0,-1 1-1 0 0,4 2 1 0 0,2 5 73 0 0,1-1 0 0 0,0-1 0 0 0,16 14 0 0 0,-7-7 19 0 0,-1-1-34 0 0,-1 0 0 0 0,2-2 0 0 0,0 0-1 0 0,0 0 1 0 0,1-2 0 0 0,0 0 0 0 0,38 14 0 0 0,-49-22-69 0 0,17 8 10 0 0,1-1 1 0 0,0-1 0 0 0,1-1 0 0 0,43 6 0 0 0,-55-12-29 0 0,0 0 0 0 0,0-1 0 0 0,0 0 1 0 0,0-1-1 0 0,0-1 0 0 0,0 0 1 0 0,0-1-1 0 0,0 0 0 0 0,23-9 0 0 0,-36 11 8 0 0,1 1-1 0 0,0-1 1 0 0,0 0 0 0 0,-1 1-1 0 0,1-1 1 0 0,0 0-1 0 0,-1 0 1 0 0,1 0-1 0 0,0 0 1 0 0,-1 0-1 0 0,0 0 1 0 0,1-1-1 0 0,-1 1 1 0 0,0 0 0 0 0,1-1-1 0 0,-1 1 1 0 0,0-1-1 0 0,0 1 1 0 0,0-1-1 0 0,0 0 1 0 0,-1 1-1 0 0,1-1 1 0 0,0 0 0 0 0,-1 0-1 0 0,1 1 1 0 0,-1-1-1 0 0,0 0 1 0 0,1 0-1 0 0,-1 0 1 0 0,0 0-1 0 0,0-3 1 0 0,-2-2 0 0 0,-1 0 0 0 0,0 1 0 0 0,1-1 0 0 0,-2 1 1 0 0,1 0-1 0 0,-1 0 0 0 0,0 0 0 0 0,-5-6 0 0 0,-13-15 12 0 0,-1 0 1 0 0,-1 2-1 0 0,-1 0 1 0 0,-1 2-1 0 0,-1 0 0 0 0,-1 2 1 0 0,-1 2-1 0 0,-1 0 1 0 0,-1 2-1 0 0,0 1 0 0 0,-1 2 1 0 0,0 0-1 0 0,-56-13 0 0 0,71 22-49 0 0,0 1 0 0 0,-1 0-1 0 0,1 1 1 0 0,-24 0 0 0 0,48 8-420 0 0,15 3-233 0 0,24 1-1550 0 0,-1-3 0 0 0,75 1 0 0 0,-59-5 342 0 0,80 4-1370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51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 1201 0 0,'-5'0'1987'0'0,"-22"1"339"0"0,1 2-1 0 0,-32 8 1 0 0,53-9-2276 0 0,1-1 0 0 0,0 1-1 0 0,0 0 1 0 0,0 0 0 0 0,0 1 0 0 0,0-1 0 0 0,0 1 0 0 0,0 0 0 0 0,1 0 0 0 0,-1 0 0 0 0,1 0 0 0 0,0 1 0 0 0,0-1 0 0 0,0 1 0 0 0,1 0 0 0 0,-1-1 0 0 0,1 1 0 0 0,0 1 0 0 0,0-1 0 0 0,0 0 0 0 0,1 0-1 0 0,-1 1 1 0 0,1-1 0 0 0,0 1 0 0 0,0-1 0 0 0,1 1 0 0 0,-1 0 0 0 0,1-1 0 0 0,0 1 0 0 0,1-1 0 0 0,-1 1 0 0 0,1 0 0 0 0,-1-1 0 0 0,1 1 0 0 0,1-1 0 0 0,-1 1 0 0 0,1-1 0 0 0,-1 0 0 0 0,1 0-1 0 0,1 0 1 0 0,-1 0 0 0 0,4 5 0 0 0,8 11 100 0 0,1 0-1 0 0,1-1 1 0 0,1-1-1 0 0,28 23 0 0 0,81 56 618 0 0,-104-81-627 0 0,6 5-2 0 0,2-1 0 0 0,0-2 0 0 0,1-1 0 0 0,0-1 0 0 0,1-1-1 0 0,1-3 1 0 0,0 0 0 0 0,1-2 0 0 0,0-1 0 0 0,1-2 0 0 0,67 4-1 0 0,-87-11-128 0 0,-1 0 0 0 0,1-2 0 0 0,-1 0 0 0 0,1 0 0 0 0,-1-1-1 0 0,17-7 1 0 0,-27 9-10 0 0,1 0 0 0 0,0-1 0 0 0,-1 0 0 0 0,1 0 0 0 0,-1 0 0 0 0,0-1 0 0 0,0 1 0 0 0,0-1 0 0 0,0 0 0 0 0,0 0 0 0 0,-1-1 0 0 0,1 1 0 0 0,-1-1 0 0 0,0 1 0 0 0,0-1 0 0 0,0 0 0 0 0,-1 0 0 0 0,1 0 0 0 0,-1-1 0 0 0,2-4 0 0 0,-3 2-12 0 0,-1 0 1 0 0,0 1-1 0 0,-1-1 1 0 0,1 0-1 0 0,-1 0 1 0 0,0 1 0 0 0,-1-1-1 0 0,0 0 1 0 0,-5-12-1 0 0,-1-1-16 0 0,-1 1-1 0 0,-15-25 0 0 0,6 18 13 0 0,-1 1 0 0 0,-1 2 0 0 0,-1 0-1 0 0,-1 1 1 0 0,-1 1 0 0 0,-1 1 0 0 0,-1 1 0 0 0,0 1 0 0 0,-2 1 0 0 0,0 2-1 0 0,0 1 1 0 0,-1 0 0 0 0,-38-11 0 0 0,50 21-83 0 0,0 0 1 0 0,0 1-1 0 0,0 0 1 0 0,0 1-1 0 0,0 1 0 0 0,0 1 1 0 0,-18 2-1 0 0,-11 3-1015 0 0,-51 13 0 0 0,-14 1-2008 0 0,25-12-1692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23:59:5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1530 65 2001 0 0,'0'1'220'0'0,"0"0"-1"0"0,1 0 1 0 0,-1 0-1 0 0,0 0 1 0 0,0 0 0 0 0,0 0-1 0 0,0 0 1 0 0,-1 0-1 0 0,1 0 1 0 0,0 0 0 0 0,0 0-1 0 0,-1 0 1 0 0,1 0 0 0 0,-1 0-1 0 0,1 0 1 0 0,0 0-1 0 0,-1 0 1 0 0,0-1 0 0 0,1 1-1 0 0,-1 0 1 0 0,0 0-1 0 0,-1 1 1 0 0,1-2-110 0 0,-1 1-1 0 0,0-1 1 0 0,1 0 0 0 0,-1 0-1 0 0,0 0 1 0 0,1 0 0 0 0,-1 0 0 0 0,0-1-1 0 0,1 1 1 0 0,-1 0 0 0 0,0-1-1 0 0,1 1 1 0 0,-1-1 0 0 0,-2-1-1 0 0,2 2-62 0 0,1 0-33 0 0,0-1 0 0 0,0 1-1 0 0,-1 0 1 0 0,1 0 0 0 0,0 0-1 0 0,0 0 1 0 0,0-1 0 0 0,0 1-1 0 0,0-1 1 0 0,-1 1-1 0 0,1-1 1 0 0,0 1 0 0 0,0-1-1 0 0,0 0 1 0 0,0 1 0 0 0,0-1-1 0 0,0 0 1 0 0,1 0 0 0 0,-1 0-1 0 0,-1-1 1 0 0,-3-2 33 0 0,0 1 1 0 0,0 0-1 0 0,0 0 1 0 0,-1 1-1 0 0,1-1 0 0 0,0 1 1 0 0,-1 0-1 0 0,-8-1 1 0 0,-4-3 277 0 0,12 4-235 0 0,0 1 1 0 0,0-1 0 0 0,0 1 0 0 0,0 1 0 0 0,0-1-1 0 0,-10 1 1 0 0,-56-12 355 0 0,52 7-321 0 0,-1 1 1 0 0,0 1-1 0 0,-21 0 0 0 0,-36 0 102 0 0,31 0-14 0 0,0 3 1 0 0,-47 5-1 0 0,-27 5 41 0 0,79-6-150 0 0,26-3-50 0 0,0 0 0 0 0,0 2 0 0 0,-19 5 0 0 0,10-7 26 0 0,6-1-48 0 0,0 1 1 0 0,0 0-1 0 0,1 1 0 0 0,-1 2 1 0 0,1 0-1 0 0,-26 9 1 0 0,-47 6 60 0 0,-14 6-13 0 0,105-25-79 0 0,1 0 0 0 0,-1 0 1 0 0,0 0-1 0 0,0 1 0 0 0,0-1 0 0 0,0 0 0 0 0,0 0 0 0 0,0 0 0 0 0,0 0 1 0 0,0 0-1 0 0,1 1 0 0 0,-1-1 0 0 0,0 0 0 0 0,0 0 0 0 0,0 0 1 0 0,0 0-1 0 0,0 0 0 0 0,0 1 0 0 0,0-1 0 0 0,0 0 0 0 0,0 0 0 0 0,0 0 1 0 0,0 0-1 0 0,0 1 0 0 0,0-1 0 0 0,0 0 0 0 0,0 0 0 0 0,0 0 1 0 0,0 0-1 0 0,0 0 0 0 0,-1 1 0 0 0,1-1 0 0 0,0 0 0 0 0,0 0 1 0 0,0 0-1 0 0,0 0 0 0 0,0 0 0 0 0,0 1 0 0 0,0-1 0 0 0,0 0 0 0 0,-1 0 1 0 0,1 0-1 0 0,0 0 0 0 0,0 0 0 0 0,0 0 0 0 0,0 0 0 0 0,0 0 1 0 0,-1 0-1 0 0,1 0 0 0 0,0 1 0 0 0,0-1 0 0 0,0 0 0 0 0,0 0 0 0 0,0 0 1 0 0,-1 0-1 0 0,1 0 0 0 0,0 0 0 0 0,0 0 0 0 0,0 0 0 0 0,0 0 1 0 0,-1 0-1 0 0,1 0 0 0 0,0-1 0 0 0,0 1 0 0 0,0 0 0 0 0,0 0 0 0 0,0 0 1 0 0,-1 0-1 0 0,1 6 72 0 0,-31 6-66 0 0,-85 27-20 0 0,114-38 13 0 0,1-1 0 0 0,-1 1 0 0 0,0 0 0 0 0,0-1 0 0 0,0 1 0 0 0,0 0 0 0 0,1 0 0 0 0,-1 0 0 0 0,0 0 0 0 0,1 0 0 0 0,-1 0 0 0 0,1 1 0 0 0,-1-1 0 0 0,1 1 0 0 0,0-1 0 0 0,-1 1 0 0 0,1-1 0 0 0,0 1 0 0 0,0 0 0 0 0,0-1 0 0 0,0 1 0 0 0,1 0 0 0 0,-2 2 0 0 0,2-4 0 0 0,0 1 1 0 0,0-1-1 0 0,0 0 0 0 0,0 1 1 0 0,0-1-1 0 0,0 0 1 0 0,-1 1-1 0 0,1-1 0 0 0,0 1 1 0 0,0-1-1 0 0,0 0 0 0 0,-1 0 1 0 0,1 1-1 0 0,0-1 1 0 0,0 0-1 0 0,-1 1 0 0 0,1-1 1 0 0,0 0-1 0 0,-1 0 1 0 0,1 1-1 0 0,0-1 0 0 0,-1 0 1 0 0,1 0-1 0 0,0 0 0 0 0,-1 0 1 0 0,1 0-1 0 0,-1 1 1 0 0,1-1-1 0 0,0 0 0 0 0,-1 0 1 0 0,1 0-1 0 0,0 0 1 0 0,-1 0-1 0 0,1 0 0 0 0,-1 0 1 0 0,1 0-1 0 0,0 0 0 0 0,-1 0 1 0 0,1 0-1 0 0,-1-1 1 0 0,1 1-1 0 0,-1 0 0 0 0,1 0 0 0 0,-1 0 0 0 0,1-1 0 0 0,-1 1 0 0 0,1 0 0 0 0,-1 0 0 0 0,1 0 0 0 0,-1 0 0 0 0,0 0 0 0 0,1 0 0 0 0,-1 0 0 0 0,1 0 0 0 0,-1 0-1 0 0,1 0 1 0 0,-1 1 0 0 0,1-1 0 0 0,-1 0 0 0 0,1 0 0 0 0,-1 0 0 0 0,1 1 0 0 0,-1-1 0 0 0,1 0 0 0 0,-1 0 0 0 0,1 1 0 0 0,-1-1 0 0 0,1 1 0 0 0,0-1-1 0 0,-1 0 1 0 0,1 1 0 0 0,-1-1 0 0 0,1 1 0 0 0,0-1 0 0 0,0 1 0 0 0,-1-1 0 0 0,1 1 0 0 0,0-1 0 0 0,0 1 0 0 0,-1-1 0 0 0,1 1 0 0 0,0-1-1 0 0,0 1 1 0 0,0-1 0 0 0,0 1 0 0 0,0-1 0 0 0,0 2 0 0 0,1 15 0 0 0,-1-13 0 0 0,1 0 0 0 0,-1 0 0 0 0,0 1 0 0 0,0-1 0 0 0,0 0 0 0 0,-1 0 0 0 0,1 0 0 0 0,-1 0 0 0 0,0 0 0 0 0,-3 8 0 0 0,-2-2 3 0 0,3-7 3 0 0,1 1-1 0 0,-1 0 1 0 0,1 1 0 0 0,0-1-1 0 0,1 0 1 0 0,-1 0 0 0 0,1 1-1 0 0,0-1 1 0 0,0 1 0 0 0,0-1-1 0 0,1 1 1 0 0,-1-1 0 0 0,1 1-1 0 0,0-1 1 0 0,1 6 0 0 0,-1-6-3 0 0,-1-1 1 0 0,1 1-1 0 0,-1 0 1 0 0,0-1-1 0 0,0 1 1 0 0,0-1 0 0 0,0 1-1 0 0,0-1 1 0 0,-1 0-1 0 0,1 0 1 0 0,-4 5 0 0 0,3-5-2 0 0,0 0 0 0 0,0 1 0 0 0,0-1 0 0 0,1 0-1 0 0,0 1 1 0 0,-1-1 0 0 0,1 1 0 0 0,1 0 0 0 0,-1-1 0 0 0,0 1 0 0 0,1 5 0 0 0,0 62 12 0 0,-2-69 0 0 0,8 1 13 0 0,15 5-2 0 0,-9-4-45 0 0,0-1 0 0 0,1 0 1 0 0,17 2-1 0 0,29 6 6 0 0,2 3 17 0 0,2-2 0 0 0,124 6 0 0 0,-117-12 1 0 0,-38-4-4 0 0,92 3 0 0 0,132-26-56 0 0,-100 4 46 0 0,-56 10 98 0 0,318-12 50 0 0,-135 35 116 0 0,1-1-188 0 0,-138-6 14 0 0,-112-6-33 0 0,42 9 0 0 0,5 2 20 0 0,89 12 26 0 0,97 7 67 0 0,-76-14-107 0 0,-16-14 107 0 0,152 8-53 0 0,-290-12-94 0 0,-1-2 1 0 0,0-2-1 0 0,1-1 1 0 0,59-15-1 0 0,20-13 54 0 0,3-11 39 0 0,-84 29-26 0 0,-9 8-13 0 0,-21 6-44 0 0,-4 0-18 0 0,0 0 0 0 0,0 0 0 0 0,0 0 0 0 0,0 0 0 0 0,0 0 0 0 0,0 0 1 0 0,0-1-1 0 0,0 1 0 0 0,0 0 0 0 0,0 0 0 0 0,0-1 0 0 0,0 1 0 0 0,0-1 0 0 0,0 1 0 0 0,0-1 0 0 0,0 1 0 0 0,0-1 0 0 0,0 1 0 0 0,-1-1 1 0 0,1 0-1 0 0,0 1 0 0 0,0-1 0 0 0,-1 0 0 0 0,1 0 0 0 0,0 0 0 0 0,0-1 0 0 0,2 0 11 0 0,0 0 1 0 0,0 0-1 0 0,1 0 0 0 0,-1 1 1 0 0,0-1-1 0 0,1 1 0 0 0,0 0 1 0 0,-1 0-1 0 0,1 0 0 0 0,-1 0 0 0 0,6 0 1 0 0,0-1 27 0 0,4-3 55 0 0,-12 5-93 0 0,1 0 0 0 0,-1 0 0 0 0,0-1 0 0 0,0 1-1 0 0,0 0 1 0 0,0-1 0 0 0,0 1 0 0 0,0-1 0 0 0,1 1-1 0 0,-1-1 1 0 0,0 1 0 0 0,0-1 0 0 0,-1 0 0 0 0,1 0-1 0 0,0 1 1 0 0,0-1 0 0 0,0 0 0 0 0,0 0 0 0 0,-1 0-1 0 0,1 0 1 0 0,0-1 0 0 0,-1 1-4 0 0,1 1-1 0 0,-1-1 1 0 0,0 1 0 0 0,0-1-1 0 0,0 1 1 0 0,0-1 0 0 0,1 1 0 0 0,-1 0-1 0 0,0-1 1 0 0,1 1 0 0 0,-1-1-1 0 0,0 1 1 0 0,1 0 0 0 0,-1-1-1 0 0,0 1 1 0 0,1 0 0 0 0,-1-1-1 0 0,0 1 1 0 0,1 0 0 0 0,-1-1 0 0 0,1 1-1 0 0,-1 0 1 0 0,1 0 0 0 0,-1 0-1 0 0,1-1 1 0 0,-1 1 0 0 0,1 0-1 0 0,-1 0 1 0 0,1 0 0 0 0,-1 0-1 0 0,1 0 1 0 0,-1 0 0 0 0,1 0 0 0 0,0 0-1 0 0,0 0 0 0 0,0 0 1 0 0,-1 0-1 0 0,1 0 0 0 0,0 0 1 0 0,-1 0-1 0 0,1 0 0 0 0,0 0 1 0 0,-1-1-1 0 0,1 1 1 0 0,-1 0-1 0 0,1-1 0 0 0,0 1 1 0 0,-1 0-1 0 0,1-1 0 0 0,-1 1 1 0 0,1 0-1 0 0,-1-1 0 0 0,1 1 1 0 0,-1-1-1 0 0,1 1 1 0 0,-1-1-1 0 0,1 1 0 0 0,-1-1 1 0 0,0 0-1 0 0,1 1 0 0 0,-1-1 1 0 0,0 1-1 0 0,1-1 0 0 0,-1 0 1 0 0,0 1-1 0 0,0-1 1 0 0,0 0-1 0 0,0 1 0 0 0,1-2 1 0 0,-1 1 0 0 0,0 0 1 0 0,0 0 0 0 0,0 0-1 0 0,0 0 1 0 0,0 0 0 0 0,1 0-1 0 0,-1 0 1 0 0,0 0 0 0 0,1 1-1 0 0,-1-1 1 0 0,1 0 0 0 0,-1 0-1 0 0,1 0 1 0 0,-1 0 0 0 0,1 1-1 0 0,-1-1 1 0 0,1 0 0 0 0,0 1-1 0 0,-1-1 1 0 0,1 0 0 0 0,0 1-1 0 0,0-1 1 0 0,0 1 0 0 0,-1-1-1 0 0,1 1 1 0 0,1-1 0 0 0,-1 1-1 0 0,0-1 0 0 0,0 1 0 0 0,0-1 1 0 0,0 1-1 0 0,0-1 0 0 0,0 1 0 0 0,-1-1 1 0 0,1 0-1 0 0,0 1 0 0 0,0-1 1 0 0,-1 0-1 0 0,1 0 0 0 0,0 0 0 0 0,-1 0 1 0 0,1 1-1 0 0,-1-1 0 0 0,1 0 1 0 0,-1 0-1 0 0,0 0 0 0 0,1 0 0 0 0,-1 0 1 0 0,0 0-1 0 0,0 0 0 0 0,1 0 1 0 0,-1 0-1 0 0,0-2 0 0 0,0 2-1 0 0,0 0-1 0 0,0 0 0 0 0,0 0 1 0 0,0 0-1 0 0,0 0 1 0 0,0 0-1 0 0,0 0 1 0 0,1 0-1 0 0,-1 1 0 0 0,0-1 1 0 0,1 0-1 0 0,-1 0 1 0 0,1 0-1 0 0,-1 0 1 0 0,1 0-1 0 0,-1 0 1 0 0,1 1-1 0 0,-1-1 0 0 0,1 0 1 0 0,0 1-1 0 0,0-1 1 0 0,-1 0-1 0 0,1 1 1 0 0,0-1-1 0 0,0 1 0 0 0,0-1 1 0 0,-1 1-1 0 0,3-1 1 0 0,-2 0 1 0 0,0 1 0 0 0,0 0 1 0 0,-1-1-1 0 0,1 1 0 0 0,0-1 1 0 0,0 1-1 0 0,0-1 0 0 0,-1 0 1 0 0,1 1-1 0 0,0-1 0 0 0,-1 0 1 0 0,1 1-1 0 0,0-1 0 0 0,-1 0 1 0 0,1 0-1 0 0,-1 0 0 0 0,1 1 1 0 0,-1-1-1 0 0,0 0 0 0 0,1 0 1 0 0,-1 0-1 0 0,0 0 0 0 0,1 0 0 0 0,-1 0 1 0 0,0 0-1 0 0,0 0 0 0 0,0 0 1 0 0,0-1-1 0 0,0-1 1 0 0,0 1-1 0 0,1 0 1 0 0,-1-1-1 0 0,1 1 1 0 0,0 0-1 0 0,0-1 1 0 0,-1 1-1 0 0,1 0 1 0 0,1 0-1 0 0,-1 0 1 0 0,0 0-1 0 0,0 0 1 0 0,1 0-1 0 0,-1 0 1 0 0,1 0-1 0 0,0 1 1 0 0,0-1 0 0 0,-1 0-1 0 0,1 1 1 0 0,0 0-1 0 0,3-2 1 0 0,-3 1-2 0 0,1 1 1 0 0,-1 0 0 0 0,0-1-1 0 0,0 0 1 0 0,0 1 0 0 0,0-1 0 0 0,-1 0-1 0 0,1 0 1 0 0,0 0 0 0 0,-1 0 0 0 0,1 0-1 0 0,-1-1 1 0 0,0 1 0 0 0,0 0-1 0 0,0 0 1 0 0,0-1 0 0 0,0 1 0 0 0,0-1-1 0 0,-1 1 1 0 0,1-1 0 0 0,-1-4-1 0 0,1 5 3 0 0,-1-1 0 0 0,1 0-1 0 0,-1 1 1 0 0,0-1-1 0 0,0 0 1 0 0,0 1 0 0 0,-1-1-1 0 0,1 1 1 0 0,-1-1-1 0 0,1 0 1 0 0,-1 1 0 0 0,0-1-1 0 0,0 1 1 0 0,0-1-1 0 0,0 1 1 0 0,0 0 0 0 0,-1-1-1 0 0,1 1 1 0 0,-1 0-1 0 0,1 0 1 0 0,-1 0-1 0 0,0 0 1 0 0,0 0 0 0 0,0 0-1 0 0,-3-1 1 0 0,2-7 36 0 0,3 10-34 0 0,0-1 1 0 0,0 1-1 0 0,0-1 1 0 0,-1 1-1 0 0,1-1 0 0 0,0 1 1 0 0,0 0-1 0 0,0-1 1 0 0,0 1-1 0 0,0-1 1 0 0,0 1-1 0 0,-1-1 0 0 0,1 1 1 0 0,0 0-1 0 0,0-1 1 0 0,-1 1-1 0 0,1-1 0 0 0,0 1 1 0 0,-1 0-1 0 0,1-1 1 0 0,0 1-1 0 0,-1 0 1 0 0,1-1-1 0 0,0 1 0 0 0,-1 0 1 0 0,0-1-1 0 0,-21-12 134 0 0,-41-23 214 0 0,39 26-296 0 0,-11-6 118 0 0,-1 2 1 0 0,0 1-1 0 0,0 2 1 0 0,-1 1 0 0 0,0 2-1 0 0,-53-5 1 0 0,-330 6 550 0 0,241 7-587 0 0,144-6-140 0 0,10 5 13 0 0,4 1 27 0 0,12 0-80 0 0,-24-1 24 0 0,24 2 19 0 0,-9 5-70 0 0,-7-5 54 0 0,-66 5 13 0 0,65-6-17 0 0,0 0 0 0 0,0 2 1 0 0,-42 8-1 0 0,58-8 41 0 0,-1 0 0 0 0,1-1-1 0 0,-1 0 1 0 0,1-1 0 0 0,-15-1-1 0 0,-29 2 62 0 0,-64 10-145 0 0,65-8 40 0 0,-41 3 33 0 0,-22 5 147 0 0,25 3-240 0 0,31-13 134 0 0,0 0 39 0 0,17 4-72 0 0,43-5-15 0 0,-78-1 34 0 0,-43 1-27 0 0,31 0-93 0 0,-181-5 147 0 0,246 5-54 0 0,0 0-26 0 0,15 0-41 0 0,-29 2 38 0 0,-8-5 6 0 0,-58-11-116 0 0,56 7 35 0 0,-64-2 1 0 0,83 5-52 0 0,0 2-450 0 0,22 4 15 0 0,-4 1-164 0 0,1-1 0 0 0,-1 0 0 0 0,0-1 0 0 0,-17 1 0 0 0,-127 3-6729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2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508 349 960 0 0,'-116'61'7951'0'0,"94"-58"-6280"0"0,21-3-1672 0 0,14-1 225 0 0,-8 1 176 0 0,-17 1 890 0 0,9 0-1267 0 0,0 0 1 0 0,0 0-1 0 0,0-1 0 0 0,0 1 0 0 0,-1-1 0 0 0,1 0 0 0 0,0 0 0 0 0,0 0 0 0 0,0 0 1 0 0,0 0-1 0 0,0-1 0 0 0,-1 1 0 0 0,-3-3 0 0 0,7 2 111 0 0,-5 1-28 0 0,0 0-66 0 0,-10 0 22 0 0,-1 0 0 0 0,1 1 1 0 0,0 0-1 0 0,0 2 0 0 0,-25 6 1 0 0,-16 2 361 0 0,-34 3 166 0 0,81-12-595 0 0,6-2 27 0 0,-1 1 0 0 0,1 0 0 0 0,0-1 0 0 0,-1 1 0 0 0,1 1 0 0 0,0-1 0 0 0,-1 0 0 0 0,-4 4 0 0 0,7-3-11 0 0,0-1 1 0 0,-1 1-1 0 0,1 0 1 0 0,0-1-1 0 0,1 1 1 0 0,-1 0-1 0 0,0-1 1 0 0,0 1-1 0 0,1 0 1 0 0,-1 0-1 0 0,1 0 1 0 0,0 0-1 0 0,-1 0 1 0 0,1 0-1 0 0,0 0 1 0 0,0 0-1 0 0,1 3 1 0 0,-1-4-12 0 0,0 0 0 0 0,0 0 0 0 0,0 0 0 0 0,1 0 0 0 0,-1 0 0 0 0,0 0 0 0 0,1 0 0 0 0,-1 0 0 0 0,1-1 0 0 0,-1 1 0 0 0,1 0 0 0 0,-1 0 0 0 0,1 0 0 0 0,-1-1 0 0 0,1 1 0 0 0,0 0 0 0 0,0-1 0 0 0,-1 1 0 0 0,1 0 0 0 0,1 0 0 0 0,-1 0 0 0 0,0-1 0 0 0,0 1 0 0 0,0-1 0 0 0,0 1 0 0 0,-1 0 0 0 0,1 0 0 0 0,0 0 0 0 0,0-1 0 0 0,-1 1 0 0 0,1 0 0 0 0,-1 0 0 0 0,1 0 0 0 0,-1 0 0 0 0,1 0 0 0 0,-1 0 0 0 0,1 0 0 0 0,-1 0 0 0 0,0 0 0 0 0,0 0 0 0 0,1 3 0 0 0,-1-3 1 0 0,0-1 0 0 0,0 1 0 0 0,0 0 0 0 0,0 0 1 0 0,0 0-1 0 0,0 0 0 0 0,1 0 0 0 0,-1 0 0 0 0,0 0 0 0 0,1-1 1 0 0,-1 1-1 0 0,0 0 0 0 0,1 0 0 0 0,-1 0 0 0 0,1-1 0 0 0,-1 1 1 0 0,1 0-1 0 0,0-1 0 0 0,-1 1 0 0 0,1 0 0 0 0,0-1 0 0 0,-1 1 0 0 0,1-1 1 0 0,0 1-1 0 0,0-1 0 0 0,0 1 0 0 0,-1-1 0 0 0,2 1 0 0 0,-1-1 1 0 0,0 0-1 0 0,0 1 0 0 0,0-1 0 0 0,0 1 0 0 0,0-1 0 0 0,0 1 0 0 0,-1 0 1 0 0,1-1-1 0 0,0 1 0 0 0,0 0 0 0 0,-1 0 0 0 0,1-1 0 0 0,0 1 0 0 0,-1 0 1 0 0,1 0-1 0 0,-1 0 0 0 0,1 0 0 0 0,-1 0 0 0 0,1 0 0 0 0,-1 0 0 0 0,0 0 1 0 0,0 0-1 0 0,1 0 0 0 0,-1 0 0 0 0,0 0 0 0 0,0 0 0 0 0,0 0 0 0 0,0 1 1 0 0,0-1-2 0 0,0-1 0 0 0,0 1 1 0 0,1-1-1 0 0,-1 1 1 0 0,0-1-1 0 0,0 0 1 0 0,1 1-1 0 0,-1-1 1 0 0,0 1-1 0 0,1-1 1 0 0,-1 1-1 0 0,0-1 1 0 0,1 0-1 0 0,-1 1 1 0 0,1-1-1 0 0,-1 0 1 0 0,0 1-1 0 0,1-1 1 0 0,-1 0-1 0 0,1 0 1 0 0,-1 0-1 0 0,1 1 1 0 0,-1-1-1 0 0,1 0 1 0 0,-1 0-1 0 0,1 0 1 0 0,-1 0-1 0 0,1 0 1 0 0,0 0-1 0 0,-1 0 1 0 0,1 0-1 0 0,-1 0 1 0 0,1 0-1 0 0,0 0 0 0 0,0 0 0 0 0,-1 0 0 0 0,1 0 0 0 0,-1 0 0 0 0,1 0 0 0 0,-1 0 0 0 0,1 0-1 0 0,0 0 1 0 0,-1 0 0 0 0,1 0 0 0 0,-1 0 0 0 0,1 0 0 0 0,-1 1 0 0 0,1-1 0 0 0,-1 0 0 0 0,1 0 0 0 0,-1 1-1 0 0,1-1 1 0 0,-1 0 0 0 0,1 1 0 0 0,-1-1 0 0 0,1 0 0 0 0,-1 1 0 0 0,0-1 0 0 0,1 1 0 0 0,-1-1 0 0 0,0 1 0 0 0,1-1-1 0 0,-1 1 1 0 0,0-1 0 0 0,0 1 0 0 0,1-1 0 0 0,-1 1 0 0 0,0 0 0 0 0,1 0 0 0 0,0 0 0 0 0,-1 0 0 0 0,1 0 0 0 0,0 0 0 0 0,0-1 0 0 0,0 1 0 0 0,0 0 0 0 0,0 0 0 0 0,0-1 0 0 0,0 1 0 0 0,0-1 0 0 0,0 1 0 0 0,0-1 0 0 0,0 1 0 0 0,0-1 0 0 0,0 0 0 0 0,0 1 0 0 0,1-1 0 0 0,1 0 0 0 0,0 1 0 0 0,58 31 0 0 0,-54-27-2 0 0,1 0-1 0 0,0 0 1 0 0,0-1-1 0 0,1 0 1 0 0,-1-1 0 0 0,1 1-1 0 0,0-2 1 0 0,-1 1 0 0 0,13 1-1 0 0,40 14 27 0 0,6 7-57 0 0,137 33-1 0 0,-182-54 28 0 0,2 1-3 0 0,21-4 24 0 0,-24 2 4 0 0,-13-2-12 0 0,-1 0 0 0 0,1 0 0 0 0,0-1-1 0 0,0 0 1 0 0,0-1 0 0 0,13-1 0 0 0,90-10 6 0 0,-92 8 27 0 0,1 1 1 0 0,0 1-1 0 0,-1 1 0 0 0,23 2 0 0 0,24-1 53 0 0,-42 3-57 0 0,-15-1-26 0 0,0-1-1 0 0,0 1 1 0 0,1-2-1 0 0,-1 1 1 0 0,12-2-1 0 0,9 0-9 0 0,-26 0 2 0 0,6 1-8 0 0,0-1 1 0 0,0 0-1 0 0,-1 0 1 0 0,1-1-1 0 0,-1 0 1 0 0,1-1-1 0 0,-1 0 1 0 0,15-7-1 0 0,17-10 134 0 0,-39 16-102 0 0,2 2-3 0 0,25 1 8 0 0,1 1-18 0 0,81 5 281 0 0,69-4-27 0 0,6 11-54 0 0,-180-11-211 0 0,34 2 13 0 0,5-6-19 0 0,166 11 85 0 0,-92-6-68 0 0,-30 0 67 0 0,120-13 0 0 0,-169 7 73 0 0,-1-2 1 0 0,1-2-1 0 0,57-19 1 0 0,27-9 532 0 0,-17 7-92 0 0,-50 17-464 0 0,-47 10-107 0 0,0 1 0 0 0,0-2-1 0 0,0 1 1 0 0,-1-1 0 0 0,10-5 0 0 0,-5 5 15 0 0,-1 0 1 0 0,1 0-1 0 0,0 1 1 0 0,0 1-1 0 0,26 1 1 0 0,-38 0-30 0 0,8 0 58 0 0,15 0 13 0 0,31 0-14 0 0,-42 2-139 0 0,-6 1 78 0 0,35-2-17 0 0,-35-2 19 0 0,0 1-1 0 0,0 0 0 0 0,0 0 0 0 0,0 0 0 0 0,0 1 0 0 0,0 0 0 0 0,11 4 0 0 0,2 1 52 0 0,4-4-5 0 0,0-4-39 0 0,-15-3-28 0 0,15 3-26 0 0,5-3 80 0 0,0-1-40 0 0,30-13-66 0 0,-55 18 66 0 0,-4 1 0 0 0,0 0 0 0 0,-1 0 0 0 0,1 0 0 0 0,0 0 0 0 0,0 0 0 0 0,0 0 0 0 0,-1 0 0 0 0,1 0 0 0 0,0 0 0 0 0,0-1 0 0 0,-1 1 0 0 0,1 0 0 0 0,0-1 0 0 0,0 1 0 0 0,-1 0 0 0 0,1-1 0 0 0,0 1 0 0 0,-1-1 0 0 0,1 1 0 0 0,-1-1 0 0 0,1 1 0 0 0,-1-1 0 0 0,1 0 0 0 0,-1 1 0 0 0,1-1 0 0 0,-1 1 0 0 0,1-1 0 0 0,-1 0 0 0 0,1-1 0 0 0,-1 1 0 0 0,0 1 0 0 0,0 0 0 0 0,1-1 0 0 0,-1 1 0 0 0,0-1 0 0 0,0 1 0 0 0,0-1 0 0 0,1 1 0 0 0,-1-1 0 0 0,0 1 0 0 0,1 0 0 0 0,-1-1 0 0 0,0 1 0 0 0,1 0 0 0 0,-1-1 0 0 0,0 1 0 0 0,1 0 0 0 0,-1-1 0 0 0,1 1 0 0 0,-1 0 0 0 0,1 0 0 0 0,-1-1 0 0 0,1 1 0 0 0,-1 0 0 0 0,1 0 0 0 0,-1 0 0 0 0,1 0 0 0 0,-1 0 0 0 0,1 0 0 0 0,-1 0 0 0 0,1 0 0 0 0,-1 0 0 0 0,1 0 0 0 0,-1 0 0 0 0,1 0 0 0 0,0 0 0 0 0,-1 0 0 0 0,1 0 0 0 0,-1 0 0 0 0,1 0 0 0 0,0 0 0 0 0,-1 0 0 0 0,1 0 0 0 0,-1 0 0 0 0,1 0 0 0 0,-1 0 0 0 0,1 0 0 0 0,0 0 0 0 0,-1-1 0 0 0,1 1 0 0 0,-1 0 0 0 0,1 0 0 0 0,-1-1 0 0 0,1 1 0 0 0,-1 0 0 0 0,0-1 0 0 0,1 1 0 0 0,-1 0 0 0 0,1-1 0 0 0,-1 1 0 0 0,0-1 0 0 0,1 1 0 0 0,-1-1 0 0 0,0 1 0 0 0,1-1 0 0 0,-1 1 0 0 0,0-1 0 0 0,0 1 0 0 0,1-1 0 0 0,-1 1 0 0 0,0-1 0 0 0,0 0 0 0 0,2-27 33 0 0,-1 20-14 0 0,0 0 0 0 0,-1 0 1 0 0,1 0-1 0 0,-2-1 1 0 0,1 1-1 0 0,-1 0 0 0 0,0 0 1 0 0,-1 0-1 0 0,-3-10 1 0 0,-40-52 153 0 0,38 59-151 0 0,0 0-1 0 0,-1 1 1 0 0,0 0 0 0 0,0 0-1 0 0,-1 0 1 0 0,-1 1 0 0 0,1 1 0 0 0,-1 0-1 0 0,-1 0 1 0 0,-21-12 0 0 0,0 4 120 0 0,-1 1 1 0 0,-59-17 0 0 0,27 11-125 0 0,0 3 0 0 0,-107-15-1 0 0,112 16 50 0 0,-96 7-29 0 0,77 7-10 0 0,-138-25-1 0 0,112 11 93 0 0,-122-4 0 0 0,57 11 281 0 0,157 7-366 0 0,10 2-33 0 0,0 0 1 0 0,0 1-1 0 0,-1-1 0 0 0,1 1 1 0 0,0 0-1 0 0,-1 0 1 0 0,1 0-1 0 0,-1 0 1 0 0,1 1-1 0 0,0-1 1 0 0,0 1-1 0 0,-5 1 0 0 0,-77 4-48 0 0,52-4 115 0 0,0 0 0 0 0,-33 8-1 0 0,-15 7-63 0 0,0 4-1 0 0,-84 34 1 0 0,132-44-6 0 0,-1-2 0 0 0,0-1 0 0 0,0-2 0 0 0,-69 4 0 0 0,15-1-8 0 0,69-7 54 0 0,0-1-1 0 0,1-1 1 0 0,-1 0-1 0 0,0-1 1 0 0,-33-7-1 0 0,52 8-39 0 0,-1 0-1 0 0,0-1 1 0 0,0 1-1 0 0,0 0 1 0 0,1 0-1 0 0,-1-1 1 0 0,0 1-1 0 0,0 0 1 0 0,0 0-1 0 0,0 0 1 0 0,0 0-1 0 0,1 0 1 0 0,-1 0-1 0 0,0 0 1 0 0,0 1-1 0 0,0-1 1 0 0,0 0-1 0 0,1 0 1 0 0,-1 0-1 0 0,0 1 1 0 0,0-1-1 0 0,1 1 1 0 0,-2 0-1 0 0,-18 4 102 0 0,-28-4 89 0 0,0 2 1 0 0,-62 12 0 0 0,-60 22 1058 0 0,122-29-1050 0 0,24-4-54 0 0,-1-1-1 0 0,-39 1 1 0 0,13-8-190 0 0,51 4-29 0 0,0 0 1 0 0,0 0-1 0 0,-1 0 1 0 0,1 0-1 0 0,0 0 0 0 0,0 0 1 0 0,0 0-1 0 0,-1 0 0 0 0,1 1 1 0 0,0-1-1 0 0,0 0 1 0 0,-1 0-1 0 0,1 0 0 0 0,0 0 1 0 0,0 0-1 0 0,0 1 0 0 0,0-1 1 0 0,-1 0-1 0 0,1 0 1 0 0,0 0-1 0 0,0 0 0 0 0,0 1 1 0 0,0-1-1 0 0,0 0 0 0 0,-1 0 1 0 0,1 1-1 0 0,0-1 0 0 0,0 0 1 0 0,0 0-1 0 0,0 1 1 0 0,0-1-1 0 0,0 0 0 0 0,0 0 1 0 0,0 0-1 0 0,0 1 0 0 0,0-1 1 0 0,0 0-1 0 0,0 0 1 0 0,0 1-1 0 0,0-1 0 0 0,0 0 1 0 0,0 0-1 0 0,0 1 0 0 0,0-1 1 0 0,1 0-1 0 0,-1 0 0 0 0,0 1 1 0 0,0-1-1 0 0,0 0 1 0 0,0 0-1 0 0,0 0 0 0 0,1 0 1 0 0,-1 1-1 0 0,0-1 0 0 0,0 0 1 0 0,0 0-1 0 0,0 0 1 0 0,1 0-1 0 0,-1 1 0 0 0,0-1 1 0 0,0 0-1 0 0,1 0 0 0 0,-1 0 1 0 0,0 0-1 0 0,0 0 0 0 0,0 0 1 0 0,1 0-1 0 0,-1 0 1 0 0,9 3-1262 0 0,0 0 0 0 0,-1-1-1 0 0,1-1 1 0 0,0 1 0 0 0,12-1 0 0 0,-14 0 427 0 0,1-1-1 0 0,-1 1 0 0 0,0 0 0 0 0,1 1 1 0 0,-1-1-1 0 0,0 1 0 0 0,0 1 0 0 0,11 5 1 0 0,-13 0-2219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5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991 55 720 0 0,'0'0'5403'0'0,"-5"0"-4816"0"0,-15 0-120 0 0,-55-2 1639 0 0,-72 3-664 0 0,117 0-1255 0 0,11-1 93 0 0,1 1 0 0 0,-1 1 0 0 0,-30 7 0 0 0,39-7-3 0 0,1 0 0 0 0,0-1 0 0 0,-1 0 0 0 0,1 0 0 0 0,-1-1 0 0 0,-11-1-1 0 0,14 0-220 0 0,0 1 0 0 0,0 0 0 0 0,0 0 0 0 0,0 0 0 0 0,0 1 0 0 0,1 0 0 0 0,-1 0-1 0 0,-10 4 1 0 0,-46 11 314 0 0,0 0-313 0 0,23 3 37 0 0,1 1-1 0 0,1 3 0 0 0,-56 41 1 0 0,72-49-26 0 0,19-14-70 0 0,1 0-1 0 0,0 0 1 0 0,-1 0-1 0 0,1 0 1 0 0,0 1-1 0 0,0-1 0 0 0,0 1 1 0 0,0-1-1 0 0,0 1 1 0 0,1 0-1 0 0,-1 0 1 0 0,0 0-1 0 0,1 0 1 0 0,-1 0-1 0 0,1 0 1 0 0,0 0-1 0 0,0 1 1 0 0,0-1-1 0 0,0 0 0 0 0,0 1 1 0 0,0-1-1 0 0,1 1 1 0 0,-1-1-1 0 0,1 1 1 0 0,-1-1-1 0 0,1 5 1 0 0,0-7 2 0 0,0 1 1 0 0,0 0-1 0 0,0-1 0 0 0,0 1 1 0 0,0 0-1 0 0,-1-1 1 0 0,1 1-1 0 0,0-1 0 0 0,0 1 1 0 0,-1-1-1 0 0,1 1 1 0 0,0-1-1 0 0,-1 1 1 0 0,1-1-1 0 0,-1 1 0 0 0,1-1 1 0 0,-1 1-1 0 0,1-1 1 0 0,-1 1-1 0 0,1-1 1 0 0,-1 0-1 0 0,1 1 0 0 0,-1-1 1 0 0,1 0-1 0 0,-1 0 1 0 0,1 1-1 0 0,-1-1 1 0 0,0 0-1 0 0,1 0 0 0 0,-1 0 1 0 0,-1 1-1 0 0,2-1 3 0 0,-1 0-1 0 0,0 0 0 0 0,0 0 1 0 0,1 0-1 0 0,-1 1 1 0 0,0-1-1 0 0,0 0 1 0 0,1 1-1 0 0,-1-1 0 0 0,0 0 1 0 0,1 1-1 0 0,-1-1 1 0 0,0 1-1 0 0,1-1 0 0 0,-1 1 1 0 0,1-1-1 0 0,-1 1 1 0 0,1 0-1 0 0,-1-1 1 0 0,1 1-1 0 0,-1 0 0 0 0,1-1 1 0 0,0 1-1 0 0,-1 0 1 0 0,1-1-1 0 0,0 1 1 0 0,0 0-1 0 0,-1 0 0 0 0,1-1 1 0 0,0 1-1 0 0,0 0 1 0 0,0 1-1 0 0,0 106-162 0 0,0-105 158 0 0,0-1-1 0 0,-1 1 1 0 0,1-1-1 0 0,0 0 1 0 0,-1 1-1 0 0,0-1 1 0 0,0 1 0 0 0,1-1-1 0 0,-2 0 1 0 0,1 0-1 0 0,0 1 1 0 0,0-1 0 0 0,-1 0-1 0 0,1 0 1 0 0,-2 2-1 0 0,1-3 5 0 0,1 1 0 0 0,-1 0-1 0 0,1 0 1 0 0,-1 0 0 0 0,1 0-1 0 0,0 1 1 0 0,0-1 0 0 0,0 0-1 0 0,1 0 1 0 0,-1 1 0 0 0,0-1 0 0 0,1 0-1 0 0,-1 1 1 0 0,1 4 0 0 0,0-6-7 0 0,0 1 0 0 0,1-1 0 0 0,-1 1 0 0 0,1-1 1 0 0,-1 1-1 0 0,1-1 0 0 0,0 1 0 0 0,-1-1 0 0 0,1 0 0 0 0,0 0 1 0 0,0 1-1 0 0,0-1 0 0 0,0 0 0 0 0,0 0 0 0 0,0 0 1 0 0,0 0-1 0 0,0 0 0 0 0,1 0 0 0 0,-1 0 0 0 0,0 0 1 0 0,1 0-1 0 0,-1-1 0 0 0,0 1 0 0 0,1-1 0 0 0,-1 1 0 0 0,1-1 1 0 0,2 1-1 0 0,21 14 6 0 0,-20-10-5 0 0,-1 0 0 0 0,1 0 0 0 0,1 0-1 0 0,-1-1 1 0 0,1 1 0 0 0,-1-2 0 0 0,1 1 0 0 0,1 0-1 0 0,-1-1 1 0 0,0 0 0 0 0,1-1 0 0 0,-1 1-1 0 0,1-1 1 0 0,0-1 0 0 0,0 1 0 0 0,-1-1 0 0 0,1 0-1 0 0,11 0 1 0 0,61 9 12 0 0,-44-4-19 0 0,67 2 1 0 0,-53-7 31 0 0,60-2 93 0 0,-96 1-98 0 0,-1-1-1 0 0,1-1 0 0 0,-1 0 0 0 0,1-1 0 0 0,22-8 1 0 0,-3 3-3 0 0,-28 7-11 0 0,-1 1-1 0 0,1-1 0 0 0,-1 1 1 0 0,0-1-1 0 0,1 0 0 0 0,-1 0 0 0 0,0-1 1 0 0,0 1-1 0 0,5-4 0 0 0,26-6 86 0 0,-29 10-70 0 0,0-1 1 0 0,0 1-1 0 0,0-1 1 0 0,0 0-1 0 0,-1 0 1 0 0,1 0 0 0 0,8-6-1 0 0,0-8 63 0 0,9-5 0 0 0,-7 12-40 0 0,25-21 94 0 0,-33 22-68 0 0,-6 6-54 0 0,1 0 0 0 0,0 0 1 0 0,-1 0-1 0 0,1 0 0 0 0,0 0 1 0 0,0 0-1 0 0,0 1 0 0 0,0-1 1 0 0,1 1-1 0 0,-1-1 1 0 0,0 1-1 0 0,4-2 0 0 0,-5 3-6 0 0,1-1 1 0 0,0 1-1 0 0,-1-1 0 0 0,1 0 0 0 0,-1 0 0 0 0,1 0 0 0 0,0 0 1 0 0,-1 0-1 0 0,0 0 0 0 0,1 0 0 0 0,-1 0 0 0 0,0-1 0 0 0,0 1 1 0 0,1 0-1 0 0,-1-1 0 0 0,0 1 0 0 0,-1-1 0 0 0,1 1 0 0 0,0-1 0 0 0,0 0 1 0 0,-1 1-1 0 0,1-1 0 0 0,0 0 0 0 0,-1 0 0 0 0,1-3 0 0 0,-1 4 0 0 0,0 0-1 0 0,0-1 0 0 0,0 1 0 0 0,1 0 1 0 0,-1-1-1 0 0,0 1 0 0 0,1 0 0 0 0,-1 0 1 0 0,1 0-1 0 0,-1-1 0 0 0,1 1 0 0 0,0 0 1 0 0,-1 0-1 0 0,1 0 0 0 0,0 0 0 0 0,0 0 1 0 0,0 0-1 0 0,0 0 0 0 0,0 0 0 0 0,0 1 1 0 0,0-1-1 0 0,0 0 0 0 0,1 0 1 0 0,7-6 27 0 0,2-6 37 0 0,-9 11-55 0 0,0-1 1 0 0,0 1-1 0 0,0-1 1 0 0,0 1-1 0 0,0-1 1 0 0,0 0-1 0 0,-1 0 1 0 0,1 1 0 0 0,-1-1-1 0 0,0 0 1 0 0,1 0-1 0 0,-2-1 1 0 0,1 1-1 0 0,0 0 1 0 0,-1 0-1 0 0,1-4 1 0 0,0 2 18 0 0,0 1-1 0 0,0 0 1 0 0,0-1 0 0 0,1 1-1 0 0,-1 0 1 0 0,1 0 0 0 0,0-1-1 0 0,3-3 1 0 0,12-33 187 0 0,-16 40-207 0 0,-1-1 0 0 0,1 0 0 0 0,-1 0-1 0 0,0 0 1 0 0,0 0 0 0 0,0 0 0 0 0,0 0 0 0 0,0 0-1 0 0,-1 0 1 0 0,1 0 0 0 0,0 0 0 0 0,-1 0 0 0 0,0 0 0 0 0,1 0-1 0 0,-1 1 1 0 0,0-1 0 0 0,0 0 0 0 0,0 0 0 0 0,-2-2-1 0 0,-15-17 249 0 0,11 14-163 0 0,1-1 0 0 0,0 0-1 0 0,0 0 1 0 0,1 0-1 0 0,-7-13 1 0 0,5 10-42 0 0,-1 1 0 0 0,0-1 1 0 0,0 1-1 0 0,-1 1 0 0 0,-11-10 0 0 0,-11-11 147 0 0,27 26-230 0 0,0 0-1 0 0,-1 1 1 0 0,1 0-1 0 0,-1 0 1 0 0,0 0 0 0 0,0 1-1 0 0,0-1 1 0 0,-1 1-1 0 0,1 0 1 0 0,0 1 0 0 0,-1 0-1 0 0,1-1 1 0 0,-1 2-1 0 0,-9-2 1 0 0,10 2-485 0 0,1 0 0 0 0,0 0 0 0 0,0 1 0 0 0,0-1 0 0 0,0 1 0 0 0,0 0 0 0 0,-1 0 0 0 0,1 0 0 0 0,1 0 0 0 0,-1 1 0 0 0,0 0 0 0 0,0-1 0 0 0,-4 4 0 0 0,-22 28-7199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14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366 292 1040 0 0,'12'-3'914'0'0,"-1"-1"0"0"0,-1 0 0 0 0,1-1-1 0 0,0 0 1 0 0,15-11 0 0 0,-17 1 153 0 0,11 10-760 0 0,-20 5-281 0 0,0 0 0 0 0,0 0-1 0 0,-1 0 1 0 0,1 0 0 0 0,0 0 0 0 0,0 0-1 0 0,0-1 1 0 0,0 1 0 0 0,0 0 0 0 0,0 0 0 0 0,0 0-1 0 0,0 0 1 0 0,-1 0 0 0 0,1-1 0 0 0,0 1 0 0 0,0 0-1 0 0,0 0 1 0 0,0 0 0 0 0,0 0 0 0 0,0-1 0 0 0,0 1-1 0 0,0 0 1 0 0,0 0 0 0 0,0 0 0 0 0,0 0-1 0 0,0-1 1 0 0,0 1 0 0 0,0 0 0 0 0,0 0 0 0 0,0 0-1 0 0,0 0 1 0 0,0-1 0 0 0,1 1 0 0 0,-1 0 0 0 0,0 0-1 0 0,0 0 1 0 0,0 0 0 0 0,0 0 0 0 0,0-1 0 0 0,0 1-1 0 0,0 0 1 0 0,0 0 0 0 0,1 0 0 0 0,-1 0-1 0 0,-51 4 290 0 0,0 3 0 0 0,1 3 0 0 0,-73 22 0 0 0,112-29-294 0 0,6-2-3 0 0,-1 0 0 0 0,1 1 0 0 0,0 0 0 0 0,-1 0 0 0 0,1 0 0 0 0,0 0 0 0 0,-9 7-1 0 0,13-7-12 0 0,-1 0-1 0 0,1 0 1 0 0,-1 0-1 0 0,1 0 0 0 0,0 0 1 0 0,0 0-1 0 0,0 0 1 0 0,0 0-1 0 0,0 1 0 0 0,0-1 1 0 0,1 0-1 0 0,-1 0 1 0 0,1 1-1 0 0,0-1 0 0 0,-1 1 1 0 0,1-1-1 0 0,0 0 0 0 0,1 4 1 0 0,-1-4-6 0 0,0-1 0 0 0,0 1 0 0 0,-1 0 0 0 0,1 0 0 0 0,0 0 0 0 0,-1-1 0 0 0,1 1 0 0 0,-1 0 0 0 0,0-1 0 0 0,0 1 0 0 0,1 0 0 0 0,-1-1 0 0 0,0 1 0 0 0,0-1 0 0 0,0 1 0 0 0,-1-1 0 0 0,-1 3-1 0 0,1-3-1 0 0,1 1 0 0 0,-1 0 0 0 0,1-1 0 0 0,0 1-1 0 0,-1 0 1 0 0,1 0 0 0 0,0 0 0 0 0,0 0-1 0 0,0 0 1 0 0,1 0 0 0 0,-1 0 0 0 0,0 0-1 0 0,1 0 1 0 0,-1 0 0 0 0,1 0 0 0 0,0 1-1 0 0,0-1 1 0 0,0 2 0 0 0,0 2-9 0 0,0-3 12 0 0,1 0 1 0 0,-1 0-1 0 0,0 0 1 0 0,0 1-1 0 0,0-1 1 0 0,0 0-1 0 0,0 0 1 0 0,-1 0-1 0 0,1 0 1 0 0,-1 0-1 0 0,0 0 1 0 0,0 0-1 0 0,0 0 1 0 0,0 0-1 0 0,-1 0 1 0 0,1 0-1 0 0,-1 0 1 0 0,1-1-1 0 0,-1 1 1 0 0,0-1-1 0 0,0 1 1 0 0,0-1-1 0 0,-5 3 1 0 0,7-4 1 0 0,0-1 0 0 0,-1 0 0 0 0,1 0 1 0 0,-1 1-1 0 0,1-1 0 0 0,-1 0 0 0 0,1 1 1 0 0,0-1-1 0 0,-1 0 0 0 0,1 1 0 0 0,0-1 0 0 0,-1 1 1 0 0,1-1-1 0 0,0 1 0 0 0,0-1 0 0 0,-1 1 1 0 0,1-1-1 0 0,0 1 0 0 0,0-1 0 0 0,0 1 0 0 0,0-1 1 0 0,0 1-1 0 0,0-1 0 0 0,0 1 0 0 0,0-1 1 0 0,0 1-1 0 0,0-1 0 0 0,0 1 0 0 0,0-1 0 0 0,0 1 1 0 0,0-1-1 0 0,0 1 0 0 0,0-1 0 0 0,0 1 1 0 0,1-1-1 0 0,-1 1 0 0 0,0 0-2 0 0,1-1 1 0 0,-1 1-1 0 0,0-1 0 0 0,0 1 1 0 0,0 0-1 0 0,1-1 0 0 0,-1 1 1 0 0,0 0-1 0 0,0-1 0 0 0,0 1 1 0 0,0-1-1 0 0,0 1 1 0 0,0 0-1 0 0,0-1 0 0 0,-1 1 1 0 0,1 0-1 0 0,0-1 0 0 0,0 1 1 0 0,0-1-1 0 0,-1 1 0 0 0,1 0 1 0 0,0-1-1 0 0,-1 1 0 0 0,1-1 1 0 0,0 1-1 0 0,-1-1 0 0 0,1 1 1 0 0,-1-1-1 0 0,1 1 0 0 0,0-1 1 0 0,-2 1-1 0 0,-5 6 19 0 0,1 1-1 0 0,-1 0 1 0 0,1 0 0 0 0,-6 11-1 0 0,0-1 23 0 0,10-12-40 0 0,0-1 0 0 0,1 1 0 0 0,0 0 1 0 0,0-1-1 0 0,0 1 0 0 0,1 0 0 0 0,-1-1 1 0 0,1 1-1 0 0,1 0 0 0 0,1 10 0 0 0,-1 5 12 0 0,-1-17-3 0 0,1 0-1 0 0,-1 0 0 0 0,1 1 0 0 0,-1-1 1 0 0,1 0-1 0 0,1-1 0 0 0,-1 1 0 0 0,0 0 1 0 0,1 0-1 0 0,4 6 0 0 0,4 12 9 0 0,20 72-58 0 0,-20-5 134 0 0,-5-80-74 0 0,-1 0 1 0 0,1-1 0 0 0,0 0-1 0 0,1 1 1 0 0,11 12 0 0 0,-10-14-17 0 0,-1 1 1 0 0,0 1-1 0 0,0-1 1 0 0,8 17-1 0 0,-7-4 29 0 0,-6-17-23 0 0,1 0 1 0 0,-1 0 0 0 0,1 0-1 0 0,0 0 1 0 0,0 0 0 0 0,0 0-1 0 0,0-1 1 0 0,0 1-1 0 0,1-1 1 0 0,0 0 0 0 0,3 4-1 0 0,6 4 46 0 0,0 0-1 0 0,1-1 0 0 0,0-1 1 0 0,0 0-1 0 0,1-1 0 0 0,25 11 0 0 0,3 1 136 0 0,-32-14-130 0 0,1-1 1 0 0,0 0 0 0 0,0-1-1 0 0,0 0 1 0 0,23 4 0 0 0,0 0 177 0 0,54 19 1 0 0,-39-10 14 0 0,11-2 30 0 0,1-3-1 0 0,100 8 1 0 0,-26-5-28 0 0,201 23 225 0 0,-261-31-401 0 0,-1-3-1 0 0,101-9 1 0 0,157-29 86 0 0,-153 13 2 0 0,-139 17-138 0 0,1-1-1 0 0,-1-2 0 0 0,0-2 1 0 0,75-27-1 0 0,-72 18 27 0 0,75-46 0 0 0,-100 53-49 0 0,-2-1 1 0 0,0 0 0 0 0,0-1-1 0 0,-1-1 1 0 0,-1 0 0 0 0,0-1 0 0 0,12-18-1 0 0,-9 11 24 0 0,-13 18-29 0 0,0 0 1 0 0,-1 0-1 0 0,1-1 0 0 0,-1 1 1 0 0,0-1-1 0 0,0 0 1 0 0,-1 0-1 0 0,0 0 1 0 0,0 0-1 0 0,0 0 0 0 0,0 0 1 0 0,-1-1-1 0 0,1 1 1 0 0,0-9-1 0 0,-2-8 44 0 0,0 11-10 0 0,0-1 1 0 0,0 0-1 0 0,-1 0 0 0 0,-3-15 0 0 0,-3 0 13 0 0,-1-4-56 0 0,-1 0-1 0 0,-23-54 1 0 0,26 72 3 0 0,-6-9-35 0 0,2 0 0 0 0,0-1 0 0 0,-7-28-1 0 0,16 42 39 0 0,-1 0 1 0 0,0 0-1 0 0,0 0 0 0 0,-1 1 0 0 0,0-1 0 0 0,-1 0 0 0 0,0 1 0 0 0,0 0 0 0 0,-1 0 0 0 0,0 0 0 0 0,0 1 0 0 0,-1-1 0 0 0,-9-8 0 0 0,-84-71 156 0 0,18 18 157 0 0,58 46-216 0 0,-2 1-1 0 0,0 1 1 0 0,-2 1-1 0 0,0 1 1 0 0,-32-16 0 0 0,9 10 128 0 0,-2 2 0 0 0,-1 2 0 0 0,0 3 0 0 0,-65-14 0 0 0,-72 4 330 0 0,-363-7-1 0 0,458 37-524 0 0,0 4 1 0 0,-113 24-1 0 0,-174 63-1237 0 0,373-91 1006 0 0,3 0-108 0 0,-1 1 1 0 0,-1-1-1 0 0,1-1 0 0 0,0 0 1 0 0,0 0-1 0 0,-1 0 1 0 0,1-1-1 0 0,-12 0 1 0 0,19-1 97 0 0,-1 0 0 0 0,0 1 0 0 0,1-1 0 0 0,-1 0 1 0 0,1 0-1 0 0,0 0 0 0 0,-1 1 0 0 0,1-1 0 0 0,0 0 1 0 0,-1 0-1 0 0,1 0 0 0 0,0 0 0 0 0,0 0 0 0 0,0 0 1 0 0,0 0-1 0 0,-1 1 0 0 0,1-1 0 0 0,1 0 0 0 0,-1 0 0 0 0,0 0 1 0 0,0 0-1 0 0,0 0 0 0 0,0 0 0 0 0,1 0 0 0 0,-1 0 1 0 0,0 1-1 0 0,1-1 0 0 0,-1 0 0 0 0,1 0 0 0 0,-1 0 0 0 0,1 1 1 0 0,0-2-1 0 0,24-33-6044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1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2081 0 0,'0'19'1681'0'0,"30"-5"-881"0"0,-30-9-640 0 0,0 1-80 0 0,30-6-160 0 0,0 0 80 0 0,1 0 0 0 0,-1 0 0 0 0,0-6-560 0 0,0 6-641 0 0,-30-5-399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1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419 229 160 0 0,'0'-13'4416'0'0,"0"7"1106"0"0,0 6-5502 0 0,0 0 0 0 0,0 1 1 0 0,0-1-1 0 0,0 0 0 0 0,0 0 0 0 0,0 0 0 0 0,0 0 1 0 0,0 0-1 0 0,1 1 0 0 0,-1-1 0 0 0,0 0 0 0 0,0 0 1 0 0,0 0-1 0 0,0 0 0 0 0,0 0 0 0 0,0 1 0 0 0,0-1 1 0 0,0 0-1 0 0,0 0 0 0 0,0 0 0 0 0,0 0 0 0 0,0 1 1 0 0,0-1-1 0 0,0 0 0 0 0,0 0 0 0 0,0 0 0 0 0,0 0 1 0 0,-1 1-1 0 0,1-1 0 0 0,0 0 0 0 0,0 0 0 0 0,0 0 1 0 0,0 0-1 0 0,0 0 0 0 0,0 1 0 0 0,0-1 0 0 0,0 0 1 0 0,-1 0-1 0 0,1 0 0 0 0,0 0 0 0 0,0 0 0 0 0,0 0 1 0 0,0 0-1 0 0,0 0 0 0 0,-1 1 0 0 0,1-1 0 0 0,0 0 1 0 0,0 0-1 0 0,0 0 0 0 0,0 0 0 0 0,-1 0 0 0 0,1 0 1 0 0,0 0-1 0 0,0 0 0 0 0,0 0 0 0 0,0 0 0 0 0,-1 0 1 0 0,1 0-1 0 0,0 0 0 0 0,0 0 0 0 0,0 0 0 0 0,0 0 1 0 0,0 0-1 0 0,-1-1 0 0 0,1 1 0 0 0,0 0 0 0 0,0 0 1 0 0,0 0-1 0 0,0 0 0 0 0,-1 0-17 0 0,-27 0 743 0 0,-1 1 0 0 0,-28 4 0 0 0,-54 15-92 0 0,108-16-652 0 0,3-3-3 0 0,0-1-1 0 0,0 0 0 0 0,0 0 0 0 0,0 1 0 0 0,0-1 0 0 0,0 0 0 0 0,0 1 0 0 0,0-1 1 0 0,0 0-1 0 0,0 0 0 0 0,0 1 0 0 0,0-1 0 0 0,0 0 0 0 0,0 0 0 0 0,0 1 0 0 0,0-1 0 0 0,-1 0 1 0 0,1 0-1 0 0,0 1 0 0 0,0-1 0 0 0,0 0 0 0 0,0 0 0 0 0,-1 0 0 0 0,1 1 0 0 0,0-1 0 0 0,0 0 1 0 0,0 0-1 0 0,-1 0 0 0 0,1 0 0 0 0,0 1 0 0 0,0-1 0 0 0,0 0 0 0 0,-1 0 0 0 0,1 0 1 0 0,0 0-1 0 0,-1 0 0 0 0,1 0 0 0 0,0 0 0 0 0,0 0 0 0 0,-1 0 0 0 0,1 0 0 0 0,0 0 0 0 0,-1 0 1 0 0,-2 1 6 0 0,2-1-3 0 0,0 0 1 0 0,0 0-1 0 0,0 0 0 0 0,0 0 0 0 0,0 0 0 0 0,0 0 0 0 0,1 1 1 0 0,-1-1-1 0 0,0 0 0 0 0,0 0 0 0 0,0 1 0 0 0,0-1 1 0 0,0 1-1 0 0,1-1 0 0 0,-1 1 0 0 0,0-1 0 0 0,0 1 0 0 0,1-1 1 0 0,-1 1-1 0 0,0 0 0 0 0,1-1 0 0 0,-1 1 0 0 0,1 0 1 0 0,-1 0-1 0 0,0-1 0 0 0,1 1 0 0 0,-1 2 0 0 0,-4 2 12 0 0,-15-1-28 0 0,20-4 14 0 0,-1 0-1 0 0,1 0 1 0 0,0 0-1 0 0,0 0 1 0 0,0 0-1 0 0,0 0 1 0 0,0 0-1 0 0,-1 0 1 0 0,1 0 0 0 0,0 0-1 0 0,0 0 1 0 0,0 0-1 0 0,0 0 1 0 0,-1 0-1 0 0,1 0 1 0 0,0 0-1 0 0,0 0 1 0 0,0 0-1 0 0,0 0 1 0 0,-1 0-1 0 0,1 0 1 0 0,0 0-1 0 0,0 0 1 0 0,0 0-1 0 0,0 1 1 0 0,0-1-1 0 0,-1 0 1 0 0,1 0 0 0 0,0 0-1 0 0,0 0 1 0 0,0 0-1 0 0,0 0 1 0 0,0 0-1 0 0,0 1 1 0 0,0-1-1 0 0,0 0 1 0 0,-1 0-1 0 0,1 0 1 0 0,0 0-1 0 0,0 0 1 0 0,0 1-1 0 0,0-1 1 0 0,0 0-1 0 0,0 0 1 0 0,0 0-1 0 0,0 0 1 0 0,0 1 0 0 0,0-1-1 0 0,0 0 1 0 0,0 0-1 0 0,0 0 1 0 0,0 0-1 0 0,0 0 1 0 0,0 1-1 0 0,0-1 1 0 0,0 0-1 0 0,0 0 1 0 0,0 0-1 0 0,1 0 1 0 0,-1 1-1 0 0,0-1 1 0 0,0 0-1 0 0,0 0 2 0 0,0 0 0 0 0,0 1-1 0 0,1-1 1 0 0,-1 0-1 0 0,0 0 1 0 0,0 1-1 0 0,0-1 1 0 0,0 0-1 0 0,0 0 1 0 0,0 0 0 0 0,0 1-1 0 0,0-1 1 0 0,0 0-1 0 0,0 0 1 0 0,0 1-1 0 0,0-1 1 0 0,0 0 0 0 0,0 0-1 0 0,0 1 1 0 0,0-1-1 0 0,0 0 1 0 0,0 0-1 0 0,0 1 1 0 0,0-1-1 0 0,0 0 1 0 0,-1 0 0 0 0,1 0-1 0 0,0 1 1 0 0,0-1-1 0 0,0 0 1 0 0,0 0-1 0 0,0 0 1 0 0,-1 0 0 0 0,1 1-1 0 0,0-1 1 0 0,0 0-1 0 0,0 0 1 0 0,-1 0-1 0 0,1 0 1 0 0,0 0-1 0 0,0 0 1 0 0,0 1 0 0 0,-1-1-1 0 0,1 0 1 0 0,0 0-1 0 0,0 0 1 0 0,-1 0-1 0 0,1 0 1 0 0,0 0 0 0 0,0 0-1 0 0,-1 0 1 0 0,1 0-1 0 0,-20 5-40 0 0,19-5 42 0 0,1 0-1 0 0,0 0 1 0 0,0 0-1 0 0,-1 0 0 0 0,1 0 1 0 0,0 0-1 0 0,0 0 1 0 0,0 0-1 0 0,-1 0 1 0 0,1 0-1 0 0,0 0 1 0 0,0 0-1 0 0,0 0 1 0 0,-1 0-1 0 0,1 0 0 0 0,0 0 1 0 0,0 1-1 0 0,0-1 1 0 0,0 0-1 0 0,-1 0 1 0 0,1 0-1 0 0,0 0 1 0 0,0 1-1 0 0,0-1 1 0 0,0 0-1 0 0,0 0 0 0 0,-1 0 1 0 0,1 0-1 0 0,0 1 1 0 0,0-1-1 0 0,0 0 1 0 0,0 0-1 0 0,0 1 1 0 0,0-1-1 0 0,0 0 0 0 0,0 0 1 0 0,0 0-1 0 0,0 1 1 0 0,0-1-1 0 0,0 0 1 0 0,0 0-1 0 0,0 0 1 0 0,0 1-1 0 0,0-1 1 0 0,0 0-1 0 0,0 1 0 0 0,0-1 1 0 0,0 0-1 0 0,0 0 1 0 0,1 0-1 0 0,-1 1 0 0 0,0-1 1 0 0,0 0-1 0 0,0 0 1 0 0,0 0-1 0 0,0 1 0 0 0,0-1 1 0 0,0 0-1 0 0,0 0 0 0 0,0 0 1 0 0,0 1-1 0 0,-1-1 1 0 0,1 0-1 0 0,0 0 0 0 0,0 0 1 0 0,0 0-1 0 0,0 1 1 0 0,0-1-1 0 0,0 0 0 0 0,0 0 1 0 0,0 0-1 0 0,0 1 1 0 0,-1-1-1 0 0,1 0 0 0 0,0 0 1 0 0,0 0-1 0 0,0 0 0 0 0,0 0 1 0 0,-1 0-1 0 0,1 1 1 0 0,0-1-1 0 0,0 0 0 0 0,0 0 1 0 0,0 0-1 0 0,-1 0 1 0 0,1 0-1 0 0,0 0 0 0 0,0 0 1 0 0,0 0-1 0 0,-1 0 0 0 0,1 0 1 0 0,0 0-1 0 0,-1 0 1 0 0,-1 1 3 0 0,1-1-7 0 0,0 0-1 0 0,0 0 1 0 0,0 0 0 0 0,0 0 0 0 0,0 0 0 0 0,0 1 0 0 0,0-1 0 0 0,0 0 0 0 0,0 1 0 0 0,0-1 0 0 0,0 1 0 0 0,0-1 0 0 0,0 1 0 0 0,1 0-1 0 0,-1-1 1 0 0,0 1 0 0 0,0 0 0 0 0,0-1 0 0 0,1 1 0 0 0,-1 0 0 0 0,1 0 0 0 0,-1 0 0 0 0,0 0 0 0 0,1 0 0 0 0,0-1 0 0 0,-1 1 0 0 0,1 0 0 0 0,-1 0-1 0 0,1 0 1 0 0,0 0 0 0 0,0 0 0 0 0,0 0 0 0 0,-1 0 0 0 0,1 1 0 0 0,0-1 0 0 0,0 0 0 0 0,0 0 0 0 0,1 0 0 0 0,-1 0 0 0 0,0 1 0 0 0,2 6 21 0 0,-1 10 67 0 0,-3-16-82 0 0,1-1-1 0 0,0 1 1 0 0,-1 0 0 0 0,1-1-1 0 0,-1 1 1 0 0,1-1 0 0 0,-1 1-1 0 0,0-1 1 0 0,0 0-1 0 0,0 0 1 0 0,0 0 0 0 0,0 0-1 0 0,0 0 1 0 0,-2 1 0 0 0,4-2-7 0 0,-1 0 1 0 0,1 0-1 0 0,0 1 1 0 0,-1-1-1 0 0,1 0 1 0 0,0 0 0 0 0,-1 1-1 0 0,1-1 1 0 0,0 1-1 0 0,-1-1 1 0 0,1 0-1 0 0,0 1 1 0 0,0-1 0 0 0,-1 0-1 0 0,1 1 1 0 0,0-1-1 0 0,0 1 1 0 0,0-1-1 0 0,0 1 1 0 0,0-1-1 0 0,0 1 1 0 0,-1-1 0 0 0,1 0-1 0 0,0 1 1 0 0,0-1-1 0 0,0 1 1 0 0,1-1-1 0 0,-1 1 1 0 0,0-1-1 0 0,0 1 1 0 0,0-1 0 0 0,0 1-1 0 0,0-1 1 0 0,1 1 0 0 0,-1-1 0 0 0,0 0 1 0 0,0 1-1 0 0,0-1 0 0 0,0 0 0 0 0,0 1 0 0 0,0-1 0 0 0,0 0 0 0 0,0 0 0 0 0,0 1 0 0 0,0-1 1 0 0,0 0-1 0 0,0 1 0 0 0,0-1 0 0 0,0 0 0 0 0,0 1 0 0 0,0-1 0 0 0,0 0 0 0 0,0 1 0 0 0,-1-1 0 0 0,1 0 1 0 0,0 1-1 0 0,0-1 0 0 0,0 0 0 0 0,0 0 0 0 0,-1 1 0 0 0,1-1 0 0 0,0 0 0 0 0,0 0 0 0 0,-1 0 1 0 0,1 1-1 0 0,0-1 0 0 0,0 0 0 0 0,-1 0 0 0 0,1 0 0 0 0,0 0 0 0 0,-1 1 0 0 0,1-1 0 0 0,0 0 0 0 0,-1 0 1 0 0,-19 2 14 0 0,19-2-12 0 0,1 1-1 0 0,-1 0 1 0 0,1-1 0 0 0,-1 1 0 0 0,1 0-1 0 0,-1-1 1 0 0,1 1 0 0 0,-1 0 0 0 0,1 0-1 0 0,0 0 1 0 0,0-1 0 0 0,-1 1 0 0 0,1 0-1 0 0,0 0 1 0 0,0 0 0 0 0,0-1 0 0 0,0 1-1 0 0,0 0 1 0 0,0 0 0 0 0,0 0 0 0 0,0 1-1 0 0,1 10 37 0 0,-1 53 43 0 0,0-65-81 0 0,0 1-1 0 0,0-1 0 0 0,0 1 0 0 0,0-1 0 0 0,1 0 1 0 0,-1 1-1 0 0,0-1 0 0 0,0 1 0 0 0,0-1 0 0 0,1 0 1 0 0,-1 1-1 0 0,0-1 0 0 0,1 1 0 0 0,-1-1 0 0 0,0 0 1 0 0,1 1-1 0 0,-1-1 0 0 0,0 0 0 0 0,1 0 0 0 0,-1 1 1 0 0,0-1-1 0 0,1 0 0 0 0,-1 0 0 0 0,1 0 1 0 0,-1 1-1 0 0,1-1 0 0 0,-1 0 0 0 0,0 0 0 0 0,1 0 1 0 0,-1 0-1 0 0,1 0 0 0 0,-1 0 0 0 0,1 0 0 0 0,-1 0 1 0 0,1 0-1 0 0,0 0 0 0 0,0 0-2 0 0,-1 0 0 0 0,1 0 1 0 0,-1 0-1 0 0,1 0 0 0 0,0 0 0 0 0,-1 0 1 0 0,1 0-1 0 0,0 0 0 0 0,-1 0 0 0 0,1 1 1 0 0,0-1-1 0 0,-1 0 0 0 0,1 0 0 0 0,-1 1 0 0 0,1-1 1 0 0,0 0-1 0 0,-1 1 0 0 0,1-1 0 0 0,-1 0 1 0 0,1 1-1 0 0,-1-1 0 0 0,0 1 0 0 0,1-1 0 0 0,-1 1 1 0 0,1-1-1 0 0,-1 1 0 0 0,0 0 0 0 0,1-1 1 0 0,-1 1-1 0 0,0-1 0 0 0,0 1 0 0 0,1 0 1 0 0,-1-1-1 0 0,0 1 0 0 0,0 0 0 0 0,0-1 0 0 0,0 1 1 0 0,0 1-1 0 0,3 29 201 0 0,-2-30-195 0 0,0-1-1 0 0,0 1 0 0 0,0 0 1 0 0,0 0-1 0 0,0-1 1 0 0,0 1-1 0 0,0-1 1 0 0,0 1-1 0 0,0-1 1 0 0,0 1-1 0 0,0-1 0 0 0,0 0 1 0 0,0 0-1 0 0,0 1 1 0 0,1-1-1 0 0,1 0 1 0 0,-1 0-11 0 0,-1 1-4 0 0,0 0 0 0 0,-1 0-1 0 0,1 0 1 0 0,-1 0 0 0 0,1 0-1 0 0,-1 0 1 0 0,1 0 0 0 0,-1 0-1 0 0,1 0 1 0 0,-1 0 0 0 0,0 0-1 0 0,0 0 1 0 0,0 0 0 0 0,0 0-1 0 0,1 0 1 0 0,-1 0 0 0 0,0 0-1 0 0,-1 0 1 0 0,1 0 0 0 0,0 0-1 0 0,0 0 1 0 0,-1 1 0 0 0,1-1 14 0 0,1-1 0 0 0,-1 1 0 0 0,0-1 0 0 0,0 1 1 0 0,1-1-1 0 0,-1 1 0 0 0,0-1 0 0 0,0 1 0 0 0,1-1 1 0 0,-1 0-1 0 0,0 1 0 0 0,1-1 0 0 0,-1 1 0 0 0,1-1 1 0 0,-1 0-1 0 0,0 1 0 0 0,1-1 0 0 0,-1 0 0 0 0,1 0 1 0 0,-1 1-1 0 0,1-1 0 0 0,-1 0 0 0 0,1 0 0 0 0,-1 0 1 0 0,1 0-1 0 0,-1 0 0 0 0,1 0 0 0 0,-1 0 0 0 0,1 1 1 0 0,-1-1-1 0 0,1-1 0 0 0,-1 1 0 0 0,2 0 0 0 0,-2 0 1 0 0,1 0-1 0 0,-1 0 0 0 0,1 0 0 0 0,0 0 0 0 0,-1 0 0 0 0,1 0 0 0 0,-1 0 0 0 0,1 0 0 0 0,-1 0 1 0 0,1 0-1 0 0,0 0 0 0 0,-1 1 0 0 0,1-1 0 0 0,-1 0 0 0 0,1 0 0 0 0,-1 1 0 0 0,1-1 1 0 0,-1 0-1 0 0,1 1 0 0 0,-1-1 0 0 0,0 0 0 0 0,1 1 0 0 0,-1-1 0 0 0,1 0 0 0 0,-1 1 1 0 0,0-1-1 0 0,1 1 0 0 0,-1-1 0 0 0,0 1 0 0 0,1-1 0 0 0,-1 1 0 0 0,0-1 0 0 0,0 1 0 0 0,1 0 1 0 0,-3 0-2 0 0,3 2 0 0 0,30 6 0 0 0,3 3-1 0 0,-26-8 3 0 0,1-1 0 0 0,0 0-1 0 0,0 0 1 0 0,0-1 0 0 0,1 0 0 0 0,-1 0-1 0 0,14 0 1 0 0,37 4 145 0 0,-44-4-142 0 0,6 1 20 0 0,0-2 0 0 0,34-1 0 0 0,34 5 55 0 0,-67-5-2 0 0,45 2 4 0 0,-8 4 11 0 0,-5 1 54 0 0,-50-7-67 0 0,0 0-13 0 0,16 0-41 0 0,-11-7 121 0 0,80 1 93 0 0,-44 4-140 0 0,24 3-26 0 0,-54-1-50 0 0,4 1 28 0 0,-1-1 0 0 0,1-1 0 0 0,0 0-1 0 0,-1-2 1 0 0,1 0 0 0 0,26-9-1 0 0,40-1 109 0 0,-67 7-109 0 0,52-7 139 0 0,-11 5-97 0 0,10-4 54 0 0,-55 8-104 0 0,0 1 0 0 0,0 1 1 0 0,16-1-1 0 0,-28 4-33 0 0,0-1 0 0 0,0 0 1 0 0,0 0-1 0 0,0-1 0 0 0,-1 1 0 0 0,1 0 0 0 0,0-1 0 0 0,0 0 0 0 0,-1 0 0 0 0,4-1 1 0 0,1-1 5 0 0,0 1 1 0 0,0 0-1 0 0,0 0 0 0 0,0 1 1 0 0,1 0-1 0 0,11-1 1 0 0,67 1 143 0 0,-76 1-80 0 0,10 0 0 0 0,-10 1-13 0 0,15 3-54 0 0,14-2-20 0 0,-40-4 2 0 0,8 0 23 0 0,63-1 136 0 0,-40 3-154 0 0,14 3 0 0 0,-37-4 0 0 0,27-8 0 0 0,-3 3 160 0 0,-1-1 0 0 0,-25 3-146 0 0,-5 4-12 0 0,0-1 1 0 0,0 1 0 0 0,0-1-1 0 0,0 1 1 0 0,0 0 0 0 0,0-1-1 0 0,0 1 1 0 0,1-1 0 0 0,-1 1-1 0 0,0 0 1 0 0,0-1 0 0 0,0 1-1 0 0,1 0 1 0 0,-1-1 0 0 0,0 1-1 0 0,1 0 1 0 0,-1-1 0 0 0,0 1-1 0 0,1 0 1 0 0,-1 0 0 0 0,0-1-1 0 0,1 1 1 0 0,-1 0 0 0 0,0 0-1 0 0,1 0 1 0 0,-1-1-1 0 0,1 1 1 0 0,-1 0 0 0 0,0 0-1 0 0,1 0 1 0 0,-1 0 0 0 0,1 0-1 0 0,-1 0 1 0 0,0 0 0 0 0,1 0-1 0 0,-1 0 1 0 0,1 0 0 0 0,-1 0-1 0 0,1 0 1 0 0,0 0 4 0 0,0 0-1 0 0,-1 0 1 0 0,1 0 0 0 0,0 0-1 0 0,-1 0 1 0 0,1 0 0 0 0,0 0-1 0 0,-1 0 1 0 0,1 0 0 0 0,0 0 0 0 0,-1-1-1 0 0,1 1 1 0 0,-1 0 0 0 0,1 0-1 0 0,0-1 1 0 0,-1 1 0 0 0,1 0-1 0 0,-1-1 1 0 0,1 1 0 0 0,-1-1-1 0 0,1 1 1 0 0,-1-1 0 0 0,1 1-1 0 0,-1-1 1 0 0,0 1 0 0 0,1-1-1 0 0,-1 1 1 0 0,0-1 0 0 0,1 1-1 0 0,-1-1 1 0 0,0 0 0 0 0,0 1-1 0 0,1-1 1 0 0,-1 0 0 0 0,0 1-1 0 0,0-1 1 0 0,0 0 0 0 0,0 1-1 0 0,0-1 1 0 0,0 0 0 0 0,0 0-1 0 0,5-2 75 0 0,-4 3-75 0 0,0 0 0 0 0,0 0 0 0 0,1-1 1 0 0,-1 1-1 0 0,0 0 0 0 0,0-1 1 0 0,0 1-1 0 0,0-1 0 0 0,0 1 1 0 0,0-1-1 0 0,0 0 0 0 0,0 1 1 0 0,0-1-1 0 0,-1 0 0 0 0,1 0 1 0 0,0 1-1 0 0,0-1 0 0 0,0 0 1 0 0,-1 0-1 0 0,1 0 0 0 0,-1 0 1 0 0,1 0-1 0 0,-1 0 0 0 0,1 0 0 0 0,0-2 1 0 0,1-36 266 0 0,-2 23-244 0 0,0 15-26 0 0,0 0-1 0 0,0 0 1 0 0,0 0 0 0 0,0 0-1 0 0,-1 0 1 0 0,1 0-1 0 0,0 0 1 0 0,-1 0-1 0 0,1 0 1 0 0,-1 0-1 0 0,1 0 1 0 0,-1 0 0 0 0,1 0-1 0 0,-1 0 1 0 0,1 0-1 0 0,-1 1 1 0 0,0-1-1 0 0,0 0 1 0 0,1 0-1 0 0,-1 1 1 0 0,0-1 0 0 0,0 1-1 0 0,-1-2 1 0 0,0 2-2 0 0,1-1 0 0 0,0 0 0 0 0,0 0 1 0 0,0 0-1 0 0,0 0 0 0 0,0 0 1 0 0,0 0-1 0 0,0 0 0 0 0,0 0 0 0 0,0 0 1 0 0,1 0-1 0 0,-1-1 0 0 0,0 1 1 0 0,1 0-1 0 0,-1 0 0 0 0,1-1 0 0 0,-1 1 1 0 0,1 0-1 0 0,-1-1 0 0 0,1 1 1 0 0,0-1-1 0 0,0 1 0 0 0,0-1 0 0 0,0 0 1 0 0,0 0-2 0 0,0 1 0 0 0,0 0 0 0 0,0 0 0 0 0,0 0-1 0 0,-1 0 1 0 0,1 0 0 0 0,0 0 0 0 0,-1 0 0 0 0,1 1 0 0 0,0-1 0 0 0,-1 0 0 0 0,1 0 0 0 0,-1 0 0 0 0,0 0 0 0 0,1 0 0 0 0,-1 0 0 0 0,0 1 0 0 0,1-1 0 0 0,-1 0 0 0 0,0 1-1 0 0,0-1 1 0 0,1 0 0 0 0,-1 1 0 0 0,0-1 0 0 0,0 1 0 0 0,0-1 0 0 0,-1 1 0 0 0,1-1 3 0 0,0 1-1 0 0,1 0 1 0 0,-1-1-1 0 0,0 1 1 0 0,0-1-1 0 0,0 1 1 0 0,1-1-1 0 0,-1 1 1 0 0,0-1-1 0 0,1 1 1 0 0,-1-1-1 0 0,1 0 1 0 0,-1 1 0 0 0,0-1-1 0 0,1 0 1 0 0,-1 0-1 0 0,1 1 1 0 0,0-1-1 0 0,-1 0 1 0 0,1 0-1 0 0,0 0 1 0 0,-1 0-1 0 0,1 1 1 0 0,0-1-1 0 0,0 0 1 0 0,0-1-1 0 0,-1 0-1 0 0,1 1 0 0 0,-1 0 0 0 0,1 0 0 0 0,-1 0 0 0 0,0 0 0 0 0,0 0-1 0 0,1 0 1 0 0,-1 0 0 0 0,0 0 0 0 0,0 0 0 0 0,0 0 0 0 0,0 0 0 0 0,0 1-1 0 0,0-1 1 0 0,0 0 0 0 0,0 1 0 0 0,-1-1 0 0 0,1 1 0 0 0,0-1 0 0 0,-3 0-1 0 0,1-1 9 0 0,-24-16 53 0 0,23 16-50 0 0,-1-1 0 0 0,1 0 0 0 0,0 0 0 0 0,0-1 1 0 0,0 1-1 0 0,-5-6 0 0 0,-1-10-4 0 0,8 16-2 0 0,1 0 0 0 0,-1 1 0 0 0,0-1 0 0 0,0 0 0 0 0,0 0 0 0 0,0 1 0 0 0,0-1 0 0 0,-1 1 0 0 0,1 0 0 0 0,-1 0 0 0 0,-4-4 0 0 0,-138-97 327 0 0,90 81-106 0 0,54 21-220 0 0,0 1 0 0 0,0-1-1 0 0,1 0 1 0 0,-1 0 0 0 0,0 0 0 0 0,0 1-1 0 0,0-1 1 0 0,0 0 0 0 0,0 1-1 0 0,0-1 1 0 0,0 1 0 0 0,0-1 0 0 0,0 1-1 0 0,0-1 1 0 0,-1 1 0 0 0,1 0-1 0 0,0 0 1 0 0,0 0 0 0 0,0-1 0 0 0,0 1-1 0 0,-3 1 1 0 0,4-1 5 0 0,-6-3 106 0 0,-19-4-76 0 0,-105-10 118 0 0,74 15-160 0 0,37 1-2 0 0,9 1 5 0 0,0 0-1 0 0,0-1 1 0 0,0-1-1 0 0,0 0 1 0 0,-11-3 0 0 0,-70-8 63 0 0,45 2-69 0 0,40 10 26 0 0,-7 1 24 0 0,6 0-43 0 0,1-1 0 0 0,0 1 0 0 0,0-1 1 0 0,0-1-1 0 0,-12-3 0 0 0,1 0 16 0 0,-1 1 1 0 0,0 0-1 0 0,-26-2 1 0 0,8 1 40 0 0,30 2-58 0 0,-42 1 66 0 0,-7 2-55 0 0,25 0-1 0 0,-61 0 67 0 0,64 0-35 0 0,8 0-24 0 0,-25 6 46 0 0,11-3-64 0 0,5 0-26 0 0,0 2 0 0 0,-34 9 0 0 0,1-3 6 0 0,40-4-22 0 0,7 0 28 0 0,-16 2 64 0 0,0 0 1 0 0,-1-2-1 0 0,-53 5 0 0 0,53-10-219 0 0,0 0 0 0 0,-62-7 0 0 0,17 2-2190 0 0,51 8 429 0 0,9 1-3750 0 0,-9-4-499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2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127 611 1761 0 0,'-1'1'157'0'0,"0"0"0"0"0,0 0 0 0 0,0 0 0 0 0,1 0 0 0 0,-1-1 0 0 0,0 1 0 0 0,0 0 0 0 0,0-1 0 0 0,-1 1 0 0 0,1-1 0 0 0,0 1 0 0 0,0-1 0 0 0,0 1 0 0 0,0-1 1 0 0,0 0-1 0 0,-1 1 0 0 0,1-1 0 0 0,0 0 0 0 0,0 0 0 0 0,-3 0 0 0 0,4 0 80 0 0,-1 0-143 0 0,1 0 1 0 0,0 0-1 0 0,-1 0 1 0 0,1 0-1 0 0,0 0 1 0 0,0 1-1 0 0,-1-1 1 0 0,1 0-1 0 0,0 0 0 0 0,0 0 1 0 0,-1 0-1 0 0,1 1 1 0 0,0-1-1 0 0,0 0 1 0 0,-1 0-1 0 0,1 0 1 0 0,0 1-1 0 0,0-1 1 0 0,0 0-1 0 0,-1 0 1 0 0,1 1-1 0 0,0-1 1 0 0,0 0-1 0 0,0 1 1 0 0,0-1-1 0 0,0 0 1 0 0,0 1-1 0 0,0-1 0 0 0,0 0 1 0 0,0 0-1 0 0,0 1 1 0 0,0-1-1 0 0,0 0 1 0 0,0 1-1 0 0,0-1 1 0 0,0 0-1 0 0,0 1 1 0 0,0-1-1 0 0,0 0 1 0 0,0 1-1 0 0,0-1-66 0 0,1 1 1 0 0,-1-1-1 0 0,0 0 0 0 0,0 0 1 0 0,0 1-1 0 0,0-1 0 0 0,0 0 1 0 0,0 0-1 0 0,0 1 0 0 0,0-1 0 0 0,0 0 1 0 0,0 1-1 0 0,0-1 0 0 0,0 0 1 0 0,0 0-1 0 0,0 1 0 0 0,0-1 1 0 0,0 0-1 0 0,0 0 0 0 0,-1 1 1 0 0,1-1-1 0 0,0 0 0 0 0,0 0 0 0 0,0 1 1 0 0,0-1-1 0 0,0 0 0 0 0,-1 0 1 0 0,1 1-1 0 0,0-1 0 0 0,0 0 1 0 0,0 0-1 0 0,-1 0 0 0 0,1 0 0 0 0,0 1 1 0 0,0-1-1 0 0,-1 0 0 0 0,1 0 1 0 0,-6 1 126 0 0,-22 6 242 0 0,27-6-353 0 0,0-1 0 0 0,1 0 0 0 0,-1 0 0 0 0,0 1 0 0 0,0-1 1 0 0,0 1-1 0 0,0-1 0 0 0,1 1 0 0 0,-1-1 0 0 0,0 1 0 0 0,0-1 0 0 0,1 1 0 0 0,-1 0 0 0 0,0-1 0 0 0,1 1 0 0 0,-1 0 0 0 0,1 0 0 0 0,-1-1 0 0 0,1 1 0 0 0,-1 0 1 0 0,1 0-1 0 0,-1 0 0 0 0,1 0 0 0 0,-1 1 0 0 0,1-1 769 0 0,1-1-789 0 0,-1-1-1 0 0,0 1 1 0 0,0 0-1 0 0,0-1 1 0 0,0 1-1 0 0,0 0 0 0 0,0-1 1 0 0,0 1-1 0 0,1-1 1 0 0,-1 1-1 0 0,0 0 1 0 0,0-1-1 0 0,0 1 0 0 0,0 0 1 0 0,-1-1-1 0 0,1 1 1 0 0,0 0-1 0 0,0-1 1 0 0,0 1-1 0 0,0-1 0 0 0,0 1 1 0 0,0 0-1 0 0,0-1 1 0 0,-1 1-1 0 0,1 0 1 0 0,0-1-1 0 0,0 1 0 0 0,-1 0 1 0 0,1 0-1 0 0,0-1 1 0 0,0 1-1 0 0,-1 0 1 0 0,1 0-1 0 0,0-1 0 0 0,-1 1 1 0 0,1 0-1 0 0,0 0 1 0 0,-1 0-1 0 0,1-1 0 0 0,-1 1 1 0 0,0-1-10 0 0,-1 0 0 0 0,0 0 0 0 0,1-1 0 0 0,-1 1 0 0 0,1 0 1 0 0,-1-1-1 0 0,1 1 0 0 0,-1-1 0 0 0,1 0 0 0 0,0 1 0 0 0,0-1 0 0 0,0 0 0 0 0,0 0 0 0 0,0 0 1 0 0,1 0-1 0 0,-2-3 0 0 0,-1-45 150 0 0,3 36-141 0 0,0-310 457 0 0,0 320-472 0 0,0 1 0 0 0,1-1 0 0 0,-1 0 0 0 0,1 1 0 0 0,0-1 0 0 0,0 1 0 0 0,0-1 0 0 0,1 1 0 0 0,-1 0 0 0 0,1-1 0 0 0,3-5 0 0 0,-3 6 7 0 0,0 0 1 0 0,0 0-1 0 0,-1-1 0 0 0,1 1 1 0 0,-1 0-1 0 0,0-1 0 0 0,0 1 1 0 0,0-1-1 0 0,0 0 0 0 0,0 1 1 0 0,-1-8-1 0 0,0-16 572 0 0,-5 27-494 0 0,-22-2 250 0 0,17 0 113 0 0,22 1-241 0 0,492-38 848 0 0,-184 7-672 0 0,-309 31-671 0 0,-1 0 0 0 0,0 0 0 0 0,1-1 0 0 0,12-5 0 0 0,-23 7 8 0 0,5-4-133 0 0,-10 0-3280 0 0,-21-6 70 0 0,-4 3-214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2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20 720 0 0,'-25'-8'2481'0'0,"25"2"-400"0"0,-30 6-480 0 0,30-5 1841 0 0,30 5-2642 0 0,25 0-480 0 0,-25 5-240 0 0,61 1-400 0 0,-31 2-880 0 0,31-2-1842 0 0,-31 5-559 0 0,0-3 559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2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61 1281 0 0,'0'-1'187'0'0,"1"0"1"0"0,0 0 0 0 0,0 0 0 0 0,0 0 0 0 0,-1 0 0 0 0,1 0 0 0 0,0 0 0 0 0,0 0 0 0 0,0 0 0 0 0,0 1-1 0 0,0-1 1 0 0,1 0 0 0 0,-1 1 0 0 0,0-1 0 0 0,0 1 0 0 0,0-1 0 0 0,1 1 0 0 0,-1 0 0 0 0,0 0-1 0 0,0-1 1 0 0,3 1 0 0 0,26-5 1961 0 0,43-5-51 0 0,-61 8-2008 0 0,-12 2-76 0 0,0 0-1 0 0,1-1 1 0 0,-1 1 0 0 0,1 0-1 0 0,-1-1 1 0 0,0 1-1 0 0,1 0 1 0 0,-1-1 0 0 0,0 1-1 0 0,0 0 1 0 0,1-1-1 0 0,-1 1 1 0 0,0 0 0 0 0,0-1-1 0 0,1 1 1 0 0,-1-1 0 0 0,0 1-1 0 0,0-1 1 0 0,0 1-1 0 0,0 0 1 0 0,0-1 0 0 0,0 1-1 0 0,0-1 1 0 0,0 1-1 0 0,0-1 1 0 0,0 1 0 0 0,0-1-1 0 0,0 1 1 0 0,0-1-1 0 0,0 1 1 0 0,0 0 0 0 0,0-1-1 0 0,0 1 1 0 0,0-1 0 0 0,-1 1-1 0 0,1-1 1 0 0,0 1-1 0 0,0 0 1 0 0,-1-1 0 0 0,1 1-1 0 0,0 0 1 0 0,0-1-1 0 0,-1 1 1 0 0,1 0 0 0 0,0-1-1 0 0,-1 1 1 0 0,1 0 0 0 0,-1-1-1 0 0,-20-3 185 0 0,0 1-1 0 0,0 2 1 0 0,0 0 0 0 0,0 0-1 0 0,1 2 1 0 0,-1 1 0 0 0,0 1-1 0 0,0 0 1 0 0,1 1 0 0 0,-33 12-1 0 0,50-14-156 0 0,0-1-1 0 0,0 0 0 0 0,0 1 1 0 0,1 0-1 0 0,-1-1 1 0 0,0 1-1 0 0,1 0 0 0 0,-1 1 1 0 0,1-1-1 0 0,0 0 0 0 0,-4 5 1 0 0,-19 17 248 0 0,22-22-261 0 0,1-1-1 0 0,-1 1 1 0 0,1 0-1 0 0,0 0 1 0 0,0 0-1 0 0,0 0 1 0 0,0 0 0 0 0,0 1-1 0 0,1-1 1 0 0,-1 1-1 0 0,1-1 1 0 0,-1 1-1 0 0,1 0 1 0 0,0-1 0 0 0,0 1-1 0 0,0 0 1 0 0,0 0-1 0 0,1 0 1 0 0,-1 0-1 0 0,1-1 1 0 0,-1 1-1 0 0,1 0 1 0 0,0 0 0 0 0,1 0-1 0 0,-1 0 1 0 0,1 6-1 0 0,-1 5 110 0 0,1-12-136 0 0,0 0 1 0 0,0 0 0 0 0,0-1 0 0 0,0 1 0 0 0,0 0 0 0 0,0-1 0 0 0,0 1-1 0 0,0-1 1 0 0,1 1 0 0 0,-1-1 0 0 0,0 0 0 0 0,1 0 0 0 0,-1 1 0 0 0,1-1 0 0 0,0 0-1 0 0,-1 0 1 0 0,1-1 0 0 0,0 1 0 0 0,0 0 0 0 0,-1 0 0 0 0,1-1 0 0 0,0 1 0 0 0,0-1-1 0 0,2 1 1 0 0,54 8-635 0 0,-43-10 47 0 0,0-1 1 0 0,-1 0-1 0 0,1-1 1 0 0,-1-1-1 0 0,0 0 1 0 0,0-1-1 0 0,0-1 1 0 0,23-12-1 0 0,-9 5-1735 0 0,18-5-587 0 0,-11 3 147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2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3 160 320 0 0,'0'-73'6693'0'0,"0"25"-5089"0"0,-2 45-1576 0 0,4 2-35 0 0,0 0 0 0 0,0 0 1 0 0,1 0-1 0 0,-1 0 0 0 0,0 0 0 0 0,1 0 1 0 0,-1 1-1 0 0,1-1 0 0 0,-1 1 0 0 0,1-1 1 0 0,4 1-1 0 0,4-3-26 0 0,13 0-174 0 0,3 12 78 0 0,-24-6 111 0 0,-1-2 16 0 0,-1-1 0 0 0,1 1 0 0 0,-1 0 1 0 0,1-1-1 0 0,-1 1 0 0 0,1 0 0 0 0,-1 0 0 0 0,1 0 0 0 0,-1 0 0 0 0,0 0 0 0 0,0 0 1 0 0,1 0-1 0 0,1 3 0 0 0,0 32 495 0 0,-4-35-472 0 0,1 0 0 0 0,-1-1 0 0 0,0 1 0 0 0,0 0 0 0 0,0 0 0 0 0,0 0 0 0 0,0 0 0 0 0,0-1 0 0 0,0 1 0 0 0,0 0 1 0 0,0-1-1 0 0,-1 1 0 0 0,1-1 0 0 0,0 0 0 0 0,0 1 0 0 0,0-1 0 0 0,-1 0 0 0 0,1 0 0 0 0,0 1 0 0 0,-2-1 0 0 0,2 0 17 0 0,-4 1 522 0 0,5-39-399 0 0,0 36-160 0 0,-1 1 1 0 0,1-1 0 0 0,0 1 0 0 0,0-1 0 0 0,0 1 0 0 0,0-1 0 0 0,0 1 0 0 0,0-1 0 0 0,0 1 0 0 0,1-1-1 0 0,-1 1 1 0 0,0-1 0 0 0,1 1 0 0 0,-1 0 0 0 0,1-1 0 0 0,0 1 0 0 0,-1 0 0 0 0,1-1 0 0 0,0 1 0 0 0,0 0 0 0 0,0 0-1 0 0,0-1 1 0 0,0 1 0 0 0,0 0 0 0 0,0 0 0 0 0,0 0 0 0 0,0 1 0 0 0,1-1 0 0 0,-1 0 0 0 0,0 0 0 0 0,1 1-1 0 0,-1-1 1 0 0,0 0 0 0 0,1 1 0 0 0,-1-1 0 0 0,1 1 0 0 0,-1 0 0 0 0,1 0 0 0 0,-1-1 0 0 0,1 1 0 0 0,1 0 0 0 0,22-1-2 0 0,-22 2 2 0 0,0-1 1 0 0,-1 0-1 0 0,1 1 1 0 0,-1 0-1 0 0,1 0 1 0 0,-1-1-1 0 0,1 2 1 0 0,-1-1-1 0 0,1 0 1 0 0,-1 0-1 0 0,0 1 1 0 0,0-1-1 0 0,0 1 1 0 0,0 0-1 0 0,0-1 1 0 0,0 1-1 0 0,0 0 1 0 0,0 0-1 0 0,1 3 1 0 0,6 5 13 0 0,-8-9-10 0 0,-1 0 0 0 0,1 0 0 0 0,0 1 1 0 0,0-1-1 0 0,-1 0 0 0 0,1 1 0 0 0,-1-1 0 0 0,1 1 0 0 0,-1-1 0 0 0,0 1 0 0 0,0-1 0 0 0,1 1 0 0 0,-1-1 0 0 0,0 1 0 0 0,0-1 1 0 0,-1 1-1 0 0,1-1 0 0 0,-1 3 0 0 0,1 6 132 0 0,0-11-133 0 0,0 1-1 0 0,0-1 1 0 0,-1 1 0 0 0,1-1 0 0 0,0 1 0 0 0,0-1 0 0 0,0 1 0 0 0,0 0-1 0 0,-1-1 1 0 0,1 1 0 0 0,0-1 0 0 0,-1 1 0 0 0,1 0 0 0 0,0-1 0 0 0,0 1-1 0 0,-1 0 1 0 0,1-1 0 0 0,-1 1 0 0 0,1 0 0 0 0,0 0 0 0 0,-1-1 0 0 0,1 1-1 0 0,-1 0 1 0 0,1 0 0 0 0,0 0 0 0 0,-1 0 0 0 0,1-1 0 0 0,-1 1-1 0 0,1 0 1 0 0,-1 0 0 0 0,1 0 0 0 0,-1 0 0 0 0,1 0 0 0 0,-1 0 0 0 0,0 0-1 0 0,1 0-2 0 0,-1 0-1 0 0,0 0 1 0 0,1 0-1 0 0,-1 0 0 0 0,0 0 1 0 0,0 0-1 0 0,1 0 0 0 0,-1 0 1 0 0,0-1-1 0 0,1 1 1 0 0,-1 0-1 0 0,0-1 0 0 0,1 1 1 0 0,-1 0-1 0 0,0-1 0 0 0,1 1 1 0 0,-1-1-1 0 0,1 1 0 0 0,-1-1 1 0 0,1 1-1 0 0,-1-1 1 0 0,1 1-1 0 0,-1-1 0 0 0,1 1 1 0 0,0-1-1 0 0,-1 0 0 0 0,1 1 1 0 0,0-1-1 0 0,-1 0 1 0 0,1 1-1 0 0,0-1 0 0 0,0 0 1 0 0,0 1-1 0 0,0-1 0 0 0,0 0 1 0 0,0 0-1 0 0,0-1 0 0 0,0 1 0 0 0,0 0-1 0 0,0 0 0 0 0,0 0 1 0 0,0 0-1 0 0,-1 0 0 0 0,1 1 1 0 0,0-1-1 0 0,0 0 0 0 0,-1 0 1 0 0,1 0-1 0 0,0 0 0 0 0,-1 0 0 0 0,1 0 1 0 0,-1 0-1 0 0,1 0 0 0 0,-1 1 1 0 0,0-1-1 0 0,1 0 0 0 0,-1 0 1 0 0,0 1-1 0 0,1-1 0 0 0,-1 1 1 0 0,0-1-1 0 0,0 0 0 0 0,1 1 0 0 0,-1-1 1 0 0,0 1-1 0 0,-1-1 0 0 0,1 1 3 0 0,0-1-1 0 0,0 1 1 0 0,0-1-1 0 0,0 1 1 0 0,0-1-1 0 0,0 1 1 0 0,1-1-1 0 0,-1 0 0 0 0,0 0 1 0 0,0 1-1 0 0,1-1 1 0 0,-1 0-1 0 0,0 0 1 0 0,1 0-1 0 0,-1 0 1 0 0,1 0-1 0 0,-1 1 1 0 0,1-1-1 0 0,0 0 0 0 0,-1 0 1 0 0,1 0-1 0 0,0 0 1 0 0,0 0-1 0 0,-1-1 1 0 0,1 1-1 0 0,0 0 1 0 0,0 0-1 0 0,0-1 0 0 0,-2-3 15 0 0,4 4-17 0 0,0 0 0 0 0,0 0-1 0 0,0 0 1 0 0,0 0 0 0 0,0 0 0 0 0,0 1 0 0 0,0-1-1 0 0,0 1 1 0 0,0-1 0 0 0,1 1 0 0 0,-1 0-1 0 0,0 0 1 0 0,4 0 0 0 0,-3-1 5 0 0,1 1-1 0 0,0-1 1 0 0,0 1 0 0 0,0 0 0 0 0,-1 1 0 0 0,1-1-1 0 0,0 0 1 0 0,0 1 0 0 0,0 0 0 0 0,-1 0 0 0 0,1 0-1 0 0,-1 0 1 0 0,1 1 0 0 0,-1 0 0 0 0,1-1 0 0 0,-1 1-1 0 0,0 0 1 0 0,0 1 0 0 0,1-1 0 0 0,-2 0 0 0 0,1 1-1 0 0,0 0 1 0 0,0 0 0 0 0,3 5 0 0 0,1-2-181 0 0,1 0 1 0 0,0-1-1 0 0,0-1 1 0 0,0 1-1 0 0,0-1 1 0 0,1 0-1 0 0,11 3 0 0 0,-15-5-100 0 0,-1-6-3874 0 0,-3-9 2427 0 0,-1 11 1126 0 0,0-16-1777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0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0 640 0 0,'25'0'1588'0'0,"-20"0"-94"0"0,-6 5 2615 0 0,1-4-4039 0 0,0 0 0 0 0,-1 0 0 0 0,1 0 1 0 0,0 0-1 0 0,0 0 0 0 0,0 0 0 0 0,0 0 0 0 0,0-1 0 0 0,1 1 0 0 0,-1 0 1 0 0,0 0-1 0 0,0 0 0 0 0,1 0 0 0 0,-1 0 0 0 0,0 0 0 0 0,1 0 0 0 0,-1 0 1 0 0,1 0-1 0 0,-1-1 0 0 0,1 1 0 0 0,-1 0 0 0 0,2 1 0 0 0,14 9 1 0 0,23 15 98 0 0,-34-24-157 0 0,0 0-1 0 0,0 0 1 0 0,0 1-1 0 0,0 0 1 0 0,-1-1-1 0 0,1 2 0 0 0,-1-1 1 0 0,0 0-1 0 0,0 1 1 0 0,0 0-1 0 0,0 0 1 0 0,-1 0-1 0 0,6 8 1 0 0,13 2 67 0 0,-20-14-68 0 0,0 1 1 0 0,0 0-1 0 0,0 0 0 0 0,0-1 1 0 0,0 1-1 0 0,-1 1 1 0 0,1-1-1 0 0,0 0 1 0 0,-1 0-1 0 0,1 1 1 0 0,0-1-1 0 0,-1 0 1 0 0,0 1-1 0 0,1 0 1 0 0,-1-1-1 0 0,0 1 1 0 0,0 0-1 0 0,0 0 1 0 0,0-1-1 0 0,1 3 1 0 0,-2-3-10 0 0,0 0 0 0 0,0 0 0 0 0,0-1 0 0 0,0 1 0 0 0,0 0 0 0 0,1-1 0 0 0,-1 1 1 0 0,0 0-1 0 0,0-1 0 0 0,1 1 0 0 0,-1 0 0 0 0,0-1 0 0 0,1 1 0 0 0,-1-1 0 0 0,1 1 1 0 0,-1 0-1 0 0,1-1 0 0 0,-1 1 0 0 0,1-1 0 0 0,-1 1 0 0 0,1-1 0 0 0,-1 0 0 0 0,1 1 0 0 0,-1-1 1 0 0,1 0-1 0 0,0 1 0 0 0,-1-1 0 0 0,1 0 0 0 0,0 0 0 0 0,-1 1 0 0 0,1-1 0 0 0,0 0 1 0 0,0 0-1 0 0,0 0 0 0 0,9-1 21 0 0,-11-2 120 0 0,-16-4-143 0 0,12 5 0 0 0,1 1 0 0 0,-1-1 0 0 0,1 0 0 0 0,-1-1 0 0 0,1 1 0 0 0,0-1 0 0 0,0 0 0 0 0,-4-3 0 0 0,3 2 7 0 0,-1 1 0 0 0,1-1 0 0 0,-1 2 0 0 0,1-1 0 0 0,-1 1 0 0 0,0-1 0 0 0,0 1 0 0 0,0 1 0 0 0,-12-2 0 0 0,-54-3 83 0 0,67 6-77 0 0,1 0 0 0 0,-1 1 0 0 0,1 0-1 0 0,-1-1 1 0 0,1 2 0 0 0,-1-1 0 0 0,1 0 0 0 0,0 1 0 0 0,0 0 0 0 0,0 0 0 0 0,0 0 0 0 0,0 1 0 0 0,0-1 0 0 0,0 1-1 0 0,1 0 1 0 0,-1 0 0 0 0,1 0 0 0 0,0 0 0 0 0,-5 7 0 0 0,6-7 1 0 0,0-1-1 0 0,1 1 1 0 0,-1 0 0 0 0,1 0-1 0 0,-1 0 1 0 0,1 1 0 0 0,0-1-1 0 0,0 0 1 0 0,0 0 0 0 0,1 1-1 0 0,-1-1 1 0 0,1 0 0 0 0,0 1-1 0 0,0-1 1 0 0,0 0 0 0 0,0 1-1 0 0,1-1 1 0 0,-1 0 0 0 0,1 1-1 0 0,0-1 1 0 0,0 0-1 0 0,0 0 1 0 0,0 0 0 0 0,1 0-1 0 0,-1 0 1 0 0,4 5 0 0 0,3 2-65 0 0,0-2 0 0 0,0 1 1 0 0,1-1-1 0 0,0-1 0 0 0,0 1 1 0 0,1-2-1 0 0,0 1 0 0 0,0-1 1 0 0,0-1-1 0 0,1 0 0 0 0,0 0 1 0 0,0-1-1 0 0,0 0 0 0 0,1-1 0 0 0,-1-1 1 0 0,1 0-1 0 0,-1 0 0 0 0,1-1 1 0 0,22-1-1 0 0,-31 0-236 0 0,1-1 0 0 0,-1 0 0 0 0,0 0 0 0 0,0 0-1 0 0,1-1 1 0 0,-1 1 0 0 0,0-1 0 0 0,0 1 0 0 0,0-1 0 0 0,0 0 0 0 0,-1-1 0 0 0,1 1-1 0 0,0 0 1 0 0,-1-1 0 0 0,0 1 0 0 0,1-1 0 0 0,-1 0 0 0 0,0 1 0 0 0,0-1 0 0 0,2-6 0 0 0,-3 6 16 0 0,0 1 0 0 0,0-1 0 0 0,0 1 0 0 0,-1-1 1 0 0,1 1-1 0 0,-1-1 0 0 0,0 1 0 0 0,0-1 0 0 0,0-5 1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1601 0 0,'0'0'2481'0'0,"30"-6"-320"0"0,-30 0-480 0 0,30-1-401 0 0,1-13-639 0 0,-1-10-1442 0 0,0-3-1920 0 0,30-11-721 0 0,-35 13 641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1761 0 0,'-6'2'1069'0'0,"6"-2"-955"0"0,0 0 0 0 0,-1 1 0 0 0,1-1 1 0 0,0 0-1 0 0,-1 1 0 0 0,1-1 0 0 0,-1 0 0 0 0,1 1 0 0 0,-1-1 0 0 0,1 0 1 0 0,-1 0-1 0 0,1 0 0 0 0,-1 1 0 0 0,1-1 0 0 0,-1 0 0 0 0,1 0 1 0 0,-1 0-1 0 0,1 0 0 0 0,-1 0 0 0 0,1 0 0 0 0,-1 0 0 0 0,1 0 0 0 0,-1 0 1 0 0,1 0-1 0 0,-1 0 0 0 0,1-1 0 0 0,-1 1 0 0 0,1 0 0 0 0,-1 0 0 0 0,1 0 1 0 0,-1-1-1 0 0,1 1 0 0 0,-1 0 0 0 0,1 0 0 0 0,0-1 0 0 0,-1 1 1 0 0,1 0-1 0 0,-1-1 0 0 0,1 1 0 0 0,-1-1 0 0 0,1 0 300 0 0,24 1-258 0 0,-1 1 1 0 0,0 2-1 0 0,31 6 1 0 0,-43-6-132 0 0,-1 0 1 0 0,1 0-1 0 0,-1 1 1 0 0,0 0-1 0 0,0 1 0 0 0,0 0 1 0 0,-1 1-1 0 0,0 0 1 0 0,13 10-1 0 0,7 7 63 0 0,13 13 56 0 0,-40-34-123 0 0,0 0-1 0 0,0 1 1 0 0,-1-1-1 0 0,1 0 1 0 0,-1 1-1 0 0,1-1 1 0 0,-1 1-1 0 0,0 0 1 0 0,0-1-1 0 0,0 1 1 0 0,0 0-1 0 0,0 0 1 0 0,-1-1-1 0 0,1 1 1 0 0,-1 3-1 0 0,1 3 29 0 0,-1-8-23 0 0,0 1 1 0 0,0-1-1 0 0,0 1 0 0 0,0 0 1 0 0,0-1-1 0 0,0 1 1 0 0,0 0-1 0 0,-1-1 0 0 0,1 1 1 0 0,0-1-1 0 0,-1 1 1 0 0,1 0-1 0 0,-1-1 0 0 0,-1 2 1 0 0,1-2-6 0 0,-1 0 0 0 0,0 0 0 0 0,0 0 0 0 0,0-1 0 0 0,1 1 0 0 0,-1-1 0 0 0,0 1 0 0 0,0-1 0 0 0,0 0 0 0 0,0 1 0 0 0,0-1 0 0 0,0 0 1 0 0,0 0-1 0 0,-3-1 0 0 0,-18 0 18 0 0,-1-1 1 0 0,1-1-1 0 0,-1-2 1 0 0,1 0 0 0 0,0-1-1 0 0,-33-15 1 0 0,-1-3-599 0 0,-66-41 0 0 0,95 45-929 0 0,27 19 1392 0 0,1 1 1 0 0,-1-1-1 0 0,0 1 1 0 0,1-1 0 0 0,0 1-1 0 0,-1-1 1 0 0,1 0-1 0 0,-1 1 1 0 0,1-1-1 0 0,0 0 1 0 0,-1 1-1 0 0,1-1 1 0 0,0 0 0 0 0,0 0-1 0 0,0 1 1 0 0,0-1-1 0 0,-1 0 1 0 0,1 1-1 0 0,0-1 1 0 0,0 0 0 0 0,0 0-1 0 0,1 1 1 0 0,-1-1-1 0 0,0 0 1 0 0,0 0-1 0 0,0 1 1 0 0,0-1-1 0 0,1 0 1 0 0,-1 0 0 0 0,0 1-1 0 0,1-1 1 0 0,-1 1-1 0 0,0-1 1 0 0,2-1-1 0 0,23-13-2998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1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1601 0 0,'-60'50'4882'0'0,"30"8"-2961"0"0,-31 5-1521 0 0,61-5-80 0 0,-30-20 80 0 0,30-7-160 0 0,30-12-240 0 0,31 1-480 0 0,-1-20-1281 0 0,-6-14-3601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4402 0 0,'-39'6'3975'0'0,"-38"-1"-1200"0"0,72-5 66 0 0,10 1-2761 0 0,109 10-10 0 0,-16-3-33 0 0,21 5-1591 0 0,199-2 0 0 0,-304-12 1068 0 0,-4 1-142 0 0,-1 0 0 0 0,1-1 0 0 0,-1 0 0 0 0,0 0 0 0 0,1-1 0 0 0,9-3-1 0 0,-14-1-2225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64 5442 0 0,'-30'6'3682'0'0,"30"1"-2561"0"0,0-14-881 0 0,30 7 0 0 0,0 0 0 0 0,31 0 80 0 0,23-6-80 0 0,7 0-640 0 0,-31-7-1041 0 0,31-7-1840 0 0,-61-5-321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51 1361 0 0,'4'0'668'0'0,"-2"0"-479"0"0,-1 0 0 0 0,0 0 0 0 0,1 1-1 0 0,-1-1 1 0 0,0 0 0 0 0,1 0 0 0 0,-1 0-1 0 0,0-1 1 0 0,1 1 0 0 0,-1 0 0 0 0,0 0-1 0 0,0-1 1 0 0,1 1 0 0 0,-1-1 0 0 0,0 1 0 0 0,0-1-1 0 0,1 1 1 0 0,0-3 1521 0 0,3 3-590 0 0,-2 0-942 0 0,-3 0-142 0 0,1 0 1 0 0,-1 0 0 0 0,1 0-1 0 0,-1 1 1 0 0,1-1 0 0 0,-1 0-1 0 0,1 0 1 0 0,-1 0 0 0 0,1 0-1 0 0,0 0 1 0 0,-1 0 0 0 0,1-1-1 0 0,-1 1 1 0 0,1 0 0 0 0,-1 0-1 0 0,1 0 1 0 0,-1 0 0 0 0,1-1-1 0 0,-1 1 1 0 0,1 0 0 0 0,-1 0-1 0 0,1-1 1 0 0,-1 1 0 0 0,0 0-1 0 0,1-1 1 0 0,-1 1 0 0 0,1-1-1 0 0,-1 1 1 0 0,0 0 0 0 0,1-1-1 0 0,-1 1 1 0 0,0-1 0 0 0,0 1-1 0 0,1-1 1 0 0,-1 1 0 0 0,0-1-1 0 0,0 1 1 0 0,0-1 0 0 0,0 1-1 0 0,1-1 1 0 0,-1 1 0 0 0,0-1-1 0 0,0 0 1 0 0,0 0 0 0 0,5-1 109 0 0,0 2-81 0 0,-4 0-50 0 0,0 0 1 0 0,0 0-1 0 0,0-1 0 0 0,0 1 0 0 0,0 0 0 0 0,0 0 1 0 0,-1 0-1 0 0,1-1 0 0 0,0 1 0 0 0,0 0 0 0 0,0-1 1 0 0,-1 1-1 0 0,1-1 0 0 0,0 1 0 0 0,0-1 0 0 0,-1 1 1 0 0,1-1-1 0 0,0 1 0 0 0,-1-1 0 0 0,1 0 0 0 0,-1 1 1 0 0,1-1-1 0 0,-1 0 0 0 0,1 0 0 0 0,-1 1 0 0 0,1-1 1 0 0,-1 0-1 0 0,0 0 0 0 0,1 0 0 0 0,-1 0 0 0 0,0 1 1 0 0,0-1-1 0 0,0 0 0 0 0,0 0 0 0 0,0 0 0 0 0,0 0 1 0 0,0 0-1 0 0,0 0 0 0 0,0 1 0 0 0,0-1 0 0 0,0 0 1 0 0,0 0-1 0 0,-1-1 0 0 0,1 1 399 0 0,-22 0 173 0 0,19 2-481 0 0,-2-1 841 0 0,-45 6-453 0 0,42-4-478 0 0,1 1 1 0 0,-1 0 0 0 0,0 0-1 0 0,1 0 1 0 0,0 1 0 0 0,0 0-1 0 0,0 0 1 0 0,0 1 0 0 0,0 0-1 0 0,1 0 1 0 0,0 0 0 0 0,-8 10-1 0 0,-6 9 70 0 0,-32 50 0 0 0,32-44-127 0 0,-4-11 41 0 0,22-19 1 0 0,0 1 0 0 0,1 0 0 0 0,-1 0 0 0 0,0 0 0 0 0,0 0 0 0 0,1 0 0 0 0,-1 1 0 0 0,0-1 0 0 0,1 0 0 0 0,-1 1 0 0 0,1-1 0 0 0,0 1 1 0 0,0 0-1 0 0,-1-1 0 0 0,1 1 0 0 0,0 0 0 0 0,0 0 0 0 0,0 0 0 0 0,1-1 0 0 0,-1 1 0 0 0,0 0 0 0 0,1 0 0 0 0,-1 0 0 0 0,1 3 0 0 0,0 4 30 0 0,1-7-20 0 0,-1 0 0 0 0,0 1 1 0 0,0-1-1 0 0,0 0 0 0 0,0 1 0 0 0,0-1 0 0 0,0 1 0 0 0,-1-1 0 0 0,1 0 1 0 0,-1 1-1 0 0,0-1 0 0 0,0 0 0 0 0,-1 3 0 0 0,-2 1-19 0 0,1 0 0 0 0,0 0 0 0 0,0 0 0 0 0,0 0 0 0 0,1 0 0 0 0,0 0 0 0 0,0 0 0 0 0,1 1 0 0 0,0-1 0 0 0,0 1 0 0 0,0 0 0 0 0,1-1 0 0 0,0 1 0 0 0,1 6 0 0 0,-3 17 137 0 0,1-23-121 0 0,0 0-1 0 0,0 0 1 0 0,1 0 0 0 0,0 0-1 0 0,0 0 1 0 0,1 0 0 0 0,0 0-1 0 0,0 0 1 0 0,1 0 0 0 0,3 8-1 0 0,1-5 5 0 0,0-1-1 0 0,1 0 0 0 0,0-1 0 0 0,0 0 1 0 0,1 0-1 0 0,0-1 0 0 0,1 1 0 0 0,0-2 1 0 0,0 1-1 0 0,0-2 0 0 0,1 1 0 0 0,-1-1 1 0 0,1 0-1 0 0,1-1 0 0 0,-1 0 0 0 0,1-1 0 0 0,-1 0 1 0 0,15 2-1 0 0,9-1-16 0 0,1 0-1 0 0,0-2 1 0 0,0-2 0 0 0,0-1-1 0 0,0-2 1 0 0,0-1 0 0 0,-1-2-1 0 0,1-1 1 0 0,58-21 0 0 0,-90 27 7 0 0,-1 0 0 0 0,0 0 0 0 0,0-1 0 0 0,0 1 0 0 0,0 0 0 0 0,0-1 0 0 0,0 0 0 0 0,0 1 0 0 0,-1-1 0 0 0,1 0 0 0 0,-1 0 0 0 0,1 0 0 0 0,-1 0 0 0 0,1 0 0 0 0,-1 0 0 0 0,0 0 0 0 0,0 0 1 0 0,0-1-1 0 0,-1 1 0 0 0,2-5 0 0 0,0-1 17 0 0,-1-1 0 0 0,-1 0-1 0 0,0 0 1 0 0,-1-12 0 0 0,1-1 4 0 0,0 16-21 0 0,0 0 1 0 0,-1-1 0 0 0,1 1 0 0 0,-1 0-1 0 0,0 0 1 0 0,-1 0 0 0 0,1 0-1 0 0,-1 0 1 0 0,-1 0 0 0 0,1 0 0 0 0,-1 1-1 0 0,0-1 1 0 0,0 1 0 0 0,0 0 0 0 0,-1 0-1 0 0,0 0 1 0 0,0 0 0 0 0,0 0-1 0 0,-1 1 1 0 0,1 0 0 0 0,-9-6 0 0 0,0 3-1 0 0,1 1 0 0 0,-1 0 0 0 0,0 0 0 0 0,-1 2 0 0 0,1-1 0 0 0,-1 2 0 0 0,0 0 0 0 0,0 1 0 0 0,-20-1 0 0 0,27 2-8 0 0,-20-2-281 0 0,-1 2 0 0 0,-32 2 1 0 0,53 0 181 0 0,0-1 1 0 0,-1 1 0 0 0,1 1 0 0 0,0-1 0 0 0,0 1 0 0 0,0 0 0 0 0,0 1 0 0 0,0 0 0 0 0,1 0-1 0 0,-1 0 1 0 0,1 1 0 0 0,0 0 0 0 0,0 0 0 0 0,-7 7 0 0 0,11-10 23 0 0,1 0 1 0 0,0 1-1 0 0,0-1 1 0 0,0 0-1 0 0,0 1 1 0 0,0-1-1 0 0,0 1 0 0 0,0-1 1 0 0,0 1-1 0 0,0 0 1 0 0,1-1-1 0 0,-1 1 1 0 0,0 0-1 0 0,1-1 0 0 0,0 1 1 0 0,-1 0-1 0 0,1 0 1 0 0,0-1-1 0 0,0 1 1 0 0,0 0-1 0 0,0 0 1 0 0,0 0-1 0 0,1-1 0 0 0,-1 1 1 0 0,0 0-1 0 0,1 0 1 0 0,-1-1-1 0 0,1 1 1 0 0,0 0-1 0 0,0-1 1 0 0,-1 1-1 0 0,1-1 0 0 0,2 3 1 0 0,0-1-252 0 0,0 0 1 0 0,1 0-1 0 0,0 0 1 0 0,-1 0-1 0 0,1 0 1 0 0,0-1-1 0 0,1 1 1 0 0,-1-1-1 0 0,0 0 0 0 0,1-1 1 0 0,-1 1-1 0 0,1-1 1 0 0,-1 0-1 0 0,1 0 1 0 0,5 1-1 0 0,45 0-2803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31 159 1281 0 0,'0'2'7748'0'0,"0"-5"-6399"0"0,0 3-1337 0 0,0-1 0 0 0,0 0 0 0 0,0 1 1 0 0,0-1-1 0 0,0 0 0 0 0,0 0 0 0 0,0 1 0 0 0,-1-1 0 0 0,1 0 0 0 0,0 1 0 0 0,0-1 0 0 0,-1 0 0 0 0,1 1 1 0 0,-1-1-1 0 0,1 1 0 0 0,0-1 0 0 0,-1 0 0 0 0,1 1 0 0 0,-1-1 0 0 0,0 1 0 0 0,1-1 0 0 0,-1 1 1 0 0,1 0-1 0 0,-1-1 0 0 0,0 1 0 0 0,1 0 0 0 0,-1-1 0 0 0,0 1 0 0 0,1 0 0 0 0,-1 0 0 0 0,-1-1 0 0 0,1 1-3 0 0,0 0-1 0 0,1 0 1 0 0,-1-1-1 0 0,0 1 1 0 0,0 0-1 0 0,1-1 1 0 0,-1 1-1 0 0,0 0 1 0 0,0-1-1 0 0,1 1 1 0 0,-1-1-1 0 0,1 1 1 0 0,-1-1-1 0 0,0 1 1 0 0,1-1-1 0 0,-1 0 0 0 0,1 1 1 0 0,-1-1-1 0 0,1 0 1 0 0,0 1-1 0 0,-1-1 1 0 0,1 0-1 0 0,-1 0 1 0 0,1 1-1 0 0,0-1 1 0 0,0 0-1 0 0,0 0 1 0 0,-1 0-1 0 0,1 1 1 0 0,0-1-1 0 0,0 0 1 0 0,0-1-1 0 0,0-1 7 0 0,0 1 0 0 0,0-1 0 0 0,0 0 1 0 0,0 0-1 0 0,0 0 0 0 0,1 0 0 0 0,-1 0 0 0 0,1 1 0 0 0,0-1 0 0 0,0 0 0 0 0,0 0 1 0 0,0 1-1 0 0,0-1 0 0 0,1 1 0 0 0,-1-1 0 0 0,1 1 0 0 0,0-1 0 0 0,-1 1 0 0 0,4-3 1 0 0,0-1 15 0 0,-3 4-16 0 0,-1-1 1 0 0,0 1 0 0 0,-1-1 0 0 0,1 1 0 0 0,0 0 0 0 0,-1-1-1 0 0,1 1 1 0 0,-1-1 0 0 0,0 1 0 0 0,0-1 0 0 0,0 1 0 0 0,0-1-1 0 0,0 1 1 0 0,-1-4 0 0 0,0-5 53 0 0,2 11-63 0 0,0-1 0 0 0,-1 0 0 0 0,1 1 0 0 0,0-1 0 0 0,0 0 0 0 0,0 1 0 0 0,-1-1 0 0 0,1 1 0 0 0,0-1 0 0 0,0 1 0 0 0,0 0 0 0 0,0-1 0 0 0,0 1-1 0 0,0 0 1 0 0,0 0 0 0 0,0-1 0 0 0,0 1 0 0 0,0 0 0 0 0,0 0 0 0 0,0 0 0 0 0,-1 0 0 0 0,1 0 0 0 0,0 0 0 0 0,0 1 0 0 0,0-1 0 0 0,1 0 0 0 0,-1 0 7 0 0,-1 1 2 0 0,1 0-1 0 0,0 0 1 0 0,-1 0 0 0 0,1 0 0 0 0,0 0-1 0 0,-1 0 1 0 0,1 0 0 0 0,-1 1 0 0 0,0-1 0 0 0,1 0-1 0 0,-1 0 1 0 0,0 0 0 0 0,0 0 0 0 0,0 1-1 0 0,0-1 1 0 0,0 0 0 0 0,0 0 0 0 0,0 0-1 0 0,0 0 1 0 0,0 1 0 0 0,0-1 0 0 0,-1 2 0 0 0,1 4 58 0 0,0 249-86 0 0,0-254-49 0 0,0 0 0 0 0,0 0 0 0 0,0 0 0 0 0,0 0 0 0 0,0 0 0 0 0,1 0 0 0 0,-1 0 1 0 0,1 0-1 0 0,-1-1 0 0 0,1 1 0 0 0,0 0 0 0 0,0 0 0 0 0,0 0 0 0 0,0-1 0 0 0,0 1 0 0 0,0 0 0 0 0,1-1 0 0 0,-1 1 0 0 0,0-1 0 0 0,1 1 1 0 0,-1-1-1 0 0,1 0 0 0 0,0 0 0 0 0,-1 0 0 0 0,1 0 0 0 0,3 2 0 0 0,-1-2-210 0 0,0 0 0 0 0,0 0 0 0 0,1 0 1 0 0,-1-1-1 0 0,0 1 0 0 0,0-1 0 0 0,0 0 0 0 0,0-1 1 0 0,1 1-1 0 0,-1-1 0 0 0,0 0 0 0 0,0 0 0 0 0,0 0 0 0 0,5-2 1 0 0,47-19-4558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1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2561 0 0,'-7'3'568'0'0,"1"0"1"0"0,-1 0-1 0 0,0-1 0 0 0,0 1 0 0 0,0-2 1 0 0,0 1-1 0 0,0-1 0 0 0,-1 0 1 0 0,-9-1-1 0 0,14 1-408 0 0,1-1 0 0 0,-1 0 0 0 0,0 1 0 0 0,0 0 0 0 0,0 0 0 0 0,0 0 0 0 0,0 0 0 0 0,1 0 0 0 0,-1 0 1 0 0,-4 3-1 0 0,7-3-126 0 0,-1 0 0 0 0,1-1 0 0 0,-1 1 1 0 0,1 0-1 0 0,-1-1 0 0 0,0 1 0 0 0,1-1 0 0 0,-1 1 1 0 0,0-1-1 0 0,1 1 0 0 0,-1-1 0 0 0,0 0 1 0 0,1 1-1 0 0,-1-1 0 0 0,0 0 0 0 0,0 1 1 0 0,0-1-1 0 0,1 0 0 0 0,-1 0 0 0 0,0 0 1 0 0,0 0-1 0 0,0 0 0 0 0,0 0 0 0 0,1 0 1 0 0,-1 0-1 0 0,0 0 0 0 0,0 0 0 0 0,0 0 0 0 0,0 0 1 0 0,-1-1-1 0 0,-4 1 1372 0 0,131 24-192 0 0,41-16-1294 0 0,-145-6-795 0 0,0 2-1 0 0,27 8 1 0 0,-17-4-554 0 0,-1 3-1759 0 0,-25 2-374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58 880 0 0,'-30'19'4002'0'0,"0"-13"-1441"0"0,30 0-480 0 0,0-12-1360 0 0,0-7-401 0 0,30 1 80 0 0,31-7 80 0 0,114-6 161 0 0,157 12-401 0 0,-91 18-721 0 0,-126 15-2000 0 0,-55-1-3922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0 720 0 0,'-1'1'596'0'0,"-2"2"-330"0"0,1 0 0 0 0,-1 0 0 0 0,1-1 0 0 0,-1 1 1 0 0,0-1-1 0 0,0 0 0 0 0,0 1 0 0 0,-1-2 0 0 0,1 1 0 0 0,-6 2 0 0 0,-5-2 60 0 0,1 0-1 0 0,-1-1 1 0 0,-19-2-1 0 0,30 1-307 0 0,-3 2 152 0 0,0-1 0 0 0,0 1 0 0 0,0 0 0 0 0,0 0 0 0 0,0 1 1 0 0,-7 4-1 0 0,2-2 106 0 0,4-2 49 0 0,0-1 1 0 0,0 0-1 0 0,0-1 1 0 0,0 0-1 0 0,-11 1 1 0 0,-30 7 295 0 0,42-7-566 0 0,0 0-1 0 0,-1 0 0 0 0,1-1 1 0 0,-1 0-1 0 0,1 0 0 0 0,-11 0 0 0 0,12-1-24 0 0,1 0 0 0 0,-1 1 0 0 0,0-1-1 0 0,0 1 1 0 0,0 0 0 0 0,1 1 0 0 0,-1-1-1 0 0,1 1 1 0 0,-1-1 0 0 0,-4 4-1 0 0,0 1 75 0 0,0-3-39 0 0,-37 0 87 0 0,-70 5 101 0 0,116-13 1181 0 0,0 9-800 0 0,0-3-474 0 0,16-1-80 0 0,-1 0-1 0 0,0 1 1 0 0,0 1 0 0 0,1 0 0 0 0,21 7 0 0 0,29 3 108 0 0,67 9 117 0 0,85 9 124 0 0,-185-27-341 0 0,-1-2 0 0 0,0-1 0 0 0,1-2 0 0 0,50-8 0 0 0,-81 10-112 0 0,-1-1 0 0 0,1 1 1 0 0,0 0-1 0 0,-1-1 1 0 0,1 1-1 0 0,0-1 1 0 0,-1 0-1 0 0,1 1 1 0 0,-1-1-1 0 0,1 0 0 0 0,-1 0 1 0 0,1 0-1 0 0,-1 0 1 0 0,1 0-1 0 0,-1 0 1 0 0,0-1-1 0 0,0 1 1 0 0,0 0-1 0 0,0-1 0 0 0,0 1 1 0 0,0-1-1 0 0,0 1 1 0 0,0-1-1 0 0,0 1 1 0 0,-1-1-1 0 0,1 0 1 0 0,-1 1-1 0 0,1-1 0 0 0,-1 0 1 0 0,1 1-1 0 0,-1-1 1 0 0,0 0-1 0 0,0 0 1 0 0,0 1-1 0 0,0-3 1 0 0,-1 0-262 0 0,0 1 0 0 0,0-1 1 0 0,0 1-1 0 0,-1 0 0 0 0,1-1 1 0 0,-1 1-1 0 0,1 0 0 0 0,-1 0 1 0 0,0 0-1 0 0,-1 0 0 0 0,1 0 1 0 0,0 1-1 0 0,-1-1 1 0 0,1 1-1 0 0,-1-1 0 0 0,0 1 1 0 0,0 0-1 0 0,-4-2 0 0 0,-74-34-5931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61 218 960 0 0,'-10'-4'960'0'0,"-1"1"83"0"0,2 2 3984 0 0,8 1-4868 0 0,0 0-1 0 0,0 0 1 0 0,-1 0-1 0 0,1 0 1 0 0,0-1-1 0 0,0 1 1 0 0,0 0-1 0 0,0-1 0 0 0,0 1 1 0 0,0 0-1 0 0,0-1 1 0 0,0 1-1 0 0,0-1 1 0 0,0 0-1 0 0,0 1 1 0 0,0-1-1 0 0,-1-1 1 0 0,0 0-87 0 0,1 0 0 0 0,0 0 0 0 0,0 0 0 0 0,0-1 0 0 0,0 1 1 0 0,0 0-1 0 0,1 0 0 0 0,-1-1 0 0 0,0 1 0 0 0,1 0 1 0 0,0-1-1 0 0,0 1 0 0 0,0 0 0 0 0,0-4 0 0 0,0 4-44 0 0,0 1 0 0 0,0-1-1 0 0,1 1 1 0 0,-1-1 0 0 0,0 1-1 0 0,1-1 1 0 0,-1 1-1 0 0,1-1 1 0 0,0 1 0 0 0,-1 0-1 0 0,1-1 1 0 0,0 1 0 0 0,0 0-1 0 0,0-1 1 0 0,0 1 0 0 0,0 0-1 0 0,0 0 1 0 0,0 0-1 0 0,0 0 1 0 0,2-1 0 0 0,6-7 125 0 0,21-29 487 0 0,-26 24-427 0 0,-4 13-199 0 0,0 0-1 0 0,0 0 0 0 0,0 0 1 0 0,0 0-1 0 0,0 0 0 0 0,0 0 1 0 0,0 0-1 0 0,1 0 1 0 0,-1 0-1 0 0,0 1 0 0 0,1-1 1 0 0,-1 0-1 0 0,0 0 0 0 0,1 0 1 0 0,-1 0-1 0 0,1 1 1 0 0,-1-1-1 0 0,2-1 0 0 0,5-3 47 0 0,-6 4-49 0 0,1 1 0 0 0,-1-1 0 0 0,0 0-1 0 0,0 0 1 0 0,0 0 0 0 0,0 1-1 0 0,0-1 1 0 0,0 0 0 0 0,0 0 0 0 0,0 0-1 0 0,0 0 1 0 0,-1-1 0 0 0,1 1 0 0 0,0 0-1 0 0,-1 0 1 0 0,1 0 0 0 0,-1-1-1 0 0,1 1 1 0 0,-1 0 0 0 0,1 0 0 0 0,-1-1-1 0 0,0-1 1 0 0,0 2-6 0 0,0 0 0 0 0,1 1-1 0 0,-1-1 1 0 0,0 0 0 0 0,0 1-1 0 0,0-1 1 0 0,0 0 0 0 0,1 1 0 0 0,-1-1-1 0 0,0 1 1 0 0,1-1 0 0 0,-1 0-1 0 0,0 1 1 0 0,1-1 0 0 0,-1 1-1 0 0,1-1 1 0 0,-1 1 0 0 0,1-1 0 0 0,-1 1-1 0 0,1-1 1 0 0,0 1 0 0 0,-1 0-1 0 0,1-1 1 0 0,-1 1 0 0 0,1 0 0 0 0,0-1-1 0 0,-1 1 1 0 0,1 0 0 0 0,0 0-1 0 0,-1 0 1 0 0,1-1 0 0 0,0 1 0 0 0,-1 0-1 0 0,1 0 1 0 0,1 0 0 0 0,-2 0 0 0 0,1 0 0 0 0,-1 0 0 0 0,1 0 0 0 0,-1 0 0 0 0,1 0 0 0 0,-1 0-1 0 0,1 0 1 0 0,-1 0 0 0 0,1 0 0 0 0,-1 0 0 0 0,1 0 0 0 0,-1-1 0 0 0,1 1 0 0 0,-1 0 0 0 0,0 0 0 0 0,1 0 0 0 0,-1-1 0 0 0,1 1 0 0 0,-1 0 0 0 0,0-1 0 0 0,1 1 0 0 0,-1 0 0 0 0,0-1 0 0 0,1 1 0 0 0,-1-1 0 0 0,0 1 0 0 0,0 0 0 0 0,1-1 0 0 0,-1 1 0 0 0,0-1 0 0 0,0 1 0 0 0,1-1 0 0 0,-1 0 128 0 0,-1 1-134 0 0,1 0-1 0 0,0 1 1 0 0,0-1 0 0 0,0 0-1 0 0,0 1 1 0 0,-1-1 0 0 0,1 0-1 0 0,0 1 1 0 0,0-1 0 0 0,0 1-1 0 0,0-1 1 0 0,0 0 0 0 0,0 1-1 0 0,0-1 1 0 0,0 1 0 0 0,0-1-1 0 0,1 0 1 0 0,-1 1 0 0 0,0-1-1 0 0,0 0 1 0 0,0 1 0 0 0,0-1-1 0 0,0 1 1 0 0,1-1 0 0 0,-1 0-1 0 0,0 1 1 0 0,0-1 0 0 0,1 0-1 0 0,-1 0 1 0 0,0 1 0 0 0,0-1-1 0 0,1 0 1 0 0,-1 0 0 0 0,0 1-1 0 0,1-1 1 0 0,-1 0 0 0 0,0 0-1 0 0,1 0 1 0 0,0 1 0 0 0,0-1 2 0 0,0 1 0 0 0,1-1 0 0 0,-1 1 0 0 0,0 0 0 0 0,1 0 0 0 0,-1-1 1 0 0,0 1-1 0 0,0 0 0 0 0,1 0 0 0 0,-1 0 0 0 0,0 0 0 0 0,0 1 0 0 0,0-1 0 0 0,0 0 1 0 0,-1 0-1 0 0,1 1 0 0 0,0-1 0 0 0,1 3 0 0 0,1 38 133 0 0,-3-31-103 0 0,1 29 111 0 0,1-22-135 0 0,-2 0 1 0 0,0 0-1 0 0,-1-1 1 0 0,0 1 0 0 0,-5 21-1 0 0,-2-14-130 0 0,4-13 30 0 0,0-1 0 0 0,1 1 0 0 0,1 0 0 0 0,0 0 1 0 0,0 17-1 0 0,1-19-167 0 0,1-1 0 0 0,1 1 0 0 0,0 0 0 0 0,0 0 0 0 0,1 0 0 0 0,0-1-1 0 0,4 11 1 0 0,-5-18 143 0 0,0 1-1 0 0,1-1 0 0 0,-1 1 0 0 0,1-1 0 0 0,-1 0 0 0 0,1 1 0 0 0,0-1 0 0 0,0 0 0 0 0,0 0 0 0 0,0 0 0 0 0,1-1 0 0 0,-1 1 0 0 0,0 0 1 0 0,1-1-1 0 0,-1 0 0 0 0,1 1 0 0 0,0-1 0 0 0,-1 0 0 0 0,1 0 0 0 0,0 0 0 0 0,-1-1 0 0 0,1 1 0 0 0,0-1 0 0 0,0 1 0 0 0,0-1 0 0 0,0 0 1 0 0,0 0-1 0 0,-1-1 0 0 0,1 1 0 0 0,5-1 0 0 0,47-10-2283 0 0,6-7-1881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5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38 320 0 0,'-5'-12'5827'0'0,"-11"10"-5072"0"0,12 3-174 0 0,-1-1 2634 0 0,0 0-3028 0 0,-15 0-27 0 0,14 4 285 0 0,6-7-170 0 0,0 2 1246 0 0,6 1-1441 0 0,14 0 0 0 0,-15 0 0 0 0,-5-1-57 0 0,0 1 0 0 0,0 0 0 0 0,0-1 0 0 0,0 1 0 0 0,1 0 0 0 0,-1 0 0 0 0,0-1-1 0 0,0 1 1 0 0,0 0 0 0 0,0-1 0 0 0,0 1 0 0 0,0 0 0 0 0,0-1 0 0 0,0 1 0 0 0,0 0 0 0 0,0-1 0 0 0,0 1 0 0 0,0 0-1 0 0,0 0 1 0 0,0-1 0 0 0,0 1 0 0 0,0 0 0 0 0,-1-1 0 0 0,1 1 0 0 0,0 0 0 0 0,0-1 0 0 0,0 1 0 0 0,0 0 0 0 0,-1 0-1 0 0,1-1 1 0 0,0 1 0 0 0,0 0 0 0 0,0 0 0 0 0,-1 0 0 0 0,1-1 0 0 0,0 1 0 0 0,0 0 0 0 0,-1 0 0 0 0,1 0 0 0 0,0 0-1 0 0,-1-1 1 0 0,1 1 0 0 0,0 0 0 0 0,0 0 0 0 0,-1 0 0 0 0,-109-12 844 0 0,80 12-800 0 0,10 3-41 0 0,-1 0 1 0 0,-24 9 0 0 0,44-10-39 0 0,0 1-1 0 0,0-1 1 0 0,0 1 0 0 0,0-1-1 0 0,1 1 1 0 0,-1 0 0 0 0,1-1-1 0 0,-1 1 1 0 0,1 0 0 0 0,0 0 0 0 0,0-1-1 0 0,0 1 1 0 0,0 0 0 0 0,2 4-1 0 0,-2 0-2 0 0,1-4 14 0 0,0-1 1 0 0,0 0-1 0 0,0 0 1 0 0,0 0-1 0 0,0 0 1 0 0,0 0-1 0 0,1-1 1 0 0,-1 1-1 0 0,1 0 1 0 0,-1 0-1 0 0,1-1 1 0 0,0 1-1 0 0,0-1 1 0 0,0 0-1 0 0,0 1 1 0 0,-1-1-1 0 0,2 0 0 0 0,-1 0 1 0 0,0 0-1 0 0,0 0 1 0 0,0-1-1 0 0,0 1 1 0 0,1 0-1 0 0,-1-1 1 0 0,3 1-1 0 0,69 12-12 0 0,12-8 13 0 0,-77-5 0 0 0,41 9 0 0 0,-47-9 1 0 0,41 15 3 0 0,-43-15-1 0 0,-1 0 0 0 0,1 1 0 0 0,0-1 0 0 0,0 1 0 0 0,0-1 0 0 0,-1 0 1 0 0,1 1-1 0 0,0 0 0 0 0,0-1 0 0 0,-1 1 0 0 0,1-1 0 0 0,0 1 0 0 0,-1 0 0 0 0,1 0 0 0 0,-1-1 0 0 0,1 1 0 0 0,-1 0 0 0 0,1 0 1 0 0,-1 0-1 0 0,0-1 0 0 0,1 1 0 0 0,-1 0 0 0 0,0 0 0 0 0,0 0 0 0 0,0 0 0 0 0,1 0 0 0 0,-1 0 0 0 0,0 0 0 0 0,0 0 0 0 0,0-1 1 0 0,0 1-1 0 0,-1 0 0 0 0,1 0 0 0 0,0 0 0 0 0,0 0 0 0 0,-1 0 0 0 0,1 0 0 0 0,0 0 0 0 0,-1-1 0 0 0,1 1 0 0 0,0 0 0 0 0,-1 0 1 0 0,0 0-1 0 0,1-1 0 0 0,-2 2 0 0 0,-18 20 23 0 0,16-13-11 0 0,0-1 0 0 0,-1 0 0 0 0,0 0 0 0 0,-1-1 0 0 0,1 0-1 0 0,-1 0 1 0 0,-1 0 0 0 0,-11 10 0 0 0,13-12-8 0 0,1-1 0 0 0,-1 0 0 0 0,0 0 0 0 0,-1 0 0 0 0,1-1 0 0 0,-1 1 0 0 0,1-1 0 0 0,-1 0 0 0 0,0-1 0 0 0,0 0 0 0 0,0 0 0 0 0,0 0 0 0 0,-1 0 0 0 0,1-1 0 0 0,0 0 0 0 0,-1-1 0 0 0,1 1 0 0 0,-11-2 0 0 0,-11 0-220 0 0,1-2-1 0 0,-1 0 1 0 0,-35-11 0 0 0,61 14 126 0 0,0 0 1 0 0,0-1 0 0 0,1 0-1 0 0,-1 1 1 0 0,0-1 0 0 0,0 0 0 0 0,0 0-1 0 0,1 0 1 0 0,-1 0 0 0 0,1 0 0 0 0,-1 0-1 0 0,1 0 1 0 0,-1-1 0 0 0,1 1 0 0 0,-1 0-1 0 0,1-1 1 0 0,0 1 0 0 0,0-1-1 0 0,0 0 1 0 0,0 1 0 0 0,0-1 0 0 0,0 0-1 0 0,0 0 1 0 0,1 1 0 0 0,-1-1 0 0 0,1 0-1 0 0,-1 0 1 0 0,1 0 0 0 0,0 0 0 0 0,0 0-1 0 0,-1 0 1 0 0,1 0 0 0 0,1 0 0 0 0,-1 1-1 0 0,0-4 1 0 0,2-1-317 0 0,-1 1 1 0 0,1-1-1 0 0,0 1 1 0 0,0-1-1 0 0,1 1 0 0 0,0 0 1 0 0,0 0-1 0 0,0 0 0 0 0,0 0 1 0 0,1 0-1 0 0,5-5 1 0 0,46-44-4614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4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20 1761 0 0,'5'-1'1707'0'0,"20"-4"1681"0"0,-25 3-2438 0 0,0 2-925 0 0,0 0-1 0 0,1 0 1 0 0,-1-1 0 0 0,0 1-1 0 0,0 0 1 0 0,0-1 0 0 0,0 1-1 0 0,0 0 1 0 0,0-1 0 0 0,0 1-1 0 0,0-1 1 0 0,0 1 0 0 0,0 0-1 0 0,0-1 1 0 0,0 1 0 0 0,0 0-1 0 0,0-1 1 0 0,0 1 0 0 0,0 0-1 0 0,-1-1 1 0 0,1 1 0 0 0,0 0-1 0 0,0 0 1 0 0,0-1 0 0 0,0 1-1 0 0,-1 0 1 0 0,1-1 0 0 0,0 1-1 0 0,0 0 1 0 0,-1 0 0 0 0,1-1-1 0 0,0 1 1 0 0,0 0 0 0 0,-1 0-1 0 0,1 0 1 0 0,0 0 0 0 0,-1-1-1 0 0,1 1 1 0 0,0 0 0 0 0,-1 0-1 0 0,-95 2 803 0 0,54 3-555 0 0,-58 6 406 0 0,-100 24 0 0 0,181-30-491 0 0,-1 0 0 0 0,1 2 0 0 0,-34 17 0 0 0,46-21-92 0 0,1 1 0 0 0,-1 0 1 0 0,1 0-1 0 0,1 0 0 0 0,-1 1 1 0 0,0 0-1 0 0,1 0 1 0 0,0 1-1 0 0,0-1 0 0 0,1 1 1 0 0,0 0-1 0 0,-5 9 0 0 0,8-13-78 0 0,-1 0 0 0 0,1 1-1 0 0,0-1 1 0 0,0 1 0 0 0,0 0-1 0 0,1-1 1 0 0,-1 1 0 0 0,1 0-1 0 0,-1-1 1 0 0,1 1 0 0 0,0 0 0 0 0,0 0-1 0 0,0-1 1 0 0,0 1 0 0 0,1 0-1 0 0,-1 0 1 0 0,1-1 0 0 0,0 1-1 0 0,-1-1 1 0 0,1 1 0 0 0,0 0-1 0 0,1-1 1 0 0,-1 1 0 0 0,0-1-1 0 0,1 0 1 0 0,-1 1 0 0 0,1-1-1 0 0,0 0 1 0 0,0 0 0 0 0,-1 0-1 0 0,2 0 1 0 0,-1-1 0 0 0,0 1-1 0 0,0 0 1 0 0,4 1 0 0 0,8 0-9 0 0,-1 0 1 0 0,1-2-1 0 0,-1 1 1 0 0,1-2-1 0 0,0 0 1 0 0,-1-1-1 0 0,1 0 1 0 0,18-4-1 0 0,-27 4-18 0 0,3 0-1 0 0,-1-1-1 0 0,0 1 1 0 0,0-2-1 0 0,0 1 1 0 0,0-1-1 0 0,13-7 1 0 0,18-8 11 0 0,-29 14 1 0 0,-1 0 0 0 0,1 0 0 0 0,-1 0 0 0 0,0-1 0 0 0,0-1 0 0 0,0 1 0 0 0,-1-1 0 0 0,0-1 0 0 0,0 1 0 0 0,-1-1 0 0 0,1 0 0 0 0,-1-1 0 0 0,6-11 0 0 0,19-31-15 0 0,-31 49 14 0 0,1 0 0 0 0,0 0 0 0 0,-1 0 0 0 0,1 0 0 0 0,-1 0 0 0 0,1 0 0 0 0,-1 0 0 0 0,1 0 0 0 0,-1 0 1 0 0,0 0-1 0 0,0 0 0 0 0,1 0 0 0 0,-1 0 0 0 0,0 0 0 0 0,0 0 0 0 0,0 0 0 0 0,0 0 0 0 0,0 0 0 0 0,-1-2 0 0 0,1-9 13 0 0,0 11 133 0 0,-5 49 295 0 0,-14 5-239 0 0,9-25-10 0 0,-12 46 1 0 0,-18 154 113 0 0,36-215-394 0 0,0 1-1 0 0,-1-1 1 0 0,-9 16-1 0 0,-9 30-891 0 0,18-35 196 0 0,5-21 582 0 0,0 0 1 0 0,0-1-1 0 0,-1 1 1 0 0,1 0-1 0 0,-1 0 1 0 0,1-1 0 0 0,-1 1-1 0 0,0 0 1 0 0,0-1-1 0 0,0 1 1 0 0,0-1-1 0 0,-1 1 1 0 0,1-1-1 0 0,-1 0 1 0 0,1 0-1 0 0,-1 1 1 0 0,0-1-1 0 0,0 0 1 0 0,0-1-1 0 0,-2 3 1 0 0,3-4 138 0 0,1 0 0 0 0,0 0-1 0 0,0 1 1 0 0,0-1 0 0 0,0 0 0 0 0,0 0 0 0 0,-1 0 0 0 0,1 0 0 0 0,0 0-1 0 0,0 0 1 0 0,0 0 0 0 0,0 0 0 0 0,-1 0 0 0 0,1 0 0 0 0,0 0 0 0 0,0 0-1 0 0,0 0 1 0 0,0 0 0 0 0,-1 0 0 0 0,1-1 0 0 0,0 1 0 0 0,0 0 0 0 0,0 0-1 0 0,0 0 1 0 0,0 0 0 0 0,-1 0 0 0 0,1 0 0 0 0,0 0 0 0 0,0 0 0 0 0,0-1-1 0 0,0 1 1 0 0,0 0 0 0 0,0 0 0 0 0,-1 0 0 0 0,1 0 0 0 0,0 0 0 0 0,0 0-1 0 0,0-1 1 0 0,0 1 0 0 0,0 0 0 0 0,0 0 0 0 0,0 0 0 0 0,0 0 0 0 0,0-1-1 0 0,0 1 1 0 0,0 0 0 0 0,0 0 0 0 0,0 0 0 0 0,0 0 0 0 0,0-1 0 0 0,0 1 0 0 0,0 0-1 0 0,0 0 1 0 0,0 0 0 0 0,0 0 0 0 0,0-1 0 0 0,0 1 0 0 0,0 0 0 0 0,1 0-1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3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1529 388 720 0 0,'-38'4'1743'0'0,"0"-1"-1"0"0,0-2 1 0 0,-54-5-1 0 0,-3 0-321 0 0,-102 12 1617 0 0,73 2-1749 0 0,123-10-1281 0 0,-97 7 1148 0 0,24-2-220 0 0,-121 22 0 0 0,-71 30 745 0 0,240-49-1603 0 0,0 1 0 0 0,0 1-1 0 0,-27 16 1 0 0,3-3 171 0 0,47-21-244 0 0,0 0 0 0 0,0 0 1 0 0,0 0-1 0 0,0 0 0 0 0,0 1 0 0 0,0-1 0 0 0,1 1 0 0 0,-1 0 0 0 0,1 0 0 0 0,0 0 0 0 0,0 0 0 0 0,-3 5 1 0 0,-18 23-6 0 0,20-28 12 0 0,0 0 0 0 0,0 0 0 0 0,0 0 0 0 0,1 1 0 0 0,0-1 0 0 0,-1 1 0 0 0,1-1 0 0 0,0 1 0 0 0,1 0 0 0 0,-1 0-1 0 0,1 0 1 0 0,-1 0 0 0 0,1 0 0 0 0,1 0 0 0 0,-1 0 0 0 0,0 1 0 0 0,1-1 0 0 0,0 0 0 0 0,0 0 0 0 0,0 1 0 0 0,2 4 0 0 0,-2-7-8 0 0,0-1 1 0 0,0 1 1 0 0,0-1 0 0 0,0 1-1 0 0,0 0 1 0 0,0-1 0 0 0,1 1-1 0 0,-1-1 1 0 0,0 1 0 0 0,1-1-1 0 0,0 0 1 0 0,-1 1-1 0 0,1-1 1 0 0,0 1 0 0 0,-1-1-1 0 0,1 0 1 0 0,0 0 0 0 0,0 1-1 0 0,0-1 1 0 0,0 0 0 0 0,1 0-1 0 0,1 1 1 0 0,-2-1-11 0 0,0 0 0 0 0,0 0 0 0 0,0 0 0 0 0,1 1 0 0 0,-1-1 0 0 0,0 0 0 0 0,0 0 0 0 0,-1 1 0 0 0,1-1 0 0 0,0 1 0 0 0,0-1-1 0 0,-1 1 1 0 0,1-1 0 0 0,-1 1 0 0 0,1-1 0 0 0,-1 1 0 0 0,1-1 0 0 0,-1 1 0 0 0,0 0 0 0 0,0-1 0 0 0,0 3 0 0 0,0 201-488 0 0,0-203 495 0 0,0 0 1 0 0,0-1 0 0 0,1 1 0 0 0,-1 0 0 0 0,0 0-1 0 0,1 0 1 0 0,-1 0 0 0 0,1-1 0 0 0,0 1 0 0 0,0 0-1 0 0,0-1 1 0 0,0 1 0 0 0,0-1 0 0 0,0 1 0 0 0,0-1-1 0 0,0 1 1 0 0,2 1 0 0 0,-1-2 5 0 0,-1 1-1 0 0,1-1 1 0 0,-1 1-1 0 0,0 0 1 0 0,0-1-1 0 0,1 1 1 0 0,-1 0 0 0 0,-1 0-1 0 0,1 0 1 0 0,0 0-1 0 0,0 0 1 0 0,-1 0-1 0 0,1 0 1 0 0,-1 0 0 0 0,1 0-1 0 0,-1 0 1 0 0,0 3-1 0 0,-1 11 60 0 0,1-11-58 0 0,-1 0-1 0 0,1-1 1 0 0,0 1-1 0 0,0 0 0 0 0,0-1 1 0 0,0 1-1 0 0,1 0 1 0 0,0-1-1 0 0,0 1 1 0 0,3 7-1 0 0,6-2 23 0 0,-9-9-23 0 0,0 0 0 0 0,0 0 0 0 0,1 0 0 0 0,-1 0 0 0 0,0 0 0 0 0,0 1 0 0 0,0-1 0 0 0,0 0 1 0 0,-1 0-1 0 0,1 1 0 0 0,0-1 0 0 0,-1 1 0 0 0,1-1 0 0 0,0 0 0 0 0,-1 1 0 0 0,0-1 0 0 0,1 1 0 0 0,-1-1 0 0 0,0 1 0 0 0,0 2 0 0 0,-1 9 53 0 0,0-9-65 0 0,1 0 1 0 0,-1 0-1 0 0,1 0 1 0 0,0 0-1 0 0,0 0 0 0 0,0 0 1 0 0,1 0-1 0 0,-1 0 0 0 0,1 0 1 0 0,0 0-1 0 0,0-1 0 0 0,3 8 1 0 0,3-3 3 0 0,-6-7 0 0 0,1 1 0 0 0,0 0 0 0 0,-1 0 0 0 0,1 0 0 0 0,-1 0 0 0 0,1 0 0 0 0,-1 0 0 0 0,0 1 0 0 0,0-1 0 0 0,0 0 0 0 0,0 1 0 0 0,-1-1 0 0 0,1 0 0 0 0,0 1 0 0 0,-1-1 0 0 0,0 1 0 0 0,0 3 0 0 0,1-3 2 0 0,0 1 1 0 0,-1 0-1 0 0,2 0 1 0 0,-1 0-1 0 0,0 0 1 0 0,1-1-1 0 0,-1 1 1 0 0,1-1-1 0 0,0 1 1 0 0,0-1-1 0 0,0 0 1 0 0,1 0-1 0 0,-1 0 1 0 0,1 0-1 0 0,5 5 1 0 0,1 0 7 0 0,1 0 0 0 0,-1-1 0 0 0,21 11 0 0 0,-6-6-47 0 0,-17-9 13 0 0,0 0 0 0 0,0 0 1 0 0,-1 1-1 0 0,0-1 0 0 0,1 1 0 0 0,-1 1 1 0 0,10 8-1 0 0,-10-3 16 0 0,-4-6-2 0 0,1 0-1 0 0,0 0 1 0 0,0 0 0 0 0,0 0-1 0 0,0 0 1 0 0,1-1 0 0 0,0 0-1 0 0,-1 1 1 0 0,1-1 0 0 0,0-1-1 0 0,1 1 1 0 0,-1 0 0 0 0,0-1-1 0 0,1 0 1 0 0,5 2 0 0 0,10 3-22 0 0,-13-5 36 0 0,-1 0-1 0 0,0 0 1 0 0,0 1-1 0 0,0 0 1 0 0,0 0-1 0 0,0 0 1 0 0,0 1-1 0 0,5 4 1 0 0,-1-1-14 0 0,0 0 1 0 0,0-1 0 0 0,0-1 0 0 0,1 0 0 0 0,-1 0-1 0 0,1-1 1 0 0,0 0 0 0 0,17 3 0 0 0,6 3-2 0 0,27 14-91 0 0,-40-15 104 0 0,1-1 0 0 0,0 0 1 0 0,39 7-1 0 0,155 37-26 0 0,-11-2 155 0 0,37-7-211 0 0,85 20-321 0 0,-286-52 421 0 0,-1 2-1 0 0,0 1 0 0 0,-1 3 0 0 0,0 1 1 0 0,-1 1-1 0 0,-2 2 0 0 0,0 2 1 0 0,36 30-1 0 0,-47-37 21 0 0,1 0-1 0 0,0-2 1 0 0,1-1 0 0 0,0-1 0 0 0,39 11-1 0 0,9 5-24 0 0,53 20 159 0 0,1-5-1 0 0,211 40 0 0 0,96 0-2 0 0,-359-73-144 0 0,2-4 1 0 0,-1-2-1 0 0,127-12 1 0 0,140-10 172 0 0,-32 4-27 0 0,-179 4-173 0 0,1 5 0 0 0,249 26 0 0 0,159 23 334 0 0,-444-46-253 0 0,0-4 1 0 0,184-37 0 0 0,-50 6-21 0 0,405-34 246 0 0,-433 31-317 0 0,-140 24 135 0 0,81-9 0 0 0,-129 24-121 0 0,444-49 459 0 0,-181 24-356 0 0,-48 6-27 0 0,69 7 69 0 0,-89 7-31 0 0,-56-1-34 0 0,250-19 312 0 0,-82 5-409 0 0,11-1-1 0 0,147-24 108 0 0,-393 34-78 0 0,59-5-19 0 0,388-40 701 0 0,-103 3-62 0 0,100-2 4 0 0,-212 18-346 0 0,-39 21-131 0 0,14-3 34 0 0,-85 13 12 0 0,-191 7-191 0 0,185-9 109 0 0,-48 0-174 0 0,495 7 193 0 0,-310 8-66 0 0,-326-7-48 0 0,114-2-8 0 0,142 14 0 0 0,-67 3-157 0 0,-181-9 76 0 0,-16-2 38 0 0,0 0-1 0 0,1-1 1 0 0,0-1 0 0 0,-1 1-1 0 0,17-1 1 0 0,65 11 85 0 0,623 9-19 0 0,-551-22-147 0 0,-48-2 112 0 0,0-6 1 0 0,171-34-1 0 0,-134 9-124 0 0,199-73 0 0 0,-255 67 6 0 0,-65 26 48 0 0,0 2 0 0 0,47-13 0 0 0,-77 24 61 0 0,1 1 0 0 0,-1-1 0 0 0,1 1 0 0 0,-1-1 1 0 0,1 1-1 0 0,-1-1 0 0 0,0 0 0 0 0,1 1 0 0 0,-1-1 0 0 0,0 0 0 0 0,1 1 0 0 0,-1-1 0 0 0,0 0 0 0 0,0 1 0 0 0,0-1 0 0 0,1 0 0 0 0,-1 1 1 0 0,0-1-1 0 0,0 0 0 0 0,0 0 0 0 0,0 1 0 0 0,0-1 0 0 0,0 0 0 0 0,-1 0 0 0 0,1 1 0 0 0,0-1 0 0 0,0 0 0 0 0,0 1 0 0 0,-1-1 0 0 0,1 0 1 0 0,0 1-1 0 0,-1-1 0 0 0,1 0 0 0 0,0 1 0 0 0,-1-1 0 0 0,1 1 0 0 0,-1-1 0 0 0,0 0 0 0 0,-1 0 4 0 0,0 1-6 0 0,1 0-1 0 0,0 0 1 0 0,0 0 0 0 0,0-1 0 0 0,0 1-1 0 0,0 0 1 0 0,0-1 0 0 0,0 1 0 0 0,0-1 0 0 0,0 1-1 0 0,0-1 1 0 0,0 1 0 0 0,0-1 0 0 0,0 0-1 0 0,0 0 1 0 0,1 1 0 0 0,-1-1 0 0 0,0 0-1 0 0,0 0 1 0 0,1 0 0 0 0,-1 0 0 0 0,0 0 0 0 0,1 0-1 0 0,-1 0 1 0 0,0-1 0 0 0,1 0 2 0 0,-1 0 1 0 0,0 0-1 0 0,1 1 0 0 0,-1-1 1 0 0,0 0-1 0 0,0 1 0 0 0,0-1 1 0 0,0 0-1 0 0,-1 1 1 0 0,1 0-1 0 0,0-1 0 0 0,-1 1 1 0 0,1 0-1 0 0,-1-1 0 0 0,1 1 1 0 0,-1 0-1 0 0,1 0 1 0 0,-1 0-1 0 0,0 0 0 0 0,-2 0 1 0 0,2 0-4 0 0,0 0 1 0 0,0 0-1 0 0,0 0 0 0 0,0 0 1 0 0,0 0-1 0 0,1 0 1 0 0,-1 0-1 0 0,0-1 0 0 0,1 1 1 0 0,-1-1-1 0 0,1 1 1 0 0,-1-1-1 0 0,1 1 1 0 0,0-1-1 0 0,0 0 0 0 0,0 0 1 0 0,0 0-1 0 0,0 1 1 0 0,0-1-1 0 0,0 0 0 0 0,0-3 1 0 0,1 1 4 0 0,-1 1 0 0 0,1-1 0 0 0,-1 0 0 0 0,0 1 0 0 0,0-1 0 0 0,0 1-1 0 0,0-1 1 0 0,-1 1 0 0 0,-2-6 0 0 0,-9-23 13 0 0,3-15-41 0 0,8 30-5 0 0,-1 1 1 0 0,-1 0-1 0 0,-12-31 0 0 0,4 25 42 0 0,-1 1-1 0 0,0 0 0 0 0,-2 1 1 0 0,0 0-1 0 0,-27-26 0 0 0,10 5 22 0 0,27 33-13 0 0,0 1 1 0 0,-1-1-1 0 0,0 1 1 0 0,-11-9-1 0 0,-48-29 108 0 0,-10-8-87 0 0,34 9 92 0 0,34 35-98 0 0,-1 0 0 0 0,0 0 0 0 0,-1 0 0 0 0,-14-10 1 0 0,-21-8-25 0 0,-1 2 0 0 0,-1 1 1 0 0,-91-31-1 0 0,-19-15 134 0 0,-311-94-41 0 0,438 155-36 0 0,-1 3-1 0 0,-52-7 1 0 0,8 3-52 0 0,25 5-45 0 0,0 2 0 0 0,-91 7 0 0 0,-9-1 108 0 0,-86-3-48 0 0,-98-8-39 0 0,39-24-82 0 0,-372-35-238 0 0,486 58 307 0 0,-62-5-402 0 0,-260-87-1286 0 0,415 79 1488 0 0,-21-6-45 0 0,-129-15 0 0 0,109 30 297 0 0,-237 7 0 0 0,1 39 80 0 0,246-21-66 0 0,-149 15 28 0 0,-288 26 16 0 0,-5-37-70 0 0,229-23-8 0 0,98 10 153 0 0,139 1-51 0 0,-147 20-35 0 0,-120 16-84 0 0,-32 3 21 0 0,56-41 4 0 0,-44 2 25 0 0,76 26-53 0 0,-310 73 0 0 0,542-92 51 0 0,-1-2 0 0 0,-85-2-1 0 0,8-1-14 0 0,7 5-38 0 0,-516 21-35 0 0,345-18 122 0 0,196-5-73 0 0,0-5 0 0 0,-197-19 0 0 0,-36-15 342 0 0,91 16-467 0 0,100-12 252 0 0,121 18-84 0 0,-80-7-1 0 0,-107 7-341 0 0,2-15 389 0 0,48 2-29 0 0,147 20-46 0 0,13 0 1 0 0,0 0 1 0 0,0-2 0 0 0,-22-5-1 0 0,-40-11-186 0 0,-119-24-381 0 0,169 38-34 0 0,0 2-1 0 0,-1 0 0 0 0,1 2 0 0 0,-45 4 0 0 0,69-2 335 0 0,0-1-1 0 0,0 1 0 0 0,0 0 1 0 0,0 0-1 0 0,0 1 0 0 0,0-1 0 0 0,1 1 1 0 0,-1 0-1 0 0,0 0 0 0 0,1 1 1 0 0,-1 0-1 0 0,1 0 0 0 0,0 0 1 0 0,-5 4-1 0 0,8-6 109 0 0,0 0 0 0 0,1 1 0 0 0,-1-1-1 0 0,0 0 1 0 0,0 1 0 0 0,1-1 0 0 0,-1 0 0 0 0,1 1 0 0 0,-1-1-1 0 0,1 1 1 0 0,0-1 0 0 0,-1 0 0 0 0,1 1 0 0 0,0-1 0 0 0,0 1-1 0 0,0-1 1 0 0,0 1 0 0 0,1 2 0 0 0,0-1-121 0 0,0 0 0 0 0,0 0 1 0 0,0-1-1 0 0,0 1 0 0 0,1 0 0 0 0,-1-1 0 0 0,1 1 1 0 0,0 0-1 0 0,0-1 0 0 0,0 0 0 0 0,4 4 0 0 0,49 33-5623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43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95 400 0 0,'0'-19'1521'0'0,"0"0"-160"0"0,-30 7-321 0 0,30-1-240 0 0,0 7-159 0 0,0 0 159 0 0,30 6-880 0 0,-30-8-80 0 0,30 3-2081 0 0,-30-1-1681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5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32 292 1361 0 0,'0'0'4468'0'0,"-5"0"-2267"0"0,-15 0 40 0 0,15 0-226 0 0,5 0-1967 0 0,0 1 0 0 0,0-1 0 0 0,0 0 0 0 0,0 0 0 0 0,-1 0 0 0 0,1 0-1 0 0,0 0 1 0 0,0 1 0 0 0,0-1 0 0 0,0 0 0 0 0,0 0 0 0 0,0 0 0 0 0,0 0 0 0 0,0 1 0 0 0,0-1 0 0 0,0 0 0 0 0,0 0 0 0 0,0 0 0 0 0,0 1 0 0 0,0-1 0 0 0,0 0 0 0 0,0 0 0 0 0,0 0 0 0 0,0 0 0 0 0,0 1 0 0 0,0-1 0 0 0,0 0 0 0 0,0 0 0 0 0,0 0 0 0 0,0 0 0 0 0,0 1 0 0 0,1-1 0 0 0,-1 0 0 0 0,0 0 0 0 0,0 0 0 0 0,0 0 0 0 0,0 0 0 0 0,0 0 0 0 0,0 1 0 0 0,1-1 0 0 0,-1 0 0 0 0,0 0 0 0 0,0 0 0 0 0,0 0 0 0 0,0 0 0 0 0,0 0 0 0 0,1 0 0 0 0,-1 0 0 0 0,0 0 0 0 0,0 0 0 0 0,0 0 0 0 0,0 0 0 0 0,1 0 0 0 0,-1 0 0 0 0,0 0 0 0 0,0 0 0 0 0,0 0 0 0 0,1 0 0 0 0,-1 0 0 0 0,0 0 0 0 0,0 0 0 0 0,0 0-1 0 0,0 0 1 0 0,1 0 0 0 0,-1 0 0 0 0,0 0 0 0 0,86 7 3167 0 0,-29 1-1817 0 0,99 1-1 0 0,-72-6-510 0 0,339 6 1694 0 0,-7 0 107 0 0,-110-3-1221 0 0,-285-5-1247 0 0,0 2-1 0 0,0 0 0 0 0,40 12 0 0 0,-43-10-65 0 0,0 0 0 0 0,0-1 0 0 0,1-1 0 0 0,-1-1 0 0 0,28 0 0 0 0,260-12 847 0 0,-220 2-668 0 0,125-4 139 0 0,-151 8-445 0 0,-34 1-27 0 0,-27 3 0 0 0,1 0 0 0 0,0 0 0 0 0,0 0 0 0 0,0 0 0 0 0,0 0 0 0 0,0 0 0 0 0,0 0 0 0 0,-1 0 0 0 0,1 0 0 0 0,0 0 0 0 0,0 0 0 0 0,0 0 0 0 0,0-1 0 0 0,0 1 0 0 0,0 0 0 0 0,0 0 0 0 0,0 0 0 0 0,-1 0 0 0 0,1 0 0 0 0,0 0 0 0 0,0 0 0 0 0,0-1 0 0 0,0 1 0 0 0,0 0 0 0 0,0 0 0 0 0,0 0 0 0 0,0 0 0 0 0,0 0 0 0 0,0-1 0 0 0,0 1 0 0 0,0 0 0 0 0,0 0 0 0 0,0 0 0 0 0,0 0 0 0 0,0 0 0 0 0,0 0 0 0 0,0-1 0 0 0,0 1 0 0 0,0 0 0 0 0,0 0 0 0 0,0 0 0 0 0,0 0 0 0 0,1 0 0 0 0,-1 0 0 0 0,0-1 0 0 0,0 1 0 0 0,0 0 0 0 0,0 0 0 0 0,0 0 0 0 0,0 0 0 0 0,0 0 0 0 0,0 0 0 0 0,1 0 0 0 0,-1 0 0 0 0,0 0 0 0 0,0 0 0 0 0,0-1 0 0 0,0 1 0 0 0,1 0 0 0 0,-34-9 0 0 0,-20-8 0 0 0,28 6 0 0 0,-1 0 0 0 0,1 2 0 0 0,-2 1 0 0 0,-29-5 0 0 0,-57-18 0 0 0,60 15 0 0 0,41 14 0 0 0,0-1 0 0 0,0 0 0 0 0,0-1 0 0 0,0-1 0 0 0,1 0 0 0 0,-1-1 0 0 0,1 0 0 0 0,1 0 0 0 0,-19-15 0 0 0,-15-10-167 0 0,37 27-461 0 0,0-1-1 0 0,0 1 1 0 0,0-1-1 0 0,1 0 1 0 0,-1-1 0 0 0,1 0-1 0 0,-8-9 1 0 0,14 14 334 0 0,-1-1 1 0 0,1 1-1 0 0,0 0 1 0 0,-1-1-1 0 0,1 1 1 0 0,0-1-1 0 0,0 1 1 0 0,-1 0-1 0 0,1-1 1 0 0,0 1-1 0 0,1-1 1 0 0,-1 1-1 0 0,0 0 1 0 0,0-1-1 0 0,0 1 1 0 0,1 0-1 0 0,-1-1 1 0 0,1 1-1 0 0,-1 0 1 0 0,1-1-1 0 0,0 1 1 0 0,-1 0-1 0 0,1 0 1 0 0,0 0-1 0 0,0 0 1 0 0,0 0-1 0 0,0 0 1 0 0,0 0-1 0 0,0 0 1 0 0,1-1-1 0 0,2-2-1051 0 0,1 0 0 0 0,0 0-1 0 0,0 1 1 0 0,0 0 0 0 0,0 0 0 0 0,11-4-1 0 0,38-8-4189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5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0 160 0 0,'0'14'2161'0'0,"-30"30"2641"0"0,-60 25 2081 0 0,-1-11-2320 0 0,31 13-1042 0 0,-1-2-720 0 0,1 14-1120 0 0,30-6-720 0 0,30-20-641 0 0,0-18-1281 0 0,30-22-4641 0 0,0-53-8245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15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1085 433 2001 0 0,'-4'-34'4225'0'0,"4"33"-4164"0"0,-1 0 1 0 0,0 0 0 0 0,0 0 0 0 0,0 0-1 0 0,0 0 1 0 0,0 0 0 0 0,0 1-1 0 0,-1-1 1 0 0,1 1 0 0 0,0-1 0 0 0,0 0-1 0 0,0 1 1 0 0,-1 0 0 0 0,1-1 0 0 0,0 1-1 0 0,-1 0 1 0 0,0 0 0 0 0,1-1-42 0 0,1 1-1 0 0,0 0 1 0 0,-1 0 0 0 0,1 0 0 0 0,0 0 0 0 0,0 0 0 0 0,-1 0 0 0 0,1-1-1 0 0,0 1 1 0 0,0 0 0 0 0,-1 0 0 0 0,1 0 0 0 0,0-1 0 0 0,0 1 0 0 0,0 0-1 0 0,0 0 1 0 0,-1-1 0 0 0,1 1 0 0 0,0 0 0 0 0,0 0 0 0 0,0-1-1 0 0,0 1 1 0 0,0 0 0 0 0,0-1 0 0 0,-1 1 0 0 0,1 0 0 0 0,0 0 0 0 0,0-1-1 0 0,0 1 1 0 0,0 0 0 0 0,0-1 0 0 0,0 1 0 0 0,0 0 0 0 0,0 0 0 0 0,1-1-1 0 0,-1 1 1 0 0,0-1 2 0 0,0 1 0 0 0,0 0-1 0 0,0 0 1 0 0,0 0 0 0 0,0-1-1 0 0,0 1 1 0 0,0 0 0 0 0,0 0-1 0 0,0-1 1 0 0,0 1 0 0 0,0 0-1 0 0,0 0 1 0 0,0 0 0 0 0,0-1-1 0 0,0 1 1 0 0,0 0-1 0 0,0 0 1 0 0,0 0 0 0 0,0-1-1 0 0,0 1 1 0 0,0 0 0 0 0,-1 0-1 0 0,1 0 1 0 0,0-1 0 0 0,0 1-1 0 0,0 0 1 0 0,0 0 0 0 0,0 0-1 0 0,-1 0 1 0 0,1-1 0 0 0,0 1-1 0 0,0 0 1 0 0,0 0 0 0 0,0 0-1 0 0,-1 0 1 0 0,1 0 0 0 0,0 0-1 0 0,0 0 1 0 0,0 0 0 0 0,-1 0-1 0 0,1 0 1 0 0,0-1 0 0 0,0 1-1 0 0,0 0 1 0 0,-1 0 0 0 0,1 0-1 0 0,0 0 1 0 0,-322 4 1579 0 0,166-9-1415 0 0,94 3-80 0 0,28 5 82 0 0,14 1-162 0 0,15 1 41 0 0,0-5 13 0 0,-15-3 0 0 0,19 3-78 0 0,1 0 0 0 0,0 0-1 0 0,0 0 1 0 0,0 0 0 0 0,0 0 0 0 0,-1 0-1 0 0,1 0 1 0 0,0 0 0 0 0,0 0-1 0 0,0 0 1 0 0,-1 0 0 0 0,1 0 0 0 0,0 0-1 0 0,0 1 1 0 0,0-1 0 0 0,-1 0-1 0 0,1 0 1 0 0,0 0 0 0 0,0 0 0 0 0,0 0-1 0 0,0 0 1 0 0,-1 0 0 0 0,1 1-1 0 0,0-1 1 0 0,0 0 0 0 0,0 0 0 0 0,0 0-1 0 0,0 0 1 0 0,0 1 0 0 0,0-1-1 0 0,-1 0 1 0 0,1 0 0 0 0,0 0 0 0 0,0 0-1 0 0,0 1 1 0 0,0-1 0 0 0,0 0-1 0 0,0 0 1 0 0,0 0 0 0 0,0 1 0 0 0,0-1-1 0 0,0 0 1 0 0,0 0 0 0 0,0 0-1 0 0,0 1 1 0 0,0-1 0 0 0,-3 7 64 0 0,1-7-48 0 0,1 0-11 0 0,1 0 0 0 0,-1 0 0 0 0,0 0-1 0 0,0 0 1 0 0,0 0 0 0 0,0 0 0 0 0,1 0-1 0 0,-1 1 1 0 0,0-1 0 0 0,0 0 0 0 0,0 0-1 0 0,1 1 1 0 0,-1-1 0 0 0,0 0-1 0 0,1 1 1 0 0,-1-1 0 0 0,0 1 0 0 0,1-1-1 0 0,-1 1 1 0 0,0 0 0 0 0,1-1 0 0 0,-1 1-1 0 0,1-1 1 0 0,-2 2 0 0 0,2-1 300 0 0,1-1-301 0 0,-1 1 0 0 0,0-1 0 0 0,0 0 1 0 0,0 0-1 0 0,0 0 0 0 0,0 0 0 0 0,0 1 1 0 0,1-1-1 0 0,-1 0 0 0 0,0 0 0 0 0,0 0 1 0 0,0 0-1 0 0,0 1 0 0 0,0-1 0 0 0,0 0 1 0 0,0 0-1 0 0,0 0 0 0 0,0 1 0 0 0,0-1 1 0 0,0 0-1 0 0,0 0 0 0 0,0 0 0 0 0,0 1 1 0 0,0-1-1 0 0,0 0 0 0 0,0 0 0 0 0,0 0 1 0 0,0 1-1 0 0,-1-1 0 0 0,1 0 0 0 0,0 0 1 0 0,0 0-1 0 0,0 0 0 0 0,0 1 0 0 0,0-1 1 0 0,0 0-1 0 0,-1 0 0 0 0,1 0 0 0 0,0 0 1 0 0,0 0-1 0 0,0 0 0 0 0,0 1 0 0 0,0-1 1 0 0,-1 0-1 0 0,1 0 0 0 0,0 0 0 0 0,0 0 1 0 0,0 0-1 0 0,-1 0 0 0 0,1 0 0 0 0,0 0 1 0 0,0 0-1 0 0,0 0 0 0 0,-1 0 0 0 0,1 0 1 0 0,0 0-1 0 0,0 0 0 0 0,0 0 0 0 0,-1 0 1 0 0,1 0-1 0 0,0 0 0 0 0,0 0 0 0 0,-1 0 1 0 0,-19 5 219 0 0,-20 10 255 0 0,15-4-295 0 0,-13-6-75 0 0,37-4-112 0 0,0-1 0 0 0,0 0 0 0 0,0 0 0 0 0,0 1 0 0 0,0-1 0 0 0,0 0-1 0 0,0 1 1 0 0,0-1 0 0 0,0 1 0 0 0,0 0 0 0 0,0-1 0 0 0,0 1 0 0 0,0 0-1 0 0,0-1 1 0 0,0 1 0 0 0,0 0 0 0 0,1 0 0 0 0,-1 0 0 0 0,0 0 0 0 0,1 0-1 0 0,-1 0 1 0 0,1 0 0 0 0,-1 0 0 0 0,1 0 0 0 0,-1 0 0 0 0,1 1 0 0 0,-1 0 1 0 0,0-1 0 0 0,0 1 1 0 0,1 0-1 0 0,-1-1 1 0 0,0 1-1 0 0,0-1 1 0 0,0 1-1 0 0,0-1 1 0 0,-1 0-1 0 0,1 0 1 0 0,0 1-1 0 0,-1-1 1 0 0,1 0-1 0 0,-1 0 1 0 0,1 0-1 0 0,-1 0 1 0 0,-1 1-1 0 0,-39 20 234 0 0,21-11-156 0 0,18-9-67 0 0,0 0 0 0 0,0 1 0 0 0,1-1 0 0 0,-1 1 0 0 0,1 0 0 0 0,-1 0 0 0 0,1 0 0 0 0,0 0 0 0 0,0 0 0 0 0,0 1 0 0 0,1-1 0 0 0,-2 4 1 0 0,-1 47-12 0 0,4-42 2 0 0,0-11-2 0 0,0 0 0 0 0,0 0 0 0 0,0 0 0 0 0,0 0 0 0 0,0-1 0 0 0,-1 1 0 0 0,1 0 0 0 0,0 0 0 0 0,0 0-1 0 0,0-1 1 0 0,-1 1 0 0 0,1 0 0 0 0,-1 0 0 0 0,1-1 0 0 0,0 1 0 0 0,-1 0 0 0 0,1-1 0 0 0,-1 1 0 0 0,0 0 0 0 0,1-1-1 0 0,-1 1 1 0 0,1-1 0 0 0,-1 1 0 0 0,0-1 0 0 0,1 1 0 0 0,-1-1 0 0 0,0 0 0 0 0,0 1 0 0 0,-1-1 0 0 0,1 1-2 0 0,0-1-1 0 0,0 1 1 0 0,0-1 0 0 0,0 1 0 0 0,0 0 0 0 0,0-1 0 0 0,0 1 0 0 0,1 0-1 0 0,-1 0 1 0 0,0 0 0 0 0,0-1 0 0 0,1 1 0 0 0,-1 0 0 0 0,0 0 0 0 0,1 0 0 0 0,-1 0-1 0 0,1 0 1 0 0,-1 0 0 0 0,1 1 0 0 0,-1-1 0 0 0,1 0 0 0 0,0 0 0 0 0,0 0-1 0 0,-1 0 1 0 0,1 0 0 0 0,0 1 0 0 0,0-1 0 0 0,0 0 0 0 0,1 2 0 0 0,-3 35 29 0 0,1-23-34 0 0,0 0 0 0 0,1 0 1 0 0,0 0-1 0 0,2 0 0 0 0,5 27 0 0 0,-5-38 4 0 0,-1 1-1 0 0,1 0 1 0 0,-1-1-1 0 0,0 1 1 0 0,0 0-1 0 0,0-1 1 0 0,0 1-1 0 0,-1 0 1 0 0,0 0-1 0 0,0 0 1 0 0,0-1-1 0 0,-1 1 1 0 0,0 0-1 0 0,1 0 1 0 0,-2-1-1 0 0,1 1 1 0 0,0 0-1 0 0,-3 4 1 0 0,2-1 2 0 0,0 1 0 0 0,0-1 0 0 0,1 1 0 0 0,1-1 1 0 0,-1 1-1 0 0,2 0 0 0 0,1 16 0 0 0,-1-17-7 0 0,0 1 0 0 0,0-1 0 0 0,-1 0-1 0 0,0 0 1 0 0,-1 0 0 0 0,0 1 0 0 0,0-1 0 0 0,-4 13 0 0 0,-6 2 261 0 0,0 0 1 0 0,-18 26-1 0 0,28-45-257 0 0,-1 1 1 0 0,1-1-1 0 0,0 0 0 0 0,0 1 0 0 0,1-1 1 0 0,-1 1-1 0 0,1-1 0 0 0,0 1 1 0 0,0-1-1 0 0,0 0 0 0 0,2 6 1 0 0,-2 2 60 0 0,0-12-56 0 0,0 1-1 0 0,0 0 0 0 0,0-1 1 0 0,0 1-1 0 0,0-1 1 0 0,0 1-1 0 0,-1-1 0 0 0,1 1 1 0 0,0-1-1 0 0,0 0 1 0 0,0 1-1 0 0,-1-1 0 0 0,1 1 1 0 0,0-1-1 0 0,-1 1 1 0 0,1-1-1 0 0,0 0 0 0 0,-1 1 1 0 0,1-1-1 0 0,-1 0 1 0 0,1 1-1 0 0,0-1 0 0 0,-1 0 1 0 0,1 1-1 0 0,-1-1 1 0 0,1 0-1 0 0,-1 0 0 0 0,1 0 1 0 0,-1 0-1 0 0,1 1 1 0 0,-1-1-1 0 0,1 0 0 0 0,-1 0 1 0 0,1 0-1 0 0,-1 0 1 0 0,0 0-1 0 0,0 0 0 0 0,0 0 0 0 0,1 0 0 0 0,-1 0 0 0 0,0 0 0 0 0,1 0 0 0 0,-1 0 0 0 0,0 0 0 0 0,1 0 0 0 0,-1 1 0 0 0,0-1 0 0 0,1 0-1 0 0,-1 0 1 0 0,1 1 0 0 0,-1-1 0 0 0,1 0 0 0 0,-1 1 0 0 0,0-1 0 0 0,1 1 0 0 0,-1-1 0 0 0,1 1 0 0 0,0-1 0 0 0,-1 1 0 0 0,1-1 0 0 0,-1 1 0 0 0,1-1 0 0 0,0 1 0 0 0,-1-1 0 0 0,1 1 0 0 0,0 0 0 0 0,0-1 0 0 0,0 1 0 0 0,-1 0 0 0 0,1-1 0 0 0,0 1 0 0 0,0 0 0 0 0,0-1 0 0 0,0 2 0 0 0,-1 20-47 0 0,0-17 31 0 0,0 0 0 0 0,1 0 0 0 0,-1 0 0 0 0,1 0 0 0 0,0 0-1 0 0,1 0 1 0 0,0 0 0 0 0,-1 1 0 0 0,2-1 0 0 0,-1 0 0 0 0,3 7 0 0 0,10 15 64 0 0,-2 1 1 0 0,12 41 0 0 0,-22-64-38 0 0,-2 1 0 0 0,1-1 0 0 0,0 1 0 0 0,-1-1 0 0 0,0 1 0 0 0,-1 6 0 0 0,0-8-4 0 0,1 0 0 0 0,0 1 0 0 0,0-1 0 0 0,0 1 0 0 0,0-1 0 0 0,1 0 0 0 0,-1 1 0 0 0,1-1 0 0 0,0 0-1 0 0,1 0 1 0 0,1 7 0 0 0,6 3-3 0 0,-6-11-18 0 0,-1 1 0 0 0,0 0-1 0 0,0 0 1 0 0,0 0-1 0 0,-1 1 1 0 0,1-1-1 0 0,-1 0 1 0 0,0 1 0 0 0,0-1-1 0 0,-1 1 1 0 0,1-1-1 0 0,-1 0 1 0 0,0 1-1 0 0,0-1 1 0 0,-1 7 0 0 0,1-9-66 0 0,5-2 13 0 0,15 0 40 0 0,203 5 81 0 0,302 45-1 0 0,-440-40-7 0 0,-46-6-39 0 0,0 2 0 0 0,44 12 0 0 0,-59-13-7 0 0,0 0 0 0 0,1-2 0 0 0,-1-1 0 0 0,27-1 1 0 0,37 3-16 0 0,183 7-29 0 0,-34-2 88 0 0,-217-7-49 0 0,503 41 197 0 0,-251-24-32 0 0,-105 1-134 0 0,-106-10 28 0 0,102 3-1 0 0,168 6 41 0 0,51 10 61 0 0,6 0 237 0 0,94-22-286 0 0,85 11 148 0 0,95 10 288 0 0,88 0 23 0 0,-478-30-295 0 0,346-13 87 0 0,-360 12-278 0 0,-124 5-158 0 0,4 5 129 0 0,0 7 0 0 0,165 37 1 0 0,132 14 265 0 0,-317-51-223 0 0,11 0-186 0 0,-118-14 65 0 0,214 13 109 0 0,36-7-18 0 0,-191-8-44 0 0,0 3 0 0 0,97 14 0 0 0,-95-5 72 0 0,129 2 0 0 0,-108-10-46 0 0,312-7 295 0 0,-278 1-266 0 0,101 6 154 0 0,-149 2 51 0 0,0-4 1 0 0,1-3 0 0 0,119-21 0 0 0,1-9-187 0 0,-49 20 81 0 0,-137 15-143 0 0,37-5 4 0 0,-36 3-35 0 0,0-2 0 0 0,0 0 0 0 0,0-1 0 0 0,16-5 0 0 0,4-1 0 0 0,-27 7 0 0 0,4 0 4 0 0,-1-1 1 0 0,0-1-1 0 0,0 0 1 0 0,0 0 0 0 0,21-12-1 0 0,219-101 343 0 0,206-86-187 0 0,-278 114-214 0 0,-32 13-12 0 0,-31 14-228 0 0,-111 60 334 0 0,-10 2 40 0 0,-15 0 1 0 0,9 0-15 0 0,-10 0-53 0 0,17 0-13 0 0,-21-13 14 0 0,-5 0 133 0 0,28 13 6 0 0,0 0 0 0 0,-1 0 0 0 0,1 1 0 0 0,0-1 0 0 0,0 0 0 0 0,0 1 0 0 0,0-1 0 0 0,0 1 0 0 0,-1 0 0 0 0,1 0 0 0 0,0 0 0 0 0,1 0 0 0 0,-1 0 1 0 0,0 0-1 0 0,0 0 0 0 0,0 1 0 0 0,1-1 0 0 0,-1 0 0 0 0,0 1 0 0 0,-1 2 0 0 0,-35 42-287 0 0,28-33 469 0 0,-6 7-172 0 0,1 1 0 0 0,-15 28 0 0 0,25-40-125 0 0,1 0 0 0 0,0 1 0 0 0,1-1-1 0 0,0 0 1 0 0,0 1 0 0 0,1 0-1 0 0,1 0 1 0 0,-1 0 0 0 0,1 12 0 0 0,1 67-78 0 0,0-89 43 0 0,0 1 1 0 0,0-1-1 0 0,0 0 1 0 0,0 1-1 0 0,0-1 1 0 0,0 0-1 0 0,0 0 1 0 0,0 1-1 0 0,0-1 1 0 0,0 0-1 0 0,0 1 1 0 0,0-1-1 0 0,0 0 1 0 0,0 0-1 0 0,0 1 1 0 0,0-1-1 0 0,0 0 1 0 0,0 0-1 0 0,0 1 1 0 0,1-1-1 0 0,-1 0 1 0 0,0 0-1 0 0,0 0 1 0 0,0 1-1 0 0,1-1 1 0 0,-1 0-1 0 0,0 0 1 0 0,0 0-1 0 0,0 1 1 0 0,1-1-1 0 0,-1 0 1 0 0,0 0-1 0 0,0 0 1 0 0,1 0-1 0 0,-1 0 1 0 0,0 0-1 0 0,1 1 1 0 0,18-1 23 0 0,-19 0-28 0 0,0 0 0 0 0,0 0-1 0 0,0 0 1 0 0,1 0 0 0 0,-1 0 0 0 0,0 0 0 0 0,0 0 0 0 0,0 0 0 0 0,1 0 0 0 0,-1 0 0 0 0,0 0-1 0 0,0 0 1 0 0,0 0 0 0 0,1 0 0 0 0,-1 0 0 0 0,0 0 0 0 0,0 0 0 0 0,0 0 0 0 0,1 0 0 0 0,-1 0-1 0 0,0 0 1 0 0,0 0 0 0 0,0 0 0 0 0,0 0 0 0 0,1 0 0 0 0,-1 0 0 0 0,0 1 0 0 0,0-1 0 0 0,0 0-1 0 0,0 0 1 0 0,1 0 0 0 0,-1 0 0 0 0,0 0 0 0 0,0 1 0 0 0,0-1 0 0 0,0 0 0 0 0,0 0-1 0 0,0 0 1 0 0,0 0 0 0 0,0 1 0 0 0,1-1 0 0 0,-1 0 0 0 0,0 0 0 0 0,0 0 0 0 0,0 1 0 0 0,0-1-1 0 0,0 0 1 0 0,0 0 0 0 0,0 0 0 0 0,0 1 0 0 0,0-1 0 0 0,0 0 0 0 0,0 0 0 0 0,0 0 0 0 0,-1 1-1 0 0,1-1 1 0 0,0 0 0 0 0,0 0 0 0 0,0 1 0 0 0,1-4 11 0 0,-1 0 0 0 0,1 0 0 0 0,0 0 0 0 0,0 1 0 0 0,0-1 0 0 0,1 0 0 0 0,-1 1 0 0 0,1-1 0 0 0,-1 1 0 0 0,1 0 0 0 0,0 0 0 0 0,0-1 1 0 0,0 1-1 0 0,0 0 0 0 0,0 0 0 0 0,0 1 0 0 0,1-1 0 0 0,-1 0 0 0 0,1 1 0 0 0,-1-1 0 0 0,4 0 0 0 0,17-15-4 0 0,75-60-17 0 0,-31 25-90 0 0,121-121-1 0 0,-171 154 56 0 0,-13 16 12 0 0,0 0-1 0 0,-1 0 1 0 0,0 0 0 0 0,0-1-1 0 0,0 0 1 0 0,0 1-1 0 0,0-1 1 0 0,-1 0 0 0 0,1 0-1 0 0,-1-1 1 0 0,0 1 0 0 0,-1 0-1 0 0,1-1 1 0 0,-1 1-1 0 0,0-1 1 0 0,0 0 0 0 0,0 1-1 0 0,0-1 1 0 0,-1-8 0 0 0,0-102-300 0 0,1 114 327 0 0,0 0 0 0 0,-1 0 0 0 0,1 0 0 0 0,0 0 0 0 0,0 0 0 0 0,0 0 0 0 0,0 1-1 0 0,0-1 1 0 0,0 0 0 0 0,0 1 0 0 0,0-1 0 0 0,0 1 0 0 0,1-1 0 0 0,-1 1 0 0 0,0 0 0 0 0,0-1 0 0 0,0 1 0 0 0,2 0 0 0 0,1-1-19 0 0,49-27-61 0 0,-43 24 90 0 0,-1 0 0 0 0,1-1 0 0 0,-1-1 0 0 0,0 1 0 0 0,0-2-1 0 0,13-11 1 0 0,-15 13 15 0 0,-6 4-15 0 0,0 0-1 0 0,1 1 0 0 0,-1-1 0 0 0,0 0 0 0 0,0 0 0 0 0,0 1 0 0 0,0-1 0 0 0,0 0 0 0 0,0 0 1 0 0,0 0-1 0 0,-1 0 0 0 0,1-1 0 0 0,0 1 0 0 0,0 0 0 0 0,-1 0 0 0 0,1 0 0 0 0,-1-1 1 0 0,1 1-1 0 0,-1 0 0 0 0,0-1 0 0 0,1 1 0 0 0,-1-2 0 0 0,3-2-2 0 0,0 1 1 0 0,0 0-1 0 0,0 0 0 0 0,1 0 0 0 0,-1 0 1 0 0,1 1-1 0 0,0-1 0 0 0,0 1 0 0 0,0 0 0 0 0,1 0 1 0 0,7-4-1 0 0,-9 5-3 0 0,-2 2 3 0 0,8-6-48 0 0,0 0 0 0 0,0 1 0 0 0,1 0 0 0 0,13-5 0 0 0,-23 10 46 0 0,0 0 0 0 0,0 0 0 0 0,0 0 1 0 0,0 1-1 0 0,1-1 0 0 0,-1 0 0 0 0,0 0 0 0 0,0 0 0 0 0,0 0 1 0 0,0 0-1 0 0,1 0 0 0 0,-1 0 0 0 0,0 0 0 0 0,0 0 0 0 0,0 0 1 0 0,0 0-1 0 0,0 0 0 0 0,1 0 0 0 0,-1 0 0 0 0,0 0 0 0 0,0 0 1 0 0,0 0-1 0 0,0 0 0 0 0,0-1 0 0 0,1 1 0 0 0,-1 0 0 0 0,0 0 1 0 0,0 0-1 0 0,0 0 0 0 0,0 0 0 0 0,0 0 0 0 0,0 0 0 0 0,0 0 1 0 0,1 0-1 0 0,-1-1 0 0 0,0 1 0 0 0,0 0 0 0 0,0 0 0 0 0,0 0 1 0 0,0 0-1 0 0,0 0 0 0 0,0 0 0 0 0,0-1 0 0 0,0 1 0 0 0,0 0 1 0 0,0 0-1 0 0,0 0 0 0 0,0 0 0 0 0,0-1 0 0 0,0 1 0 0 0,0 0 0 0 0,0 0 1 0 0,0 0-1 0 0,0 0 0 0 0,0 0 0 0 0,0-1 0 0 0,0 1 0 0 0,0 0 1 0 0,0 0-1 0 0,0 0 0 0 0,0 0 0 0 0,0 0 0 0 0,0-1 0 0 0,0 1 1 0 0,-1 0-2 0 0,1 0 1 0 0,0 0 0 0 0,0-1 0 0 0,0 1 0 0 0,0 0 0 0 0,0 0 0 0 0,0 0-1 0 0,0-1 1 0 0,0 1 0 0 0,0 0 0 0 0,0 0 0 0 0,-1-1 0 0 0,1 1-1 0 0,0 0 1 0 0,0 0 0 0 0,0 0 0 0 0,0-1 0 0 0,1 1 0 0 0,-1 0-1 0 0,0 0 1 0 0,0-1 0 0 0,0 1 0 0 0,0 0 0 0 0,0 0 0 0 0,0 0 0 0 0,0-1-1 0 0,0 1 1 0 0,0 0 0 0 0,0 0 0 0 0,1 0 0 0 0,-1 0 0 0 0,0-1-1 0 0,0 1 1 0 0,0 0 0 0 0,0 0 0 0 0,1 0 0 0 0,-1 0 0 0 0,0 0 0 0 0,0-1-1 0 0,0 1 1 0 0,1 0 0 0 0,-1 0 0 0 0,0 0 0 0 0,0 0 0 0 0,0 0-1 0 0,1 0 1 0 0,-1 0 0 0 0,0 0 0 0 0,0 0 0 0 0,1 0 0 0 0,-1 0-1 0 0,0 0 1 0 0,0 0 0 0 0,0 0 0 0 0,1 0 0 0 0,19-12-86 0 0,-19 12 84 0 0,0 0 0 0 0,-1-1 0 0 0,1 1 0 0 0,-1 0 0 0 0,1-1 0 0 0,-1 1-1 0 0,1-1 1 0 0,-1 1 0 0 0,1 0 0 0 0,-1-1 0 0 0,1 1 0 0 0,-1-1 0 0 0,0 1-1 0 0,1-1 1 0 0,-1 0 0 0 0,0 1 0 0 0,1-1 0 0 0,-1 1 0 0 0,0-1 0 0 0,0 0 0 0 0,0 1-1 0 0,0-1 1 0 0,1 0 0 0 0,-1 1 0 0 0,0-1 0 0 0,0 0 0 0 0,0 1 0 0 0,0-1-1 0 0,0 1 1 0 0,-1-1 0 0 0,1 0 0 0 0,0 1 0 0 0,0-1 0 0 0,0 0 0 0 0,-1 1-1 0 0,1-1 1 0 0,0 1 0 0 0,0-1 0 0 0,-1 0 0 0 0,1 1 0 0 0,0-1 0 0 0,-1 1-1 0 0,1-1 1 0 0,-1 1 0 0 0,1 0 0 0 0,-1-1 0 0 0,1 1 0 0 0,-1-1 0 0 0,1 1 0 0 0,-1 0-1 0 0,1-1 1 0 0,-2 1 0 0 0,-5-5-48 0 0,0 0 1 0 0,0 0-1 0 0,0-1 0 0 0,1 0 1 0 0,0 0-1 0 0,0 0 0 0 0,-8-13 1 0 0,7 12-40 0 0,0-1 0 0 0,-1 1 0 0 0,1 1 0 0 0,-1-1 0 0 0,-1 1 0 0 0,1 1 0 0 0,-15-8 0 0 0,13 8-11 0 0,0-1 0 0 0,1 0 0 0 0,-1 0 0 0 0,1-1 1 0 0,1-1-1 0 0,-10-9 0 0 0,12 12 63 0 0,0 0 0 0 0,1 0 1 0 0,-2 1-1 0 0,1 0 0 0 0,0 0 1 0 0,-1 0-1 0 0,-13-4 0 0 0,-3-3-65 0 0,-80-51-360 0 0,71 40 309 0 0,-69-32 1 0 0,-2 11 177 0 0,16 8-155 0 0,-110-61 1 0 0,156 71 119 0 0,20 11 15 0 0,0 2 0 0 0,-1 0 0 0 0,-34-13 0 0 0,-541-163 50 0 0,390 130-187 0 0,110 29 151 0 0,69 19-72 0 0,-58-13 0 0 0,-53-4-154 0 0,74 13 145 0 0,0 3 1 0 0,-118-6-1 0 0,-440 14 384 0 0,445 13-314 0 0,60-2 55 0 0,-19-4-49 0 0,-46 2-5 0 0,-216 33 0 0 0,42 43-7 0 0,302-67 71 0 0,-78 10 0 0 0,10-2 1 0 0,-109 18 8 0 0,-426 21 173 0 0,451-36-170 0 0,18-2-179 0 0,-723-21 43 0 0,814-6 39 0 0,-44-4-92 0 0,0-7-1 0 0,-268-61 0 0 0,-168-38-54 0 0,408 82 162 0 0,-132-12 40 0 0,-85-16-95 0 0,263 38-35 0 0,-159-5-1 0 0,152 16 42 0 0,-527-28-99 0 0,517 40 62 0 0,42 2 10 0 0,-8-5-5 0 0,-179-23 0 0 0,213 16-54 0 0,-117 3 0 0 0,157 5 149 0 0,-10 2-17 0 0,-71 14 0 0 0,30-3-61 0 0,15-2-27 0 0,44-6 35 0 0,-1-1 1 0 0,-40 1 0 0 0,-12 1 129 0 0,47-3-47 0 0,-1 0 1 0 0,-33-3-1 0 0,-141-13-108 0 0,65 8-321 0 0,124 5-779 0 0,11 0 733 0 0,0 1 0 0 0,0-2 0 0 0,-1 1 0 0 0,1-1 0 0 0,0 1 0 0 0,0-2 1 0 0,0 1-1 0 0,0-1 0 0 0,1 0 0 0 0,-1 0 0 0 0,0 0 0 0 0,1-1 0 0 0,-1 0 1 0 0,-4-4-1 0 0,-71-37-5276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34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64 1121 0 0,'-1'-1'278'0'0,"0"0"0"0"0,-1 0 0 0 0,1 1 0 0 0,0-1 0 0 0,0 0 0 0 0,0 1 0 0 0,0-1 0 0 0,-1 1 0 0 0,1 0 0 0 0,0-1 0 0 0,0 1 0 0 0,-1 0 0 0 0,1 0 0 0 0,0 0 0 0 0,-1-1 0 0 0,1 1 0 0 0,0 1 1 0 0,0-1-1 0 0,-2 0 0 0 0,-21 1 243 0 0,19-1-347 0 0,0-1 52 0 0,-45-6 588 0 0,45 7-507 0 0,0 0 13 0 0,-20 0 227 0 0,25 2-338 0 0,0-2-202 0 0,0 0-1 0 0,0 1 1 0 0,-1-1 0 0 0,1 0-1 0 0,0 0 1 0 0,0 0 0 0 0,0 0-1 0 0,0 1 1 0 0,0-1-1 0 0,0 0 1 0 0,0 0 0 0 0,0 0-1 0 0,0 0 1 0 0,0 1 0 0 0,0-1-1 0 0,0 0 1 0 0,0 0-1 0 0,0 0 1 0 0,0 0 0 0 0,0 1-1 0 0,0-1 1 0 0,0 0 0 0 0,1 0-1 0 0,-1 0 1 0 0,0 0 0 0 0,0 0-1 0 0,0 1 1 0 0,0-1-1 0 0,0 0 1 0 0,0 0 0 0 0,0 0-1 0 0,0 0 1 0 0,1 0 0 0 0,-1 0-1 0 0,0 1 1 0 0,0-1-1 0 0,0 0 1 0 0,0 0 0 0 0,0 0-1 0 0,1 0 1 0 0,-1 0 0 0 0,0 0-1 0 0,0 0 1 0 0,0 0-1 0 0,0 0 1 0 0,1 0 0 0 0,-1 0-1 0 0,0 0 1 0 0,0 0 0 0 0,0 0-1 0 0,0 0 1 0 0,1 0 0 0 0,-1 0-1 0 0,0 0 1 0 0,0 0-1 0 0,0 0 1 0 0,0 0 0 0 0,1 0-1 0 0,19-1 34 0 0,-15-5-13 0 0,-5 5 120 0 0,0 2-81 0 0,0 5-39 0 0,0-5 120 0 0,-5-1-54 0 0,-45 5 774 0 0,45-4-720 0 0,0-1-54 0 0,-16 0-13 0 0,16 0 0 0 0,5-1-66 0 0,0 0-21 0 0,-3-5-56 0 0,5 5 58 0 0,-1 0 0 0 0,1 0-1 0 0,-1 1 1 0 0,0-1 0 0 0,1 0-1 0 0,-1 1 1 0 0,1 0 0 0 0,-1-1-1 0 0,1 1 1 0 0,0 0 0 0 0,-1 0-1 0 0,1-1 1 0 0,-1 1 0 0 0,1 0-1 0 0,0 1 1 0 0,2-1 0 0 0,1 0 151 0 0,-5 1-65 0 0,-5 5-1 0 0,-16-5 0 0 0,16-1 240 0 0,0 0-254 0 0,-5 0-50 0 0,8 0-28 0 0,14 0-58 0 0,-7 0-10 0 0,-5-1 0 0 0,5-5 0 0 0,46-14 0 0 0,-46 15 93 0 0,-5 4 54 0 0,-35 13 506 0 0,-16-6-13 0 0,46-5-359 0 0,0-1-95 0 0,-15 0-26 0 0,15 0 0 0 0,5-1-13 0 0,-1-6-74 0 0,1 6 1 0 0,0 1-1 0 0,0-1 0 0 0,0 1 0 0 0,0-1 0 0 0,-1 1 0 0 0,1-1 0 0 0,0 0 0 0 0,0 1 1 0 0,0-1-1 0 0,0 0 0 0 0,0 1 0 0 0,0-1 0 0 0,0 1 0 0 0,1-1 0 0 0,-1 0 0 0 0,0 1 0 0 0,0-1 1 0 0,0 1-1 0 0,1-1 0 0 0,-1 1 0 0 0,0-1 0 0 0,0 1 0 0 0,1-1 0 0 0,-1 1 0 0 0,1-1 1 0 0,-1 1-1 0 0,0-1 0 0 0,1 1 0 0 0,-1-1 0 0 0,1 1 0 0 0,0-1 0 0 0,38-10-111 0 0,-31 10 90 0 0,5 1-52 0 0,8 0 80 0 0,-16 0 160 0 0,-10 1-14 0 0,-16 3 28 0 0,16-3 39 0 0,0 0-39 0 0,-45 5 292 0 0,45-6-372 0 0,0 0-14 0 0,-15 0-27 0 0,15 0-106 0 0,5 0-30 0 0,0 0 81 0 0,-1 0 0 0 0,1 0-1 0 0,0 0 1 0 0,0 0 0 0 0,0-1-1 0 0,0 1 1 0 0,0 0-1 0 0,0 0 1 0 0,0 0 0 0 0,0 0-1 0 0,0-1 1 0 0,0 1-1 0 0,0 0 1 0 0,-1 0 0 0 0,1 0-1 0 0,0 0 1 0 0,0-1-1 0 0,0 1 1 0 0,0 0 0 0 0,0 0-1 0 0,1 0 1 0 0,-1 0 0 0 0,0-1-1 0 0,0 1 1 0 0,0 0-1 0 0,0 0 1 0 0,0 0 0 0 0,0 0-1 0 0,0-1 1 0 0,0 1-1 0 0,0 0 1 0 0,0 0 0 0 0,0 0-1 0 0,1 0 1 0 0,-1 0-1 0 0,0-1 1 0 0,0 1 0 0 0,0 0-1 0 0,0 0 1 0 0,0 0-1 0 0,0 0 1 0 0,1 0 0 0 0,-1 0-1 0 0,0 0 1 0 0,0 0 0 0 0,0 0-1 0 0,0-1 1 0 0,1 1-1 0 0,-1 0 1 0 0,0 0 0 0 0,0 0-1 0 0,0 0 1 0 0,1 0-1 0 0,-1 0 1 0 0,0 0 0 0 0,0 0-1 0 0,0 0 1 0 0,0 0-1 0 0,1 0 1 0 0,-1 1 0 0 0,0-1-1 0 0,0 0 1 0 0,0 0 0 0 0,0 0-1 0 0,1 0 1 0 0,9-3-46 0 0,-4 1 5 0 0,1 0 0 0 0,-1 0-1 0 0,0 1 1 0 0,1 0 0 0 0,11-1 0 0 0,7 2 16 0 0,1 0 1 0 0,-26 1 48 0 0,1 0 0 0 0,0 1 0 0 0,-1-1 0 0 0,1 0 0 0 0,0 0 0 0 0,-1 1 0 0 0,1-1 1 0 0,-1 0-1 0 0,0 0 0 0 0,1 1 0 0 0,-1-1 0 0 0,0 1 0 0 0,0-1 0 0 0,0 0 0 0 0,0 1 1 0 0,0-1-1 0 0,0 0 0 0 0,0 1 0 0 0,-1 2 0 0 0,1-1 69 0 0,-1 0-61 0 0,-1 1-1 0 0,1-1 1 0 0,0 0-1 0 0,-1 0 0 0 0,1 0 1 0 0,-1-1-1 0 0,0 1 1 0 0,0 0-1 0 0,0-1 1 0 0,0 1-1 0 0,-1-1 1 0 0,1 0-1 0 0,-1 1 1 0 0,1-1-1 0 0,-1-1 1 0 0,0 1-1 0 0,0 0 0 0 0,0 0 1 0 0,-4 1-1 0 0,-2 2 9 0 0,9-5-32 0 0,-5 3 34 0 0,7-4-60 0 0,26-19-179 0 0,-25 18 191 0 0,-1 0 0 0 0,0 0 0 0 0,1 0 1 0 0,0 0-1 0 0,-1 1 0 0 0,1-1 0 0 0,0 1 0 0 0,0 0 1 0 0,0 0-1 0 0,-1 0 0 0 0,5-1 0 0 0,13 1-165 0 0,-12 20-1644 0 0,-1 2 112 0 0,43 68-6098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3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1441 0 0,'30'-6'5202'0'0,"-30"20"-3201"0"0,-30-3-1601 0 0,30-3-320 0 0,30-8-80 0 0,-30-8-240 0 0,30 3-480 0 0,-30-9-1281 0 0,0 3-720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39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72 2161 0 0,'-2'-1'148'0'0,"1"0"0"0"0,0 0 0 0 0,0 0 0 0 0,-1 1 1 0 0,1-1-1 0 0,0 0 0 0 0,-1 0 0 0 0,1 1 0 0 0,-1-1 0 0 0,1 1 0 0 0,-1 0 0 0 0,1-1 1 0 0,-1 1-1 0 0,1 0 0 0 0,-1 0 0 0 0,0 0 0 0 0,1 0 0 0 0,-1 0 0 0 0,-2 1 0 0 0,-40-1 622 0 0,40 0-447 0 0,-1 0 11 0 0,5 1-293 0 0,1 0 0 0 0,-1-1 1 0 0,0 1-1 0 0,0 0 1 0 0,0 0-1 0 0,0-1 0 0 0,0 1 1 0 0,0 0-1 0 0,0-1 1 0 0,0 1-1 0 0,0 0 0 0 0,0 0 1 0 0,0-1-1 0 0,0 1 1 0 0,0 0-1 0 0,0-1 0 0 0,-1 1 1 0 0,1 0-1 0 0,0-1 1 0 0,-1 1-1 0 0,1 0 0 0 0,0-1 1 0 0,-1 1-1 0 0,1-1 1 0 0,-1 1-1 0 0,1-1 0 0 0,-1 1 1 0 0,0 0-1 0 0,-4 1-34 0 0,4-2 13 0 0,0 1-1 0 0,0-1 1 0 0,0 0 0 0 0,0 1-1 0 0,0-1 1 0 0,0 1-1 0 0,0-1 1 0 0,0 1 0 0 0,0 0-1 0 0,0-1 1 0 0,0 1-1 0 0,0 0 1 0 0,1 0-1 0 0,-1-1 1 0 0,0 1 0 0 0,0 0-1 0 0,1 0 1 0 0,-1 0-1 0 0,1 0 1 0 0,-1 0 0 0 0,1 0-1 0 0,-1 0 1 0 0,1 0-1 0 0,0 0 1 0 0,-1 0 0 0 0,1 0-1 0 0,0 0 1 0 0,0 0-1 0 0,0 1 1 0 0,0-1 0 0 0,0 0-1 0 0,0 2 1 0 0,0-2-14 0 0,0-1 0 0 0,0 1 0 0 0,0-1-1 0 0,-1 1 1 0 0,1-1 0 0 0,0 1 0 0 0,0-1 0 0 0,0 1 0 0 0,-1-1 0 0 0,1 1 0 0 0,0-1 0 0 0,0 0-1 0 0,-1 1 1 0 0,1-1 0 0 0,0 1 0 0 0,-1-1 0 0 0,1 0 0 0 0,-1 1 0 0 0,1-1 0 0 0,0 0 0 0 0,-1 1-1 0 0,1-1 1 0 0,-1 0 0 0 0,1 0 0 0 0,-1 1 0 0 0,1-1 0 0 0,-1 0 0 0 0,1 0 0 0 0,-1 0 0 0 0,1 0 0 0 0,-1 0-1 0 0,0 1 1 0 0,1-1 0 0 0,-1 0 0 0 0,0-1 0 0 0,0 1-5 0 0,1 0-1 0 0,-1 0 1 0 0,0 0 0 0 0,1 0 0 0 0,-1 1 0 0 0,0-1-1 0 0,1 0 1 0 0,-1 0 0 0 0,1 0 0 0 0,-1 0-1 0 0,0 1 1 0 0,1-1 0 0 0,-1 0 0 0 0,1 1-1 0 0,-1-1 1 0 0,1 0 0 0 0,-1 1 0 0 0,1-1-1 0 0,-1 1 1 0 0,1-1 0 0 0,-1 1 0 0 0,1-1-1 0 0,-1 1 1 0 0,1-1 0 0 0,0 1 0 0 0,-1-1-1 0 0,1 1 1 0 0,0-1 0 0 0,0 1 0 0 0,-1 0-1 0 0,1-1 1 0 0,0 1 0 0 0,0 0 0 0 0,0-1-1 0 0,0 1 1 0 0,0 1 0 0 0,0-1 7 0 0,0 0 0 0 0,0 0 1 0 0,-1 1-1 0 0,1-1 0 0 0,0 0 0 0 0,-1 1 1 0 0,1-1-1 0 0,0 0 0 0 0,-1 0 0 0 0,1 0 1 0 0,-1 1-1 0 0,0-1 0 0 0,1 0 0 0 0,-1 0 1 0 0,0 0-1 0 0,0 0 0 0 0,0 0 0 0 0,-1 1 1 0 0,6-1 144 0 0,-2-2-143 0 0,-1 0 36 0 0,-1-1 0 0 0,1 1 0 0 0,0-1 1 0 0,0 0-1 0 0,-1 0 0 0 0,1 1 0 0 0,-1-1 0 0 0,0 0 0 0 0,1 0 0 0 0,-1 1 1 0 0,0-1-1 0 0,0 0 0 0 0,0 0 0 0 0,0 0 0 0 0,0 1 0 0 0,-1-1 0 0 0,1 0 0 0 0,-1 0 1 0 0,1 1-1 0 0,-1-1 0 0 0,1 0 0 0 0,-1 1 0 0 0,-1-4 0 0 0,-4 2-23 0 0,5 3-11 0 0,0-1 1 0 0,-1 0-1 0 0,1 0 1 0 0,0 0 0 0 0,0 0-1 0 0,-1 0 1 0 0,1 0-1 0 0,0 0 1 0 0,0 0 0 0 0,0 0-1 0 0,0 0 1 0 0,0-1-1 0 0,1 1 1 0 0,-1 0 0 0 0,0-1-1 0 0,0 1 1 0 0,1-1-1 0 0,-1 1 1 0 0,1-1 0 0 0,0 1-1 0 0,-1-1 1 0 0,1 1-1 0 0,0-1 1 0 0,0 1-1 0 0,0-1 1 0 0,0 1 0 0 0,0-1-1 0 0,0 1 1 0 0,1-3-1 0 0,-1 3-11 0 0,0 1-1 0 0,0 0 1 0 0,0-1-1 0 0,0 1 0 0 0,1 0 1 0 0,-1-1-1 0 0,0 1 1 0 0,1-1-1 0 0,-1 1 0 0 0,0 0 1 0 0,1 0-1 0 0,-1-1 1 0 0,0 1-1 0 0,1 0 0 0 0,-1 0 1 0 0,0-1-1 0 0,1 1 1 0 0,-1 0-1 0 0,1 0 0 0 0,-1 0 1 0 0,0 0-1 0 0,1-1 1 0 0,-1 1-1 0 0,1 0 0 0 0,-1 0 1 0 0,1 0-1 0 0,-1 0 1 0 0,0 0-1 0 0,1 0 0 0 0,-1 0 1 0 0,1 0-1 0 0,-1 0 0 0 0,1 0 1 0 0,-1 1-1 0 0,0-1 1 0 0,1 0-1 0 0,0 0 0 0 0,-1 0 0 0 0,1 1 0 0 0,-1-1 0 0 0,1 0 0 0 0,-1 0 0 0 0,1 0 0 0 0,-1 0 0 0 0,1 0 0 0 0,-1 0 0 0 0,1 0 0 0 0,-1 0 0 0 0,1 0 0 0 0,-1 0 0 0 0,1 0 0 0 0,-1 0 0 0 0,1-1 0 0 0,-1 1-1 0 0,1 0 1 0 0,-1 0 0 0 0,1 0 0 0 0,-1-1 0 0 0,1 1 0 0 0,-1 0 0 0 0,1 0 0 0 0,-1-1 0 0 0,0 1 0 0 0,1-1 0 0 0,-1 1 0 0 0,0 0 0 0 0,1-1 0 0 0,-1 1 0 0 0,0-1 0 0 0,1 1 0 0 0,-1-1 0 0 0,0 1 0 0 0,0 0 0 0 0,0-1 0 0 0,1 0 0 0 0,-1 0 1 0 0,0 1 0 0 0,0-1 0 0 0,0 0 0 0 0,0 1 0 0 0,0-1 0 0 0,0 1 0 0 0,0-1 0 0 0,0 1 0 0 0,1-1 0 0 0,-1 0 0 0 0,0 1 0 0 0,0-1 0 0 0,1 1 0 0 0,-1-1 0 0 0,0 1 0 0 0,1-1 0 0 0,-1 1 0 0 0,1 0 0 0 0,-1-1 0 0 0,0 1 0 0 0,1-1 0 0 0,-1 1 0 0 0,1 0 0 0 0,-1-1 0 0 0,1 1 0 0 0,-1 0 0 0 0,1 0 0 0 0,-1-1 0 0 0,1 1 0 0 0,0 0 0 0 0,-1 0 1 0 0,1 0-1 0 0,-1 0 0 0 0,1 0 0 0 0,-1-1 0 0 0,1 1 0 0 0,0 0 0 0 0,0 1 0 0 0,0-1 0 0 0,-1-1 0 0 0,1 1 0 0 0,0 0 0 0 0,-1 0 0 0 0,1 0 0 0 0,-1 0 0 0 0,1 0 0 0 0,0 0 0 0 0,-1-1 1 0 0,1 1-1 0 0,-1 0 0 0 0,1-1 0 0 0,-1 1 0 0 0,1 0 0 0 0,-1-1 0 0 0,1 1 0 0 0,-1-1 0 0 0,1 1 0 0 0,-1 0 0 0 0,1-1 1 0 0,-1 1-1 0 0,0-1 0 0 0,1 1 0 0 0,-1-1 0 0 0,0 0 0 0 0,1 1 0 0 0,-1-1 0 0 0,0 1 0 0 0,0-1 0 0 0,1 0 0 0 0,-1 1 0 0 0,0-1 1 0 0,0 1-1 0 0,0-1 0 0 0,0 0 0 0 0,0 0 0 0 0,1 0-1 0 0,-1 0 0 0 0,1 0 0 0 0,0 0 0 0 0,0 0 0 0 0,0 0 0 0 0,0 0 0 0 0,0 0 0 0 0,0 1 0 0 0,0-1 0 0 0,0 0 0 0 0,1 1 0 0 0,-1-1 0 0 0,0 1 0 0 0,0-1 0 0 0,0 1 0 0 0,1 0 0 0 0,-1-1 0 0 0,0 1 0 0 0,2 0 0 0 0,-1 0 0 0 0,-2 0 2 0 0,-1 0 1 0 0,1 0-1 0 0,0 0 0 0 0,0 0 1 0 0,-1 0-1 0 0,1 0 0 0 0,0 0 1 0 0,0 0-1 0 0,-1 0 0 0 0,1 0 1 0 0,0 1-1 0 0,0-1 0 0 0,-1 0 1 0 0,1 0-1 0 0,0 0 1 0 0,0 0-1 0 0,0 1 0 0 0,-1-1 1 0 0,1 0-1 0 0,0 0 0 0 0,0 1 1 0 0,0-1-1 0 0,0 0 0 0 0,-1 0 1 0 0,1 1-1 0 0,0-1 0 0 0,0 0 1 0 0,0 0-1 0 0,0 1 0 0 0,0-1 1 0 0,0 0-1 0 0,0 1 1 0 0,0-1-1 0 0,0 0 0 0 0,0 0 1 0 0,0 1-1 0 0,0-1 0 0 0,0 0 1 0 0,0 1-1 0 0,0-1 0 0 0,0 0 1 0 0,0 0-1 0 0,0 1 0 0 0,0-1 1 0 0,1 0-1 0 0,-1 0 0 0 0,0 1 1 0 0,0-1-1 0 0,0 0 1 0 0,0 0-1 0 0,1 1 0 0 0,-1-1 1 0 0,0 0-1 0 0,0 0 0 0 0,0 0 1 0 0,1 0-1 0 0,-1 1 0 0 0,0-1 1 0 0,0 0-1 0 0,1 0 0 0 0,-1 0 1 0 0,0 0-1 0 0,1 0 1 0 0,-1 0-1 0 0,0 1 0 0 0,0-1 1 0 0,1 0-1 0 0,-49 23 422 0 0,32-15-153 0 0,1 0-1 0 0,-1-1 1 0 0,-30 9 0 0 0,-14-9 516 0 0,152-20-1279 0 0,-8 0-256 0 0,1 0-133 0 0,-80 13 788 0 0,-5 2 125 0 0,0-2-26 0 0,1 0 0 0 0,-1 1 0 0 0,0-1 0 0 0,0 0-1 0 0,0 0 1 0 0,0 0 0 0 0,0 1 0 0 0,0-1 0 0 0,0 0-1 0 0,0 0 1 0 0,0 0 0 0 0,0 1 0 0 0,0-1-1 0 0,0 0 1 0 0,0 0 0 0 0,0 0 0 0 0,0 1 0 0 0,0-1-1 0 0,0 0 1 0 0,0 0 0 0 0,0 0 0 0 0,0 1 0 0 0,0-1-1 0 0,-1 0 1 0 0,1 0 0 0 0,0 0 0 0 0,0 0 0 0 0,0 1-1 0 0,0-1 1 0 0,0 0 0 0 0,0 0 0 0 0,-1 0-1 0 0,1 0 1 0 0,0 0 0 0 0,0 0 0 0 0,0 1 0 0 0,0-1-1 0 0,-1 0 1 0 0,1 0 0 0 0,0 0 0 0 0,0 0 0 0 0,0 0-1 0 0,-1 0 1 0 0,1 0 0 0 0,0 0 0 0 0,0 0-1 0 0,0 0 1 0 0,-1 0 0 0 0,1 0 0 0 0,0 0 0 0 0,-1 0-1 0 0,-33 8 649 0 0,20-4-489 0 0,-1-1 0 0 0,0 0 0 0 0,0-1 0 0 0,0-1 0 0 0,0 0 0 0 0,0-1 1 0 0,-28-3-1 0 0,23 2-139 0 0,15 1 14 0 0,5 0-45 0 0,0 0 0 0 0,0 0-1 0 0,0 0 1 0 0,0-1 0 0 0,-1 1-1 0 0,1 0 1 0 0,0 0 0 0 0,0-1-1 0 0,0 1 1 0 0,0 0 0 0 0,0 0-1 0 0,0 0 1 0 0,0-1 0 0 0,0 1-1 0 0,0 0 1 0 0,0 0 0 0 0,0-1-1 0 0,0 1 1 0 0,0 0 0 0 0,0 0-1 0 0,0 0 1 0 0,0-1 0 0 0,0 1-1 0 0,0 0 1 0 0,0 0 0 0 0,0-1-1 0 0,1 1 1 0 0,-1 0 0 0 0,0 0-1 0 0,0 0 1 0 0,0-1 0 0 0,0 1-1 0 0,0 0 1 0 0,1 0 0 0 0,-1 0-1 0 0,0 0 1 0 0,0 0 0 0 0,0-1-1 0 0,1 1 1 0 0,-1 0 0 0 0,0 0-1 0 0,0 0 1 0 0,0 0 0 0 0,1 0-1 0 0,-1 0 1 0 0,0 0 0 0 0,0 0-1 0 0,0 0 1 0 0,1 0 0 0 0,-1 0-1 0 0,0 0 1 0 0,0 0 0 0 0,1 0-1 0 0,-1 0 1 0 0,36-6-193 0 0,44-3 1 0 0,-68 9 156 0 0,0-1 0 0 0,1 2 1 0 0,-1-1-1 0 0,0 2 1 0 0,0 0-1 0 0,0 0 0 0 0,23 8 1 0 0,-24-3 21 0 0,-15-2 214 0 0,-34 1 349 0 0,-86 3 630 0 0,123-9-1175 0 0,-1 0 1 0 0,1 0-1 0 0,0 1 1 0 0,0-1-1 0 0,0 0 1 0 0,-1 0-1 0 0,1 0 1 0 0,0 0 0 0 0,0 0-1 0 0,-1 0 1 0 0,1-1-1 0 0,0 1 1 0 0,0 0-1 0 0,0-1 1 0 0,0 1-1 0 0,-1 0 1 0 0,1-1-1 0 0,0 0 1 0 0,0 1-1 0 0,0-1 1 0 0,-2-1-1 0 0,10-5-253 0 0,-6 7 225 0 0,67-21-577 0 0,-55 15 574 0 0,0 1-1 0 0,1 0 0 0 0,0 1 1 0 0,-1 1-1 0 0,2 0 0 0 0,-1 1 1 0 0,17-1-1 0 0,-116 30 2181 0 0,44-19-1597 0 0,-1-1 1 0 0,-46 2-1 0 0,83-9-418 0 0,7-2-186 0 0,-1 1 0 0 0,1-1 0 0 0,-1 1 1 0 0,1-1-1 0 0,0 1 0 0 0,0 0 0 0 0,0 0 0 0 0,0 0 0 0 0,0 0 0 0 0,0 0 0 0 0,0 0 0 0 0,0 0 0 0 0,4 0 0 0 0,-1-1-33 0 0,27-8-138 0 0,1 2 0 0 0,0 1 0 0 0,0 1 0 0 0,62-2 0 0 0,-90 8 331 0 0,-5 1-99 0 0,0-1 1 0 0,0 0 0 0 0,0 0 0 0 0,0 0-1 0 0,0 0 1 0 0,1 0 0 0 0,-1 0 0 0 0,0 1-1 0 0,0-1 1 0 0,0 0 0 0 0,0 0 0 0 0,0 0-1 0 0,0 0 1 0 0,0 1 0 0 0,0-1 0 0 0,0 0 0 0 0,0 0-1 0 0,0 0 1 0 0,0 0 0 0 0,0 1 0 0 0,0-1-1 0 0,0 0 1 0 0,0 0 0 0 0,0 0 0 0 0,0 0-1 0 0,0 1 1 0 0,0-1 0 0 0,0 0 0 0 0,0 0 0 0 0,0 0-1 0 0,-1 0 1 0 0,1 0 0 0 0,0 1 0 0 0,0-1-1 0 0,0 0 1 0 0,0 0 0 0 0,0 0 0 0 0,0 0-1 0 0,0 0 1 0 0,-1 0 0 0 0,1 0 0 0 0,0 1-1 0 0,0-1 1 0 0,0 0 0 0 0,0 0 0 0 0,0 0 0 0 0,-1 0-1 0 0,1 0 1 0 0,0 0 0 0 0,0 0 0 0 0,0 0-1 0 0,0 0 1 0 0,-1 0 0 0 0,1 0 0 0 0,0 0-1 0 0,0 0 1 0 0,0 0 0 0 0,0 0 0 0 0,-1 0 0 0 0,1 0-1 0 0,0 0 1 0 0,0 0 0 0 0,0 0 0 0 0,0 0-1 0 0,-1 0 1 0 0,1 0 0 0 0,0-1 0 0 0,0 1-1 0 0,0 0 1 0 0,-80 0 778 0 0,55 0-800 0 0,20 0-107 0 0,4-1-311 0 0,7-4 355 0 0,70-19-698 0 0,-77 24 781 0 0,1 0 1 0 0,0 0-1 0 0,0 0 0 0 0,0 0 0 0 0,0 0 0 0 0,0 0 0 0 0,0 0 1 0 0,-1 0-1 0 0,1 0 0 0 0,0-1 0 0 0,0 1 0 0 0,0 0 0 0 0,0 0 0 0 0,0 0 1 0 0,0 0-1 0 0,0 0 0 0 0,0 0 0 0 0,0-1 0 0 0,-1 1 0 0 0,1 0 1 0 0,0 0-1 0 0,0 0 0 0 0,0 0 0 0 0,0-1 0 0 0,0 1 0 0 0,0 0 1 0 0,0 0-1 0 0,0 0 0 0 0,0 0 0 0 0,0 0 0 0 0,0-1 0 0 0,0 1 1 0 0,0 0-1 0 0,0 0 0 0 0,0 0 0 0 0,1 0 0 0 0,-1-1 0 0 0,0 1 1 0 0,0 0-1 0 0,0 0 0 0 0,0 0 0 0 0,0 0 0 0 0,0 0 0 0 0,0 0 1 0 0,0-1-1 0 0,0 1 0 0 0,1 0 0 0 0,-1 0 0 0 0,0 0 0 0 0,0 0 1 0 0,0 0-1 0 0,0 0 0 0 0,1 0 0 0 0,-47 0 487 0 0,41 0-294 0 0,5-2-641 0 0,0-3 415 0 0,0 4-81 0 0,-5 2-3948 0 0,-25 9-454 0 0,-25 12-1454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6963 0 0,'-120'19'2882'0'0,"89"-19"-2642"0"0,62-6-480 0 0,-31-2-1 0 0,30-3-159 0 0,-30-8-480 0 0,0-20-2002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14 320 0 0,'-91'-14'8884'0'0,"1"53"-5682"0"0,60-20-2962 0 0,30-6-1041 0 0,30 7-1199 0 0,-30-9-1522 0 0,0 8-1841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6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358 154 3842 0 0,'-56'0'3695'0'0,"51"0"-3428"0"0,0-1-361 0 0,-15-3 161 0 0,15 3 66 0 0,5 1-126 0 0,0 0-1 0 0,0 0 0 0 0,1-1 1 0 0,-1 1-1 0 0,0 0 0 0 0,0 0 0 0 0,0 0 1 0 0,0-1-1 0 0,0 1 0 0 0,0 0 1 0 0,0 0-1 0 0,0-1 0 0 0,0 1 1 0 0,0 0-1 0 0,0 0 0 0 0,0 0 0 0 0,0-1 1 0 0,0 1-1 0 0,0 0 0 0 0,0 0 1 0 0,0-1-1 0 0,0 1 0 0 0,0 0 1 0 0,0 0-1 0 0,0 0 0 0 0,0-1 1 0 0,0 1-1 0 0,-1 0 0 0 0,1 0 0 0 0,0 0 1 0 0,0-1-1 0 0,0 1 0 0 0,0 0 1 0 0,0 0-1 0 0,-1 0 0 0 0,1 0 1 0 0,0-1-1 0 0,0 1 0 0 0,0 0 1 0 0,-1 0-1 0 0,1 0 0 0 0,0 0 0 0 0,0 0 1 0 0,0 0-1 0 0,-1 0 0 0 0,1 0 1 0 0,0 0-1 0 0,0 0 0 0 0,-1-1 1 0 0,1 1-1 0 0,0 0 0 0 0,0 0 0 0 0,0 0 1 0 0,-1 1-1 0 0,0-2 3 0 0,0 1-1 0 0,0 0 1 0 0,-1 0 0 0 0,1-1-1 0 0,0 1 1 0 0,0 0 0 0 0,0-1-1 0 0,0 1 1 0 0,0-1 0 0 0,0 0-1 0 0,0 1 1 0 0,0-1 0 0 0,0 0-1 0 0,1 1 1 0 0,-1-1 0 0 0,0 0-1 0 0,0 0 1 0 0,0 0 0 0 0,1 0-1 0 0,-1 0 1 0 0,1 0-1 0 0,-1 0 1 0 0,0 0 0 0 0,1 0-1 0 0,-1-1 1 0 0,-1-37 228 0 0,2 24-152 0 0,0 14 8 0 0,-25 7 374 0 0,-30 8-160 0 0,45-9-227 0 0,-13-8-87 0 0,18-4-32 0 0,13-3 18 0 0,-5 10 21 0 0,-2 0 0 0 0,0 0 0 0 0,0 0 0 0 0,0 0 0 0 0,0-1 0 0 0,0 1 0 0 0,0 0 0 0 0,0 0 0 0 0,0 0 0 0 0,0-1 0 0 0,0 1 0 0 0,0-1 0 0 0,0 1 0 0 0,0-1 0 0 0,0 1 0 0 0,-1-1 0 0 0,1 1 0 0 0,0-1 0 0 0,0 0 0 0 0,-1 1 0 0 0,1-1 0 0 0,0 0 0 0 0,-1 0 0 0 0,1 0 0 0 0,0-1 0 0 0,0 1 0 0 0,0 0 0 0 0,1 0-1 0 0,-1-1 1 0 0,0 1 0 0 0,0 0-1 0 0,0 0 1 0 0,1 0-1 0 0,-1 1 1 0 0,1-1 0 0 0,-1 0-1 0 0,1 1 1 0 0,-1-1 0 0 0,1 0-1 0 0,1 0 1 0 0,9-4-61 0 0,5 1 47 0 0,-13 14 86 0 0,-4-3 16 0 0,-5-4-22 0 0,1 0-1 0 0,-1 0 1 0 0,0 0-1 0 0,0-1 0 0 0,0 0 1 0 0,0 0-1 0 0,-1 0 0 0 0,1-1 1 0 0,-10 2-1 0 0,12-3 16 0 0,2 0-61 0 0,0 0 0 0 0,0 0 0 0 0,0 0 0 0 0,1 0 0 0 0,-1 0 0 0 0,0 0 0 0 0,0 0 0 0 0,0 0 0 0 0,0 0 0 0 0,0 0 0 0 0,0 1 0 0 0,0-1 0 0 0,0 0 0 0 0,0 1 0 0 0,0-1 0 0 0,0 0-1 0 0,0 1 1 0 0,1 0 0 0 0,-1-1 0 0 0,0 1 0 0 0,0-1 0 0 0,0 1 0 0 0,0 0 0 0 0,1 1 447 0 0,0-4-307 0 0,-2-8 136 0 0,2 10-292 0 0,0 0 0 0 0,0-1 0 0 0,-1 1 0 0 0,1-1 0 0 0,0 0 1 0 0,0 1-1 0 0,0-1 0 0 0,0 1 0 0 0,0-1 0 0 0,0 1 0 0 0,0-1 0 0 0,0 1 0 0 0,0-1 0 0 0,0 1 0 0 0,0-1 0 0 0,0 1 0 0 0,0-1 0 0 0,0 1 0 0 0,0-1 0 0 0,1 1 0 0 0,-1-1 0 0 0,0 1 0 0 0,0-1 0 0 0,1 1 0 0 0,-1-1 0 0 0,1 0 0 0 0,2 0-5 0 0,0-1-1 0 0,0 1 0 0 0,0-1 0 0 0,0 1 0 0 0,0 0 0 0 0,0 0 1 0 0,0 0-1 0 0,1 0 0 0 0,3 0 0 0 0,22-6 2 0 0,-28 6-1 0 0,0 1 0 0 0,-1 0-1 0 0,1-1 1 0 0,-1 1 0 0 0,1 0 0 0 0,0-1-1 0 0,-1 1 1 0 0,1 0 0 0 0,0 0 0 0 0,-1-1-1 0 0,1 1 1 0 0,0 0 0 0 0,-1 0 0 0 0,1 0-1 0 0,0 0 1 0 0,-1 0 0 0 0,1 0-1 0 0,0 0 1 0 0,-1 0 0 0 0,1 0 0 0 0,0 0-1 0 0,-1 1 1 0 0,1-1 0 0 0,0 0 0 0 0,-1 0-1 0 0,1 1 1 0 0,0-1 0 0 0,-1 0 0 0 0,1 1-1 0 0,0 0 1 0 0,-5 6 160 0 0,-39 1 628 0 0,-1-3 0 0 0,-66 1 0 0 0,131-2-467 0 0,-18-6-309 0 0,34 0-75 0 0,-12 2 51 0 0,5 0 13 0 0,-13-1 16 0 0,-19 1 24 0 0,1 0-34 0 0,0 0-1 0 0,1 0 0 0 0,-1 0 1 0 0,0 0-1 0 0,1 0 0 0 0,-1 0 1 0 0,0 0-1 0 0,0 0 0 0 0,1 0 0 0 0,-1 1 1 0 0,0-1-1 0 0,1 0 0 0 0,-1 0 1 0 0,1 1-1 0 0,-1-1 0 0 0,0 0 1 0 0,1 1-1 0 0,-1-1 0 0 0,1 1 1 0 0,-1-1-1 0 0,0 1 0 0 0,-4 0 142 0 0,-111 5 467 0 0,116-9-610 0 0,0 2-3 0 0,0 0-1 0 0,0 0 1 0 0,0-1-1 0 0,0 1 1 0 0,0 0-1 0 0,0 0 1 0 0,0-1-1 0 0,0 1 1 0 0,0 0-1 0 0,1-1 0 0 0,-1 1 1 0 0,0 0-1 0 0,1 0 1 0 0,-1 0-1 0 0,1 0 1 0 0,0-1-1 0 0,0 0 1 0 0,4-1-16 0 0,0 0 0 0 0,0 1 0 0 0,0 0 1 0 0,0 0-1 0 0,0 0 0 0 0,0 1 0 0 0,0-1 0 0 0,11 0 0 0 0,5-5 3 0 0,-3 0-10 0 0,33 10-104 0 0,-49-3 130 0 0,-1 0 0 0 0,1 0-1 0 0,-1 0 1 0 0,1 0 0 0 0,-1 0-1 0 0,0 1 1 0 0,1-1-1 0 0,-1 1 1 0 0,0-1 0 0 0,1 1-1 0 0,-1-1 1 0 0,0 1 0 0 0,1 0-1 0 0,-1 0 1 0 0,0 0-1 0 0,0-1 1 0 0,0 1 0 0 0,2 2-1 0 0,0 26 628 0 0,-3-25-530 0 0,-2-2-31 0 0,0 0 0 0 0,-1 0 0 0 0,1 0 0 0 0,-1 0 0 0 0,1-1 0 0 0,-1 1 0 0 0,0-1 0 0 0,0 0 0 0 0,0 0 0 0 0,0 0 0 0 0,-3 0 0 0 0,-23 1 134 0 0,28-1-195 0 0,0-1 0 0 0,-1 0 1 0 0,1 0-1 0 0,0 0 0 0 0,0 0 1 0 0,0 0-1 0 0,0 0 0 0 0,0 0 1 0 0,0 0-1 0 0,0 0 0 0 0,0 0 0 0 0,0-1 1 0 0,0 1-1 0 0,0-1 0 0 0,0 1 1 0 0,0 0-1 0 0,0-1 0 0 0,0 0 0 0 0,0 1 1 0 0,0-1-1 0 0,0 0 0 0 0,0 1 1 0 0,-1-3-1 0 0,2 3-7 0 0,0-1 1 0 0,-1 1-1 0 0,1-1 1 0 0,0 1-1 0 0,0-1 1 0 0,0 1-1 0 0,-1 0 0 0 0,1-1 1 0 0,0 1-1 0 0,-1-1 1 0 0,1 1-1 0 0,0-1 1 0 0,-1 1-1 0 0,1 0 0 0 0,-1-1 1 0 0,1 1-1 0 0,0 0 1 0 0,-1 0-1 0 0,1-1 1 0 0,-1 1-1 0 0,1 0 0 0 0,-1 0 1 0 0,1-1-1 0 0,-1 1 1 0 0,1 0-1 0 0,-1 0 0 0 0,1 0 1 0 0,-1 0-1 0 0,1 0 1 0 0,-1 0-1 0 0,0 0 1 0 0,1 0-1 0 0,-1 0 0 0 0,0 0 1 0 0,1 0-4 0 0,-1 0 1 0 0,1 1-1 0 0,-1-1 1 0 0,0 0-1 0 0,1 0 1 0 0,-1 0-1 0 0,1 0 1 0 0,-1-1-1 0 0,1 1 1 0 0,-1 0-1 0 0,1 0 1 0 0,-1 0-1 0 0,1 0 1 0 0,-1-1-1 0 0,1 1 1 0 0,-1 0-1 0 0,1 0 1 0 0,-1-1-1 0 0,1 1 1 0 0,-1 0-1 0 0,1-1 0 0 0,-1 1 1 0 0,1 0-1 0 0,0-1 1 0 0,-1 1-1 0 0,1-1 1 0 0,0 1-1 0 0,-1-1 1 0 0,1 1-1 0 0,0-1 1 0 0,0 1-1 0 0,-1-1 1 0 0,1 1-1 0 0,0-2 1 0 0,-13-6-145 0 0,-1 0 70 0 0,14 8 73 0 0,0 0-1 0 0,0 0 1 0 0,-1 0-1 0 0,1 0 1 0 0,0 0-1 0 0,0 0 1 0 0,0-1-1 0 0,0 1 1 0 0,0 0-1 0 0,0 0 0 0 0,-1 0 1 0 0,1 0-1 0 0,0 0 1 0 0,0 0-1 0 0,0-1 1 0 0,0 1-1 0 0,0 0 1 0 0,0 0-1 0 0,0 0 1 0 0,0 0-1 0 0,0-1 1 0 0,0 1-1 0 0,0 0 1 0 0,0 0-1 0 0,0 0 1 0 0,0 0-1 0 0,0 0 1 0 0,0-1-1 0 0,0 1 0 0 0,0 0 1 0 0,0 0-1 0 0,0 0 1 0 0,0 0-1 0 0,0-1 1 0 0,0 1-1 0 0,0 0 1 0 0,0 0-1 0 0,0 0 1 0 0,0 0-1 0 0,1 0 1 0 0,-1-1-1 0 0,0 1 1 0 0,0 0-1 0 0,0 0 1 0 0,0 0-1 0 0,0 0 1 0 0,0 0-1 0 0,1 0 0 0 0,-1 0 1 0 0,0 0-1 0 0,0-1 1 0 0,0 1-1 0 0,0 0 1 0 0,0 0-1 0 0,1 0 1 0 0,-1 0-1 0 0,0 0 1 0 0,0 0-1 0 0,0 0 1 0 0,1 0-1 0 0,9-3-31 0 0,1-1-134 0 0,-7-17-203 0 0,-6 18 284 0 0,29-1 40 0 0,-22 4 114 0 0,-5 0-59 0 0,0 1-1 0 0,0-1 1 0 0,0 0 0 0 0,1 0 0 0 0,-1 0 0 0 0,0 0-1 0 0,0 1 1 0 0,0-1 0 0 0,0 0 0 0 0,0 0-1 0 0,0 0 1 0 0,0 1 0 0 0,0-1 0 0 0,0 0 0 0 0,0 0-1 0 0,0 0 1 0 0,0 1 0 0 0,0-1 0 0 0,0 0 0 0 0,0 0-1 0 0,0 0 1 0 0,0 1 0 0 0,0-1 0 0 0,0 0-1 0 0,0 0 1 0 0,0 0 0 0 0,0 1 0 0 0,0-1 0 0 0,0 0-1 0 0,-1 0 1 0 0,1 0 0 0 0,0 0 0 0 0,0 1-1 0 0,0-1 1 0 0,0 0 0 0 0,0 0 0 0 0,-1 0 0 0 0,1 0-1 0 0,0 0 1 0 0,0 1 0 0 0,0-1 0 0 0,0 0-1 0 0,-1 0 1 0 0,1 0 0 0 0,0 0 0 0 0,0 0 0 0 0,0 0-1 0 0,-1 0 1 0 0,1 0 0 0 0,0 0 0 0 0,0 0 0 0 0,0 0-1 0 0,-1 0 1 0 0,1 0 0 0 0,0 0 0 0 0,0 0-1 0 0,0 0 1 0 0,-1 0 0 0 0,1 0 0 0 0,-38 3 504 0 0,29-1-440 0 0,26-1-336 0 0,-12-1 104 0 0,0 7-2548 0 0,20 30-4028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03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3201 0 0,'-30'8'1681'0'0,"30"4"-1761"0"0,0 1-320 0 0,-30 6 320 0 0,30-13 80 0 0,-30-6-160 0 0,30 19 480 0 0,0 0 0 0 0,0-13-320 0 0,0 2-80 0 0,-31-2-480 0 0,31-1-721 0 0,-30 3-1200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05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 1601 0 0,'0'0'1761'0'0,"-31"0"2080"0"0,1-6-3200 0 0,60 6-1602 0 0,1 6-2801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07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478 255 80 0 0,'-109'-16'7913'0'0,"42"11"-7289"0"0,21-5-4 0 0,41 9-478 0 0,-1-1 0 0 0,1 1 0 0 0,-1-1 0 0 0,1 1 0 0 0,-1 1 0 0 0,-5-1 0 0 0,-89-8 1054 0 0,50 4-1164 0 0,-11 6 448 0 0,61 3-59 0 0,0-4-393 0 0,0 0 1 0 0,0 1-1 0 0,0-1 1 0 0,0 1-1 0 0,-1-1 0 0 0,1 1 1 0 0,0-1-1 0 0,0 1 0 0 0,0-1 1 0 0,0 1-1 0 0,0-1 0 0 0,0 1 1 0 0,0-1-1 0 0,0 1 1 0 0,0-1-1 0 0,0 1 0 0 0,1-1 1 0 0,-1 1-1 0 0,0-1 0 0 0,0 0 1 0 0,0 1-1 0 0,1-1 0 0 0,-1 1 1 0 0,0-1-1 0 0,0 1 1 0 0,1-1-1 0 0,-1 0 0 0 0,0 1 1 0 0,1-1-1 0 0,-1 0 0 0 0,0 1 1 0 0,1-1-1 0 0,-1 0 0 0 0,1 1 1 0 0,1-1 22 0 0,-1-1-34 0 0,0 1 1 0 0,0 0 0 0 0,0 0 0 0 0,0 0 0 0 0,0 0 0 0 0,0 0 0 0 0,0 0 0 0 0,0 0 0 0 0,0 0-1 0 0,0 0 1 0 0,0 0 0 0 0,0 1 0 0 0,0-1 0 0 0,0 0 0 0 0,-1 1 0 0 0,1-1 0 0 0,0 0 0 0 0,0 1 0 0 0,0-1-1 0 0,0 1 1 0 0,0 0 0 0 0,-1-1 0 0 0,3 2 0 0 0,-3 0 796 0 0,260-11-161 0 0,-143 1-299 0 0,164-33-1 0 0,-220 32-254 0 0,1 2 0 0 0,108 4 0 0 0,-136 3-76 0 0,141-1 208 0 0,795 27 1326 0 0,-478 4 270 0 0,-357-26-568 0 0,0-7-1 0 0,238-34 1 0 0,-308 30-727 0 0,46-6 336 0 0,-54 4-778 0 0,0 3 0 0 0,0 2 1 0 0,63 4-1 0 0,-69 0-24 0 0,1039-5 708 0 0,-728-3-441 0 0,-330 6-505 0 0,0-1-1 0 0,-1-1 0 0 0,45-13 0 0 0,-47 10 83 0 0,1 1-1 0 0,0 1 0 0 0,41-1 0 0 0,22-5 659 0 0,-35 3-322 0 0,811-36 1515 0 0,-632 37-1454 0 0,234 16 531 0 0,-194-7-542 0 0,499 23 928 0 0,-265 2-714 0 0,-265-14 157 0 0,-192-12-721 0 0,-1 2 1 0 0,70 13 0 0 0,-127-14-4290 0 0,-10 4 2710 0 0,-3-2-4464 0 0,-33 2-4241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13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43 800 0 0,'-32'-8'820'0'0,"24"6"-572"0"0,1-1 0 0 0,-1 1 0 0 0,-1 1 0 0 0,1 0 0 0 0,-11-1 0 0 0,9 3 66 0 0,0-1 0 0 0,0 2 0 0 0,1-1 0 0 0,-1 1 0 0 0,0 1 0 0 0,1 0 1 0 0,-12 5-1 0 0,-36 10 548 0 0,52-17-622 0 0,5 0-236 0 0,1 0 0 0 0,-1 0 0 0 0,0 0 0 0 0,0 0 0 0 0,0 0 0 0 0,0 0 0 0 0,0 0 1 0 0,0 1-1 0 0,0-1 0 0 0,0 0 0 0 0,0 0 0 0 0,0 0 0 0 0,-1 0 0 0 0,1 0 0 0 0,0 0 0 0 0,-1 0 0 0 0,1 0 0 0 0,-1 0 0 0 0,1 0 0 0 0,-1 0 0 0 0,1 0 0 0 0,-2 1 0 0 0,0-2-8 0 0,1 0 4 0 0,0 1 0 0 0,-1-1 1 0 0,1 0-1 0 0,0 0 0 0 0,0 1 0 0 0,-1-1 1 0 0,1 0-1 0 0,0 1 0 0 0,0 0 0 0 0,0-1 0 0 0,0 1 1 0 0,-1 0-1 0 0,1-1 0 0 0,0 1 0 0 0,0 0 1 0 0,0 0-1 0 0,1 0 0 0 0,-1 0 0 0 0,-1 1 0 0 0,2-2 2 0 0,0 1-1 0 0,0-1 0 0 0,0 0 1 0 0,-1 1-1 0 0,1-1 0 0 0,0 0 0 0 0,0 1 1 0 0,0-1-1 0 0,0 0 0 0 0,0 0 1 0 0,-1 1-1 0 0,1-1 0 0 0,0 0 0 0 0,0 0 1 0 0,0 1-1 0 0,-1-1 0 0 0,1 0 1 0 0,0 0-1 0 0,-1 1 0 0 0,1-1 0 0 0,0 0 1 0 0,0 0-1 0 0,-1 0 0 0 0,1 0 0 0 0,0 0 1 0 0,-1 0-1 0 0,1 1 0 0 0,0-1 1 0 0,-1 0-1 0 0,1 0 0 0 0,0 0 0 0 0,-1 0 1 0 0,1 0-1 0 0,0 0 0 0 0,-1 0 1 0 0,1 0-1 0 0,0 0 0 0 0,-1 0 0 0 0,1-1 1 0 0,0 1-1 0 0,0 0 0 0 0,-1 0 1 0 0,0 0-1 0 0,1 0 4 0 0,0-1 1 0 0,-1 1 0 0 0,1 0-1 0 0,0 0 1 0 0,-1 0-1 0 0,1 0 1 0 0,0 0-1 0 0,-1 0 1 0 0,1 0-1 0 0,0 0 1 0 0,-1 0 0 0 0,1 0-1 0 0,-1 0 1 0 0,1 0-1 0 0,0 0 1 0 0,-1 0-1 0 0,1 0 1 0 0,0 0 0 0 0,-1 0-1 0 0,1 0 1 0 0,0 0-1 0 0,-1 1 1 0 0,1-1-1 0 0,0 0 1 0 0,-1 0 0 0 0,1 0-1 0 0,0 1 1 0 0,-1-1-1 0 0,1 0 1 0 0,0 1-1 0 0,0-1 1 0 0,-1 0-1 0 0,1 0 1 0 0,0 1 0 0 0,0-1-1 0 0,0 0 1 0 0,-1 1-1 0 0,1-1 1 0 0,0 0-1 0 0,0 1 1 0 0,0-1 0 0 0,0 0-1 0 0,0 1 1 0 0,0 0-1 0 0,-1 0 5 0 0,1-1 1 0 0,-1 1-1 0 0,0 0 0 0 0,1-1 0 0 0,-1 1 1 0 0,1-1-1 0 0,-1 1 0 0 0,0-1 0 0 0,0 1 0 0 0,1-1 1 0 0,-1 0-1 0 0,0 1 0 0 0,0-1 0 0 0,0 0 0 0 0,1 0 1 0 0,-1 1-1 0 0,0-1 0 0 0,0 0 0 0 0,0 0 0 0 0,0 0 1 0 0,1 0-1 0 0,-1 0 0 0 0,0 0 0 0 0,0 0 0 0 0,0 0 1 0 0,0-1-1 0 0,0 1 0 0 0,-1 0 0 0 0,1-1 28 0 0,0 1-34 0 0,1 1 0 0 0,0-1 0 0 0,0 0 0 0 0,0 0 0 0 0,0 0 0 0 0,0 0 0 0 0,0 0 0 0 0,-1 0 0 0 0,1 0 1 0 0,0 0-1 0 0,0 0 0 0 0,0 0 0 0 0,0 0 0 0 0,0 0 0 0 0,-1 0 0 0 0,1 0 0 0 0,0 0 0 0 0,0 0 0 0 0,0 0 0 0 0,0 0 0 0 0,0 0 0 0 0,-1 0 0 0 0,1 0 1 0 0,0 0-1 0 0,0 0 0 0 0,0 0 0 0 0,0 0 0 0 0,0 0 0 0 0,0-1 0 0 0,-1 1 0 0 0,1 0 0 0 0,0 0 0 0 0,0 0 0 0 0,0 0 0 0 0,0 0 0 0 0,0 0 1 0 0,0 0-1 0 0,0 0 0 0 0,0-1 0 0 0,0 1 0 0 0,0 0 0 0 0,-1 0 0 0 0,1 0 0 0 0,0 0 0 0 0,0 0 0 0 0,0-1 0 0 0,0 1 0 0 0,0 0 0 0 0,0 0 1 0 0,0 0-1 0 0,0 0 0 0 0,0 0 0 0 0,0-1 0 0 0,0 1 0 0 0,0 0 0 0 0,0 0 0 0 0,0 0 0 0 0,0 0 0 0 0,1-1 0 0 0,-1 1 5 0 0,0 0 0 0 0,0 0 0 0 0,0 0 0 0 0,0 0 1 0 0,0 0-1 0 0,0 0 0 0 0,0-1 0 0 0,0 1 0 0 0,0 0 0 0 0,0 0 0 0 0,0 0 0 0 0,0 0 0 0 0,0 0 0 0 0,0-1 0 0 0,0 1 0 0 0,0 0 0 0 0,0 0 0 0 0,0 0 0 0 0,-1 0 0 0 0,1 0 0 0 0,0-1 0 0 0,0 1 0 0 0,0 0 0 0 0,0 0 0 0 0,0 0 0 0 0,0 0 0 0 0,0 0 0 0 0,0 0 1 0 0,0 0-1 0 0,-1 0 0 0 0,1-1 0 0 0,0 1 0 0 0,0 0 0 0 0,0 0 0 0 0,0 0 0 0 0,0 0 0 0 0,0 0 0 0 0,-1 0 0 0 0,1 0 0 0 0,0 0 0 0 0,0 0 0 0 0,0 0 0 0 0,0 0 0 0 0,0 0 0 0 0,-1 0 0 0 0,1 0 0 0 0,0 0 0 0 0,0 0 0 0 0,0 0 0 0 0,0 0 0 0 0,0 0 0 0 0,-1 0 0 0 0,1 0 1 0 0,0 0-1 0 0,0 0 0 0 0,0 0 0 0 0,0 0 0 0 0,0 0 0 0 0,-1 1 0 0 0,0-1 37 0 0,0-1-29 0 0,0 1 1 0 0,0 0-1 0 0,0 0 1 0 0,0 0 0 0 0,0 0-1 0 0,0 0 1 0 0,0 0-1 0 0,0 0 1 0 0,0 0-1 0 0,0 0 1 0 0,0 0-1 0 0,0 0 1 0 0,0 1-1 0 0,0-1 1 0 0,0 0-1 0 0,1 1 1 0 0,-1-1-1 0 0,0 1 1 0 0,0-1 0 0 0,0 1-1 0 0,0-1 1 0 0,0 1-1 0 0,-1 1 1 0 0,2-1 235 0 0,0-2 227 0 0,0 2-400 0 0,-1 1 47 0 0,7 1-94 0 0,14-2 47 0 0,-14-1 1 0 0,-1 0 12 0 0,165 0 867 0 0,-88-2-694 0 0,77 3-65 0 0,-100 2 103 0 0,75-7 1 0 0,-30 0 273 0 0,76-3 249 0 0,-103 4 45 0 0,0-4-1 0 0,131-27 1 0 0,-58 7 8 0 0,172-9 1 0 0,-105 30-708 0 0,-72 11-26 0 0,-85-5-100 0 0,92 12-1 0 0,-86-7 0 0 0,-7-4 2 0 0,178 11 116 0 0,330 34 59 0 0,-268-19-164 0 0,-141-16 42 0 0,98-4-101 0 0,51-1 213 0 0,-66 13-26 0 0,116-5 40 0 0,14 5-149 0 0,11 0 97 0 0,-181-13-242 0 0,216 7 454 0 0,-286-7-227 0 0,100 0 67 0 0,171-29 254 0 0,-115 2-162 0 0,-252 20-312 0 0,116-9 40 0 0,-140 9-336 0 0,0-1-289 0 0,-43-6-3691 0 0,-29-2-587 0 0,-49-3-2400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185 242 3682 0 0,'0'-71'4082'0'0,"0"71"-4077"0"0,0-1 0 0 0,0 1 0 0 0,0-1 0 0 0,0 1 0 0 0,0-1 0 0 0,1 1 0 0 0,-1-1 0 0 0,0 1 0 0 0,0 0 0 0 0,1-1 0 0 0,-1 1 0 0 0,0-1 0 0 0,1 1 0 0 0,-1 0 0 0 0,0-1 0 0 0,1 1 0 0 0,-1 0 0 0 0,1-1 0 0 0,-1 1 0 0 0,0 0 0 0 0,1 0 0 0 0,-1-1 0 0 0,1 1 0 0 0,-1 0 0 0 0,1 0 0 0 0,-1 0 0 0 0,1 0 0 0 0,-1 0 0 0 0,1 0 0 0 0,-1 0 0 0 0,1 0 0 0 0,-1 0 0 0 0,2 0 0 0 0,-2 0 4 0 0,1 0 0 0 0,0 0-1 0 0,-1 0 1 0 0,1 0 0 0 0,0-1-1 0 0,-1 1 1 0 0,1 0 0 0 0,0 0 0 0 0,-1 0-1 0 0,1 0 1 0 0,0-1 0 0 0,-1 1 0 0 0,1 0-1 0 0,-1-1 1 0 0,1 1 0 0 0,0-1-1 0 0,-1 1 1 0 0,1 0 0 0 0,-1-1 0 0 0,1 1-1 0 0,-1-1 1 0 0,0 1 0 0 0,1-1 0 0 0,-1 0-1 0 0,1 1 1 0 0,-1-1 0 0 0,0 1 0 0 0,0-1-1 0 0,1 0 1 0 0,-1 1 0 0 0,0-1-1 0 0,0 0 1 0 0,0 1 0 0 0,1-1 0 0 0,-1 0-1 0 0,0 0 1 0 0,0 0 12 0 0,0-1 1 0 0,0 1-1 0 0,0 0 0 0 0,1-1 1 0 0,-1 1-1 0 0,1 0 0 0 0,-1 0 1 0 0,1 0-1 0 0,-1-1 0 0 0,1 1 0 0 0,-1 0 1 0 0,1 0-1 0 0,0 0 0 0 0,0 0 1 0 0,0 0-1 0 0,0 0 0 0 0,0 0 1 0 0,0 0-1 0 0,0 0 0 0 0,0 1 0 0 0,0-1 1 0 0,1-1-1 0 0,7-5 116 0 0,-5 1-34 0 0,1 1-1 0 0,0-1 1 0 0,0 1 0 0 0,1 0 0 0 0,-1 0-1 0 0,1 0 1 0 0,0 1 0 0 0,0 0-1 0 0,11-6 1 0 0,17-10 307 0 0,-29 15-374 0 0,1 1-1 0 0,0 0 0 0 0,0 1 0 0 0,0-1 1 0 0,0 1-1 0 0,0 1 0 0 0,1-1 0 0 0,-1 1 0 0 0,1 0 1 0 0,0 0-1 0 0,-1 1 0 0 0,1 0 0 0 0,0 0 1 0 0,0 1-1 0 0,9 0 0 0 0,-6 2-28 0 0,-1 1 1 0 0,0 0-1 0 0,0 0 1 0 0,0 1-1 0 0,0 0 0 0 0,-1 0 1 0 0,1 1-1 0 0,-1 0 1 0 0,8 8-1 0 0,9 3-1 0 0,-22-14-9 0 0,-1 0 0 0 0,0 0 0 0 0,1 1-1 0 0,-1-1 1 0 0,0 0 0 0 0,0 1 0 0 0,0-1 0 0 0,0 1-1 0 0,0 0 1 0 0,-1 0 0 0 0,1 0 0 0 0,-1 0 0 0 0,0 0 0 0 0,0 0-1 0 0,0 0 1 0 0,0 0 0 0 0,0 0 0 0 0,-1 4 0 0 0,1 65-104 0 0,-3-36 61 0 0,2-33 52 0 0,0 0 0 0 0,-1-1 0 0 0,1 1 0 0 0,-1 0 1 0 0,0-1-1 0 0,1 1 0 0 0,-1 0 0 0 0,0-1 1 0 0,-1 1-1 0 0,1-1 0 0 0,0 0 0 0 0,-1 1 1 0 0,1-1-1 0 0,-1 0 0 0 0,0 0 0 0 0,-3 3 0 0 0,-37 26 67 0 0,20-16-38 0 0,11-5-23 0 0,1 0 0 0 0,1 0 0 0 0,-14 20 0 0 0,-24 25-7 0 0,37-46-4 0 0,-2 4 1 0 0,-1-2-1 0 0,0 0 1 0 0,0 0-1 0 0,-1-1 1 0 0,-1-1 0 0 0,0 0-1 0 0,-21 8 1 0 0,-80 10-69 0 0,110-24 67 0 0,-1-1 0 0 0,1 0 0 0 0,-1-1 0 0 0,0 1 0 0 0,1-1 0 0 0,-1-1 0 0 0,0 1 0 0 0,0-1 0 0 0,0-1 0 0 0,0 1 0 0 0,1-1 0 0 0,-1 0 0 0 0,0-1 0 0 0,1 1 0 0 0,-1-1 0 0 0,0-1 0 0 0,1 1 0 0 0,0-1 0 0 0,0 0 0 0 0,0-1 0 0 0,-7-4 0 0 0,12 4 6 0 0,-1 1-1 0 0,1-1 1 0 0,0 0 0 0 0,0 0 0 0 0,1 0-1 0 0,-1 0 1 0 0,1 0 0 0 0,-1-1 0 0 0,1 1-1 0 0,1 0 1 0 0,-1 0 0 0 0,2-6-1 0 0,-2 0 1 0 0,0 9-6 0 0,1 0 0 0 0,-1 0 0 0 0,0 0 0 0 0,0 0 1 0 0,0 0-1 0 0,1 0 0 0 0,-1 0 0 0 0,0 0 0 0 0,1 0 0 0 0,-1 0 0 0 0,1 0 0 0 0,-1 0 0 0 0,1 1 1 0 0,-1-1-1 0 0,1 0 0 0 0,0 0 0 0 0,-1 1 0 0 0,1-1 0 0 0,0 0 0 0 0,0 1 0 0 0,-1-1 0 0 0,1 0 1 0 0,0 1-1 0 0,0-1 0 0 0,0 1 0 0 0,0 0 0 0 0,0-1 0 0 0,1 1 0 0 0,6-5 10 0 0,-3 2 18 0 0,1-1 0 0 0,-1 1-1 0 0,1 0 1 0 0,0 0-1 0 0,0 1 1 0 0,0 0 0 0 0,1 0-1 0 0,-1 0 1 0 0,0 1-1 0 0,1 0 1 0 0,-1 0 0 0 0,1 1-1 0 0,-1-1 1 0 0,1 2-1 0 0,-1-1 1 0 0,12 2-1 0 0,14 4 186 0 0,0 1-1 0 0,38 14 1 0 0,-65-19-186 0 0,82 32 383 0 0,-1 3-1 0 0,91 56 1 0 0,-150-78-505 0 0,-20-11-195 0 0,1-1 0 0 0,-1 0 0 0 0,0-1 0 0 0,1 1 0 0 0,-1-1 0 0 0,1-1 0 0 0,0 1 0 0 0,0-1 0 0 0,0-1 0 0 0,-1 1 0 0 0,1-2 0 0 0,0 1 0 0 0,0-1 0 0 0,0 0 0 0 0,0 0 0 0 0,-1-1 0 0 0,1 0 0 0 0,-1-1 0 0 0,1 1 0 0 0,-1-1 0 0 0,0-1 0 0 0,8-4 0 0 0,15-18-3245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26 1761 0 0,'-5'-11'4223'0'0,"-11"10"-3344"0"0,12 1-365 0 0,4 0-461 0 0,0 0 1 0 0,1 0-1 0 0,-1 0 1 0 0,0 0 0 0 0,0 0-1 0 0,0 0 1 0 0,0-1-1 0 0,1 1 1 0 0,-1 0 0 0 0,0 0-1 0 0,0 0 1 0 0,0 0-1 0 0,0 0 1 0 0,0-1 0 0 0,0 1-1 0 0,1 0 1 0 0,-1 0-1 0 0,0 0 1 0 0,0 0 0 0 0,0-1-1 0 0,0 1 1 0 0,0 0-1 0 0,0 0 1 0 0,0 0 0 0 0,0-1-1 0 0,0 1 1 0 0,0 0-1 0 0,0 0 1 0 0,0 0 0 0 0,0-1-1 0 0,0 1 1 0 0,0 0-1 0 0,0 0 1 0 0,0 0 0 0 0,0-1-1 0 0,0 1 1 0 0,0 0-1 0 0,0 0 1 0 0,0 0 0 0 0,-1-1-1 0 0,1 1 1 0 0,0 0-1 0 0,0 0 1 0 0,0 0 0 0 0,0 0-1 0 0,0 0 1 0 0,0-1-1 0 0,-1 1 1 0 0,1 0 0 0 0,0 0-1 0 0,0 0 1 0 0,0 0-1 0 0,0 0 1 0 0,-1 0-1 0 0,1 0 1 0 0,25-5 453 0 0,-20 6-440 0 0,-2-1-63 0 0,-1 0 1 0 0,1 1 0 0 0,-1-1 0 0 0,1 1 0 0 0,-1-1 0 0 0,1 1-1 0 0,-1 0 1 0 0,0 0 0 0 0,1 0 0 0 0,-1 1 0 0 0,0-1-1 0 0,0 0 1 0 0,0 1 0 0 0,0-1 0 0 0,0 1 0 0 0,0 0 0 0 0,0 0-1 0 0,-1 0 1 0 0,1 0 0 0 0,-1 0 0 0 0,1 0 0 0 0,-1 0-1 0 0,0 0 1 0 0,1 1 0 0 0,-1-1 0 0 0,-1 0 0 0 0,1 1 0 0 0,0-1-1 0 0,0 1 1 0 0,-1-1 0 0 0,0 1 0 0 0,1-1 0 0 0,-1 1-1 0 0,0-1 1 0 0,0 4 0 0 0,0 112 262 0 0,0-115-247 0 0,-1 0 1 0 0,1 1-1 0 0,0-1 0 0 0,-1 0 1 0 0,1 0-1 0 0,-1 0 0 0 0,0 0 1 0 0,0 0-1 0 0,0 0 0 0 0,0-1 1 0 0,-1 1-1 0 0,1 0 0 0 0,-1 0 1 0 0,0-1-1 0 0,0 1 0 0 0,0-1 1 0 0,0 0-1 0 0,0 1 1 0 0,0-1-1 0 0,-4 3 0 0 0,-20 24 340 0 0,17-11-103 0 0,7-15-222 0 0,1 0-1 0 0,-1 1 0 0 0,0-1 0 0 0,0 0 1 0 0,-1 0-1 0 0,1 0 0 0 0,-1 0 1 0 0,1-1-1 0 0,-5 5 0 0 0,-17 20 130 0 0,22-24-135 0 0,-1 1-1 0 0,1-1 1 0 0,-1 0 0 0 0,1 0 0 0 0,-1-1 0 0 0,0 1-1 0 0,0 0 1 0 0,0-1 0 0 0,0 0 0 0 0,-6 4-1 0 0,6-5-32 0 0,0 0-1 0 0,0 0 0 0 0,1-1 0 0 0,-1 1 0 0 0,0 0 0 0 0,0-1 1 0 0,0 0-1 0 0,0 0 0 0 0,0 0 0 0 0,-4 0 0 0 0,6 0 3 0 0,1-1 0 0 0,-1 1 0 0 0,0 0 0 0 0,0 0 0 0 0,0-1 0 0 0,0 1 0 0 0,0 0 1 0 0,0-1-1 0 0,1 1 0 0 0,-1-1 0 0 0,0 1 0 0 0,0-1 0 0 0,1 1 0 0 0,-1-1 0 0 0,0 0 0 0 0,1 1 0 0 0,-1-1 0 0 0,0 0 0 0 0,1 0 0 0 0,-1 1 0 0 0,1-1 0 0 0,-1 0 0 0 0,1 0 0 0 0,0 0 0 0 0,-1 0 0 0 0,1 1 0 0 0,0-1 0 0 0,0 0 0 0 0,-1 0 0 0 0,1 0 0 0 0,0 0 0 0 0,0 0 0 0 0,0-1 0 0 0,0 0 4 0 0,0 1-1 0 0,0 0 1 0 0,0-1 0 0 0,0 1-1 0 0,0-1 1 0 0,0 1-1 0 0,-1 0 1 0 0,1-1-1 0 0,-1 1 1 0 0,1 0 0 0 0,-1-1-1 0 0,1 1 1 0 0,-1 0-1 0 0,0 0 1 0 0,0-1-1 0 0,1 1 1 0 0,-1 0 0 0 0,0 0-1 0 0,0 0 1 0 0,0 0-1 0 0,0 0 1 0 0,-2-1-1 0 0,2 1-11 0 0,0 0-1 0 0,-1 0 0 0 0,1 0 0 0 0,0-1 0 0 0,0 1 0 0 0,0 0 0 0 0,0-1 1 0 0,0 1-1 0 0,0-1 0 0 0,0 1 0 0 0,0-1 0 0 0,1 0 0 0 0,-1 1 1 0 0,0-1-1 0 0,1 0 0 0 0,0 1 0 0 0,-1-1 0 0 0,1 0 0 0 0,0 0 0 0 0,0 1 1 0 0,0-1-1 0 0,0-2 0 0 0,0-7-64 0 0,0 0 1 0 0,1 1-1 0 0,0-1 0 0 0,1 0 0 0 0,0 0 1 0 0,1 1-1 0 0,0-1 0 0 0,0 1 1 0 0,7-13-1 0 0,-6 8 16 0 0,1 1-56 0 0,16 13 49 0 0,-15 1 71 0 0,0 1 1 0 0,0 0-1 0 0,0 0 1 0 0,0 1 0 0 0,0-1-1 0 0,0 1 1 0 0,-1 1-1 0 0,1-1 1 0 0,-1 1-1 0 0,0 0 1 0 0,6 4 0 0 0,53 45 271 0 0,-52-41-208 0 0,8 8 90 0 0,-1 1 0 0 0,-2 0-1 0 0,17 24 1 0 0,2 4 167 0 0,-27-36-273 0 0,-1-3-31 0 0,0 1 1 0 0,-1 0 0 0 0,-1 0 0 0 0,0 0 0 0 0,0 1 0 0 0,5 13 0 0 0,-10-21-33 0 0,1 1 0 0 0,1-1 0 0 0,-1 0 0 0 0,0 0 0 0 0,1 0 0 0 0,-1 0 0 0 0,1 0 0 0 0,0 0 0 0 0,0-1 0 0 0,0 0 0 0 0,1 1 0 0 0,-1-1 0 0 0,0 0 0 0 0,1-1 0 0 0,5 3 0 0 0,-1-16-1878 0 0,-6 6 1388 0 0,1 2 204 0 0,0 0-1 0 0,-1 0 1 0 0,1 0-1 0 0,-1 0 0 0 0,0-1 1 0 0,0 1-1 0 0,0-1 1 0 0,0 0-1 0 0,-1 1 0 0 0,0-1 1 0 0,0 0-1 0 0,0 0 0 0 0,-1 1 1 0 0,1-1-1 0 0,-1 0 1 0 0,-1-6-1 0 0,1-19-2438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8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75 560 0 0,'0'2'291'0'0,"0"0"-1"0"0,-1 0 1 0 0,1 0 0 0 0,0 0-1 0 0,-1 0 1 0 0,0 0-1 0 0,1-1 1 0 0,-1 1-1 0 0,0 0 1 0 0,0 0 0 0 0,0 0-1 0 0,0-1 1 0 0,0 1-1 0 0,-1-1 1 0 0,1 1-1 0 0,0-1 1 0 0,-1 1 0 0 0,1-1-1 0 0,-3 2 1 0 0,-40 23 1480 0 0,19-13-803 0 0,-52 24 112 0 0,-18 10-373 0 0,92-45-645 0 0,0 1 0 0 0,0 0 0 0 0,0 0 0 0 0,0 0-1 0 0,0 1 1 0 0,1-1 0 0 0,-1 1 0 0 0,1-1 0 0 0,0 1-1 0 0,0 0 1 0 0,0 0 0 0 0,1 0 0 0 0,-1 0 0 0 0,1 0-1 0 0,0 0 1 0 0,0 0 0 0 0,0 1 0 0 0,1-1 0 0 0,-1 0-1 0 0,1 0 1 0 0,1 6 0 0 0,-1-5-12 0 0,0-1 0 0 0,0 1 0 0 0,1 0 0 0 0,0-1 0 0 0,0 1 0 0 0,0-1 0 0 0,1 1 1 0 0,-1-1-1 0 0,1 0 0 0 0,0 1 0 0 0,0-1 0 0 0,1 0 0 0 0,-1 0 0 0 0,1 0 0 0 0,0-1 0 0 0,0 1 0 0 0,0-1 0 0 0,0 1 0 0 0,7 4 0 0 0,11 4-28 0 0,0-2-1 0 0,1 0 0 0 0,0-1 1 0 0,0-1-1 0 0,1-1 0 0 0,0-1 1 0 0,0-1-1 0 0,0-2 0 0 0,33 3 1 0 0,-29-5-7 0 0,-1-1-1 0 0,1-1 1 0 0,0-1 0 0 0,-1-2 0 0 0,0 0 0 0 0,0-2 0 0 0,0-1-1 0 0,30-12 1 0 0,-47 16-11 0 0,1-2 0 0 0,-1 1-1 0 0,0-1 1 0 0,0-1-1 0 0,0 0 1 0 0,-1 0 0 0 0,0 0-1 0 0,0-1 1 0 0,-1 0 0 0 0,1-1-1 0 0,-2 0 1 0 0,1 0 0 0 0,-1 0-1 0 0,0-1 1 0 0,-1 0-1 0 0,0 0 1 0 0,0 0 0 0 0,-1-1-1 0 0,-1 0 1 0 0,1 0 0 0 0,2-13-1 0 0,-6 16-3 0 0,1 1 0 0 0,-1-1 0 0 0,0 0 0 0 0,-1 0 0 0 0,1 0 0 0 0,-1 0 0 0 0,-1 1 0 0 0,1-1 0 0 0,-1 1 0 0 0,0-1 0 0 0,-1 1 0 0 0,0-1 0 0 0,0 1 0 0 0,0 0 0 0 0,-1 0 0 0 0,1 1 0 0 0,-1-1 0 0 0,-1 1 0 0 0,1 0 0 0 0,-7-6 0 0 0,-4-3 9 0 0,-1 0 0 0 0,0 0 0 0 0,-1 2 0 0 0,-1 0 0 0 0,-25-14 0 0 0,28 20-79 0 0,0 0 0 0 0,0 0 0 0 0,0 1-1 0 0,-1 1 1 0 0,1 0 0 0 0,-1 2 0 0 0,-18-2 0 0 0,30 4-86 0 0,0-1 0 0 0,1 1 0 0 0,-1 0-1 0 0,1 0 1 0 0,-1 1 0 0 0,0-1 0 0 0,1 1-1 0 0,-1 0 1 0 0,1 0 0 0 0,-1 0-1 0 0,1 0 1 0 0,-1 1 0 0 0,-3 1 0 0 0,6-2-12 0 0,-1 1 0 0 0,1-1 0 0 0,0 0 0 0 0,-1 0 0 0 0,1 1 0 0 0,0-1 0 0 0,0 1 0 0 0,0-1 0 0 0,0 1 0 0 0,0 0 0 0 0,1-1 0 0 0,-1 1 0 0 0,0 0 0 0 0,1-1 0 0 0,-1 1 0 0 0,1 0 0 0 0,0 0 0 0 0,-1 0 1 0 0,1 0-1 0 0,0-1 0 0 0,0 3 0 0 0,0 23-3447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5:39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14 2401 0 0,'-59'2'4593'0'0,"48"-2"-4173"0"0,0 1-1 0 0,0 1 1 0 0,0 0-1 0 0,1 1 1 0 0,-17 6-1 0 0,20-7-265 0 0,0 0 1 0 0,-1-1-1 0 0,1 1 1 0 0,0-1-1 0 0,-1-1 1 0 0,1 1-1 0 0,0-1 1 0 0,-15-2-1 0 0,-24 1 2498 0 0,46 2-2185 0 0,0-1-455 0 0,0 0-1 0 0,0 0 1 0 0,0 1-1 0 0,0-1 0 0 0,0 0 1 0 0,0 0-1 0 0,0 0 1 0 0,0 0-1 0 0,0 0 1 0 0,0 1-1 0 0,0-1 0 0 0,0 0 1 0 0,0 0-1 0 0,0 0 1 0 0,0 0-1 0 0,0 0 1 0 0,0 1-1 0 0,0-1 0 0 0,0 0 1 0 0,0 0-1 0 0,0 0 1 0 0,0 0-1 0 0,0 0 1 0 0,0 1-1 0 0,0-1 0 0 0,0 0 1 0 0,0 0-1 0 0,0 0 1 0 0,0 0-1 0 0,1 0 1 0 0,-1 0-1 0 0,0 0 0 0 0,0 1 1 0 0,0-1-1 0 0,0 0 1 0 0,0 0-1 0 0,0 0 0 0 0,1 0 1 0 0,-1 0-1 0 0,0 0 1 0 0,0 0-1 0 0,0 0 1 0 0,0 0-1 0 0,0 0 0 0 0,1 0 1 0 0,-1 0-1 0 0,0 0 1 0 0,0 0-1 0 0,0 0 1 0 0,0 0-1 0 0,0 0 0 0 0,1 0 1 0 0,-1 0-1 0 0,0 0 1 0 0,0 0-1 0 0,0 0 1 0 0,0 0-1 0 0,0 0 0 0 0,1 0 1 0 0,-1 0-1 0 0,0 0 1 0 0,0 0-1 0 0,91 19 536 0 0,175 2 79 0 0,-146-14-305 0 0,-70-5-228 0 0,-19-4-79 0 0,-24-8-1161 0 0,-4 5 506 0 0,2 2-65 0 0,-4 3 574 0 0,0-1 0 0 0,0 1 0 0 0,-1 0 0 0 0,1 0 1 0 0,0-1-1 0 0,0 1 0 0 0,0 0 0 0 0,-1-1 0 0 0,1 1 0 0 0,0-1 1 0 0,0 1-1 0 0,-1-1 0 0 0,1 0 0 0 0,-1 1 0 0 0,1-1 1 0 0,0 1-1 0 0,-1-1 0 0 0,1 0 0 0 0,-1 0 0 0 0,1 1 1 0 0,-1-1-1 0 0,0 0 0 0 0,1 0 0 0 0,-1 0 0 0 0,0 1 0 0 0,0-1 1 0 0,1 0-1 0 0,-1 0 0 0 0,0 0 0 0 0,0 0 0 0 0,0 0 1 0 0,0 1-1 0 0,0-1 0 0 0,0 0 0 0 0,0 0 0 0 0,0 0 1 0 0,0 0-1 0 0,-1 0 0 0 0,1 1 0 0 0,0-1 0 0 0,-1-1 0 0 0,-19-19-3549 0 0,15-3 253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31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6083 0 0,'-60'31'1520'0'0,"60"-24"-1600"0"0,0-14-400 0 0,30 1-160 0 0,0-8-721 0 0,0 3-800 0 0,0-3-240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3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 4482 0 0,'-30'19'960'0'0,"30"-24"-1600"0"0,30-9-320 0 0,0 3-1121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32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5603 0 0,'0'11'4081'0'0,"0"-16"-4641"0"0,30 5 80 0 0,0-14-400 0 0,31 8-961 0 0,-31-13-800 0 0,0 0-1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42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 1681 0 0,'-121'6'1601'0'0,"91"-20"-2802"0"0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5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692 356 80 0 0,'0'0'1307'0'0,"5"0"-266"0"0,15 0-308 0 0,-15 0-226 0 0,-4-2 100 0 0,-7-1-480 0 0,-44 2 687 0 0,40-5-281 0 0,-10 5-346 0 0,14 1 840 0 0,7 0-1012 0 0,-1-1 0 0 0,0 1 0 0 0,0 0 0 0 0,0 0 0 0 0,0 0-1 0 0,0 0 1 0 0,0 0 0 0 0,0 0 0 0 0,0-1 0 0 0,0 1 0 0 0,1 0 0 0 0,-1 0-1 0 0,0 0 1 0 0,0 0 0 0 0,0-1 0 0 0,0 1 0 0 0,0 0 0 0 0,0 0 0 0 0,0 0-1 0 0,0 0 1 0 0,0-1 0 0 0,0 1 0 0 0,0 0 0 0 0,0 0 0 0 0,0 0 0 0 0,0 0 0 0 0,-1-1-1 0 0,1 1 1 0 0,0 0 0 0 0,0 0 0 0 0,0 0 0 0 0,0 0 0 0 0,0 0 0 0 0,0-1-1 0 0,0 1 1 0 0,0 0 0 0 0,0 0 0 0 0,-1 0 0 0 0,1 0 0 0 0,0 0 0 0 0,0 0-1 0 0,0 0 1 0 0,0 0 0 0 0,0-1 0 0 0,-1 1 0 0 0,1 0 0 0 0,0 0 0 0 0,0 0 0 0 0,0 0-1 0 0,0 0 1 0 0,-1 0 0 0 0,1 0 0 0 0,0 0 0 0 0,0 0 0 0 0,0 0 0 0 0,0 0-1 0 0,-1 0 1 0 0,1 0 0 0 0,0 0 0 0 0,0 0 0 0 0,0 0 0 0 0,0 0 0 0 0,-1 0-1 0 0,1 0 1 0 0,0 0 0 0 0,0 1 0 0 0,0-1 0 0 0,0 0 0 0 0,-1 0 0 0 0,-19 0 65 0 0,15 0 320 0 0,0 0-320 0 0,-20 0 80 0 0,25 0-157 0 0,0 0 0 0 0,0 0 0 0 0,0 0 0 0 0,0 0 0 0 0,0 0 0 0 0,0 0 1 0 0,0 0-1 0 0,0 0 0 0 0,0 1 0 0 0,0-1 0 0 0,0 0 0 0 0,0 0 0 0 0,0 0 0 0 0,0 0 0 0 0,0 0 0 0 0,0 0 0 0 0,0 0 0 0 0,0 0 0 0 0,0 0 1 0 0,0 0-1 0 0,0 0 0 0 0,0 0 0 0 0,-1 0 0 0 0,1 0 0 0 0,0 0 0 0 0,0 0 0 0 0,2 3-16 0 0,-38-1 250 0 0,16-2-211 0 0,15 0 121 0 0,0 0-80 0 0,-76 7 266 0 0,51 0-159 0 0,25-3-107 0 0,3-2-46 0 0,0 0 0 0 0,0-1 1 0 0,0 1-1 0 0,0-1 0 0 0,0 1 1 0 0,-1-1-1 0 0,1 0 0 0 0,0 1 1 0 0,-1-1-1 0 0,1-1 1 0 0,-1 1-1 0 0,1 0 0 0 0,-6 0 1 0 0,-14 7 239 0 0,2-1-75 0 0,1-1 1 0 0,-39 6 0 0 0,44-9-40 0 0,9-1 47 0 0,5 0-14 0 0,-25 6-141 0 0,20-2-4 0 0,5-6-24 0 0,0 1 0 0 0,0-1 0 0 0,0 0-1 0 0,0 0 1 0 0,0 0 0 0 0,0 1 0 0 0,0-1 0 0 0,0 0 0 0 0,0 0 0 0 0,0 0-1 0 0,0 1 1 0 0,0-1 0 0 0,0 0 0 0 0,0 0 0 0 0,0 0 0 0 0,-1 1 0 0 0,1-1 0 0 0,0 0-1 0 0,0 0 1 0 0,0 0 0 0 0,0 0 0 0 0,0 1 0 0 0,-1-1 0 0 0,1 0 0 0 0,0 0-1 0 0,0 0 1 0 0,0 0 0 0 0,0 0 0 0 0,-1 0 0 0 0,1 1 0 0 0,0-1 0 0 0,0 0 0 0 0,-1 0-1 0 0,1 0 1 0 0,0 0 0 0 0,0 0 0 0 0,0 0 0 0 0,-1 0 0 0 0,1 0 0 0 0,0 0-1 0 0,-51 6 617 0 0,69-5-627 0 0,-21 1 78 0 0,-30 5 136 0 0,21-5-172 0 0,12-2-41 0 0,0 0 0 0 0,0 0-1 0 0,1 1 1 0 0,-1-1 0 0 0,0 0 0 0 0,0 0 0 0 0,0 0 0 0 0,0 0-1 0 0,0 0 1 0 0,0 1 0 0 0,0-1 0 0 0,0 0 0 0 0,0 0 0 0 0,0 0-1 0 0,0 0 1 0 0,0 1 0 0 0,0-1 0 0 0,0 0 0 0 0,0 0 0 0 0,0 0-1 0 0,0 0 1 0 0,0 1 0 0 0,0-1 0 0 0,0 0 0 0 0,0 0 0 0 0,0 0 0 0 0,0 0-1 0 0,0 0 1 0 0,0 1 0 0 0,-1-1 0 0 0,1 0 0 0 0,0 0 0 0 0,0 0-1 0 0,0 0 1 0 0,0 0 0 0 0,0 0 0 0 0,0 1 0 0 0,0-1 0 0 0,-1 0-1 0 0,1 0 1 0 0,0 0 0 0 0,0 0 0 0 0,0 0 0 0 0,0 0 0 0 0,0 0-1 0 0,-1 0 1 0 0,1 0 0 0 0,0 0 0 0 0,0 0 0 0 0,0 0 0 0 0,0 0-1 0 0,-1 0 1 0 0,1 0 0 0 0,0 0 0 0 0,0 0 0 0 0,0 0 0 0 0,0 0-1 0 0,-1 0 1 0 0,1 0 0 0 0,0 0 0 0 0,0 0 0 0 0,0 0 0 0 0,0 0-1 0 0,0 0 1 0 0,-1 0 0 0 0,2 5-61 0 0,-27 3-82 0 0,21-6 196 0 0,5 2-28 0 0,0-2 41 0 0,-5 2 13 0 0,-21 4 30 0 0,27-2-155 0 0,-1-6 44 0 0,0 0 0 0 0,0 0 0 0 0,0 0 0 0 0,0 0 0 0 0,0 0 0 0 0,0 0 0 0 0,0 1 0 0 0,0-1 1 0 0,1 0-1 0 0,-1 0 0 0 0,0 0 0 0 0,0 0 0 0 0,0 1 0 0 0,0-1 0 0 0,0 0 0 0 0,0 0 0 0 0,0 0 0 0 0,0 0 0 0 0,0 0 0 0 0,0 1 0 0 0,0-1 0 0 0,0 0 1 0 0,0 0-1 0 0,0 0 0 0 0,0 0 0 0 0,0 1 0 0 0,0-1 0 0 0,-1 0 0 0 0,1 0 0 0 0,0 0 0 0 0,0 0 0 0 0,0 0 0 0 0,0 1 0 0 0,0-1 0 0 0,0 0 1 0 0,0 0-1 0 0,0 0 0 0 0,0 0 0 0 0,-1 0 0 0 0,1 0 0 0 0,0 0 0 0 0,0 0 0 0 0,0 1 0 0 0,0-1 0 0 0,0 0 0 0 0,-1 0 0 0 0,1 0 0 0 0,0 0 0 0 0,0 0 1 0 0,0 0-1 0 0,0 0 0 0 0,0 0 0 0 0,-1 0 0 0 0,1 0 0 0 0,0 0 0 0 0,0 0 0 0 0,0 0 0 0 0,0 0 0 0 0,-1 0 0 0 0,1 0 0 0 0,0 0 0 0 0,0 0 0 0 0,0 0 1 0 0,0 0-1 0 0,0 0 0 0 0,-1 0 0 0 0,1-1 0 0 0,0 1 0 0 0,0 0 0 0 0,-3 0 1 0 0,2 0 0 0 0,0 0 0 0 0,0 0 0 0 0,0-1 0 0 0,1 1 0 0 0,-1 0 0 0 0,0 0 0 0 0,0 0 0 0 0,0 1 0 0 0,0-1 0 0 0,0 0 0 0 0,0 0 0 0 0,1 0 0 0 0,-1 1 0 0 0,0-1 0 0 0,0 0 0 0 0,0 1 0 0 0,0-1 0 0 0,1 1 0 0 0,-1-1 0 0 0,0 1 0 0 0,1-1 0 0 0,-1 1 0 0 0,0-1 0 0 0,1 1 0 0 0,-1 0 0 0 0,0 0 0 0 0,6 5 0 0 0,20 6-5 0 0,-25-6-45 0 0,0-6 48 0 0,0 0 0 0 0,0 0 1 0 0,0 0-1 0 0,0 1 0 0 0,0-1 0 0 0,-1 0 1 0 0,1 0-1 0 0,0 0 0 0 0,0 1 1 0 0,0-1-1 0 0,0 0 0 0 0,0 0 1 0 0,0 1-1 0 0,0-1 0 0 0,0 0 1 0 0,0 0-1 0 0,0 0 0 0 0,0 1 0 0 0,0-1 1 0 0,0 0-1 0 0,0 0 0 0 0,0 1 1 0 0,0-1-1 0 0,0 0 0 0 0,0 0 1 0 0,0 1-1 0 0,0-1 0 0 0,1 0 1 0 0,-1 0-1 0 0,0 0 0 0 0,0 1 0 0 0,0-1 1 0 0,0 0-1 0 0,0 0 0 0 0,1 0 1 0 0,-1 0-1 0 0,0 1 0 0 0,0-1 1 0 0,0 0-1 0 0,1 0 0 0 0,-1 0 1 0 0,0 0-1 0 0,0 0 0 0 0,0 0 0 0 0,1 0 1 0 0,-1 1-1 0 0,0-1 0 0 0,0 0 1 0 0,1 0-1 0 0,-1 0 0 0 0,0 0 1 0 0,0 0-1 0 0,1 0 0 0 0,1 1-8 0 0,-1-1 6 0 0,1 0 1 0 0,-1 1-1 0 0,1-1 0 0 0,-1 1 1 0 0,0-1-1 0 0,0 1 0 0 0,1 0 1 0 0,-1-1-1 0 0,0 1 0 0 0,0 0 1 0 0,0 0-1 0 0,0 0 0 0 0,0 0 1 0 0,0 0-1 0 0,0 0 0 0 0,0 0 1 0 0,0 1-1 0 0,1 1 0 0 0,-1-2-2 0 0,1 1 1 0 0,0-1-1 0 0,-1 1 0 0 0,1-1 0 0 0,0 1 0 0 0,0-1 1 0 0,0 0-1 0 0,0 0 0 0 0,0 0 0 0 0,0 0 0 0 0,0 0 0 0 0,0-1 1 0 0,4 2-1 0 0,-1 0-6 0 0,48 24-36 0 0,-41-19-11 0 0,0-1 0 0 0,0 0 1 0 0,1-1-1 0 0,-1 0 0 0 0,15 2 1 0 0,-22-4-9 0 0,-5-3 67 0 0,0 1-1 0 0,1 0 1 0 0,-1 0 0 0 0,0-1-1 0 0,0 1 1 0 0,1 0-1 0 0,-1-1 1 0 0,1 1 0 0 0,-1 0-1 0 0,0-1 1 0 0,1 1 0 0 0,-1-1-1 0 0,1 1 1 0 0,0 0 0 0 0,-1-1-1 0 0,1 1 1 0 0,-1-1 0 0 0,1 0-1 0 0,0 1 1 0 0,-1-1 0 0 0,1 1-1 0 0,0-1 1 0 0,-1 0-1 0 0,1 0 1 0 0,0 1 0 0 0,0-1-1 0 0,-1 0 1 0 0,1 0 0 0 0,0 0-1 0 0,0 0 1 0 0,-1 0 0 0 0,1 0-1 0 0,0 0 1 0 0,0 0 0 0 0,0 0-1 0 0,-1 0 1 0 0,1 0 0 0 0,1-1-1 0 0,-1 1 2 0 0,4 5-15 0 0,-5 1-39 0 0,5 1 53 0 0,46 11 80 0 0,-12-4-93 0 0,-21-6-55 0 0,-18-5 48 0 0,10-2 60 0 0,7-1-6 0 0,-12 1-87 0 0,0 4 53 0 0,46 7 53 0 0,-46-12-106 0 0,0-3 40 0 0,15 2 26 0 0,-15 1 54 0 0,-7 1 61 0 0,9 2-83 0 0,204 9 835 0 0,321 34-333 0 0,-381-27-227 0 0,-88-14-179 0 0,-5-9 39 0 0,123 4 287 0 0,24 0-201 0 0,-139 0-132 0 0,-11 0-41 0 0,307 12 134 0 0,-331-11-214 0 0,-1 5-12 0 0,-30-6-1 0 0,25-8-14 0 0,-15-2-66 0 0,-2 10 72 0 0,4-3-79 0 0,-11 2 82 0 0,0-1 0 0 0,-1 1 1 0 0,1-1-1 0 0,-1 1 0 0 0,1-1 1 0 0,-1 1-1 0 0,1-1 1 0 0,-1 1-1 0 0,0-1 0 0 0,0 1 1 0 0,1-1-1 0 0,-1 0 0 0 0,-1-2 1 0 0,1 3 4 0 0,0 0 1 0 0,0 1-1 0 0,1-1 1 0 0,-1 1-1 0 0,0-1 1 0 0,0 0 0 0 0,1 1-1 0 0,-1-1 1 0 0,0 1-1 0 0,0-1 1 0 0,1 1-1 0 0,-1-1 1 0 0,1 1-1 0 0,-1-1 1 0 0,0 1-1 0 0,1-1 1 0 0,-1 1 0 0 0,1-1-1 0 0,-1 1 1 0 0,1 0-1 0 0,-1-1 1 0 0,1 1-1 0 0,0 0 1 0 0,-1-1-1 0 0,1 1 1 0 0,-1 0-1 0 0,1 0 1 0 0,0 0-1 0 0,0-1 1 0 0,6-4-4 0 0,-9 3 5 0 0,0 1-3 0 0,1 1 0 0 0,0-1 1 0 0,0 0-1 0 0,0 0 0 0 0,-1 0 1 0 0,1 0-1 0 0,0 0 0 0 0,0-1 1 0 0,1 1-1 0 0,-1 0 0 0 0,0 0 0 0 0,0 0 1 0 0,1-1-1 0 0,-1 1 0 0 0,0 0 1 0 0,1-1-1 0 0,-1 1 0 0 0,1-1 1 0 0,0 1-1 0 0,0-1 0 0 0,-1-2 1 0 0,2-10-64 0 0,0 11 51 0 0,-1-1-1 0 0,0 1 0 0 0,1-1 1 0 0,-1 1-1 0 0,-1 0 1 0 0,1-1-1 0 0,0 1 1 0 0,-1 0-1 0 0,1-1 0 0 0,-1 1 1 0 0,0 0-1 0 0,-3-6 1 0 0,-5 1-13 0 0,8 8 24 0 0,0-1-1 0 0,-1 0 1 0 0,2 1 0 0 0,-1-1-1 0 0,0 0 1 0 0,0 0 0 0 0,0 1-1 0 0,0-1 1 0 0,0 0-1 0 0,1 0 1 0 0,-1 0 0 0 0,0 0-1 0 0,1 0 1 0 0,-1 0 0 0 0,0 0-1 0 0,1 0 1 0 0,0 0-1 0 0,-1-1 1 0 0,1 1 0 0 0,0 0-1 0 0,-1 0 1 0 0,1-2 0 0 0,0 1 1 0 0,-1 1 1 0 0,1 0-1 0 0,-1-1 1 0 0,1 1-1 0 0,-1 0 1 0 0,0-1-1 0 0,1 1 1 0 0,-1 0-1 0 0,0 0 1 0 0,0 0-1 0 0,0 0 1 0 0,0 0-1 0 0,0 0 1 0 0,0 0-1 0 0,0 0 1 0 0,0 0-1 0 0,0 0 1 0 0,0 1-1 0 0,-1-1 1 0 0,1 0-1 0 0,-1 0 1 0 0,-3-2 11 0 0,-70-66 12 0 0,53 50-106 0 0,1 0-1 0 0,-22-27 1 0 0,-7 9 3 0 0,23 10 160 0 0,-37-30 0 0 0,54 31-80 0 0,-4 13 16 0 0,10 9-7 0 0,0 0 1 0 0,0 0-1 0 0,-1 0 0 0 0,0 0 0 0 0,0 1 0 0 0,-9-5 0 0 0,10 6-13 0 0,1 0-1 0 0,-1 0 1 0 0,1 0 0 0 0,0 0 0 0 0,0-1 0 0 0,0 1-1 0 0,0-1 1 0 0,0 0 0 0 0,-2-3 0 0 0,-22-18 46 0 0,23 21-33 0 0,-1 0 0 0 0,1-1 0 0 0,0 0-1 0 0,0 0 1 0 0,1 0 0 0 0,-5-6 0 0 0,-20-20 9 0 0,2 6-49 0 0,24 20 26 0 0,-1 1-1 0 0,0 0 1 0 0,0 0-1 0 0,0 0 1 0 0,-1 0-1 0 0,1 1 1 0 0,-1-1-1 0 0,-6-2 1 0 0,-31-14 72 0 0,0 2-1 0 0,-2 1 1 0 0,-67-15 0 0 0,36 19 1044 0 0,0 3 1 0 0,-110 0 0 0 0,-31 14-165 0 0,-17 8-774 0 0,145 4-95 0 0,53-9 17 0 0,-328 23 559 0 0,222-17 26 0 0,133-14-620 0 0,0 0 0 0 0,-1 1 0 0 0,1 0 1 0 0,0 0-1 0 0,0 1 0 0 0,-1 0 0 0 0,-6 3 0 0 0,-41 13-60 0 0,54-18-14 0 0,0 1 1 0 0,1-1-1 0 0,-1 1 1 0 0,1-1-1 0 0,-1 1 1 0 0,1-1-1 0 0,0 1 1 0 0,-1-1 0 0 0,1 1-1 0 0,0 0 1 0 0,-1-1-1 0 0,1 1 1 0 0,0 0-1 0 0,0-1 1 0 0,-1 1-1 0 0,1 0 1 0 0,0-1 0 0 0,0 1-1 0 0,0 0 1 0 0,0-1-1 0 0,0 1 1 0 0,0 0-1 0 0,0 0 1 0 0,-4 11-38 0 0,2-10 61 0 0,0 0 0 0 0,0 0 1 0 0,0 0-1 0 0,0 0 0 0 0,0 0 0 0 0,0 1 0 0 0,1-1 0 0 0,-1 0 0 0 0,1 1 1 0 0,-1-1-1 0 0,1 1 0 0 0,0 0 0 0 0,0-1 0 0 0,0 1 0 0 0,0 0 0 0 0,1 0 0 0 0,-1 0 1 0 0,1-1-1 0 0,0 1 0 0 0,0 0 0 0 0,0 0 0 0 0,0 0 0 0 0,0 0 0 0 0,1 5 1 0 0,-1-8-3 0 0,0 1 1 0 0,0-1 0 0 0,0 1 0 0 0,0-1 0 0 0,0 1 0 0 0,-1-1-1 0 0,1 1 1 0 0,0-1 0 0 0,0 1 0 0 0,-1-1 0 0 0,1 1 0 0 0,0-1 0 0 0,-1 1-1 0 0,1-1 1 0 0,0 0 0 0 0,-1 1 0 0 0,1-1 0 0 0,-1 1 0 0 0,1-1-1 0 0,0 0 1 0 0,-1 1 0 0 0,1-1 0 0 0,-1 0 0 0 0,1 0 0 0 0,-1 0 0 0 0,1 1-1 0 0,-1-1 1 0 0,0 0 0 0 0,1 0 0 0 0,-1 0 0 0 0,1 0 0 0 0,-1 0-1 0 0,1 0 1 0 0,-2 0 0 0 0,1 0-12 0 0,1 0 1 0 0,-1 0-1 0 0,1 0 0 0 0,-1 0 1 0 0,0 0-1 0 0,1 0 0 0 0,-1 1 1 0 0,0-1-1 0 0,1 0 0 0 0,-1 0 1 0 0,1 0-1 0 0,-1 1 0 0 0,1-1 1 0 0,-1 0-1 0 0,0 1 0 0 0,1-1 1 0 0,-1 0-1 0 0,1 1 0 0 0,0-1 1 0 0,-1 1-1 0 0,1-1 0 0 0,-1 1 1 0 0,1-1-1 0 0,0 1 0 0 0,-1-1 1 0 0,1 1-1 0 0,0-1 0 0 0,-1 1 1 0 0,1-1-1 0 0,0 1 0 0 0,0 0 1 0 0,0-1-1 0 0,-1 1 0 0 0,1-1 1 0 0,0 2-1 0 0,0-1-1 0 0,0 0 1 0 0,0-1-1 0 0,0 1 0 0 0,0-1 1 0 0,0 1-1 0 0,-1 0 0 0 0,1-1 1 0 0,0 1-1 0 0,0 0 0 0 0,-1-1 1 0 0,1 1-1 0 0,0-1 0 0 0,-1 1 0 0 0,1-1 1 0 0,-1 1-1 0 0,1-1 0 0 0,0 1 1 0 0,-1-1-1 0 0,1 1 0 0 0,-1-1 1 0 0,1 1-1 0 0,-1-1 0 0 0,0 0 1 0 0,1 1-1 0 0,-1-1 0 0 0,1 0 1 0 0,-1 0-1 0 0,0 1 0 0 0,1-1 1 0 0,-1 0-1 0 0,0 0 0 0 0,0 0 1 0 0,0 0 0 0 0,0 0 0 0 0,1 0 0 0 0,-1 1 0 0 0,0-1 1 0 0,0 0-1 0 0,1 0 0 0 0,-1 1 0 0 0,0-1 0 0 0,1 0 1 0 0,-1 1-1 0 0,0-1 0 0 0,1 1 0 0 0,-1-1 1 0 0,1 1-1 0 0,-1-1 0 0 0,1 1 0 0 0,-1-1 0 0 0,1 1 1 0 0,-1-1-1 0 0,1 1 0 0 0,-1 0 0 0 0,1-1 0 0 0,0 1 1 0 0,-1 0-1 0 0,1-1 0 0 0,0 1 0 0 0,0 0 1 0 0,-1 0-1 0 0,1-1 0 0 0,0 1 0 0 0,0 0 0 0 0,0 1 1 0 0,0-1 3 0 0,1 1 0 0 0,-1-1 1 0 0,0 0-1 0 0,0 0 1 0 0,0 0-1 0 0,0 1 0 0 0,0-1 1 0 0,0 0-1 0 0,0 0 1 0 0,0 1-1 0 0,0-1 1 0 0,-1 0-1 0 0,1 0 0 0 0,0 0 1 0 0,-1 1-1 0 0,1-1 1 0 0,-1 0-1 0 0,1 0 0 0 0,-1 0 1 0 0,0 0-1 0 0,1 0 1 0 0,-1 0-1 0 0,0 0 1 0 0,0 0-1 0 0,0 0 0 0 0,1-1 1 0 0,-1 1-1 0 0,0 0 1 0 0,0 0-1 0 0,0-1 0 0 0,-1 1 1 0 0,1-1-1 0 0,0 1 1 0 0,0-1-1 0 0,-1 1 1 0 0,-4 2 0 0 0,4 0-4 0 0,1 0 0 0 0,0 0 1 0 0,0 0-1 0 0,0 0 0 0 0,1 1 0 0 0,-1-1 1 0 0,1 0-1 0 0,-1 1 0 0 0,1-1 0 0 0,0 0 1 0 0,1 1-1 0 0,-1-1 0 0 0,1 5 0 0 0,0-2 0 0 0,-6-3-38 0 0,-15 0 40 0 0,15-2 147 0 0,3 1-104 0 0,9 2-73 0 0,13 2 4 0 0,-15 0-14 0 0,-10-4 66 0 0,-15 3-12 0 0,20-5-14 0 0,0 0 1 0 0,0 0 0 0 0,0 0 0 0 0,1 0-1 0 0,-1 0 1 0 0,0 0 0 0 0,0 0 0 0 0,1 1 0 0 0,-1-1-1 0 0,0 0 1 0 0,0 0 0 0 0,0 0 0 0 0,0 0-1 0 0,1 0 1 0 0,-1 0 0 0 0,0 0 0 0 0,0 0-1 0 0,0 1 1 0 0,1-1 0 0 0,-1 0 0 0 0,0 0 0 0 0,0 0-1 0 0,0 0 1 0 0,0 0 0 0 0,0 1 0 0 0,0-1-1 0 0,1 0 1 0 0,-1 0 0 0 0,0 0 0 0 0,0 1-1 0 0,0-1 1 0 0,0 0 0 0 0,0 0 0 0 0,0 0-1 0 0,0 1 1 0 0,0-1 0 0 0,0 0 0 0 0,0 0 0 0 0,0 1-1 0 0,0-1 1 0 0,0 0 0 0 0,0 0 0 0 0,0 0-1 0 0,0 1 1 0 0,0-1 0 0 0,0 0 0 0 0,0 0-1 0 0,0 0 1 0 0,-1 1 0 0 0,1-1 0 0 0,0 0 0 0 0,0 0-1 0 0,0 0 1 0 0,0 0 0 0 0,0 1 0 0 0,0-1-1 0 0,-1 0 1 0 0,1 0 0 0 0,0 0 0 0 0,0 0-1 0 0,0 0 1 0 0,0 0 0 0 0,-1 1 0 0 0,1-1-1 0 0,-7 29-23 0 0,6 3-18 0 0,0-22 22 0 0,0 0 0 0 0,1 1 0 0 0,0-1 0 0 0,1 1 1 0 0,0-1-1 0 0,5 16 0 0 0,1-7 27 0 0,-4-11 9 0 0,0 0 0 0 0,0 1 0 0 0,0 0 0 0 0,-1-1 0 0 0,-1 1-1 0 0,0 0 1 0 0,0 0 0 0 0,0 12 0 0 0,-2-5 90 0 0,0-10-481 0 0,1-1 1 0 0,-1 1-1 0 0,1-1 1 0 0,0 0-1 0 0,1 1 1 0 0,-1-1-1 0 0,1 0 1 0 0,0 1-1 0 0,0-1 1 0 0,3 5-1 0 0,16 7-5682 0 0,-15 1-2695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58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46 2321 0 0,'0'-7'2321'0'0,"0"1"-320"0"0,-31 6-480 0 0,1 0-481 0 0,0 6 81 0 0,0 1-1041 0 0,0-7-240 0 0,0-7-2081 0 0,30 1-160 0 0,0-13-321 0 0,0 5 241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5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5523 0 0,'0'19'3761'0'0,"-30"-13"-2800"0"0,60 7-1121 0 0,-30-7-161 0 0,31-12-479 0 0,-31-1-801 0 0,30 1-800 0 0,0 0-240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44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52 1361 0 0,'0'-1'100'0'0,"0"0"0"0"0,0 1 0 0 0,-1-1 0 0 0,1 0 0 0 0,0 0 0 0 0,-1 1 0 0 0,1-1 0 0 0,0 0 0 0 0,-1 1 0 0 0,1-1 0 0 0,-1 0 0 0 0,1 1 0 0 0,-1-1 0 0 0,0 0 0 0 0,1 1 0 0 0,-1-1 0 0 0,1 1 0 0 0,-1-1 0 0 0,0 1 0 0 0,0 0 0 0 0,1-1 0 0 0,-1 1 0 0 0,0 0 0 0 0,0-1 0 0 0,1 1 0 0 0,-1 0 0 0 0,0 0 0 0 0,0 0 0 0 0,1 0 0 0 0,-1 0 0 0 0,0 0 0 0 0,0 0 0 0 0,-1 0 0 0 0,3-1 121 0 0,14-1 133 0 0,-15 2-349 0 0,0 0 1 0 0,1 0-1 0 0,-1 0 1 0 0,0 0 0 0 0,0 0-1 0 0,0 0 1 0 0,0 0-1 0 0,0 0 1 0 0,1 0-1 0 0,-1 0 1 0 0,0 0 0 0 0,0 0-1 0 0,0 0 1 0 0,0 0-1 0 0,1 0 1 0 0,-1 0-1 0 0,0 0 1 0 0,0 0 0 0 0,0 0-1 0 0,0 0 1 0 0,0 0-1 0 0,1 0 1 0 0,-1 0-1 0 0,0 0 1 0 0,0-1-1 0 0,0 1 1 0 0,0 0 0 0 0,0 0-1 0 0,0 0 1 0 0,1 0-1 0 0,-1 0 1 0 0,0 0-1 0 0,0 0 1 0 0,0-1 0 0 0,0 1-1 0 0,0 0 1 0 0,0 0-1 0 0,0 0 1 0 0,0 0-1 0 0,0 0 1 0 0,0-1-1 0 0,0 1 1 0 0,0 0 0 0 0,0 0-1 0 0,0 0 1 0 0,0 0-1 0 0,0-1 1 0 0,0 1-1 0 0,0 0 1 0 0,0 0 0 0 0,0 0-1 0 0,0 0 1 0 0,0-1-1 0 0,0 1 1 0 0,0 0-1 0 0,0 0-1 0 0,0 0-1 0 0,0-1 0 0 0,0 1 0 0 0,0 0 1 0 0,0 0-1 0 0,0 0 0 0 0,0 0 0 0 0,0 0 1 0 0,0-1-1 0 0,0 1 0 0 0,0 0 0 0 0,0 0 1 0 0,0 0-1 0 0,0 0 0 0 0,0-1 0 0 0,0 1 1 0 0,0 0-1 0 0,0 0 0 0 0,0 0 0 0 0,0 0 1 0 0,0 0-1 0 0,0-1 0 0 0,0 1 0 0 0,0 0 1 0 0,1 0-1 0 0,-1 0 0 0 0,0 0 0 0 0,0 0 1 0 0,0 0-1 0 0,0-1 0 0 0,0 1 0 0 0,0 0 1 0 0,1 0-1 0 0,-1 0 0 0 0,0 0 0 0 0,0 0 1 0 0,0 0-1 0 0,0 0 0 0 0,0 0 0 0 0,1 0 1 0 0,-1 0-1 0 0,0 0 0 0 0,0 0 0 0 0,0 0 1 0 0,0 0-1 0 0,1 0 0 0 0,-1 0 0 0 0,0 0 1 0 0,0 0-1 0 0,0 0 0 0 0,0 0 0 0 0,0 0 1 0 0,1 0-1 0 0,-1 0 0 0 0,0 0 0 0 0,20-4 24 0 0,-15 3 40 0 0,-5 1-17 0 0,1 0 1 0 0,-1-1-1 0 0,0 1 1 0 0,0 0-1 0 0,0 0 0 0 0,0-1 1 0 0,0 1-1 0 0,0 0 1 0 0,1-1-1 0 0,-1 1 1 0 0,0 0-1 0 0,0-1 1 0 0,0 1-1 0 0,0 0 1 0 0,0 0-1 0 0,0-1 0 0 0,0 1 1 0 0,0 0-1 0 0,-1-1 1 0 0,1 1-1 0 0,0 0 1 0 0,0-1-1 0 0,0 1 1 0 0,0 0-1 0 0,0-1 1 0 0,0 1-1 0 0,-1 0 1 0 0,1 0-1 0 0,0-1 0 0 0,0 1 1 0 0,0 0-1 0 0,-1 0 1 0 0,1 0-1 0 0,0-1 1 0 0,0 1-1 0 0,-1 0 1 0 0,1 0-1 0 0,0 0 1 0 0,0-1-1 0 0,-1 1 0 0 0,1 0 1 0 0,0 0-1 0 0,-1 0 1 0 0,1 0-1 0 0,-1 0 1 0 0,-54-7 269 0 0,40 7-240 0 0,0 0 0 0 0,1 0 0 0 0,-1 2 0 0 0,-22 4 0 0 0,17-2 0 0 0,-40 22 240 0 0,53-24-284 0 0,1 1 1 0 0,-1 0-1 0 0,1 0 0 0 0,0 0 0 0 0,0 1 0 0 0,-10 9 1 0 0,-15 7 109 0 0,21-9 95 0 0,-21 0 48 0 0,29-11-272 0 0,1 1 0 0 0,-1-1-1 0 0,1 1 1 0 0,0-1 0 0 0,-1 1 0 0 0,1 0-1 0 0,0 0 1 0 0,0 0 0 0 0,-1 0-1 0 0,1 0 1 0 0,0 0 0 0 0,0 0-1 0 0,0 0 1 0 0,0 0 0 0 0,0 0-1 0 0,0 0 1 0 0,1 1 0 0 0,-1-1-1 0 0,0 0 1 0 0,0 2 0 0 0,0-1-2 0 0,0-1-1 0 0,-1 1 1 0 0,1-1 0 0 0,0 0 0 0 0,-1 0-1 0 0,1 0 1 0 0,-1 1 0 0 0,1-1-1 0 0,-1-1 1 0 0,1 1 0 0 0,-1 0 0 0 0,0 0-1 0 0,0-1 1 0 0,1 1 0 0 0,-4 0 0 0 0,-3 3 82 0 0,1-3-48 0 0,6-1-38 0 0,0 0 1 0 0,0 0-1 0 0,1 0 0 0 0,-1 1 1 0 0,0-1-1 0 0,0 0 0 0 0,1 0 1 0 0,-1 0-1 0 0,0 1 0 0 0,1-1 0 0 0,-1 0 1 0 0,0 1-1 0 0,1-1 0 0 0,-1 0 1 0 0,0 1-1 0 0,1-1 0 0 0,-1 1 1 0 0,1-1-1 0 0,-1 1 0 0 0,1-1 0 0 0,-1 1 1 0 0,1-1-1 0 0,-1 1 0 0 0,1 0 1 0 0,0-1-1 0 0,-1 1 0 0 0,1 0 1 0 0,0-1-1 0 0,-1 1 0 0 0,1 0 0 0 0,0 0 1 0 0,0-1-1 0 0,0 1 0 0 0,0 0 1 0 0,0 0-1 0 0,0 1 0 0 0,0-2-4 0 0,0 1-1 0 0,-1 0 1 0 0,1-1-1 0 0,0 1 1 0 0,0 0 0 0 0,0-1-1 0 0,0 1 1 0 0,0-1-1 0 0,-1 1 1 0 0,1 0-1 0 0,0-1 1 0 0,0 1-1 0 0,-1-1 1 0 0,1 1 0 0 0,-1-1-1 0 0,1 1 1 0 0,0-1-1 0 0,-1 1 1 0 0,1-1-1 0 0,-1 1 1 0 0,1-1-1 0 0,-1 0 1 0 0,1 1-1 0 0,-1-1 1 0 0,1 0 0 0 0,-1 1-1 0 0,0-1 1 0 0,1 0-1 0 0,-1 0 1 0 0,1 1-1 0 0,-1-1 1 0 0,-1 0-1 0 0,1 0 5 0 0,1 0-1 0 0,-1 1 0 0 0,0-1 0 0 0,0 0 0 0 0,0 0 0 0 0,0 1 0 0 0,1-1 0 0 0,-1 1 1 0 0,0-1-1 0 0,0 1 0 0 0,1-1 0 0 0,-1 1 0 0 0,0 0 0 0 0,1-1 0 0 0,-1 1 0 0 0,0 0 0 0 0,1-1 1 0 0,-1 1-1 0 0,1 0 0 0 0,0 0 0 0 0,-1-1 0 0 0,1 1 0 0 0,-1 0 0 0 0,1 0 0 0 0,0 0 1 0 0,0 0-1 0 0,-1 0 0 0 0,1-1 0 0 0,0 1 0 0 0,0 0 0 0 0,0 0 0 0 0,0 0 0 0 0,0 1 0 0 0,0 207 711 0 0,0-209-693 0 0,-1 4 43 0 0,27 3-37 0 0,-25-7-36 0 0,-1 0-1 0 0,0 0 1 0 0,1 0-1 0 0,-1 0 1 0 0,0 0-1 0 0,0 0 1 0 0,1 0-1 0 0,-1 0 0 0 0,0 1 1 0 0,1-1-1 0 0,-1 0 1 0 0,0 0-1 0 0,0 0 1 0 0,0 0-1 0 0,1 1 1 0 0,-1-1-1 0 0,0 0 1 0 0,0 0-1 0 0,0 1 1 0 0,1-1-1 0 0,-1 0 1 0 0,0 0-1 0 0,0 1 0 0 0,0-1 1 0 0,0 0-1 0 0,0 0 1 0 0,0 1-1 0 0,0-1 1 0 0,0 0-1 0 0,0 1 1 0 0,1-1-1 0 0,-1 0 1 0 0,0 0-1 0 0,0 1 1 0 0,-1-1-1 0 0,1 0 1 0 0,0 1-1 0 0,0-1 0 0 0,0 0 1 0 0,0 0-1 0 0,0 1 1 0 0,0-1-1 0 0,0 1 1 0 0,0-1-1 0 0,-1 0 1 0 0,1 0 0 0 0,0 1-1 0 0,0-1 1 0 0,0 0-1 0 0,0 1 1 0 0,0-1-1 0 0,0 0 1 0 0,0 0 0 0 0,0 1-1 0 0,0-1 1 0 0,0 0-1 0 0,0 0 1 0 0,0 1-1 0 0,0-1 1 0 0,0 0 0 0 0,0 1-1 0 0,0-1 1 0 0,1 0-1 0 0,-1 0 1 0 0,0 1-1 0 0,0-1 1 0 0,0 0 0 0 0,0 0-1 0 0,0 0 1 0 0,1 1-1 0 0,-1-1 1 0 0,0 0-1 0 0,0 0 1 0 0,0 0 0 0 0,1 1-1 0 0,-1-1 1 0 0,0 0-1 0 0,0 0 1 0 0,1 0-1 0 0,-1 0 1 0 0,0 0 0 0 0,0 1-1 0 0,1-1 1 0 0,-1 0-1 0 0,1 0 1 0 0,19 2 15 0 0,-20-2-12 0 0,-1 0 0 0 0,1 0 0 0 0,0 1 0 0 0,0-1 0 0 0,0 0 0 0 0,0 0 0 0 0,0 0 0 0 0,0 0 0 0 0,-1 1 0 0 0,1-1 0 0 0,0 0 0 0 0,0 0 0 0 0,0 0 0 0 0,0 0 0 0 0,0 1 0 0 0,0-1 0 0 0,0 0 0 0 0,0 0 0 0 0,0 0 0 0 0,0 1 1 0 0,0-1-1 0 0,0 0 0 0 0,0 0 0 0 0,0 0 0 0 0,0 1 0 0 0,0-1 0 0 0,0 0 0 0 0,0 0 0 0 0,0 0 0 0 0,1 0 0 0 0,-1 1 0 0 0,0-1 0 0 0,0 0 0 0 0,0 0 0 0 0,0 0 0 0 0,0 0 0 0 0,0 0 0 0 0,0 1 0 0 0,1-1 0 0 0,-1 0 0 0 0,0 0 0 0 0,0 0 0 0 0,0 0 0 0 0,0 0 0 0 0,1 0 0 0 0,-1 0 0 0 0,0 1 0 0 0,0-1 0 0 0,0 0 0 0 0,0 0 0 0 0,1 0 0 0 0,-1 0 0 0 0,0 0 0 0 0,0 0 0 0 0,0 0 0 0 0,1 0 0 0 0,-1 0 0 0 0,0 0 0 0 0,0 0 0 0 0,0 0 0 0 0,0 0 0 0 0,1 0 0 0 0,-1 0 0 0 0,0-1 0 0 0,0 5 2 0 0,26-3 88 0 0,-20-4-20 0 0,-32 0-88 0 0,21 3-77 0 0,0 8-3521 0 0,-20 9-1627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4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83 1121 0 0,'-30'0'1120'0'0,"30"-5"-480"0"0,-31-7-239 0 0,31 4-241 0 0,0 3-80 0 0,0-9-80 0 0,31 8-80 0 0,-31 1 0 0 0,0-3-161 0 0,0 2-239 0 0,0 0-640 0 0,0-1-321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4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332 223 400 0 0,'0'0'387'0'0,"5"1"-80"0"0,15-2 2668 0 0,-45 1-801 0 0,30 0-2001 0 0,20 0 227 0 0,-25-1-118 0 0,0 1-277 0 0,0 0-1 0 0,1 0 1 0 0,-1 0-1 0 0,0-1 1 0 0,0 1-1 0 0,0 0 1 0 0,0 0 0 0 0,0 0-1 0 0,0-1 1 0 0,0 1-1 0 0,0 0 1 0 0,0 0 0 0 0,0 0-1 0 0,0 0 1 0 0,0-1-1 0 0,0 1 1 0 0,0 0-1 0 0,0 0 1 0 0,0 0 0 0 0,0 0-1 0 0,0-1 1 0 0,-1 1-1 0 0,1 0 1 0 0,0 0 0 0 0,0 0-1 0 0,0 0 1 0 0,0-1-1 0 0,0 1 1 0 0,0 0-1 0 0,0 0 1 0 0,-1 0 0 0 0,1 0-1 0 0,0 0 1 0 0,0 0-1 0 0,0 0 1 0 0,0-1 0 0 0,0 1-1 0 0,-1 0 1 0 0,1 0-1 0 0,0 0 1 0 0,0 0-1 0 0,0 0 1 0 0,0 0 0 0 0,-1 0-1 0 0,1 0 1 0 0,0 0-1 0 0,0 0 1 0 0,0 0 0 0 0,0 0-1 0 0,-1 0 1 0 0,1 0-1 0 0,0 0 1 0 0,0 0-1 0 0,-1 0 1 0 0,0 0 6 0 0,0 0-1 0 0,0 0 1 0 0,-1-1-1 0 0,1 1 1 0 0,0 0-1 0 0,0-1 1 0 0,0 1-1 0 0,0-1 1 0 0,-1 0-1 0 0,1 1 1 0 0,0-1-1 0 0,0 0 1 0 0,0 0-1 0 0,0 1 1 0 0,0-1-1 0 0,0 0 1 0 0,1 0-1 0 0,-2-1 1 0 0,-2-30 203 0 0,4 31-215 0 0,0 1 1 0 0,0 0 0 0 0,0-1 0 0 0,0 1 0 0 0,0 0 0 0 0,0-1 0 0 0,0 1 0 0 0,-1 0 0 0 0,1 0 0 0 0,0-1 0 0 0,0 1 0 0 0,0 0 0 0 0,-1-1-1 0 0,1 1 1 0 0,0 0 0 0 0,0 0 0 0 0,0 0 0 0 0,-1-1 0 0 0,1 1 0 0 0,0 0 0 0 0,-1 0 0 0 0,1 0 0 0 0,0-1 0 0 0,-1 1 0 0 0,1 0 0 0 0,0 0-1 0 0,0 0 1 0 0,-1 0 0 0 0,1 0 0 0 0,0 0 0 0 0,-1 0 0 0 0,1 0 0 0 0,0 0 0 0 0,-1 0 0 0 0,1 0 0 0 0,0 0 0 0 0,-1 0 0 0 0,1 0 0 0 0,0 0-1 0 0,-1 0 1 0 0,1 0 0 0 0,0 0 0 0 0,-1 1 0 0 0,1-1 0 0 0,-1 0 0 0 0,1 0 1 0 0,-1 0 1 0 0,1 1-1 0 0,-1-1 1 0 0,1 0-1 0 0,-1 0 1 0 0,1 0-1 0 0,-1 0 0 0 0,0 0 1 0 0,1 0-1 0 0,-1 0 1 0 0,1 0-1 0 0,-1 0 1 0 0,1 0-1 0 0,-1 0 1 0 0,0 0-1 0 0,1 0 0 0 0,-1-1 1 0 0,1 1-1 0 0,-1 0 1 0 0,1 0-1 0 0,-1-1 1 0 0,1 1-1 0 0,-1 0 0 0 0,1-1 1 0 0,-1 1-1 0 0,1 0 1 0 0,0-1-1 0 0,-1 1 1 0 0,1-1-1 0 0,-1 1 0 0 0,1 0 1 0 0,0-1-1 0 0,0 1 1 0 0,-1-1-1 0 0,1 1 1 0 0,0-1-1 0 0,0 0 0 0 0,-1 1 1 0 0,1-1-1 0 0,0 1 1 0 0,0-1-1 0 0,0 1 1 0 0,0-1-1 0 0,0 1 1 0 0,0-1-1 0 0,0 0 0 0 0,0 1 1 0 0,0-2-1 0 0,5-2 13 0 0,15 2-14 0 0,-15-3 0 0 0,-5 5 0 0 0,0-1 0 0 0,1 0 0 0 0,-1 0 0 0 0,0 1 0 0 0,0-1 0 0 0,1 0 0 0 0,-1 0 0 0 0,0 1 0 0 0,1-1 0 0 0,-1 1 0 0 0,0-1 0 0 0,1 0 0 0 0,-1 1 0 0 0,1-1 0 0 0,-1 1 0 0 0,1-1 0 0 0,0 1 0 0 0,-1-1 0 0 0,1 1 0 0 0,-1-1 0 0 0,1 1 0 0 0,0 0 0 0 0,-1-1 0 0 0,1 1 0 0 0,0 0 0 0 0,0-1 0 0 0,-1 1 0 0 0,1 0 0 0 0,0 0 0 0 0,-1 0 0 0 0,1 0 0 0 0,0 0 0 0 0,0 0 0 0 0,0 0 0 0 0,-1 0 0 0 0,1 0 0 0 0,0 0 0 0 0,-1 0 0 0 0,1 0 0 0 0,1 1 0 0 0,-1-1 0 0 0,4-5 0 0 0,-5 1 13 0 0,0 3 200 0 0,-25 1 41 0 0,-7 0 199 0 0,-1 1 1 0 0,-53 10-1 0 0,56 0 108 0 0,-30 16-81 0 0,59-27-472 0 0,1 0-1 0 0,0 0 1 0 0,-1 0 0 0 0,1 1-1 0 0,-1-1 1 0 0,1 0 0 0 0,0 1-1 0 0,-1-1 1 0 0,1 0 0 0 0,0 1-1 0 0,0-1 1 0 0,-1 0 0 0 0,1 1-1 0 0,0-1 1 0 0,0 1 0 0 0,-1-1-1 0 0,1 0 1 0 0,0 1 0 0 0,0-1 0 0 0,0 1-1 0 0,0-1 1 0 0,0 1 0 0 0,0-1-1 0 0,0 0 1 0 0,0 1 0 0 0,0-1-1 0 0,0 1 1 0 0,0-1 0 0 0,0 1-1 0 0,0 0 1 0 0,-4 12 74 0 0,-7-4 5 0 0,-37 34 126 0 0,45-40-213 0 0,0-1 1 0 0,1 1-1 0 0,0 1 1 0 0,-1-1-1 0 0,1 0 1 0 0,1 0-1 0 0,-1 1 1 0 0,0-1-1 0 0,1 1 1 0 0,-1 0-1 0 0,1-1 0 0 0,0 1 1 0 0,0 0-1 0 0,0 5 1 0 0,1 131 106 0 0,0-139-105 0 0,0 0 0 0 0,0 1 0 0 0,1-1-1 0 0,-1 0 1 0 0,0 0 0 0 0,1 1 0 0 0,-1-1 0 0 0,1 0 0 0 0,-1 0 0 0 0,1 1 0 0 0,-1-1 0 0 0,1 0 0 0 0,0 0 0 0 0,0 0 0 0 0,-1 0 0 0 0,1 0 0 0 0,0 0 0 0 0,0 0 0 0 0,0 0 0 0 0,0 0 0 0 0,0-1 0 0 0,0 1 0 0 0,0 0 0 0 0,1 0 0 0 0,-1-1 0 0 0,0 1 0 0 0,0-1 0 0 0,2 1 0 0 0,-1 0-6 0 0,3 1-36 0 0,-7 5 47 0 0,3-5-4 0 0,0-1-1 0 0,0 1 1 0 0,1-1 0 0 0,-1 0 0 0 0,1 1 0 0 0,-1-1 0 0 0,1 0 0 0 0,-1 0 0 0 0,1 0 0 0 0,-1 0 0 0 0,1 0 0 0 0,0 0 0 0 0,0-1-1 0 0,-1 1 1 0 0,5 0 0 0 0,4 12 77 0 0,70 17-93 0 0,-40-15-200 0 0,-32-12 220 0 0,-1 0 1 0 0,1-1-1 0 0,0 0 1 0 0,0 0-1 0 0,0 0 0 0 0,0-1 1 0 0,0-1-1 0 0,13 1 1 0 0,16 1-9 0 0,42 8 144 0 0,146 0-1 0 0,-62-5 40 0 0,-15-3-36 0 0,-80-3-52 0 0,112-10 160 0 0,-119 2-94 0 0,-14-5 63 0 0,-39 10-286 0 0,-8 3 43 0 0,1 0 0 0 0,-1 0 0 0 0,0 1 0 0 0,0-1 0 0 0,0 0 0 0 0,0 0 0 0 0,0 0 0 0 0,0 1 0 0 0,0-1 0 0 0,0 0 0 0 0,0 0 0 0 0,-1 0 0 0 0,1 1 0 0 0,0-1 0 0 0,0 0 0 0 0,-1 0 0 0 0,1 1 0 0 0,0-1 0 0 0,-1 0 0 0 0,1 1 0 0 0,-1-1 0 0 0,1 0 0 0 0,-2 0 0 0 0,0 0 4 0 0,1 1 14 0 0,0 0-1 0 0,0 0 0 0 0,0 0 1 0 0,0 0-1 0 0,0 0 0 0 0,0 0 1 0 0,-1-1-1 0 0,1 1 0 0 0,0-1 0 0 0,0 1 1 0 0,0 0-1 0 0,0-1 0 0 0,0 0 1 0 0,1 1-1 0 0,-1-1 0 0 0,0 1 1 0 0,0-1-1 0 0,0 0 0 0 0,0 0 0 0 0,1 0 1 0 0,-1 1-1 0 0,0-1 0 0 0,0-1 1 0 0,-1-2 2 0 0,-1 1 0 0 0,1 0 0 0 0,-1 0 0 0 0,0 0 0 0 0,0 1 0 0 0,0-1 0 0 0,0 1 0 0 0,0-1 0 0 0,-1 1 0 0 0,-6-3 0 0 0,-6-6 0 0 0,7 3-1 0 0,1-1 1 0 0,1 0-1 0 0,0 0 1 0 0,-8-14-1 0 0,6 10-10 0 0,5-7-30 0 0,4 18 39 0 0,0 1 1 0 0,0-1-1 0 0,0 1 0 0 0,0-1 1 0 0,0 1-1 0 0,0-1 0 0 0,-1 1 0 0 0,1-1 1 0 0,0 1-1 0 0,-1 0 0 0 0,0-1 1 0 0,1 1-1 0 0,-1-1 0 0 0,-1-1 1 0 0,-20-26 15 0 0,-41-50 65 0 0,40 47-9 0 0,21 28-66 0 0,0 0 1 0 0,-1 0-1 0 0,1 0 1 0 0,-1 1 0 0 0,0-1-1 0 0,1 1 1 0 0,-2 0-1 0 0,1-1 1 0 0,0 2-1 0 0,-8-6 1 0 0,-4 0-64 0 0,10 6 51 0 0,0-1-1 0 0,0 1 0 0 0,0-1 0 0 0,1 0 0 0 0,0 0 1 0 0,-8-7-1 0 0,6 4 26 0 0,1 0 0 0 0,-1 1 0 0 0,-1 0 0 0 0,1 0 0 0 0,-1 0 0 0 0,0 1 0 0 0,0 0 0 0 0,0 0 0 0 0,-14-5 0 0 0,-81-21-25 0 0,42 13-87 0 0,33 8 16 0 0,4 0 193 0 0,0 1 0 0 0,-1 1 0 0 0,1 1 0 0 0,-2 1 1 0 0,1 2-1 0 0,-29-2 0 0 0,13 8-305 0 0,35-1 8 0 0,5-2 132 0 0,0 0 0 0 0,0 0-1 0 0,0 0 1 0 0,1 0 0 0 0,-1 0-1 0 0,0 0 1 0 0,0 0-1 0 0,0 1 1 0 0,0-1 0 0 0,1 0-1 0 0,-1 0 1 0 0,0 0 0 0 0,0 0-1 0 0,0 0 1 0 0,0 0 0 0 0,0 0-1 0 0,0 0 1 0 0,0 1-1 0 0,1-1 1 0 0,-1 0 0 0 0,0 0-1 0 0,0 0 1 0 0,0 0 0 0 0,0 0-1 0 0,0 1 1 0 0,0-1 0 0 0,0 0-1 0 0,0 0 1 0 0,0 0-1 0 0,0 0 1 0 0,0 0 0 0 0,0 1-1 0 0,0-1 1 0 0,0 0 0 0 0,0 0-1 0 0,0 0 1 0 0,0 0 0 0 0,0 1-1 0 0,0-1 1 0 0,0 0-1 0 0,0 0 1 0 0,0 0 0 0 0,0 0-1 0 0,0 0 1 0 0,0 1 0 0 0,0-1-1 0 0,0 0 1 0 0,-1 0-1 0 0,1 0 1 0 0,0 0 0 0 0,0 0-1 0 0,0 1 1 0 0,0-1 0 0 0,0 0-1 0 0,0 0 1 0 0,0 0 0 0 0,-1 0-1 0 0,1 0 1 0 0,0 0-1 0 0,0 0 1 0 0,0 0 0 0 0,0 0-1 0 0,0 0 1 0 0,-1 0 0 0 0,1 0-1 0 0,0 0 1 0 0,16 2-2964 0 0,-12-2-240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50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599 177 400 0 0,'-138'-12'6824'0'0,"71"4"-5511"0"0,57 6-1266 0 0,-36-1 253 0 0,30 1-215 0 0,-8 3-10 0 0,-16 4-53 0 0,-5-9 36 0 0,38 3-49 0 0,0 1-1 0 0,1 0 1 0 0,-1-1 0 0 0,1 2-1 0 0,-1-1 1 0 0,0 1-1 0 0,1 0 1 0 0,-10 3-1 0 0,-36 11 62 0 0,46-15-63 0 0,5 0-7 0 0,0 0 0 0 0,0 0 1 0 0,0 0-1 0 0,0 0 0 0 0,0 0 0 0 0,0 0 1 0 0,0 0-1 0 0,1 0 0 0 0,-1 1 0 0 0,0-1 0 0 0,0 0 1 0 0,0 1-1 0 0,0-1 0 0 0,0 0 0 0 0,0 1 0 0 0,0-1 1 0 0,1 1-1 0 0,-1-1 0 0 0,0 1 0 0 0,0 0 1 0 0,1-1-1 0 0,-1 1 0 0 0,0 0 0 0 0,1 0 0 0 0,-1-1 1 0 0,0 1-1 0 0,1 0 0 0 0,-1 2 0 0 0,1-2 0 0 0,0-1 0 0 0,0 1 0 0 0,0 0 0 0 0,-1 0 0 0 0,1 0 0 0 0,0 0 0 0 0,0 0 0 0 0,-1 0 0 0 0,1-1 0 0 0,0 1 0 0 0,-1 0 0 0 0,1 0 0 0 0,-1 0 0 0 0,1-1 0 0 0,-1 1 0 0 0,1 0 0 0 0,-1-1 0 0 0,1 1 0 0 0,-1 0 0 0 0,0-1 0 0 0,1 1 0 0 0,-1-1 0 0 0,0 1 0 0 0,0-1 0 0 0,1 1 0 0 0,-1-1 0 0 0,-2 1 0 0 0,2-1 0 0 0,0 1 0 0 0,1-1 0 0 0,-1 1 0 0 0,0-1 0 0 0,0 1 0 0 0,0-1 0 0 0,0 1 0 0 0,0 0 0 0 0,1-1 0 0 0,-1 1 0 0 0,0 0 0 0 0,1 0 0 0 0,-1-1 0 0 0,0 1 0 0 0,1 0 0 0 0,-1 0 0 0 0,1 0 0 0 0,-1 0 0 0 0,1 0 0 0 0,0 0 0 0 0,-1 0 0 0 0,1 0 0 0 0,0 0 0 0 0,0 0 0 0 0,0 0 0 0 0,-1 0 0 0 0,1 0 0 0 0,0 1 0 0 0,1-1 1 0 0,-1 0 1 0 0,0 0-1 0 0,0 0 0 0 0,0-1 0 0 0,-1 1 0 0 0,1 0 1 0 0,0 0-1 0 0,0 0 0 0 0,0 0 0 0 0,-1-1 0 0 0,1 1 0 0 0,0 0 1 0 0,-1 0-1 0 0,1 0 0 0 0,0-1 0 0 0,-1 1 0 0 0,1 0 0 0 0,-1-1 1 0 0,0 1-1 0 0,1 0 0 0 0,-1-1 0 0 0,1 1 0 0 0,-1-1 1 0 0,0 1-1 0 0,0-1 0 0 0,1 1 0 0 0,-1-1 0 0 0,0 1 0 0 0,0-1 1 0 0,0 1-1 0 0,0-1 0 0 0,0 0 1 0 0,0 1-1 0 0,0-1 0 0 0,0 1 1 0 0,0 0-1 0 0,0-1 1 0 0,0 1-1 0 0,0 0 0 0 0,0 0 1 0 0,1-1-1 0 0,-1 1 1 0 0,0 0-1 0 0,0 0 0 0 0,1 0 1 0 0,-1 0-1 0 0,1 0 1 0 0,-1 0-1 0 0,1 0 0 0 0,-1 0 1 0 0,1 0-1 0 0,0 0 1 0 0,-1 0-1 0 0,1 0 0 0 0,0 0 1 0 0,0 1-1 0 0,0-1 1 0 0,0 0-1 0 0,0 0 0 0 0,0 0 1 0 0,0 1-1 0 0,0 252 79 0 0,0-253-80 0 0,0 0 0 0 0,0 0 0 0 0,1 0 0 0 0,-1-1 0 0 0,0 1 0 0 0,0 0 0 0 0,0 0 0 0 0,1-1 0 0 0,-1 1 0 0 0,0 0 0 0 0,1-1 0 0 0,-1 1 0 0 0,0 0 0 0 0,1-1 0 0 0,-1 1 0 0 0,1 0 0 0 0,-1-1 0 0 0,1 1 0 0 0,-1-1 0 0 0,1 1 0 0 0,0-1 0 0 0,-1 1 0 0 0,1-1 0 0 0,0 0 0 0 0,-1 1 0 0 0,1-1 0 0 0,0 0 0 0 0,-1 1 0 0 0,1-1 0 0 0,0 0 0 0 0,0 0 0 0 0,1 0 0 0 0,-2 0 0 0 0,1 1 0 0 0,0-1 0 0 0,-1 0 0 0 0,1 0 0 0 0,-1 0 0 0 0,1 0 0 0 0,0 0 0 0 0,-1 1 0 0 0,1-1 0 0 0,-1 0 0 0 0,1 1 0 0 0,-1-1 0 0 0,1 0 0 0 0,-1 1 0 0 0,1-1 0 0 0,-1 1 0 0 0,1-1 0 0 0,-1 0 0 0 0,1 1 0 0 0,-1-1 0 0 0,0 1 0 0 0,1 0 0 0 0,-1-1 0 0 0,0 1 0 0 0,0-1 0 0 0,1 1 0 0 0,-1-1 0 0 0,0 1 0 0 0,0 0 0 0 0,0-1 0 0 0,0 2 0 0 0,1-1 0 0 0,-1-1 0 0 0,1 1 0 0 0,-1 0 0 0 0,0 0 0 0 0,1-1 0 0 0,-1 1 0 0 0,1 0 0 0 0,-1-1 0 0 0,1 1 0 0 0,0-1 0 0 0,-1 1 0 0 0,1-1 0 0 0,0 1 0 0 0,-1-1 0 0 0,1 1 0 0 0,0-1 0 0 0,-1 1 0 0 0,1-1 0 0 0,0 0 0 0 0,0 0 0 0 0,0 1 0 0 0,-1-1 0 0 0,1 0 0 0 0,2 0 0 0 0,15 8 0 0 0,-1 8 0 0 0,-14-13 0 0 0,0 0 0 0 0,0-1 0 0 0,0 1 0 0 0,0 0 0 0 0,1-1 0 0 0,-1 0 0 0 0,1 0 0 0 0,-1 0 0 0 0,6 2 0 0 0,13 8 25 0 0,-17-9-20 0 0,0 0 0 0 0,1-1 0 0 0,-1 1 0 0 0,0-1 0 0 0,1 0 0 0 0,-1 0 0 0 0,1-1 0 0 0,0 0 0 0 0,0 0 0 0 0,8 1 0 0 0,22 4 5 0 0,61 4 0 0 0,-81-10-1 0 0,0 0 0 0 0,0-1-1 0 0,0 0 1 0 0,0-2-1 0 0,0 0 1 0 0,21-7-1 0 0,31-10 123 0 0,-42 13-41 0 0,-1-1 0 0 0,41-20 0 0 0,-44 18 82 0 0,-1-2 1 0 0,37-26 0 0 0,-51 32-95 0 0,1 0 0 0 0,-1-1-1 0 0,1 0 1 0 0,-2-1 0 0 0,1 1 0 0 0,-1-1-1 0 0,-1-1 1 0 0,1 1 0 0 0,-1-1 0 0 0,6-13 0 0 0,-6 8 19 0 0,-1 0 1 0 0,1 1-1 0 0,-2-1 1 0 0,0-1-1 0 0,-1 1 1 0 0,0 0 0 0 0,-1-21-1 0 0,-1 27-82 0 0,-1 1-1 0 0,0-1 0 0 0,-1 1 1 0 0,0-1-1 0 0,0 1 1 0 0,0 0-1 0 0,-1-1 1 0 0,0 1-1 0 0,-1 1 1 0 0,1-1-1 0 0,-1 0 0 0 0,-1 1 1 0 0,1 0-1 0 0,-1 0 1 0 0,0 0-1 0 0,0 0 1 0 0,-10-6-1 0 0,-23-16 55 0 0,-1 1 1 0 0,-1 2-1 0 0,-2 3 0 0 0,-59-25 1 0 0,84 41-221 0 0,0 0 1 0 0,-1 2 0 0 0,1 0-1 0 0,-1 1 1 0 0,-30-2 0 0 0,37 5-143 0 0,0 0 0 0 0,1 0 1 0 0,-1 1-1 0 0,0 0 1 0 0,0 1-1 0 0,0 1 0 0 0,1-1 1 0 0,-1 2-1 0 0,-14 6 0 0 0,22-9 131 0 0,1 1 0 0 0,0-1 0 0 0,-1 1-1 0 0,1 0 1 0 0,0-1 0 0 0,-1 1-1 0 0,1 0 1 0 0,0 0 0 0 0,1 1-1 0 0,-1-1 1 0 0,0 0 0 0 0,1 1 0 0 0,-1-1-1 0 0,1 1 1 0 0,0-1 0 0 0,-1 1-1 0 0,0 5 1 0 0,0 2-801 0 0,0 0 0 0 0,1 0 0 0 0,1 0 0 0 0,0 10 0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1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121 179 2961 0 0,'-6'1'347'0'0,"6"-1"-239"0"0,-1 0 1 0 0,0 0-1 0 0,0 0 0 0 0,0 0 0 0 0,0 0 0 0 0,0 0 0 0 0,0 0 0 0 0,0 1 0 0 0,0-1 0 0 0,0 0 0 0 0,1 0 0 0 0,-1 1 0 0 0,0-1 0 0 0,0 1 0 0 0,0-1 0 0 0,0 1 0 0 0,1-1 0 0 0,-1 1 0 0 0,0-1 0 0 0,0 1 0 0 0,1-1 0 0 0,-1 1 0 0 0,1 0 0 0 0,-1 0 1 0 0,0-1-1 0 0,1 1 0 0 0,-1 0 0 0 0,1 0 0 0 0,0 0 0 0 0,-1-1 0 0 0,1 1 0 0 0,0 0 0 0 0,-1 0 0 0 0,1 0 0 0 0,0 0 0 0 0,0 0 0 0 0,0 0 0 0 0,0 0 0 0 0,0 1 0 0 0,-5 0 572 0 0,-45 18 872 0 0,47-19-1229 0 0,1 0 0 0 0,0 0 0 0 0,-1 0 0 0 0,1 0 0 0 0,0 1 0 0 0,-1-1 0 0 0,1 1 0 0 0,0-1 1 0 0,0 1-1 0 0,0 0 0 0 0,1 0 0 0 0,-1 0 0 0 0,0 0 0 0 0,1 0 0 0 0,-1 0 0 0 0,-1 4 0 0 0,6-5-320 0 0,-1 0 0 0 0,0 0-1 0 0,1 0 1 0 0,-1 0 0 0 0,1 0 0 0 0,-1 0 0 0 0,1-1 0 0 0,0 1 0 0 0,-1-1 0 0 0,1 0 0 0 0,0 0 0 0 0,-1 0 0 0 0,1 0 0 0 0,-1 0-1 0 0,4-1 1 0 0,11 1 44 0 0,60 8 109 0 0,148 8 155 0 0,131-10 9 0 0,332-12 107 0 0,-265-7 120 0 0,-392 14-547 0 0,28-1 0 0 0,-33-4 33 0 0,-1 1 0 0 0,51 1 0 0 0,2 4 15 0 0,-35-5 3 0 0,35 0 4 0 0,164 9 252 0 0,-226-6-296 0 0,58 7 58 0 0,-64-4-71 0 0,36 0 18 0 0,-41-3 24 0 0,0 0-174 0 0,11-1 8 0 0,-32-4 105 0 0,-9-9 298 0 0,14 6-233 0 0,-321-161 1623 0 0,319 163-1714 0 0,-1 1 0 0 0,0 0-1 0 0,-1 1 1 0 0,1 1 0 0 0,-1 0 0 0 0,-27-2 0 0 0,18 3-2011 0 0,24-2-1640 0 0,11-12 873 0 0,34-2-1684 0 0,-10 6 321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7443 0 0,'-120'90'4402'0'0,"29"-2"-3601"0"0,61-24-401 0 0,0-7 160 0 0,30-18-880 0 0,0-33-1841 0 0,60-26-2641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4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52 80 0 0,'0'1'108'0'0,"0"1"0"0"0,0-1 0 0 0,1 1 0 0 0,-1-1 0 0 0,0 0 0 0 0,0 1 0 0 0,1-1 0 0 0,-1 1 1 0 0,1-1-1 0 0,-1 0 0 0 0,1 0 0 0 0,0 1 0 0 0,0-1 0 0 0,-1 0 0 0 0,1 0 0 0 0,0 0 0 0 0,0 0 0 0 0,0 0 0 0 0,0 0 0 0 0,0 0 0 0 0,0 0 0 0 0,3 1 0 0 0,-3-1 1 0 0,0 0 0 0 0,0-1 0 0 0,-1 1 0 0 0,1 0 0 0 0,0-1-1 0 0,0 1 1 0 0,0 0 0 0 0,-1 0 0 0 0,1 0 0 0 0,0 0 0 0 0,-1 0 0 0 0,1 0-1 0 0,0 0 1 0 0,-1 0 0 0 0,1 0 0 0 0,-1 0 0 0 0,0 0 0 0 0,1 0 0 0 0,-1 0-1 0 0,0 0 1 0 0,0 0 0 0 0,0 2 0 0 0,0-2-69 0 0,0-1 0 0 0,0 1 1 0 0,0 0-1 0 0,0-1 0 0 0,0 1 0 0 0,-1 0 0 0 0,1-1 1 0 0,0 1-1 0 0,0 0 0 0 0,-1-1 0 0 0,1 1 1 0 0,0 0-1 0 0,-1-1 0 0 0,1 1 0 0 0,-1-1 0 0 0,1 1 1 0 0,-1-1-1 0 0,1 1 0 0 0,-1-1 0 0 0,1 1 0 0 0,-1-1 1 0 0,0 1-1 0 0,1-1 0 0 0,-1 0 0 0 0,0 1 1 0 0,1-1-1 0 0,-1 0 0 0 0,0 0 0 0 0,1 0 0 0 0,-1 1 1 0 0,0-1-1 0 0,1 0 0 0 0,-1 0 0 0 0,0 0 0 0 0,-1 0 1 0 0,2 0-7 0 0,-1 0 0 0 0,1 0 0 0 0,-1 0-1 0 0,1 0 1 0 0,0 0 0 0 0,-1 0 0 0 0,1 0 0 0 0,-1 0 0 0 0,1 0 0 0 0,-1 0 0 0 0,1 0 0 0 0,-1 1 0 0 0,1-1 0 0 0,-1 0 0 0 0,1 0 0 0 0,0 1 0 0 0,-1-1 0 0 0,1 0 0 0 0,0 0 0 0 0,-1 1 0 0 0,1-1 0 0 0,0 0 0 0 0,-1 1 0 0 0,1-1 0 0 0,0 0 0 0 0,-1 1 0 0 0,1-1 0 0 0,0 1 0 0 0,0-1 0 0 0,0 1 0 0 0,-1 0-1 0 0,1 0 581 0 0,0-1-546 0 0,1 0 0 0 0,-1 1 0 0 0,0-1-1 0 0,0 1 1 0 0,0-1 0 0 0,0 0 0 0 0,0 1 0 0 0,0-1-1 0 0,0 0 1 0 0,0 1 0 0 0,0-1 0 0 0,0 1 0 0 0,0-1-1 0 0,0 0 1 0 0,0 1 0 0 0,0-1 0 0 0,0 1 0 0 0,0-1-1 0 0,0 0 1 0 0,-1 1 0 0 0,1-1 0 0 0,0 0 0 0 0,0 1-1 0 0,0-1 1 0 0,0 0 0 0 0,-1 1 0 0 0,1-1 0 0 0,0 0 0 0 0,-1 0-1 0 0,1 1 1 0 0,0-1 0 0 0,0 0 0 0 0,-1 0 0 0 0,1 1-1 0 0,-1-1 1 0 0,0 0 66 0 0,0 1-1 0 0,0-1 0 0 0,0 1 1 0 0,0-1-1 0 0,0 0 1 0 0,0 0-1 0 0,0 1 0 0 0,0-1 1 0 0,0 0-1 0 0,0 0 1 0 0,0 0-1 0 0,0 0 0 0 0,0 0 1 0 0,0-1-1 0 0,0 1 1 0 0,0 0-1 0 0,0 0 0 0 0,-1-1 1 0 0,2 0-104 0 0,0 1-1 0 0,0-1 1 0 0,1 0 0 0 0,-1 1 0 0 0,0-1 0 0 0,0 1 0 0 0,1-1 0 0 0,-1 1-1 0 0,0-1 1 0 0,1 1 0 0 0,-1-1 0 0 0,0 1 0 0 0,1-1 0 0 0,-1 1 0 0 0,1-1-1 0 0,-1 1 1 0 0,1 0 0 0 0,-1-1 0 0 0,1 1 0 0 0,-1 0 0 0 0,1-1 0 0 0,-1 1-1 0 0,2-1 1 0 0,-1 1 1 0 0,0 0 0 0 0,0-1 0 0 0,-1 1 0 0 0,1-1 0 0 0,0 1 0 0 0,0-1 0 0 0,0 0 0 0 0,-1 1 0 0 0,1-1 0 0 0,0 0-1 0 0,-1 1 1 0 0,1-1 0 0 0,-1 0 0 0 0,1 0 0 0 0,-1 1 0 0 0,1-1 0 0 0,-1 0 0 0 0,1 0 0 0 0,-1 0 0 0 0,0 0 0 0 0,1 0 0 0 0,-1 0 0 0 0,0 0 0 0 0,0 0-1 0 0,0-1 1 0 0,0 0-5 0 0,0 1-1 0 0,0-1 0 0 0,0 1 0 0 0,0-1 0 0 0,1 1 0 0 0,-1-1 0 0 0,0 1 0 0 0,1-1 0 0 0,-1 1 0 0 0,1 0 0 0 0,-1-1 1 0 0,1 1-1 0 0,0 0 0 0 0,-1-1 0 0 0,1 1 0 0 0,0 0 0 0 0,0 0 0 0 0,0-1 0 0 0,0 1 0 0 0,0 0 0 0 0,0 0 1 0 0,2-1-1 0 0,-1 1-12 0 0,-1 0 0 0 0,0 0 0 0 0,0 0 0 0 0,0 0 1 0 0,0 0-1 0 0,0 0 0 0 0,0 0 0 0 0,0-1 0 0 0,0 1 0 0 0,-1 0 1 0 0,1-1-1 0 0,0 1 0 0 0,-1 0 0 0 0,1-1 0 0 0,-1 1 1 0 0,1-1-1 0 0,-1 1 0 0 0,0 0 0 0 0,0-1 0 0 0,0 1 0 0 0,1-1 1 0 0,-2-2-1 0 0,1-35 307 0 0,5 35-307 0 0,-2 3-13 0 0,-3 1 3 0 0,1 0-1 0 0,0 0 0 0 0,-1-1 0 0 0,1 1 0 0 0,-1 0 0 0 0,1 0 0 0 0,0 0 1 0 0,-1 0-1 0 0,1 0 0 0 0,-1 0 0 0 0,1 0 0 0 0,0 0 0 0 0,-1 0 0 0 0,1 0 1 0 0,0 0-1 0 0,-1 0 0 0 0,1 0 0 0 0,-1 0 0 0 0,1 1 0 0 0,0-1 0 0 0,-1 0 0 0 0,1 0 1 0 0,-1 1-1 0 0,1-1 0 0 0,-1 1 0 0 0,1-1 0 0 0,-1 0 0 0 0,1 1 0 0 0,-1-1 1 0 0,1 1-1 0 0,-1-1 0 0 0,0 1 0 0 0,1-1 0 0 0,-1 1 0 0 0,0-1 0 0 0,1 1 1 0 0,-1-1-1 0 0,0 1 0 0 0,0 0 0 0 0,0-1 0 0 0,1 1 0 0 0,-1-1 0 0 0,0 1 1 0 0,0 0-1 0 0,0-1 0 0 0,0 1 0 0 0,0-1 0 0 0,0 1 0 0 0,0 1 0 0 0,7 16 78 0 0,4 8 58 0 0,-3-9-50 0 0,-1 1 0 0 0,-1-1-1 0 0,0 1 1 0 0,-1 0 0 0 0,-1 1 0 0 0,-1-1 0 0 0,2 32-1 0 0,-4-28-64 0 0,1-1 0 0 0,1 1 0 0 0,6 22 0 0 0,-4-23-16 0 0,-1 0 0 0 0,-1 0 0 0 0,0 22 0 0 0,-3 34 323 0 0,0 11-3167 0 0,2-95 2336 0 0,0 0 0 0 0,0 0 0 0 0,0 1 1 0 0,1-1-1 0 0,0 1 0 0 0,0 0 0 0 0,1 0 1 0 0,0 0-1 0 0,0 0 0 0 0,0 0 0 0 0,6-5 1 0 0,13-19-1722 0 0,32-47-4034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5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19 1521 0 0,'0'-18'8790'0'0,"0"18"-8760"0"0,0 1 0 0 0,0-1 0 0 0,0 1 0 0 0,0-1 0 0 0,0 1 0 0 0,-1-1 0 0 0,1 1 0 0 0,0-1 0 0 0,0 1 0 0 0,0-1 0 0 0,-1 1 0 0 0,1-1 0 0 0,0 0 0 0 0,0 1 0 0 0,-1-1 0 0 0,1 1 0 0 0,0-1 0 0 0,-1 0 0 0 0,1 1 0 0 0,0-1 0 0 0,-1 0 0 0 0,1 1 0 0 0,-1-1 0 0 0,1 0 0 0 0,-1 1 0 0 0,1-1 0 0 0,-1 0 0 0 0,1 0 0 0 0,0 0 0 0 0,-1 1-1 0 0,1-1 1 0 0,-1 0 0 0 0,0 0 0 0 0,1 0 0 0 0,-1 0 0 0 0,1 0 0 0 0,-1 0 0 0 0,1 0 0 0 0,-1 0 0 0 0,1 0 0 0 0,-1 0 0 0 0,1 0 0 0 0,-1-1 0 0 0,1 1 0 0 0,-1 0 0 0 0,0-1-19 0 0,1 1 1 0 0,0 0-1 0 0,-1 0 1 0 0,1 0-1 0 0,0 0 0 0 0,-1 0 1 0 0,1 0-1 0 0,-1-1 0 0 0,1 1 1 0 0,0 0-1 0 0,-1 0 0 0 0,1 0 1 0 0,0 0-1 0 0,-1 0 1 0 0,1 1-1 0 0,-1-1 0 0 0,1 0 1 0 0,0 0-1 0 0,-1 0 0 0 0,1 0 1 0 0,0 0-1 0 0,-1 0 1 0 0,1 0-1 0 0,0 1 0 0 0,-1-1 1 0 0,1 0-1 0 0,0 0 0 0 0,-1 1 1 0 0,1-1-1 0 0,0 0 0 0 0,0 0 1 0 0,-1 1-1 0 0,1-1 1 0 0,0 0-1 0 0,0 1 0 0 0,0-1 1 0 0,-1 0-1 0 0,1 1 0 0 0,0-1 1 0 0,0 0-1 0 0,0 1 1 0 0,0 0-1 0 0,0 0 1016 0 0,60-1-867 0 0,-35 0-147 0 0,-20 0 1735 0 0,-5 0-1739 0 0,0 0 1 0 0,1-1-1 0 0,-1 1 0 0 0,0 0 1 0 0,0 0-1 0 0,0 0 0 0 0,0-1 1 0 0,0 1-1 0 0,0 0 0 0 0,0 0 1 0 0,0 0-1 0 0,0-1 0 0 0,0 1 1 0 0,0 0-1 0 0,0 0 0 0 0,1 0 1 0 0,-1-1-1 0 0,-1 1 0 0 0,1 0 1 0 0,0 0-1 0 0,0 0 0 0 0,0-1 1 0 0,0 1-1 0 0,0 0 0 0 0,0 0 1 0 0,0 0-1 0 0,0-1 0 0 0,0 1 1 0 0,0 0-1 0 0,0 0 0 0 0,0 0 1 0 0,-1 0-1 0 0,1-1 0 0 0,0 1 1 0 0,0 0-1 0 0,0 0 0 0 0,0 0 1 0 0,0 0-1 0 0,-1 0 0 0 0,1 0 1 0 0,0-1-1 0 0,0 1 0 0 0,0 0 1 0 0,-1 0-1 0 0,1 0 0 0 0,0 0 1 0 0,0 0-1 0 0,0 0 0 0 0,-1 0 1 0 0,1 0-1 0 0,0 0 0 0 0,0 0 1 0 0,0 0-1 0 0,-1 0 0 0 0,1 0 1 0 0,0 0-1 0 0,0 0 1 0 0,0 0-1 0 0,-1 0 0 0 0,-19 0 151 0 0,15 0-13 0 0,0 0-40 0 0,-12-1-14 0 0,6 0-38 0 0,1 1 0 0 0,0 0 0 0 0,0 0 0 0 0,0 1 0 0 0,0 0 0 0 0,0 1 0 0 0,-12 3 0 0 0,17-4-43 0 0,4-1-12 0 0,0 0 0 0 0,0 0 0 0 0,-1 0 0 0 0,1 0 0 0 0,0 0 0 0 0,0 1 0 0 0,0-1 0 0 0,0 0 0 0 0,0 1 0 0 0,-1-1 1 0 0,1 0-1 0 0,0 1 0 0 0,0-1 0 0 0,0 1 0 0 0,0 0 0 0 0,0-1 0 0 0,0 1 0 0 0,1 0 0 0 0,-1-1 0 0 0,0 1 0 0 0,0 0 1 0 0,-1 2-1 0 0,-10 7-52 0 0,-6 6-38 0 0,18-16 90 0 0,0 1-1 0 0,-1-1 1 0 0,1 1-1 0 0,0-1 1 0 0,0 0 0 0 0,-1 1-1 0 0,1-1 1 0 0,0 1-1 0 0,0-1 1 0 0,0 1-1 0 0,0-1 1 0 0,0 0 0 0 0,0 1-1 0 0,0-1 1 0 0,0 1-1 0 0,0-1 1 0 0,0 1-1 0 0,0-1 1 0 0,0 1 0 0 0,0-1-1 0 0,0 1 1 0 0,0-1-1 0 0,0 1 1 0 0,1-1-1 0 0,-1 0 1 0 0,0 1-1 0 0,0-1 1 0 0,0 1 0 0 0,1-1-1 0 0,-1 0 1 0 0,0 1-1 0 0,1-1 1 0 0,-1 0-1 0 0,0 1 1 0 0,1-1 0 0 0,-1 0-1 0 0,0 1 1 0 0,1-1-1 0 0,-1 0 1 0 0,1 0-1 0 0,-1 1 1 0 0,1-1 0 0 0,6 3 27 0 0,-6-3-26 0 0,-1 0 1 0 0,1 0-1 0 0,0 0 0 0 0,0 0 1 0 0,0 1-1 0 0,0-1 0 0 0,-1 0 1 0 0,1 1-1 0 0,0-1 0 0 0,0 0 1 0 0,0 1-1 0 0,-1-1 1 0 0,1 1-1 0 0,0-1 0 0 0,-1 1 1 0 0,1 0-1 0 0,-1-1 0 0 0,1 1 1 0 0,0 0-1 0 0,-1-1 0 0 0,0 1 1 0 0,1 0-1 0 0,-1 0 0 0 0,1-1 1 0 0,-1 1-1 0 0,0 0 1 0 0,1 0-1 0 0,-1 1 0 0 0,0-1-3 0 0,0-1 0 0 0,0 1 1 0 0,1-1-1 0 0,-1 1 0 0 0,0-1 0 0 0,0 1 0 0 0,0-1 0 0 0,1 1 0 0 0,-1-1 0 0 0,0 1 1 0 0,1-1-1 0 0,-1 1 0 0 0,0-1 0 0 0,1 1 0 0 0,-1-1 0 0 0,1 1 0 0 0,-1-1 0 0 0,1 0 1 0 0,-1 1-1 0 0,0-1 0 0 0,1 0 0 0 0,0 0 0 0 0,-1 1 0 0 0,1-1 0 0 0,-1 0 0 0 0,1 0 1 0 0,-1 0-1 0 0,1 0 0 0 0,-1 1 0 0 0,1-1 0 0 0,-1 0 0 0 0,1 0 0 0 0,0 0 0 0 0,-1 0 0 0 0,1 0 1 0 0,0-1-1 0 0,0 1 2 0 0,-1 0 1 0 0,1 0-1 0 0,-1 0 1 0 0,1 0-1 0 0,-1 0 0 0 0,1 0 1 0 0,-1 0-1 0 0,1 0 1 0 0,-1 0-1 0 0,1 0 1 0 0,-1 0-1 0 0,1 1 1 0 0,-1-1-1 0 0,1 0 0 0 0,-1 0 1 0 0,0 0-1 0 0,1 1 1 0 0,-1-1-1 0 0,1 0 1 0 0,-1 0-1 0 0,1 1 1 0 0,-1-1-1 0 0,0 0 1 0 0,1 1-1 0 0,-1-1 0 0 0,0 1 1 0 0,1-1-1 0 0,-1 0 1 0 0,0 1-1 0 0,0-1 1 0 0,1 1-1 0 0,-1-1 1 0 0,0 1-1 0 0,0-1 0 0 0,0 1 1 0 0,0 0 0 0 0,0-1 1 0 0,0 1-1 0 0,0-1 1 0 0,1 1-1 0 0,-1-1 1 0 0,0 1 0 0 0,0-1-1 0 0,0 1 1 0 0,0-1-1 0 0,1 1 1 0 0,-1-1-1 0 0,0 1 1 0 0,0-1-1 0 0,1 1 1 0 0,-1-1-1 0 0,0 1 1 0 0,1-1-1 0 0,-1 0 1 0 0,1 1-1 0 0,-1-1 1 0 0,0 0-1 0 0,1 1 1 0 0,-1-1-1 0 0,1 0 1 0 0,-1 0-1 0 0,1 1 1 0 0,-1-1-1 0 0,1 0 1 0 0,-1 0-1 0 0,1 0 1 0 0,-1 0-1 0 0,1 0 1 0 0,-1 0-1 0 0,1 1 1 0 0,-1-1-1 0 0,1 0 1 0 0,-1-1-1 0 0,1 1 1 0 0,0 0 0 0 0,-1 0-1 0 0,1 0 1 0 0,-1 0-1 0 0,1 0 1 0 0,38 8-16 0 0,111 28 334 0 0,-147-34-310 0 0,0-1 0 0 0,0 0 0 0 0,0 1-1 0 0,0 0 1 0 0,0 0 0 0 0,0 0 0 0 0,0 0 0 0 0,0 0-1 0 0,-1 0 1 0 0,1 1 0 0 0,-1 0 0 0 0,0-1-1 0 0,2 4 1 0 0,16 16 120 0 0,-18-20-105 0 0,0 0 0 0 0,0-1 0 0 0,0 1 0 0 0,0 0 0 0 0,-1 1 0 0 0,1-1 0 0 0,-1 0 0 0 0,1 0 0 0 0,-1 1 0 0 0,0-1 0 0 0,0 0 0 0 0,0 1 0 0 0,0-1 0 0 0,0 1 0 0 0,0 0 0 0 0,-1-1 0 0 0,1 1 0 0 0,-1 0 0 0 0,0-1 0 0 0,0 1 0 0 0,0 0 0 0 0,0-1 0 0 0,-1 5 0 0 0,0-4 9 0 0,-1 0 0 0 0,1 0-1 0 0,-1 0 1 0 0,0-1 0 0 0,1 1-1 0 0,-1 0 1 0 0,-1-1 0 0 0,1 0-1 0 0,0 1 1 0 0,0-1 0 0 0,-1 0-1 0 0,0 0 1 0 0,1 0 0 0 0,-1-1-1 0 0,0 1 1 0 0,0-1 0 0 0,0 1-1 0 0,0-1 1 0 0,0 0 0 0 0,-4 1-1 0 0,-19 5-366 0 0,0-1-1 0 0,0-1 1 0 0,0-1 0 0 0,-1-1-1 0 0,-49-2 1 0 0,74 0 165 0 0,-1-1 1 0 0,1 0 0 0 0,-1 0 0 0 0,0 0 0 0 0,1 0 0 0 0,-1-1 0 0 0,0 1-1 0 0,1-1 1 0 0,-1 1 0 0 0,1-1 0 0 0,-1 0 0 0 0,1 0 0 0 0,-1 0 0 0 0,1 0-1 0 0,0-1 1 0 0,-1 1 0 0 0,-2-3 0 0 0,3 1-314 0 0,1 0 1 0 0,-1 0-1 0 0,1-1 0 0 0,0 1 1 0 0,0-1-1 0 0,0 1 0 0 0,0-1 1 0 0,0 1-1 0 0,1-1 0 0 0,0 1 1 0 0,-1-1-1 0 0,1 0 0 0 0,1-4 1 0 0,-1-33-3349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13 240 0 0,'-1'-1'240'0'0,"1"1"-1"0"0,0-1 1 0 0,0 1 0 0 0,0-1-1 0 0,0 1 1 0 0,0-1 0 0 0,-1 1-1 0 0,1-1 1 0 0,0 1-1 0 0,-1-1 1 0 0,1 1 0 0 0,0-1-1 0 0,-1 1 1 0 0,1 0 0 0 0,0-1-1 0 0,-1 1 1 0 0,1 0 0 0 0,-1-1-1 0 0,1 1 1 0 0,-1 0-1 0 0,1-1 1 0 0,0 1 0 0 0,-1 0-1 0 0,1 0 1 0 0,-1 0 0 0 0,0 0-1 0 0,1-1 1 0 0,-1 1-1 0 0,0 0 1 0 0,-25-2 1543 0 0,-27 10-1004 0 0,32-1-384 0 0,-3-1 134 0 0,0 2-1 0 0,1 0 1 0 0,0 2-1 0 0,0 0 1 0 0,1 2 0 0 0,-24 16-1 0 0,42-24-446 0 0,0 0-1 0 0,1 0 0 0 0,0 0 1 0 0,0 1-1 0 0,0-1 0 0 0,0 1 0 0 0,0-1 1 0 0,1 1-1 0 0,0 0 0 0 0,0 0 1 0 0,1 0-1 0 0,-1 1 0 0 0,1-1 0 0 0,0 0 1 0 0,0 6-1 0 0,0-2-33 0 0,0 1-1 0 0,1-1 1 0 0,1 0-1 0 0,-1 0 1 0 0,1 1-1 0 0,1-1 1 0 0,4 14-1 0 0,-5-18-37 0 0,2-1-1 0 0,-1 0 1 0 0,0 0 0 0 0,1 0-1 0 0,0 0 1 0 0,0 0-1 0 0,0 0 1 0 0,0-1 0 0 0,1 0-1 0 0,-1 1 1 0 0,1-1 0 0 0,0-1-1 0 0,0 1 1 0 0,0 0-1 0 0,0-1 1 0 0,5 2 0 0 0,10 4-20 0 0,-1-1 0 0 0,29 7 1 0 0,-45-13 8 0 0,16 4-87 0 0,-1-1 0 0 0,0 0 1 0 0,1-1-1 0 0,0-1 0 0 0,0-1 1 0 0,0 0-1 0 0,0-2 0 0 0,-1 0 1 0 0,1 0-1 0 0,0-2 0 0 0,-1 0 1 0 0,1-2-1 0 0,18-6 0 0 0,-32 10 71 0 0,-1-1 0 0 0,1 1-1 0 0,-1-1 1 0 0,1 0 0 0 0,-1 0 0 0 0,0 0-1 0 0,1-1 1 0 0,-1 1 0 0 0,-1-1-1 0 0,1 1 1 0 0,0-1 0 0 0,-1 0-1 0 0,1 0 1 0 0,-1 0 0 0 0,0-1 0 0 0,0 1-1 0 0,0 0 1 0 0,0-1 0 0 0,-1 0-1 0 0,1 1 1 0 0,-1-1 0 0 0,0 0-1 0 0,0 0 1 0 0,0 1 0 0 0,-1-1 0 0 0,0 0-1 0 0,1-5 1 0 0,3-13-126 0 0,0 1 32 0 0,-2 15 72 0 0,0 0 0 0 0,0 0 0 0 0,-1 0 0 0 0,0 0 0 0 0,0-1 0 0 0,0 1 0 0 0,-1 0 0 0 0,0 0-1 0 0,0 0 1 0 0,-1-1 0 0 0,0 1 0 0 0,0 0 0 0 0,0 0 0 0 0,-1 0 0 0 0,1 0 0 0 0,-2 0 0 0 0,1 0 0 0 0,-6-9 0 0 0,-17-7-1 0 0,25 21 57 0 0,-1 1 0 0 0,0-1 0 0 0,1 1 1 0 0,-1 0-1 0 0,0-1 0 0 0,1 1 0 0 0,-1 0 1 0 0,0 0-1 0 0,0 0 0 0 0,1-1 0 0 0,-1 1 1 0 0,0 0-1 0 0,0 0 0 0 0,1 0 0 0 0,-1 0 0 0 0,0 0 1 0 0,0 0-1 0 0,1 0 0 0 0,-1 1 0 0 0,0-1 1 0 0,0 0-1 0 0,1 0 0 0 0,-1 1 0 0 0,0-1 1 0 0,0 0-1 0 0,1 1 0 0 0,-1-1 0 0 0,0 0 0 0 0,1 1 1 0 0,-1-1-1 0 0,1 1 0 0 0,-1-1 0 0 0,1 1 1 0 0,-1 0-1 0 0,1-1 0 0 0,-1 1 0 0 0,1-1 1 0 0,-1 1-1 0 0,1 0 0 0 0,0-1 0 0 0,-1 1 1 0 0,1 0-1 0 0,0 1 0 0 0,-7 7 585 0 0,4-5-536 0 0,0 0-1 0 0,0 1 1 0 0,0-1 0 0 0,1 1-1 0 0,0-1 1 0 0,-1 1-1 0 0,2 0 1 0 0,-1 0-1 0 0,1 0 1 0 0,-1 0-1 0 0,1 0 1 0 0,1 0 0 0 0,-1 7-1 0 0,1 81 459 0 0,2-45-338 0 0,0-12-150 0 0,1 0 1 0 0,1 0 0 0 0,3 0-1 0 0,1-1 1 0 0,1 0 0 0 0,2 0 0 0 0,29 63-1 0 0,-35-88-336 0 0,0-1 0 0 0,-1 1 0 0 0,0 0 0 0 0,-1 0 0 0 0,0 0-1 0 0,-1 0 1 0 0,3 20 0 0 0,-6-30 217 0 0,1 1 0 0 0,0-1 1 0 0,0 1-1 0 0,0-1 0 0 0,0 0 0 0 0,0 1 0 0 0,0-1 0 0 0,0 1 0 0 0,0-1 1 0 0,0 0-1 0 0,0 1 0 0 0,0-1 0 0 0,0 0 0 0 0,0 1 0 0 0,0-1 1 0 0,0 1-1 0 0,0-1 0 0 0,0 0 0 0 0,0 1 0 0 0,0-1 0 0 0,0 1 1 0 0,1-1-1 0 0,-1 0 0 0 0,0 1 0 0 0,0-1 0 0 0,0 0 0 0 0,1 1 0 0 0,-1-1 1 0 0,0 0-1 0 0,1 0 0 0 0,-1 1 0 0 0,0-1 0 0 0,0 0 0 0 0,1 0 1 0 0,-1 1-1 0 0,1-1 0 0 0,-1 0 0 0 0,0 0 0 0 0,1 0 0 0 0,-1 0 0 0 0,0 0 1 0 0,1 0-1 0 0,-1 1 0 0 0,1-1 0 0 0,-1 0 0 0 0,0 0 0 0 0,1 0 1 0 0,-1 0-1 0 0,1 0 0 0 0,-1 0 0 0 0,0 0 0 0 0,1-1 0 0 0,0 1 0 0 0,13-12-2433 0 0,-13 9 2012 0 0,0 0 0 0 0,0 0 0 0 0,0 0-1 0 0,-1 0 1 0 0,1 0 0 0 0,-1 0 0 0 0,0 0-1 0 0,0 0 1 0 0,0-4 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6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1201 0 0,'-3'23'7902'0'0,"-11"-6"-6459"0"0,6-12-997 0 0,7-3-364 0 0,0-1 1 0 0,1 0 0 0 0,-1 0-1 0 0,0 1 1 0 0,0-1 0 0 0,1 0-1 0 0,-1 1 1 0 0,1-1 0 0 0,-1 1-1 0 0,1-1 1 0 0,0 1-1 0 0,0-1 1 0 0,-1 1 0 0 0,1-1-1 0 0,0 1 1 0 0,0-1 0 0 0,1 1-1 0 0,-1-1 1 0 0,0 1 0 0 0,0-1-1 0 0,1 1 1 0 0,-1-1 0 0 0,1 0-1 0 0,-1 1 1 0 0,1-1 0 0 0,-1 1-1 0 0,1-1 1 0 0,0 0-1 0 0,0 0 1 0 0,1 2 0 0 0,27 36 810 0 0,-12-23-811 0 0,1-1 0 0 0,0 0 0 0 0,1-1 1 0 0,0-1-1 0 0,1-1 0 0 0,0-1 0 0 0,1 0 1 0 0,0-2-1 0 0,1-1 0 0 0,0 0 0 0 0,23 4 1 0 0,15 6-777 0 0,-53-20-2017 0 0,-4-1 2127 0 0,-2 3 560 0 0,20-10-1869 0 0,-21 9 1783 0 0,1 1 1 0 0,-1 0-1 0 0,1-1 1 0 0,-1 1-1 0 0,1-1 1 0 0,-1 1-1 0 0,1-1 1 0 0,-1 1-1 0 0,1-1 1 0 0,-1 1-1 0 0,0-1 1 0 0,1 1-1 0 0,-1-1 1 0 0,0 0-1 0 0,0 1 1 0 0,1-1-1 0 0,-1 1 1 0 0,0-1-1 0 0,0 0 1 0 0,0 1-1 0 0,0-1 1 0 0,0 0-1 0 0,0 1 1 0 0,0-1-1 0 0,0 0 1 0 0,0 1-1 0 0,0-1 1 0 0,0 0-1 0 0,0 1 1 0 0,0-1-1 0 0,-1 1 1 0 0,1-1-1 0 0,0 0 1 0 0,0 1-1 0 0,-1-1 1 0 0,1 1-1 0 0,0-1 1 0 0,-1 1-1 0 0,1-1 0 0 0,-1 1 1 0 0,1-1-1 0 0,-1 1 1 0 0,1-1-1 0 0,-1 1 1 0 0,1-1-1 0 0,-1 1 1 0 0,1 0-1 0 0,-1-1 1 0 0,-25-12-2372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61 403 4962 0 0,'-30'0'5043'0'0,"0"0"-3843"0"0,30-8-640 0 0,0-11 81 0 0,30-26-1 0 0,60-76 320 0 0,1 33-479 0 0,-61 30-1362 0 0,0 20-1840 0 0,1 13-2241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1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32 2001 0 0,'0'-20'5843'0'0,"-31"26"-3522"0"0,31 2-1761 0 0,-30-2-160 0 0,0-6 80 0 0,30 5-80 0 0,-30-5 1 0 0,30 8-321 0 0,0-16-480 0 0,0 3-641 0 0,0-1-1040 0 0,0-8-1441 0 0,0 3 81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7 800 0 0,'0'2'5736'0'0,"0"-4"-5242"0"0,0 2-489 0 0,0 0 0 0 0,0 0 0 0 0,0 0 0 0 0,0 0 0 0 0,0 0 0 0 0,0-1 0 0 0,0 1 0 0 0,-1 0-1 0 0,1 0 1 0 0,0 0 0 0 0,0 0 0 0 0,0 0 0 0 0,0-1 0 0 0,0 1 0 0 0,0 0 0 0 0,0 0 0 0 0,0 0 0 0 0,0 0 0 0 0,0-1 0 0 0,0 1 0 0 0,0 0 0 0 0,0 0 0 0 0,0 0 0 0 0,0 0 0 0 0,0-1 0 0 0,0 1 0 0 0,0 0 0 0 0,0 0 0 0 0,1 0 0 0 0,-1 0-1 0 0,0 0 1 0 0,0-1 0 0 0,0 1 0 0 0,0 0 0 0 0,0 0 0 0 0,0 0 0 0 0,0 0 0 0 0,0 0 0 0 0,1 0 0 0 0,-1-1 0 0 0,0 1 0 0 0,0 0 0 0 0,0 0 0 0 0,0 0 0 0 0,0 0 0 0 0,1 0 0 0 0,-1 0 0 0 0,0 0 0 0 0,0 0 0 0 0,0 0 0 0 0,0 0 0 0 0,1 0-1 0 0,-1 0 1 0 0,0 0 0 0 0,0 0 0 0 0,0 0 0 0 0,0 0 0 0 0,1 0 0 0 0,-1 0 0 0 0,0 0 0 0 0,0 0 0 0 0,0 0 0 0 0,0 0 0 0 0,1 0 0 0 0,-1 0 0 0 0,0 0 0 0 0,0 0 0 0 0,0 0 0 0 0,0 1 0 0 0,21-1 128 0 0,-16 0 908 0 0,-10 0-855 0 0,-21 0 521 0 0,21 0-467 0 0,-136 19 1761 0 0,88-15-555 0 0,50-3-1390 0 0,1-1 1 0 0,-1 1-1 0 0,1 0 0 0 0,0-1 1 0 0,-1 1-1 0 0,1 0 1 0 0,0 1-1 0 0,0-1 0 0 0,-1 0 1 0 0,1 1-1 0 0,0-1 1 0 0,0 1-1 0 0,1-1 0 0 0,-1 1 1 0 0,-2 3-1 0 0,-4 9 528 0 0,7-13-547 0 0,0 1 0 0 0,0-1 0 0 0,1 0 0 0 0,-1 1 0 0 0,0-1 0 0 0,0 0 0 0 0,0 1 0 0 0,0-1 0 0 0,0 0 0 0 0,-1 0 0 0 0,1 0 0 0 0,0 0 0 0 0,-1 0 0 0 0,1 0 0 0 0,0-1 0 0 0,-1 1 0 0 0,1 0 0 0 0,-1-1 0 0 0,1 1 0 0 0,-3 0 0 0 0,-10 4 56 0 0,1 1 0 0 0,0 0 1 0 0,0 1-1 0 0,-20 15 1 0 0,23 4 52 0 0,8-24-137 0 0,0-1-1 0 0,0 1 1 0 0,0 0-1 0 0,0 0 0 0 0,0 0 1 0 0,0 0-1 0 0,1 0 1 0 0,-1 0-1 0 0,-2 5 0 0 0,0 34 82 0 0,4-40-88 0 0,0 0 1 0 0,0 0-1 0 0,0 0 1 0 0,0 0-1 0 0,0 0 1 0 0,-1 0-1 0 0,1 0 0 0 0,0 0 1 0 0,-1 0-1 0 0,1 0 1 0 0,0 0-1 0 0,-1 0 1 0 0,1 0-1 0 0,-1 0 1 0 0,0-1-1 0 0,1 1 1 0 0,-1 0-1 0 0,0 0 1 0 0,1 0-1 0 0,-1-1 1 0 0,0 1-1 0 0,0 0 1 0 0,0-1-1 0 0,1 1 0 0 0,-1-1 1 0 0,-2 1-1 0 0,2 0-2 0 0,0-1-1 0 0,0 1 1 0 0,0 0-1 0 0,0-1 1 0 0,1 1-1 0 0,-1 0 1 0 0,0-1-1 0 0,0 1 1 0 0,0 0-1 0 0,0 0 1 0 0,1 0-1 0 0,-1 0 1 0 0,0 0 0 0 0,1 0-1 0 0,-1 0 1 0 0,1 0-1 0 0,-1 0 1 0 0,1 0-1 0 0,0 0 1 0 0,-1 0-1 0 0,1 0 1 0 0,0 0-1 0 0,0 1 1 0 0,0-1-1 0 0,0 0 1 0 0,0 2-1 0 0,0 167 81 0 0,0-167-84 0 0,0 0 0 0 0,0 0 0 0 0,0 0 0 0 0,1-1 0 0 0,-1 1 0 0 0,1 0 0 0 0,0-1 0 0 0,0 1 0 0 0,0-1 0 0 0,0 1 0 0 0,0-1 0 0 0,0 1 0 0 0,1-1 0 0 0,0 0 0 0 0,-1 1 0 0 0,3 1 1 0 0,4 7 3 0 0,-6-7-11 0 0,0 0-1 0 0,1 0 0 0 0,-1-1 0 0 0,1 1 0 0 0,0 0 1 0 0,0-1-1 0 0,0 0 0 0 0,0 0 0 0 0,1 0 0 0 0,0 0 1 0 0,-1 0-1 0 0,1-1 0 0 0,0 1 0 0 0,0-1 0 0 0,0 0 1 0 0,0 0-1 0 0,1-1 0 0 0,-1 1 0 0 0,0-1 0 0 0,1 0 1 0 0,-1 0-1 0 0,1 0 0 0 0,-1-1 0 0 0,1 0 0 0 0,5 0 1 0 0,23 3-21 0 0,0-2 0 0 0,1-1 0 0 0,0-2 0 0 0,38-7 0 0 0,-22 2 27 0 0,21-5-82 0 0,-67 11 75 0 0,1 0 1 0 0,-1-1 0 0 0,0 1-1 0 0,0-1 1 0 0,0 0-1 0 0,0 0 1 0 0,0-1 0 0 0,0 1-1 0 0,-1-1 1 0 0,1 0-1 0 0,-1 1 1 0 0,5-6-1 0 0,-6 6 13 0 0,-1 0 0 0 0,1 0 0 0 0,0 1 0 0 0,-1-1 0 0 0,0 0 0 0 0,1 0 0 0 0,-1 0-1 0 0,0 0 1 0 0,0-1 0 0 0,0 1 0 0 0,0 0 0 0 0,0 0 0 0 0,-1-1 0 0 0,1 1-1 0 0,-1 0 1 0 0,0-1 0 0 0,1 1 0 0 0,-1-1 0 0 0,0 1 0 0 0,0-3 0 0 0,-3 0 4 0 0,0 0 0 0 0,0 1 0 0 0,0-1 0 0 0,0 1 1 0 0,-1 0-1 0 0,1 0 0 0 0,-1 0 0 0 0,-7-6 0 0 0,-1-1-3 0 0,-7-4 8 0 0,0 1 0 0 0,0 0 0 0 0,-1 2 0 0 0,-1 0 0 0 0,0 1 0 0 0,-1 2 0 0 0,-39-13 0 0 0,53 19 10 0 0,-1 1 0 0 0,0 0 0 0 0,0 0 0 0 0,0 1 0 0 0,0 0 0 0 0,-18 1 0 0 0,17 1-66 0 0,5-1-381 0 0,5 0 395 0 0,0 0 0 0 0,0 0 1 0 0,-1 0-1 0 0,1 0 0 0 0,0 0 1 0 0,0 1-1 0 0,0-1 0 0 0,0 0 1 0 0,0 0-1 0 0,0 0 0 0 0,0 0 1 0 0,0 1-1 0 0,0-1 1 0 0,0 0-1 0 0,0 0 0 0 0,0 0 1 0 0,0 0-1 0 0,0 1 0 0 0,0-1 1 0 0,0 0-1 0 0,0 0 0 0 0,0 0 1 0 0,0 0-1 0 0,0 1 0 0 0,0-1 1 0 0,0 0-1 0 0,0 0 0 0 0,0 0 1 0 0,0 0-1 0 0,0 1 0 0 0,0-1 1 0 0,0 0-1 0 0,0 0 0 0 0,1 0 1 0 0,-1 0-1 0 0,0 0 0 0 0,0 1 1 0 0,0-1-1 0 0,0 0 0 0 0,0 0 1 0 0,0 0-1 0 0,1 0 0 0 0,-1 0 1 0 0,0 0-1 0 0,0 0 1 0 0,0 0-1 0 0,0 0 0 0 0,1 1 1 0 0,-1-1-1 0 0,0 0 0 0 0,0 0 1 0 0,0 0-1 0 0,0 0 0 0 0,1 0 1 0 0,-1 0-1 0 0,0 0 0 0 0,0 0 1 0 0,0 0-1 0 0,1 0 0 0 0,-1 0 1 0 0,0-1-1 0 0,0 1 0 0 0,0 0 1 0 0,0 0-1 0 0,1 0 0 0 0,-1 0 1 0 0,2 0-233 0 0,0 0 1 0 0,0 1-1 0 0,0-1 1 0 0,0-1-1 0 0,0 1 0 0 0,0 0 1 0 0,0 0-1 0 0,0-1 1 0 0,0 1-1 0 0,0-1 1 0 0,4-1-1 0 0,26-6-3176 0 0,19 1 478 0 0,-16-5 254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9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41 1921 0 0,'0'0'1867'0'0,"-2"-5"2090"0"0,9-1-3338 0 0,73-1-259 0 0,-50 13 147 0 0,-25-6 40 0 0,-5 1-513 0 0,-1 0 1 0 0,0-1 0 0 0,1 1-1 0 0,-1-1 1 0 0,0 1-1 0 0,0-1 1 0 0,1 1 0 0 0,-1-1-1 0 0,0 1 1 0 0,0-1-1 0 0,0 1 1 0 0,1-1-1 0 0,-1 0 1 0 0,0 0 0 0 0,0 0-1 0 0,0 1 1 0 0,0-1-1 0 0,0 0 1 0 0,0 0 0 0 0,0 0-1 0 0,0 0 1 0 0,0 0-1 0 0,0 0 1 0 0,1-1 0 0 0,-1 1-1 0 0,-1 0 1 0 0,-5-2 2993 0 0,-9-4-2288 0 0,-3 1-480 0 0,6 2-165 0 0,1 0 1 0 0,-1 1-1 0 0,0 0 0 0 0,1 1 0 0 0,-23 0 1 0 0,-13-1 119 0 0,21-1-84 0 0,16 1-72 0 0,-1 0 1 0 0,1 1-1 0 0,-1 1 1 0 0,1 0-1 0 0,-1 1 1 0 0,-17 2-1 0 0,28-3-62 0 0,0 0 1 0 0,0 0-1 0 0,0 0 0 0 0,1 0 0 0 0,-1 0 1 0 0,0 1-1 0 0,0-1 0 0 0,0 0 1 0 0,0 1-1 0 0,0-1 0 0 0,0 0 0 0 0,0 1 1 0 0,1-1-1 0 0,-1 1 0 0 0,0-1 1 0 0,0 1-1 0 0,1-1 0 0 0,-1 1 0 0 0,0 0 1 0 0,1-1-1 0 0,-1 1 0 0 0,0 0 1 0 0,1 0-1 0 0,-1-1 0 0 0,1 1 0 0 0,0 0 1 0 0,-1 0-1 0 0,1 0 0 0 0,-1 0 1 0 0,1-1-1 0 0,0 3 0 0 0,6 9-70 0 0,25 5 64 0 0,-19-9 14 0 0,2 0-1 0 0,-1-2 1 0 0,1 1-1 0 0,18 5 0 0 0,144 46-4 0 0,-171-56 17 0 0,0 1 0 0 0,0-1 0 0 0,0 1 0 0 0,0 0 0 0 0,-1 1 0 0 0,1-1 0 0 0,-1 1 0 0 0,0 0 0 0 0,0 0 0 0 0,0 0 0 0 0,0 1 0 0 0,-1-1 0 0 0,0 1 0 0 0,0 0 0 0 0,0 0 0 0 0,-1 0 0 0 0,1 0 0 0 0,-1 1 0 0 0,0-1-1 0 0,1 7 1 0 0,4 7 14 0 0,-6-18-29 0 0,0 0 0 0 0,-1 1-1 0 0,1-1 1 0 0,-1 1 0 0 0,0-1 0 0 0,1 1-1 0 0,-1-1 1 0 0,0 1 0 0 0,0-1-1 0 0,0 1 1 0 0,0-1 0 0 0,0 1 0 0 0,0-1-1 0 0,-1 0 1 0 0,1 1 0 0 0,0-1 0 0 0,-1 1-1 0 0,1-1 1 0 0,-1 1 0 0 0,1-1-1 0 0,-1 0 1 0 0,0 1 0 0 0,0-1 0 0 0,0 0-1 0 0,1 0 1 0 0,-1 0 0 0 0,0 0 0 0 0,0 1-1 0 0,-1-1 1 0 0,0 1 0 0 0,-8 9 24 0 0,6-1-38 0 0,3-9 3 0 0,1 1-1 0 0,0-1 0 0 0,-1 0 0 0 0,1 1 1 0 0,0-1-1 0 0,-1 0 0 0 0,0 0 1 0 0,1 0-1 0 0,-1 0 0 0 0,0 1 0 0 0,1-1 1 0 0,-1 0-1 0 0,0 0 0 0 0,0 0 1 0 0,0 0-1 0 0,0-1 0 0 0,0 1 1 0 0,0 0-1 0 0,0 0 0 0 0,0-1 0 0 0,0 1 1 0 0,-1 0-1 0 0,1-1 0 0 0,0 1 1 0 0,0-1-1 0 0,0 1 0 0 0,-1-1 0 0 0,1 0 1 0 0,0 0-1 0 0,-1 0 0 0 0,1 1 1 0 0,0-1-1 0 0,-1 0 0 0 0,1 0 1 0 0,0-1-1 0 0,-1 1 0 0 0,1 0 0 0 0,0 0 1 0 0,-2-1-1 0 0,-7-1-129 0 0,-9-2-455 0 0,0 0 0 0 0,0-1 1 0 0,1-1-1 0 0,0-1 0 0 0,0-1 0 0 0,-32-18 1 0 0,-10-30-2609 0 0,-1-3-1133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5 320 0 0,'7'-1'558'0'0,"1"0"0"0"0,-1 0 0 0 0,0 0 0 0 0,1 1 0 0 0,-1 0 0 0 0,1 0 0 0 0,-1 1 0 0 0,14 3 0 0 0,-19-4-437 0 0,1 1-1 0 0,-1 0 0 0 0,0 0 0 0 0,0 0 1 0 0,0 0-1 0 0,0 1 0 0 0,0-1 1 0 0,0 1-1 0 0,0-1 0 0 0,0 1 0 0 0,0-1 1 0 0,0 1-1 0 0,-1 0 0 0 0,1 0 1 0 0,-1 0-1 0 0,0 0 0 0 0,1 0 0 0 0,-1 0 1 0 0,0 0-1 0 0,0 0 0 0 0,0 1 1 0 0,-1-1-1 0 0,1 0 0 0 0,0 1 0 0 0,-1-1 1 0 0,0 0-1 0 0,1 1 0 0 0,-1-1 0 0 0,0 5 1 0 0,0 10 402 0 0,1-10-318 0 0,-1-1 1 0 0,0 1-1 0 0,-1 0 1 0 0,1 0-1 0 0,-1-1 0 0 0,-3 14 1 0 0,-5 0 92 0 0,6-14-153 0 0,1 1 0 0 0,-1-1-1 0 0,1 1 1 0 0,0-1 0 0 0,1 1-1 0 0,-1-1 1 0 0,1 1 0 0 0,0 10-1 0 0,3 22 677 0 0,-1-22-605 0 0,-1-1 0 0 0,0 1-1 0 0,-1-1 1 0 0,-4 18 0 0 0,4-29-209 0 0,0-1 1 0 0,0 1 0 0 0,-1-1 0 0 0,0 0-1 0 0,0 1 1 0 0,0-1 0 0 0,0 0 0 0 0,-1 0-1 0 0,1 0 1 0 0,-1-1 0 0 0,0 1 0 0 0,0-1-1 0 0,0 0 1 0 0,-1 1 0 0 0,1-1 0 0 0,-1-1-1 0 0,0 1 1 0 0,0 0 0 0 0,-4 1 0 0 0,-17 7-635 0 0,24-11 506 0 0,1 0 0 0 0,-1-1 1 0 0,1 1-1 0 0,-1 0 0 0 0,1 0 1 0 0,0-1-1 0 0,-1 1 0 0 0,1 0 1 0 0,-1-1-1 0 0,1 1 0 0 0,0-1 1 0 0,-1 1-1 0 0,1 0 0 0 0,0-1 1 0 0,0 1-1 0 0,-1-1 0 0 0,1 1 1 0 0,0-1-1 0 0,0 1 0 0 0,0-1 1 0 0,-1 1-1 0 0,1-1 0 0 0,0 1 1 0 0,0-1-1 0 0,0 1 0 0 0,0-1 1 0 0,-2-6-717 0 0,-23-24-2325 0 0,-6-6-1520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2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5362 0 0,'-30'19'5043'0'0,"30"0"-2082"0"0,0-5-1840 0 0,30-8-881 0 0,0-1-480 0 0,0-5-721 0 0,31 0-1120 0 0,-1-5-880 0 0,0-9-401 0 0,1 8 241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45 2961 0 0,'-30'5'5043'0'0,"-30"1"-2082"0"0,5 2-1921 0 0,55-16-1040 0 0,0-3-1040 0 0,0-3-1921 0 0,0-5-481 0 0,0 7 401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3041 0 0,'0'31'6884'0'0,"-30"-4"-2242"0"0,-1-15-1761 0 0,31-5-7843 0 0,61-7 800 0 0,-31-7-3282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2561 0 0,'60'38'5123'0'0,"-30"-13"-2962"0"0,-30-19-1761 0 0,31 0-720 0 0,-31-12-321 0 0,30 6-319 0 0,0-12-881 0 0,0-7-720 0 0,0-14-321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23 1601 0 0,'-1'1'115'0'0,"0"0"0"0"0,0 0 0 0 0,0 0 0 0 0,0 0 0 0 0,0-1 0 0 0,0 1 0 0 0,0 0 0 0 0,0-1 0 0 0,0 1 0 0 0,0 0 0 0 0,0-1 0 0 0,0 0 0 0 0,0 1 0 0 0,0-1 0 0 0,-1 0 0 0 0,1 1 0 0 0,0-1 1 0 0,0 0-1 0 0,-1 0 0 0 0,-1 0 0 0 0,2 0 57 0 0,-4 1 535 0 0,0-1-334 0 0,-15-1-146 0 0,15-4-134 0 0,5-1-79 0 0,0 0-1 0 0,0 5 54 0 0,0 8 186 0 0,0-7-237 0 0,1 1 0 0 0,-1 0-1 0 0,0 0 1 0 0,0-1 0 0 0,0 1-1 0 0,1 0 1 0 0,-1 0-1 0 0,0-1 1 0 0,0 1 0 0 0,0 0-1 0 0,0 0 1 0 0,0-1 0 0 0,-1 1-1 0 0,1 0 1 0 0,0 0-1 0 0,0-1 1 0 0,0 1 0 0 0,-1 0-1 0 0,1-1 1 0 0,0 1 0 0 0,-1 0-1 0 0,1-1 1 0 0,0 1-1 0 0,-1 0 1 0 0,1-1 0 0 0,-1 1-1 0 0,1-1 1 0 0,-2 2 0 0 0,-18 1 10 0 0,15-1 28 0 0,0 2-28 0 0,-1-3-23 0 0,5-1-13 0 0,0 0 1 0 0,0 0 0 0 0,0 0 0 0 0,0 0 0 0 0,1 0 0 0 0,-1 1 0 0 0,0-1-1 0 0,0 0 1 0 0,0 0 0 0 0,1 1 0 0 0,-1-1 0 0 0,0 0 0 0 0,1 1 0 0 0,-1-1-1 0 0,0 1 1 0 0,1-1 0 0 0,-1 1 0 0 0,0-1 0 0 0,1 1 0 0 0,-1 0 0 0 0,1-1-1 0 0,-1 1 1 0 0,1 0 0 0 0,-1-1 0 0 0,1 1 0 0 0,-1 0 0 0 0,1-1-1 0 0,0 1 1 0 0,0 0 0 0 0,-1 0 0 0 0,1-1 0 0 0,0 1 0 0 0,0 0 0 0 0,0 0-1 0 0,0 0 1 0 0,0 0 0 0 0,0-1 0 0 0,0 1 0 0 0,0 0 0 0 0,0 0 0 0 0,0 0-1 0 0,0-1 1 0 0,1 3 0 0 0,-6-2-164 0 0,-4-1 134 0 0,-21 2-182 0 0,29-2 234 0 0,0 0 0 0 0,0 0 0 0 0,0 1 0 0 0,0-1 0 0 0,1 1 0 0 0,-1-1 1 0 0,0 1-1 0 0,0-1 0 0 0,0 1 0 0 0,1-1 0 0 0,-1 1 0 0 0,0 0 0 0 0,1-1 0 0 0,-1 1 0 0 0,1 0 1 0 0,-1 0-1 0 0,1 0 0 0 0,-1-1 0 0 0,1 1 0 0 0,-1 0 0 0 0,1 0 0 0 0,0 0 0 0 0,-1 0 1 0 0,1 0-1 0 0,0 0 0 0 0,0 0 0 0 0,0-1 0 0 0,-1 1 0 0 0,1 0 0 0 0,1 2 0 0 0,-2-2 15 0 0,1 0 0 0 0,0 0 0 0 0,-1 0 0 0 0,1 0-1 0 0,0 0 1 0 0,-1 0 0 0 0,0 0 0 0 0,1 0 0 0 0,-1 0-1 0 0,1-1 1 0 0,-1 1 0 0 0,0 0 0 0 0,1 0 0 0 0,-1 0-1 0 0,0-1 1 0 0,0 1 0 0 0,0 0 0 0 0,0-1-1 0 0,0 1 1 0 0,0-1 0 0 0,0 1 0 0 0,0-1 0 0 0,0 0-1 0 0,0 1 1 0 0,0-1 0 0 0,0 0 0 0 0,0 1 0 0 0,0-1-1 0 0,0 0 1 0 0,0 0 0 0 0,0 0 0 0 0,0 0 0 0 0,0 0-1 0 0,0 0 1 0 0,-2-1 0 0 0,8-5 666 0 0,13 5-161 0 0,-17 1-462 0 0,0 0 0 0 0,0 1 0 0 0,0-1 0 0 0,1 0-1 0 0,-1 0 1 0 0,0 0 0 0 0,0 0 0 0 0,0 0 0 0 0,1 0-1 0 0,-1 0 1 0 0,0 0 0 0 0,0 0 0 0 0,1 0 0 0 0,-1-1 0 0 0,0 1-1 0 0,0-1 1 0 0,0 1 0 0 0,0-1 0 0 0,0 1 0 0 0,0-1 0 0 0,0 0-1 0 0,0 1 1 0 0,0-1 0 0 0,0 0 0 0 0,0 0 0 0 0,0 0-1 0 0,0 0 1 0 0,0 1 0 0 0,-1-1 0 0 0,1 0 0 0 0,0-1 0 0 0,-1 1-1 0 0,1 0 1 0 0,-1 0 0 0 0,1 0 0 0 0,-1 0 0 0 0,1 0 0 0 0,-1-1-1 0 0,0 1 1 0 0,0 0 0 0 0,1-1 0 0 0,-2 0-33 0 0,1 1-1 0 0,0 0 1 0 0,0 0 0 0 0,0-1 0 0 0,0 1 0 0 0,0 0 0 0 0,0 0-1 0 0,0-1 1 0 0,0 1 0 0 0,0 0 0 0 0,0 0 0 0 0,1-1-1 0 0,-1 1 1 0 0,0 0 0 0 0,1 0 0 0 0,-1 0 0 0 0,1 0 0 0 0,0 0-1 0 0,-1-1 1 0 0,1 1 0 0 0,0 0 0 0 0,0 0 0 0 0,-1 1-1 0 0,1-1 1 0 0,0 0 0 0 0,0 0 0 0 0,0 0 0 0 0,0 0 0 0 0,0 1-1 0 0,0-1 1 0 0,0 1 0 0 0,1-1 0 0 0,-1 1 0 0 0,2-1-1 0 0,2-2 14 0 0,1-4 446 0 0,-16 1-144 0 0,-11 1-163 0 0,5 3-150 0 0,-1 0 0 0 0,1 2 0 0 0,0-1 0 0 0,-1 2 0 0 0,1 0 0 0 0,0 1 0 0 0,0 1 0 0 0,0 1 0 0 0,0 0 0 0 0,0 1 0 0 0,1 0 0 0 0,0 1 1 0 0,0 1-1 0 0,0 1 0 0 0,-13 8 0 0 0,26-14-40 0 0,-1-1 0 0 0,1 1 0 0 0,0 0 0 0 0,0 0 0 0 0,0 0 0 0 0,0-1 0 0 0,1 2 0 0 0,-1-1 0 0 0,0 0 0 0 0,1 0 0 0 0,-1 1 0 0 0,1-1 0 0 0,0 0 0 0 0,0 1 0 0 0,0-1 0 0 0,0 1 0 0 0,0 0 0 0 0,1-1 0 0 0,-1 1 0 0 0,1 0 0 0 0,0-1 0 0 0,-1 1 0 0 0,1 0 0 0 0,1 4 0 0 0,-1-5 0 0 0,1-1 0 0 0,-1 1 0 0 0,0-1 0 0 0,1 1 0 0 0,0-1 0 0 0,-1 1 0 0 0,1-1 0 0 0,0 0 0 0 0,0 1 0 0 0,0-1 0 0 0,0 0 0 0 0,0 0 0 0 0,0 1 0 0 0,0-1 0 0 0,0 0 0 0 0,0 0 0 0 0,0 0 0 0 0,1 0 0 0 0,-1 0 0 0 0,1-1 0 0 0,-1 1 0 0 0,0 0 0 0 0,1-1 0 0 0,-1 1 0 0 0,1-1 0 0 0,-1 1 0 0 0,1-1 0 0 0,0 0 0 0 0,1 1 0 0 0,60 6 0 0 0,-44-6 0 0 0,104 10 7 0 0,140 19 79 0 0,-249-28-56 0 0,-1 1-1 0 0,1 0 1 0 0,-1 1 0 0 0,15 7-1 0 0,-25-10 5 0 0,-1 0 0 0 0,1 0 0 0 0,0 1 0 0 0,-1-1-1 0 0,0 1 1 0 0,1 0 0 0 0,-1 0 0 0 0,0 0 0 0 0,0 0-1 0 0,0 0 1 0 0,0 0 0 0 0,0 0 0 0 0,0 1 0 0 0,0-1-1 0 0,-1 1 1 0 0,0-1 0 0 0,1 1 0 0 0,-1 0 0 0 0,0 0-1 0 0,0-1 1 0 0,0 1 0 0 0,-1 0 0 0 0,1 0-1 0 0,-1 0 1 0 0,1 3 0 0 0,-2-4-34 0 0,1 0-1 0 0,0 0 1 0 0,-1-1-1 0 0,0 1 1 0 0,1 0 0 0 0,-1-1-1 0 0,0 1 1 0 0,0 0-1 0 0,0-1 1 0 0,0 1 0 0 0,0-1-1 0 0,0 0 1 0 0,0 1-1 0 0,0-1 1 0 0,-1 0 0 0 0,1 0-1 0 0,0 1 1 0 0,-1-1-1 0 0,1 0 1 0 0,-1-1 0 0 0,0 1-1 0 0,1 0 1 0 0,-4 1-1 0 0,-44 15-54 0 0,36-14 27 0 0,-100 43-111 0 0,84-33 247 0 0,0-1 0 0 0,-1-1 0 0 0,-35 8 0 0 0,63-19-121 0 0,1 1 1 0 0,-1-1-1 0 0,1 0 0 0 0,-1 1 0 0 0,1-1 1 0 0,-1 0-1 0 0,1 0 0 0 0,-1 0 0 0 0,1-1 1 0 0,-1 1-1 0 0,1 0 0 0 0,-1 0 1 0 0,1-1-1 0 0,0 1 0 0 0,-3-2 0 0 0,-1 0-36 0 0,6 2 47 0 0,-1 0 1 0 0,0 0-1 0 0,0 0 0 0 0,0 0 1 0 0,1 0-1 0 0,-1 0 1 0 0,0 0-1 0 0,0 0 1 0 0,0 0-1 0 0,0 0 0 0 0,1-1 1 0 0,-1 1-1 0 0,0 0 1 0 0,0 0-1 0 0,0 0 1 0 0,0 0-1 0 0,1 0 0 0 0,-1 0 1 0 0,0-1-1 0 0,0 1 1 0 0,0 0-1 0 0,0 0 1 0 0,0 0-1 0 0,0-1 0 0 0,0 1 1 0 0,0 0-1 0 0,1 0 1 0 0,-1 0-1 0 0,0 0 1 0 0,0-1-1 0 0,0 1 1 0 0,0 0-1 0 0,0 0 0 0 0,0 0 1 0 0,0-1-1 0 0,0 1 1 0 0,0 0-1 0 0,0 0 1 0 0,0 0-1 0 0,0-1 0 0 0,0 1 1 0 0,-1 0-1 0 0,1 0 1 0 0,0 0-1 0 0,0-1 1 0 0,0 1-1 0 0,0 0 0 0 0,0 0 1 0 0,0 0-1 0 0,0 0 1 0 0,-1-1-1 0 0,1 1 1 0 0,0 0-1 0 0,0 0 0 0 0,0 0 1 0 0,0 0-1 0 0,0 0 1 0 0,-1 0-1 0 0,1-1 1 0 0,0 1-1 0 0,0 0 0 0 0,0 0 1 0 0,-1 0-1 0 0,1 0 1 0 0,0 0-1 0 0,0 0 1 0 0,-1 0-1 0 0,38-26 19 0 0,35-31 0 0 0,36-27-104 0 0,-59 53-24 0 0,-25 16-16 0 0,-1 0-1 0 0,0-1 1 0 0,-1-1 0 0 0,33-34 0 0 0,-49 44 120 0 0,-1 1 0 0 0,0-1 0 0 0,0 0 0 0 0,6-12 0 0 0,-10 18 14 0 0,0-1-1 0 0,0 1 0 0 0,-1-1 0 0 0,1 1 1 0 0,-1-1-1 0 0,1 1 0 0 0,-1-1 1 0 0,0 0-1 0 0,1 1 0 0 0,-1-1 0 0 0,0 0 1 0 0,0 1-1 0 0,0-1 0 0 0,0 0 0 0 0,0 1 1 0 0,-1-1-1 0 0,1 0 0 0 0,0 1 0 0 0,-1-1 1 0 0,1 1-1 0 0,-1-1 0 0 0,0 1 1 0 0,0-1-1 0 0,1 1 0 0 0,-1-1 0 0 0,0 1 1 0 0,0-1-1 0 0,0 1 0 0 0,0 0 0 0 0,-2-2 1 0 0,-7-3-1 0 0,-1-1 0 0 0,0 1 0 0 0,0 1 0 0 0,0 0-1 0 0,-1 0 1 0 0,0 1 0 0 0,0 1 0 0 0,0 0 0 0 0,0 0 0 0 0,0 2 0 0 0,-15-2 0 0 0,4 2-180 0 0,0 0 0 0 0,-1 1 0 0 0,1 1-1 0 0,0 1 1 0 0,-25 6 0 0 0,42-7 32 0 0,1 1 0 0 0,-1 0 0 0 0,0 0 0 0 0,1 0 0 0 0,-1 0 0 0 0,1 1 0 0 0,-9 6 0 0 0,12-8 52 0 0,1 0 0 0 0,0 0 1 0 0,0 0-1 0 0,0 1 0 0 0,0-1 0 0 0,0 0 0 0 0,0 1 1 0 0,0-1-1 0 0,0 1 0 0 0,1-1 0 0 0,-1 1 1 0 0,0-1-1 0 0,1 1 0 0 0,-1-1 0 0 0,1 1 0 0 0,0 0 1 0 0,-1-1-1 0 0,1 1 0 0 0,0 0 0 0 0,0-1 1 0 0,0 1-1 0 0,0 0 0 0 0,1-1 0 0 0,-1 1 0 0 0,0 0 1 0 0,1-1-1 0 0,-1 1 0 0 0,1-1 0 0 0,-1 1 0 0 0,1-1 1 0 0,0 1-1 0 0,-1-1 0 0 0,3 3 0 0 0,-1-1-206 0 0,1 1-1 0 0,-1-1 1 0 0,1 0 0 0 0,0 0-1 0 0,0 0 1 0 0,0 0-1 0 0,0 0 1 0 0,5 2-1 0 0,47 27-4678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39 960 0 0,'-6'12'6125'0'0,"-8"-5"-4144"0"0,15-6-2050 0 0,13-2 730 0 0,-9 1 326 0 0,-34-15 1435 0 0,-7-1-2376 0 0,21 10 27 0 0,-1 1 0 0 0,1 1 1 0 0,-1 0-1 0 0,0 1 1 0 0,0 1-1 0 0,0 1 0 0 0,-20 0 1 0 0,17 2 50 0 0,0 1 0 0 0,0 1 0 0 0,0 1 0 0 0,0 0 0 0 0,1 1 0 0 0,0 2 0 0 0,0 0 0 0 0,0 0 0 0 0,-26 17 0 0 0,42-23-122 0 0,1-1 0 0 0,-1 1 0 0 0,1 0-1 0 0,-1-1 1 0 0,1 1 0 0 0,0 0 0 0 0,-1 0-1 0 0,1 0 1 0 0,0 0 0 0 0,0 1 0 0 0,0-1 0 0 0,0 0-1 0 0,0 0 1 0 0,0 1 0 0 0,0-1 0 0 0,0 0-1 0 0,0 1 1 0 0,0 1 0 0 0,1-2-3 0 0,0-1 1 0 0,0 1-1 0 0,1 0 0 0 0,-1 0 1 0 0,0-1-1 0 0,0 1 0 0 0,1 0 1 0 0,-1 0-1 0 0,0-1 0 0 0,1 1 0 0 0,-1 0 1 0 0,1-1-1 0 0,-1 1 0 0 0,1 0 1 0 0,-1-1-1 0 0,1 1 0 0 0,0-1 1 0 0,-1 1-1 0 0,1-1 0 0 0,-1 1 1 0 0,1-1-1 0 0,0 0 0 0 0,0 1 0 0 0,-1-1 1 0 0,2 1-1 0 0,10 3-16 0 0,1 1-1 0 0,-1-2 1 0 0,21 4 0 0 0,-33-7 17 0 0,292 68 0 0 0,-282-66 0 0 0,4 2 0 0 0,1 0 0 0 0,-1 1 0 0 0,-1 0 0 0 0,1 1 0 0 0,22 14 0 0 0,-33-18 23 0 0,0-1 1 0 0,0 2 0 0 0,0-1 0 0 0,0 0 0 0 0,0 1 0 0 0,-1-1 0 0 0,1 1 0 0 0,-1 0 0 0 0,0-1 0 0 0,0 1 0 0 0,0 0 0 0 0,0 1 0 0 0,0-1 0 0 0,-1 0-1 0 0,0 0 1 0 0,1 1 0 0 0,-1-1 0 0 0,0 1 0 0 0,-1-1 0 0 0,1 1 0 0 0,-1-1 0 0 0,1 1 0 0 0,-1 0 0 0 0,0-1 0 0 0,0 1 0 0 0,-1-1 0 0 0,1 1 0 0 0,-2 5-1 0 0,-1-2 5 0 0,1 0-1 0 0,-2 0 0 0 0,1-1 0 0 0,-1 1 0 0 0,0-1 0 0 0,0 0 0 0 0,-1 0 0 0 0,1 0 0 0 0,-1-1 0 0 0,-1 1 0 0 0,1-1 1 0 0,-1-1-1 0 0,0 1 0 0 0,0-1 0 0 0,0 0 0 0 0,-1 0 0 0 0,1-1 0 0 0,-1 0 0 0 0,0 0 0 0 0,0 0 0 0 0,-9 1 0 0 0,-16 5 1 0 0,1-3 0 0 0,-1 0 0 0 0,-47 1-1 0 0,25-3-64 0 0,-88-7-1 0 0,115 1-81 0 0,1-2 1 0 0,0 0-1 0 0,0-2 1 0 0,1-1-1 0 0,-30-13 0 0 0,54 20 56 0 0,0 0 0 0 0,0 0 0 0 0,0 0-1 0 0,0-1 1 0 0,0 1 0 0 0,0 0-1 0 0,0-1 1 0 0,0 1 0 0 0,0-1-1 0 0,0 0 1 0 0,0 1 0 0 0,0-1 0 0 0,0 1-1 0 0,0-1 1 0 0,1 0 0 0 0,-1 0-1 0 0,0 0 1 0 0,1 1 0 0 0,-1-1-1 0 0,0 0 1 0 0,1 0 0 0 0,-1 0 0 0 0,1 0-1 0 0,-1 0 1 0 0,1 0 0 0 0,0 0-1 0 0,0 0 1 0 0,-1 0 0 0 0,1 0 0 0 0,0 0-1 0 0,0 0 1 0 0,0 0 0 0 0,0 0-1 0 0,0 0 1 0 0,0 0 0 0 0,0 0-1 0 0,0-1 1 0 0,0 1 0 0 0,1 0 0 0 0,-1 0-1 0 0,0 0 1 0 0,1 0 0 0 0,-1 0-1 0 0,1 0 1 0 0,-1 1 0 0 0,1-1-1 0 0,-1 0 1 0 0,1 0 0 0 0,0 0 0 0 0,-1 0-1 0 0,3-1 1 0 0,4-5-611 0 0,1-1-1 0 0,1 1 1 0 0,-1 0-1 0 0,13-6 1 0 0,-7 3-239 0 0,41-29-3249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8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12 80 0 0,'0'-6'1681'0'0,"30"0"4161"0"0,-60 12-4721 0 0,0 6 0 0 0,-61 26 719 0 0,-30 20-79 0 0,61-1-880 0 0,30-7-561 0 0,0 14-80 0 0,-1 13 480 0 0,1-14-400 0 0,30-24-480 0 0,30-20-1681 0 0,1-19-1360 0 0,-1-25-1361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8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1841 0 0,'-54'39'6323'0'0,"-67"-1"-1601"0"0,121-13-3522 0 0,30-19-1600 0 0,0 2 160 0 0,31-8-320 0 0,-7-8-721 0 0,6 8-1440 0 0,31-12-1201 0 0,-31 12 401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5523 0 0,'-121'63'8403'0'0,"61"-24"-5601"0"0,30-20-2882 0 0,90-13-241 0 0,1 0 1 0 0,-1-12-1521 0 0,0-13-2881 0 0,-29 5-880 0 0,-1 8 1920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44 4242 0 0,'-60'20'5923'0'0,"30"-15"-4723"0"0,30-10-2400 0 0,0-1 960 0 0,0-13-561 0 0,-31-20-2560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57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1672 784 640 0 0,'-54'1'1436'0'0,"29"1"-910"0"0,0-2 1 0 0,0 0 0 0 0,0-2-1 0 0,-31-6 1 0 0,50 8-459 0 0,5 0-51 0 0,1 0 0 0 0,-1 1 0 0 0,0-1 0 0 0,1 0 0 0 0,-1 0 0 0 0,1 0 0 0 0,-1 0 0 0 0,0 0 0 0 0,1 0 0 0 0,-1 0 0 0 0,1 0 0 0 0,-1 0 1 0 0,0-1-1 0 0,1 1 0 0 0,-1 0 0 0 0,1 0 0 0 0,-1 0 0 0 0,0-1 0 0 0,1 1 0 0 0,-1 0 0 0 0,1-1 0 0 0,-1 1 0 0 0,1 0 0 0 0,-1-1 0 0 0,1 1 1 0 0,0-1-1 0 0,-1 1 0 0 0,1-1 0 0 0,-1 1 0 0 0,1-1 0 0 0,0 1 0 0 0,-1-1 0 0 0,1 1 0 0 0,0-1 0 0 0,0 0 0 0 0,0 1 0 0 0,-1-1 0 0 0,1 0 0 0 0,0 0 384 0 0,0-1-22 0 0,0 2-353 0 0,0 0 0 0 0,0 0 0 0 0,0 0 0 0 0,0-1 0 0 0,0 1 0 0 0,0 0 0 0 0,1 0 0 0 0,-1-1 0 0 0,0 1 0 0 0,0 0 0 0 0,0 0 0 0 0,0 0 0 0 0,0-1 0 0 0,0 1 0 0 0,0 0 0 0 0,-1 0 1 0 0,1 0-1 0 0,0-1 0 0 0,0 1 0 0 0,0 0 0 0 0,0 0 0 0 0,0 0 0 0 0,0-1 0 0 0,0 1 0 0 0,0 0 0 0 0,0 0 0 0 0,-1 0 0 0 0,1 0 0 0 0,0-1 0 0 0,0 1 0 0 0,0 0 0 0 0,0 0 0 0 0,0 0 0 0 0,-1 0 0 0 0,1 0 0 0 0,0 0 0 0 0,0-1 0 0 0,0 1 0 0 0,-1 0 0 0 0,1 0 0 0 0,0 0 0 0 0,0 0 0 0 0,0 0 0 0 0,-1 0 0 0 0,1 0 0 0 0,0 0 0 0 0,0 0 0 0 0,-1 0 0 0 0,1 0 0 0 0,-122-20 1092 0 0,0 6-1 0 0,-1 5 0 0 0,-188 10 0 0 0,160 16-957 0 0,-101 4 94 0 0,81-3-268 0 0,171-18 4 0 0,0 1 0 0 0,-1-1 0 0 0,1 0-1 0 0,0 0 1 0 0,-1 0 0 0 0,1 0-1 0 0,0 0 1 0 0,0 0 0 0 0,-1 0 0 0 0,1 0-1 0 0,0 1 1 0 0,0-1 0 0 0,-1 0 0 0 0,1 0-1 0 0,0 0 1 0 0,0 1 0 0 0,0-1 0 0 0,-1 0-1 0 0,1 0 1 0 0,0 1 0 0 0,0-1-1 0 0,0 0 1 0 0,0 0 0 0 0,0 1 0 0 0,-1-1-1 0 0,1 0 1 0 0,0 1 0 0 0,0-1 0 0 0,0 0-1 0 0,0 0 1 0 0,0 1 0 0 0,0-1 0 0 0,0 0-1 0 0,0 1 1 0 0,-3 6-111 0 0,-2-2 50 0 0,4-4 60 0 0,0-1 0 0 0,0 1 1 0 0,0 0-1 0 0,0 0 0 0 0,0 0 0 0 0,0 0 0 0 0,0-1 0 0 0,0 1 1 0 0,0 1-1 0 0,1-1 0 0 0,-1 0 0 0 0,0 0 0 0 0,1 0 0 0 0,-1 0 1 0 0,1 0-1 0 0,-1 1 0 0 0,1-1 0 0 0,0 0 0 0 0,-1 0 0 0 0,1 1 1 0 0,0-1-1 0 0,0 3 0 0 0,0 0 42 0 0,-1 1 1 0 0,1 0-1 0 0,-1 0 0 0 0,0 0 1 0 0,0 0-1 0 0,-1 0 0 0 0,0-1 1 0 0,1 1-1 0 0,-6 7 0 0 0,-2 9 283 0 0,8-18-285 0 0,1 0-1 0 0,-1 1 1 0 0,0-1-1 0 0,0 0 1 0 0,-1 0-1 0 0,1 0 1 0 0,-1-1 0 0 0,1 1-1 0 0,-1 0 1 0 0,0 0-1 0 0,0-1 1 0 0,0 1 0 0 0,0-1-1 0 0,0 0 1 0 0,-1 0-1 0 0,1 0 1 0 0,-1 0-1 0 0,0 0 1 0 0,1 0 0 0 0,-1-1-1 0 0,0 1 1 0 0,0-1-1 0 0,0 1 1 0 0,0-1 0 0 0,0 0-1 0 0,0-1 1 0 0,-7 2-1 0 0,5-1-32 0 0,4-1 2 0 0,0-1 0 0 0,0 1 0 0 0,0 0 1 0 0,0 0-1 0 0,0 1 0 0 0,0-1 0 0 0,0 0 0 0 0,0 0 1 0 0,0 0-1 0 0,0 1 0 0 0,0-1 0 0 0,0 0 0 0 0,0 1 0 0 0,0-1 1 0 0,0 1-1 0 0,0-1 0 0 0,0 1 0 0 0,0 0 0 0 0,1-1 1 0 0,-1 1-1 0 0,0 0 0 0 0,0-1 0 0 0,1 1 0 0 0,-1 0 1 0 0,1 0-1 0 0,-2 1 0 0 0,2-1 1 0 0,0-1 0 0 0,0 1-1 0 0,0-1 1 0 0,0 1 0 0 0,-1-1 0 0 0,1 1 0 0 0,0 0 0 0 0,0-1 0 0 0,-1 1-1 0 0,1-1 1 0 0,0 1 0 0 0,-1-1 0 0 0,1 0 0 0 0,0 1 0 0 0,-1-1-1 0 0,1 1 1 0 0,-1-1 0 0 0,1 0 0 0 0,-1 1 0 0 0,1-1 0 0 0,-1 0 0 0 0,1 1-1 0 0,-1-1 1 0 0,1 0 0 0 0,-1 0 0 0 0,1 1 0 0 0,-1-1 0 0 0,0 0-1 0 0,1 0 1 0 0,-1 0 0 0 0,1 0 0 0 0,-2 0 0 0 0,1 0 0 0 0,1 0-1 0 0,-1 0 1 0 0,0 0 0 0 0,1 0 0 0 0,-1 0-1 0 0,0 0 1 0 0,1 1 0 0 0,-1-1 0 0 0,0 0-1 0 0,1 0 1 0 0,-1 1 0 0 0,1-1 0 0 0,-1 0 0 0 0,1 1-1 0 0,-1-1 1 0 0,1 0 0 0 0,-1 1 0 0 0,1-1-1 0 0,-1 1 1 0 0,1-1 0 0 0,-1 1 0 0 0,1-1-1 0 0,0 1 1 0 0,-1-1 0 0 0,1 1 0 0 0,0 0 0 0 0,-1-1-1 0 0,1 1 1 0 0,0-1 0 0 0,0 1 0 0 0,-1 0-1 0 0,1-1 1 0 0,0 2 0 0 0,0 2 1 0 0,0 0 0 0 0,1 0 0 0 0,-1-1 0 0 0,1 1 0 0 0,0 0 0 0 0,0 0 0 0 0,0-1 0 0 0,0 1 0 0 0,1 0 0 0 0,-1-1 0 0 0,1 1 0 0 0,0-1 0 0 0,4 5 0 0 0,0 3 0 0 0,-5-10 0 0 0,0 1 0 0 0,-1 0 0 0 0,1 0 0 0 0,-1 0 0 0 0,1-1 0 0 0,-1 1 0 0 0,0 0 0 0 0,0 0 0 0 0,0 0 0 0 0,0 0 0 0 0,0 0 0 0 0,0 2 0 0 0,-1-2 0 0 0,1-1 0 0 0,0 0 0 0 0,0 1 0 0 0,0-1 0 0 0,0 1 0 0 0,0-1 0 0 0,0 0 0 0 0,0 1 0 0 0,0-1 0 0 0,0 0 0 0 0,1 1 0 0 0,-1-1 0 0 0,0 0 0 0 0,1 1 0 0 0,0-1 0 0 0,-1 0 0 0 0,1 0 0 0 0,0 1 0 0 0,-1-1 0 0 0,2 1 0 0 0,1 1 7 0 0,-1-1-1 0 0,1 1 1 0 0,-1-1 0 0 0,0 1-1 0 0,0 0 1 0 0,0 0 0 0 0,-1 0-1 0 0,1 0 1 0 0,-1 0 0 0 0,1 0-1 0 0,-1 0 1 0 0,0 1 0 0 0,0-1-1 0 0,-1 0 1 0 0,1 1 0 0 0,-1-1-1 0 0,1 1 1 0 0,-1-1 0 0 0,0 0-1 0 0,-1 1 1 0 0,0 4 0 0 0,2-5-6 0 0,-1 0-1 0 0,1 0 1 0 0,-1 0 0 0 0,1 0 0 0 0,0 0 0 0 0,0 0 0 0 0,0 0 0 0 0,1 0 0 0 0,-1 0 0 0 0,0 0 0 0 0,1-1 0 0 0,0 1 0 0 0,0-1 0 0 0,0 1 0 0 0,0-1-1 0 0,0 0 1 0 0,0 1 0 0 0,5 2 0 0 0,-5-4-4 0 0,1 1-1 0 0,-1 1 0 0 0,0-1 0 0 0,0 0 1 0 0,0 0-1 0 0,0 1 0 0 0,0 0 0 0 0,0-1 1 0 0,0 1-1 0 0,-1 0 0 0 0,0 0 0 0 0,1-1 1 0 0,-1 1-1 0 0,0 0 0 0 0,0 1 0 0 0,-1-1 1 0 0,1 0-1 0 0,0 5 0 0 0,-1-7 6 0 0,0 1-1 0 0,0 0 1 0 0,0 0-1 0 0,1-1 1 0 0,-1 1 0 0 0,0 0-1 0 0,1-1 1 0 0,-1 1-1 0 0,1-1 1 0 0,0 1-1 0 0,0 0 1 0 0,-1-1-1 0 0,1 1 1 0 0,0-1-1 0 0,0 0 1 0 0,0 1-1 0 0,1-1 1 0 0,-1 0-1 0 0,2 2 1 0 0,-1-2 7 0 0,-1 0 0 0 0,0 0 0 0 0,0 0 1 0 0,0 1-1 0 0,0-1 0 0 0,0 0 0 0 0,0 1 0 0 0,0-1 0 0 0,0 0 0 0 0,-1 1 1 0 0,1-1-1 0 0,0 1 0 0 0,-1-1 0 0 0,1 1 0 0 0,-1 0 0 0 0,0-1 0 0 0,1 1 0 0 0,-1-1 1 0 0,0 3-1 0 0,1 7-3 0 0,0-1 1 0 0,1 0 0 0 0,0 0 0 0 0,0-1 0 0 0,1 1-1 0 0,1 0 1 0 0,-1-1 0 0 0,2 0 0 0 0,-1 0 0 0 0,1 0-1 0 0,1 0 1 0 0,6 9 0 0 0,18 31-2 0 0,-30-47-5 0 0,1 0 0 0 0,0 0 0 0 0,0 0 0 0 0,0 0 0 0 0,0 0 0 0 0,0 0 0 0 0,1-1 0 0 0,-1 1 0 0 0,0 0 0 0 0,1-1 0 0 0,0 1 0 0 0,-1-1 0 0 0,1 1 0 0 0,2 0 0 0 0,15 14 0 0 0,-15-13 6 0 0,-2-2-3 0 0,-1-1 0 0 0,0 1-1 0 0,1 0 1 0 0,-1-1 0 0 0,0 1 0 0 0,0 0-1 0 0,0 0 1 0 0,0 0 0 0 0,0 0 0 0 0,0 0-1 0 0,0 0 1 0 0,0 0 0 0 0,0 0 0 0 0,0 0-1 0 0,-1 0 1 0 0,1 1 0 0 0,0-1 0 0 0,-1 0 0 0 0,1 0-1 0 0,-1 1 1 0 0,1 1 0 0 0,0-1-8 0 0,0 1 0 0 0,0-1 1 0 0,0 0-1 0 0,0 1 0 0 0,0-1 0 0 0,1 0 1 0 0,-1 0-1 0 0,1 1 0 0 0,0-1 0 0 0,-1-1 1 0 0,1 1-1 0 0,0 0 0 0 0,0 0 1 0 0,0-1-1 0 0,1 1 0 0 0,-1-1 0 0 0,0 1 1 0 0,0-1-1 0 0,1 0 0 0 0,-1 0 0 0 0,1 0 1 0 0,-1 0-1 0 0,1-1 0 0 0,-1 1 0 0 0,1-1 1 0 0,0 1-1 0 0,-1-1 0 0 0,1 0 1 0 0,0 0-1 0 0,2 0 0 0 0,21 0 5 0 0,-17 1-9 0 0,1 2-1 0 0,-1-1 1 0 0,1 1 0 0 0,-1 1-1 0 0,0 0 1 0 0,11 6 0 0 0,-9-4 3 0 0,1 0 1 0 0,-1-1-1 0 0,1-1 0 0 0,16 4 1 0 0,25 0 9 0 0,0-3 0 0 0,67-2 0 0 0,76 6 144 0 0,-113 2-122 0 0,1-4 1 0 0,111-5 0 0 0,190 0 105 0 0,64-6 856 0 0,-387-4-599 0 0,107-31 0 0 0,-99 20-51 0 0,81-10 0 0 0,3 14 139 0 0,167 6 0 0 0,154 28-83 0 0,-268 3-294 0 0,4-1 40 0 0,14-8-113 0 0,-128-5 70 0 0,0-4 1 0 0,172-15 0 0 0,-120 3-278 0 0,-27 2 146 0 0,-36-5 125 0 0,224-20 192 0 0,-265 29-252 0 0,770-36 338 0 0,-609 7-209 0 0,-200 29-146 0 0,1 0 1 0 0,-1 0-1 0 0,0 0 0 0 0,1-1 1 0 0,8-6-1 0 0,8-3-6 0 0,-4 5-8 0 0,0 1 0 0 0,0 0 0 0 0,1 2 0 0 0,0 0 0 0 0,-1 1 0 0 0,1 1 0 0 0,0 1 0 0 0,0 1 0 0 0,26 3 0 0 0,456 34 560 0 0,-381-35-472 0 0,-36-2-45 0 0,146 18-1 0 0,65 31 38 0 0,-259-44-85 0 0,-6-1 40 0 0,0 1-1 0 0,0 1 1 0 0,30 12 0 0 0,-30-11-22 0 0,-1-2-13 0 0,102 10 201 0 0,12-2-149 0 0,443 17 175 0 0,-449-17-131 0 0,21-1 62 0 0,-141-14-122 0 0,29-2-6 0 0,14 4-30 0 0,60-5 80 0 0,4-8 160 0 0,171-13 81 0 0,-155 14-68 0 0,15 4 307 0 0,527-49 788 0 0,-492 32-1042 0 0,-173 23-306 0 0,220-33 347 0 0,-228 34-280 0 0,9 1-11 0 0,0-1 0 0 0,0 0 0 0 0,26-6 0 0 0,-6 2-27 0 0,11 0 55 0 0,60-14-1 0 0,7 0-9 0 0,211-40 105 0 0,-179 29-132 0 0,-94 15-47 0 0,-50 13 14 0 0,-5 4 52 0 0,0-1 14 0 0,1-1-28 0 0,-3-2 21 0 0,33-2-38 0 0,-21 1-23 0 0,41 1 43 0 0,-12 1-78 0 0,-10 1-5 0 0,59 7-1 0 0,419 31-24 0 0,-34-32 199 0 0,-339-12-132 0 0,-6 7 133 0 0,231 31-1 0 0,-18 44 16 0 0,-194-40-164 0 0,386 85-64 0 0,-463-114-27 0 0,45-13 291 0 0,-44 0-143 0 0,265-3 45 0 0,122-8-214 0 0,-443 16 83 0 0,0-1 0 0 0,0 0 0 0 0,0-1 0 0 0,0 0 0 0 0,26-10 0 0 0,-40 12 4 0 0,0 0-1 0 0,0 0 1 0 0,0-1 0 0 0,0 1 0 0 0,0 0 0 0 0,0 0 0 0 0,-1 0 0 0 0,1 0 0 0 0,0-1 0 0 0,-1 1 0 0 0,1 0 0 0 0,-1-1 0 0 0,1 1 0 0 0,-1-1 0 0 0,0 1-1 0 0,0 0 1 0 0,1-1 0 0 0,-1 1 0 0 0,0-1 0 0 0,0 1 0 0 0,0 0 0 0 0,0-1 0 0 0,-1 1 0 0 0,1-1 0 0 0,0 1 0 0 0,-1 0 0 0 0,1-1 0 0 0,-1 1 0 0 0,1-1-1 0 0,-1 1 1 0 0,0 0 0 0 0,1 0 0 0 0,-2-2 0 0 0,-9-7-40 0 0,0 0-1 0 0,0 0 1 0 0,-1 1-1 0 0,-25-14 1 0 0,-22-17 17 0 0,-6-34-43 0 0,46 55 5 0 0,19 18 82 0 0,1 0-1 0 0,-1 0 1 0 0,0 1-1 0 0,1-1 0 0 0,-1 0 1 0 0,0 1-1 0 0,1-1 1 0 0,-1 0-1 0 0,1 1 0 0 0,-1-1 1 0 0,1 1-1 0 0,-1-1 0 0 0,1 1 1 0 0,0-1-1 0 0,-1 1 1 0 0,1-1-1 0 0,0 1 0 0 0,-1-1 1 0 0,1 1-1 0 0,0 0 0 0 0,1-1 1 0 0,-1 0-1 0 0,9-3-70 0 0,0-1 0 0 0,0 2 0 0 0,0-1 0 0 0,1 1 0 0 0,-1 1 0 0 0,1 0 0 0 0,0 0 0 0 0,0 1 0 0 0,15 1 0 0 0,45-8-367 0 0,-51 4 297 0 0,-10-4-93 0 0,-4 7 214 0 0,-5 1 22 0 0,0 0 0 0 0,0 0 1 0 0,-1 0-1 0 0,1 0 1 0 0,0 0-1 0 0,0-1 0 0 0,-1 1 1 0 0,1 0-1 0 0,0 0 0 0 0,-1 0 1 0 0,1-1-1 0 0,0 1 1 0 0,-1 0-1 0 0,1-1 0 0 0,0 1 1 0 0,-1-1-1 0 0,1 1 1 0 0,-1-1-1 0 0,1 1 0 0 0,0-1 1 0 0,-1 1-1 0 0,1-1 1 0 0,-1 1-1 0 0,0-1 0 0 0,1 0 1 0 0,-1 1-1 0 0,1-1 1 0 0,-1 0-1 0 0,0 1 0 0 0,0-1 1 0 0,1 0-1 0 0,-1 0 0 0 0,0 1 1 0 0,0-1-1 0 0,0 0 1 0 0,0-1-1 0 0,0 1 2 0 0,0 1 0 0 0,0-1 1 0 0,1 0-1 0 0,-1 0 0 0 0,0 0 0 0 0,0 1 0 0 0,1-1 1 0 0,-1 0-1 0 0,0 1 0 0 0,1-1 0 0 0,-1 0 0 0 0,0 1 0 0 0,1-1 1 0 0,-1 0-1 0 0,1 1 0 0 0,-1-1 0 0 0,1 1 0 0 0,0-1 1 0 0,-1 1-1 0 0,1-1 0 0 0,-1 1 0 0 0,1-1 0 0 0,0 1 0 0 0,0-1 1 0 0,-1 1-1 0 0,2-1 0 0 0,-1 1-5 0 0,0 0-1 0 0,0-1 1 0 0,0 0 0 0 0,0 1-1 0 0,0-1 1 0 0,0 1 0 0 0,0-1 0 0 0,0 0-1 0 0,0 0 1 0 0,0 0 0 0 0,-1 1-1 0 0,1-1 1 0 0,0 0 0 0 0,-1 0-1 0 0,1 0 1 0 0,0 0 0 0 0,-1 0 0 0 0,1 0-1 0 0,-1 0 1 0 0,0-1 0 0 0,1 1-1 0 0,-1 0 1 0 0,0 0 0 0 0,0 0 0 0 0,0 0-1 0 0,0 0 1 0 0,0-2 0 0 0,0 2-4 0 0,0 0 0 0 0,0 0 0 0 0,0 1 0 0 0,0-1 0 0 0,0 0 0 0 0,0 0 0 0 0,0 1 0 0 0,1-1 0 0 0,-1 0 0 0 0,0 1 0 0 0,0-1 0 0 0,1 0 1 0 0,-1 0-1 0 0,0 1 0 0 0,1-1 0 0 0,-1 1 0 0 0,0-1 0 0 0,1 0 0 0 0,-1 1 0 0 0,1-1 0 0 0,-1 1 0 0 0,1-1 0 0 0,-1 1 0 0 0,1-1 0 0 0,0 1 0 0 0,-1-1 1 0 0,1 1-1 0 0,-1 0 0 0 0,1-1 0 0 0,0 1 0 0 0,0 0 0 0 0,-1 0 0 0 0,1-1 0 0 0,0 1 0 0 0,1 0 0 0 0,-1 0 2 0 0,-1 0 1 0 0,1 0-1 0 0,0-1 0 0 0,-1 1 1 0 0,1 0-1 0 0,0 0 0 0 0,-1 0 0 0 0,1-1 1 0 0,-1 1-1 0 0,1 0 0 0 0,0-1 1 0 0,-1 1-1 0 0,1-1 0 0 0,-1 1 1 0 0,1-1-1 0 0,-1 1 0 0 0,1-1 0 0 0,-1 1 1 0 0,1-1-1 0 0,-1 1 0 0 0,0-1 1 0 0,1 1-1 0 0,-1-1 0 0 0,0 0 0 0 0,1 1 1 0 0,-1-1-1 0 0,0 0 0 0 0,0 1 1 0 0,0-1-1 0 0,1 0 0 0 0,-1 1 0 0 0,0-1 1 0 0,0 0-1 0 0,0 0 0 0 0,0-1 1 0 0,0 2 0 0 0,1-1-1 0 0,-1 0 1 0 0,1 0 0 0 0,0 0 0 0 0,-1 1 0 0 0,1-1 0 0 0,0 0 0 0 0,-1 0 0 0 0,1 1 0 0 0,0-1 0 0 0,0 1 0 0 0,0-1 0 0 0,0 1-1 0 0,0-1 1 0 0,0 1 0 0 0,0 0 0 0 0,-1-1 0 0 0,1 1 0 0 0,0 0 0 0 0,0 0 0 0 0,0-1 0 0 0,0 1 0 0 0,0 0 0 0 0,1 0-1 0 0,0 0 1 0 0,0 0-21 0 0,-2 0 18 0 0,0 0 1 0 0,1 0 0 0 0,-1 0 0 0 0,0 0 0 0 0,0 0 0 0 0,1 0 0 0 0,-1 0 0 0 0,0 0 0 0 0,0 0 0 0 0,1 0 0 0 0,-1-1 0 0 0,0 1 0 0 0,0 0 0 0 0,0 0 0 0 0,1 0 0 0 0,-1 0 0 0 0,0 0 0 0 0,0-1 0 0 0,0 1 0 0 0,0 0 0 0 0,1 0 0 0 0,-1 0 0 0 0,0-1 0 0 0,0 1 0 0 0,0 0 0 0 0,0 0 0 0 0,0-1 0 0 0,0 1 0 0 0,0 0 0 0 0,1 0 0 0 0,-1-1 0 0 0,0 1 0 0 0,0 0 0 0 0,0 0 0 0 0,0-1 0 0 0,0 1 0 0 0,0-1 0 0 0,4-6-156 0 0,-2 7 118 0 0,-1 0 35 0 0,0 0-1 0 0,0 0 1 0 0,1-1-1 0 0,-1 1 0 0 0,0 0 1 0 0,0 0-1 0 0,0-1 0 0 0,1 1 1 0 0,-1-1-1 0 0,0 1 0 0 0,0-1 1 0 0,0 1-1 0 0,0-1 1 0 0,0 0-1 0 0,0 1 0 0 0,0-1 1 0 0,0 0-1 0 0,-1 0 0 0 0,1 0 1 0 0,1-1-1 0 0,-2 1 5 0 0,0 1-1 0 0,0-1 1 0 0,0 0-1 0 0,1 0 0 0 0,-1 1 1 0 0,0-1-1 0 0,0 0 1 0 0,1 1-1 0 0,-1-1 1 0 0,0 0-1 0 0,1 1 1 0 0,-1-1-1 0 0,0 1 1 0 0,1-1-1 0 0,-1 0 0 0 0,1 1 1 0 0,-1-1-1 0 0,1 1 1 0 0,0-1-1 0 0,-1 1 1 0 0,1 0-1 0 0,-1-1 1 0 0,2 0-1 0 0,-1 1 1 0 0,0-1-1 0 0,0 1 1 0 0,0-1-1 0 0,0 0 1 0 0,0 1-1 0 0,-1-1 1 0 0,1 0-1 0 0,0 0 1 0 0,0 0-1 0 0,-1 0 0 0 0,1 0 1 0 0,0 0-1 0 0,-1 0 1 0 0,1 0-1 0 0,-1 0 1 0 0,1 0-1 0 0,-1 0 1 0 0,0 0-1 0 0,1 0 1 0 0,-1 0-1 0 0,0 0 1 0 0,0 0-1 0 0,0 0 1 0 0,0-2-1 0 0,0 2 11 0 0,0 0-1 0 0,0 1 1 0 0,0-1-1 0 0,0 1 1 0 0,0-1-1 0 0,0 1 1 0 0,0-1-1 0 0,1 1 1 0 0,-1-1-1 0 0,0 1 1 0 0,0-1 0 0 0,0 1-1 0 0,1-1 1 0 0,-1 1-1 0 0,0-1 1 0 0,0 1-1 0 0,1-1 1 0 0,-1 1-1 0 0,0-1 1 0 0,1 1-1 0 0,-1 0 1 0 0,1-1-1 0 0,-1 1 1 0 0,1 0-1 0 0,-1-1 1 0 0,1 1-1 0 0,-1 0 1 0 0,1-1-1 0 0,-1 1 1 0 0,1 0 0 0 0,-1 0-1 0 0,1 0 1 0 0,-1 0-1 0 0,1-1 1 0 0,-1 1-1 0 0,1 0 1 0 0,-1 0-1 0 0,1 0 1 0 0,0 0-1 0 0,0 0 1 0 0,0 0 1 0 0,-1 0-1 0 0,1 0 0 0 0,0 0 0 0 0,-1 0 0 0 0,1 0 0 0 0,0 0 0 0 0,-1 0 1 0 0,1-1-1 0 0,-1 1 0 0 0,1 0 0 0 0,0 0 0 0 0,-1-1 0 0 0,1 1 0 0 0,-1 0 1 0 0,1-1-1 0 0,-1 1 0 0 0,1-1 0 0 0,-1 1 0 0 0,1-1 0 0 0,-1 1 0 0 0,1-1 1 0 0,-1 1-1 0 0,0-1 0 0 0,1 1 0 0 0,-1-1 0 0 0,0 1 0 0 0,0-1 0 0 0,1 0 1 0 0,-1 1-1 0 0,0-1 0 0 0,0 0 0 0 0,0 1 0 0 0,0-1 0 0 0,1 0 0 0 0,-1 1 1 0 0,0-1-1 0 0,0 0 0 0 0,-1 0 0 0 0,2-1 0 0 0,-1 1-1 0 0,0 0 1 0 0,1 0-1 0 0,-1-1 1 0 0,0 1 0 0 0,1 0-1 0 0,0 0 1 0 0,-1 0-1 0 0,1 0 1 0 0,0 0 0 0 0,-1 0-1 0 0,1 0 1 0 0,0 0-1 0 0,0 0 1 0 0,0 0 0 0 0,0 0-1 0 0,0 0 1 0 0,2-1-1 0 0,-2 2 0 0 0,0-1 1 0 0,0 0-1 0 0,1 0 0 0 0,-1 0 0 0 0,0 0 0 0 0,0 0 0 0 0,0 0 0 0 0,0 0 0 0 0,0 0 0 0 0,-1 0 0 0 0,1 0 0 0 0,0 0 0 0 0,0-1 0 0 0,-1 1 0 0 0,1 0 0 0 0,-1-1 0 0 0,1 1 0 0 0,-1 0 0 0 0,0-1 0 0 0,1 1 0 0 0,-1-1 0 0 0,0 1 1 0 0,0-1-1 0 0,0 1 0 0 0,0 0 0 0 0,0-1 0 0 0,0 1 0 0 0,-1-1 0 0 0,1 1 0 0 0,0-1 0 0 0,-1 1 0 0 0,1 0 0 0 0,-1-1 0 0 0,1 1 0 0 0,-1 0 0 0 0,0 0 0 0 0,-1-2 0 0 0,-32-62-26 0 0,-41-13-134 0 0,69 72 138 0 0,1 1 0 0 0,-1 0 0 0 0,0 0 0 0 0,-1 0 0 0 0,1 1 0 0 0,-1 0 0 0 0,0 0 0 0 0,0 1 0 0 0,-11-4 0 0 0,-71-13-102 0 0,6 3 1 0 0,-39-20-744 0 0,-148-64 0 0 0,135 61-134 0 0,71 22 236 0 0,-1 3 0 0 0,-83-9 1 0 0,98 17 61 0 0,-1-2 1 0 0,-84-26-1 0 0,79 19 552 0 0,0 2-1 0 0,-98-10 1 0 0,33 7 18 0 0,60 6-41 0 0,-220-47-852 0 0,-40-13 1306 0 0,298 66-255 0 0,-1 0 0 0 0,0 2 0 0 0,0 1 0 0 0,-27 1 0 0 0,-19-1 90 0 0,-739-101 445 0 0,337 33-467 0 0,80 26 294 0 0,338 35-317 0 0,-249-34 327 0 0,118 15-362 0 0,104 14-52 0 0,-110-6-1 0 0,-251 36 338 0 0,170 0-160 0 0,7 9-15 0 0,119-8-130 0 0,-458 37-161 0 0,535-47 162 0 0,1 3 1 0 0,0 4 0 0 0,-93 29-1 0 0,39-5-89 0 0,-173 31 0 0 0,216-58 125 0 0,-114 1 1 0 0,78-7-12 0 0,12 1-91 0 0,1 4 0 0 0,0 5 0 0 0,-134 38 0 0 0,139-28 80 0 0,46-13 4 0 0,0 3 1 0 0,-77 32 0 0 0,97-34-22 0 0,-1-2 0 0 0,0-1 1 0 0,-1-2-1 0 0,0-1 0 0 0,-35 3 1 0 0,37-5-28 0 0,-72 6-27 0 0,-160-3-1 0 0,167-8 10 0 0,-167 20 1 0 0,224-13 30 0 0,-549 107-78 0 0,528-100 119 0 0,-1-3 0 0 0,-1-2 0 0 0,1-3 0 0 0,-1-3 0 0 0,0-3 0 0 0,0-2 0 0 0,-112-19 0 0 0,31-1-41 0 0,-246-46-12 0 0,-88-33-133 0 0,462 98 173 0 0,-1 1-1 0 0,0 1 1 0 0,1 1 0 0 0,-1 0 0 0 0,-24 4 0 0 0,23-2-48 0 0,0-1 1 0 0,-1 0 0 0 0,-33-4 0 0 0,40 1 37 0 0,-22-3 4 0 0,-1 0-1 0 0,1 3 1 0 0,-1 0-1 0 0,-38 5 1 0 0,46-2-62 0 0,-1 0 1 0 0,-38-5-1 0 0,39 1 12 0 0,1 1 0 0 0,0 2 0 0 0,-1 1 0 0 0,-39 6 0 0 0,-237 44 256 0 0,238-40-147 0 0,47-7-40 0 0,-1 0 0 0 0,1-2 0 0 0,-18 1 0 0 0,-78 5 75 0 0,41-2-70 0 0,2 2-41 0 0,59-5 5 0 0,-336 20 413 0 0,267-20-270 0 0,34-2-121 0 0,0 1 0 0 0,1 3 0 0 0,-1 2 0 0 0,1 1 1 0 0,-79 27-1 0 0,115-32-10 0 0,-28 14 42 0 0,36-17-77 0 0,1 0 0 0 0,-1 0 0 0 0,0 1 1 0 0,1-1-1 0 0,-1 0 0 0 0,1 0 1 0 0,-1 1-1 0 0,0-1 0 0 0,1 0 0 0 0,-1 1 1 0 0,1-1-1 0 0,-1 0 0 0 0,1 1 1 0 0,0-1-1 0 0,-1 1 0 0 0,1-1 0 0 0,-1 1 1 0 0,1-1-1 0 0,0 1 0 0 0,-1-1 1 0 0,1 1-1 0 0,0 0 0 0 0,0-1 0 0 0,-1 1 1 0 0,1-1-1 0 0,0 1 0 0 0,0 0 1 0 0,0-1-1 0 0,0 1 0 0 0,0-1 0 0 0,0 1 1 0 0,0 0-1 0 0,0-1 0 0 0,0 1 1 0 0,0 0-1 0 0,0-1 0 0 0,0 1 0 0 0,0-1 1 0 0,1 1-1 0 0,-1 0 0 0 0,0-1 1 0 0,0 1-1 0 0,1-1 0 0 0,-1 1 0 0 0,1 0 1 0 0,4 4-305 0 0,0-1 1 0 0,1 0 0 0 0,0-1-1 0 0,-1 1 1 0 0,1-1 0 0 0,9 3-1 0 0,32 18-2076 0 0,58 46-3462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5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64 3282 0 0,'-60'-6'2561'0'0,"60"1"-2561"0"0,0-3 80 0 0,0 2 80 0 0,0 0 0 0 0,0-7 0 0 0,0 7-80 0 0,0-1 160 0 0,0 1-160 0 0,-24 6-3601 0 0,-6 6 959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0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10 640 0 0,'-5'0'1668'0'0,"-15"0"-441"0"0,15 0 734 0 0,4-1-1913 0 0,1 1 1 0 0,0 0-1 0 0,0 0 1 0 0,0 0-1 0 0,0 0 1 0 0,0-1 0 0 0,0 1-1 0 0,-1 0 1 0 0,1 0-1 0 0,0 0 1 0 0,0-1-1 0 0,0 1 1 0 0,0 0-1 0 0,0 0 1 0 0,0-1-1 0 0,0 1 1 0 0,0 0-1 0 0,0 0 1 0 0,0-1-1 0 0,0 1 1 0 0,0 0-1 0 0,0 0 1 0 0,0 0 0 0 0,0-1-1 0 0,0 1 1 0 0,1 0-1 0 0,-1 0 1 0 0,0 0-1 0 0,0-1 1 0 0,0 1-1 0 0,0 0 1 0 0,0 0-1 0 0,0 0 1 0 0,1-1-1 0 0,-1 1 1 0 0,0 0-1 0 0,0 0 1 0 0,0 0-1 0 0,0 0 1 0 0,1 0-1 0 0,-1-1 1 0 0,0 1 0 0 0,0 0-1 0 0,0 0 1 0 0,1 0-1 0 0,-1 0 1 0 0,0 0-1 0 0,0 0 1 0 0,1 0-1 0 0,-1 0 1 0 0,0 0-1 0 0,0 0 1 0 0,0 0-1 0 0,1 0 1 0 0,-1 0-1 0 0,0 0 1 0 0,1 0-1 0 0,24 1 59 0 0,-25 0 40 0 0,10 9 53 0 0,12 4 33 0 0,0 2 0 0 0,-1 0-1 0 0,-1 2 1 0 0,0 0 0 0 0,-2 1 0 0 0,0 1-1 0 0,-1 1 1 0 0,-1 0 0 0 0,19 34 0 0 0,2 9 396 0 0,-3 1 0 0 0,33 90 0 0 0,24 59-15 0 0,-83-195-565 0 0,-1 0 0 0 0,6 25 0 0 0,-11-37-67 0 0,-1-1 0 0 0,1 1-1 0 0,-2-1 1 0 0,1 1 0 0 0,-1 0 0 0 0,0-1-1 0 0,0 1 1 0 0,-1 0 0 0 0,1-1 0 0 0,-3 8 0 0 0,2-13-20 0 0,1 0 1 0 0,0 0-1 0 0,-1 0 1 0 0,1 0-1 0 0,-1 0 1 0 0,1 0 0 0 0,-1 0-1 0 0,1 0 1 0 0,-1-1-1 0 0,0 1 1 0 0,1 0 0 0 0,-1 0-1 0 0,0-1 1 0 0,0 1-1 0 0,1 0 1 0 0,-1-1-1 0 0,0 1 1 0 0,0-1 0 0 0,0 1-1 0 0,0-1 1 0 0,0 1-1 0 0,0-1 1 0 0,0 0 0 0 0,0 1-1 0 0,0-1 1 0 0,0 0-1 0 0,0 0 1 0 0,0 0-1 0 0,0 0 1 0 0,0 0 0 0 0,0 0-1 0 0,0 0 1 0 0,0 0-1 0 0,0 0 1 0 0,0 0 0 0 0,0-1-1 0 0,0 1 1 0 0,0 0-1 0 0,0-1 1 0 0,-1 0-1 0 0,-13-6-733 0 0,1 0 0 0 0,0-1 0 0 0,1 0 0 0 0,-22-18 0 0 0,-106-90-5458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09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1121 0 0,'-30'63'4402'0'0,"0"-44"-3442"0"0,0-19-1440 0 0,30-7 80 0 0,0 1 480 0 0,0 0 80 0 0,0 0 80 0 0,0-7-240 0 0,30 7-721 0 0,-30-2-959 0 0,30 3-401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11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31 171 1201 0 0,'0'0'70'0'0,"0"-1"1"0"0,0 1-1 0 0,0-1 1 0 0,0 0-1 0 0,0 1 1 0 0,-1-1-1 0 0,1 1 1 0 0,0-1-1 0 0,0 1 1 0 0,0-1-1 0 0,-1 0 1 0 0,1 1-1 0 0,0-1 1 0 0,-1 1-1 0 0,1-1 1 0 0,0 1-1 0 0,-1-1 1 0 0,1 1 0 0 0,-1 0-1 0 0,1-1 1 0 0,-1 1-1 0 0,1-1 1 0 0,-1 1-1 0 0,1 0 1 0 0,-1-1-1 0 0,1 1 1 0 0,-1 0-1 0 0,1 0 1 0 0,-1 0-1 0 0,0-1 1 0 0,1 1-1 0 0,-1 0 1 0 0,1 0-1 0 0,-1 0 1 0 0,0 0-1 0 0,1 0 1 0 0,-1 0-1 0 0,1 0 1 0 0,-1 0 0 0 0,0 0-1 0 0,1 0 1 0 0,-1 0-1 0 0,0 1 1 0 0,1-1-52 0 0,-1 0 0 0 0,1 0 1 0 0,0 0-1 0 0,-1 0 1 0 0,1 1-1 0 0,0-1 1 0 0,-1 0-1 0 0,1 0 1 0 0,0 0-1 0 0,-1 0 0 0 0,1 0 1 0 0,0 0-1 0 0,-1 0 1 0 0,1 0-1 0 0,-1-1 1 0 0,1 1-1 0 0,0 0 1 0 0,-1 0-1 0 0,1 0 0 0 0,0 0 1 0 0,0 0-1 0 0,-1 0 1 0 0,1-1-1 0 0,0 1 1 0 0,-1 0-1 0 0,1 0 0 0 0,0-1 1 0 0,0 1-1 0 0,-1 0 1 0 0,1 0-1 0 0,0-1 1 0 0,0 1-1 0 0,0 0 1 0 0,-1 0-1 0 0,1-1 0 0 0,0 1 1 0 0,0-2 1520 0 0,5 2-1473 0 0,2 1-44 0 0,-5-2-47 0 0,39-11 278 0 0,-36 10-187 0 0,0-3-54 0 0,15 0 1 0 0,-15 3 39 0 0,-5 2-52 0 0,0-1 1 0 0,0 0 0 0 0,0 0-1 0 0,0 1 1 0 0,-1-1 0 0 0,1 0-1 0 0,0 0 1 0 0,1 1-1 0 0,-1-1 1 0 0,0 0 0 0 0,0 0-1 0 0,0 1 1 0 0,0-1-1 0 0,1 0 1 0 0,-1 0 0 0 0,0 1-1 0 0,0-1 1 0 0,1 0 0 0 0,-1 1-1 0 0,1-1 1 0 0,-1 0-1 0 0,1 1 1 0 0,-1-1 0 0 0,1 1-1 0 0,-1-1 1 0 0,1 1-1 0 0,-1-1 1 0 0,1 1 0 0 0,0-1-1 0 0,-1 1 1 0 0,1-1-1 0 0,0 1 1 0 0,-1 0 0 0 0,1 0-1 0 0,0-1 1 0 0,-1 1 0 0 0,1 0-1 0 0,0 0 1 0 0,1 0-1 0 0,-2-1 0 0 0,1 1-1 0 0,0 0 1 0 0,0 0-1 0 0,-1 0 0 0 0,1 0 1 0 0,0 0-1 0 0,-1-1 0 0 0,1 1 1 0 0,0 0-1 0 0,-1-1 1 0 0,1 1-1 0 0,-1 0 0 0 0,1-1 1 0 0,-1 1-1 0 0,1-1 1 0 0,-1 1-1 0 0,1-1 0 0 0,-1 1 1 0 0,1-1-1 0 0,-1 1 1 0 0,1-1-1 0 0,-1 0 0 0 0,0 1 1 0 0,1-1-1 0 0,-1 0 0 0 0,0 1 1 0 0,0-1-1 0 0,1 0 1 0 0,-1 1-1 0 0,0-1 0 0 0,0 0 1 0 0,0 1-1 0 0,0-1 1 0 0,0 0-1 0 0,0 1 0 0 0,0-1 1 0 0,0 0-1 0 0,0 0 1 0 0,-1 0-1 0 0,2-7-11 0 0,-1 5-167 0 0,1 0 1 0 0,-1 0-1 0 0,0 0 1 0 0,0 0 0 0 0,0 0-1 0 0,0 0 1 0 0,0 1 0 0 0,-1-1-1 0 0,1 0 1 0 0,-1 0 0 0 0,0 0-1 0 0,0 0 1 0 0,-2-3-1 0 0,-17-7-1903 0 0,15-5-213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14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2362 12 1601 0 0,'0'0'5829'0'0,"0"1"-5082"0"0,0-2 53 0 0,-5 1-586 0 0,-372-6 4268 0 0,367 7-4322 0 0,-5 2-97 0 0,0-1 1 0 0,0 0-1 0 0,0-1 1 0 0,-21-2-1 0 0,29 1-22 0 0,0 0-1 0 0,0 0 1 0 0,0 0-1 0 0,0 1 1 0 0,-13 2-1 0 0,-6 1 100 0 0,-1-1 0 0 0,0-1 0 0 0,-31-3-1 0 0,25 1-44 0 0,-426 27 1352 0 0,436-25-1373 0 0,-37-1 152 0 0,-31 1-39 0 0,61-2-80 0 0,-272 12 66 0 0,283-12-213 0 0,-197 6-40 0 0,155-6 214 0 0,34 0-151 0 0,-1 2 1 0 0,1 1 0 0 0,-34 7-1 0 0,49-7 16 0 0,4-2-14 0 0,0 1 0 0 0,0-1-1 0 0,0 0 1 0 0,0-1 0 0 0,-11-1 0 0 0,18 1 7 0 0,-1 0 0 0 0,0 0 0 0 0,0 0 0 0 0,1 0 1 0 0,-1 1-1 0 0,0-1 0 0 0,1 0 0 0 0,-1 1 0 0 0,0-1 0 0 0,1 1 0 0 0,-1-1 1 0 0,0 1-1 0 0,1 0 0 0 0,-1 0 0 0 0,1 0 0 0 0,-1 0 0 0 0,1 0 1 0 0,-2 1-1 0 0,-78 43-366 0 0,77-34 404 0 0,4-11-30 0 0,0 1 0 0 0,0-1 1 0 0,0 1-1 0 0,0-1 1 0 0,0 1-1 0 0,0-1 1 0 0,0 1-1 0 0,0-1 0 0 0,-1 1 1 0 0,1-1-1 0 0,0 1 1 0 0,0-1-1 0 0,0 1 1 0 0,-1-1-1 0 0,1 1 0 0 0,0-1 1 0 0,0 1-1 0 0,-1-1 1 0 0,1 0-1 0 0,0 1 1 0 0,-1-1-1 0 0,1 1 0 0 0,0-1 1 0 0,-2 1-1 0 0,-6 3-50 0 0,7-4 50 0 0,0 1-1 0 0,0-1 1 0 0,0 1-1 0 0,0-1 1 0 0,0 1-1 0 0,0-1 1 0 0,0 1-1 0 0,0 0 1 0 0,1-1-1 0 0,-1 1 1 0 0,0 0-1 0 0,0 0 1 0 0,1-1-1 0 0,-1 1 1 0 0,0 0-1 0 0,1 0 1 0 0,-1 0-1 0 0,1 0 1 0 0,-1 0-1 0 0,1 0 1 0 0,0 0-1 0 0,-1 0 1 0 0,1 0-1 0 0,0 0 1 0 0,0 0-1 0 0,0 0 1 0 0,0 0-1 0 0,0 0 1 0 0,0 0-1 0 0,0 0 1 0 0,0 0-1 0 0,0 2 1 0 0,-25 9-147 0 0,33-11 135 0 0,-8-1 10 0 0,1 0 0 0 0,0 0 0 0 0,-1 0 0 0 0,1 0 0 0 0,0 0 0 0 0,-1 0 1 0 0,1 0-1 0 0,0 0 0 0 0,-1 0 0 0 0,1 1 0 0 0,-1-1 0 0 0,1 0 1 0 0,0 0-1 0 0,-1 0 0 0 0,1 1 0 0 0,-1-1 0 0 0,1 0 0 0 0,0 1 1 0 0,-1-1-1 0 0,1 1 0 0 0,-1-1 0 0 0,0 1 0 0 0,1-1 0 0 0,-1 1 0 0 0,1-1 1 0 0,-1 1-1 0 0,0-1 0 0 0,1 1 0 0 0,-1-1 0 0 0,0 1 0 0 0,1 0 1 0 0,-1-1-1 0 0,0 1 0 0 0,0-1 0 0 0,0 1 0 0 0,0 0 0 0 0,1-1 1 0 0,-1 1-1 0 0,0 0 0 0 0,0-1 0 0 0,0 1 0 0 0,-1 0 0 0 0,1 0 0 0 0,0 0-3 0 0,1 1-1 0 0,-1-1 0 0 0,0 0 1 0 0,0 1-1 0 0,1-1 0 0 0,-1 0 0 0 0,1 0 1 0 0,-1 1-1 0 0,1-1 0 0 0,0 0 0 0 0,-1 0 1 0 0,1 0-1 0 0,0 0 0 0 0,0 0 1 0 0,0 0-1 0 0,0 0 0 0 0,0 0 0 0 0,0 0 1 0 0,0 0-1 0 0,0 0 0 0 0,0-1 0 0 0,2 2 1 0 0,4 4-37 0 0,15 15 0 0 0,1 0 0 0 0,1-2 0 0 0,1-1 0 0 0,34 21 0 0 0,-3-8-46 0 0,67 28-1 0 0,-88-37-137 0 0,-32-20 208 0 0,-1 0 0 0 0,1 0 0 0 0,0 0 0 0 0,0 0 1 0 0,0 0-1 0 0,0-1 0 0 0,0 1 0 0 0,5 0 0 0 0,7 3 9 0 0,-3-3-2 0 0,0 2 1 0 0,0-1-1 0 0,0 2 1 0 0,-1 0-1 0 0,1 0 1 0 0,-1 1-1 0 0,18 12 1 0 0,31 13 90 0 0,-46-22-80 0 0,0-1 1 0 0,1-1-1 0 0,-1-1 0 0 0,2 0 0 0 0,-1-1 1 0 0,0 0-1 0 0,22 3 0 0 0,23 8 65 0 0,19 6-5 0 0,102 15-1 0 0,-53-13-152 0 0,-70-14 79 0 0,9 5 82 0 0,-46-10-51 0 0,-1-1 1 0 0,1 0 0 0 0,22 0 0 0 0,28 5-9 0 0,90 10-1 0 0,-111-14-3 0 0,-20-4-47 0 0,50-4-1 0 0,-9 0-19 0 0,91-9 130 0 0,3-1 318 0 0,-15 5-293 0 0,122-3 67 0 0,-86 11-80 0 0,-37 2-53 0 0,143-3 120 0 0,-72 0-13 0 0,68-4 39 0 0,-225 0-134 0 0,-8 1 68 0 0,68-15 0 0 0,-2 0 53 0 0,120-45 0 0 0,-229 58-145 0 0,-1-1 0 0 0,0 1-1 0 0,-1-2 1 0 0,1 0 0 0 0,-2 0-1 0 0,1-1 1 0 0,-1 0 0 0 0,0 0-1 0 0,9-15 1 0 0,42-53 52 0 0,-59 76-64 0 0,0 0 0 0 0,0-1 0 0 0,-1 1 0 0 0,1-1 0 0 0,0 1 0 0 0,-1-1 0 0 0,0 1 1 0 0,1-1-1 0 0,-1 1 0 0 0,0-1 0 0 0,0 1 0 0 0,0-1 0 0 0,0 0 0 0 0,0 1 0 0 0,0-1 0 0 0,0-2 1 0 0,-1 3-2 0 0,1-1 0 0 0,0 0 1 0 0,0 1-1 0 0,-1-1 0 0 0,1 0 1 0 0,1 1-1 0 0,-1-1 1 0 0,0 0-1 0 0,0 1 0 0 0,1-1 1 0 0,-1 1-1 0 0,1-1 1 0 0,-1 0-1 0 0,1 1 0 0 0,-1-1 1 0 0,3-1-1 0 0,4-6 9 0 0,-5 7-8 0 0,0 1 1 0 0,-1-1 0 0 0,1 1-1 0 0,-1-1 1 0 0,0 0 0 0 0,0 0-1 0 0,0 0 1 0 0,0 0 0 0 0,0 0-1 0 0,0 0 1 0 0,0 0-1 0 0,0 0 1 0 0,-1 0 0 0 0,1 0-1 0 0,-1 0 1 0 0,0 0 0 0 0,1 0-1 0 0,-1-4 1 0 0,1-14 8 0 0,0 14-6 0 0,-1 1-1 0 0,1 0 1 0 0,-1 0 0 0 0,0-1-1 0 0,0 1 1 0 0,0 0 0 0 0,-1 0-1 0 0,0-1 1 0 0,0 1 0 0 0,0 0-1 0 0,-3-7 1 0 0,-6 4-6 0 0,9 7 0 0 0,0 0 0 0 0,0 0 0 0 0,-1 0 0 0 0,1-1 0 0 0,0 1 0 0 0,0 0 0 0 0,0 0 0 0 0,0-1 0 0 0,0 1 0 0 0,1 0 0 0 0,-1-1 0 0 0,0 1 0 0 0,1-1 0 0 0,-1 1 0 0 0,1-1 0 0 0,-1 1 0 0 0,1-1 0 0 0,-1 0 0 0 0,1 1 0 0 0,0-1 0 0 0,0 1 0 0 0,0-1 0 0 0,0 0 0 0 0,0-1 0 0 0,1 2 2 0 0,-1-1-1 0 0,0 1 1 0 0,0 0 0 0 0,0-1-1 0 0,0 1 1 0 0,-1-1-1 0 0,1 1 1 0 0,0 0-1 0 0,-1-1 1 0 0,1 1 0 0 0,0 0-1 0 0,-1-1 1 0 0,0 1-1 0 0,1 0 1 0 0,-1 0 0 0 0,0 0-1 0 0,0-1 1 0 0,1 1-1 0 0,-1 0 1 0 0,0 0 0 0 0,0 0-1 0 0,0 0 1 0 0,0 0-1 0 0,-1 1 1 0 0,0-2 0 0 0,-8-6 23 0 0,0-4-14 0 0,5 7-11 0 0,1-1 0 0 0,-1 2 1 0 0,0-1-1 0 0,0 0 0 0 0,0 1 0 0 0,-1 0 1 0 0,1 0-1 0 0,-9-4 0 0 0,-20-16 0 0 0,18 10 0 0 0,9 10 7 0 0,0-1 1 0 0,0 1-1 0 0,0 0 0 0 0,-1 1 1 0 0,1 0-1 0 0,-1 0 0 0 0,0 0 0 0 0,0 1 1 0 0,0 0-1 0 0,-13-1 0 0 0,-70-12 47 0 0,-54-8 39 0 0,-76 2 25 0 0,-106-3 324 0 0,-184 37 55 0 0,385-4-2213 0 0,-242 52 1 0 0,349-56 512 0 0,1 1 0 0 0,0 1 0 0 0,-32 16 1 0 0,24-10-430 0 0,-34 15-2744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1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78 720 0 0,'-5'0'1668'0'0,"-80"0"2420"0"0,29 0-2240 0 0,51 0-1448 0 0,0 0-13 0 0,-71 0 2187 0 0,72 0-826 0 0,8 0-1588 0 0,-2 0-120 0 0,-2 0-30 0 0,1 1 0 0 0,-1-1 1 0 0,1 0-1 0 0,-1 0 0 0 0,1 0 0 0 0,-1 0 0 0 0,1 0 0 0 0,0 1 0 0 0,-1-1 0 0 0,1 0 0 0 0,-1 0 0 0 0,1 0 0 0 0,0-1 0 0 0,-1 1 1 0 0,1 0-1 0 0,-1 0 0 0 0,1 0 0 0 0,0 0 0 0 0,-1-1 0 0 0,1 1 0 0 0,-1 0 0 0 0,1 0 0 0 0,-1-1 0 0 0,1 1 0 0 0,-1 0 0 0 0,1-1 1 0 0,-1 1-1 0 0,1-1 0 0 0,-1 1 0 0 0,0 0 0 0 0,1-1 0 0 0,-1 1 0 0 0,0-1 0 0 0,1 1 0 0 0,-1-1 0 0 0,0 0 0 0 0,1 0-6 0 0,0 1 0 0 0,-1-1-1 0 0,1 0 1 0 0,-1 1-1 0 0,1-1 1 0 0,0 1 0 0 0,0-1-1 0 0,-1 1 1 0 0,1-1 0 0 0,0 1-1 0 0,0-1 1 0 0,-1 1-1 0 0,1 0 1 0 0,0 0 0 0 0,0-1-1 0 0,0 1 1 0 0,0 0-1 0 0,0 0 1 0 0,-1 0 0 0 0,1 0-1 0 0,2 0 1 0 0,14-4 10 0 0,-12 1-8 0 0,-1 1 0 0 0,1 0 0 0 0,1 0 0 0 0,-1 1 0 0 0,0-1 0 0 0,0 1 0 0 0,1 0 0 0 0,-1 0 0 0 0,0 1 0 0 0,11 0 0 0 0,2 0 8 0 0,344-42 386 0 0,-271 41-320 0 0,-74 1-57 0 0,0 0-1 0 0,1 1 0 0 0,-1 1 1 0 0,24 6-1 0 0,-1-1 13 0 0,45 6 86 0 0,114 33 1 0 0,-65-14-45 0 0,-88-18-42 0 0,-32-10-19 0 0,1 0-1 0 0,0-1 1 0 0,0 0 0 0 0,-1-1-1 0 0,1-1 1 0 0,0 0-1 0 0,17-2 1 0 0,178 7 224 0 0,-118-3-19 0 0,-45-1-130 0 0,0-1 0 0 0,89-12 0 0 0,-107 8 35 0 0,38-6-26 0 0,2-2 249 0 0,78-2-1 0 0,-123 11-324 0 0,268 0 456 0 0,-232 3-547 0 0,-55-1-466 0 0,-35 0-13834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2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390 136 80 0 0,'-5'0'1774'0'0,"-18"-2"-221"0"0,-22-4 1003 0 0,3 0-675 0 0,-74 2 200 0 0,111 3-1921 0 0,-20 1 226 0 0,-5 5 188 0 0,25-5-494 0 0,5 1-13 0 0,0 3-41 0 0,-5-1 28 0 0,4-3-51 0 0,-1 0 0 0 0,1 0-1 0 0,0 0 1 0 0,0 0 0 0 0,0 1 0 0 0,0-1 0 0 0,0 0 0 0 0,0 1 0 0 0,0-1 0 0 0,0 1 0 0 0,0-1-1 0 0,0 1 1 0 0,0 0 0 0 0,0-1 0 0 0,0 1 0 0 0,0 0 0 0 0,0 0 0 0 0,1 0 0 0 0,-1-1 0 0 0,0 1-1 0 0,1 0 1 0 0,-1 0 0 0 0,0 0 0 0 0,1 0 0 0 0,-1 0 0 0 0,1 0 0 0 0,0 0 0 0 0,-1 1-1 0 0,1-1 1 0 0,0 0 0 0 0,0 0 0 0 0,-1 0 0 0 0,1 0 0 0 0,0 0 0 0 0,0 0 0 0 0,1 3 0 0 0,-1-4-1 0 0,0 0 0 0 0,0 1 0 0 0,0-1 0 0 0,-1 0 1 0 0,1 1-1 0 0,0-1 0 0 0,0 0 0 0 0,0 0 1 0 0,0 1-1 0 0,0-1 0 0 0,0 0 0 0 0,0 1 1 0 0,0-1-1 0 0,-1 0 0 0 0,1 1 0 0 0,0-1 0 0 0,0 0 1 0 0,0 0-1 0 0,-1 0 0 0 0,1 1 0 0 0,0-1 1 0 0,0 0-1 0 0,-1 0 0 0 0,1 0 0 0 0,0 1 0 0 0,-1-1 1 0 0,1 0-1 0 0,0 0 0 0 0,0 0 0 0 0,-1 0 1 0 0,1 0-1 0 0,0 0 0 0 0,-1 1 0 0 0,1-1 1 0 0,0 0-1 0 0,-1 0 0 0 0,1 0 0 0 0,0 0 0 0 0,-1 0 1 0 0,1 0-1 0 0,0-1 0 0 0,-1 1 0 0 0,1 0 1 0 0,0 0-1 0 0,-1 0 0 0 0,1 0 0 0 0,0 0 0 0 0,-1 0 1 0 0,1-1-1 0 0,-1 1 1 0 0,0 0-1 0 0,1 0 1 0 0,-1 0 0 0 0,0 0-1 0 0,1 0 1 0 0,-1 0-1 0 0,0 0 1 0 0,1 0-1 0 0,-1 0 1 0 0,0 0-1 0 0,1 0 1 0 0,-1 0 0 0 0,0 1-1 0 0,1-1 1 0 0,-1 0-1 0 0,1 0 1 0 0,-1 1-1 0 0,0-1 1 0 0,1 0 0 0 0,-1 1-1 0 0,1-1 1 0 0,-1 1-1 0 0,1-1 1 0 0,-1 1-1 0 0,1-1 1 0 0,-1 1 0 0 0,1-1-1 0 0,0 1 1 0 0,-1-1-1 0 0,1 1 1 0 0,0-1-1 0 0,-1 1 1 0 0,1 0 0 0 0,0-1-1 0 0,0 1 1 0 0,-1 0-1 0 0,1-1 1 0 0,0 1-1 0 0,0-1 1 0 0,0 1 0 0 0,0 0-1 0 0,0 0 1 0 0,0-1-1 0 0,0 1 1 0 0,0-1-1 0 0,0 1 1 0 0,1 0 0 0 0,-1-1-1 0 0,0 2 1 0 0,0 85 397 0 0,2-82-443 0 0,-3 4 2 0 0,-25 4 31 0 0,25-10 19 0 0,0-1-1 0 0,0 0 0 0 0,0 1 1 0 0,0 0-1 0 0,1-1 0 0 0,-1 1 0 0 0,1-1 1 0 0,-1 1-1 0 0,1 0 0 0 0,0-1 1 0 0,0 1-1 0 0,0 0 0 0 0,0-1 0 0 0,2 6 1 0 0,-2-1 13 0 0,0 82-22 0 0,0-88 4 0 0,0 0-1 0 0,1 0 1 0 0,-1 0-1 0 0,0-1 1 0 0,0 1 0 0 0,1 0-1 0 0,-1 0 1 0 0,0 0-1 0 0,1-1 1 0 0,-1 1-1 0 0,1 0 1 0 0,-1-1-1 0 0,1 1 1 0 0,-1 0 0 0 0,1-1-1 0 0,0 1 1 0 0,-1-1-1 0 0,1 1 1 0 0,0 0-1 0 0,-1-1 1 0 0,1 0-1 0 0,0 1 1 0 0,0-1 0 0 0,-1 1-1 0 0,1-1 1 0 0,0 0-1 0 0,0 0 1 0 0,0 1-1 0 0,0-1 1 0 0,1 0-1 0 0,4 2 34 0 0,-1 9-24 0 0,-4-9-17 0 0,-1 0 0 0 0,1 0 0 0 0,0 0 0 0 0,0 0-1 0 0,0 0 1 0 0,0 0 0 0 0,0 0 0 0 0,0 0 0 0 0,0-1 0 0 0,1 1 0 0 0,-1 0-1 0 0,1-1 1 0 0,-1 1 0 0 0,1-1 0 0 0,0 1 0 0 0,-1-1 0 0 0,1 0-1 0 0,0 1 1 0 0,0-1 0 0 0,0 0 0 0 0,0-1 0 0 0,0 1 0 0 0,0 0 0 0 0,0 0-1 0 0,3 0 1 0 0,66 16 290 0 0,-62-15-304 0 0,132 30 285 0 0,-114-23-218 0 0,-21-6-33 0 0,-1-1 1 0 0,1 1-1 0 0,-1-2 1 0 0,1 1-1 0 0,0 0 1 0 0,0-1-1 0 0,0 0 1 0 0,0-1-1 0 0,10 1 1 0 0,-7-1 39 0 0,0 1 1 0 0,1-1 0 0 0,-1-1 0 0 0,0 1 0 0 0,1-2-1 0 0,-1 1 1 0 0,0-1 0 0 0,0-1 0 0 0,12-4 0 0 0,-1-3 212 0 0,0 0 1 0 0,27-20 0 0 0,-23 15-111 0 0,0 0 0 0 0,38-17 0 0 0,-3 11 124 0 0,-36 13-104 0 0,41-19-1 0 0,-63 26-163 0 0,0-1 1 0 0,0 1-1 0 0,0 0 0 0 0,-1-1 1 0 0,1 1-1 0 0,-1-1 0 0 0,1 1 1 0 0,-1-1-1 0 0,1 0 0 0 0,-1 1 1 0 0,0-1-1 0 0,0 1 0 0 0,0-1 0 0 0,0 0 1 0 0,0 1-1 0 0,0-1 0 0 0,0 1 1 0 0,-1-1-1 0 0,1 1 0 0 0,0-1 1 0 0,-1 1-1 0 0,0-1 0 0 0,1 1 1 0 0,-1-1-1 0 0,0 1 0 0 0,-1-3 1 0 0,-3-2 2 0 0,0-1 0 0 0,-1 1 0 0 0,0 1 0 0 0,-1-1 0 0 0,1 1 0 0 0,-1 0 1 0 0,0 0-1 0 0,0 1 0 0 0,-9-5 0 0 0,-27-17-13 0 0,-6-12 27 0 0,-2 3 0 0 0,-1 3 0 0 0,-1 1 0 0 0,-74-30 0 0 0,88 44-46 0 0,4 2-66 0 0,-1 0 1 0 0,-60-14-1 0 0,95 28-6 0 0,-1 0 0 0 0,0 1 0 0 0,0 0 0 0 0,0-1 0 0 0,0 1 0 0 0,1 0 0 0 0,-1 0 0 0 0,0 0 0 0 0,0 0 0 0 0,0 0 0 0 0,0 0 0 0 0,0 1 0 0 0,1-1 0 0 0,-1 1 0 0 0,0-1 0 0 0,0 1 0 0 0,1-1 0 0 0,-1 1 0 0 0,0 0 0 0 0,1 0 0 0 0,-1 0 0 0 0,1 0 0 0 0,-1 0 0 0 0,1 0 0 0 0,-1 1 0 0 0,-1 1 0 0 0,1 0-257 0 0,1 1-1 0 0,-1 0 1 0 0,0 0-1 0 0,1 0 1 0 0,0 0 0 0 0,0 0-1 0 0,0 0 1 0 0,0 0-1 0 0,1 0 1 0 0,0 0-1 0 0,0 8 1 0 0,0 64-3806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2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14 400 0 0,'0'0'1841'0'0,"0"-7"1040"0"0,0 1-1360 0 0,0 12-1361 0 0,31 51-3121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3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236 108 400 0 0,'-85'-1'5203'0'0,"72"3"-4196"0"0,1 1-239 0 0,7-2-943 0 0,-12 4 458 0 0,-2-1 368 0 0,19-2-374 0 0,0-2-263 0 0,0 1 0 0 0,1-1 0 0 0,-1 0 0 0 0,0 1 0 0 0,0-1 0 0 0,0 0 0 0 0,0 0 0 0 0,0 1 0 0 0,0-1 0 0 0,0 0 0 0 0,0 1 0 0 0,0-1 0 0 0,0 0 0 0 0,0 0 0 0 0,0 1 0 0 0,0-1 0 0 0,0 0 0 0 0,0 1 0 0 0,0-1 0 0 0,0 0 0 0 0,0 0 0 0 0,-1 1 0 0 0,1-1 0 0 0,0 0 0 0 0,0 0 0 0 0,0 1 0 0 0,0-1 1 0 0,0 0-1 0 0,-1 0 0 0 0,1 1 0 0 0,0-1 0 0 0,0 0 0 0 0,-1 0 0 0 0,1 0 0 0 0,0 0 0 0 0,0 1 0 0 0,-1-1 0 0 0,1 0 0 0 0,0 0 0 0 0,0 0 0 0 0,-1 0 0 0 0,1 0 0 0 0,-1 0 0 0 0,-49 17 159 0 0,50-16-168 0 0,-1-1 0 0 0,1 0 0 0 0,-1 0-1 0 0,1 1 1 0 0,-1-1 0 0 0,1 0 0 0 0,0 1 0 0 0,-1-1-1 0 0,1 1 1 0 0,0-1 0 0 0,-1 1 0 0 0,1-1 0 0 0,0 0-1 0 0,0 1 1 0 0,-1-1 0 0 0,1 1 0 0 0,0-1 0 0 0,0 1-1 0 0,0-1 1 0 0,0 1 0 0 0,-1-1 0 0 0,1 1-1 0 0,0-1 1 0 0,0 1 0 0 0,0 0 0 0 0,0-1 0 0 0,0 1-1 0 0,1-1 1 0 0,-1 1 0 0 0,0-1 0 0 0,0 1 0 0 0,0-1-1 0 0,0 1 1 0 0,1 0 0 0 0,-1-1-2 0 0,0 1-1 0 0,0-1 1 0 0,0 1 0 0 0,1-1-1 0 0,-1 1 1 0 0,0-1 0 0 0,0 1-1 0 0,0-1 1 0 0,0 1 0 0 0,0-1-1 0 0,0 1 1 0 0,0 0 0 0 0,0-1-1 0 0,0 1 1 0 0,0-1 0 0 0,-1 1 0 0 0,1-1-1 0 0,0 1 1 0 0,0-1 0 0 0,0 1-1 0 0,-1-1 1 0 0,1 1 0 0 0,0-1-1 0 0,-1 1 1 0 0,1-1 0 0 0,0 0-1 0 0,-1 1 1 0 0,1-1 0 0 0,0 1-1 0 0,-1-1 1 0 0,0 1 0 0 0,-19 6 142 0 0,40 0 30 0 0,-19-5-152 0 0,0 0 0 0 0,0 0 1 0 0,0 0-1 0 0,-1 0 0 0 0,1 0 0 0 0,0 0 0 0 0,-1 0 1 0 0,0 0-1 0 0,1 0 0 0 0,-1 0 0 0 0,0 1 1 0 0,0-1-1 0 0,0 0 0 0 0,0 0 0 0 0,-1 0 1 0 0,0 3-1 0 0,1 2-18 0 0,-2-4 15 0 0,3 0-13 0 0,25 10 179 0 0,-25-13-188 0 0,-1 0 0 0 0,1 1 0 0 0,-1-1 0 0 0,1 1 0 0 0,-1-1 0 0 0,0 1-1 0 0,1-1 1 0 0,-1 1 0 0 0,1-1 0 0 0,-1 1 0 0 0,0-1 0 0 0,0 1-1 0 0,1 0 1 0 0,-1-1 0 0 0,0 1 0 0 0,0 0 0 0 0,0-1 0 0 0,0 1 0 0 0,1 0-1 0 0,-1-1 1 0 0,0 1 0 0 0,0-1 0 0 0,0 1 0 0 0,0 0 0 0 0,-1-1-1 0 0,1 1 1 0 0,0 0 0 0 0,0-1 0 0 0,0 1 0 0 0,-1 0 0 0 0,1 0 2 0 0,0 0 0 0 0,0-1 0 0 0,0 1 0 0 0,1 0 0 0 0,-1-1 0 0 0,0 1-1 0 0,0 0 1 0 0,0-1 0 0 0,1 1 0 0 0,-1-1 0 0 0,0 1 0 0 0,1-1 0 0 0,-1 1 0 0 0,1 0 0 0 0,-1-1 0 0 0,0 0 0 0 0,1 1 0 0 0,-1-1 0 0 0,1 1 0 0 0,-1-1 0 0 0,1 1 0 0 0,0-1 0 0 0,-1 0 0 0 0,1 1 0 0 0,-1-1 0 0 0,1 0 0 0 0,0 0 0 0 0,-1 0 0 0 0,1 1 0 0 0,-1-1 0 0 0,1 0 0 0 0,0 0 0 0 0,-1 0 0 0 0,1 0-1 0 0,0 0 1 0 0,0 0 1 0 0,0 0-1 0 0,-1 0 1 0 0,1 0-1 0 0,-1 0 1 0 0,1 0-1 0 0,-1 0 0 0 0,1 0 1 0 0,-1 0-1 0 0,1 0 1 0 0,-1 1-1 0 0,1-1 1 0 0,-1 0-1 0 0,1 0 0 0 0,-1 1 1 0 0,1-1-1 0 0,-1 0 1 0 0,1 1-1 0 0,-1-1 1 0 0,0 0-1 0 0,1 1 0 0 0,-1-1 1 0 0,1 0-1 0 0,-1 1 1 0 0,0-1-1 0 0,1 1 1 0 0,-1-1-1 0 0,0 1 0 0 0,0-1 1 0 0,1 1-1 0 0,-1-1 1 0 0,0 1-1 0 0,0-1 1 0 0,0 2-1 0 0,1-1 3 0 0,0 0 0 0 0,0 0 1 0 0,-1-1-1 0 0,1 1 0 0 0,0 0 0 0 0,0 0 0 0 0,0 0 0 0 0,0-1 0 0 0,0 1 1 0 0,0 0-1 0 0,0-1 0 0 0,0 1 0 0 0,0-1 0 0 0,0 0 0 0 0,0 1 1 0 0,0-1-1 0 0,1 0 0 0 0,-1 1 0 0 0,2-1 0 0 0,0 1 1 0 0,15 8 13 0 0,-1 0 1 0 0,1-1 0 0 0,1-1 0 0 0,-1-1-1 0 0,25 5 1 0 0,106 17-12 0 0,-130-25-25 0 0,35 7 6 0 0,-24-4 13 0 0,0-1 0 0 0,37 1 0 0 0,-36-6 0 0 0,-23 1 0 0 0,1-1 0 0 0,0 0-1 0 0,0 0 1 0 0,-1-1 0 0 0,1 0 0 0 0,10-3 0 0 0,-5 1-13 0 0,-14 3 12 0 0,1-1-1 0 0,-1 1 0 0 0,0 0 1 0 0,0 0-1 0 0,1 0 0 0 0,-1 0 0 0 0,0 0 1 0 0,0 0-1 0 0,1 0 0 0 0,-1 0 0 0 0,0 0 1 0 0,0-1-1 0 0,1 1 0 0 0,-1 0 0 0 0,0 0 1 0 0,0 0-1 0 0,0 0 0 0 0,1-1 0 0 0,-1 1 1 0 0,0 0-1 0 0,0 0 0 0 0,0 0 0 0 0,0-1 1 0 0,0 1-1 0 0,0 0 0 0 0,1 0 1 0 0,-1-1-1 0 0,0 1 0 0 0,0 0 0 0 0,0 0 1 0 0,0-1-1 0 0,0 1 0 0 0,0 0 0 0 0,0 0 1 0 0,0-1-1 0 0,0 1 0 0 0,0 0 0 0 0,0 0 1 0 0,0-1-1 0 0,0 1 0 0 0,0-1 0 0 0,-1 1 1 0 0,1 0-1 0 0,0-1 0 0 0,0 1 0 0 0,0 0 0 0 0,0-1 0 0 0,0 1 1 0 0,0 0-1 0 0,0-1 0 0 0,0 1 0 0 0,0 0 0 0 0,0-1 1 0 0,0 1-1 0 0,1 0 0 0 0,-1-1 0 0 0,0 1 0 0 0,0 0 0 0 0,0-1 1 0 0,0 1-1 0 0,0 0 0 0 0,1-1 0 0 0,-1 1 0 0 0,0 0 0 0 0,0 0 1 0 0,1-1-1 0 0,-1 1 0 0 0,0 0 0 0 0,0 0 0 0 0,1-1 0 0 0,-1 1 1 0 0,0 0-1 0 0,1 0 0 0 0,-1 0 0 0 0,2-1-3 0 0,-1 1 0 0 0,1-1 0 0 0,-1 0 1 0 0,0 1-1 0 0,1-1 0 0 0,-1 0 0 0 0,0 0 0 0 0,0 0 0 0 0,1 0 0 0 0,-1 0 0 0 0,0 0 0 0 0,0 0 1 0 0,0 0-1 0 0,0-1 0 0 0,0 1 0 0 0,-1 0 0 0 0,2-3 0 0 0,1-34-89 0 0,-3 32 103 0 0,0 6-9 0 0,1-1 0 0 0,-1 1 0 0 0,0-1 0 0 0,0 1 0 0 0,0-1 0 0 0,0 1 0 0 0,0 0 0 0 0,1-1 0 0 0,-1 1 0 0 0,0-1 0 0 0,0 1 0 0 0,1 0 0 0 0,-1-1 0 0 0,0 1 0 0 0,1 0 0 0 0,-1-1 0 0 0,0 1 0 0 0,1 0 0 0 0,-1-1 0 0 0,1 1 0 0 0,-1 0 0 0 0,0 0 0 0 0,1 0 0 0 0,-1-1 0 0 0,1 1 0 0 0,-1 0 0 0 0,1 0 0 0 0,-1 0 0 0 0,0 0 0 0 0,1 0 0 0 0,-1 0 0 0 0,1 0 0 0 0,-1 0 0 0 0,1 0 0 0 0,-1 0 0 0 0,1 0 0 0 0,0 0 0 0 0,0 0 0 0 0,-1 0 0 0 0,1 0 0 0 0,0 0 0 0 0,-1 0 0 0 0,1 0 0 0 0,0 0 0 0 0,-1 0 0 0 0,1-1 0 0 0,-1 1 0 0 0,1 0 0 0 0,0 0 0 0 0,-1-1 0 0 0,1 1 0 0 0,-1 0 0 0 0,1-1 0 0 0,0 1 0 0 0,-1 0 0 0 0,1-1 0 0 0,-1 1 0 0 0,1-1 0 0 0,-1 1 0 0 0,0-1 0 0 0,1 1 0 0 0,-1-1 0 0 0,1 0 0 0 0,-1 1 0 0 0,0-1 0 0 0,0 1 0 0 0,1-1 0 0 0,-1 0 0 0 0,0 1 0 0 0,0-1 0 0 0,0 1 0 0 0,0-1 0 0 0,1 0 0 0 0,-1 1 0 0 0,0-2 0 0 0,0 1 0 0 0,0 1 0 0 0,0-1 0 0 0,0 1 0 0 0,0-1 0 0 0,1 1 0 0 0,-1-1 0 0 0,0 1 0 0 0,0-1 0 0 0,1 1 0 0 0,-1 0 0 0 0,0-1 0 0 0,1 1 0 0 0,-1-1 0 0 0,0 1 0 0 0,1 0 0 0 0,-1-1 0 0 0,1 1 0 0 0,-1 0 0 0 0,0-1 0 0 0,1 1 0 0 0,-1 0 0 0 0,1 0 0 0 0,-1-1 0 0 0,1 1 0 0 0,-1 0 0 0 0,1 0 0 0 0,-1 0 0 0 0,1 0 0 0 0,-1 0 0 0 0,1 0 0 0 0,-1 0 0 0 0,1 0 0 0 0,0 0 0 0 0,0 0 0 0 0,0 0 0 0 0,-1 0 0 0 0,1 0 0 0 0,-1 0 0 0 0,1 0 0 0 0,0 0 0 0 0,-1-1 0 0 0,1 1 0 0 0,0 0 0 0 0,-1 0 0 0 0,1-1 0 0 0,0 1 0 0 0,-1 0 0 0 0,1 0 0 0 0,-1-1 0 0 0,1 1 0 0 0,-1-1 0 0 0,1 1 0 0 0,-1-1 0 0 0,1 1 0 0 0,-1 0 0 0 0,1-1 0 0 0,-1 0 0 0 0,0 1 0 0 0,1-1 0 0 0,-1 1 0 0 0,0-1 0 0 0,1 1 0 0 0,-1-1 0 0 0,0 0 0 0 0,0 1 0 0 0,0-1 0 0 0,1 0 0 0 0,-1 0 0 0 0,0 0 0 0 0,-1 0 1 0 0,1 0 0 0 0,0 0 0 0 0,0 1-1 0 0,0-1 1 0 0,0 0 0 0 0,0 0-1 0 0,1 0 1 0 0,-1 1 0 0 0,0-1 0 0 0,0 0-1 0 0,0 0 1 0 0,1 1 0 0 0,-1-1 0 0 0,0 0-1 0 0,1 1 1 0 0,-1-1 0 0 0,0 0-1 0 0,1 1 1 0 0,-1-1 0 0 0,1 0 0 0 0,-1 1-1 0 0,1-1 1 0 0,0 1 0 0 0,-1-1 0 0 0,1 1-1 0 0,-1-1 1 0 0,1 1 0 0 0,0 0-1 0 0,-1-1 1 0 0,1 1 0 0 0,0 0 0 0 0,0-1-1 0 0,-1 1 1 0 0,1 0 0 0 0,0 0 0 0 0,1-1-1 0 0,-1 1 4 0 0,-1 0-1 0 0,1 0 1 0 0,-1 0-1 0 0,1 0 1 0 0,0 0-1 0 0,-1 0 1 0 0,1-1-1 0 0,-1 1 1 0 0,1 0-1 0 0,0 0 1 0 0,-1-1-1 0 0,1 1 1 0 0,-1 0-1 0 0,1-1 1 0 0,-1 1-1 0 0,1-1 1 0 0,-1 1-1 0 0,1-1 0 0 0,-1 1 1 0 0,0-1-1 0 0,1 1 1 0 0,-1-1-1 0 0,0 1 1 0 0,1-1-1 0 0,-1 1 1 0 0,0-1-1 0 0,0 1 1 0 0,1-1-1 0 0,-1 0 1 0 0,0 1-1 0 0,0-1 1 0 0,0 0-1 0 0,0 1 1 0 0,0-1-1 0 0,0 1 1 0 0,0-1-1 0 0,0-1 1 0 0,0 2-4 0 0,0-1 0 0 0,0 1 0 0 0,0 0 0 0 0,0-1 0 0 0,-1 1 0 0 0,1-1 0 0 0,0 1 0 0 0,0-1 0 0 0,0 1-1 0 0,-1 0 1 0 0,1-1 0 0 0,0 1 0 0 0,-1-1 0 0 0,1 1 0 0 0,0 0 0 0 0,-1-1 0 0 0,1 1 0 0 0,0 0 0 0 0,-1 0 0 0 0,1-1 0 0 0,0 1 0 0 0,-1 0 0 0 0,1 0 0 0 0,-1-1 0 0 0,1 1 0 0 0,-1 0 0 0 0,1 0 0 0 0,-1 0 0 0 0,1 0 0 0 0,0 0 0 0 0,-1 0 0 0 0,1 0 0 0 0,-1 0 0 0 0,1 0 0 0 0,-1 0 0 0 0,0 0 0 0 0,0 0 0 0 0,1 0 1 0 0,-1 0-1 0 0,0 0 0 0 0,1 0 1 0 0,-1 0-1 0 0,0 0 0 0 0,1 0 1 0 0,-1 0-1 0 0,0-1 0 0 0,1 1 1 0 0,-1 0-1 0 0,1 0 1 0 0,-1-1-1 0 0,0 1 0 0 0,1 0 1 0 0,-1-1-1 0 0,1 1 0 0 0,-1 0 1 0 0,1-1-1 0 0,-1 1 0 0 0,1-1 1 0 0,-1 1-1 0 0,1-1 1 0 0,0 1-1 0 0,-1-1 0 0 0,1 1 1 0 0,0-1-1 0 0,-1 1 0 0 0,1-1 1 0 0,0 0-1 0 0,0 1 0 0 0,-1-1 1 0 0,1 1-1 0 0,0-1 1 0 0,0 0-1 0 0,0 1 0 0 0,0-1 1 0 0,0-1-1 0 0,0 1 2 0 0,0 0 0 0 0,0 0 1 0 0,0 0-1 0 0,0 0 0 0 0,0 1 0 0 0,0-1 0 0 0,0 0 0 0 0,0 0 1 0 0,-1 0-1 0 0,1 0 0 0 0,0 0 0 0 0,-1 0 0 0 0,1 0 0 0 0,0 0 0 0 0,-1 1 1 0 0,1-1-1 0 0,-1 0 0 0 0,1 0 0 0 0,-1 1 0 0 0,0-1 0 0 0,1 0 1 0 0,-1 1-1 0 0,0-1 0 0 0,1 0 0 0 0,-1 1 0 0 0,0-1 0 0 0,0 1 1 0 0,0-1-1 0 0,1 1 0 0 0,-3-1 0 0 0,2 1 1 0 0,0-1-1 0 0,0 1 1 0 0,1-1-1 0 0,-1 1 1 0 0,0-1-1 0 0,0 0 1 0 0,0 1 0 0 0,0-1-1 0 0,0 0 1 0 0,1 0-1 0 0,-1 1 1 0 0,0-1-1 0 0,1 0 1 0 0,-1 0 0 0 0,0 0-1 0 0,1 0 1 0 0,-1 0-1 0 0,1 0 1 0 0,0 0-1 0 0,-1 0 1 0 0,1 0 0 0 0,0 0-1 0 0,-1 0 1 0 0,1 0-1 0 0,0 0 1 0 0,0 0-1 0 0,0-1 1 0 0,0 1 0 0 0,0 0-1 0 0,1-1 1 0 0,-1-41 410 0 0,-5 41-346 0 0,-21-2 240 0 0,26 2-180 0 0,0 2-122 0 0,1-1 0 0 0,-1 1 0 0 0,0 0 0 0 0,0 0 0 0 0,0 0-1 0 0,0 0 1 0 0,0-1 0 0 0,0 1 0 0 0,0 0 0 0 0,0 0 0 0 0,0 0 0 0 0,0 0 0 0 0,0-1 0 0 0,0 1 0 0 0,0 0 0 0 0,0 0 0 0 0,0 0 0 0 0,0 0 0 0 0,0-1 0 0 0,0 1 0 0 0,0 0 0 0 0,0 0-1 0 0,0 0 1 0 0,0 0 0 0 0,-1-1 0 0 0,1 1 0 0 0,0 0 0 0 0,0 0 0 0 0,0 0 0 0 0,0 0 0 0 0,0 0 0 0 0,0 0 0 0 0,0-1 0 0 0,-1 1 0 0 0,1 0 0 0 0,0 0 0 0 0,0 0 0 0 0,0 0 0 0 0,0 0-1 0 0,0 0 1 0 0,-1 0 0 0 0,1 0 0 0 0,0 0 0 0 0,0 0 0 0 0,0 0 0 0 0,0 0 0 0 0,-1 0 0 0 0,1 0 0 0 0,0 0 0 0 0,0 0 0 0 0,0 0 0 0 0,-1 0 0 0 0,1 0 0 0 0,0 0 0 0 0,0 0-1 0 0,0 0 1 0 0,-1 0 0 0 0,-19-1 75 0 0,15-3 0 0 0,5 3 0 0 0,-25-5 81 0 0,20 3-47 0 0,5 3-99 0 0,0 0 0 0 0,0-1-1 0 0,0 1 1 0 0,0 0 0 0 0,0 0-1 0 0,0 0 1 0 0,0 0 0 0 0,0-1 0 0 0,0 1-1 0 0,0 0 1 0 0,0 0 0 0 0,0 0 0 0 0,0 0-1 0 0,0-1 1 0 0,0 1 0 0 0,0 0-1 0 0,0 0 1 0 0,0 0 0 0 0,0 0 0 0 0,0-1-1 0 0,0 1 1 0 0,0 0 0 0 0,0 0 0 0 0,-1 0-1 0 0,1 0 1 0 0,0 0 0 0 0,0 0-1 0 0,0-1 1 0 0,0 1 0 0 0,0 0 0 0 0,0 0-1 0 0,-1 0 1 0 0,1 0 0 0 0,0 0 0 0 0,0 0-1 0 0,0 0 1 0 0,0 0 0 0 0,-1 0-1 0 0,1 0 1 0 0,0 0 0 0 0,0-1 0 0 0,0 1-1 0 0,0 0 1 0 0,-1 0 0 0 0,1 0 0 0 0,0 0-1 0 0,0 0 1 0 0,0 1 0 0 0,0-1-1 0 0,-1 0 1 0 0,1 0 0 0 0,-20-4 132 0 0,-15 9 93 0 0,27-5-207 0 0,-65 1-257 0 0,1-4-1 0 0,-132-20 0 0 0,173 18 683 0 0,0 1 0 0 0,-52 1 0 0 0,47-5 743 0 0,36 7-1062 0 0,0 1-136 0 0,0 0 1 0 0,0 0-1 0 0,1 0 0 0 0,-1 0 0 0 0,0-1 0 0 0,0 1 0 0 0,0 0 1 0 0,0 0-1 0 0,0 0 0 0 0,0 0 0 0 0,0-1 0 0 0,0 1 0 0 0,0 0 1 0 0,0 0-1 0 0,0 0 0 0 0,0 0 0 0 0,0-1 0 0 0,0 1 0 0 0,0 0 1 0 0,0 0-1 0 0,-1 0 0 0 0,1 0 0 0 0,0-1 0 0 0,0 1 1 0 0,0 0-1 0 0,0 0 0 0 0,0 0 0 0 0,0 0 0 0 0,0 0 0 0 0,0-1 1 0 0,-1 1-1 0 0,1 0 0 0 0,0 0 0 0 0,0 0 0 0 0,0 0 0 0 0,0 0 1 0 0,0 0-1 0 0,0 0 0 0 0,-1 0 0 0 0,1 0 0 0 0,0 0 1 0 0,0-1-1 0 0,0 1 0 0 0,0 0 0 0 0,-1 0 0 0 0,1 0 0 0 0,0 0 1 0 0,0 0-1 0 0,0 0 0 0 0,0 0 0 0 0,-1 0 0 0 0,1 0 0 0 0,0 0 1 0 0,0 1-1 0 0,0-1 0 0 0,-1 0 0 0 0,-31-12 221 0 0,31 11-344 0 0,-1 1 0 0 0,1-1 0 0 0,0 1 0 0 0,-1-1 1 0 0,1 0-1 0 0,0 0 0 0 0,-1 0 0 0 0,1 0 0 0 0,0 0 0 0 0,0 0 0 0 0,0 0 0 0 0,0 0 0 0 0,0-1 0 0 0,0 1 0 0 0,0 0 0 0 0,0-1 0 0 0,1 1 0 0 0,-1 0 1 0 0,0-1-1 0 0,1 1 0 0 0,-1-3 0 0 0,1 4-66 0 0,1-1 0 0 0,-1 1 0 0 0,1-1 0 0 0,-1 1 0 0 0,1-1 0 0 0,-1 1 0 0 0,1 0 1 0 0,0-1-1 0 0,-1 1 0 0 0,1 0 0 0 0,-1-1 0 0 0,1 1 0 0 0,0 0 0 0 0,-1 0 0 0 0,1 0 0 0 0,0-1 1 0 0,-1 1-1 0 0,1 0 0 0 0,0 0 0 0 0,-1 0 0 0 0,1 0 0 0 0,0 0 0 0 0,-1 0 0 0 0,1 1 0 0 0,0-1 1 0 0,-1 0-1 0 0,1 0 0 0 0,0 0 0 0 0,-1 1 0 0 0,2-1 0 0 0,-22 10-4443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3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20 3041 0 0,'-90'19'6243'0'0,"29"-13"-4642"0"0,61 1-1681 0 0,-30-14-560 0 0,30-5-2642 0 0,0-1 561 0 0,0-7-80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38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4402 0 0,'0'56'6323'0'0,"-30"-42"-5043"0"0,60-28-2880 0 0,-30-11-1602 0 0,30-6-2640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39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1 880 0 0,'0'13'801'0'0,"0"-7"-1522"0"0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9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27 1281 0 0,'0'-7'1200'0'0,"-30"7"-79"0"0,0-6-161 0 0,0 6 321 0 0,0 0-1041 0 0,30-6-1361 0 0,30-1-2000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 0 0,'0'6'320'0'0,"31"-6"-480"0"0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5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45 240 0 0,'-30'8'3442'0'0,"30"-2"-2242"0"0,-30-6 801 0 0,30 5-1761 0 0,0-10 0 0 0,0-1-400 0 0,0-2-240 0 0,0-3-800 0 0,0-3-721 0 0,0-5-240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51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182 373 800 0 0,'1'2'1391'0'0,"-7"1"-1128"0"0,-11-1 968 0 0,39-3-607 0 0,-22 2-531 0 0,0 5-26 0 0,0-1-67 0 0,-5-4-67 0 0,-21-1-653 0 0,1 7 640 0 0,20-2 93 0 0,5-2 40 0 0,0 0-26 0 0,0-1 2 0 0,0-1 1 0 0,-1 0-1 0 0,1 0 0 0 0,-1 0 0 0 0,1 0 1 0 0,-1 0-1 0 0,0 0 0 0 0,1 0 0 0 0,-1 0 1 0 0,0 0-1 0 0,0 0 0 0 0,1 0 1 0 0,-1-1-1 0 0,0 1 0 0 0,0 0 0 0 0,0 0 1 0 0,0-1-1 0 0,0 1 0 0 0,0-1 0 0 0,0 1 1 0 0,0-1-1 0 0,0 1 0 0 0,0-1 1 0 0,-1 0-1 0 0,1 1 0 0 0,-2-1 0 0 0,1 1 31 0 0,0-1-1 0 0,-1 1 0 0 0,1-1 0 0 0,-1 1 1 0 0,1-1-1 0 0,-1 0 0 0 0,1 0 0 0 0,-1 0 1 0 0,1-1-1 0 0,-1 1 0 0 0,1 0 0 0 0,-5-2 1 0 0,6-5-94 0 0,2 7 32 0 0,-1-1 0 0 0,0 1 0 0 0,0 0 0 0 0,0 0 0 0 0,0-1 0 0 0,0 1 0 0 0,0 0 1 0 0,1-1-1 0 0,-1 1 0 0 0,0 0 0 0 0,0-1 0 0 0,0 1 0 0 0,0 0 0 0 0,0-1 0 0 0,0 1 0 0 0,0 0 0 0 0,0-1 0 0 0,0 1 0 0 0,-1 0 0 0 0,1-1 0 0 0,0 1 0 0 0,0 0 0 0 0,0 0 0 0 0,0-1 0 0 0,0 1 0 0 0,0 0 0 0 0,-1-1 0 0 0,1 1 0 0 0,0 0 0 0 0,0 0 0 0 0,0-1 0 0 0,-1 1 0 0 0,1 0 0 0 0,0 0 0 0 0,-1 0 0 0 0,1-1 0 0 0,0 1 0 0 0,0 0 1 0 0,-1 0-1 0 0,1 0 0 0 0,0 0 0 0 0,-1 0 0 0 0,1-1 0 0 0,-1 1 4 0 0,-1 0 0 0 0,1 0 0 0 0,0 0-1 0 0,0 0 1 0 0,0-1 0 0 0,0 1 0 0 0,0 0 0 0 0,0-1 0 0 0,0 1 0 0 0,0-1 0 0 0,0 0 0 0 0,0 1 0 0 0,0-1 0 0 0,0 0 0 0 0,0 1 0 0 0,0-1 0 0 0,1 0 0 0 0,-1 0 0 0 0,0 0 0 0 0,0 1-1 0 0,1-1 1 0 0,-2-2 0 0 0,0-30 431 0 0,2 23-270 0 0,0-99 477 0 0,-1 107-636 0 0,1 0 1 0 0,0 0-1 0 0,0 0 0 0 0,-1 0 0 0 0,1 0 0 0 0,-1 0 0 0 0,0 0 0 0 0,0 0 0 0 0,0 0 1 0 0,0 0-1 0 0,0 1 0 0 0,0-1 0 0 0,0 0 0 0 0,0 1 0 0 0,-1-1 0 0 0,-1-1 0 0 0,2 2-1 0 0,0-1 0 0 0,0 1-1 0 0,0 0 1 0 0,-1 0 0 0 0,1 0-1 0 0,1-1 1 0 0,-1 1 0 0 0,0-1-1 0 0,0 1 1 0 0,1 0 0 0 0,-1-1-1 0 0,0 0 1 0 0,1 1-1 0 0,0-1 1 0 0,-1 1 0 0 0,1-1-1 0 0,0 1 1 0 0,0-1 0 0 0,0 0-1 0 0,0 1 1 0 0,0-1 0 0 0,0 0-1 0 0,0 1 1 0 0,0-1-1 0 0,1 1 1 0 0,-1-1 0 0 0,1 1-1 0 0,0-4 1 0 0,8-13 32 0 0,-6 13-29 0 0,-1 1 0 0 0,0-1 0 0 0,0 1-1 0 0,0-1 1 0 0,-1 0 0 0 0,0 0 0 0 0,1 0 0 0 0,-2 0 0 0 0,2-8-1 0 0,-2-80 62 0 0,-5 96-94 0 0,-3-2-42 0 0,-5 3-196 0 0,8 18-2762 0 0,5-10 1293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51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6 960 0 0,'0'0'721'0'0,"0"-6"-801"0"0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54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63 2001 0 0,'-67'-3'3195'0'0,"34"1"-1506"0"0,12 2 150 0 0,47 5-1279 0 0,-21-5-400 0 0,0 0 14 0 0,60 5 595 0 0,-26-2-524 0 0,0-1-1 0 0,0-2 1 0 0,44-5-1 0 0,16 0 356 0 0,185 12 1 0 0,-252-3-389 0 0,0 1 1 0 0,40 13-1 0 0,3-1 111 0 0,20 5 73 0 0,-35-6-232 0 0,171 36 90 0 0,-110-21 53 0 0,-61-21-172 0 0,41 4 37 0 0,487-18 708 0 0,-281-9-320 0 0,-248 10-301 0 0,83-14 1 0 0,13-3 22 0 0,56-6-29 0 0,-80 9 99 0 0,-88 9-94 0 0,80-3-1 0 0,113-2 77 0 0,-106 7-174 0 0,-94 7-151 0 0,-9 0 46 0 0,-1-1-1 0 0,1-1 0 0 0,38-6 0 0 0,81-20 600 0 0,4 7 160 0 0,147-16 293 0 0,63 29-702 0 0,-273 7-397 0 0,-79 0-6 0 0,407-18 543 0 0,-270 12-305 0 0,332 12-160 0 0,-191 19 187 0 0,-145-11 73 0 0,126 8 334 0 0,-166-19-559 0 0,44 2-57 0 0,48 5 125 0 0,56 6 195 0 0,10 7-261 0 0,165 23 139 0 0,-403-42-259 0 0,8 2-89 0 0,1-2 0 0 0,41 1-1 0 0,-96-19-2788 0 0,-15 2-281 0 0,-41-6-3147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0:5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27 720 0 0,'0'0'1601'0'0,"-31"6"-480"0"0,31-12 79 0 0,0-1-1120 0 0,0 1-560 0 0,0 0-1041 0 0,31-1-320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0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1040 0 0,'25'0'1494'0'0,"6"6"1892"0"0,-27-5-3277 0 0,0 1-1 0 0,0-1 1 0 0,1 0 0 0 0,-1 0 0 0 0,0 0-1 0 0,1-1 1 0 0,5 0 0 0 0,81-1 393 0 0,-8 0 140 0 0,150 15 1 0 0,-152-4-196 0 0,107-2 1 0 0,5-1-75 0 0,48 1 13 0 0,502 49 1522 0 0,-588-52-1535 0 0,17 3 508 0 0,-60 4-574 0 0,0-5-1 0 0,121-8 1 0 0,185-2 284 0 0,-212 6-515 0 0,420 9 607 0 0,-589-11-645 0 0,462 30 382 0 0,-380-22-307 0 0,195 17 194 0 0,146 9 93 0 0,-410-37-1235 0 0,-50 2 803 0 0,0 0 1 0 0,1-1 0 0 0,-1 1 0 0 0,0 0 0 0 0,0 0-1 0 0,1 0 1 0 0,-1 0 0 0 0,0 0 0 0 0,0 0 0 0 0,1 0-1 0 0,-1 0 1 0 0,0-1 0 0 0,0 1 0 0 0,1 0 0 0 0,-1 0-1 0 0,0 0 1 0 0,0-1 0 0 0,0 1 0 0 0,0 0 0 0 0,1 0-1 0 0,-1-1 1 0 0,0 1 0 0 0,0 0 0 0 0,0 0 0 0 0,0-1-1 0 0,0 1 1 0 0,0 0 0 0 0,0 0 0 0 0,1-1 0 0 0,-1 1-1 0 0,0 0 1 0 0,0 0 0 0 0,0-1 0 0 0,0 1 0 0 0,0 0-1 0 0,0-1 1 0 0,0 1 0 0 0,-1 0 0 0 0,1 0 0 0 0,0-1-1 0 0,0 1 1 0 0,0 0 0 0 0,0 0 0 0 0,0-1-1 0 0,0 1 1 0 0,0 0 0 0 0,-1 0 0 0 0,1-1 0 0 0,0 1-1 0 0,0 0 1 0 0,0 0 0 0 0,0 0 0 0 0,-1-1 0 0 0,1 1-1 0 0,0 0 1 0 0,0 0 0 0 0,-1 0 0 0 0,1 0 0 0 0,0-1-1 0 0,0 1 1 0 0,-1 0 0 0 0,1 0 0 0 0,-13-7-786 0 0,1 0 1 0 0,-1 1 0 0 0,0 0-1 0 0,-27-7 1 0 0,-91-20-2279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04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1 480 0 0,'-6'4'3782'0'0,"-14"-2"-3095"0"0,15-2 620 0 0,10 0-1160 0 0,88 2 715 0 0,111-3 37 0 0,-110-4-566 0 0,171 16 1 0 0,-16 1-188 0 0,434 7 335 0 0,-90-31 452 0 0,451 41 1325 0 0,-842-16-1861 0 0,618 53 990 0 0,-733-56-1363 0 0,684 66 579 0 0,-722-73-783 0 0,53-4 0 0 0,-101 1 93 0 0,-1-1 0 0 0,1 1 0 0 0,-1 0 0 0 0,1 0 0 0 0,-1 0 0 0 0,1 0 0 0 0,-1-1 1 0 0,1 1-1 0 0,-1 0 0 0 0,1 0 0 0 0,-1-1 0 0 0,0 1 0 0 0,1 0 0 0 0,-1-1 0 0 0,1 1 0 0 0,-1-1 0 0 0,0 1 0 0 0,1 0 0 0 0,-1-1 0 0 0,0 1 0 0 0,1-1 0 0 0,-1 1 0 0 0,0-1 0 0 0,0 1 0 0 0,1-1 1 0 0,-1 1-1 0 0,0-1 0 0 0,0 1 0 0 0,0-1 0 0 0,0 1 0 0 0,0-1 0 0 0,0 0 0 0 0,0 1 0 0 0,0-1 0 0 0,0 1 0 0 0,0-1 0 0 0,0 1 0 0 0,0-1 0 0 0,0 1 0 0 0,0-1 0 0 0,-1 1 0 0 0,1-1 0 0 0,0 1 1 0 0,0-1-1 0 0,0 1 0 0 0,-1-1 0 0 0,1 1 0 0 0,0-1 0 0 0,-1 1 0 0 0,1-1 0 0 0,-1 1 0 0 0,1 0 0 0 0,0-1 0 0 0,-1 1 0 0 0,0-1 0 0 0,-4-1-209 0 0,0 1 0 0 0,-1-1 0 0 0,1 1 0 0 0,0 0-1 0 0,-1 0 1 0 0,1 1 0 0 0,-1-1 0 0 0,1 1 0 0 0,-7 1 0 0 0,-44-1-2012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2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6 960 0 0,'0'-6'-320'0'0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4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576 191 880 0 0,'1'0'46'0'0,"-1"0"-1"0"0,0-1 0 0 0,0 1 0 0 0,0 0 0 0 0,0 0 0 0 0,0 0 1 0 0,0 0-1 0 0,0 0 0 0 0,0-1 0 0 0,0 1 0 0 0,0 0 0 0 0,1 0 1 0 0,-1 0-1 0 0,0 0 0 0 0,0 0 0 0 0,0-1 0 0 0,0 1 0 0 0,0 0 1 0 0,0 0-1 0 0,0 0 0 0 0,0 0 0 0 0,0-1 0 0 0,0 1 0 0 0,0 0 0 0 0,-1 0 1 0 0,1 0-1 0 0,0 0 0 0 0,0-1 0 0 0,0 1 0 0 0,0 0 0 0 0,0 0 1 0 0,0 0-1 0 0,0 0 0 0 0,0 0 0 0 0,0-1 0 0 0,0 1 0 0 0,-1 0 1 0 0,1 0-1 0 0,0 0 0 0 0,0 0 0 0 0,0 0 0 0 0,0 0 0 0 0,0 0 1 0 0,-1 0-1 0 0,1-1 0 0 0,0 1 0 0 0,0 0 0 0 0,0 0 0 0 0,0 0 1 0 0,0 0-1 0 0,-1 0 0 0 0,1 0 0 0 0,0 0 0 0 0,0 0 0 0 0,0 0 1 0 0,0 0-1 0 0,-1 0 0 0 0,1 0 0 0 0,0 0 0 0 0,0 0 0 0 0,0 0 1 0 0,0 0-1 0 0,-1 0 0 0 0,1 1 0 0 0,0-1 0 0 0,0 0 0 0 0,0 0 1 0 0,0 0-1 0 0,-1 0 0 0 0,-26 4 445 0 0,21-3-278 0 0,0 1 0 0 0,-1-1 0 0 0,1 0 1 0 0,-1-1-1 0 0,1 0 0 0 0,-1 0 0 0 0,-11-2 1 0 0,-7 1 1094 0 0,25 0-1174 0 0,0-3-39 0 0,0 3 226 0 0,0 0-177 0 0,0 1-137 0 0,0 0 0 0 0,0-1 0 0 0,0 1 0 0 0,0 0 0 0 0,0 0 1 0 0,0 0-1 0 0,0 0 0 0 0,0-1 0 0 0,0 1 0 0 0,0 0 0 0 0,0 0 0 0 0,0 0 1 0 0,0 0-1 0 0,0-1 0 0 0,0 1 0 0 0,0 0 0 0 0,0 0 0 0 0,0 0 0 0 0,0 0 1 0 0,0-1-1 0 0,0 1 0 0 0,0 0 0 0 0,0 0 0 0 0,0 0 0 0 0,-1 0 1 0 0,1 0-1 0 0,0-1 0 0 0,0 1 0 0 0,0 0 0 0 0,0 0 0 0 0,0 0 0 0 0,0 0 1 0 0,0 0-1 0 0,-1 0 0 0 0,1 0 0 0 0,0-1 0 0 0,0 1 0 0 0,0 0 1 0 0,0 0-1 0 0,0 0 0 0 0,-1 0 0 0 0,1 0 0 0 0,0 0 0 0 0,0 0 0 0 0,0 0 1 0 0,0 0-1 0 0,-1 0 0 0 0,1 0 0 0 0,0 0 0 0 0,0 0 0 0 0,0 0 1 0 0,0 0-1 0 0,-1 0 0 0 0,1 0 0 0 0,0 0 0 0 0,0 0 0 0 0,-21-4 128 0 0,16 4-41 0 0,0-2-26 0 0,-15-3-41 0 0,15 4 281 0 0,2-1-291 0 0,0 1 1 0 0,-1 0-1 0 0,1 0 0 0 0,-1 0 0 0 0,1 0 0 0 0,-1 1 0 0 0,1-1 0 0 0,-1 1 1 0 0,1 0-1 0 0,-1 0 0 0 0,-5 1 0 0 0,1-1 17 0 0,-32-11 127 0 0,15 10-147 0 0,-6 1 1 0 0,-24 0 66 0 0,50 0-14 0 0,0 0 1 0 0,-15 0-40 0 0,-10 0 53 0 0,20 6 0 0 0,2-5-78 0 0,7-1 8 0 0,0 0 0 0 0,1 0 0 0 0,-1 0 1 0 0,0 0-1 0 0,1 0 0 0 0,-1 0 1 0 0,0 0-1 0 0,1 0 0 0 0,-1 1 0 0 0,0-1 1 0 0,1 0-1 0 0,-1 0 0 0 0,1 1 0 0 0,-1-1 1 0 0,0 0-1 0 0,1 1 0 0 0,-1-1 0 0 0,1 0 1 0 0,-1 1-1 0 0,1-1 0 0 0,-1 1 1 0 0,1-1-1 0 0,-1 1 0 0 0,1-1 0 0 0,0 1 1 0 0,-1-1-1 0 0,1 1 0 0 0,0 0 0 0 0,-1-1 1 0 0,1 1-1 0 0,0-1 0 0 0,0 1 1 0 0,-1 0-1 0 0,1-1 0 0 0,0 1 0 0 0,0 0 1 0 0,0-1-1 0 0,0 1 0 0 0,0 0 0 0 0,0-1 1 0 0,0 1-1 0 0,0 0 0 0 0,0 0 0 0 0,0 0-5 0 0,0-1-1 0 0,0 1 0 0 0,0-1 1 0 0,0 1-1 0 0,-1-1 0 0 0,1 1 1 0 0,0-1-1 0 0,0 1 0 0 0,-1-1 0 0 0,1 0 1 0 0,0 1-1 0 0,-1-1 0 0 0,1 1 1 0 0,0-1-1 0 0,-1 0 0 0 0,1 1 0 0 0,-1-1 1 0 0,1 0-1 0 0,-1 1 0 0 0,1-1 1 0 0,-1 0-1 0 0,1 0 0 0 0,-1 0 1 0 0,1 1-1 0 0,-1-1 0 0 0,1 0 0 0 0,-1 0 1 0 0,1 0-1 0 0,-1 0 0 0 0,1 0 1 0 0,-1 0-1 0 0,0 0 0 0 0,0 0 2 0 0,1 0 1 0 0,-1 0-1 0 0,0 0 0 0 0,1 0 0 0 0,-1 0 1 0 0,0 0-1 0 0,1 0 0 0 0,-1 1 0 0 0,0-1 1 0 0,1 0-1 0 0,-1 0 0 0 0,1 1 0 0 0,-1-1 1 0 0,0 0-1 0 0,1 1 0 0 0,-1-1 0 0 0,1 0 1 0 0,-1 1-1 0 0,1-1 0 0 0,-1 1 0 0 0,1-1 1 0 0,-1 1-1 0 0,1-1 0 0 0,0 1 0 0 0,-1 0 0 0 0,1-1 1 0 0,0 1-1 0 0,-1-1 0 0 0,1 1 0 0 0,0 0 1 0 0,0-1-1 0 0,0 1 0 0 0,-1 0 0 0 0,1 0 1 0 0,0 0 7 0 0,1 0-1 0 0,-1-1 1 0 0,0 1 0 0 0,0 0 0 0 0,0-1 0 0 0,0 1 0 0 0,0 0 0 0 0,0-1 0 0 0,0 1 0 0 0,0 0-1 0 0,0 0 1 0 0,-1-1 0 0 0,1 1 0 0 0,0 0 0 0 0,0-1 0 0 0,-1 1 0 0 0,1 0 0 0 0,0-1 0 0 0,-1 1-1 0 0,1-1 1 0 0,0 1 0 0 0,-1-1 0 0 0,1 1 0 0 0,-1 0 0 0 0,1-1 0 0 0,-1 0 0 0 0,1 1 0 0 0,-1-1-1 0 0,0 1 1 0 0,1-1 0 0 0,-1 0 0 0 0,1 1 0 0 0,-1-1 0 0 0,0 0 0 0 0,1 0 0 0 0,-1 1 0 0 0,0-1 0 0 0,1 0-1 0 0,-1 0 1 0 0,0 0 0 0 0,0 0 0 0 0,1 0 0 0 0,-1 0 0 0 0,-1 0 0 0 0,-5 1 41 0 0,7-1-51 0 0,0 0 0 0 0,-1 0 1 0 0,1 0-1 0 0,0 0 0 0 0,0 0 0 0 0,-1 0 0 0 0,1 0 0 0 0,0 0 1 0 0,0 0-1 0 0,-1 0 0 0 0,1 1 0 0 0,0-1 0 0 0,0 0 1 0 0,-1 0-1 0 0,1 0 0 0 0,0 0 0 0 0,0 1 0 0 0,0-1 1 0 0,0 0-1 0 0,-1 0 0 0 0,1 0 0 0 0,0 1 0 0 0,0-1 1 0 0,0 0-1 0 0,0 0 0 0 0,0 1 0 0 0,0-1 0 0 0,0 0 1 0 0,0 0-1 0 0,-1 1 0 0 0,1-1 0 0 0,0 0 0 0 0,0 0 1 0 0,0 1-1 0 0,0-1 0 0 0,0 0 0 0 0,0 0 0 0 0,0 1 0 0 0,1-1 1 0 0,-1 0-1 0 0,0 1 0 0 0,0-1 3 0 0,0 0 0 0 0,0 1-1 0 0,0-1 1 0 0,0 1 0 0 0,0-1 0 0 0,0 0 0 0 0,0 1-1 0 0,0-1 1 0 0,0 0 0 0 0,0 1 0 0 0,0-1 0 0 0,0 0-1 0 0,0 1 1 0 0,0-1 0 0 0,-1 0 0 0 0,1 1-1 0 0,0-1 1 0 0,0 0 0 0 0,0 1 0 0 0,0-1 0 0 0,-1 0-1 0 0,1 0 1 0 0,0 1 0 0 0,0-1 0 0 0,-1 0 0 0 0,1 0-1 0 0,0 1 1 0 0,0-1 0 0 0,-1 0 0 0 0,1 0 0 0 0,0 0-1 0 0,-1 1 1 0 0,0-1 2 0 0,-1 1 0 0 0,1-1 0 0 0,-1 1-1 0 0,1 0 1 0 0,0-1 0 0 0,-1 1 0 0 0,1 0 0 0 0,0 0-1 0 0,0 0 1 0 0,0 0 0 0 0,0 0 0 0 0,0 0 0 0 0,0 1 0 0 0,0-1-1 0 0,0 0 1 0 0,0 0 0 0 0,0 1 0 0 0,0 0 0 0 0,-2 38 377 0 0,3-35-353 0 0,-1 6 1 0 0,1-7-24 0 0,-1 0 1 0 0,1-1-1 0 0,0 1 1 0 0,0 0-1 0 0,0-1 1 0 0,0 1-1 0 0,1 0 1 0 0,-1-1 0 0 0,1 1-1 0 0,0-1 1 0 0,3 8-1 0 0,7-4 28 0 0,-1 3 33 0 0,-6 32-33 0 0,0-11-38 0 0,17-18 0 0 0,-21-13 0 0 0,10 12 0 0 0,-3-7 1 0 0,-1-1 1 0 0,0 1-1 0 0,-1-1 0 0 0,1 2 1 0 0,-1-1-1 0 0,0 1 0 0 0,0-1 1 0 0,-1 1-1 0 0,8 12 0 0 0,-7-11-2 0 0,0-1 0 0 0,1 0 0 0 0,0-1 0 0 0,0 1 0 0 0,0-1 0 0 0,1-1-1 0 0,0 1 1 0 0,0-1 0 0 0,0 0 0 0 0,0 0 0 0 0,14 4 0 0 0,4-2 1 0 0,5 1-11 0 0,-28-5-14 0 0,2 1-6 0 0,51 10-62 0 0,-45-10 81 0 0,-1-1 0 0 0,1 0 0 0 0,0-1 1 0 0,0 0-1 0 0,11 0 0 0 0,4 1-77 0 0,61 4-138 0 0,-73-4 190 0 0,0 0 0 0 0,1-1 0 0 0,-1 0 0 0 0,0-2 0 0 0,1 1-1 0 0,17-4 1 0 0,-26 3 43 0 0,1-5 39 0 0,-2 2-23 0 0,-1 4-11 0 0,-3 1-11 0 0,1-1 0 0 0,0 0 0 0 0,0 0 0 0 0,0 0 0 0 0,0 0 0 0 0,0 0 0 0 0,0 0 1 0 0,0 0-1 0 0,-1 0 0 0 0,1 0 0 0 0,0-1 0 0 0,0 1 0 0 0,0 0 0 0 0,0 0 0 0 0,0-1 0 0 0,-1 1 0 0 0,1-1 1 0 0,0 1-1 0 0,0-1 0 0 0,-1 1 0 0 0,1-1 0 0 0,0 1 0 0 0,-1-1 0 0 0,1 1 0 0 0,0-1 0 0 0,0-1 1 0 0,0 0-5 0 0,1 1 0 0 0,0 0 0 0 0,-1-1 1 0 0,1 1-1 0 0,0 0 0 0 0,-1-1 1 0 0,1 1-1 0 0,0 0 0 0 0,0 0 1 0 0,0 1-1 0 0,0-1 0 0 0,3-1 1 0 0,4-1-16 0 0,6-6 5 0 0,20-7 28 0 0,23-6 56 0 0,-48 17-74 0 0,0 1 1 0 0,0 0 0 0 0,0 0-1 0 0,12-2 1 0 0,99-20 30 0 0,151-12 120 0 0,-94 26-82 0 0,30 1 16 0 0,-175 12-27 0 0,-19 0-43 0 0,0-1-1 0 0,0 0 1 0 0,-1 0-1 0 0,20-4 1 0 0,27-4 56 0 0,1 2-67 0 0,-6 1 9 0 0,-5-1 95 0 0,0 2-1 0 0,96 6 1 0 0,-99 0 52 0 0,69-5 1 0 0,-8-1 10 0 0,33 5-7 0 0,-44 6 5 0 0,113 4-10 0 0,-125-5-141 0 0,-63-3 28 0 0,-12-1-37 0 0,0-1 0 0 0,1 1 0 0 0,-1-2-1 0 0,17 0 1 0 0,214 17 235 0 0,-196-12-207 0 0,-24-1-21 0 0,-1-2 0 0 0,1 0 0 0 0,23-1 0 0 0,58 5-12 0 0,-22 2 0 0 0,95 9 0 0 0,-85-9 66 0 0,61 9-66 0 0,-141-17-17 0 0,40 7-32 0 0,-19-1 62 0 0,13 2 54 0 0,-38-8-66 0 0,34 0 64 0 0,3 5-52 0 0,-32-3-3 0 0,1 0 0 0 0,0-1 0 0 0,0 0 0 0 0,0-1 0 0 0,0 0 1 0 0,0-1-1 0 0,13-3 0 0 0,6 2-2 0 0,1 1 0 0 0,31 2 1 0 0,-44 0 32 0 0,223 5 53 0 0,-202-6-73 0 0,-38 0 2 0 0,76-10 93 0 0,-59 8-69 0 0,53-11 79 0 0,-57 10-109 0 0,0 1 0 0 0,0 0 0 0 0,16 0 0 0 0,74-7-5 0 0,-51 4-17 0 0,-39 4-8 0 0,0 0 0 0 0,0-1 1 0 0,0-1-1 0 0,-1 0 1 0 0,1-1-1 0 0,22-9 1 0 0,44-13 92 0 0,-81 25-80 0 0,-1 1 1 0 0,1 0-1 0 0,0 0 1 0 0,0 0-1 0 0,0 0 1 0 0,0 0-1 0 0,0 0 1 0 0,0 0-1 0 0,0 0 1 0 0,0-1-1 0 0,0 1 1 0 0,0 0-1 0 0,0 0 1 0 0,0 0-1 0 0,0 0 1 0 0,0 0-1 0 0,0 0 1 0 0,0 0-1 0 0,0 0 1 0 0,0-1-1 0 0,0 1 1 0 0,0 0-1 0 0,0 0 1 0 0,0 0-1 0 0,0 0 1 0 0,0 0-1 0 0,0 0 1 0 0,1 0-1 0 0,-1 0 1 0 0,0 0-1 0 0,0-1 1 0 0,0 1-1 0 0,0 0 1 0 0,0 0-1 0 0,0 0 1 0 0,0 0-1 0 0,0 0 1 0 0,0 0-1 0 0,0 0 1 0 0,0 0-1 0 0,1 0 1 0 0,-1 0-1 0 0,0 0 1 0 0,0 0-1 0 0,0 0 1 0 0,0 0-1 0 0,0 0 1 0 0,0 0-1 0 0,0 0 1 0 0,0 0-1 0 0,1 0 1 0 0,-1 0-1 0 0,33-8 54 0 0,-3 1-54 0 0,-28 4 0 0 0,1 0 0 0 0,-1 3 0 0 0,-1 1 0 0 0,0-1 0 0 0,0 0 0 0 0,0 0 0 0 0,1 0 0 0 0,-1 0 0 0 0,0 0 0 0 0,0-1 0 0 0,0 1 0 0 0,0 0 0 0 0,1 0 0 0 0,-1-1 0 0 0,0 1 0 0 0,0-1 0 0 0,0 1 0 0 0,0-1 0 0 0,0 1 0 0 0,0-1 0 0 0,0 0 0 0 0,1-1 0 0 0,-1 1 0 0 0,0 0 0 0 0,0 0 0 0 0,-1 0 0 0 0,1 1 0 0 0,0-1 0 0 0,0 0 0 0 0,0 0 0 0 0,0 0 0 0 0,0 1 0 0 0,0-1 0 0 0,1 0 0 0 0,-1 1 0 0 0,0-1 0 0 0,0 1 0 0 0,0 0 0 0 0,0-1 0 0 0,1 1 0 0 0,1-1 0 0 0,0 0 0 0 0,58-41 0 0 0,-61 42 1 0 0,1 0 0 0 0,-1-1 0 0 0,0 1 0 0 0,1 0-1 0 0,-1 0 1 0 0,0-1 0 0 0,1 1 0 0 0,-1 0 0 0 0,0 0 0 0 0,1-1 0 0 0,-1 1 0 0 0,0-1 0 0 0,0 1 0 0 0,1 0 0 0 0,-1-1 0 0 0,0 1-1 0 0,0-1 1 0 0,0 1 0 0 0,1 0 0 0 0,-1-1 0 0 0,0 1 0 0 0,0-1 0 0 0,0 1 0 0 0,0-1 0 0 0,0 1 0 0 0,0 0 0 0 0,0-1-1 0 0,0 0 1 0 0,4-7 40 0 0,-1 7-33 0 0,-1 1-7 0 0,-1 0 0 0 0,0-1 0 0 0,0 1 0 0 0,0 0 0 0 0,0 0 0 0 0,1-1 0 0 0,-1 1 0 0 0,0-1-1 0 0,0 1 1 0 0,0-1 0 0 0,0 1 0 0 0,0-1 0 0 0,0 0 0 0 0,0 0 0 0 0,0 1 0 0 0,0-1 0 0 0,-1 0 0 0 0,1 0-1 0 0,1-1 1 0 0,-2 1 1 0 0,0 1 0 0 0,0-1 1 0 0,1 0-1 0 0,-1 1 0 0 0,0-1 0 0 0,0 1 0 0 0,1-1 0 0 0,-1 1 0 0 0,0-1 0 0 0,1 1 0 0 0,-1-1 0 0 0,0 1 1 0 0,1-1-1 0 0,-1 1 0 0 0,1 0 0 0 0,-1-1 0 0 0,1 1 0 0 0,-1 0 0 0 0,1-1 0 0 0,-1 1 0 0 0,1 0 0 0 0,-1-1 1 0 0,1 1-1 0 0,-1 0 0 0 0,1 0 0 0 0,-1 0 0 0 0,1 0 0 0 0,0-1 0 0 0,0 1 0 0 0,0 0 0 0 0,0 0 0 0 0,0 0 0 0 0,0-1 0 0 0,0 1 0 0 0,-1 0-1 0 0,1-1 1 0 0,0 1 0 0 0,0 0 0 0 0,-1-1 0 0 0,1 1 0 0 0,0-1 0 0 0,0 0 0 0 0,-1 1 0 0 0,1-1 0 0 0,-1 1 0 0 0,1-1 0 0 0,-1 0-1 0 0,1 0 1 0 0,-1 1 0 0 0,1-1 0 0 0,-1 0 0 0 0,1 0 0 0 0,-1 0 0 0 0,0 1 0 0 0,0-1 0 0 0,1 0 0 0 0,-1 0 0 0 0,0 0-1 0 0,0-1 1 0 0,0 1-4 0 0,0 1 0 0 0,0-1 0 0 0,0 1 0 0 0,0-1 0 0 0,1 1 0 0 0,-1-1 0 0 0,0 1 0 0 0,0-1 0 0 0,0 1-1 0 0,1-1 1 0 0,-1 1 0 0 0,0 0 0 0 0,0-1 0 0 0,1 1 0 0 0,-1-1 0 0 0,0 1 0 0 0,1 0 0 0 0,-1-1 0 0 0,0 1 0 0 0,1 0-1 0 0,-1-1 1 0 0,1 1 0 0 0,-1 0 0 0 0,0 0 0 0 0,1-1 0 0 0,-1 1 0 0 0,1 0 0 0 0,-1 0 0 0 0,1 0 0 0 0,-1 0 0 0 0,1-1-1 0 0,-1 1 1 0 0,1 0 0 0 0,-1 0 0 0 0,1 0 0 0 0,-1 0 0 0 0,1 0 0 0 0,0 1 0 0 0,-1-1-1 0 0,1 0 0 0 0,0 0 0 0 0,-1 0 0 0 0,1 0 0 0 0,0 0 0 0 0,-1 0 0 0 0,1-1 0 0 0,-1 1 0 0 0,1 0 0 0 0,0 0 0 0 0,-1 0 0 0 0,1-1 0 0 0,-1 1 0 0 0,1 0 0 0 0,0 0 0 0 0,-1-1 0 0 0,1 1 0 0 0,-1 0 0 0 0,1-1 1 0 0,-1 1-1 0 0,0-1 0 0 0,1 1 0 0 0,-1-1 0 0 0,1 1 0 0 0,-1-1 0 0 0,0 1 0 0 0,1-1 0 0 0,-1 1 0 0 0,0-1 0 0 0,0 0 0 0 0,1 1 0 0 0,-1-1 0 0 0,0 1 0 0 0,0-1 0 0 0,0 0 0 0 0,0 1 0 0 0,0-1 0 0 0,0 1 0 0 0,0-2 0 0 0,0 1 3 0 0,0 1 0 0 0,0-1 0 0 0,0 0 0 0 0,0 1-1 0 0,0-1 1 0 0,0 0 0 0 0,0 1 0 0 0,0-1 0 0 0,0 0-1 0 0,0 1 1 0 0,0-1 0 0 0,0 0 0 0 0,1 1 0 0 0,-1-1-1 0 0,0 1 1 0 0,0-1 0 0 0,1 0 0 0 0,-1 1 0 0 0,0-1 0 0 0,1 1-1 0 0,-1-1 1 0 0,1 1 0 0 0,-1-1 0 0 0,1 1 0 0 0,-1-1-1 0 0,1 1 1 0 0,-1-1 0 0 0,1 1 0 0 0,-1 0 0 0 0,1-1 0 0 0,0 1-1 0 0,-1 0 1 0 0,1 0 0 0 0,-1-1 0 0 0,1 1 0 0 0,0 0-1 0 0,-1 0 1 0 0,1 0 0 0 0,0 0 0 0 0,-1 0 0 0 0,1 0 0 0 0,0 0-1 0 0,-1 0 1 0 0,2 0 0 0 0,5-1 8 0 0,-6 1-7 0 0,-1 0 0 0 0,0 0 0 0 0,0 1 0 0 0,0-1 0 0 0,0 0 0 0 0,1 0 0 0 0,-1 0 0 0 0,0 0 0 0 0,0 0-1 0 0,0 0 1 0 0,0 0 0 0 0,0 0 0 0 0,1 0 0 0 0,-1 0 0 0 0,0 0 0 0 0,0 0 0 0 0,0 0 0 0 0,0 0 0 0 0,1 0 0 0 0,-1 0 0 0 0,0 0-1 0 0,0 0 1 0 0,0-1 0 0 0,0 1 0 0 0,1 0 0 0 0,-1 0 0 0 0,0 0 0 0 0,0 0 0 0 0,0 0 0 0 0,0 0 0 0 0,0 0 0 0 0,0 0 0 0 0,1-1-1 0 0,-1 1 1 0 0,0 0 0 0 0,0 0 0 0 0,0 0 0 0 0,0 0 0 0 0,0 0 0 0 0,0-1 0 0 0,0 1 0 0 0,0 0 0 0 0,0 0 0 0 0,0 0 0 0 0,0 0-1 0 0,0-1 1 0 0,0 1 0 0 0,0 0 0 0 0,0 0 0 0 0,0 0 0 0 0,0 0 0 0 0,0-1 0 0 0,0 1 0 0 0,0 0 0 0 0,0 0 0 0 0,0 0 0 0 0,0 0 0 0 0,0 0-1 0 0,0-1 1 0 0,0 1 0 0 0,0 0 0 0 0,0 0 0 0 0,-1 0 0 0 0,1-10 10 0 0,26-6-81 0 0,-26 16 68 0 0,0 0 0 0 0,0-1 0 0 0,0 1 0 0 0,0 0 0 0 0,0 0 0 0 0,0 0 0 0 0,0 0 0 0 0,0-1 0 0 0,1 1 0 0 0,-1 0 0 0 0,0 0 0 0 0,0 0 0 0 0,0 0 0 0 0,0-1 0 0 0,0 1 0 0 0,0 0 0 0 0,0 0 0 0 0,0 0 0 0 0,0-1 0 0 0,0 1 0 0 0,0 0 0 0 0,0 0 0 0 0,-1 0 0 0 0,1 0 0 0 0,0-1-1 0 0,0 1 1 0 0,0 0 0 0 0,0 0 0 0 0,0 0 0 0 0,0 0 0 0 0,0 0 0 0 0,0-1 0 0 0,0 1 0 0 0,-1 0 0 0 0,1 0 0 0 0,0 0 0 0 0,0 0 0 0 0,0 0 0 0 0,0 0 0 0 0,0 0 0 0 0,-1-1 0 0 0,1 1 0 0 0,0 0 0 0 0,0 0 0 0 0,0 0 0 0 0,0 0 0 0 0,-1 0 0 0 0,1 0 0 0 0,0 0 0 0 0,0 0 0 0 0,0 0 0 0 0,0 0 0 0 0,-1 0 0 0 0,1 0 0 0 0,0 0 0 0 0,0 0 0 0 0,0 0 0 0 0,-1 0-1 0 0,1 0 1 0 0,0 0 0 0 0,0 0 0 0 0,0 1 0 0 0,-15-6-25 0 0,15 5 9 0 0,-7-2-38 0 0,9-1 21 0 0,-2-3 19 0 0,-31-4 43 0 0,-18-1 11 0 0,13 1-17 0 0,-60-6 0 0 0,75 14-21 0 0,-109-2 0 0 0,-16-4 160 0 0,27-4 240 0 0,28 5-13 0 0,58 5-214 0 0,-58-10 0 0 0,4 0 68 0 0,-34-1 146 0 0,-265 2 320 0 0,139 5-614 0 0,-79-2 147 0 0,150 22-160 0 0,-23-3-1 0 0,182-10-78 0 0,-90 10-1 0 0,72-9 0 0 0,31-2 0 0 0,-238 12 0 0 0,32-5-66 0 0,4-1 199 0 0,45 0-266 0 0,-194-3-1 0 0,177-5 27 0 0,-28-5 161 0 0,146 7-121 0 0,-478 0-973 0 0,483 0 946 0 0,50 0 81 0 0,0 0-40 0 0,-106 7-494 0 0,106-7 613 0 0,0 0 1 0 0,-39 3-166 0 0,38-1 51 0 0,1-1-98 0 0,5-2-1 0 0,-5-3 174 0 0,-15 3-81 0 0,15 1 1 0 0,-20 0 120 0 0,19 0-27 0 0,2 0-161 0 0,-12 0 121 0 0,7-1 54 0 0,-23-8-54 0 0,25 8-29 0 0,-39 5-9 0 0,16-4 38 0 0,4 0 13 0 0,16 0 41 0 0,-10 0-54 0 0,9 0-53 0 0,4 0-50 0 0,1 0 0 0 0,0 0 0 0 0,-1 0 1 0 0,1-1-1 0 0,0 0 0 0 0,0 0 0 0 0,0-1 0 0 0,0 1 0 0 0,0-1 0 0 0,0-1 0 0 0,0 1 0 0 0,0-1 0 0 0,-8-6 0 0 0,-67-40-2165 0 0,-9-23-1880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0 560 0 0,'-151'56'2802'0'0,"-85"-29"-5764"0"0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1 152 160 0 0,'0'-6'1681'0'0,"30"6"-160"0"0,-30-5-241 0 0,0-1-399 0 0,30-2-241 0 0,0-3-160 0 0,0 3-240 0 0,1-11-160 0 0,-1 7-80 0 0,0-7-160 0 0,30 0-640 0 0,-29 0-961 0 0,-1-1-400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8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8 2481 0 0,'-61'0'3362'0'0,"31"-7"-1281"0"0,0 7-1121 0 0,0 0-320 0 0,0 7-159 0 0,-1-7 239 0 0,1 6 0 0 0,0 13 561 0 0,0 1-161 0 0,30 10-319 0 0,0 9-321 0 0,60 5-400 0 0,-30-6-320 0 0,1 1-1041 0 0,59-1-1760 0 0,1 1-1041 0 0,-31-14-2081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8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64 242 240 0 0,'-5'-1'1974'0'0,"2"0"-1828"0"0,0 1 0 0 0,1-1 0 0 0,-1 1 0 0 0,0-1-1 0 0,1 0 1 0 0,-1 0 0 0 0,0 0 0 0 0,1-1 0 0 0,-1 1 0 0 0,1 0-1 0 0,0-1 1 0 0,-1 0 0 0 0,1 1 0 0 0,0-1 0 0 0,0 0 0 0 0,0 0-1 0 0,0-1 1 0 0,1 1 0 0 0,-1 0 0 0 0,0 0 0 0 0,1-1-1 0 0,0 1 1 0 0,-1-1 0 0 0,1 0 0 0 0,0 1 0 0 0,0-1 0 0 0,1 0-1 0 0,-1 1 1 0 0,0-1 0 0 0,1 0 0 0 0,0 0 0 0 0,0 0 0 0 0,0 1-1 0 0,0-1 1 0 0,0 0 0 0 0,0 0 0 0 0,1 0 0 0 0,-1 1-1 0 0,1-1 1 0 0,0 0 0 0 0,0 0 0 0 0,0 1 0 0 0,2-4 0 0 0,6-12-25 0 0,-7 15-103 0 0,0-1 0 0 0,0 0 0 0 0,0 0 0 0 0,-1 1 0 0 0,1-1 0 0 0,-1 0 0 0 0,0 0 0 0 0,0 0 1 0 0,0 0-1 0 0,0-8 0 0 0,0 7-14 0 0,0 1 1 0 0,1-1-1 0 0,-1 0 1 0 0,1 1-1 0 0,0-1 0 0 0,0 1 1 0 0,1 0-1 0 0,-1 0 1 0 0,1 0-1 0 0,0 0 1 0 0,0 0-1 0 0,1 1 1 0 0,-1-1-1 0 0,1 1 0 0 0,-1 0 1 0 0,1 0-1 0 0,8-5 1 0 0,-11 8-7 0 0,0 0 1 0 0,-1 0 0 0 0,1 0-1 0 0,0 0 1 0 0,0 0 0 0 0,-1 0-1 0 0,1 0 1 0 0,0 1-1 0 0,0-1 1 0 0,-1 0 0 0 0,1 0-1 0 0,0 1 1 0 0,-1-1 0 0 0,1 0-1 0 0,0 1 1 0 0,-1-1 0 0 0,1 1-1 0 0,-1-1 1 0 0,1 1-1 0 0,-1-1 1 0 0,1 1 0 0 0,-1-1-1 0 0,1 1 1 0 0,-1 0 0 0 0,1-1-1 0 0,-1 1 1 0 0,0 0-1 0 0,1 0 1 0 0,16 31 41 0 0,4 22-8 0 0,15 63 1 0 0,-2-4 49 0 0,-20-72 78 0 0,-2 1 0 0 0,-1 0 0 0 0,-2 1 0 0 0,-3 0 0 0 0,2 50 0 0 0,-8-88-172 0 0,-1 1 0 0 0,1 0-1 0 0,0 0 1 0 0,1 0 0 0 0,-1-1 0 0 0,1 1 0 0 0,1 0 0 0 0,-1-1-1 0 0,1 1 1 0 0,-1-1 0 0 0,2 1 0 0 0,-1-1 0 0 0,0 0-1 0 0,1 0 1 0 0,0 0 0 0 0,0 0 0 0 0,1 0 0 0 0,0-1 0 0 0,-1 1-1 0 0,1-1 1 0 0,1 0 0 0 0,7 6 0 0 0,-11-9-48 0 0,0 0 1 0 0,0 0-1 0 0,0 1 1 0 0,1-1-1 0 0,-1 0 1 0 0,0 0-1 0 0,1 0 1 0 0,-1 0-1 0 0,1-1 1 0 0,-1 1-1 0 0,1 0 1 0 0,-1-1-1 0 0,1 1 1 0 0,0 0-1 0 0,-1-1 1 0 0,1 0-1 0 0,0 1 1 0 0,-1-1-1 0 0,1 0 1 0 0,0 0-1 0 0,-1 0 1 0 0,1 0-1 0 0,0 0 0 0 0,0-1 1 0 0,-1 1-1 0 0,1 0 1 0 0,-1-1-1 0 0,1 0 1 0 0,0 1-1 0 0,-1-1 1 0 0,1 0-1 0 0,-1 1 1 0 0,1-1-1 0 0,-1 0 1 0 0,1 0-1 0 0,-1 0 1 0 0,0 0-1 0 0,2-3 1 0 0,27-30-2516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0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27 640 0 0,'86'-8'5483'0'0,"-26"-3"-3922"0"0,-55 11-1468 0 0,-1 0 67 0 0,13 0 80 0 0,-13 0 80 0 0,-4 0-286 0 0,0 0-1 0 0,0 1 0 0 0,0-1 1 0 0,0 0-1 0 0,0 1 0 0 0,0-1 1 0 0,0 0-1 0 0,1 0 0 0 0,-1 1 1 0 0,0-1-1 0 0,0 0 0 0 0,0 1 1 0 0,0-1-1 0 0,0 0 0 0 0,0 1 1 0 0,-1-1-1 0 0,1 0 0 0 0,0 1 1 0 0,0-1-1 0 0,0 0 1 0 0,0 0-1 0 0,0 1 0 0 0,0-1 1 0 0,0 0-1 0 0,-1 1 0 0 0,1-1 1 0 0,0 0-1 0 0,0 0 0 0 0,0 0 1 0 0,-1 1-1 0 0,1-1 0 0 0,0 0 1 0 0,0 0-1 0 0,-1 0 0 0 0,1 1 1 0 0,0-1-1 0 0,0 0 0 0 0,-1 0 1 0 0,1 0-1 0 0,-14 2 215 0 0,1 0 0 0 0,0-2 0 0 0,0 0 0 0 0,-24-2-1 0 0,1-1 35 0 0,-53-3 284 0 0,25 0 284 0 0,0 3 0 0 0,0 2 0 0 0,-1 3 0 0 0,-82 14-1 0 0,122-9-502 0 0,25-7-341 0 0,0 0 0 0 0,1 0 0 0 0,-1 0 1 0 0,0 0-1 0 0,0 0 0 0 0,0 0 1 0 0,0 0-1 0 0,0 0 0 0 0,0 0 1 0 0,0 0-1 0 0,0 0 0 0 0,1 0 0 0 0,-1 0 1 0 0,0 0-1 0 0,0 0 0 0 0,0 0 1 0 0,0 0-1 0 0,0 0 0 0 0,0 0 1 0 0,0 0-1 0 0,0 0 0 0 0,0 0 1 0 0,0 0-1 0 0,1 1 0 0 0,-1-1 0 0 0,0 0 1 0 0,0 0-1 0 0,0 0 0 0 0,0 0 1 0 0,0 0-1 0 0,0 0 0 0 0,0 0 1 0 0,0 0-1 0 0,0 0 0 0 0,0 1 1 0 0,0-1-1 0 0,0 0 0 0 0,0 0 0 0 0,0 0 1 0 0,0 0-1 0 0,0 0 0 0 0,0 0 1 0 0,0 0-1 0 0,0 0 0 0 0,0 1 1 0 0,0-1-1 0 0,0 0 0 0 0,0 0 1 0 0,0 0-1 0 0,0 0 0 0 0,0 0 0 0 0,0 0 1 0 0,0 0-1 0 0,0 0 0 0 0,0 0 1 0 0,0 0-1 0 0,-1 1 0 0 0,1-1 1 0 0,0 0-1 0 0,0 0 0 0 0,0 0 1 0 0,0 0-1 0 0,0 0 0 0 0,0 0 0 0 0,35 3 612 0 0,-27-2-578 0 0,118 14-108 0 0,-51-4-24 0 0,183 34-290 0 0,-221-36 253 0 0,0 1-1 0 0,-1 2 0 0 0,-1 1 0 0 0,0 2 1 0 0,44 26-1 0 0,-74-39 127 0 0,-1 1 1 0 0,1 0-1 0 0,-1 0 1 0 0,0 0-1 0 0,0 0 1 0 0,0 0-1 0 0,0 1 1 0 0,-1 0-1 0 0,1 0 1 0 0,-1 0-1 0 0,0 0 1 0 0,0 0-1 0 0,-1 0 1 0 0,1 1-1 0 0,-1 0 1 0 0,0-1-1 0 0,0 1 1 0 0,0 0-1 0 0,-1 0 1 0 0,0 0-1 0 0,0 0 1 0 0,0 0-1 0 0,-1 0 1 0 0,1 1-1 0 0,-1-1 1 0 0,0 0-1 0 0,-1 0 1 0 0,1 0-1 0 0,-1 0 1 0 0,0 0-1 0 0,-3 10 1 0 0,0-6 74 0 0,1 1-1 0 0,-2-1 1 0 0,1 0 0 0 0,-1 0 0 0 0,0-1 0 0 0,-1 1 0 0 0,0-1-1 0 0,-1 0 1 0 0,1-1 0 0 0,-1 0 0 0 0,-1 0 0 0 0,1 0 0 0 0,-1-1-1 0 0,-9 6 1 0 0,-19 11 40 0 0,0-2 0 0 0,-42 17 0 0 0,64-32-111 0 0,-11 7-53 0 0,0-2 0 0 0,-1-1 0 0 0,-1-1 0 0 0,1-1 0 0 0,-1-1 0 0 0,-1-2 0 0 0,1 0 0 0 0,-1-2 0 0 0,-34 0-1 0 0,31-6-442 0 0,0 0 0 0 0,0-2 0 0 0,-31-10 0 0 0,41 9-391 0 0,1 0 0 0 0,0-2 0 0 0,0-1 0 0 0,0 0 0 0 0,-21-15 0 0 0,-24-30-4970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6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3682 0 0,'91'-6'2641'0'0,"0"-8"-4722"0"0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1601 0 0,'30'0'1520'0'0,"-30"6"81"0"0,0-1-1121 0 0,0 3 161 0 0,0-2-481 0 0,0-12-3522 0 0,0-2 1121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0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35 320 0 0,'-53'-6'3040'0'0,"-26"5"546"0"0,35 2-3182 0 0,38-1-4 0 0,1 0-226 0 0,-135 0 706 0 0,99 6-653 0 0,-9 0-120 0 0,50-7-106 0 0,0 1 0 0 0,0 0 0 0 0,0 0 0 0 0,-1 0 0 0 0,1 0 0 0 0,0 0 0 0 0,0 0 1 0 0,0 0-1 0 0,0 0 0 0 0,0 0 0 0 0,-1 0 0 0 0,1 0 0 0 0,0 0 0 0 0,0 0 0 0 0,0 0 1 0 0,0 0-1 0 0,0 0 0 0 0,-1 0 0 0 0,1 0 0 0 0,0 0 0 0 0,0 0 0 0 0,0 0 0 0 0,0 0 1 0 0,0 0-1 0 0,-1 0 0 0 0,1 0 0 0 0,0 0 0 0 0,0 1 0 0 0,0-1 0 0 0,0 0 0 0 0,0 0 1 0 0,0 0-1 0 0,0 0 0 0 0,-1 0 0 0 0,1 0 0 0 0,0 0 0 0 0,0 1 0 0 0,0-1 0 0 0,0 0 1 0 0,0 0-1 0 0,0 0 0 0 0,0 0 0 0 0,0 0 0 0 0,0 0 0 0 0,0 1 0 0 0,0-1 0 0 0,0 0 1 0 0,0 0-1 0 0,0 0 0 0 0,0 0 0 0 0,0 0 0 0 0,0 1 0 0 0,0-1 0 0 0,0 0 0 0 0,0 0 1 0 0,0 0-1 0 0,0 0 0 0 0,0 1 0 0 0,-4 2 66 0 0,-1-4-57 0 0,-40 3 167 0 0,-15 4-76 0 0,36-5-5 0 0,0 1 0 0 0,1 1 0 0 0,-1 1 0 0 0,1 2 0 0 0,0 0 0 0 0,-23 9 0 0 0,-70 35 625 0 0,109-48-674 0 0,6-2-44 0 0,0 0 0 0 0,0 0 0 0 0,0 0 0 0 0,0 0 0 0 0,0 0 0 0 0,0 0 0 0 0,0 1 0 0 0,0-1 0 0 0,0 0 0 0 0,1 1 0 0 0,-1-1 0 0 0,0 0 0 0 0,0 1 0 0 0,0-1 0 0 0,1 1 0 0 0,-1-1 0 0 0,0 1 0 0 0,1 0 0 0 0,-1-1 0 0 0,0 1 0 0 0,1 0 0 0 0,-1-1 0 0 0,1 1 0 0 0,-1 0 0 0 0,1 0 0 0 0,-1 0 0 0 0,1-1 0 0 0,-1 1 0 0 0,1 0 0 0 0,0 0 0 0 0,0 0 0 0 0,-1 1 0 0 0,1-1-2 0 0,0 0-1 0 0,0 0 1 0 0,0 0-1 0 0,0 0 1 0 0,0 0-1 0 0,0 0 1 0 0,-1 0-1 0 0,1 0 0 0 0,0 0 1 0 0,-1 0-1 0 0,1 0 1 0 0,-1 0-1 0 0,1 0 1 0 0,-1 0-1 0 0,1 0 1 0 0,-1-1-1 0 0,0 1 1 0 0,1 0-1 0 0,-1 0 0 0 0,0-1 1 0 0,1 1-1 0 0,-1 0 1 0 0,0-1-1 0 0,0 1 1 0 0,-1 0-1 0 0,1 0 1 0 0,-1 0-1 0 0,1-1 1 0 0,0 1 0 0 0,0 0-1 0 0,0 0 1 0 0,0 0-1 0 0,0 0 1 0 0,0 0-1 0 0,0 1 1 0 0,0-1 0 0 0,0 0-1 0 0,1 0 1 0 0,-1 0-1 0 0,0 1 1 0 0,1-1-1 0 0,-1 1 1 0 0,1-1 0 0 0,0 0-1 0 0,-1 1 1 0 0,1-1-1 0 0,0 1 1 0 0,0-1-1 0 0,0 0 1 0 0,0 1 0 0 0,0 2-1 0 0,1 3 19 0 0,0 1 0 0 0,0-1 1 0 0,1 1-1 0 0,0-1 0 0 0,0 0 0 0 0,0 0 0 0 0,7 12 1 0 0,-4-7 40 0 0,12 18 35 0 0,-15-27-94 0 0,0 0 0 0 0,0 1 0 0 0,0-1 0 0 0,0 1 0 0 0,0-1 0 0 0,-1 1 0 0 0,0 0 0 0 0,1 0 0 0 0,-1-1 0 0 0,0 9 0 0 0,-1-9 3 0 0,1-1-1 0 0,-1 1 0 0 0,0-1 1 0 0,1 1-1 0 0,0-1 1 0 0,-1 1-1 0 0,1-1 0 0 0,0 1 1 0 0,0-1-1 0 0,0 0 0 0 0,1 1 1 0 0,-1-1-1 0 0,0 0 1 0 0,1 0-1 0 0,0 0 0 0 0,1 2 1 0 0,15 21 18 0 0,-11-14-21 0 0,-5-9 0 0 0,0 1 0 0 0,0-1 0 0 0,0 1 0 0 0,-1 0 0 0 0,1-1 0 0 0,-1 1 0 0 0,0 0 0 0 0,0 0 0 0 0,0 0 0 0 0,0 0 0 0 0,0 0 0 0 0,0 6 0 0 0,-1-8 7 0 0,0 1 0 0 0,1-1 0 0 0,-1 1 0 0 0,1-1 0 0 0,0 1 1 0 0,-1-1-1 0 0,1 1 0 0 0,0-1 0 0 0,0 0 0 0 0,0 0 1 0 0,0 1-1 0 0,0-1 0 0 0,0 0 0 0 0,0 0 0 0 0,0 0 0 0 0,0 0 1 0 0,1 0-1 0 0,-1 0 0 0 0,0 0 0 0 0,1 0 0 0 0,-1-1 0 0 0,1 1 1 0 0,-1-1-1 0 0,1 1 0 0 0,-1-1 0 0 0,3 1 0 0 0,-3-1-5 0 0,1 1 0 0 0,-1-1-1 0 0,1 1 1 0 0,-1-1 0 0 0,1 1-1 0 0,-1 0 1 0 0,1-1 0 0 0,-1 1 0 0 0,1 0-1 0 0,-1 0 1 0 0,0 0 0 0 0,0 0-1 0 0,1 0 1 0 0,-1 0 0 0 0,0 0-1 0 0,0 1 1 0 0,0-1 0 0 0,0 0 0 0 0,-1 1-1 0 0,1-1 1 0 0,0 1 0 0 0,0-1-1 0 0,-1 0 1 0 0,1 1 0 0 0,-1 0-1 0 0,1 1 1 0 0,-1-2-6 0 0,0 0 0 0 0,1 0 0 0 0,-1 0 0 0 0,0 0 0 0 0,1 0 0 0 0,-1-1 0 0 0,0 1 0 0 0,1 0 0 0 0,-1 0 0 0 0,1-1 0 0 0,-1 1 0 0 0,1 0 0 0 0,0 0 0 0 0,-1-1 0 0 0,1 1 0 0 0,0-1 0 0 0,-1 1 0 0 0,1-1 0 0 0,0 1 0 0 0,0-1 0 0 0,-1 1 0 0 0,1-1 0 0 0,0 1 0 0 0,0-1 0 0 0,0 0 0 0 0,0 0 0 0 0,0 1 0 0 0,-1-1 0 0 0,1 0 0 0 0,0 0 0 0 0,0 0 0 0 0,1 0 0 0 0,1 1-31 0 0,-2-1 17 0 0,-1 0 0 0 0,0 0 0 0 0,1 0 0 0 0,-1 0 0 0 0,0 1 0 0 0,1-1 0 0 0,-1 0 1 0 0,0 0-1 0 0,1 0 0 0 0,-1 1 0 0 0,0-1 0 0 0,1 0 0 0 0,-1 1 0 0 0,0-1 0 0 0,0 0 1 0 0,1 1-1 0 0,-1-1 0 0 0,0 0 0 0 0,0 1 0 0 0,0-1 0 0 0,0 0 0 0 0,0 1 0 0 0,1-1 0 0 0,-1 0 1 0 0,0 1-1 0 0,0-1 0 0 0,0 1 0 0 0,0-1 0 0 0,0 0 0 0 0,0 1 0 0 0,3 7 127 0 0,7-3-72 0 0,0-1 1 0 0,0 0-1 0 0,1-1 0 0 0,-1 0 0 0 0,1 0 1 0 0,11 0-1 0 0,40 11-66 0 0,-6 2 15 0 0,0-3 0 0 0,1-2-1 0 0,0-3 1 0 0,1-2 0 0 0,75-2-1 0 0,-89-8 11 0 0,-1-1 0 0 0,0-3-1 0 0,63-19 1 0 0,-79 18-1 0 0,-1-1 0 0 0,0-1 0 0 0,-1-1 0 0 0,47-31 0 0 0,79-75-58 0 0,-56 42 64 0 0,-35 16-82 0 0,-57 57 75 0 0,0 0 1 0 0,0 0 0 0 0,0 0-1 0 0,-1 0 1 0 0,1 0-1 0 0,-1-1 1 0 0,0 1 0 0 0,0-1-1 0 0,0 0 1 0 0,-1 1-1 0 0,1-1 1 0 0,-1 0 0 0 0,0 0-1 0 0,0 0 1 0 0,0 0-1 0 0,-1 0 1 0 0,1 0 0 0 0,-1 0-1 0 0,0 0 1 0 0,0 0-1 0 0,-1 0 1 0 0,0-7 0 0 0,0-5 25 0 0,0 11-6 0 0,0-1 1 0 0,-1 1 0 0 0,0 0 0 0 0,-1 0-1 0 0,1 0 1 0 0,-1 0 0 0 0,0 0-1 0 0,0 0 1 0 0,0 1 0 0 0,-1-1-1 0 0,0 1 1 0 0,0 0 0 0 0,-8-7-1 0 0,4 4 19 0 0,2 1-8 0 0,2 0-17 0 0,-1 1 0 0 0,0 0 0 0 0,0 1 0 0 0,0-1 0 0 0,-1 1 0 0 0,1 0 0 0 0,-1 0 0 0 0,0 1-1 0 0,0-1 1 0 0,-1 1 0 0 0,1 1 0 0 0,-1-1 0 0 0,1 1 0 0 0,-9-2 0 0 0,-232-41 233 0 0,203 40-66 0 0,1 2 1 0 0,-1 1-1 0 0,-76 8 0 0 0,9 13 393 0 0,-4-1-1025 0 0,35-13-3338 0 0,54-4 832 0 0,21 4-1826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0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1921 0 0,'-30'8'4482'0'0,"0"3"-2721"0"0,-1-3-1281 0 0,31-2-320 0 0,61-12-3201 0 0,29-7-161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26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121 230 1201 0 0,'-20'13'1247'0'0,"17"-12"-1071"0"0,0 1-1 0 0,0 0 1 0 0,0-1 0 0 0,0 1-1 0 0,1 0 1 0 0,-1 0-1 0 0,0 0 1 0 0,1 1 0 0 0,0-1-1 0 0,-1 1 1 0 0,1-1-1 0 0,0 1 1 0 0,0 0 0 0 0,-2 4-1 0 0,3-6-139 0 0,1 0-1 0 0,-1 0 0 0 0,1 0 0 0 0,-1 0 1 0 0,0-1-1 0 0,0 1 0 0 0,0 0 0 0 0,1-1 0 0 0,-1 1 1 0 0,0 0-1 0 0,0-1 0 0 0,0 1 0 0 0,0-1 1 0 0,0 1-1 0 0,0-1 0 0 0,0 0 0 0 0,0 1 1 0 0,0-1-1 0 0,0 0 0 0 0,0 0 0 0 0,0 0 1 0 0,0 0-1 0 0,0 0 0 0 0,-3 0 0 0 0,4 0 45 0 0,-10 5 6101 0 0,-15 5 2751 0 0,25-11-8871 0 0,0 0 0 0 0,0 0 0 0 0,0 1 0 0 0,0-1 0 0 0,0 0-1 0 0,0 1 1 0 0,1-1 0 0 0,-1 0 0 0 0,0 1 0 0 0,0-1 0 0 0,1 1-1 0 0,-1-1 1 0 0,0 0 0 0 0,1 1 0 0 0,-1-1 0 0 0,1 1 0 0 0,-1-1-1 0 0,1 1 1 0 0,-1-1 0 0 0,1 1 0 0 0,-1-1 0 0 0,1 1 0 0 0,-1 0-1 0 0,1-1 1 0 0,0 1 0 0 0,-1 0 0 0 0,1-1 0 0 0,-1 1 0 0 0,1 0-1 0 0,0 0 1 0 0,-1 0 0 0 0,1 0 0 0 0,0-1 0 0 0,0 1 0 0 0,-1 0-1 0 0,2 0 1 0 0,-1 1-50 0 0,-1-1-1 0 0,1 0 0 0 0,-1 0 1 0 0,0 0-1 0 0,1 0 1 0 0,-1 0-1 0 0,1-1 0 0 0,-1 1 1 0 0,1 0-1 0 0,-1 0 1 0 0,1 0-1 0 0,-1 0 0 0 0,1 0 1 0 0,-1-1-1 0 0,1 1 0 0 0,-1 0 1 0 0,0 0-1 0 0,1-1 1 0 0,-1 1-1 0 0,0 0 0 0 0,1-1 1 0 0,-1 1-1 0 0,0 0 1 0 0,1-1-1 0 0,-1 1 0 0 0,0-1 1 0 0,1 1-1 0 0,-1 0 1 0 0,0-1-1 0 0,0 1 0 0 0,0-1 1 0 0,0 1-1 0 0,1-1 1 0 0,-1 0-1 0 0,3-2 35 0 0,-1 0-1 0 0,1 0 1 0 0,0 1 0 0 0,1-1-1 0 0,-1 1 1 0 0,0-1 0 0 0,1 1-1 0 0,-1 0 1 0 0,1 0 0 0 0,7-2-1 0 0,6-5 92 0 0,-13 6-105 0 0,0 0 1 0 0,-1 0-1 0 0,1 0 1 0 0,-1-1-1 0 0,0 1 0 0 0,0-1 1 0 0,0 0-1 0 0,4-6 1 0 0,20-24 98 0 0,2 9-72 0 0,87-82 285 0 0,-107 98-298 0 0,10-6-40 0 0,-6 7-55 0 0,7 2-30 0 0,-15 5 26 0 0,-5 29 588 0 0,0-10-325 0 0,1 6-38 0 0,-1-1 0 0 0,-1 1-1 0 0,-1-1 1 0 0,-1 1-1 0 0,-1-1 1 0 0,-1 0-1 0 0,-11 32 1 0 0,-9 7-142 0 0,1-7 361 0 0,3 0 1 0 0,-25 108-1 0 0,36-87-163 0 0,5-59-314 0 0,4-14 80 0 0,0 0-1 0 0,0 0 1 0 0,0-1-1 0 0,1 1 1 0 0,-1 0-1 0 0,1 0 1 0 0,-1 0-1 0 0,1 0 1 0 0,0 0-1 0 0,0 0 1 0 0,1 0-1 0 0,0 3 1 0 0,-1-5-33 0 0,0-1 0 0 0,1 1 0 0 0,-1-1 0 0 0,1 1 1 0 0,-1-1-1 0 0,0 1 0 0 0,1-1 0 0 0,0 1 0 0 0,-1-1 0 0 0,1 1 1 0 0,-1-1-1 0 0,1 0 0 0 0,-1 1 0 0 0,1-1 0 0 0,0 0 1 0 0,-1 0-1 0 0,1 0 0 0 0,0 1 0 0 0,-1-1 0 0 0,1 0 1 0 0,0 0-1 0 0,-1 0 0 0 0,2 0 0 0 0,33-7-2235 0 0,-16 0-257 0 0,-1-1 1 0 0,0-1-1 0 0,0-1 0 0 0,30-22 0 0 0,37-34-6005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2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87 320 0 0,'0'0'70'0'0,"0"-1"1"0"0,0 1-1 0 0,0-1 0 0 0,0 1 1 0 0,0-1-1 0 0,0 1 1 0 0,0-1-1 0 0,0 1 0 0 0,0-1 1 0 0,0 1-1 0 0,0-1 0 0 0,-1 1 1 0 0,1-1-1 0 0,0 1 0 0 0,0-1 1 0 0,0 1-1 0 0,-1-1 0 0 0,1 1 1 0 0,0 0-1 0 0,0-1 0 0 0,-1 1 1 0 0,1-1-1 0 0,-1 1 0 0 0,1 0 1 0 0,0-1-1 0 0,-1 1 0 0 0,1 0 1 0 0,-1 0-1 0 0,1-1 0 0 0,0 1 1 0 0,-1 0-1 0 0,1 0 0 0 0,-1 0 1 0 0,1-1-1 0 0,-1 1 0 0 0,1 0 1 0 0,-1 0-1 0 0,1 0 0 0 0,-1 0 1 0 0,1 0-1 0 0,-1 0 0 0 0,1 0 1 0 0,-1 0-1 0 0,1 0 0 0 0,-1 0 1 0 0,1 0-1 0 0,-1 0 0 0 0,0 1 1 0 0,1-1-10 0 0,-1 0 0 0 0,1 0 0 0 0,0 0 0 0 0,-1 0 0 0 0,1 1 0 0 0,-1-1 0 0 0,1 0 0 0 0,-1 0 0 0 0,1 0 0 0 0,-1 0 0 0 0,1 0 0 0 0,-1-1 0 0 0,1 1 0 0 0,-1 0 0 0 0,1 0 0 0 0,0 0 0 0 0,-1 0 0 0 0,1 0 0 0 0,-1-1 0 0 0,1 1 0 0 0,-1 0 0 0 0,1 0 0 0 0,0-1 1 0 0,-1 1-1 0 0,1 0 0 0 0,0 0 0 0 0,-1-1 0 0 0,1 1 0 0 0,0 0 0 0 0,-1-1 0 0 0,1 1 0 0 0,0-1 0 0 0,0 1 0 0 0,-1 0 0 0 0,1-1 0 0 0,0 1 0 0 0,0-1 0 0 0,0 1 0 0 0,0-1 0 0 0,0 1 0 0 0,-1-1 0 0 0,1 1 0 0 0,0 0 0 0 0,0-1 0 0 0,0 1 0 0 0,0-1 0 0 0,1 0 0 0 0,-2 0 63 0 0,1 0 0 0 0,-1 0 0 0 0,1 1 0 0 0,-1-1 0 0 0,1 0 0 0 0,-1 1 0 0 0,0-1 0 0 0,1 0 0 0 0,-1 1 0 0 0,0-1 0 0 0,1 1 0 0 0,-1-1 0 0 0,0 1-1 0 0,0-1 1 0 0,1 1 0 0 0,-1 0 0 0 0,0-1 0 0 0,0 1 0 0 0,0 0 0 0 0,0 0 0 0 0,1 0 0 0 0,-1-1 0 0 0,-1 1 0 0 0,-30-5 1419 0 0,21 3-618 0 0,-74-17 3704 0 0,78 12-2223 0 0,17 3-1901 0 0,12 0-668 0 0,26-1 168 0 0,0 2 0 0 0,0 2 1 0 0,0 3-1 0 0,57 8 0 0 0,-99-9 88 0 0,-1 1 0 0 0,1 0-1 0 0,0 0 1 0 0,-1 0 0 0 0,0 1-1 0 0,1 0 1 0 0,-1 0 0 0 0,0 0-1 0 0,0 1 1 0 0,-1-1 0 0 0,1 1-1 0 0,-1 0 1 0 0,6 8 0 0 0,-8-10 0 0 0,0 0 0 0 0,-1 0 0 0 0,1 0 1 0 0,-1 1-1 0 0,1-1 0 0 0,-1 1 0 0 0,0-1 1 0 0,0 1-1 0 0,0-1 0 0 0,0 1 0 0 0,0 0 1 0 0,-1-1-1 0 0,1 1 0 0 0,-1 0 0 0 0,0 0 1 0 0,0-1-1 0 0,0 1 0 0 0,0 0 0 0 0,0 0 1 0 0,-1 0-1 0 0,1-1 0 0 0,-1 1 0 0 0,0 0 1 0 0,0-1-1 0 0,1 1 0 0 0,-2-1 0 0 0,-1 4 1 0 0,-1 0 76 0 0,-1-1 1 0 0,-1 0 0 0 0,1 0-1 0 0,-1-1 1 0 0,1 1 0 0 0,-1-1-1 0 0,0 0 1 0 0,-1-1 0 0 0,1 0-1 0 0,-1 0 1 0 0,1 0 0 0 0,-13 3-1 0 0,-4 0 514 0 0,-1 0-1 0 0,-42 4 0 0 0,11-14-322 0 0,80-3-655 0 0,161-6-360 0 0,8 23 375 0 0,-176-8 322 0 0,0 1 0 0 0,0 0 0 0 0,-1 1 0 0 0,0 1-1 0 0,0 1 1 0 0,0 0 0 0 0,0 1 0 0 0,16 11 0 0 0,-30-16-10 0 0,1-1-1 0 0,-1 1 1 0 0,0 1-1 0 0,-1-1 1 0 0,1 0-1 0 0,0 1 0 0 0,-1 0 1 0 0,1-1-1 0 0,-1 1 1 0 0,0 0-1 0 0,0 0 1 0 0,0 0-1 0 0,0 1 1 0 0,-1-1-1 0 0,2 4 1 0 0,-2-5-18 0 0,-1 0 0 0 0,0 0-1 0 0,0 0 1 0 0,0-1 0 0 0,0 1 0 0 0,-1 0 0 0 0,1 0 0 0 0,0 0 0 0 0,-1-1 0 0 0,1 1 0 0 0,-1 0 0 0 0,0-1-1 0 0,1 1 1 0 0,-1 0 0 0 0,0-1 0 0 0,0 1 0 0 0,0-1 0 0 0,0 1 0 0 0,0-1 0 0 0,-1 1 0 0 0,-1 1-1 0 0,-7 5 56 0 0,-1-1-1 0 0,0 0 1 0 0,0 0-1 0 0,-1-1 1 0 0,1 0-1 0 0,-17 5 1 0 0,21-8-17 0 0,-18 6-27 0 0,-1-1-1 0 0,0-1 0 0 0,0-2 0 0 0,0 0 0 0 0,-1-2 1 0 0,1-1-1 0 0,-1-1 0 0 0,-50-4 0 0 0,61 1-89 0 0,-12 0-317 0 0,0-1 1 0 0,1-1-1 0 0,0-1 1 0 0,0-2-1 0 0,-36-13 0 0 0,61 20 195 0 0,0-1 0 0 0,1 1 0 0 0,-1-1 0 0 0,0 1 0 0 0,1-1 0 0 0,-1 0 0 0 0,1 0-1 0 0,-1 1 1 0 0,1-1 0 0 0,0 0 0 0 0,-1 0 0 0 0,1-1 0 0 0,0 1 0 0 0,-1 0 0 0 0,1 0-1 0 0,0-1 1 0 0,0 1 0 0 0,0 0 0 0 0,0-1 0 0 0,1 1 0 0 0,-1-1 0 0 0,0 1 0 0 0,0-4-1 0 0,1 4-71 0 0,0-1-1 0 0,1 1 1 0 0,0 0-1 0 0,-1-1 1 0 0,1 1-1 0 0,0-1 1 0 0,0 1-1 0 0,0 0 1 0 0,0 0-1 0 0,0 0 1 0 0,0-1-1 0 0,0 1 1 0 0,0 0-1 0 0,0 0 1 0 0,0 0-1 0 0,1 1 1 0 0,-1-1-1 0 0,0 0 1 0 0,1 0-1 0 0,1 0 1 0 0,13-6-1731 0 0,0 0 1 0 0,1 1-1 0 0,18-4 1 0 0,-30 9 1696 0 0,66-24-5791 0 0,-16 18 3882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28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31 1521 0 0,'0'0'197'0'0,"0"-1"0"0"0,-1 1 0 0 0,1-1 0 0 0,0 0 0 0 0,0 1 0 0 0,0-1 0 0 0,0 1 0 0 0,-1-1 0 0 0,1 1 0 0 0,0-1 0 0 0,-1 0 0 0 0,1 1 0 0 0,0-1 0 0 0,-1 1 0 0 0,1-1 0 0 0,-1 1 0 0 0,1 0 0 0 0,-1-1 0 0 0,1 1 0 0 0,0-1 0 0 0,-1 1 0 0 0,0 0 0 0 0,1 0 0 0 0,-1-1 0 0 0,1 1 0 0 0,-1 0 0 0 0,1 0 0 0 0,-1-1 0 0 0,0 1 0 0 0,1 0 0 0 0,-1 0 0 0 0,1 0 0 0 0,-1 0 0 0 0,0 0 0 0 0,1 0-1 0 0,-1 0 1 0 0,0 0 0 0 0,1 0 0 0 0,-1 0 0 0 0,1 1 0 0 0,-1-1 0 0 0,0 0 0 0 0,0 1 0 0 0,-3-1 60 0 0,-2 0 1970 0 0,1 1-319 0 0,-15 3-374 0 0,15-3 654 0 0,4 0-1019 0 0,7 2-964 0 0,139 24 1569 0 0,-124-24-1671 0 0,0 0 0 0 0,41-2 1 0 0,-55-1-81 0 0,-2 0 538 0 0,-5-1-351 0 0,0 1-201 0 0,0 0 0 0 0,0 0 0 0 0,0-1 0 0 0,0 1 0 0 0,0 0 0 0 0,0 0 0 0 0,0 0 0 0 0,0 0 0 0 0,0-1 0 0 0,0 1 0 0 0,0 0 0 0 0,0 0 0 0 0,0 0 0 0 0,0-1 0 0 0,0 1 0 0 0,0 0 0 0 0,0 0 0 0 0,0 0 0 0 0,0 0 0 0 0,0-1 0 0 0,0 1 0 0 0,0 0 0 0 0,0 0 0 0 0,0 0 1 0 0,0 0-1 0 0,0-1 0 0 0,-1 1 0 0 0,1 0 0 0 0,0 0 0 0 0,0 0 0 0 0,0 0 0 0 0,0 0 0 0 0,0 0 0 0 0,0 0 0 0 0,-1-1 0 0 0,1 1 0 0 0,0 0 0 0 0,0 0 0 0 0,0 0 0 0 0,0 0 0 0 0,-1 0 0 0 0,1 0 0 0 0,0 0 0 0 0,0 0 0 0 0,0 0 0 0 0,0 0 0 0 0,-1 0 0 0 0,1 0 0 0 0,0 0 0 0 0,0 0 0 0 0,0 0 0 0 0,-1 0 0 0 0,1 0 1 0 0,0 0-1 0 0,-73-17 1825 0 0,-1 2 0 0 0,0 4 0 0 0,-112-2 0 0 0,183 12-1808 0 0,0 1-1 0 0,0 0 1 0 0,-1 0-1 0 0,1 1 1 0 0,0-1-1 0 0,0 1 1 0 0,0-1-1 0 0,0 1 1 0 0,0 0-1 0 0,-1 0 1 0 0,1 0-1 0 0,1 1 1 0 0,-1-1-1 0 0,-5 4 1 0 0,6-3-37 0 0,0 0 0 0 0,1 0 0 0 0,0 0 0 0 0,-1 0 0 0 0,1 1 0 0 0,0-1 1 0 0,0 0-1 0 0,1 1 0 0 0,-1-1 0 0 0,0 0 0 0 0,1 1 0 0 0,-1-1 0 0 0,1 1 0 0 0,0-1 1 0 0,0 0-1 0 0,0 1 0 0 0,0 2 0 0 0,0-1 1 0 0,0-1 1 0 0,1 1-1 0 0,-1-1 0 0 0,1 1 0 0 0,0-1 1 0 0,0 1-1 0 0,0-1 0 0 0,1 0 1 0 0,-1 0-1 0 0,1 1 0 0 0,-1-1 0 0 0,5 5 1 0 0,2 6-25 0 0,-1 0-12 0 0,5 2-20 0 0,15-9-39 0 0,23 1-78 0 0,4 0-234 0 0,97 1 1 0 0,-65-6-19 0 0,-77-3 476 0 0,0 1-1 0 0,0 0 0 0 0,0 1 0 0 0,0 0 0 0 0,0 0 0 0 0,0 1 0 0 0,-1 0 0 0 0,1 0 0 0 0,-1 1 0 0 0,1 0 0 0 0,-1 0 0 0 0,12 10 0 0 0,-16-12-4 0 0,-1 0 1 0 0,0 1 0 0 0,0-1 0 0 0,-1 0-1 0 0,1 1 1 0 0,0 0 0 0 0,-1-1 0 0 0,3 5-1 0 0,-4-6-18 0 0,-1 0 0 0 0,1 0 0 0 0,-1 1 0 0 0,1-1 0 0 0,-1 0 0 0 0,1 0 0 0 0,-1 1 0 0 0,0-1 0 0 0,0 0 0 0 0,0 1 0 0 0,0-1 0 0 0,0 1 0 0 0,0-1 0 0 0,0 0 1 0 0,0 1-1 0 0,0-1 0 0 0,-1 0 0 0 0,1 1 0 0 0,0-1 0 0 0,-1 0 0 0 0,1 0 0 0 0,-1 1 0 0 0,0-1 0 0 0,1 0 0 0 0,-1 0 0 0 0,0 0 0 0 0,0 0 0 0 0,0 0 0 0 0,1 0 0 0 0,-1 0 0 0 0,-2 1 0 0 0,-19 17 376 0 0,-1-1 1 0 0,-1-1-1 0 0,-1-2 0 0 0,0 0 1 0 0,-31 12-1 0 0,17-13-351 0 0,-1-2-1 0 0,0-2 1 0 0,-1-2 0 0 0,-75 7-1 0 0,75-11-28 0 0,5 2-62 0 0,-1-3 1 0 0,0 0-1 0 0,0-3 1 0 0,0-1-1 0 0,-55-9 1 0 0,83 9-386 0 0,0-1 1 0 0,0 0-1 0 0,0 0 1 0 0,0-1 0 0 0,-12-6-1 0 0,19 8 165 0 0,1 1 0 0 0,-1-1-1 0 0,1 0 1 0 0,0 0 0 0 0,-1 0 0 0 0,1 0 0 0 0,0 0-1 0 0,0 0 1 0 0,-1 0 0 0 0,1 0 0 0 0,0-1-1 0 0,0 1 1 0 0,0 0 0 0 0,0-1 0 0 0,1 1 0 0 0,-1 0-1 0 0,0-1 1 0 0,1 1 0 0 0,-1-1 0 0 0,1 0-1 0 0,-1 1 1 0 0,1-1 0 0 0,-1 1 0 0 0,1-1 0 0 0,0 0-1 0 0,0 1 1 0 0,0-1 0 0 0,0 1 0 0 0,0-1-1 0 0,0 0 1 0 0,1 1 0 0 0,-1-1 0 0 0,1 1 0 0 0,-1-1-1 0 0,1 0 1 0 0,-1 1 0 0 0,1-1 0 0 0,0 1 0 0 0,-1 0-1 0 0,1-1 1 0 0,2-1 0 0 0,47-52-10597 0 0,-50 55 10792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78 720 0 0,'-60'-69'5923'0'0,"-25"69"-5523"0"0,55 5-2081 0 0,30-18-2320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8:48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1921 0 0,'0'0'1761'0'0,"-30"8"640"0"0,30-2-3362 0 0,0 0-799 0 0,0-1-321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0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8 1040 0 0,'-60'-8'6003'0'0,"6"28"-4002"0"0,54-1-2241 0 0,30-11 80 0 0,-6 3 480 0 0,6-5 400 0 0,61 27 321 0 0,29-14-481 0 0,122-19-1440 0 0,-61-19-1441 0 0,-36-14-3362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1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75 1201 0 0,'-30'-19'3201'0'0,"30"8"-720"0"0,-30-3 160 0 0,30 8-1680 0 0,30-1-1601 0 0,-30 1-1201 0 0,30 0-881 0 0,-30 0-79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1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25 240 0 0,'-3'10'2290'0'0,"-11"0"-1407"0"0,3-4-325 0 0,5-1 353 0 0,1-2-631 0 0,4-2-234 0 0,0-1 0 0 0,0 1 0 0 0,0-1 0 0 0,0 1 0 0 0,0-1 0 0 0,0 1 0 0 0,0 0 0 0 0,0-1 0 0 0,1 1 0 0 0,-1 0 0 0 0,0 0 0 0 0,0 0 0 0 0,1 0 0 0 0,-1 0 0 0 0,0-1-1 0 0,1 1 1 0 0,-1 2 0 0 0,-4-3 288 0 0,-15-4-1 0 0,20 4-296 0 0,0 0 0 0 0,0 0 0 0 0,0 0-1 0 0,0 0 1 0 0,0 0 0 0 0,0-1 0 0 0,1 1-1 0 0,-1 0 1 0 0,0 0 0 0 0,0 0 0 0 0,0 0-1 0 0,0 0 1 0 0,0-1 0 0 0,0 1 0 0 0,0 0 0 0 0,0 0-1 0 0,0 0 1 0 0,0 0 0 0 0,0-1 0 0 0,0 1-1 0 0,0 0 1 0 0,0 0 0 0 0,0 0 0 0 0,0 0-1 0 0,0-1 1 0 0,0 1 0 0 0,0 0 0 0 0,0 0-1 0 0,0 0 1 0 0,0 0 0 0 0,0-1 0 0 0,0 1-1 0 0,0 0 1 0 0,0 0 0 0 0,0 0 0 0 0,0 0-1 0 0,0 0 1 0 0,0-1 0 0 0,-1 1 0 0 0,1 0-1 0 0,0 0 1 0 0,0 0 0 0 0,0 0 0 0 0,0-1-1 0 0,56 9 278 0 0,-39-4-209 0 0,0-1 0 0 0,0-1 0 0 0,20 1 0 0 0,79-11 682 0 0,73-4-237 0 0,20-1-206 0 0,-43 7-11 0 0,-95 4-27 0 0,-46 0-141 0 0,1 2 0 0 0,37 3 0 0 0,1 1 351 0 0,0-3 0 0 0,1-2 0 0 0,117-19 0 0 0,66-1-192 0 0,28 15 156 0 0,382 17 947 0 0,-471-3-1240 0 0,84-5 10 0 0,25 0-7 0 0,-155 3-190 0 0,70 7 80 0 0,-26-2 13 0 0,22-4 121 0 0,104 2-28 0 0,-233-5-120 0 0,216 23 255 0 0,-262-22-277 0 0,1-1 0 0 0,42-1-1 0 0,37 3 146 0 0,148 8 425 0 0,94-22-535 0 0,-351 8-78 0 0,2-1-42 0 0,2 2-128 0 0,0-1 0 0 0,0-1-1 0 0,0 1 1 0 0,0-1 0 0 0,0 0 0 0 0,0-1-1 0 0,0 0 1 0 0,0 0 0 0 0,-1 0 0 0 0,1-1-1 0 0,-1 0 1 0 0,8-4 0 0 0,-13 7 98 0 0,-1-1-1 0 0,1 1 1 0 0,-1 0 0 0 0,1 0-1 0 0,-1 0 1 0 0,1-1 0 0 0,-1 1-1 0 0,1 0 1 0 0,-1-1 0 0 0,1 1-1 0 0,-1 0 1 0 0,1-1 0 0 0,-1 1-1 0 0,0 0 1 0 0,1-1 0 0 0,-1 1-1 0 0,1-1 1 0 0,-1 1 0 0 0,0-1 0 0 0,0 1-1 0 0,1-1 1 0 0,-1 1 0 0 0,0-1-1 0 0,0 1 1 0 0,0-1 0 0 0,1 1-1 0 0,-1-1 1 0 0,0 0 0 0 0,0 1-1 0 0,0-1 1 0 0,0 1 0 0 0,0-1-1 0 0,0 1 1 0 0,0-1 0 0 0,0 1-1 0 0,0-1 1 0 0,0 0 0 0 0,-1 1-1 0 0,1-1 1 0 0,0 1 0 0 0,0-1 0 0 0,0 1-1 0 0,-1-1 1 0 0,1 0 0 0 0,-8-3-866 0 0,0 1 0 0 0,0 0 0 0 0,0 0 0 0 0,0 0 0 0 0,-11-1 0 0 0,-87-20-4772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1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92 960 0 0,'0'0'1708'0'0,"1"0"-1658"0"0,-1 0-1 0 0,0 0 1 0 0,0 0 0 0 0,0 1-1 0 0,0-1 1 0 0,0 0 0 0 0,0 0 0 0 0,0 0-1 0 0,0 1 1 0 0,1-1 0 0 0,-1 0 0 0 0,0 0-1 0 0,0 1 1 0 0,0-1 0 0 0,0 0-1 0 0,0 0 1 0 0,0 0 0 0 0,0 1 0 0 0,0-1-1 0 0,0 0 1 0 0,-1 0 0 0 0,1 1-1 0 0,0-1 1 0 0,0 0 0 0 0,0 0 0 0 0,0 0-1 0 0,0 1 1 0 0,0-1 0 0 0,0 0-1 0 0,0 0 1 0 0,-1 0 0 0 0,1 1 0 0 0,0-1-1 0 0,0 0 1 0 0,0 0 0 0 0,0 0 0 0 0,-1 0-1 0 0,1 1 1 0 0,0-1 0 0 0,0 0-1 0 0,0 0 1 0 0,-1 0 0 0 0,1 0 0 0 0,0 0-1 0 0,0 0 1 0 0,0 0 0 0 0,-1 0-1 0 0,1 0 1 0 0,0 0 0 0 0,0 0 0 0 0,-1 0-1 0 0,1 0 1 0 0,0 0 0 0 0,-1 0-1 0 0,-11 2 88 0 0,8-1 458 0 0,7 0 64 0 0,10 1-342 0 0,-12-2-309 0 0,-1 0 0 0 0,0 0 0 0 0,0 0 0 0 0,1 0 1 0 0,-1 0-1 0 0,0 0 0 0 0,0 0 0 0 0,0 0 0 0 0,1 1 0 0 0,-1-1 0 0 0,0 0 0 0 0,0 0 1 0 0,0 0-1 0 0,1 0 0 0 0,-1 0 0 0 0,0 1 0 0 0,0-1 0 0 0,0 0 0 0 0,0 0 0 0 0,0 0 1 0 0,1 0-1 0 0,-1 1 0 0 0,0-1 0 0 0,0 0 0 0 0,0 0 0 0 0,0 0 0 0 0,0 1 1 0 0,0-1-1 0 0,0 0 0 0 0,0 0 0 0 0,0 1 0 0 0,0-1 0 0 0,0 0 0 0 0,0 0 0 0 0,0 0 1 0 0,0 1-1 0 0,0-1 0 0 0,0 0 0 0 0,0 0 0 0 0,0 1 0 0 0,0-1 3 0 0,0 0 1 0 0,0 0-1 0 0,0 1 0 0 0,0-1 0 0 0,0 0 0 0 0,0 0 1 0 0,0 0-1 0 0,0 1 0 0 0,0-1 0 0 0,0 0 0 0 0,0 0 1 0 0,0 0-1 0 0,0 0 0 0 0,0 1 0 0 0,0-1 1 0 0,0 0-1 0 0,0 0 0 0 0,0 0 0 0 0,0 1 0 0 0,1-1 1 0 0,-1 0-1 0 0,0 0 0 0 0,0 0 0 0 0,0 0 0 0 0,0 0 1 0 0,0 1-1 0 0,0-1 0 0 0,1 0 0 0 0,-1 0 0 0 0,0 0 1 0 0,0 0-1 0 0,0 0 0 0 0,0 0 0 0 0,0 0 1 0 0,1 0-1 0 0,-1 0 0 0 0,0 1 0 0 0,0-1 0 0 0,0 0 1 0 0,1 0-1 0 0,-1 0 0 0 0,0 0 0 0 0,0 0 0 0 0,0 0 1 0 0,0 0-1 0 0,1 0 0 0 0,-1 0 0 0 0,0 0 0 0 0,0 0 1 0 0,21 0 68 0 0,-16 2-11 0 0,0 2 182 0 0,15 0-171 0 0,-15-3 13 0 0,0 0 41 0 0,31 5 266 0 0,69 1 0 0 0,-95-14-227 0 0,10 6-93 0 0,-15 1 14 0 0,0 0 39 0 0,171-17 774 0 0,120-23 281 0 0,-114 28-309 0 0,-2-1-238 0 0,-54 7-401 0 0,-101 3-156 0 0,-1 1 0 0 0,34 2-1 0 0,36-2 53 0 0,116-10 24 0 0,-184 10-129 0 0,47 2 1 0 0,15 0-1 0 0,52-5 35 0 0,639 0 14 0 0,-709 8-64 0 0,-39-1-17 0 0,1-2 0 0 0,46-4 1 0 0,108-4 80 0 0,63 6-47 0 0,-157 5-3 0 0,100-10 0 0 0,61 4 36 0 0,-140 5-65 0 0,420 31 12 0 0,-418-22 8 0 0,253 41 25 0 0,-322-46 28 0 0,23-1-15 0 0,137 2-99 0 0,-131 0 39 0 0,96 5-78 0 0,-116-4 79 0 0,-41-8 35 0 0,0 1-1 0 0,0 1 0 0 0,20 5 1 0 0,16 3 54 0 0,-15-7-24 0 0,-23-1-48 0 0,31 11-6 0 0,-12-4 6 0 0,0 2 0 0 0,-1 1-1 0 0,49 26 1 0 0,-78-36-12 0 0,0 0-1 0 0,0 0 1 0 0,0 0-1 0 0,0 0 1 0 0,-1 1-1 0 0,1-1 1 0 0,-1 0-1 0 0,1 0 1 0 0,-1 0-1 0 0,0 0 1 0 0,0 1-1 0 0,0-1 1 0 0,0 0-1 0 0,0 0 1 0 0,0 1-1 0 0,-1 2 1 0 0,0 12 78 0 0,-2-15-89 0 0,1 0 0 0 0,-1 0 0 0 0,0 0 0 0 0,1-1 0 0 0,-1 1 0 0 0,0-1 0 0 0,0 1 0 0 0,0-1 0 0 0,0 0-1 0 0,-4 1 1 0 0,-30 5-11 0 0,0 0-1 0 0,0-3 1 0 0,-68 0-1 0 0,-121-18-32 0 0,15 7-3 0 0,0-7 53 0 0,65-6 67 0 0,-55 20 57 0 0,106 1-8 0 0,68-1-112 0 0,1 1 0 0 0,0 1 0 0 0,-30 6 0 0 0,4 0-7 0 0,-213 29-64 0 0,144-22 67 0 0,24 0 151 0 0,71-13-175 0 0,0 2-1 0 0,1 0 1 0 0,-47 16 0 0 0,48-12 51 0 0,0-2 0 0 0,0 0 0 0 0,-25 3 0 0 0,-92 19 12 0 0,45-14-168 0 0,12-3 204 0 0,-4 1-91 0 0,1-4-1 0 0,-1-4 0 0 0,-166-13 0 0 0,118 0 84 0 0,72 2-100 0 0,-68 2 1 0 0,-14-2 17 0 0,-61-4 15 0 0,87 4 80 0 0,110 6-68 0 0,-76-7-25 0 0,-175 5 1 0 0,166 13-55 0 0,92-9 67 0 0,0 0 0 0 0,0 0 1 0 0,0-1-1 0 0,0 1 0 0 0,0 0 0 0 0,0-1 0 0 0,0 0 0 0 0,0 0 0 0 0,0 0 0 0 0,0 0 1 0 0,0 0-1 0 0,0-1 0 0 0,-4 0 0 0 0,-3-1-15 0 0,-7 1-14 0 0,-56 8-9 0 0,-132 6-135 0 0,23 6 93 0 0,113-12 63 0 0,39-2 18 0 0,-1-1 0 0 0,-50-1 0 0 0,30-2-23 0 0,1 3 0 0 0,-55 10 0 0 0,95-13-32 0 0,-71 4 14 0 0,27 3-80 0 0,-132-2-147 0 0,95-6 214 0 0,60-1 49 0 0,1-2 0 0 0,-1 0 0 0 0,-52-14 0 0 0,17 2 73 0 0,56 13-80 0 0,1-1 0 0 0,0 0-1 0 0,0 0 1 0 0,-15-10 0 0 0,-6-1-13 0 0,28 14 19 0 0,0-1 0 0 0,1 0 0 0 0,-1 0 0 0 0,0 0 0 0 0,0 0 0 0 0,1 0 0 0 0,-1 0 0 0 0,0-1 0 0 0,1 1 0 0 0,-1 0 0 0 0,1-1 0 0 0,0 1-1 0 0,-1-1 1 0 0,1 0 0 0 0,0 1 0 0 0,0-1 0 0 0,0 0 0 0 0,0 0 0 0 0,0 1 0 0 0,1-1 0 0 0,-1 0 0 0 0,1 0 0 0 0,-1 0 0 0 0,1 0 0 0 0,-1 0 0 0 0,1 0-1 0 0,0 0 1 0 0,0 0 0 0 0,0 0 0 0 0,0 0 0 0 0,0 0 0 0 0,1 0 0 0 0,0-3 0 0 0,-1-6-36 0 0,0 10 40 0 0,0 0 1 0 0,0 0-1 0 0,0 0 0 0 0,1 0 0 0 0,-1 0 1 0 0,0 0-1 0 0,1 0 0 0 0,-1 0 1 0 0,0 0-1 0 0,1 0 0 0 0,-1 0 1 0 0,1 0-1 0 0,0 0 0 0 0,-1 0 0 0 0,1 1 1 0 0,0-1-1 0 0,-1 0 0 0 0,1 1 1 0 0,0-1-1 0 0,0 0 0 0 0,-1 1 1 0 0,1-1-1 0 0,0 1 0 0 0,0-1 0 0 0,0 1 1 0 0,0-1-1 0 0,0 1 0 0 0,0 0 1 0 0,1-1-1 0 0,4-2-18 0 0,-5 2 11 0 0,1 1-17 0 0,0-1 0 0 0,0 0 1 0 0,-1 1-1 0 0,1 0 0 0 0,0-1 1 0 0,0 1-1 0 0,0 0 1 0 0,0 0-1 0 0,-1 0 0 0 0,1 0 1 0 0,0 0-1 0 0,0 0 1 0 0,0 0-1 0 0,0 1 0 0 0,-1-1 1 0 0,4 2-1 0 0,171 35-2216 0 0,131 54-2748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2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 3522 0 0,'-60'12'2641'0'0,"60"-18"-2241"0"0,0 0-480 0 0,0-2 0 0 0,0 3 80 0 0,0-1-160 0 0,30-2-721 0 0,0 2-3280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31 135 560 0 0,'4'0'468'0'0,"-3"-1"-365"0"0,0 1 0 0 0,1 0 0 0 0,-1 0 1 0 0,0 0-1 0 0,0-1 0 0 0,0 1 0 0 0,0 0 0 0 0,0 1 1 0 0,0-1-1 0 0,1 0 0 0 0,-1 0 0 0 0,0 0 0 0 0,0 1 1 0 0,0-1-1 0 0,0 0 0 0 0,0 1 0 0 0,0-1 0 0 0,0 1 1 0 0,0-1-1 0 0,0 1 0 0 0,0 0 0 0 0,1 1 1 0 0,-2-2-66 0 0,0 0 1 0 0,0 1-1 0 0,0-1 1 0 0,0 0-1 0 0,0 1 1 0 0,-1-1-1 0 0,1 0 1 0 0,0 1 0 0 0,0-1-1 0 0,0 0 1 0 0,-1 0-1 0 0,1 1 1 0 0,0-1-1 0 0,0 0 1 0 0,-1 0-1 0 0,1 1 1 0 0,0-1 0 0 0,-1 0-1 0 0,1 0 1 0 0,0 0-1 0 0,-1 1 1 0 0,1-1-1 0 0,0 0 1 0 0,-1 0-1 0 0,1 0 1 0 0,0 0 0 0 0,-1 0-1 0 0,1 0 1 0 0,0 0-1 0 0,-1 0 1 0 0,1 0-1 0 0,-1 0 1 0 0,1 0-1 0 0,0 0 1 0 0,-1 0 0 0 0,1 0-1 0 0,0 0 1 0 0,-1 0-1 0 0,1 0 1 0 0,-1-1-1 0 0,1 1 15 0 0,-1 0 0 0 0,1 0-1 0 0,-1 0 1 0 0,0 0-1 0 0,1-1 1 0 0,-1 1 0 0 0,1 0-1 0 0,-1 0 1 0 0,1 0 0 0 0,-1 0-1 0 0,0 1 1 0 0,1-1-1 0 0,-1 0 1 0 0,1 0 0 0 0,-1 0-1 0 0,1 0 1 0 0,-1 0-1 0 0,1 1 1 0 0,-1-1 0 0 0,0 0-1 0 0,1 1 1 0 0,0-1 0 0 0,-1 0-1 0 0,1 1 1 0 0,-1-1-1 0 0,1 0 1 0 0,-1 1 0 0 0,1-1-1 0 0,0 1 1 0 0,-1-1-1 0 0,1 1 1 0 0,0-1 0 0 0,-1 1-1 0 0,1-1 1 0 0,0 1-1 0 0,0-1 1 0 0,0 1 0 0 0,-1-1-1 0 0,1 1 1 0 0,0 0 0 0 0,0-1-1 0 0,0 1 1 0 0,0-1-1 0 0,0 2 1 0 0,-5-2 294 0 0,-20 0 1801 0 0,27 1-2052 0 0,-1-1 0 0 0,1 1 0 0 0,0-1 1 0 0,-1 0-1 0 0,1 1 0 0 0,0-1 0 0 0,0 0 1 0 0,0 0-1 0 0,-1 0 0 0 0,1 0 1 0 0,0 0-1 0 0,0-1 0 0 0,0 1 0 0 0,-1 0 1 0 0,1-1-1 0 0,0 1 0 0 0,-1-1 1 0 0,4-1-1 0 0,47-20 131 0 0,-19 9 38 0 0,-24 8-185 0 0,1 0 0 0 0,-1 0 0 0 0,0-1 0 0 0,0 0 0 0 0,-1-1 0 0 0,0 0 0 0 0,0 0 0 0 0,7-9 0 0 0,-14 15-68 0 0,-1 0 1 0 0,1 0 0 0 0,-1 0-1 0 0,1 0 1 0 0,-1 0-1 0 0,1 0 1 0 0,-1 0-1 0 0,0 0 1 0 0,1 0-1 0 0,-1 0 1 0 0,0 0-1 0 0,0 0 1 0 0,0 0 0 0 0,0 0-1 0 0,0 0 1 0 0,0 0-1 0 0,0 0 1 0 0,0-2-1 0 0,0 3-3 0 0,-1-1 0 0 0,1 0 0 0 0,0 1-1 0 0,0-1 1 0 0,0 0 0 0 0,0 0 0 0 0,0 1 0 0 0,0-1-1 0 0,0 0 1 0 0,0 1 0 0 0,1-1 0 0 0,-1 0 0 0 0,0 1-1 0 0,0-1 1 0 0,0 0 0 0 0,1 1 0 0 0,-1-1-1 0 0,0 0 1 0 0,1 1 0 0 0,-1-1 0 0 0,1 1 0 0 0,-1-1-1 0 0,0 0 1 0 0,1 1 0 0 0,0-1 0 0 0,8-2 37 0 0,-9 3-38 0 0,1 0 0 0 0,0 0 1 0 0,0-1-1 0 0,-1 1 1 0 0,1 0-1 0 0,0 0 1 0 0,-1 0-1 0 0,1-1 1 0 0,0 1-1 0 0,-1 0 1 0 0,1-1-1 0 0,0 1 1 0 0,-1 0-1 0 0,1-1 0 0 0,-1 1 1 0 0,1-1-1 0 0,0 1 1 0 0,-1-1-1 0 0,1 1 1 0 0,-1-1-1 0 0,0 1 1 0 0,1-1-1 0 0,-1 0 1 0 0,1 1-1 0 0,-1-1 1 0 0,0 0-1 0 0,0 1 0 0 0,1-1 1 0 0,-1 0-1 0 0,0 0 1 0 0,0 1-1 0 0,0-1 1 0 0,0-1-1 0 0,0 1 312 0 0,0 26-133 0 0,1-14-139 0 0,0 0 0 0 0,1 0-1 0 0,0 0 1 0 0,0 0 0 0 0,5 11 0 0 0,-4-14-22 0 0,0 1 0 0 0,-1 0 0 0 0,0 0 0 0 0,-1-1 0 0 0,0 2 0 0 0,0-1 0 0 0,0 0 0 0 0,-1 0 1 0 0,-1 0-1 0 0,-1 12 0 0 0,-22 60 622 0 0,15-56-312 0 0,-9 46 0 0 0,13-20-243 0 0,2 0 0 0 0,5 54-1 0 0,-1-30-103 0 0,-1-74-23 0 0,0-1-1 0 0,0 1 0 0 0,0 0 1 0 0,-1 0-1 0 0,1 0 0 0 0,0-1 1 0 0,0 1-1 0 0,1 0 0 0 0,-1 0 1 0 0,0 0-1 0 0,0-1 0 0 0,0 1 1 0 0,0 0-1 0 0,1 0 0 0 0,-1-1 1 0 0,0 1-1 0 0,1 0 1 0 0,-1 0-1 0 0,0-1 0 0 0,1 1 1 0 0,-1 0-1 0 0,1-1 0 0 0,-1 1 1 0 0,1-1-1 0 0,0 1 0 0 0,-1-1 1 0 0,1 1-1 0 0,0-1 0 0 0,-1 1 1 0 0,1-1-1 0 0,0 1 1 0 0,-1-1-1 0 0,1 0 0 0 0,0 0 1 0 0,0 1-1 0 0,-1-1 0 0 0,1 0 1 0 0,0 0-1 0 0,0 0 0 0 0,0 0 1 0 0,-1 0-1 0 0,1 0 0 0 0,0 0 1 0 0,0 0-1 0 0,0 0 1 0 0,-1 0-1 0 0,2 0 0 0 0,2-1-245 0 0,-1-1-1 0 0,0 1 1 0 0,0 0-1 0 0,1-1 1 0 0,-1 0-1 0 0,0 0 0 0 0,0 0 1 0 0,-1 0-1 0 0,1 0 1 0 0,4-4-1 0 0,78-91-6335 0 0,-50 44 2267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4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37 1201 0 0,'4'-15'6342'0'0,"9"11"-4467"0"0,-5 3-1942 0 0,-3-3 160 0 0,-5 3-13 0 0,5 1 14 0 0,15 0 52 0 0,-15 0 15 0 0,0 0 12 0 0,136 14 1094 0 0,-136-14-1187 0 0,-4 0-66 0 0,-1 0-1 0 0,0-1 0 0 0,0 1 1 0 0,0 0-1 0 0,0 0 0 0 0,0 0 1 0 0,0-1-1 0 0,0 1 0 0 0,0 0 1 0 0,0 0-1 0 0,1 0 0 0 0,-1 0 1 0 0,0-1-1 0 0,0 1 0 0 0,0 0 1 0 0,0 0-1 0 0,0-1 0 0 0,0 1 1 0 0,0 0-1 0 0,0 0 0 0 0,0 0 1 0 0,0-1-1 0 0,-1 1 0 0 0,1 0 1 0 0,0 0-1 0 0,0 0 0 0 0,0-1 1 0 0,0 1-1 0 0,0 0 0 0 0,0 0 1 0 0,0 0-1 0 0,0 0 0 0 0,-1-1 1 0 0,1 1-1 0 0,0 0 0 0 0,0 0 1 0 0,0 0-1 0 0,0 0 0 0 0,0 0 1 0 0,-1 0-1 0 0,1-1 0 0 0,0 1 1 0 0,0 0-1 0 0,0 0 1 0 0,-1 0-1 0 0,1 0 0 0 0,0 0 1 0 0,0 0-1 0 0,0 0 0 0 0,-1 0 1 0 0,1 0-1 0 0,0 0 0 0 0,0 0 1 0 0,0 0-1 0 0,-1 0 0 0 0,1 0 1 0 0,0 0-1 0 0,0 0 0 0 0,-1 0 1 0 0,-19 0 212 0 0,-111-16 1308 0 0,110 15-1391 0 0,-1 0-1 0 0,0 2 0 0 0,0 1 1 0 0,0 1-1 0 0,-40 9 0 0 0,62-11-143 0 0,0-1 0 0 0,-1 0 0 0 0,1 0 0 0 0,0 0 0 0 0,-1 0 1 0 0,1 1-1 0 0,0-1 0 0 0,0 0 0 0 0,-1 0 0 0 0,1 0 0 0 0,0 1 0 0 0,0-1 0 0 0,-1 0 0 0 0,1 0 0 0 0,0 1 0 0 0,0-1 0 0 0,0 0 0 0 0,-1 1 0 0 0,1-1 0 0 0,0 0 0 0 0,0 1 1 0 0,0-1-1 0 0,0 0 0 0 0,0 1 0 0 0,0-1 0 0 0,0 0 0 0 0,0 1 0 0 0,0-1 0 0 0,0 0 0 0 0,0 1 0 0 0,0-1 0 0 0,0 0 0 0 0,0 1 0 0 0,0-1 0 0 0,0 0 0 0 0,0 1 0 0 0,0-1 1 0 0,0 0-1 0 0,0 1 0 0 0,1-1 0 0 0,-1 0 0 0 0,0 1 0 0 0,0-1 0 0 0,0 0 0 0 0,1 1 0 0 0,-1-1 0 0 0,0 0 0 0 0,0 0 0 0 0,1 0 0 0 0,-1 1 0 0 0,0-1 0 0 0,1 0 1 0 0,-1 0-1 0 0,0 0 0 0 0,0 1 0 0 0,1-1 0 0 0,85 88 908 0 0,-80-83-903 0 0,1-1-1 0 0,0-1 1 0 0,-1 1 0 0 0,1-1-1 0 0,1 0 1 0 0,-1-1 0 0 0,0 1 0 0 0,1-2-1 0 0,-1 1 1 0 0,1-1 0 0 0,0 0 0 0 0,-1 0-1 0 0,10-1 1 0 0,-8 0-15 0 0,1 1 0 0 0,-2 0 0 0 0,1 0 0 0 0,0 1 0 0 0,12 4 1 0 0,15 2 76 0 0,5 2-41 0 0,-40-10-20 0 0,0 1 0 0 0,0-1 0 0 0,0 1 0 0 0,1 0 0 0 0,-1-1 0 0 0,0 1 0 0 0,0 0 0 0 0,0 0 0 0 0,-1 0 0 0 0,1 0 0 0 0,0 0 0 0 0,0 0 0 0 0,0 0 0 0 0,-1 0 0 0 0,1 0 0 0 0,0 0 0 0 0,-1 0 0 0 0,1 0 0 0 0,-1 1 0 0 0,0-1 0 0 0,1 0 0 0 0,-1 0 0 0 0,0 1 0 0 0,0-1 0 0 0,1 0 0 0 0,-1 2 0 0 0,0 5 26 0 0,1 0 1 0 0,-1-1-1 0 0,-1 1 0 0 0,1 0 0 0 0,-1-1 0 0 0,-1 1 0 0 0,1-1 0 0 0,-1 1 0 0 0,-1-1 1 0 0,1 0-1 0 0,-1 0 0 0 0,-1 0 0 0 0,1 0 0 0 0,-7 8 0 0 0,-15 29 49 0 0,23-38-74 0 0,0 0-1 0 0,-1-1 1 0 0,0 1 0 0 0,0 0-1 0 0,-1-1 1 0 0,1 0-1 0 0,-1 0 1 0 0,0 0-1 0 0,-1 0 1 0 0,1 0 0 0 0,-1-1-1 0 0,0 0 1 0 0,0 0-1 0 0,0 0 1 0 0,-12 5 0 0 0,-9 9-2 0 0,14-10-10 0 0,1-1 1 0 0,-1 0 0 0 0,0-1 0 0 0,-24 9 0 0 0,30-13-98 0 0,-1 0 0 0 0,1-1 0 0 0,-1 1 0 0 0,1-1 0 0 0,-1-1 0 0 0,1 1 0 0 0,-1-1 0 0 0,0-1 0 0 0,1 1 0 0 0,-1-1 0 0 0,1 0 0 0 0,-1 0 0 0 0,-7-3 0 0 0,3 0-371 0 0,9 4 372 0 0,0 0-1 0 0,0 0 1 0 0,0 0-1 0 0,0-1 1 0 0,0 1 0 0 0,0-1-1 0 0,1 0 1 0 0,-1 1-1 0 0,0-1 1 0 0,0 0-1 0 0,1 0 1 0 0,-1 0-1 0 0,0 0 1 0 0,1 0-1 0 0,-1-1 1 0 0,1 1 0 0 0,0 0-1 0 0,-1-1 1 0 0,1 1-1 0 0,0-1 1 0 0,0 1-1 0 0,0-1 1 0 0,0 0-1 0 0,0 1 1 0 0,0-1-1 0 0,0 0 1 0 0,0 0-1 0 0,1 0 1 0 0,-1 0 0 0 0,1 1-1 0 0,0-1 1 0 0,-1-3-1 0 0,1-10-735 0 0,-1 8 371 0 0,1 0 0 0 0,0 0 0 0 0,0 0-1 0 0,1 1 1 0 0,0-1 0 0 0,3-12 0 0 0,21-25-3388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36 480 0 0,'5'-25'4743'0'0,"10"20"-2820"0"0,-10 4-1826 0 0,-8 0 2115 0 0,-49-2-835 0 0,4 9-123 0 0,-80 20-1 0 0,121-24-1154 0 0,0 0-1 0 0,0 0 0 0 0,1 1 0 0 0,-1 0 0 0 0,-9 6 1 0 0,14-8-59 0 0,0 1-1 0 0,1-1 1 0 0,-1 0 0 0 0,0 1 0 0 0,1-1 0 0 0,-1 1 0 0 0,1 0 0 0 0,0-1 0 0 0,-1 1 0 0 0,1 0 0 0 0,0 0 0 0 0,0 0 0 0 0,0 0 0 0 0,-1 3 0 0 0,2-2 4 0 0,0 0 1 0 0,1 1-1 0 0,-1-1 1 0 0,0 0 0 0 0,1 0-1 0 0,0 0 1 0 0,0 1-1 0 0,0-1 1 0 0,0 0 0 0 0,0 0-1 0 0,1 0 1 0 0,-1-1 0 0 0,1 1-1 0 0,0 0 1 0 0,0 0-1 0 0,0-1 1 0 0,0 1 0 0 0,0-1-1 0 0,0 0 1 0 0,1 0 0 0 0,-1 0-1 0 0,6 3 1 0 0,-4-1-49 0 0,1 0 0 0 0,0-1-1 0 0,0 0 1 0 0,0 0 0 0 0,0 0 0 0 0,0-1 0 0 0,0 1 0 0 0,1-1 0 0 0,-1-1-1 0 0,1 1 1 0 0,8 1 0 0 0,37 11-66 0 0,-44-11 62 0 0,0 0-1 0 0,0-1 1 0 0,0 0 0 0 0,0 0 0 0 0,1-1 0 0 0,-1 0 0 0 0,1 0 0 0 0,0 0-1 0 0,-1-1 1 0 0,1-1 0 0 0,-1 1 0 0 0,1-1 0 0 0,-1 0 0 0 0,1-1-1 0 0,-1 0 1 0 0,0 0 0 0 0,13-6 0 0 0,-18 5 8 0 0,-1 0 0 0 0,0-1 0 0 0,0 1 0 0 0,0 0-1 0 0,0-1 1 0 0,-1 1 0 0 0,1 0 0 0 0,-1-1 0 0 0,0 1 0 0 0,0-1 0 0 0,0 1 0 0 0,0-1 0 0 0,-2-4-1 0 0,2-3-10 0 0,0-31 64 0 0,0 55 325 0 0,0 70 31 0 0,-1-38-250 0 0,-1-20-49 0 0,2 1 1 0 0,1 0-1 0 0,6 30 0 0 0,4-15-4 0 0,-8-32-108 0 0,0 0 0 0 0,-1 1 0 0 0,0-1 0 0 0,0 1 0 0 0,0 14 0 0 0,-2-18-19 0 0,0-1 0 0 0,0 1 0 0 0,1-1 0 0 0,0 1 0 0 0,0-1 0 0 0,0 0 0 0 0,1 1 0 0 0,0-1 0 0 0,0 0 0 0 0,0 0 0 0 0,1 0 0 0 0,-1 0 0 0 0,6 6 0 0 0,-8-11 6 0 0,1 0 0 0 0,-1 1 1 0 0,0-1-1 0 0,0 0 0 0 0,1 1 0 0 0,-1-1 0 0 0,0 0 0 0 0,0 1 0 0 0,1-1 1 0 0,-1 1-1 0 0,0-1 0 0 0,0 0 0 0 0,0 1 0 0 0,0-1 0 0 0,0 1 0 0 0,0-1 0 0 0,0 0 1 0 0,1 1-1 0 0,-1-1 0 0 0,0 1 0 0 0,-1-1 0 0 0,1 1 0 0 0,0-1 0 0 0,0 1 1 0 0,0-1-1 0 0,0 0 0 0 0,0 1 0 0 0,0-1 0 0 0,0 1 0 0 0,-1-1 0 0 0,1 0 0 0 0,0 1 1 0 0,0-1-1 0 0,-1 0 0 0 0,1 1 0 0 0,0-1 0 0 0,0 0 0 0 0,-1 1 0 0 0,1-1 1 0 0,0 0-1 0 0,-1 1 0 0 0,1-1 0 0 0,0 0 0 0 0,-1 0 0 0 0,1 1 0 0 0,-1-1 0 0 0,1 0 1 0 0,0 0-1 0 0,-1 0 0 0 0,0 0 0 0 0,-14 2-4803 0 0,45-18 243 0 0,25-3-1628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5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2081 0 0,'-12'3'1635'0'0,"0"0"-1"0"0,0 1 1 0 0,-18 9-1 0 0,10-5 18 0 0,19-7-1533 0 0,-1-1 0 0 0,0 1-1 0 0,0-1 1 0 0,1 1-1 0 0,-1 0 1 0 0,1-1-1 0 0,-1 1 1 0 0,1 0 0 0 0,-1 0-1 0 0,1 0 1 0 0,-1 0-1 0 0,1 1 1 0 0,0-1-1 0 0,-1 0 1 0 0,1 1 0 0 0,0-1-1 0 0,0 0 1 0 0,0 1-1 0 0,0-1 1 0 0,1 1-1 0 0,-1 0 1 0 0,0-1 0 0 0,0 1-1 0 0,1 0 1 0 0,-1-1-1 0 0,1 1 1 0 0,0 0-1 0 0,-1 0 1 0 0,1-1 0 0 0,0 1-1 0 0,0 0 1 0 0,0 0-1 0 0,0 0 1 0 0,1-1-1 0 0,-1 1 1 0 0,0 0 0 0 0,1 0-1 0 0,-1-1 1 0 0,1 1-1 0 0,0 0 1 0 0,-1-1-1 0 0,1 1 1 0 0,0-1 0 0 0,1 3-1 0 0,4 3-65 0 0,0 1 0 0 0,0 0 0 0 0,0-1-1 0 0,1 0 1 0 0,0-1 0 0 0,1 0 0 0 0,0 0 0 0 0,-1 0-1 0 0,2-1 1 0 0,-1 0 0 0 0,1-1 0 0 0,15 7 0 0 0,14 3-23 0 0,61 14 1 0 0,-90-25-45 0 0,24 5-30 0 0,62 15-63 0 0,-88-22-61 0 0,0 0 1 0 0,1 0-1 0 0,-1-1 0 0 0,0 0 1 0 0,1 0-1 0 0,-1-1 0 0 0,0 1 1 0 0,1-2-1 0 0,9-2 0 0 0,-16 4 60 0 0,-1-1-1 0 0,1 1 0 0 0,-1-1 0 0 0,1 1 0 0 0,-1-1 1 0 0,0 0-1 0 0,1 1 0 0 0,-1-1 0 0 0,0 0 1 0 0,1 1-1 0 0,-1-1 0 0 0,0 0 0 0 0,0 1 1 0 0,1-1-1 0 0,-1 0 0 0 0,0 1 0 0 0,0-1 0 0 0,0 0 1 0 0,0 1-1 0 0,0-1 0 0 0,0 0 0 0 0,0 0 1 0 0,0 1-1 0 0,0-1 0 0 0,-1 0 0 0 0,1 1 1 0 0,0-1-1 0 0,0 0 0 0 0,-1 1 0 0 0,1-1 1 0 0,0 0-1 0 0,-1 1 0 0 0,1-1 0 0 0,0 0 0 0 0,-1 1 1 0 0,1-1-1 0 0,-1 1 0 0 0,0-1 0 0 0,-6-4-641 0 0,0 1-1 0 0,0 1 0 0 0,0-1 0 0 0,-1 1 0 0 0,1 0 0 0 0,-10-1 1 0 0,-39-8-2345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6:35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85 229 6243 0 0,'-24'25'3922'0'0,"-6"2"-2322"0"0,30-15-239 0 0,-30-5 0 0 0,60-14-561 0 0,-30 1-240 0 0,0 0-240 0 0,0-1 161 0 0,30-13-1 0 0,24-5 80 0 0,7-25-160 0 0,60-13-560 0 0,-31 5-1441 0 0,-29 20-1600 0 0,-31 24-641 0 0,0 9-240 0 0,-30 10 561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0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 0 0,'30'0'1920'0'0,"-30"5"-399"0"0,0 1-400 0 0,0 2-481 0 0,0-2-240 0 0,0-1-400 0 0,0 1-480 0 0,31 2-801 0 0,-1 3-1280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0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183 247 1681 0 0,'-16'-1'2229'0'0,"0"0"0"0"0,0-2 1 0 0,-31-8-1 0 0,-9-2 379 0 0,55 13-2490 0 0,-1 0 0 0 0,1 0 0 0 0,0 0-1 0 0,-1 0 1 0 0,1-1 0 0 0,0 1 0 0 0,-1 0 0 0 0,1-1 0 0 0,0 0-1 0 0,-1 1 1 0 0,1-1 0 0 0,0 0 0 0 0,0 1 0 0 0,0-1 0 0 0,0 0-1 0 0,0 0 1 0 0,0 0 0 0 0,0 0 0 0 0,0 0 0 0 0,0 0 0 0 0,0 0-1 0 0,0 0 1 0 0,1 0 0 0 0,-1-1 0 0 0,0 1 0 0 0,1 0-1 0 0,-1-1 1 0 0,1 1 0 0 0,-1 0 0 0 0,1-1 0 0 0,0 1 0 0 0,0 0-1 0 0,-1-1 1 0 0,1 1 0 0 0,0 0 0 0 0,0-1 0 0 0,0 1 0 0 0,1-1-1 0 0,-1 1 1 0 0,0 0 0 0 0,1-3 0 0 0,-1 4-86 0 0,0-1-1 0 0,0 1 1 0 0,1-1 0 0 0,-1 1-1 0 0,0-1 1 0 0,0 1 0 0 0,0 0-1 0 0,1-1 1 0 0,-1 1 0 0 0,0-1 0 0 0,0 1-1 0 0,1 0 1 0 0,-1-1 0 0 0,1 1-1 0 0,-1 0 1 0 0,0-1 0 0 0,1 1-1 0 0,-1 0 1 0 0,1-1 0 0 0,-1 1-1 0 0,0 0 1 0 0,1 0 0 0 0,-1 0 0 0 0,1-1-1 0 0,-1 1 1 0 0,1 0 0 0 0,-1 0-1 0 0,1 0 1 0 0,-1 0 0 0 0,1 0-1 0 0,-1 0 1 0 0,1 0 0 0 0,0 0-1 0 0,-1 0-14 0 0,1 0 0 0 0,0 0 0 0 0,0 0-1 0 0,-1 0 1 0 0,1 0 0 0 0,0 0 0 0 0,-1 0-1 0 0,1-1 1 0 0,0 1 0 0 0,-1 0 0 0 0,1 0 0 0 0,0-1-1 0 0,-1 1 1 0 0,1 0 0 0 0,-1-1 0 0 0,1 1-1 0 0,-1-1 1 0 0,1 1 0 0 0,-1-1 0 0 0,1 1-1 0 0,-1-1 1 0 0,1 1 0 0 0,-1-1 0 0 0,1 1-1 0 0,-1-1 1 0 0,0 1 0 0 0,1-1 0 0 0,-1 0-1 0 0,0 1 1 0 0,0-1 0 0 0,1 0 0 0 0,-1 1-1 0 0,0-1 1 0 0,0 0 0 0 0,0-1 0 0 0,1 0 14 0 0,0 0 0 0 0,0 0 0 0 0,0 0 1 0 0,1 0-1 0 0,-1 0 0 0 0,0 0 0 0 0,1 1 0 0 0,-1-1 1 0 0,1 0-1 0 0,0 1 0 0 0,-1-1 0 0 0,1 1 1 0 0,0 0-1 0 0,0 0 0 0 0,0-1 0 0 0,0 1 0 0 0,0 0 1 0 0,0 1-1 0 0,4-2 0 0 0,14-10 158 0 0,-12 4-98 0 0,0 0-1 0 0,1 0 0 0 0,0 1 0 0 0,0 0 0 0 0,1 0 0 0 0,0 1 0 0 0,17-8 0 0 0,-27 14-87 0 0,1 0 0 0 0,-1 0 0 0 0,1-1 0 0 0,-1 1 0 0 0,0 0-1 0 0,1 0 1 0 0,-1-1 0 0 0,0 1 0 0 0,1 0 0 0 0,-1-1 0 0 0,0 1 0 0 0,0-1 0 0 0,1 1 0 0 0,-1 0 0 0 0,0-1 0 0 0,0 1 0 0 0,0 0 0 0 0,0-1 0 0 0,1 1 0 0 0,-1-1 0 0 0,0 1 0 0 0,0-1-1 0 0,0 1 1 0 0,0-1 0 0 0,0 1 0 0 0,0 0 0 0 0,0-1 0 0 0,0 1 0 0 0,0-1 0 0 0,0 1 0 0 0,0-1 0 0 0,-1 1 0 0 0,1-1 0 0 0,0 1-1 0 0,0-1-1 0 0,0 1 1 0 0,0-1 0 0 0,-1 1 0 0 0,1 0-1 0 0,0-1 1 0 0,0 1 0 0 0,0-1 0 0 0,0 1-1 0 0,0-1 1 0 0,0 1 0 0 0,0-1 0 0 0,1 1 0 0 0,-1 0-1 0 0,0-1 1 0 0,0 1 0 0 0,0-1 0 0 0,0 1-1 0 0,0 0 1 0 0,1-1 0 0 0,-1 1 0 0 0,0-1-1 0 0,0 1 1 0 0,1 0 0 0 0,-1-1 0 0 0,0 1 0 0 0,1 0-1 0 0,-1-1 1 0 0,0 1 0 0 0,1 0 0 0 0,-1 0-1 0 0,0-1 1 0 0,1 1 0 0 0,19-6 11 0 0,-15 0 54 0 0,0 1-27 0 0,-4 5-50 0 0,1 0 0 0 0,-1 0-1 0 0,0 1 1 0 0,0-1 0 0 0,0 0 0 0 0,0 1 0 0 0,0-1-1 0 0,0 1 1 0 0,0-1 0 0 0,0 1 0 0 0,0-1 0 0 0,0 1-1 0 0,0 0 1 0 0,0-1 0 0 0,0 1 0 0 0,-1 0-1 0 0,1 0 1 0 0,0 0 0 0 0,0-1 0 0 0,-1 1 0 0 0,1 0-1 0 0,-1 0 1 0 0,1 0 0 0 0,-1 0 0 0 0,1 0 0 0 0,-1 0-1 0 0,1 1 1 0 0,-1-1 0 0 0,0 0 0 0 0,0 0 0 0 0,1 2-1 0 0,2 48-465 0 0,-1-16 252 0 0,14 69-150 0 0,-14-74 342 0 0,-1-15-19 0 0,1 0-1 0 0,7 29 1 0 0,-4-27-266 0 0,1-1 0 0 0,1 0 0 0 0,1-1 1 0 0,0 1-1 0 0,1-2 0 0 0,0 1 0 0 0,12 12 1 0 0,-14-18-501 0 0,1 0-1 0 0,0-1 1 0 0,0-1 0 0 0,1 1 0 0 0,0-2 0 0 0,0 1 0 0 0,0-1 0 0 0,1 0 0 0 0,0-1 0 0 0,0 0 0 0 0,21 6 0 0 0,29 0-5306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25 1040 0 0,'-62'1'5820'0'0,"-16"5"-1688"0"0,60-2-3218 0 0,1 0-1 0 0,0 1 1 0 0,0 1 0 0 0,1 0 0 0 0,-31 17-1 0 0,43-20-884 0 0,0-1 1 0 0,-1 1-1 0 0,1 0 0 0 0,0 1 1 0 0,1-1-1 0 0,-1 0 0 0 0,0 1 0 0 0,1 0 1 0 0,0 0-1 0 0,0 0 0 0 0,0 0 0 0 0,1 1 1 0 0,-1-1-1 0 0,1 1 0 0 0,0 0 0 0 0,0-1 1 0 0,1 1-1 0 0,-1 0 0 0 0,1 0 0 0 0,0 0 1 0 0,0 0-1 0 0,1 0 0 0 0,-1 0 0 0 0,1 0 1 0 0,1 1-1 0 0,-1-1 0 0 0,1 0 1 0 0,-1 0-1 0 0,1 0 0 0 0,3 7 0 0 0,16 32 38 0 0,-19-40-66 0 0,-1-1 1 0 0,1 1-1 0 0,0-1 1 0 0,0 0-1 0 0,1 1 1 0 0,-1-1-1 0 0,1 0 0 0 0,-1 0 1 0 0,1 0-1 0 0,0 0 1 0 0,0 0-1 0 0,1 0 1 0 0,-1 0-1 0 0,0-1 0 0 0,1 1 1 0 0,0-1-1 0 0,0 1 1 0 0,-1-1-1 0 0,1 0 1 0 0,0-1-1 0 0,1 1 0 0 0,-1 0 1 0 0,0-1-1 0 0,0 1 1 0 0,1-1-1 0 0,-1 0 1 0 0,8 1-1 0 0,22 9 21 0 0,1-2 0 0 0,1-1-1 0 0,0-1 1 0 0,45 2 0 0 0,-59-9-83 0 0,1 0 0 0 0,0-1 0 0 0,-1-1 0 0 0,1-1 0 0 0,-1-1 0 0 0,0-1 0 0 0,0-1 0 0 0,27-11 0 0 0,-45 16 57 0 0,-1 0 0 0 0,0-1 0 0 0,0 1 0 0 0,1 0 1 0 0,-1-1-1 0 0,0 1 0 0 0,0-1 0 0 0,-1 1 0 0 0,1-1 0 0 0,0 0 0 0 0,0 0 1 0 0,-1 0-1 0 0,1 0 0 0 0,-1 0 0 0 0,0 0 0 0 0,0-1 0 0 0,0 1 0 0 0,0 0 1 0 0,0-1-1 0 0,0 1 0 0 0,0 0 0 0 0,-1-1 0 0 0,1 1 0 0 0,-1-1 0 0 0,0 1 1 0 0,0-1-1 0 0,0 1 0 0 0,0-1 0 0 0,0 1 0 0 0,0-1 0 0 0,-1 1 0 0 0,0-4 1 0 0,-2-6 42 0 0,-1 0 0 0 0,0 1 0 0 0,-1 0 0 0 0,0 0 0 0 0,-9-15 0 0 0,4 10 67 0 0,-2-1 1 0 0,0 1 0 0 0,-1 1 0 0 0,0 0 0 0 0,-2 1-1 0 0,1 0 1 0 0,-29-19 0 0 0,36 27-259 0 0,-1 1 1 0 0,0 0-1 0 0,-1 0 0 0 0,1 0 1 0 0,-1 1-1 0 0,0 1 0 0 0,0-1 1 0 0,0 2-1 0 0,0-1 0 0 0,-1 1 0 0 0,1 0 1 0 0,-1 1-1 0 0,0 0 0 0 0,1 1 1 0 0,-1 0-1 0 0,1 0 0 0 0,-1 1 1 0 0,-17 4-1 0 0,9 3-1827 0 0,24 2-124 0 0,11 12-1672 0 0,9 4 480 0 0,4-4 441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1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29 400 0 0,'-22'1'3735'0'0,"-1"0"0"0"0,-27 6 0 0 0,30-3-2681 0 0,15-3-374 0 0,9-3-543 0 0,1 0 0 0 0,0 0-1 0 0,-1 1 1 0 0,1 0-1 0 0,0 0 1 0 0,0 0-1 0 0,6 0 1 0 0,5-1-29 0 0,135-23-175 0 0,-147 24 65 0 0,1 0-1 0 0,-1 0 1 0 0,1 0 0 0 0,-1 1-1 0 0,1 0 1 0 0,-1 0-1 0 0,1 0 1 0 0,-1 1-1 0 0,1-1 1 0 0,5 3 0 0 0,-9-3 7 0 0,-1 0 0 0 0,0 0 0 0 0,0 0 0 0 0,1 1 0 0 0,-1-1 1 0 0,0 0-1 0 0,0 0 0 0 0,1 0 0 0 0,-1 1 0 0 0,0-1 1 0 0,0 0-1 0 0,0 0 0 0 0,1 1 0 0 0,-1-1 0 0 0,0 0 0 0 0,0 1 1 0 0,0-1-1 0 0,0 0 0 0 0,0 1 0 0 0,0-1 0 0 0,0 0 0 0 0,1 1 1 0 0,-1-1-1 0 0,0 0 0 0 0,0 1 0 0 0,0-1 0 0 0,-1 0 0 0 0,1 1 1 0 0,0-1-1 0 0,0 0 0 0 0,0 1 0 0 0,0-1 0 0 0,0 0 0 0 0,0 0 1 0 0,0 1-1 0 0,0-1 0 0 0,-1 0 0 0 0,1 1 0 0 0,0-1 1 0 0,0 0-1 0 0,0 0 0 0 0,-1 1 0 0 0,1-1 0 0 0,0 0 0 0 0,0 0 1 0 0,-1 0-1 0 0,1 1 0 0 0,-1-1 0 0 0,-10 17 339 0 0,-2 0 0 0 0,0-1 0 0 0,0 0 0 0 0,-2-1 0 0 0,-23 19-1 0 0,-30 31 1249 0 0,-22 21 49 0 0,89-86-1635 0 0,1 0 0 0 0,0 0 0 0 0,-1 0 0 0 0,1 0 1 0 0,-1 1-1 0 0,1-1 0 0 0,0 0 0 0 0,-1 0 0 0 0,1 1 0 0 0,0-1 0 0 0,0 0 1 0 0,-1 0-1 0 0,1 1 0 0 0,0-1 0 0 0,-1 0 0 0 0,1 1 0 0 0,0-1 0 0 0,0 0 1 0 0,0 1-1 0 0,-1-1 0 0 0,1 1 0 0 0,0-1 0 0 0,0 0 0 0 0,0 1 0 0 0,0-1 1 0 0,0 0-1 0 0,0 1 0 0 0,0-1 0 0 0,0 1 0 0 0,0-1 0 0 0,0 1 0 0 0,0-1 1 0 0,0 0-1 0 0,0 1 0 0 0,0-1 0 0 0,0 1 0 0 0,0-1 0 0 0,0 0 0 0 0,1 1 1 0 0,-1-1-1 0 0,0 0 0 0 0,0 1 0 0 0,0-1 0 0 0,1 0 0 0 0,-1 1 0 0 0,0-1 1 0 0,0 0-1 0 0,1 1 0 0 0,-1-1 0 0 0,0 0 0 0 0,1 0 0 0 0,-1 1 0 0 0,0-1 1 0 0,1 0-1 0 0,-1 0 0 0 0,1 0 0 0 0,-1 1 0 0 0,1-1 0 0 0,22 2-128 0 0,-21-2 135 0 0,20-1-41 0 0,0-1 0 0 0,23-6 0 0 0,17-1 46 0 0,-29 3 76 0 0,-27 4-58 0 0,-1 1 1 0 0,1 0 0 0 0,0 0-1 0 0,-1 1 1 0 0,1-1-1 0 0,0 1 1 0 0,6 1-1 0 0,-11-1-27 0 0,-1 0-1 0 0,0 0 1 0 0,1 0-1 0 0,-1 1 1 0 0,0-1-1 0 0,1 0 1 0 0,-1 0-1 0 0,0 1 1 0 0,1-1-1 0 0,-1 0 0 0 0,0 0 1 0 0,1 1-1 0 0,-1-1 1 0 0,0 0-1 0 0,0 1 1 0 0,0-1-1 0 0,1 0 1 0 0,-1 1-1 0 0,0-1 1 0 0,0 0-1 0 0,0 1 0 0 0,0-1 1 0 0,0 1-1 0 0,0-1 1 0 0,0 0-1 0 0,0 1 1 0 0,1-1-1 0 0,-1 0 1 0 0,0 1-1 0 0,-1-1 1 0 0,1 1-1 0 0,0-1 0 0 0,0 1 1 0 0,-6 21 357 0 0,-2-2-70 0 0,-1 0 0 0 0,0-1 0 0 0,-2 0 0 0 0,-24 31 1 0 0,-8 16 90 0 0,37-59-424 0 0,1 1 0 0 0,-2-1 0 0 0,1 0 0 0 0,-1 0 0 0 0,1-1 0 0 0,-2 1 0 0 0,1-2 1 0 0,-1 1-1 0 0,0-1 0 0 0,0 0 0 0 0,0-1 0 0 0,-1 0 0 0 0,0 0 0 0 0,0-1 0 0 0,0 0 0 0 0,-17 3 1 0 0,24-6-183 0 0,1 0 1 0 0,0-1 0 0 0,-1 1 0 0 0,1-1-1 0 0,0 1 1 0 0,0-1 0 0 0,-1 0 0 0 0,1 0 0 0 0,0 1-1 0 0,0-1 1 0 0,0 0 0 0 0,0 0 0 0 0,0 0-1 0 0,0 0 1 0 0,0 0 0 0 0,0 0 0 0 0,0-1-1 0 0,1 1 1 0 0,-1 0 0 0 0,0 0 0 0 0,1 0-1 0 0,-1-1 1 0 0,1 1 0 0 0,-1-3 0 0 0,2-1-572 0 0,1 0-1 0 0,0 1 1 0 0,1-1 0 0 0,-1 0 0 0 0,1 1-1 0 0,0 0 1 0 0,0-1 0 0 0,6-4 0 0 0,13-22-2983 0 0,8-24-1630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2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1281 0 0,'0'31'4482'0'0,"-60"40"1120"0"0,30-2-2640 0 0,-1 3-2082 0 0,31-17-800 0 0,0-16-80 0 0,0-14-80 0 0,31-25-1281 0 0,-1-12-3201 0 0,-30-13-1761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2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1 480 0 0,'0'0'3909'0'0,"-6"0"2776"0"0,-13 0-5393 0 0,29 1 1257 0 0,30 4-2404 0 0,-35-5-59 0 0,0 0-1 0 0,0 1 1 0 0,-1 0-1 0 0,1 0 1 0 0,-1 0-1 0 0,1 1 1 0 0,5 2-1 0 0,-9-3-28 0 0,1-1 0 0 0,-1 1-1 0 0,1-1 1 0 0,-1 1 0 0 0,0 0-1 0 0,1 0 1 0 0,-1 0 0 0 0,0-1-1 0 0,0 1 1 0 0,0 0 0 0 0,1 1-1 0 0,-1-1 1 0 0,0 0 0 0 0,0 0-1 0 0,-1 0 1 0 0,1 1 0 0 0,0-1-1 0 0,1 3 1 0 0,-3-2 40 0 0,0 1-1 0 0,-1-1 1 0 0,1 1-1 0 0,-1-1 1 0 0,1 1-1 0 0,-1-1 1 0 0,0 0-1 0 0,0 0 1 0 0,0 0-1 0 0,0 0 1 0 0,0 0-1 0 0,0 0 1 0 0,0-1 0 0 0,-1 1-1 0 0,-4 2 1 0 0,-14 13 639 0 0,-10 28 745 0 0,31-45-1476 0 0,0 0 0 0 0,0 0 0 0 0,0 0 0 0 0,-1 1 0 0 0,1-1 0 0 0,0 0 0 0 0,0 0 0 0 0,0 0 0 0 0,-1 0 0 0 0,1 0 0 0 0,0 0 0 0 0,0 0 0 0 0,0 1 0 0 0,0-1 0 0 0,0 0 0 0 0,-1 0 0 0 0,1 0 0 0 0,0 0 0 0 0,0 0 0 0 0,0 1 0 0 0,0-1 0 0 0,0 0 0 0 0,0 0 0 0 0,0 0 0 0 0,0 1 0 0 0,-1-1 0 0 0,1 0 0 0 0,0 0 0 0 0,0 0 0 0 0,0 1 0 0 0,0-1 0 0 0,0 0 0 0 0,0 0 0 0 0,0 0 0 0 0,0 1 0 0 0,0-1 0 0 0,0 0 0 0 0,0 0 0 0 0,1 0 0 0 0,-1 1 0 0 0,0-1 0 0 0,0 0 0 0 0,0 0 0 0 0,0 0 0 0 0,0 0 0 0 0,0 1 0 0 0,0-1 0 0 0,0 0 0 0 0,1 0 0 0 0,-1 0 0 0 0,0 0 0 0 0,0 1 0 0 0,0-1 0 0 0,0 0 0 0 0,0 0 0 0 0,1 0 0 0 0,-1 0 0 0 0,0 0 0 0 0,0 0 0 0 0,0 0 0 0 0,1 0 0 0 0,-1 0 0 0 0,0 1 0 0 0,11 0-38 0 0,0 1 1 0 0,0-2-1 0 0,-1 1 1 0 0,1-1-1 0 0,0-1 1 0 0,17-3-1 0 0,-11 2-13 0 0,0 0-1 0 0,0 1 1 0 0,19 1-1 0 0,-12 2 37 0 0,54 7-131 0 0,-72-9 170 0 0,1 1-1 0 0,-1 1 1 0 0,0-1 0 0 0,0 1-1 0 0,0 1 1 0 0,0-1 0 0 0,-1 1-1 0 0,11 6 1 0 0,-15-9-19 0 0,-1 1 1 0 0,1-1-1 0 0,-1 1 1 0 0,0-1-1 0 0,1 1 0 0 0,-1-1 1 0 0,0 1-1 0 0,0-1 1 0 0,1 1-1 0 0,-1-1 0 0 0,0 1 1 0 0,0-1-1 0 0,0 1 1 0 0,0-1-1 0 0,1 1 0 0 0,-1 0 1 0 0,0-1-1 0 0,0 1 1 0 0,0-1-1 0 0,0 1 0 0 0,0-1 1 0 0,-1 1-1 0 0,1 0 1 0 0,0-1-1 0 0,0 1 0 0 0,0-1 1 0 0,0 1-1 0 0,-1-1 1 0 0,1 1-1 0 0,0-1 0 0 0,0 1 1 0 0,-1-1-1 0 0,1 1 1 0 0,0-1-1 0 0,-1 0 0 0 0,1 1 1 0 0,-1 0-1 0 0,-22 20 392 0 0,16-15-252 0 0,-134 109 2571 0 0,136-111-2720 0 0,0-1 0 0 0,-1 1 0 0 0,0-1-1 0 0,0-1 1 0 0,0 1 0 0 0,0-1 0 0 0,0 0-1 0 0,0 0 1 0 0,-1-1 0 0 0,1 0 0 0 0,0 0-1 0 0,-1-1 1 0 0,1 1 0 0 0,-1-1 0 0 0,1-1-1 0 0,-1 1 1 0 0,-8-3 0 0 0,13 3-114 0 0,1 0 1 0 0,0 0-1 0 0,0 0 0 0 0,0 0 1 0 0,-1 0-1 0 0,1 0 0 0 0,0 0 1 0 0,0-1-1 0 0,0 1 0 0 0,0 0 1 0 0,0-1-1 0 0,-1 1 1 0 0,1-1-1 0 0,0 0 0 0 0,0 1 1 0 0,0-1-1 0 0,0 0 0 0 0,0 1 1 0 0,1-1-1 0 0,-1 0 1 0 0,0 0-1 0 0,0 0 0 0 0,0 0 1 0 0,1 0-1 0 0,-1 0 0 0 0,0 0 1 0 0,1 0-1 0 0,-1 0 1 0 0,1 0-1 0 0,-1 0 0 0 0,1 0 1 0 0,0-1-1 0 0,-1 1 0 0 0,1 0 1 0 0,0 0-1 0 0,0 0 0 0 0,0 0 1 0 0,0-1-1 0 0,0 1 1 0 0,0 0-1 0 0,0 0 0 0 0,0 0 1 0 0,1-1-1 0 0,0-1 0 0 0,1-3-644 0 0,0 0 0 0 0,1 0-1 0 0,-1 0 1 0 0,2 0-1 0 0,-1 1 1 0 0,1-1-1 0 0,-1 1 1 0 0,8-7-1 0 0,44-44-5871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7:0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0 880 0 0,'0'0'3936'0'0,"-5"0"-1869"0"0,-46 9 3482 0 0,30-3-2475 0 0,12-2-2773 0 0,9-4-247 0 0,0 0-1 0 0,-1 0 0 0 0,1 0 0 0 0,0 0 1 0 0,-1 0-1 0 0,1 1 0 0 0,0-1 1 0 0,-1 0-1 0 0,1 0 0 0 0,0 0 1 0 0,0 1-1 0 0,-1-1 0 0 0,1 0 1 0 0,0 0-1 0 0,0 1 0 0 0,0-1 0 0 0,-1 0 1 0 0,1 1-1 0 0,0-1 0 0 0,0 0 1 0 0,0 0-1 0 0,0 1 0 0 0,0-1 1 0 0,0 0-1 0 0,-1 1 0 0 0,1-1 1 0 0,0 0-1 0 0,0 1 0 0 0,0-1 0 0 0,0 0 1 0 0,0 1-1 0 0,0-1 0 0 0,0 0 1 0 0,0 1-1 0 0,1-1 0 0 0,-1 0 1 0 0,0 1-1 0 0,0 0 0 0 0,0-1-30 0 0,0 0 1 0 0,1 0-1 0 0,-1 1 0 0 0,0-1 1 0 0,0 0-1 0 0,0 0 0 0 0,0 1 1 0 0,0-1-1 0 0,0 0 0 0 0,0 0 1 0 0,0 1-1 0 0,0-1 0 0 0,0 0 1 0 0,0 0-1 0 0,0 1 0 0 0,0-1 1 0 0,0 0-1 0 0,0 0 0 0 0,0 1 0 0 0,0-1 1 0 0,0 0-1 0 0,-1 0 0 0 0,1 1 1 0 0,0-1-1 0 0,0 0 0 0 0,0 0 1 0 0,0 0-1 0 0,0 1 0 0 0,-1-1 1 0 0,1 0-1 0 0,0 0 0 0 0,0 0 1 0 0,0 1-1 0 0,-1-1 0 0 0,1 0 1 0 0,0 0-1 0 0,0 0 0 0 0,0 0 0 0 0,-1 0 1 0 0,1 0-1 0 0,0 1 0 0 0,0-1 1 0 0,-1 0-1 0 0,1 0 0 0 0,0 0 1 0 0,-1 0-1 0 0,-19 0 284 0 0,15 0 3294 0 0,10 0-3534 0 0,15 0-40 0 0,-15 0 13 0 0,0 0-80 0 0,15 0 40 0 0,-15 0 67 0 0,15-1-68 0 0,-20-1 220 0 0,-29-4 464 0 0,8 2-384 0 0,-13-4 632 0 0,-1 2 0 0 0,0 1 0 0 0,-66 1 0 0 0,88 4-782 0 0,0 1 1 0 0,0 0-1 0 0,0 1 1 0 0,0 0-1 0 0,0 2 1 0 0,1-1-1 0 0,0 1 0 0 0,0 1 1 0 0,0 0-1 0 0,0 1 1 0 0,1 0-1 0 0,-1 1 1 0 0,-9 8-1 0 0,20-15-153 0 0,1 1 0 0 0,-1-1 0 0 0,1 1-1 0 0,-1-1 1 0 0,1 1 0 0 0,-1-1 0 0 0,1 1 0 0 0,0 0-1 0 0,-1-1 1 0 0,1 1 0 0 0,0-1 0 0 0,-1 1 0 0 0,1 0 0 0 0,0-1-1 0 0,0 1 1 0 0,-1 0 0 0 0,1-1 0 0 0,0 1 0 0 0,0 0-1 0 0,0-1 1 0 0,0 1 0 0 0,0 0 0 0 0,0 0 0 0 0,0-1 0 0 0,0 1-1 0 0,1 0 1 0 0,-1-1 0 0 0,0 1 0 0 0,0 0 0 0 0,0-1-1 0 0,1 1 1 0 0,-1-1 0 0 0,0 1 0 0 0,1 0 0 0 0,-1-1-1 0 0,1 1 1 0 0,-1-1 0 0 0,1 1 0 0 0,18 16 148 0 0,-16-15-45 0 0,1 2-63 0 0,0-1-1 0 0,0 0 1 0 0,1 0-1 0 0,-1 0 1 0 0,1-1-1 0 0,0 1 1 0 0,-1-1 0 0 0,1 0-1 0 0,0-1 1 0 0,0 1-1 0 0,1-1 1 0 0,4 1-1 0 0,75 4-134 0 0,-45-5 3 0 0,56 8-738 0 0,100 23 0 0 0,-193-31 826 0 0,0-1-1 0 0,0 1 0 0 0,0 0 1 0 0,0 0-1 0 0,0 1 0 0 0,0-1 0 0 0,0 0 1 0 0,0 1-1 0 0,0 0 0 0 0,-1 0 0 0 0,1 0 1 0 0,-1 0-1 0 0,1 0 0 0 0,-1 0 1 0 0,0 1-1 0 0,0-1 0 0 0,0 1 0 0 0,0-1 1 0 0,2 5-1 0 0,-2-2 35 0 0,0 0-1 0 0,-1-1 1 0 0,1 1 0 0 0,-1 0-1 0 0,0 0 1 0 0,-1 0 0 0 0,1 0 0 0 0,-1 0-1 0 0,0 0 1 0 0,0 0 0 0 0,-2 8-1 0 0,0-2 66 0 0,0 0 1 0 0,-1-1-1 0 0,0 0 0 0 0,-1 0 0 0 0,0 0 0 0 0,-1 0 0 0 0,0 0 0 0 0,0-1 0 0 0,-1 0 0 0 0,0 0 1 0 0,-11 11-1 0 0,-11 3-112 0 0,0-2 0 0 0,-1 0 1 0 0,-2-3-1 0 0,0 0 1 0 0,-52 21-1 0 0,46-22-509 0 0,26-11-359 0 0,0-1 1 0 0,-1-1-1 0 0,0 0 0 0 0,0 0 0 0 0,0-2 1 0 0,0 1-1 0 0,-22 1 0 0 0,33-4 340 0 0,-1 0-1 0 0,0 0 1 0 0,0 0-1 0 0,0 0 1 0 0,1 0 0 0 0,-1-1-1 0 0,0 1 1 0 0,0 0-1 0 0,0-1 1 0 0,1 1 0 0 0,-1-1-1 0 0,0 0 1 0 0,1 1-1 0 0,-1-1 1 0 0,-2-2-1 0 0,4 2-196 0 0,-1 0-1 0 0,0-1 1 0 0,1 1-1 0 0,-1 0 1 0 0,1-1-1 0 0,-1 1 0 0 0,1-1 1 0 0,-1 1-1 0 0,1-1 1 0 0,0 1-1 0 0,0-1 1 0 0,0 1-1 0 0,0-1 0 0 0,0-1 1 0 0,0 3 686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7043 0 0,'0'-5'4482'0'0,"0"10"-4482"0"0,0 1 80 0 0,0-12-320 0 0,60-7-720 0 0,1-12-2322 0 0,29 0-720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1:5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30 102 5042 0 0,'-30'0'3122'0'0,"60"-6"-3923"0"0,-30 0 641 0 0,0-7-80 0 0,61-18-1441 0 0,-1-15-1920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1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52 880 0 0,'-31'-8'1921'0'0,"31"-3"-800"0"0,0 5-881 0 0,0-7-1441 0 0,0-1-479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2321 0 0,'90'-7'2561'0'0,"-59"7"-2161"0"0,29-12-640 0 0,-30-7 0 0 0,30 5 160 0 0,1 1 160 0 0,29 1 0 0 0,-35-7-80 0 0,35 0-720 0 0,1 0-2802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1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0,'30'6'3522'0'0,"0"-6"-4482"0"0,0-6-1762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2641 0 0,'-60'20'6083'0'0,"-61"24"-4802"0"0,60 0-1922 0 0,61-11 241 0 0,0-8 400 0 0,0-20 160 0 0,31-10-1761 0 0,-1-1-640 0 0,-30-2-640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4242 0 0,'-31'33'2881'0'0,"31"-21"-2881"0"0,0 1-320 0 0,0-7 720 0 0,31-6-400 0 0,-1-6-160 0 0,0 0-160 0 0,0-7-880 0 0,0-6-961 0 0,-30-6-401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5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12 560 0 0,'0'0'1041'0'0,"-30"-6"-641"0"0,30 1-400 0 0,30 5-80 0 0,-30 5-1521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29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1841 0 0,'-30'0'1521'0'0,"30"6"319"0"0,0 8-1359 0 0,0-3-241 0 0,30 3-80 0 0,-30-1-160 0 0,30-7-80 0 0,0 7-320 0 0,-30-7-1041 0 0,30 0-1040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09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52 80 0 0,'-31'-6'1761'0'0,"1"-1"-240"0"0,0 7-321 0 0,0 0-400 0 0,30-6-319 0 0,30 0-641 0 0,0-1-1041 0 0,31-5-720 0 0,-1 4-240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39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95 1841 0 0,'-121'-31'1441'0'0,"61"4"-1602"0"0,29 15-239 0 0,1-1 240 0 0,0 1 240 0 0,0 12-80 0 0,60 0-2161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1 720 0 0,'0'0'1521'0'0,"-30"5"640"0"0,-1 1-1521 0 0,7-6 81 0 0,-6 0-321 0 0,30-6-240 0 0,-30 6 240 0 0,30 6-2881 0 0,30 8-320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1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45 800 0 0,'0'-7'2562'0'0,"0"1"1439"0"0,31 0-3680 0 0,59-2-1842 0 0,91-9-3602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4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2401 0 0,'0'6'5122'0'0,"0"2"-4321"0"0,0-3-2002 0 0,30-5-1440 0 0,31 0-400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5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14 560 0 0,'0'6'1921'0'0,"30"-12"-2641"0"0,-30-8-481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45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1040 0 0,'0'6'2962'0'0,"0"-12"-4003"0"0,24-8-639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2:5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1528 255 240 0 0,'0'-1'448'0'0,"1"1"-362"0"0,-1 0 1 0 0,0-1-1 0 0,0 1 1 0 0,0 0-1 0 0,0-1 1 0 0,0 1-1 0 0,0-1 1 0 0,0 1-1 0 0,0 0 1 0 0,0-1-1 0 0,0 1 1 0 0,0-1-1 0 0,0 1 1 0 0,0 0-1 0 0,0-1 1 0 0,0 1-1 0 0,0-1 1 0 0,0 1-1 0 0,0 0 1 0 0,0-1-1 0 0,-1 1 1 0 0,1 0-1 0 0,0-1 1 0 0,0 1-1 0 0,0 0 1 0 0,-1-1 0 0 0,1 1-1 0 0,0 0 1 0 0,-1 0-1 0 0,1-1 1 0 0,0 1-1 0 0,0 0 1 0 0,-1 0-1 0 0,1-1 1 0 0,-1 1-1 0 0,1 0 1 0 0,-1 0-1 0 0,-19 0-46 0 0,20 0-35 0 0,0 0 0 0 0,-1 0 1 0 0,1 0-1 0 0,0 0 0 0 0,0 0 0 0 0,0 0 0 0 0,-1 0 0 0 0,1-1 0 0 0,0 1 1 0 0,0 0-1 0 0,0 0 0 0 0,-1 0 0 0 0,1 0 0 0 0,0 0 0 0 0,0 0 0 0 0,0 0 1 0 0,-1 0-1 0 0,1-1 0 0 0,0 1 0 0 0,0 0 0 0 0,0 0 0 0 0,0 0 0 0 0,-1 0 1 0 0,1 0-1 0 0,0-1 0 0 0,0 1 0 0 0,0 0 0 0 0,0 0 0 0 0,0 0 1 0 0,0-1-1 0 0,0 1 0 0 0,0 0 0 0 0,0 0 0 0 0,0-1 0 0 0,-1 1 0 0 0,1 0 1 0 0,0 0-1 0 0,0 0 0 0 0,0-1 0 0 0,1 1 0 0 0,-6-7 104 0 0,-111 0 1145 0 0,91 7-1014 0 0,20 0-146 0 0,0 1-1 0 0,-2 0-32 0 0,-23 6 197 0 0,29-7-255 0 0,0 0 0 0 0,0 0-1 0 0,0 1 1 0 0,0-1 0 0 0,0 0 0 0 0,0 1 0 0 0,0-1 0 0 0,1 1 0 0 0,-1-1 0 0 0,0 1 0 0 0,0-1 0 0 0,1 1 0 0 0,-1 0 0 0 0,0-1-1 0 0,1 1 1 0 0,-1 0 0 0 0,0 0 0 0 0,1 0 0 0 0,-1-1 0 0 0,1 1 0 0 0,0 0 0 0 0,-1 0 0 0 0,1 0 0 0 0,0 0 0 0 0,-1 0-1 0 0,1 0 1 0 0,0 1 0 0 0,0 0 1 0 0,0 0 0 0 0,0 0-1 0 0,0 0 1 0 0,-1 0 0 0 0,1 1-1 0 0,-1-1 1 0 0,1 0 0 0 0,-1 0 0 0 0,0 0-1 0 0,1 0 1 0 0,-1 0 0 0 0,0 0-1 0 0,-1 0 1 0 0,1-1 0 0 0,-2 4-1 0 0,1-2 7 0 0,-1 1 0 0 0,1 0-1 0 0,0 0 1 0 0,0 0 0 0 0,0 0-1 0 0,1 0 1 0 0,0 0 0 0 0,0 0-1 0 0,0 1 1 0 0,0-1-1 0 0,0 0 1 0 0,1 1 0 0 0,0-1-1 0 0,0 1 1 0 0,1 5 0 0 0,-2-10 6 0 0,1 0 0 0 0,0 0 0 0 0,-1 1 0 0 0,1-1 0 0 0,-1 0 0 0 0,1 0 0 0 0,0 0 1 0 0,-1 1-1 0 0,1-1 0 0 0,-1 0 0 0 0,1 0 0 0 0,0 0 0 0 0,-1 0 0 0 0,1 0 0 0 0,-1 0 0 0 0,1 0 0 0 0,-1 0 1 0 0,1 0-1 0 0,0 0 0 0 0,-1 0 0 0 0,1 0 0 0 0,-1 0 0 0 0,1 0 0 0 0,0 0 0 0 0,-1-1 0 0 0,1 1 0 0 0,-1 0 1 0 0,1 0-1 0 0,0 0 0 0 0,-1-1 0 0 0,1 1 0 0 0,0 0 0 0 0,-1 0 0 0 0,1-1 0 0 0,0 1 0 0 0,-1-1 1 0 0,-31-16 210 0 0,-6-3-170 0 0,-17-11 117 0 0,30 19 35 0 0,20 11-178 0 0,5 1-25 0 0,0-1 1 0 0,0 1 0 0 0,0 0 0 0 0,0 0 0 0 0,0 0 0 0 0,0 0-1 0 0,0 0 1 0 0,1 0 0 0 0,-1 0 0 0 0,0-1 0 0 0,0 1 0 0 0,0 0-1 0 0,0 0 1 0 0,0 0 0 0 0,0 0 0 0 0,0-1 0 0 0,0 1 0 0 0,0 0-1 0 0,0 0 1 0 0,0 0 0 0 0,0 0 0 0 0,0 0 0 0 0,0-1 0 0 0,0 1 0 0 0,0 0-1 0 0,0 0 1 0 0,0 0 0 0 0,0 0 0 0 0,0-1 0 0 0,0 1 0 0 0,0 0-1 0 0,0 0 1 0 0,0 0 0 0 0,0 0 0 0 0,0 0 0 0 0,-1-1 0 0 0,1 1-1 0 0,0 0 1 0 0,0 0 0 0 0,0 0 0 0 0,0 0 0 0 0,0 0 0 0 0,0 0-1 0 0,0 0 1 0 0,-1-1 0 0 0,1 1 0 0 0,0 0 0 0 0,0 0 0 0 0,0 0-1 0 0,0 0 1 0 0,-1 0 0 0 0,1 0 0 0 0,0 0 0 0 0,0 0 0 0 0,0 0-1 0 0,0 0 1 0 0,0 0 0 0 0,-1 0 0 0 0,1 0 0 0 0,0 0 0 0 0,0 0-1 0 0,0 0 1 0 0,0 0 0 0 0,-1 0 0 0 0,1 0 0 0 0,0 0 0 0 0,-6 1 340 0 0,-15 5-272 0 0,-8-1 36 0 0,0-1 1 0 0,-1-2-1 0 0,1 0 0 0 0,-1-2 1 0 0,0-2-1 0 0,-54-8 0 0 0,8 1 4 0 0,-9-2 45 0 0,80 12-107 0 0,5 3 27 0 0,0-7-53 0 0,-8 5-5 0 0,0 1 0 0 0,0-1 0 0 0,0 1 0 0 0,1 1 0 0 0,-10 5 0 0 0,17-9-21 0 0,0 0 0 0 0,-1 0-1 0 0,1 1 1 0 0,-1-1-1 0 0,1 0 1 0 0,0 1-1 0 0,-1-1 1 0 0,1 0-1 0 0,-1 1 1 0 0,1-1 0 0 0,0 1-1 0 0,-1-1 1 0 0,1 1-1 0 0,0-1 1 0 0,-1 1-1 0 0,1-1 1 0 0,0 1-1 0 0,0-1 1 0 0,0 1-1 0 0,-1-1 1 0 0,1 1-1 0 0,0 0 1 0 0,0-1-1 0 0,0 1 1 0 0,0-1-1 0 0,0 1 1 0 0,0 0-1 0 0,-3 9 0 0 0,-6-6 1 0 0,8-4 1 0 0,0 0-1 0 0,1 0 1 0 0,-1 0 0 0 0,0 0 0 0 0,0 1 0 0 0,1-1 0 0 0,-1 0 0 0 0,0 1 0 0 0,1-1-1 0 0,-1 0 1 0 0,1 1 0 0 0,-1-1 0 0 0,0 0 0 0 0,1 1 0 0 0,-1-1 0 0 0,1 1 0 0 0,-1-1-1 0 0,1 1 1 0 0,-1-1 0 0 0,1 1 0 0 0,0 0 0 0 0,-1-1 0 0 0,1 1 0 0 0,0 0 0 0 0,-1-1-1 0 0,1 1 1 0 0,0 0 0 0 0,0-1 0 0 0,-1 1 0 0 0,1 0 0 0 0,0-1 0 0 0,0 1 0 0 0,0 0-1 0 0,0 0 1 0 0,2 1 10 0 0,-29 3-10 0 0,17 8 64 0 0,-221 75 28 0 0,50 2 306 0 0,121-58-147 0 0,58-31-249 0 0,1-1-1 0 0,-1 1 0 0 0,1-1 0 0 0,-1 1 1 0 0,1-1-1 0 0,-1 1 0 0 0,1 0 0 0 0,-1 0 1 0 0,1 0-1 0 0,0 0 0 0 0,-1 0 0 0 0,1 0 1 0 0,0 0-1 0 0,0 1 0 0 0,0-1 0 0 0,0 0 1 0 0,0 0-1 0 0,0 1 0 0 0,0-1 0 0 0,0 3 1 0 0,-2 34 73 0 0,3-21-63 0 0,3-12-1 0 0,1 0-1 0 0,0-1 0 0 0,0 0 1 0 0,0 1-1 0 0,1-1 0 0 0,-1-1 1 0 0,1 1-1 0 0,0-1 0 0 0,9 5 1 0 0,-11-6-3 0 0,13 6 5 0 0,-14-8-16 0 0,-1 0 0 0 0,0 1 0 0 0,0-1 0 0 0,0 1 0 0 0,1-1 0 0 0,-1 1 0 0 0,0-1 1 0 0,0 1-1 0 0,0 0 0 0 0,0 0 0 0 0,0-1 0 0 0,0 1 0 0 0,0 0 0 0 0,0 0 1 0 0,-1 0-1 0 0,2 1 0 0 0,0 0 1 0 0,-1 0 1 0 0,0 0-1 0 0,1-1 0 0 0,-1 1 1 0 0,1-1-1 0 0,0 1 1 0 0,-1-1-1 0 0,1 0 0 0 0,0 0 1 0 0,0 0-1 0 0,0 0 0 0 0,0 0 1 0 0,0 0-1 0 0,0 0 1 0 0,0-1-1 0 0,0 1 0 0 0,0-1 1 0 0,4 1-1 0 0,12 6 20 0 0,3 13 46 0 0,-18-16-68 0 0,1 0 1 0 0,-1 0-1 0 0,1-1 1 0 0,0 0 0 0 0,0 0-1 0 0,0 0 1 0 0,1 0-1 0 0,8 4 1 0 0,22 12-66 0 0,0-5 67 0 0,-27-15 0 0 0,0 1 0 0 0,7 5 4 0 0,1 0 0 0 0,1-2 0 0 0,-1 0 0 0 0,21 1-1 0 0,43 7-8 0 0,5 1-12 0 0,-15-4 20 0 0,54 3 31 0 0,213-7-1 0 0,-175-6-20 0 0,-99-4-13 0 0,-33 3 0 0 0,58-2 0 0 0,-55 5-7 0 0,421-10 108 0 0,144-11 672 0 0,-201 6-315 0 0,10-1 58 0 0,-121 13-426 0 0,-155 5 140 0 0,-95 0-159 0 0,-29-1-49 0 0,0 0 0 0 0,0-1 1 0 0,0 1-1 0 0,1-2 0 0 0,-1 1 1 0 0,10-3-1 0 0,-11 1-15 0 0,-4 2-1 0 0,45 1-19 0 0,13-1-120 0 0,-16 0 323 0 0,82-10 0 0 0,-110 7-127 0 0,-1-1 0 0 0,1 0 0 0 0,-1 0 0 0 0,0-2 0 0 0,-1 0 0 0 0,1-1 0 0 0,-1 0 0 0 0,22-16 0 0 0,-19 11-16 0 0,-12 9 0 0 0,1-1-1 0 0,-1 0 1 0 0,0-1 0 0 0,0 1-1 0 0,0-1 1 0 0,0 0-1 0 0,-1-1 1 0 0,5-6 0 0 0,-1 4 29 0 0,-6 7-68 0 0,-1 0 1 0 0,0 0 0 0 0,0 0-1 0 0,0 0 1 0 0,0 0 0 0 0,0 0-1 0 0,0 0 1 0 0,0 0 0 0 0,0-1-1 0 0,0 1 1 0 0,0 0 0 0 0,-1-1-1 0 0,1 1 1 0 0,0-1 0 0 0,-1 1-1 0 0,1-1 1 0 0,-1 1 0 0 0,0-1-1 0 0,1 1 1 0 0,-1-1 0 0 0,0-1-1 0 0,0 2-1 0 0,0 0 0 0 0,0 0 0 0 0,0 0-1 0 0,0 0 1 0 0,0 0 0 0 0,0 0 0 0 0,0-1-1 0 0,0 1 1 0 0,1 0 0 0 0,-1 0 0 0 0,0 0-1 0 0,1 0 1 0 0,-1 0 0 0 0,1 1 0 0 0,-1-1-1 0 0,1 0 1 0 0,0 0 0 0 0,-1 0 0 0 0,1 0-1 0 0,0 0 1 0 0,-1 1 0 0 0,1-1 0 0 0,0 0-1 0 0,0 1 1 0 0,1-2 0 0 0,-1 1 14 0 0,1 0-1 0 0,0-1 1 0 0,-1 0 0 0 0,1 1-1 0 0,-1-1 1 0 0,0 0 0 0 0,1 0 0 0 0,-1 0-1 0 0,0 0 1 0 0,0 0 0 0 0,0 0 0 0 0,0 0-1 0 0,-1 0 1 0 0,1 0 0 0 0,-1 0-1 0 0,1 0 1 0 0,-1-1 0 0 0,0 1 0 0 0,0 0-1 0 0,1 0 1 0 0,-2-1 0 0 0,1 1 0 0 0,0 0-1 0 0,-1-3 1 0 0,1-20 232 0 0,-5 20-186 0 0,-1 4-44 0 0,6 1-21 0 0,-1 0 0 0 0,0-1 0 0 0,0 1 0 0 0,0 0 0 0 0,1 0-1 0 0,-1 0 1 0 0,0 0 0 0 0,0-1 0 0 0,0 1 0 0 0,1 0 0 0 0,-1-1 0 0 0,0 1 0 0 0,1 0 0 0 0,-1-1 0 0 0,0 1 0 0 0,1-1 0 0 0,-1 1 0 0 0,0-1 0 0 0,1 0 0 0 0,-1 1 0 0 0,1-1 0 0 0,-1 1 0 0 0,1-1 0 0 0,-1 0 0 0 0,1 1 0 0 0,0-1 0 0 0,-1 0 0 0 0,1 0 0 0 0,0 0 0 0 0,0 1 0 0 0,-1-1 0 0 0,1 0 0 0 0,0 0 0 0 0,0 1 0 0 0,0-2 0 0 0,-2-1 2 0 0,1 0 0 0 0,-1 0 0 0 0,0 0 1 0 0,0 1-1 0 0,0-1 0 0 0,0 1 1 0 0,-1-1-1 0 0,1 1 0 0 0,-1 0 0 0 0,0 0 1 0 0,1 0-1 0 0,-1 0 0 0 0,-5-2 1 0 0,-10-10 15 0 0,-10-16 2 0 0,23 23-23 0 0,-1 0 0 0 0,0 0 0 0 0,0 1 0 0 0,-1 0 0 0 0,0 0 0 0 0,0 0 0 0 0,0 1 0 0 0,-9-5 0 0 0,-17-14 33 0 0,11 5 3 0 0,-90-60-20 0 0,-21-13 25 0 0,112 79-33 0 0,0 2 1 0 0,-1 1 0 0 0,0 0-1 0 0,-40-11 1 0 0,-40-5 121 0 0,-1 3 0 0 0,-139-11 0 0 0,174 36-103 0 0,-1 2 1 0 0,0 4-1 0 0,-102 23 1 0 0,40-6-40 0 0,82-15 48 0 0,-78 26-1 0 0,33-7 44 0 0,-116 8 31 0 0,153-29-138 0 0,-74 10 42 0 0,-40 1 1 0 0,164-17 105 0 0,7-2-119 0 0,0 1 1 0 0,-1-1-1 0 0,1 1 0 0 0,-1-1 0 0 0,1 0 1 0 0,-1 1-1 0 0,1-1 0 0 0,-1 0 1 0 0,1 0-1 0 0,-1 0 0 0 0,0 1 1 0 0,1-1-1 0 0,-1 0 0 0 0,1 0 0 0 0,-1 0 1 0 0,1 0-1 0 0,-1 0 0 0 0,0 0 1 0 0,1 0-1 0 0,-1 0 0 0 0,1 0 1 0 0,-1 0-1 0 0,1 0 0 0 0,-1 0 0 0 0,0-1 1 0 0,1 1-1 0 0,-1 0 0 0 0,1 0 1 0 0,-1-1-1 0 0,1 1 0 0 0,-1 0 1 0 0,1-1-1 0 0,-1 1 0 0 0,1 0 0 0 0,-1-1 1 0 0,1 1-1 0 0,0 0 0 0 0,-1-1 1 0 0,1 1-1 0 0,0-1 0 0 0,-1 1 1 0 0,1-1-1 0 0,0 1 0 0 0,0-1 0 0 0,-1 1 1 0 0,1-2-1 0 0,-5 6-67 0 0,-45 6-26 0 0,49-10 92 0 0,1 0-1 0 0,0 0 1 0 0,0 0-1 0 0,-1 0 1 0 0,1 0 0 0 0,0 0-1 0 0,0 0 1 0 0,-1 0-1 0 0,1 0 1 0 0,0 1 0 0 0,0-1-1 0 0,-1 0 1 0 0,1 0-1 0 0,0 0 1 0 0,0 0 0 0 0,0 1-1 0 0,-1-1 1 0 0,1 0-1 0 0,0 0 1 0 0,0 0-1 0 0,0 1 1 0 0,0-1 0 0 0,0 0-1 0 0,-1 0 1 0 0,1 0-1 0 0,0 1 1 0 0,0-1 0 0 0,0 0-1 0 0,0 0 1 0 0,0 1-1 0 0,0-1 1 0 0,0 0 0 0 0,0 1-1 0 0,0-1 1 0 0,0 0-1 0 0,0 0 1 0 0,0 1 0 0 0,0-1-1 0 0,0 0 1 0 0,0 0-1 0 0,0 1 1 0 0,0-1 0 0 0,0 0 0 0 0,1 1 1 0 0,-1-1-1 0 0,0 0 1 0 0,0 0-1 0 0,0 1 1 0 0,0-1-1 0 0,0 0 1 0 0,0 1-1 0 0,0-1 1 0 0,0 0-1 0 0,0 0 1 0 0,0 1-1 0 0,0-1 1 0 0,0 0-1 0 0,0 0 1 0 0,-1 1-1 0 0,1-1 1 0 0,0 0-1 0 0,0 0 1 0 0,0 1-1 0 0,0-1 1 0 0,0 0-1 0 0,0 0 1 0 0,-1 1-1 0 0,1-1 1 0 0,0 0-1 0 0,0 0 1 0 0,0 0-1 0 0,-1 1 1 0 0,1-1-1 0 0,0 0 1 0 0,0 0-1 0 0,0 0 1 0 0,-1 0-1 0 0,1 0 1 0 0,0 0-1 0 0,-1 1 1 0 0,1-1-1 0 0,0 0 1 0 0,-70 13-1259 0 0,-1-3 0 0 0,0-3 1 0 0,-90-3-1 0 0,-55 6-2990 0 0,145-3-1354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06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993 38 480 0 0,'0'-1'202'0'0,"0"0"-1"0"0,0 1 1 0 0,0-1-1 0 0,-1 0 1 0 0,1 0 0 0 0,0 0-1 0 0,0 0 1 0 0,0 0-1 0 0,-1 1 1 0 0,1-1-1 0 0,0 0 1 0 0,-1 0-1 0 0,1 0 1 0 0,-1 1 0 0 0,1-1-1 0 0,-1 0 1 0 0,1 0-1 0 0,-1 1 1 0 0,1-1-1 0 0,-1 1 1 0 0,0-1-1 0 0,1 0 1 0 0,-1 1 0 0 0,0-1-1 0 0,0 1 1 0 0,1 0-1 0 0,-1-1 1 0 0,0 1-1 0 0,0 0 1 0 0,0-1-1 0 0,0 1 1 0 0,-1 0 0 0 0,0 0 67 0 0,22 2 1854 0 0,-20-2-2099 0 0,0 0-1 0 0,0-1 0 0 0,0 1 0 0 0,0 0 1 0 0,0 0-1 0 0,0 0 0 0 0,0-1 1 0 0,1 1-1 0 0,-1 0 0 0 0,0 0 0 0 0,0 0 1 0 0,0-1-1 0 0,0 1 0 0 0,0 0 1 0 0,0 0-1 0 0,0-1 0 0 0,0 1 0 0 0,0 0 1 0 0,0 0-1 0 0,0-1 0 0 0,0 1 1 0 0,0 0-1 0 0,-1 0 0 0 0,1 0 0 0 0,0-1 1 0 0,0 1-1 0 0,0 0 0 0 0,0 0 1 0 0,0 0-1 0 0,0-1 0 0 0,0 1 0 0 0,-1 0 1 0 0,1 0-1 0 0,0 0 0 0 0,0 0 1 0 0,0-1-1 0 0,0 1 0 0 0,-1 0 0 0 0,1 0 1 0 0,0 0-1 0 0,0 0 0 0 0,0 0 1 0 0,-1 0-1 0 0,1 0 0 0 0,0-1 0 0 0,0 1 1 0 0,-1 0-1 0 0,1 0 0 0 0,0 0 1 0 0,0 0-1 0 0,0 0 0 0 0,-1 0 0 0 0,1 0 1 0 0,0 0-1 0 0,-33-4 363 0 0,0 1 0 0 0,0 1 0 0 0,-36 3 0 0 0,-112 13-285 0 0,142-10 28 0 0,24-2-104 0 0,-60 1 97 0 0,9-3-122 0 0,11-6-67 0 0,-11 6 281 0 0,41 1-201 0 0,-4 3 0 0 0,3-3 54 0 0,-22 1 7 0 0,42 1-81 0 0,-11 0-20 0 0,1 2 0 0 0,0 0 1 0 0,0 1-1 0 0,-17 10 0 0 0,-20 7-213 0 0,52-23 241 0 0,1 0-1 0 0,0 0 1 0 0,0 0-1 0 0,0 0 1 0 0,0 0-1 0 0,-1 0 0 0 0,1 0 1 0 0,0 0-1 0 0,0 0 1 0 0,0 0-1 0 0,0 0 1 0 0,-1 0-1 0 0,1 0 1 0 0,0 0-1 0 0,0 0 1 0 0,0 0-1 0 0,0 0 1 0 0,0 1-1 0 0,-1-1 1 0 0,1 0-1 0 0,0 0 1 0 0,0 0-1 0 0,0 0 1 0 0,0 0-1 0 0,0 0 1 0 0,-1 0-1 0 0,1 1 1 0 0,0-1-1 0 0,0 0 1 0 0,0 0-1 0 0,0 0 0 0 0,0 0 1 0 0,0 0-1 0 0,0 1 1 0 0,0-1-1 0 0,0 0 1 0 0,0 0-1 0 0,0 0 1 0 0,0 0-1 0 0,0 1 1 0 0,0-1-1 0 0,0 0 1 0 0,0 0-1 0 0,0 0 1 0 0,0 0-1 0 0,0 1 1 0 0,0-1-1 0 0,0 0 1 0 0,0 0-1 0 0,0 0 1 0 0,0 0-1 0 0,0 1 1 0 0,0-1-1 0 0,0 0 0 0 0,0 0 1 0 0,0 0-1 0 0,0 0 1 0 0,1 1-1 0 0,-2 3 60 0 0,-25 3-28 0 0,25-4-60 0 0,0-1-1 0 0,0 0 1 0 0,0 0 0 0 0,1 1-1 0 0,-1-1 1 0 0,1 1-1 0 0,-1-1 1 0 0,1 1 0 0 0,0-1-1 0 0,-1 0 1 0 0,1 1 0 0 0,1-1-1 0 0,-1 1 1 0 0,0-1-1 0 0,1 4 1 0 0,-1-1-38 0 0,0 8-1 0 0,-1-9 66 0 0,1 0 0 0 0,0 0-1 0 0,0 0 1 0 0,0 0 0 0 0,0 0 0 0 0,1 0 0 0 0,-1 0-1 0 0,1 0 1 0 0,0 0 0 0 0,2 5 0 0 0,14 16 33 0 0,-13-19-66 0 0,1 0 1 0 0,-1 0 0 0 0,0 0 0 0 0,0 1 0 0 0,-1-1-1 0 0,0 1 1 0 0,0 0 0 0 0,0 0 0 0 0,-1 0 0 0 0,2 11-1 0 0,-4-16 30 0 0,0 0-1 0 0,0 0 1 0 0,0 0-1 0 0,1-1 1 0 0,-1 1-1 0 0,0 0 1 0 0,1 0-1 0 0,0-1 1 0 0,-1 1-1 0 0,1 0 1 0 0,0-1-1 0 0,0 1 1 0 0,0 0-1 0 0,0-1 1 0 0,0 1-1 0 0,0-1 1 0 0,0 0-1 0 0,2 2 1 0 0,-1-1 7 0 0,-1-1 1 0 0,0 1 0 0 0,1-1 0 0 0,-1 1 0 0 0,0 0-1 0 0,0 0 1 0 0,0 0 0 0 0,0 0 0 0 0,0 0 0 0 0,0 0 0 0 0,0 0-1 0 0,-1 0 1 0 0,1 0 0 0 0,-1 0 0 0 0,1 0 0 0 0,-1 0-1 0 0,0 0 1 0 0,0 3 0 0 0,0-4-6 0 0,0-1 1 0 0,0 1-1 0 0,0-1 0 0 0,1 1 0 0 0,-1 0 0 0 0,0-1 1 0 0,0 1-1 0 0,1-1 0 0 0,-1 1 0 0 0,0-1 1 0 0,0 1-1 0 0,1-1 0 0 0,-1 1 0 0 0,1-1 1 0 0,-1 1-1 0 0,0-1 0 0 0,1 0 0 0 0,-1 1 1 0 0,1-1-1 0 0,-1 0 0 0 0,1 1 0 0 0,-1-1 0 0 0,1 0 1 0 0,-1 0-1 0 0,1 1 0 0 0,0-1 0 0 0,-1 0 1 0 0,1 0-1 0 0,-1 0 0 0 0,1 0 0 0 0,0 0 1 0 0,-1 0-1 0 0,1 0 0 0 0,-1 0 0 0 0,1 0 0 0 0,0 0 1 0 0,-1 0-1 0 0,2 0 0 0 0,-2 0 4 0 0,0 0 0 0 0,1 0 0 0 0,-1-1 0 0 0,1 1 0 0 0,-1 0 0 0 0,1 0 0 0 0,-1 0 0 0 0,0 0 0 0 0,1 0 0 0 0,-1 0 0 0 0,1 0 0 0 0,-1 1 0 0 0,0-1 0 0 0,1 0 0 0 0,-1 0 0 0 0,1 0 0 0 0,-1 0 0 0 0,0 0 0 0 0,1 1 0 0 0,-1-1 0 0 0,1 0-1 0 0,-1 0 1 0 0,0 1 0 0 0,1-1 0 0 0,-1 0 0 0 0,0 1 0 0 0,0-1 0 0 0,1 0 0 0 0,-1 1 0 0 0,0-1 0 0 0,0 0 0 0 0,1 1 0 0 0,-1-1 0 0 0,0 1 0 0 0,0 0-2 0 0,0-1-1 0 0,1 1 0 0 0,-1-1 1 0 0,0 1-1 0 0,0-1 1 0 0,0 1-1 0 0,1-1 1 0 0,-1 1-1 0 0,0-1 1 0 0,1 1-1 0 0,-1-1 1 0 0,0 0-1 0 0,1 1 1 0 0,-1-1-1 0 0,1 1 1 0 0,-1-1-1 0 0,1 0 0 0 0,-1 1 1 0 0,0-1-1 0 0,1 0 1 0 0,-1 0-1 0 0,1 1 1 0 0,0-1-1 0 0,-1 0 1 0 0,1 0-1 0 0,-1 0 1 0 0,1 0-1 0 0,-1 0 1 0 0,1 1-1 0 0,0-1-1 0 0,0 0 1 0 0,0 0-1 0 0,0 0 1 0 0,0 0-1 0 0,-1 1 1 0 0,1-1-1 0 0,0 0 0 0 0,0 1 1 0 0,0-1-1 0 0,-1 1 1 0 0,1-1-1 0 0,0 1 0 0 0,-1-1 1 0 0,1 1-1 0 0,0-1 1 0 0,-1 1-1 0 0,1 0 1 0 0,-1-1-1 0 0,1 1 0 0 0,-1 0 1 0 0,1-1-1 0 0,-1 1 1 0 0,1 0-1 0 0,-1 0 0 0 0,0 0 1 0 0,0-1-1 0 0,1 1 1 0 0,-1 0-1 0 0,0 0 1 0 0,0 0-1 0 0,0 1 0 0 0,2 1 2 0 0,-1 0 0 0 0,1 0 0 0 0,0 0 0 0 0,-1 0 0 0 0,2 0 0 0 0,-1 0 0 0 0,0-1 0 0 0,0 1 0 0 0,1-1 0 0 0,-1 1 0 0 0,1-1 0 0 0,0 0 0 0 0,0 0 0 0 0,0-1 0 0 0,4 4 0 0 0,8 5 0 0 0,-5-1-2 0 0,7 7-24 0 0,1 0 0 0 0,1-1-1 0 0,0-1 1 0 0,1-1 0 0 0,22 12-1 0 0,-24-16-82 0 0,15 3-58 0 0,41-9 56 0 0,-33-2 162 0 0,0 1 0 0 0,67 13-1 0 0,9 1-41 0 0,-62-11 58 0 0,-23-1-67 0 0,0-1 0 0 0,0-2-1 0 0,0-1 1 0 0,46-7 0 0 0,-18 6 14 0 0,333 8 439 0 0,-247-14-346 0 0,-86 1 200 0 0,-48 5-173 0 0,-1 0 0 0 0,1-1 1 0 0,-1 0-1 0 0,0-1 1 0 0,1 0-1 0 0,13-6 0 0 0,31-8 126 0 0,3 1 85 0 0,3 2-196 0 0,-48 11-85 0 0,0-1 0 0 0,0 0 0 0 0,-1 0 0 0 0,17-9 0 0 0,-29 13-60 0 0,-1 0 1 0 0,0 0-1 0 0,1 0 1 0 0,-1 0-1 0 0,0-1 1 0 0,1 1 0 0 0,-1 0-1 0 0,0 0 1 0 0,0 0-1 0 0,1-1 1 0 0,-1 1-1 0 0,0 0 1 0 0,0-1-1 0 0,1 1 1 0 0,-1 0-1 0 0,0 0 1 0 0,0-1-1 0 0,1 1 1 0 0,-1 0-1 0 0,0-1 1 0 0,0 1-1 0 0,0 0 1 0 0,0-1-1 0 0,0 1 1 0 0,0 0-1 0 0,0-1 1 0 0,0 1-1 0 0,0-1 1 0 0,0 1-1 0 0,0 0 1 0 0,0-1-1 0 0,0 1 1 0 0,0 0-1 0 0,0-1 1 0 0,0 1-1 0 0,0-1 1 0 0,0 1-1 0 0,0 0 1 0 0,0-1-1 0 0,-1 1 1 0 0,1-1-1 0 0,0 1 0 0 0,0 0 0 0 0,0-1 0 0 0,0 1 1 0 0,-1-1-1 0 0,1 1 0 0 0,0-1 0 0 0,0 1 0 0 0,0 0 0 0 0,0-1 0 0 0,0 1 0 0 0,0-1 1 0 0,0 1-1 0 0,0-1 0 0 0,0 1 0 0 0,0 0 0 0 0,1-1 0 0 0,-1 1 0 0 0,0-1 0 0 0,0 1 1 0 0,0 0-1 0 0,0-1 0 0 0,1 1 0 0 0,-1-1 0 0 0,0 1 0 0 0,0 0 0 0 0,1-1 0 0 0,-1 1 1 0 0,0 0-1 0 0,1 0 0 0 0,-1-1 0 0 0,0 1 0 0 0,1 0 0 0 0,-1 0 0 0 0,1-1 0 0 0,50-28 543 0 0,-51 28-526 0 0,1 1-1 0 0,0-1 1 0 0,-1 0-1 0 0,1 0 1 0 0,-1 1-1 0 0,1-1 0 0 0,-1 0 1 0 0,1 0-1 0 0,-1 0 1 0 0,0 1-1 0 0,1-1 1 0 0,-1 0-1 0 0,0 0 1 0 0,0 0-1 0 0,0 0 1 0 0,1 0-1 0 0,-1 0 0 0 0,0 0 1 0 0,0 0-1 0 0,0 1 1 0 0,0-1-1 0 0,-1 0 1 0 0,1 0-1 0 0,0 0 1 0 0,0 0-1 0 0,-1-1 0 0 0,1 1-3 0 0,0 0 0 0 0,-1 0-1 0 0,1 0 1 0 0,0 0-1 0 0,0 0 1 0 0,0 0 0 0 0,0 0-1 0 0,0 0 1 0 0,0 0-1 0 0,0 0 1 0 0,0 0 0 0 0,1 0-1 0 0,-1 0 1 0 0,0 0-1 0 0,0 0 1 0 0,1 0 0 0 0,-1 1-1 0 0,1-1 1 0 0,-1 0-1 0 0,1 0 1 0 0,-1 0-1 0 0,2-1 1 0 0,6-4 30 0 0,-7 6-31 0 0,0-1 1 0 0,0 0-1 0 0,1 0 1 0 0,-1 0-1 0 0,0 0 1 0 0,0 0-1 0 0,0 0 1 0 0,0-1 0 0 0,0 1-1 0 0,0 0 1 0 0,0 0-1 0 0,-1-1 1 0 0,1 1-1 0 0,0-1 1 0 0,-1 1-1 0 0,1 0 1 0 0,-1-1 0 0 0,1 1-1 0 0,-1-1 1 0 0,0 1-1 0 0,0-1 1 0 0,0 0-1 0 0,0 1 1 0 0,0-1 0 0 0,0 1-1 0 0,0-3 1 0 0,0 3-14 0 0,0 1 1 0 0,0-1 0 0 0,0 0 0 0 0,0 1 0 0 0,0-1 0 0 0,1 1 0 0 0,-1-1-1 0 0,0 0 1 0 0,0 1 0 0 0,1-1 0 0 0,-1 1 0 0 0,0-1 0 0 0,1 1 0 0 0,-1-1-1 0 0,0 1 1 0 0,1-1 0 0 0,-1 1 0 0 0,1-1 0 0 0,-1 1 0 0 0,1-1 0 0 0,-1 1-1 0 0,1 0 1 0 0,-1-1 0 0 0,1 1 0 0 0,0 0 0 0 0,-1-1 0 0 0,1 1-1 0 0,-1 0 1 0 0,1 0 0 0 0,0 0 0 0 0,-1 0 0 0 0,2-1 0 0 0,-1 1-3 0 0,-1 0 0 0 0,1 0 1 0 0,0 0-1 0 0,0 0 1 0 0,-1 0-1 0 0,1-1 0 0 0,0 1 1 0 0,-1 0-1 0 0,1-1 0 0 0,0 1 1 0 0,-1 0-1 0 0,1-1 0 0 0,0 1 1 0 0,-1-1-1 0 0,1 1 1 0 0,-1-1-1 0 0,1 1 0 0 0,-1-1 1 0 0,1 0-1 0 0,-1 1 0 0 0,1-1 1 0 0,-1 0-1 0 0,0 1 0 0 0,1-1 1 0 0,-1 0-1 0 0,0 1 1 0 0,0-1-1 0 0,1 0 0 0 0,-1 1 1 0 0,0-1-1 0 0,0 0 0 0 0,0 0 1 0 0,0 0-1 0 0,0-1 6 0 0,-1 1-1 0 0,1-1 1 0 0,0 1 0 0 0,0-1 0 0 0,0 0-1 0 0,0 1 1 0 0,1-1 0 0 0,-1 1-1 0 0,0-1 1 0 0,0 1 0 0 0,1-1 0 0 0,-1 1-1 0 0,1-1 1 0 0,0 1 0 0 0,-1-1-1 0 0,1 1 1 0 0,0 0 0 0 0,0-1-1 0 0,0 1 1 0 0,0 0 0 0 0,0 0 0 0 0,0 0-1 0 0,0 0 1 0 0,0 0 0 0 0,0 0-1 0 0,1 0 1 0 0,-1 0 0 0 0,0 0-1 0 0,2-1 1 0 0,2-1 5 0 0,-4 3-11 0 0,-1 0-1 0 0,0 0 1 0 0,1 0-1 0 0,-1 0 1 0 0,0 0-1 0 0,1-1 1 0 0,-1 1-1 0 0,0 0 1 0 0,1 0-1 0 0,-1 0 1 0 0,0-1-1 0 0,1 1 1 0 0,-1 0-1 0 0,0-1 1 0 0,0 1-1 0 0,1 0 1 0 0,-1 0-1 0 0,0-1 1 0 0,0 1-1 0 0,1-1 1 0 0,-1 1-1 0 0,0 0 1 0 0,0-1-1 0 0,0 1 0 0 0,0 0 1 0 0,0-1-1 0 0,0 1 1 0 0,0-1-1 0 0,0 1 1 0 0,0 0-1 0 0,0-1 1 0 0,0 1-1 0 0,0-1 1 0 0,0 1-1 0 0,0 0 1 0 0,0-1-1 0 0,0 1 1 0 0,0-1-1 0 0,0 1 1 0 0,0 0-1 0 0,-1-1 1 0 0,1 1-1 0 0,0 0 1 0 0,-1-1-1 0 0,0-12 34 0 0,3 10-29 0 0,0 1-1 0 0,-1 0 1 0 0,1 0 0 0 0,0-1-1 0 0,0 1 1 0 0,1 0 0 0 0,-1 1-1 0 0,0-1 1 0 0,1 0 0 0 0,2-1-1 0 0,-4 3 3 0 0,-1 0-1 0 0,0 0 0 0 0,1-1 1 0 0,-1 1-1 0 0,0 0 1 0 0,1 0-1 0 0,-1-1 0 0 0,0 1 1 0 0,1 0-1 0 0,-1 0 1 0 0,0-1-1 0 0,1 1 1 0 0,-1 0-1 0 0,0-1 0 0 0,0 1 1 0 0,0-1-1 0 0,1 1 1 0 0,-1 0-1 0 0,0-1 0 0 0,0 1 1 0 0,0 0-1 0 0,0-1 1 0 0,0 1-1 0 0,0-1 1 0 0,0 1-1 0 0,0-1 0 0 0,0 1 1 0 0,0 0-1 0 0,0-1 1 0 0,0 1-1 0 0,0-1 0 0 0,0 0 1 0 0,-1-6 408 0 0,-4 6-321 0 0,5 1-81 0 0,-1 0-3 0 0,0 0-1 0 0,0 0 0 0 0,0 1 0 0 0,0-1 1 0 0,-1 0-1 0 0,1 0 0 0 0,0 0 0 0 0,0 0 1 0 0,0 0-1 0 0,0-1 0 0 0,0 1 0 0 0,0 0 1 0 0,0 0-1 0 0,0-1 0 0 0,0 1 0 0 0,0-1 1 0 0,0 1-1 0 0,0-1 0 0 0,0 1 1 0 0,0-1-1 0 0,0 0 0 0 0,-1 0 0 0 0,-1-2 13 0 0,1 1-1 0 0,-1 0 1 0 0,-1 0 0 0 0,1 0-1 0 0,0 0 1 0 0,0 0-1 0 0,-1 1 1 0 0,1 0 0 0 0,0-1-1 0 0,-1 1 1 0 0,-5-1-1 0 0,-2-1 40 0 0,-6-5 45 0 0,-32-11 15 0 0,-11-6-94 0 0,-14 7 74 0 0,58 13-63 0 0,0 0 1 0 0,-1 2-1 0 0,0 0 1 0 0,-24-1-1 0 0,-7 1 82 0 0,-74-15 0 0 0,49 6-66 0 0,0 3-1 0 0,-93 1 1 0 0,25 6-41 0 0,91 7-37 0 0,-154 8-508 0 0,171-12 241 0 0,1-2 0 0 0,-1-1-1 0 0,-62-14 1 0 0,102 10-7204 0 0,7-3 5798 0 0,-14 9 1606 0 0,0 0 1 0 0,0 0-1 0 0,0 0 0 0 0,0-1 1 0 0,1 1-1 0 0,-1 0 0 0 0,0 0 0 0 0,0 0 1 0 0,0 0-1 0 0,0 0 0 0 0,1-1 1 0 0,-1 1-1 0 0,0 0 0 0 0,0 0 1 0 0,0 0-1 0 0,0-1 0 0 0,0 1 1 0 0,0 0-1 0 0,0 0 0 0 0,0 0 1 0 0,0-1-1 0 0,0 1 0 0 0,0 0 1 0 0,0 0-1 0 0,0-1 0 0 0,0 1 1 0 0,0 0-1 0 0,0 0 0 0 0,0 0 0 0 0,0-1 1 0 0,0 1-1 0 0,0 0 0 0 0,0 0 1 0 0,0 0-1 0 0,0-1 0 0 0,0 1 1 0 0,0 0-1 0 0,-1 0 0 0 0,1 0 1 0 0,0-1-1 0 0,0 1 0 0 0,0 0 1 0 0,0 0-1 0 0,0 0 0 0 0,-1 0 1 0 0,1 0-1 0 0,0-1 0 0 0,0 1 0 0 0,-1 0 1 0 0,-24-7-3672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1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961 321 1201 0 0,'0'0'39'0'0,"0"0"1"0"0,0 0 0 0 0,1 0 0 0 0,-1-1 0 0 0,0 1 0 0 0,0 0-1 0 0,0 0 1 0 0,0 0 0 0 0,0 0 0 0 0,0 0 0 0 0,0-1-1 0 0,0 1 1 0 0,0 0 0 0 0,0 0 0 0 0,0 0 0 0 0,0 0 0 0 0,0-1-1 0 0,0 1 1 0 0,0 0 0 0 0,0 0 0 0 0,0 0 0 0 0,0 0 0 0 0,0-1-1 0 0,0 1 1 0 0,0 0 0 0 0,0 0 0 0 0,0 0 0 0 0,0 0 0 0 0,0-1-1 0 0,0 1 1 0 0,0 0 0 0 0,0 0 0 0 0,0 0 0 0 0,-1 0 0 0 0,1 0-1 0 0,0-1 1 0 0,0 1 0 0 0,0 0 0 0 0,0 0 0 0 0,0 0-1 0 0,0 0 1 0 0,-1 0 0 0 0,1 0 0 0 0,0 0 0 0 0,0 0 0 0 0,0 0-1 0 0,0 0 1 0 0,0-1 0 0 0,-1 1 0 0 0,1 0 0 0 0,0 0 0 0 0,0 0-1 0 0,0 0 1 0 0,0 0 0 0 0,-1 0 0 0 0,1 0 0 0 0,0 0 0 0 0,0 0-1 0 0,0 0 1 0 0,0 0 0 0 0,-1 1 0 0 0,1-1 0 0 0,0 0 0 0 0,0 0-1 0 0,0 0 1 0 0,0 0 0 0 0,-1 0 0 0 0,1 0 0 0 0,0 0-1 0 0,-20 0 282 0 0,15 0 2026 0 0,0-1-2200 0 0,-15-4 13 0 0,4-1 372 0 0,15 5-523 0 0,0 1-1 0 0,0-1 0 0 0,1 1 1 0 0,-1 0-1 0 0,0 0 0 0 0,0-1 1 0 0,0 1-1 0 0,0 0 0 0 0,0 0 1 0 0,1 0-1 0 0,-1 0 0 0 0,0 0 1 0 0,0 0-1 0 0,0 0 0 0 0,0 0 1 0 0,0 0-1 0 0,0 0 0 0 0,0 1 1 0 0,1-1-1 0 0,-2 1 0 0 0,-24-7 246 0 0,9 9-141 0 0,-24-12 85 0 0,39 9-189 0 0,-8-2 71 0 0,-10 2 0 0 0,15 0 0 0 0,5 0-76 0 0,0 0-1 0 0,0 0 1 0 0,0 0-1 0 0,0 0 1 0 0,0 0 0 0 0,0-1-1 0 0,1 1 1 0 0,-1 0-1 0 0,0 0 1 0 0,0 0 0 0 0,0 0-1 0 0,0 0 1 0 0,0-1 0 0 0,0 1-1 0 0,0 0 1 0 0,0 0-1 0 0,0 0 1 0 0,0 0 0 0 0,0-1-1 0 0,0 1 1 0 0,0 0 0 0 0,0 0-1 0 0,0 0 1 0 0,0 0-1 0 0,0-1 1 0 0,0 1 0 0 0,0 0-1 0 0,0 0 1 0 0,0 0 0 0 0,0 0-1 0 0,-1-1 1 0 0,1 1-1 0 0,0 0 1 0 0,0 0 0 0 0,0 0-1 0 0,0 0 1 0 0,0 0-1 0 0,0 0 1 0 0,0-1 0 0 0,-1 1-1 0 0,1 0 1 0 0,0 0 0 0 0,0 0-1 0 0,0 0 1 0 0,0 0-1 0 0,0 0 1 0 0,-1 0 0 0 0,1 0-1 0 0,0 0 1 0 0,0 0 0 0 0,0 0-1 0 0,0 0 1 0 0,-1 0-1 0 0,1 0 1 0 0,0 0 0 0 0,0 0-1 0 0,0 0 1 0 0,0 0 0 0 0,-1 0-1 0 0,1 0 1 0 0,0 0-1 0 0,0 0 1 0 0,0 0 0 0 0,0 0-1 0 0,-1 0 1 0 0,1 0-1 0 0,0 0 1 0 0,0 0 0 0 0,0 1-1 0 0,-86-1 544 0 0,-60-14 334 0 0,141 14-801 0 0,-24-6 387 0 0,22 5-458 0 0,1-2-9 0 0,-41 2 71 0 0,27 1-45 0 0,13-1 44 0 0,8-1-38 0 0,-1-1-18 0 0,-30 1 17 0 0,13 1-27 0 0,-56 8 72 0 0,17-1-63 0 0,49-3-16 0 0,0-1-1 0 0,-1 1 1 0 0,1 0-1 0 0,0 0 0 0 0,0 1 1 0 0,1 0-1 0 0,-1 0 1 0 0,-8 8-1 0 0,-4 2-57 0 0,13-10 53 0 0,0 0-1 0 0,-1 0 1 0 0,1-1 0 0 0,-1 0-1 0 0,0 0 1 0 0,1-1 0 0 0,-9 2-1 0 0,14-4 11 0 0,1 0-1 0 0,0 0 0 0 0,-1 0 1 0 0,1 0-1 0 0,0 0 1 0 0,0 1-1 0 0,0-1 0 0 0,-1 0 1 0 0,1 0-1 0 0,0 0 1 0 0,0 0-1 0 0,-1 0 0 0 0,1 0 1 0 0,0 1-1 0 0,0-1 0 0 0,0 0 1 0 0,-1 0-1 0 0,1 0 1 0 0,0 1-1 0 0,0-1 0 0 0,0 0 1 0 0,0 0-1 0 0,-1 0 1 0 0,1 1-1 0 0,0-1 0 0 0,0 0 1 0 0,0 0-1 0 0,0 1 0 0 0,0-1 1 0 0,0 0-1 0 0,0 0 1 0 0,0 1-1 0 0,0-1 0 0 0,0 0 1 0 0,0 0-1 0 0,0 1 1 0 0,0-1-1 0 0,0 0 0 0 0,0 0 1 0 0,0 1-1 0 0,0-1 0 0 0,0 1-3 0 0,0-1 0 0 0,0 0 0 0 0,1 1 0 0 0,-1-1 0 0 0,0 0-1 0 0,0 1 1 0 0,0-1 0 0 0,0 0 0 0 0,-1 1 0 0 0,1-1 0 0 0,0 0-1 0 0,0 1 1 0 0,0-1 0 0 0,0 0 0 0 0,0 1 0 0 0,0-1 0 0 0,0 0-1 0 0,-1 1 1 0 0,1-1 0 0 0,0 0 0 0 0,0 1 0 0 0,0-1 0 0 0,-1 0-1 0 0,1 0 1 0 0,0 1 0 0 0,0-1 0 0 0,-1 0 0 0 0,1 0 0 0 0,0 0-1 0 0,-1 1 1 0 0,1-1 0 0 0,-1 0 0 0 0,-6 3-24 0 0,6-3 22 0 0,0 0 0 0 0,0 0 0 0 0,1 0 0 0 0,-1 0 0 0 0,0 1 0 0 0,0-1 0 0 0,0 0 0 0 0,1 1 0 0 0,-1-1 0 0 0,0 1 0 0 0,0-1 0 0 0,1 1 0 0 0,-1-1 0 0 0,0 1 0 0 0,1-1 0 0 0,-1 1 0 0 0,0 0 0 0 0,1-1 0 0 0,-1 1 0 0 0,1 0 0 0 0,-1 0 0 0 0,1-1 0 0 0,0 1 0 0 0,-1 0 0 0 0,1 0 0 0 0,0 0 0 0 0,0-1 0 0 0,-1 1 0 0 0,1 0 0 0 0,0 0 1 0 0,0 0-1 0 0,0 0 0 0 0,0 0 0 0 0,0-1 0 0 0,0 1 0 0 0,0 2 0 0 0,0-2 3 0 0,0 1 0 0 0,0-1 0 0 0,-1 0 0 0 0,1 1 0 0 0,0-1 0 0 0,-1 0 0 0 0,1 1-1 0 0,-1-1 1 0 0,0 0 0 0 0,1 1 0 0 0,-1-1 0 0 0,0 0 0 0 0,0 0 0 0 0,0 0 0 0 0,0 0 0 0 0,0 0 0 0 0,0 0 0 0 0,-2 2 0 0 0,2-2 7 0 0,0 0 0 0 0,-1 0-1 0 0,1 0 1 0 0,0 0 0 0 0,0 1-1 0 0,0-1 1 0 0,0 0-1 0 0,0 1 1 0 0,0-1 0 0 0,0 1-1 0 0,1-1 1 0 0,-1 1 0 0 0,0-1-1 0 0,1 1 1 0 0,-1-1-1 0 0,1 1 1 0 0,0 0 0 0 0,-1-1-1 0 0,1 3 1 0 0,0 87-313 0 0,0-90 307 0 0,0 0-1 0 0,0 0 1 0 0,0 0-1 0 0,0-1 1 0 0,0 1-1 0 0,0 0 1 0 0,0 0-1 0 0,1 0 1 0 0,-1 0-1 0 0,0 0 1 0 0,1 0-1 0 0,-1 0 1 0 0,0-1 0 0 0,1 1-1 0 0,-1 0 1 0 0,1 0-1 0 0,-1 0 1 0 0,1-1-1 0 0,-1 1 1 0 0,1 0-1 0 0,0-1 1 0 0,-1 1-1 0 0,1-1 1 0 0,0 1-1 0 0,0 0 1 0 0,0-1-1 0 0,-1 0 1 0 0,2 1-1 0 0,0 0 1 0 0,-1 0 0 0 0,0-1-1 0 0,0 1 1 0 0,0 0-1 0 0,0 0 1 0 0,0 0-1 0 0,0 0 1 0 0,0 0-1 0 0,0 0 1 0 0,0 0 0 0 0,0 0-1 0 0,-1 0 1 0 0,1 0-1 0 0,0 0 1 0 0,-1 0-1 0 0,1 1 1 0 0,-1-1-1 0 0,1 0 1 0 0,-1 0 0 0 0,0 1-1 0 0,0-1 1 0 0,1 0-1 0 0,-1 1 1 0 0,0-1-1 0 0,0 0 1 0 0,0 1-1 0 0,0-1 1 0 0,-1 2-1 0 0,0-1-24 0 0,27 3-16 0 0,-25-5 41 0 0,-1 0 0 0 0,0 0 0 0 0,1 0 0 0 0,-1 0 0 0 0,0 1 0 0 0,1-1 0 0 0,-1 0 0 0 0,0 0 0 0 0,1 0 0 0 0,-1 0 0 0 0,0 0 0 0 0,0 1 0 0 0,1-1 0 0 0,-1 0 0 0 0,0 0 0 0 0,0 0 0 0 0,1 1 0 0 0,-1-1 0 0 0,0 0 0 0 0,0 0 0 0 0,1 1 0 0 0,-1-1 0 0 0,0 0 0 0 0,0 0 0 0 0,0 1 0 0 0,0-1 0 0 0,0 0 0 0 0,0 1 0 0 0,1-1 0 0 0,-1 0 0 0 0,0 1 0 0 0,0-1 0 0 0,0 1 0 0 0,3 3 0 0 0,47 15-67 0 0,-47-15 56 0 0,6-3 11 0 0,14 1 11 0 0,123 23 136 0 0,-92-10-147 0 0,-42-11 0 0 0,1 1 0 0 0,0-2 0 0 0,0 0 0 0 0,0 0 0 0 0,25 1 0 0 0,-26-3 62 0 0,1 0 1 0 0,-1-1 0 0 0,0 0 0 0 0,14-3-1 0 0,-22 3-36 0 0,0-1 0 0 0,0 1 0 0 0,0 0 0 0 0,1 0 0 0 0,-1 0 0 0 0,0 1 0 0 0,0-1 0 0 0,8 3 0 0 0,15 2-37 0 0,1-1 0 0 0,43 1 0 0 0,-39-4 53 0 0,-1 1 0 0 0,51 11 0 0 0,-74-10-40 0 0,27 1 48 0 0,-22-3-22 0 0,47 5 132 0 0,-19-2 143 0 0,58-3 0 0 0,32 2 292 0 0,-51 15-115 0 0,-45-18 387 0 0,-33-1-839 0 0,-1 0-1 0 0,1 0 1 0 0,-1 0-1 0 0,1 0 1 0 0,-1 1-1 0 0,1-1 1 0 0,-1 0 0 0 0,1 1-1 0 0,-1-1 1 0 0,1 1-1 0 0,0 0 1 0 0,-1 0-1 0 0,1-1 1 0 0,2 1 0 0 0,24-6 443 0 0,-1-2 0 0 0,38-15 1 0 0,1-13 34 0 0,18 0-284 0 0,-47 19-123 0 0,23-15 141 0 0,-57 31-223 0 0,-1 1-11 0 0,-1 0 0 0 0,1 0 0 0 0,-1 0 0 0 0,0-1 0 0 0,1 1-1 0 0,-1-1 1 0 0,0 1 0 0 0,1-1 0 0 0,-1 1 0 0 0,0-1 0 0 0,0 0 0 0 0,0 0 0 0 0,0 1-1 0 0,1-1 1 0 0,-1 0 0 0 0,0 0 0 0 0,0 0 0 0 0,-1 0 0 0 0,1 0 0 0 0,0-1 0 0 0,1-1-1 0 0,-4 1 6 0 0,8-1-1 0 0,15-5 49 0 0,-18 5-49 0 0,24 0-20 0 0,-10 5-53 0 0,-11 1 63 0 0,67-2-230 0 0,-9 5 70 0 0,-47-6 160 0 0,-7-2 30 0 0,1-1 1 0 0,0 0-1 0 0,-1-1 0 0 0,0 0 0 0 0,19-10 1 0 0,-11 6 27 0 0,32-16 89 0 0,-39 10 13 0 0,-6 13-130 0 0,-5 1-28 0 0,1 0-1 0 0,0 0 1 0 0,0 0 0 0 0,0-1-1 0 0,0 1 1 0 0,0 0 0 0 0,0 0-1 0 0,-1-1 1 0 0,1 1 0 0 0,0 0-1 0 0,0-1 1 0 0,0 1 0 0 0,-1-1-1 0 0,1 1 1 0 0,0-1 0 0 0,-1 0-1 0 0,1 1 1 0 0,0-1 0 0 0,-1 0-1 0 0,1 1 1 0 0,-1-1 0 0 0,1 0-1 0 0,-1 0 1 0 0,1 1 0 0 0,-1-1-1 0 0,1 0 1 0 0,-1 0 0 0 0,0 0-1 0 0,1-1 1 0 0,-1 2-1 0 0,0-1 0 0 0,0 0 0 0 0,0 1 0 0 0,0-1 0 0 0,0 0 0 0 0,0 1 0 0 0,1-1 0 0 0,-1 0 0 0 0,0 1 0 0 0,0-1 0 0 0,1 1 0 0 0,-1-1 0 0 0,0 1 0 0 0,1-1 0 0 0,-1 1 0 0 0,1-1 0 0 0,-1 1 1 0 0,1-1-1 0 0,-1 1 0 0 0,1-1 0 0 0,-1 1 0 0 0,1 0 0 0 0,-1-1 0 0 0,1 1 0 0 0,-1 0 0 0 0,1-1 0 0 0,0 1 0 0 0,-1 0 0 0 0,1 0 0 0 0,-1 0 0 0 0,1 0 0 0 0,1-1 0 0 0,-1 1 1 0 0,-1 0 0 0 0,1 0-1 0 0,0 0 1 0 0,0 0 0 0 0,-1-1 0 0 0,1 1-1 0 0,0 0 1 0 0,-1-1 0 0 0,1 1-1 0 0,0 0 1 0 0,-1-1 0 0 0,1 1 0 0 0,0-1-1 0 0,-1 1 1 0 0,1-1 0 0 0,-1 1 0 0 0,1-1-1 0 0,-1 1 1 0 0,1-1 0 0 0,-1 0 0 0 0,1 1-1 0 0,-1-1 1 0 0,0 0 0 0 0,1 1 0 0 0,-1-1-1 0 0,0 0 1 0 0,0 0 0 0 0,0 1 0 0 0,1-1-1 0 0,-1 0 1 0 0,0 0 0 0 0,0 1 0 0 0,0-2-1 0 0,0 1 2 0 0,0 1 0 0 0,0-1 0 0 0,0 0 0 0 0,0 1 0 0 0,0-1 0 0 0,0 0 0 0 0,0 1 0 0 0,0-1 0 0 0,1 0 0 0 0,-1 1 0 0 0,0-1 0 0 0,0 1 0 0 0,1-1 0 0 0,-1 0 0 0 0,0 1 1 0 0,1-1-1 0 0,-1 1 0 0 0,0-1 0 0 0,1 1 0 0 0,-1-1 0 0 0,1 1 0 0 0,-1-1 0 0 0,1 1 0 0 0,-1 0 0 0 0,1-1 0 0 0,0 1 0 0 0,-1 0 0 0 0,1-1 0 0 0,-1 1 0 0 0,1 0 0 0 0,0 0 0 0 0,-1-1 0 0 0,1 1 0 0 0,1 0 0 0 0,-1 0 0 0 0,-1 0 1 0 0,1 0-1 0 0,0-1 0 0 0,0 1 1 0 0,0 0-1 0 0,-1-1 0 0 0,1 1 1 0 0,0 0-1 0 0,-1-1 0 0 0,1 1 1 0 0,0-1-1 0 0,0 1 1 0 0,-1-1-1 0 0,1 1 0 0 0,-1-1 1 0 0,1 0-1 0 0,-1 1 0 0 0,1-1 1 0 0,-1 0-1 0 0,1 1 1 0 0,-1-1-1 0 0,1 0 0 0 0,-1 1 1 0 0,0-1-1 0 0,0 0 0 0 0,1 0 1 0 0,-1 0-1 0 0,0 1 0 0 0,0-1 1 0 0,0 0-1 0 0,0 0 1 0 0,0 0-1 0 0,0 0 0 0 0,0 1 1 0 0,0-2-1 0 0,0 1-1 0 0,1-1 1 0 0,-1 1-1 0 0,0 0 0 0 0,0 0 1 0 0,0-1-1 0 0,0 1 0 0 0,0 0 0 0 0,0 0 1 0 0,0-1-1 0 0,-1 1 0 0 0,1 0 1 0 0,0 0-1 0 0,-1 0 0 0 0,1-1 1 0 0,-1 1-1 0 0,1 0 0 0 0,-1 0 1 0 0,0 0-1 0 0,1 0 0 0 0,-1 0 1 0 0,0 0-1 0 0,0 0 0 0 0,0 0 0 0 0,1 0 1 0 0,-1 0-1 0 0,0 1 0 0 0,0-1 1 0 0,0 0-1 0 0,-1 1 0 0 0,1-1 1 0 0,-1 0-1 0 0,-6-4 4 0 0,7 5-6 0 0,0-1 0 0 0,1 0 0 0 0,-1 0 0 0 0,1 0 0 0 0,-1 0 0 0 0,1 0 0 0 0,-1 0 0 0 0,1 0 0 0 0,-1 0 1 0 0,1 0-1 0 0,0 0 0 0 0,0 0 0 0 0,-1 0 0 0 0,1 0 0 0 0,0 0 0 0 0,0 0 0 0 0,0 0 0 0 0,0 0 0 0 0,0-1 0 0 0,0 1 0 0 0,1 0 0 0 0,-1 0 0 0 0,0 0 0 0 0,0 0 0 0 0,1-1 0 0 0,0 1 4 0 0,-1 0-1 0 0,0 0 1 0 0,1 0 0 0 0,-1 0-1 0 0,0 0 1 0 0,0-1-1 0 0,0 1 1 0 0,0 0-1 0 0,0 0 1 0 0,0 0-1 0 0,0 0 1 0 0,0 0-1 0 0,0-1 1 0 0,0 1-1 0 0,-1 0 1 0 0,1 0 0 0 0,0 0-1 0 0,-1 0 1 0 0,1 0-1 0 0,-1 0 1 0 0,1 0-1 0 0,-1 0 1 0 0,0 0-1 0 0,1 0 1 0 0,-2-1-1 0 0,-4-1 13 0 0,5 3-14 0 0,0 0 1 0 0,0-1 0 0 0,0 1-1 0 0,0-1 1 0 0,0 1-1 0 0,0-1 1 0 0,0 0-1 0 0,0 1 1 0 0,0-1 0 0 0,0 0-1 0 0,0 1 1 0 0,1-1-1 0 0,-1 0 1 0 0,0 0 0 0 0,0 0-1 0 0,1 0 1 0 0,-1 0-1 0 0,1 0 1 0 0,-1 0 0 0 0,1 0-1 0 0,-1 0 1 0 0,1 0-1 0 0,-1 0 1 0 0,1-2-1 0 0,-1 1 2 0 0,1 1-1 0 0,-1 0 0 0 0,0 0 1 0 0,1 0-1 0 0,-1 0 0 0 0,0 0 0 0 0,0 0 1 0 0,1 0-1 0 0,-1 0 0 0 0,0 0 0 0 0,0 0 1 0 0,0 0-1 0 0,0 1 0 0 0,0-1 1 0 0,0 0-1 0 0,-1 1 0 0 0,1-1 0 0 0,0 1 1 0 0,0-1-1 0 0,-3 0 0 0 0,1-1 8 0 0,-7-5 36 0 0,8 6-43 0 0,0 0 0 0 0,0-1 0 0 0,1 1 1 0 0,-1 0-1 0 0,1 0 0 0 0,-1-1 0 0 0,1 1 0 0 0,-1-1 0 0 0,1 1 0 0 0,0-1 1 0 0,0 1-1 0 0,0-1 0 0 0,-1 0 0 0 0,2 0 0 0 0,-1 0 0 0 0,0 1 0 0 0,0-1 0 0 0,1 0 1 0 0,-1 0-1 0 0,0-3 0 0 0,0 2-3 0 0,-1-1 0 0 0,-1 1 0 0 0,1-1 0 0 0,0 1 0 0 0,-1 0 0 0 0,1 0 0 0 0,-1 0 0 0 0,0 0 0 0 0,0 1 0 0 0,0-1 1 0 0,0 1-1 0 0,-1 0 0 0 0,-6-4 0 0 0,-1-1-3 0 0,-49-44-78 0 0,45 38 80 0 0,-1 1 0 0 0,-18 2 17 0 0,19 6-5 0 0,1 0 1 0 0,1-1 0 0 0,-1-1 0 0 0,-20-11-1 0 0,24 12 15 0 0,1 1 0 0 0,0 0-1 0 0,-1 0 1 0 0,0 1 0 0 0,-17-2 0 0 0,-19-8 52 0 0,26 9-91 0 0,-1 0-1 0 0,1 1 1 0 0,-1 1-1 0 0,0 1 0 0 0,-27 2 1 0 0,23-1 7 0 0,-42 4-52 0 0,0 2-1 0 0,-126 30 0 0 0,140-21 103 0 0,-88 38 1 0 0,124-46-44 0 0,-56 14 36 0 0,56-18-28 0 0,1 1 1 0 0,0 0 0 0 0,-18 9-1 0 0,15-10-10 0 0,13-3 0 0 0,1 0 0 0 0,0 1 0 0 0,0 0 0 0 0,0 0 0 0 0,0 0 0 0 0,0 0 0 0 0,0 1 0 0 0,0 0 0 0 0,0 0 0 0 0,-5 3 0 0 0,7-1 3 0 0,-29 0-19 0 0,2 0-11 0 0,12-1 71 0 0,1-1 1 0 0,-34 0 0 0 0,46-2 75 0 0,5-5-2274 0 0,0 4 1805 0 0,1 0 0 0 0,-1 0 0 0 0,0 0 0 0 0,0 0-1 0 0,0 0 1 0 0,0 0 0 0 0,0 0 0 0 0,-1 0 0 0 0,1 0 0 0 0,0 0 0 0 0,0 0 0 0 0,-1 0 0 0 0,1 0 0 0 0,0 0 0 0 0,-1 1 0 0 0,1-1 0 0 0,-1 0 0 0 0,1 0 0 0 0,-1 0-1 0 0,0 0 1 0 0,-24-13-5427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14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0 560 0 0,'-30'0'240'0'0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17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1407 83 1681 0 0,'-5'-1'1227'0'0,"-68"-21"1633"0"0,55 16-2557 0 0,-1 0 0 0 0,1 1 0 0 0,-1 0 0 0 0,-35-2 0 0 0,-67 1 644 0 0,111 6-846 0 0,-1-1-1 0 0,1 1 1 0 0,-1-2-1 0 0,-15-4 1 0 0,13 3-52 0 0,0 0 0 0 0,0 1 0 0 0,-1 1-1 0 0,-21 0 1 0 0,-47-3 146 0 0,66 3-170 0 0,1 0 0 0 0,0 1 0 0 0,0 1 0 0 0,-17 3 1 0 0,-34-1 67 0 0,37 1-40 0 0,13-1-32 0 0,-1 0-1 0 0,-27-1 0 0 0,-20 4 66 0 0,49-2-72 0 0,-2-3-16 0 0,-17-1 3 0 0,6 0 116 0 0,-1 1 0 0 0,1 1 0 0 0,-43 9-1 0 0,-69 3 58 0 0,121-11-113 0 0,-47 18-136 0 0,6 3 9 0 0,55-23 106 0 0,8 43-606 0 0,-2-42 569 0 0,-1 0 0 0 0,1-1 0 0 0,0 1-1 0 0,0 0 1 0 0,0-1 0 0 0,0 1 0 0 0,0 0 0 0 0,1-1 0 0 0,-1 1-1 0 0,0-1 1 0 0,1 0 0 0 0,-1 1 0 0 0,1-1 0 0 0,-1 0 0 0 0,4 2-1 0 0,-5-3-2 0 0,1 0 0 0 0,-1 1 0 0 0,1-1 0 0 0,-1 0 0 0 0,0 1 0 0 0,1-1 0 0 0,-1 0 0 0 0,1 1 0 0 0,-1-1 0 0 0,0 1 0 0 0,0-1 0 0 0,1 1 0 0 0,-1-1 0 0 0,0 1 0 0 0,0-1 0 0 0,1 1 0 0 0,-1-1 0 0 0,0 1 0 0 0,0 0 0 0 0,0-1 0 0 0,0 1 0 0 0,0-1 0 0 0,0 1 0 0 0,0-1 0 0 0,0 1 0 0 0,0 0 0 0 0,0-1 0 0 0,0 1 0 0 0,0-1 0 0 0,-1 1 0 0 0,1-1 0 0 0,0 1 0 0 0,0 0 0 0 0,-1-1 0 0 0,1 1 0 0 0,0-1 0 0 0,0 1 0 0 0,0-1 0 0 0,0 1 0 0 0,0 0 0 0 0,0-1 0 0 0,0 1 0 0 0,0-1 0 0 0,0 1 0 0 0,0-1 0 0 0,0 1 0 0 0,0-1 0 0 0,0 1 0 0 0,0 0 0 0 0,0-1 0 0 0,1 1 0 0 0,-1-1 0 0 0,0 1 0 0 0,0-1 0 0 0,1 1 0 0 0,-1-1 0 0 0,0 1 0 0 0,0-1 0 0 0,1 0 0 0 0,-1 1 0 0 0,1-1 0 0 0,-1 1 0 0 0,0-1 0 0 0,2 1 0 0 0,0 0-1 0 0,-1-1 1 0 0,0 0-1 0 0,1 0 1 0 0,-1 0 0 0 0,0 1-1 0 0,0-1 1 0 0,0 1 0 0 0,0-1-1 0 0,0 0 1 0 0,0 1-1 0 0,0 0 1 0 0,0-1 0 0 0,-1 1-1 0 0,1 0 1 0 0,0-1-1 0 0,0 1 1 0 0,0 0 0 0 0,-1 0-1 0 0,1 0 1 0 0,0-1-1 0 0,-1 1 1 0 0,1 0 0 0 0,-1 0-1 0 0,1 0 1 0 0,-1 0-1 0 0,1 0 1 0 0,-1 0 0 0 0,0 0-1 0 0,1 1 1 0 0,-1-1-1 0 0,0 1 1 0 0,4 1-6 0 0,-1-1-1 0 0,1 1 1 0 0,0-1 0 0 0,0 1 0 0 0,0-1-1 0 0,0 0 1 0 0,0-1 0 0 0,0 1-1 0 0,6 0 1 0 0,0 2 2 0 0,-4-1 4 0 0,7 3-11 0 0,1 0 1 0 0,-1-1-1 0 0,1-1 1 0 0,16 3-1 0 0,50 8-2 0 0,-37-5-68 0 0,-35-7 79 0 0,0 0 1 0 0,-1-1 0 0 0,1 0-1 0 0,0 0 1 0 0,1-1-1 0 0,-1 0 1 0 0,0-1 0 0 0,16 0-1 0 0,-12 0 1 0 0,0 1 0 0 0,-1-2 1 0 0,1 1-1 0 0,0-2 0 0 0,-1 0 0 0 0,14-3 0 0 0,-9 0 19 0 0,0 2 0 0 0,0 0 1 0 0,22-1-1 0 0,145-29-1 0 0,-44 7-21 0 0,142-17-76 0 0,-237 38 80 0 0,-28 4 0 0 0,-13 0 0 0 0,0 0 0 0 0,0 0 0 0 0,0 0 0 0 0,0 1 0 0 0,0-1 0 0 0,0 1 0 0 0,0 0 0 0 0,0 0 0 0 0,0 0 0 0 0,0 0 0 0 0,0 0 0 0 0,0 0 0 0 0,4 2 0 0 0,3 0 0 0 0,80-2 0 0 0,-64 0 2 0 0,69 5-70 0 0,-9 6 54 0 0,-52-3 14 0 0,-14-8 0 0 0,-15-6 0 0 0,-5 5 4 0 0,0 0 0 0 0,1 0 0 0 0,-1 0-1 0 0,0 0 1 0 0,0 1 0 0 0,1-1 0 0 0,-1 0 0 0 0,1 0-1 0 0,-1 0 1 0 0,1 1 0 0 0,-1-1 0 0 0,1 0 0 0 0,-1 1-1 0 0,1-1 1 0 0,-1 0 0 0 0,1 1 0 0 0,0-1 0 0 0,0 1-1 0 0,-1-1 1 0 0,1 1 0 0 0,0-1 0 0 0,0 1 0 0 0,-1-1-1 0 0,1 1 1 0 0,0 0 0 0 0,0 0 0 0 0,0-1 0 0 0,0 1-1 0 0,0 0 1 0 0,-1 0 0 0 0,1 0 0 0 0,0 0 0 0 0,0 0-1 0 0,1 0 1 0 0,0 0 23 0 0,8-4 51 0 0,-9 4-75 0 0,1-1 1 0 0,-1 1 0 0 0,0 0-1 0 0,0-1 1 0 0,1 1 0 0 0,-1-1-1 0 0,0 1 1 0 0,0-1 0 0 0,0 1 0 0 0,0-1-1 0 0,0 0 1 0 0,0 0 0 0 0,0 1-1 0 0,0-1 1 0 0,0 0 0 0 0,0 0-1 0 0,0 0 1 0 0,0 0 0 0 0,0 0 0 0 0,-1 0-1 0 0,1-1 1 0 0,-1 1 0 0 0,1 0-1 0 0,0 0 1 0 0,-1-2 0 0 0,1 2 2 0 0,-1 0-1 0 0,1 0 1 0 0,0 0 0 0 0,-1 0 0 0 0,1 0 0 0 0,0 0 0 0 0,0 0 0 0 0,-1 0-1 0 0,1 0 1 0 0,0 0 0 0 0,0 0 0 0 0,0 0 0 0 0,0 1 0 0 0,0-1 0 0 0,1 0-1 0 0,-1 1 1 0 0,0-1 0 0 0,0 0 0 0 0,0 1 0 0 0,3-1 0 0 0,0-1 18 0 0,-3 1-73 0 0,2-1-25 0 0,-1 1 1 0 0,0 0 0 0 0,0-1 0 0 0,1 0-1 0 0,-1 1 1 0 0,0-1 0 0 0,-1 0-1 0 0,1 0 1 0 0,0 0 0 0 0,-1 0 0 0 0,1 0-1 0 0,-1 0 1 0 0,1-1 0 0 0,-1 1-1 0 0,0-1 1 0 0,0 1 0 0 0,0 0 0 0 0,0-1-1 0 0,-1 0 1 0 0,1 1 0 0 0,-1-1-1 0 0,1 1 1 0 0,-1-1 0 0 0,0-4 0 0 0,0 28-3489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50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64 2481 0 0,'-81'-20'4098'0'0,"61"14"-3669"0"0,0 1 0 0 0,0 0 0 0 0,0 2 0 0 0,-24-2 0 0 0,-167-8 225 0 0,60 7-428 0 0,120 6-159 0 0,-1 2-57 0 0,29 1-20 0 0,-3-3-5 0 0,5 0 14 0 0,1 0 0 0 0,-1-1 0 0 0,0 1 0 0 0,1 0-1 0 0,-1 0 1 0 0,1 0 0 0 0,-1 0 0 0 0,0 0 0 0 0,1 0 0 0 0,-1 0 0 0 0,0 0-1 0 0,1 1 1 0 0,-1-1 0 0 0,1 0 0 0 0,-1 0 0 0 0,0 0 0 0 0,1 1 0 0 0,-1-1-1 0 0,1 0 1 0 0,-1 1 0 0 0,1-1 0 0 0,-1 0 0 0 0,1 1 0 0 0,-1-1-1 0 0,1 1 1 0 0,-1-1 0 0 0,1 1 0 0 0,0-1 0 0 0,-1 1 0 0 0,1-1 0 0 0,0 1-1 0 0,-1-1 1 0 0,1 1 0 0 0,0-1 0 0 0,0 1 0 0 0,-1 0 0 0 0,1-1-1 0 0,0 1 1 0 0,0-1 0 0 0,0 1 0 0 0,0 0 0 0 0,0-1 0 0 0,0 1 0 0 0,0 0-1 0 0,0 0 4 0 0,0 0 0 0 0,0 1-1 0 0,0-1 1 0 0,0 0 0 0 0,-1 0-1 0 0,1 0 1 0 0,0 0-1 0 0,-1 0 1 0 0,1 0 0 0 0,-1 0-1 0 0,1 0 1 0 0,-1-1 0 0 0,1 1-1 0 0,-1 0 1 0 0,0 0 0 0 0,1 0-1 0 0,-1 0 1 0 0,0-1-1 0 0,0 1 1 0 0,1 0 0 0 0,-1-1-1 0 0,0 1 1 0 0,0 0 0 0 0,-1 0-1 0 0,1-1 1 0 0,-1 1 0 0 0,1 0 1 0 0,0-1-1 0 0,1 1 0 0 0,-1 0 0 0 0,0-1 0 0 0,0 1 0 0 0,0 0 0 0 0,0 0 0 0 0,0 0 0 0 0,1 0 0 0 0,-1 0 1 0 0,1 0-1 0 0,-1 0 0 0 0,0 0 0 0 0,1 0 0 0 0,-1 0 0 0 0,1 0 0 0 0,0 0 0 0 0,-1 1 0 0 0,1-1 0 0 0,0 0 1 0 0,0 0-1 0 0,0 2 0 0 0,0-1 1 0 0,0-1-1 0 0,-1 0 1 0 0,1 1 0 0 0,0-1 0 0 0,0 0 0 0 0,-1 0 0 0 0,1 1-1 0 0,-1-1 1 0 0,1 0 0 0 0,-1 0 0 0 0,0 0 0 0 0,1 0 0 0 0,-1 1-1 0 0,0-1 1 0 0,0 0 0 0 0,0 0 0 0 0,1-1 0 0 0,-1 1 0 0 0,0 0-1 0 0,-1 0 1 0 0,1 0 0 0 0,-2 1 0 0 0,-5 5-2 0 0,-14 23 0 0 0,19-24 9 0 0,0-1 0 0 0,0 0 0 0 0,-1-1 0 0 0,0 1 0 0 0,0 0 0 0 0,0-1 0 0 0,-10 7 0 0 0,9-4-10 0 0,0-1 0 0 0,4-5 0 0 0,-1-1 0 0 0,1 0 0 0 0,0 0 0 0 0,-1 0 0 0 0,1 1 0 0 0,0-1 0 0 0,0 1 0 0 0,-1-1 0 0 0,1 0 0 0 0,0 1 0 0 0,0 0 0 0 0,0-1 0 0 0,0 1 0 0 0,0 0 0 0 0,0 0 0 0 0,0-1 0 0 0,0 1 0 0 0,0 0 0 0 0,0 0 0 0 0,-1 2 0 0 0,2-3 0 0 0,0 1 0 0 0,0-1 0 0 0,0 1 0 0 0,-1-1 0 0 0,1 1 0 0 0,0-1 0 0 0,0 0 0 0 0,0 1 0 0 0,-1-1 0 0 0,1 1 0 0 0,0-1 0 0 0,-1 1 0 0 0,1-1 0 0 0,0 0 0 0 0,-1 1 0 0 0,1-1 0 0 0,0 0 0 0 0,-1 1 0 0 0,1-1 0 0 0,-1 0 0 0 0,1 0 0 0 0,-1 1 0 0 0,1-1 0 0 0,-1 0 0 0 0,1 0 0 0 0,-1 0 0 0 0,1 0 0 0 0,-1 0 0 0 0,1 1 0 0 0,-1-1 0 0 0,1 0 0 0 0,-1 0 0 0 0,1 0 0 0 0,-1 0 0 0 0,0-1 0 0 0,1 1 0 0 0,-1 0 0 0 0,0 0 0 0 0,1 1 0 0 0,-1-1 0 0 0,0 0 0 0 0,1 0 0 0 0,-1 0 0 0 0,0 0 0 0 0,1 1 0 0 0,-1-1 0 0 0,0 0 0 0 0,1 0 0 0 0,-1 1 0 0 0,1-1 0 0 0,-1 1 0 0 0,1-1 0 0 0,-1 0 0 0 0,1 1 0 0 0,-1-1 0 0 0,1 1 0 0 0,-1-1 0 0 0,1 1 0 0 0,-1 0 0 0 0,1-1 0 0 0,0 1 0 0 0,-1-1 0 0 0,1 1 0 0 0,0 0 0 0 0,0-1 0 0 0,-1 1 0 0 0,1 0 0 0 0,0-1 0 0 0,0 1 0 0 0,0 0 0 0 0,0 0 0 0 0,-1 1 0 0 0,1-1 0 0 0,-1 1 0 0 0,0-1 0 0 0,1 1 0 0 0,-1-1 0 0 0,0 1 0 0 0,0-1 0 0 0,0 1 0 0 0,0-1 0 0 0,-1 0 0 0 0,1 1 0 0 0,0-1 0 0 0,0 0 0 0 0,-1 0 0 0 0,1 0 0 0 0,-1 0 0 0 0,1 0 0 0 0,-1 0 0 0 0,1-1 0 0 0,-1 1 0 0 0,0 0 0 0 0,1-1 0 0 0,-1 1 0 0 0,-3-1 0 0 0,-16 11 0 0 0,2 9 16 0 0,-1 0 1 0 0,-1-2 0 0 0,-34 24-1 0 0,55-42-17 0 0,-1 0-1 0 0,1 0 1 0 0,-1 0-1 0 0,1 1 1 0 0,0-1-1 0 0,0 0 1 0 0,-1 1-1 0 0,1-1 1 0 0,0 0-1 0 0,-1 1 1 0 0,1-1-1 0 0,0 0 1 0 0,0 1-1 0 0,0-1 1 0 0,-1 0 0 0 0,1 1-1 0 0,0-1 1 0 0,0 0-1 0 0,0 1 1 0 0,0-1-1 0 0,0 1 1 0 0,0-1-1 0 0,0 1 1 0 0,0-1-1 0 0,0 0 1 0 0,0 1-1 0 0,0-1 1 0 0,0 1-1 0 0,0-1 1 0 0,0 1-1 0 0,0-1 2 0 0,0 0-1 0 0,0 1 1 0 0,0-1-1 0 0,0 0 1 0 0,0 1-1 0 0,0-1 1 0 0,1 0-1 0 0,-1 1 0 0 0,-1-1 1 0 0,1 0-1 0 0,0 0 1 0 0,0 1-1 0 0,0-1 1 0 0,0 0-1 0 0,0 1 1 0 0,0-1-1 0 0,0 0 1 0 0,0 0-1 0 0,0 1 1 0 0,-1-1-1 0 0,1 0 1 0 0,0 0-1 0 0,0 1 0 0 0,0-1 1 0 0,0 0-1 0 0,-1 0 1 0 0,1 1-1 0 0,0-1 1 0 0,0 0-1 0 0,-1 0 1 0 0,1 0-1 0 0,0 0 1 0 0,0 1-1 0 0,-1-1 1 0 0,1 0-1 0 0,0 0 1 0 0,-1 0-1 0 0,1 0 1 0 0,-6 2 0 0 0,5-2 0 0 0,1 0 0 0 0,-1 0 0 0 0,0 0 0 0 0,0 0 0 0 0,0 0 0 0 0,0 0 0 0 0,1 1 0 0 0,-1-1 0 0 0,0 0 0 0 0,0 1 0 0 0,1-1 0 0 0,-1 0 0 0 0,0 1 0 0 0,0-1 0 0 0,1 1 0 0 0,-1-1 0 0 0,0 1 0 0 0,1 0 0 0 0,-1-1 0 0 0,1 1 0 0 0,-1 0 0 0 0,1-1 0 0 0,-1 1 0 0 0,1 0 0 0 0,-1-1 0 0 0,1 1 0 0 0,0 0 0 0 0,-1 0 0 0 0,1 0 0 0 0,0-1 0 0 0,0 2 0 0 0,-1-1 0 0 0,1 0 0 0 0,-1 0 0 0 0,1 1 0 0 0,-1-1 0 0 0,0 0 0 0 0,1 0 0 0 0,-1 0 0 0 0,0 0 0 0 0,0-1 0 0 0,0 1 0 0 0,1 0 0 0 0,-1 0 0 0 0,0 0 0 0 0,0-1 0 0 0,0 1 0 0 0,0 0 0 0 0,-1-1 0 0 0,1 1 0 0 0,0-1 0 0 0,-2 1 0 0 0,-3 3 0 0 0,3 12 32 0 0,3-15-30 0 0,0 0 0 0 0,1 0 1 0 0,-1 0-1 0 0,0 0 0 0 0,0 0 0 0 0,-1 0 0 0 0,1 0 0 0 0,0 0 0 0 0,0 0 1 0 0,0-1-1 0 0,0 1 0 0 0,-1 0 0 0 0,1 0 0 0 0,-1 0 0 0 0,1 0 1 0 0,0 0-1 0 0,-1-1 0 0 0,0 1 0 0 0,1 0 0 0 0,-1 0 0 0 0,-1 1 1 0 0,-4 0-3 0 0,5-2 0 0 0,1 0 0 0 0,-1 0 0 0 0,0 0 0 0 0,0 0 0 0 0,0 0 0 0 0,1 0 0 0 0,-1 1 0 0 0,0-1 0 0 0,0 0 0 0 0,1 1 0 0 0,-1-1 0 0 0,0 0 0 0 0,0 1 0 0 0,1-1 0 0 0,-1 1 0 0 0,0-1 0 0 0,1 1 0 0 0,-1-1 0 0 0,1 1 0 0 0,-1 0 0 0 0,1-1 0 0 0,-1 1 0 0 0,1 0 0 0 0,-1-1 0 0 0,1 1 0 0 0,0 0 0 0 0,-1 0 0 0 0,1 0 0 0 0,0-1 0 0 0,0 1 0 0 0,0 0 0 0 0,-1 1 0 0 0,1-2 0 0 0,0 1 1 0 0,1 0-1 0 0,-1-1 1 0 0,0 1-1 0 0,0-1 1 0 0,0 1-1 0 0,-1-1 1 0 0,1 1-1 0 0,0-1 1 0 0,0 1 0 0 0,0-1-1 0 0,0 1 1 0 0,0-1-1 0 0,-1 1 1 0 0,1-1-1 0 0,0 1 1 0 0,0-1-1 0 0,-1 1 1 0 0,1-1 0 0 0,0 1-1 0 0,-1-1 1 0 0,1 0-1 0 0,-1 1 1 0 0,1-1-1 0 0,0 1 1 0 0,-1-1-1 0 0,1 0 1 0 0,-1 0-1 0 0,1 1 1 0 0,-1-1 0 0 0,1 0-1 0 0,-1 0 1 0 0,1 1-1 0 0,-1-1 1 0 0,1 0-1 0 0,-1 0 1 0 0,1 0-1 0 0,-1 0 1 0 0,0 0 0 0 0,0 0-1 0 0,0 0 1 0 0,0 1 0 0 0,0-1 0 0 0,0 0 0 0 0,0 1-1 0 0,0-1 1 0 0,1 0 0 0 0,-1 1 0 0 0,0-1 0 0 0,0 1-1 0 0,0-1 1 0 0,1 1 0 0 0,-1 0 0 0 0,0-1 0 0 0,1 1-1 0 0,-1 0 1 0 0,0 0 0 0 0,1-1 0 0 0,-1 1 0 0 0,1 0-1 0 0,-1 0 1 0 0,1 0 0 0 0,-1 0 0 0 0,1-1 0 0 0,0 1-1 0 0,-1 0 1 0 0,1 0 0 0 0,0 0 0 0 0,0 0 0 0 0,0 0-1 0 0,0 0 1 0 0,0 0 0 0 0,0 0 0 0 0,0 0 0 0 0,0 0-1 0 0,0 0 1 0 0,0 0 0 0 0,1 1 0 0 0,-1-1-1 0 0,0-1 0 0 0,0 0 0 0 0,0 1-1 0 0,0-1 1 0 0,-1 1 0 0 0,1-1 0 0 0,0 0 0 0 0,0 0 0 0 0,0 1 0 0 0,-1-1 0 0 0,1 0 0 0 0,0 1-1 0 0,0-1 1 0 0,-1 0 0 0 0,1 0 0 0 0,0 1 0 0 0,-1-1 0 0 0,1 0 0 0 0,0 0 0 0 0,-1 0 0 0 0,1 0 0 0 0,0 1-1 0 0,-1-1 1 0 0,1 0 0 0 0,0 0 0 0 0,-1 0 0 0 0,1 0 0 0 0,0 0 0 0 0,-1 0 0 0 0,1 0 0 0 0,0 0-1 0 0,-1 0 1 0 0,1 0 0 0 0,-1 0 0 0 0,1 0 0 0 0,0 0 0 0 0,-1 0 0 0 0,1 0 0 0 0,-1-1 0 0 0,0 1-2 0 0,1 0 1 0 0,-1 0 0 0 0,1-1 0 0 0,-1 1 0 0 0,1 0 0 0 0,-1 0 0 0 0,1 0 0 0 0,-1 0 0 0 0,0 0 0 0 0,1 0 0 0 0,-1 0-1 0 0,1 0 1 0 0,-1 1 0 0 0,1-1 0 0 0,-1 0 0 0 0,0 0 0 0 0,1 0 0 0 0,-1 1 0 0 0,1-1 0 0 0,-1 0 0 0 0,1 0 0 0 0,-1 1 0 0 0,1-1-1 0 0,-1 0 1 0 0,1 1 0 0 0,0-1 0 0 0,-1 1 0 0 0,1-1 0 0 0,0 1 0 0 0,-1-1 0 0 0,1 0 0 0 0,0 1 0 0 0,-1-1 0 0 0,1 1-1 0 0,0 0 1 0 0,0-1 0 0 0,-1 1 0 0 0,1-1 0 0 0,0 1 0 0 0,0-1 0 0 0,0 1 0 0 0,0-1 0 0 0,0 1 0 0 0,0 0 0 0 0,0 3 1 0 0,1 1 0 0 0,-1-1 0 0 0,0 0 0 0 0,0 0 0 0 0,0 0 0 0 0,-1 1 0 0 0,0-1 0 0 0,1 0 0 0 0,-1 0 0 0 0,-1 0 0 0 0,1 0 0 0 0,-1 0 0 0 0,1 0 0 0 0,-1-1 0 0 0,0 1 0 0 0,-1 0 0 0 0,1-1 0 0 0,-1 0 0 0 0,-2 4 0 0 0,4-6 0 0 0,0 0 0 0 0,1 0 0 0 0,-1 0 0 0 0,0 0 0 0 0,1 0 0 0 0,-1 0 0 0 0,1 0 0 0 0,0 0 0 0 0,-1 0 0 0 0,1 1 0 0 0,0-1 0 0 0,0 0 0 0 0,0 0 0 0 0,-1 0 1 0 0,1 1-1 0 0,0-1 0 0 0,1 0 0 0 0,-1 0 0 0 0,0 0 0 0 0,0 0 0 0 0,0 1 0 0 0,1-1 0 0 0,-1 0 0 0 0,1 0 0 0 0,-1 0 0 0 0,1 0 0 0 0,-1 0 0 0 0,1 0 0 0 0,-1 0 1 0 0,1 0-1 0 0,0 0 0 0 0,0 0 0 0 0,0 0 0 0 0,-1 0 0 0 0,1-1 0 0 0,0 1 0 0 0,0 0 0 0 0,0-1 0 0 0,0 1 0 0 0,2 0 0 0 0,-2 0-1 0 0,0 0 0 0 0,1 1 0 0 0,-1-1 0 0 0,0 0 0 0 0,0 0 0 0 0,0 1 0 0 0,0-1 0 0 0,0 1 0 0 0,0-1 0 0 0,0 1-1 0 0,0-1 1 0 0,-1 1 0 0 0,1-1 0 0 0,0 3 0 0 0,-3 8-49 0 0,2-10 50 0 0,-1 0 0 0 0,1-1 0 0 0,-1 1-1 0 0,1 0 1 0 0,0 0 0 0 0,0 0 0 0 0,0-1 0 0 0,0 1 0 0 0,0 0 0 0 0,1 0 0 0 0,-1 0 0 0 0,1-1 0 0 0,-1 1 0 0 0,1 0 0 0 0,-1 0-1 0 0,1-1 1 0 0,0 1 0 0 0,0 0 0 0 0,0-1 0 0 0,0 1 0 0 0,0-1 0 0 0,0 1 0 0 0,0-1 0 0 0,0 0 0 0 0,1 0 0 0 0,-1 1-1 0 0,0-1 1 0 0,1 0 0 0 0,-1 0 0 0 0,1 0 0 0 0,0 0 0 0 0,-1 0 0 0 0,4 0 0 0 0,-4 2 4 0 0,1 0 1 0 0,-1 0-1 0 0,0 1 0 0 0,0-1 1 0 0,-1 0-1 0 0,1 0 0 0 0,-1 0 1 0 0,1 1-1 0 0,-1-1 0 0 0,0 0 1 0 0,0 0-1 0 0,-1 1 0 0 0,0 5 1 0 0,0 3-13 0 0,1-9 12 0 0,0 1 0 0 0,1-1 0 0 0,-1 0 0 0 0,1 1-1 0 0,0-1 1 0 0,0 0 0 0 0,0 0 0 0 0,0 1 0 0 0,0-1 0 0 0,1 0-1 0 0,-1 0 1 0 0,4 4 0 0 0,-3-4-1 0 0,0 0 1 0 0,-1 0-1 0 0,1 0 0 0 0,0 1 1 0 0,-1-1-1 0 0,0 0 0 0 0,0 1 1 0 0,0 0-1 0 0,0-1 1 0 0,-1 1-1 0 0,1-1 0 0 0,-1 7 1 0 0,0-6-13 0 0,1 1 0 0 0,-1-1 0 0 0,1 1 0 0 0,-1-1 0 0 0,1 1 0 0 0,1-1 1 0 0,-1 0-1 0 0,0 0 0 0 0,1 1 0 0 0,0-1 0 0 0,0 0 0 0 0,1 0 0 0 0,-1-1 1 0 0,1 1-1 0 0,-1 0 0 0 0,1-1 0 0 0,0 0 0 0 0,5 5 0 0 0,11 13 31 0 0,-19-20-18 0 0,1 0 0 0 0,0 1 0 0 0,-1-1 0 0 0,1 1 0 0 0,-1-1 0 0 0,0 0 1 0 0,1 1-1 0 0,-1-1 0 0 0,0 1 0 0 0,0-1 0 0 0,0 1 0 0 0,0 0 0 0 0,0-1 0 0 0,0 3 0 0 0,-1-3-6 0 0,1 0-1 0 0,0 1 0 0 0,0-1 0 0 0,0 0 0 0 0,0 0 0 0 0,0 1 0 0 0,0-1 0 0 0,0 0 0 0 0,0 0 0 0 0,0 1 0 0 0,1-1 0 0 0,-1 0 0 0 0,0 0 0 0 0,1 0 0 0 0,-1 0 1 0 0,1 1-1 0 0,0-1 0 0 0,-1 0 0 0 0,1 0 0 0 0,1 1 0 0 0,6 4 0 0 0,-7-6 6 0 0,0 1-1 0 0,0 0 1 0 0,0-1-1 0 0,1 1 1 0 0,-1 0-1 0 0,0 0 1 0 0,0 0-1 0 0,0 0 1 0 0,-1 0-1 0 0,1 0 1 0 0,0 0-1 0 0,0 1 1 0 0,-1-1-1 0 0,1 0 0 0 0,0 0 1 0 0,-1 1-1 0 0,1-1 1 0 0,-1 0-1 0 0,0 1 1 0 0,1-1-1 0 0,-1 0 1 0 0,0 1-1 0 0,0-1 1 0 0,0 0-1 0 0,0 1 1 0 0,0-1-1 0 0,0 2 1 0 0,0 0-5 0 0,0-1 1 0 0,0 0-1 0 0,0 0 0 0 0,1 1 1 0 0,-1-1-1 0 0,1 0 1 0 0,-1 0-1 0 0,1 1 1 0 0,0-1-1 0 0,0 0 1 0 0,0 0-1 0 0,0 0 1 0 0,0 0-1 0 0,0 0 1 0 0,1 0-1 0 0,1 2 1 0 0,-1-2-1 0 0,0 0 1 0 0,-1 0-1 0 0,1 0 0 0 0,-1 0 1 0 0,0 0-1 0 0,0 0 0 0 0,0 1 1 0 0,0-1-1 0 0,0 0 1 0 0,0 1-1 0 0,0-1 0 0 0,-1 1 1 0 0,1-1-1 0 0,-1 1 0 0 0,0-1 1 0 0,0 5-1 0 0,0-5 1 0 0,-1 0 0 0 0,1 0 0 0 0,0 0 0 0 0,0 0 0 0 0,0 0 0 0 0,0 0 0 0 0,1 0 0 0 0,-1 0 0 0 0,1 0 0 0 0,-1 0 0 0 0,1 0 0 0 0,-1-1 0 0 0,1 1 0 0 0,0 0 0 0 0,0 0 0 0 0,0 0 0 0 0,0-1 0 0 0,0 1 0 0 0,1 0 0 0 0,-1-1 0 0 0,0 1 0 0 0,1-1 0 0 0,-1 0 0 0 0,1 1 0 0 0,2 1 0 0 0,0 0 1 0 0,2 11 0 0 0,-3-2 0 0 0,4-6 0 0 0,-6-6 0 0 0,0 1 0 0 0,0 0 0 0 0,0-1 0 0 0,0 1 0 0 0,0 0 0 0 0,0 0 0 0 0,-1 0 0 0 0,1 0 0 0 0,0 0 0 0 0,-1 0 0 0 0,1 0 0 0 0,0 0 0 0 0,-1 0 0 0 0,1 0 0 0 0,-1 0 0 0 0,0 0 0 0 0,1 0 0 0 0,-1 0 0 0 0,0 0 0 0 0,0 0 0 0 0,0 1 0 0 0,0-1 0 0 0,0 2 0 0 0,0-3 0 0 0,1 1 0 0 0,-1-1 0 0 0,0 1 0 0 0,0-1 0 0 0,0 1 0 0 0,0-1 0 0 0,1 1 0 0 0,-1-1 0 0 0,0 1 0 0 0,0-1 0 0 0,1 1 0 0 0,-1-1 0 0 0,0 0 0 0 0,1 1 0 0 0,-1-1 0 0 0,1 1 0 0 0,-1-1 0 0 0,0 0 0 0 0,1 0 0 0 0,-1 1 0 0 0,1-1 0 0 0,-1 0 0 0 0,1 1 0 0 0,-1-1 0 0 0,1 0 0 0 0,-1 0 0 0 0,1 0 0 0 0,-1 0 0 0 0,1 0 0 0 0,-1 0 0 0 0,2 1 0 0 0,-2-1 0 0 0,1 0 0 0 0,0 0 0 0 0,0 0 0 0 0,0 0 0 0 0,0 1 0 0 0,-1-1 0 0 0,1 0 0 0 0,0 1 0 0 0,0-1 0 0 0,-1 1 0 0 0,1-1 0 0 0,0 1 0 0 0,0-1 0 0 0,-1 1 0 0 0,1-1 0 0 0,-1 1 0 0 0,1 0 0 0 0,0-1 0 0 0,-1 1 0 0 0,1 0 0 0 0,-1 0 0 0 0,0-1 0 0 0,1 1 0 0 0,-1 0 0 0 0,0 0 0 0 0,1 0 0 0 0,-1-1 0 0 0,0 1 0 0 0,0 0 0 0 0,0 0 0 0 0,1 0 0 0 0,-1 0 0 0 0,0 1 0 0 0,5 3 0 0 0,20-3 0 0 0,139 23 96 0 0,-1-4 48 0 0,-127-19-144 0 0,-1-1 0 0 0,50-4 0 0 0,61-5 93 0 0,124-4 1988 0 0,153 23 480 0 0,-412-12-2551 0 0,1-1 0 0 0,-1 0 0 0 0,0 0 0 0 0,0-1 0 0 0,0-1 0 0 0,0 0 0 0 0,0 0 0 0 0,-1-1 0 0 0,0-1 0 0 0,13-8 0 0 0,20-9 107 0 0,-32 17-71 0 0,0 1-1 0 0,0-1 1 0 0,0-1 0 0 0,-1 0 0 0 0,0-1-1 0 0,12-11 1 0 0,-4-9 114 0 0,24-47 0 0 0,-40 70-149 0 0,-1 0 1 0 0,0 0-1 0 0,0 0 0 0 0,0 0 1 0 0,0 0-1 0 0,-1 0 0 0 0,0-1 1 0 0,0-5-1 0 0,3-32 34 0 0,1 24-143 0 0,1 0 0 0 0,1 0 0 0 0,1 0 1 0 0,0 1-1 0 0,14-24 0 0 0,-19 38 105 0 0,-1 0-1 0 0,1 0 1 0 0,-1 0 0 0 0,0 0 0 0 0,-1 0-1 0 0,1 0 1 0 0,-1 0 0 0 0,1 0-1 0 0,-1 0 1 0 0,0 0 0 0 0,-1 0 0 0 0,1 0-1 0 0,-1-1 1 0 0,0 1 0 0 0,0 0 0 0 0,0 0-1 0 0,0 1 1 0 0,-1-1 0 0 0,0 0-1 0 0,0 0 1 0 0,0 1 0 0 0,-2-4 0 0 0,-7-19-15 0 0,9 17-28 0 0,1 0 1 0 0,-1 0 0 0 0,2 0 0 0 0,-1 0 0 0 0,2-11-1 0 0,-1 1-19 0 0,0 16 47 0 0,0 1 1 0 0,0-1 0 0 0,-1 1-1 0 0,1-1 1 0 0,-1 1-1 0 0,1-1 1 0 0,-1 1-1 0 0,0 0 1 0 0,0-1 0 0 0,0 1-1 0 0,0 0 1 0 0,-1 0-1 0 0,1-1 1 0 0,-1 1-1 0 0,-1-2 1 0 0,1 2-1 0 0,1 0 1 0 0,-1 1-1 0 0,1-1 1 0 0,0 0-1 0 0,-1 0 1 0 0,1-1-1 0 0,0 1 0 0 0,0 0 1 0 0,1 0-1 0 0,-1 0 1 0 0,0-1-1 0 0,1 1 1 0 0,0 0-1 0 0,-1-1 0 0 0,1-2 1 0 0,0 3 2 0 0,1-1 1 0 0,-1 1-1 0 0,0-1 1 0 0,0 1-1 0 0,0-1 0 0 0,-1 1 1 0 0,1-1-1 0 0,-1 1 1 0 0,1-1-1 0 0,-1 1 1 0 0,0 0-1 0 0,0-1 1 0 0,0 1-1 0 0,0 0 0 0 0,0-1 1 0 0,0 1-1 0 0,-1 0 1 0 0,1 0-1 0 0,-1 0 1 0 0,0 0-1 0 0,1 1 1 0 0,-1-1-1 0 0,0 0 0 0 0,0 1 1 0 0,0-1-1 0 0,0 1 1 0 0,0 0-1 0 0,-1-1 1 0 0,1 1-1 0 0,0 0 1 0 0,-3-1-1 0 0,-20-12-9 0 0,15 8 14 0 0,-36-19 0 0 0,41 23-5 0 0,0 0 1 0 0,0-1-1 0 0,1 0 1 0 0,-1 0-1 0 0,1 0 1 0 0,0 0-1 0 0,-1-1 1 0 0,2 0-1 0 0,-6-6 1 0 0,5 6-1 0 0,-1-1 0 0 0,1 1 0 0 0,-1 0 0 0 0,0 0 0 0 0,0 1 0 0 0,-7-5 0 0 0,-19-15 1 0 0,6 2 21 0 0,-44-12 52 0 0,-18-10 22 0 0,80 39-57 0 0,-1 0 0 0 0,0 1 0 0 0,0 0 0 0 0,0 1 0 0 0,0 0 0 0 0,-1 0 0 0 0,-12-1 0 0 0,9 1 51 0 0,-1 0 1 0 0,0-1-1 0 0,-18-7 1 0 0,-15-8 70 0 0,21 9-44 0 0,2-1 1 0 0,-39-21-1 0 0,57 30-118 0 0,5 1 4 0 0,-1 0 0 0 0,0-1-1 0 0,0 1 1 0 0,0 0 0 0 0,0 0 0 0 0,0 0-1 0 0,0-1 1 0 0,0 1 0 0 0,1 0 0 0 0,-1-1-1 0 0,0 1 1 0 0,0 0 0 0 0,0-1 0 0 0,1 0-1 0 0,-1 1 1 0 0,0-1 0 0 0,1 1 0 0 0,-1-1-1 0 0,0 0 1 0 0,1 1 0 0 0,-1-1 0 0 0,1 0 0 0 0,-1 0-1 0 0,1 1 1 0 0,-1-1 0 0 0,0-2 0 0 0,1 3 0 0 0,0 0 1 0 0,-1-1-1 0 0,1 1 1 0 0,0-1-1 0 0,0 1 1 0 0,-1 0-1 0 0,1-1 1 0 0,-1 1 0 0 0,1 0-1 0 0,0 0 1 0 0,-1-1-1 0 0,1 1 1 0 0,-1 0-1 0 0,1 0 1 0 0,-1-1-1 0 0,1 1 1 0 0,-1 0-1 0 0,1 0 1 0 0,0 0 0 0 0,-1 0-1 0 0,1 0 1 0 0,-1 0-1 0 0,1 0 1 0 0,-1 0-1 0 0,1 0 1 0 0,-1 0-1 0 0,1 0 1 0 0,-1 0-1 0 0,1 0 1 0 0,-1 0 0 0 0,0 1-1 0 0,1-1-4 0 0,-1 0 0 0 0,1 0 0 0 0,-1 0 0 0 0,1 0 0 0 0,-1 1 0 0 0,1-1-1 0 0,-1 0 1 0 0,0 0 0 0 0,1 0 0 0 0,-1 0 0 0 0,1 0 0 0 0,-1 0 0 0 0,1-1 0 0 0,-1 1 0 0 0,1 0 0 0 0,-1 0 0 0 0,1 0 0 0 0,-1 0-1 0 0,1-1 1 0 0,-1 1 0 0 0,1 0 0 0 0,-1-1 0 0 0,1 1 0 0 0,-1 0 0 0 0,1-1 0 0 0,0 1 0 0 0,-1 0 0 0 0,1-1 0 0 0,0 1 0 0 0,-1-1-1 0 0,1 1 1 0 0,0 0 0 0 0,-1-1 0 0 0,1 0-5 0 0,-1 0 0 0 0,0 0 0 0 0,1 0 0 0 0,-1 0 0 0 0,1 1 0 0 0,-1-1 0 0 0,0 0 0 0 0,0 1 0 0 0,1-1 0 0 0,-1 0 0 0 0,0 1 0 0 0,0-1 0 0 0,0 1 0 0 0,0-1 0 0 0,0 1 0 0 0,0 0 0 0 0,0-1 0 0 0,0 1 0 0 0,0 0 0 0 0,0 0 0 0 0,0-1 1 0 0,0 1-1 0 0,0 0 0 0 0,0 0 0 0 0,-1 1 0 0 0,0-2-24 0 0,-10-1-147 0 0,9 1 73 0 0,0 0 1 0 0,0 1-1 0 0,0-1 1 0 0,0 1-1 0 0,0-1 1 0 0,0 1 0 0 0,0 0-1 0 0,0 1 1 0 0,0-1-1 0 0,0 0 1 0 0,0 1-1 0 0,0 0 1 0 0,0 0-1 0 0,0 0 1 0 0,0 0 0 0 0,0 0-1 0 0,-4 3 1 0 0,-129 78-5508 0 0,71-35 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5:0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274 210 1040 0 0,'-4'-40'2370'0'0,"4"38"-2303"0"0,-1 1 0 0 0,0-1 0 0 0,0 0 0 0 0,-1 1 0 0 0,1-1 0 0 0,0 0 0 0 0,0 1 0 0 0,-1-1 0 0 0,1 1 1 0 0,-1 0-1 0 0,1 0 0 0 0,-1-1 0 0 0,-3 0 0 0 0,5 1-61 0 0,0 1 0 0 0,0-1 0 0 0,0 1 0 0 0,0 0 0 0 0,-1-1 1 0 0,1 1-1 0 0,0 0 0 0 0,0-1 0 0 0,0 1 0 0 0,0-1 0 0 0,0 1 0 0 0,0 0 1 0 0,1-1-1 0 0,-1 1 0 0 0,0 0 0 0 0,0-1 0 0 0,0 1 0 0 0,0-1 1 0 0,0 1-1 0 0,0 0 0 0 0,1-1 0 0 0,-1 1 0 0 0,0 0 0 0 0,0 0 0 0 0,1-1 1 0 0,-1 1-1 0 0,0 0 0 0 0,0-1 0 0 0,1 1 0 0 0,-1 0 0 0 0,0 0 1 0 0,1 0-1 0 0,-1-1 0 0 0,0 1 0 0 0,1 0 0 0 0,-1 0 0 0 0,0 0 0 0 0,1 0 1 0 0,-1 0-1 0 0,1-1 0 0 0,-1 1 0 0 0,13-7 16 0 0,1-4-40 0 0,-1 9-11 0 0,26 3-71 0 0,-24-2 180 0 0,1 0 0 0 0,-1-1 0 0 0,0-1 0 0 0,0 0 0 0 0,18-7 0 0 0,-28 3 112 0 0,-6 6-172 0 0,1 1 1 0 0,0 0 0 0 0,0 0-1 0 0,0-1 1 0 0,0 1-1 0 0,0 0 1 0 0,1 0 0 0 0,-1-1-1 0 0,0 1 1 0 0,0 0-1 0 0,0 0 1 0 0,0-1-1 0 0,0 1 1 0 0,0 0 0 0 0,0 0-1 0 0,0 0 1 0 0,1-1-1 0 0,-1 1 1 0 0,0 0 0 0 0,0 0-1 0 0,0 0 1 0 0,0-1-1 0 0,1 1 1 0 0,-1 0-1 0 0,0 0 1 0 0,0 0 0 0 0,0 0-1 0 0,1-1 1 0 0,-1 1-1 0 0,0 0 1 0 0,0 0 0 0 0,1 0-1 0 0,-1 0 1 0 0,0 0-1 0 0,0 0 1 0 0,1 0-1 0 0,-1 0 1 0 0,20-4 366 0 0,-19 3-303 0 0,0 1 0 0 0,-1-1 1 0 0,1 0-1 0 0,0 0 0 0 0,-1 1 0 0 0,1-1 0 0 0,-1 0 1 0 0,1 0-1 0 0,-1 0 0 0 0,0 0 0 0 0,1 0 0 0 0,-1 0 1 0 0,0 1-1 0 0,0-1 0 0 0,1 0 0 0 0,-1 0 0 0 0,0 0 1 0 0,0 0-1 0 0,0 0 0 0 0,0 0 0 0 0,0 0 1 0 0,-1 0-1 0 0,1 0 0 0 0,0 0 0 0 0,0 0 0 0 0,-1-2 1 0 0,0 2-80 0 0,1 0 1 0 0,0 0-1 0 0,-1 0 1 0 0,1 0-1 0 0,0 0 1 0 0,0-1-1 0 0,0 1 1 0 0,0 0-1 0 0,0 0 1 0 0,0 0 0 0 0,0 0-1 0 0,0 0 1 0 0,1-1-1 0 0,-1 1 1 0 0,0 0-1 0 0,1 0 1 0 0,-1 0-1 0 0,1 0 1 0 0,-1 0-1 0 0,1 0 1 0 0,-1 0-1 0 0,3-2 1 0 0,3 1 26 0 0,-5 2-22 0 0,0 0 0 0 0,0 0 0 0 0,0 0 0 0 0,-1-1 0 0 0,1 1 0 0 0,0 0 0 0 0,0 0 0 0 0,0-1 0 0 0,-1 1 0 0 0,1 0-1 0 0,0-1 1 0 0,0 1 0 0 0,-1-1 0 0 0,1 1 0 0 0,0-1 0 0 0,-1 0 0 0 0,1 1 0 0 0,-1-1 0 0 0,1 1 0 0 0,-1-1 0 0 0,1 0 0 0 0,-1 0 0 0 0,1 1 0 0 0,-1-1 0 0 0,0 0 0 0 0,1 0 0 0 0,-1 1 0 0 0,0-1 0 0 0,0 0 0 0 0,1 0-1 0 0,-1 0 1 0 0,0 0 0 0 0,0 1 0 0 0,0-1 0 0 0,0 0 0 0 0,0-1 0 0 0,0 1 230 0 0,0 2-160 0 0,-1 0-46 0 0,0-1 0 0 0,0 1 0 0 0,0 0-1 0 0,0-1 1 0 0,0 1 0 0 0,0-1 0 0 0,0 0 0 0 0,0 1-1 0 0,0-1 1 0 0,0 0 0 0 0,0 0 0 0 0,0 1-1 0 0,0-1 1 0 0,0 0 0 0 0,0 0 0 0 0,0 0 0 0 0,0 0-1 0 0,0 0 1 0 0,0-1 0 0 0,-1 1 0 0 0,-1 0-90 0 0,-8 6 189 0 0,-10-2-126 0 0,15-4 5 0 0,0 1 1 0 0,1 0-1 0 0,-1 0 1 0 0,0 1-1 0 0,1-1 1 0 0,-1 1 0 0 0,-8 4-1 0 0,8-2 8 0 0,0-1-1 0 0,-1 0 1 0 0,1 0-1 0 0,-1 0 1 0 0,0-1 0 0 0,1 0-1 0 0,-1 0 1 0 0,-8 0-1 0 0,8-1 3 0 0,0 1 0 0 0,0 0 0 0 0,0 0-1 0 0,0 0 1 0 0,-11 6 0 0 0,8 2 21 0 0,1-4-15 0 0,-37 2-19 0 0,39-8-11 0 0,6 0 3 0 0,0 0 0 0 0,0 0 0 0 0,0 0-1 0 0,0 0 1 0 0,0 0 0 0 0,0 0-1 0 0,0 0 1 0 0,0 0 0 0 0,0 0-1 0 0,0 0 1 0 0,0 0 0 0 0,0 1-1 0 0,0-1 1 0 0,0 1 0 0 0,0-1-1 0 0,0 1 1 0 0,0-1 0 0 0,0 1-1 0 0,0-1 1 0 0,0 1 0 0 0,-1 1-1 0 0,5 1 26 0 0,-37 12 15 0 0,-21-1-54 0 0,45-2-54 0 0,7-11 67 0 0,2-2 0 0 0,0 1 0 0 0,1 0 0 0 0,-1 0 0 0 0,0 0 0 0 0,0 1 0 0 0,0-1 0 0 0,0 0 0 0 0,1 0 0 0 0,-1 0 0 0 0,0 0 0 0 0,0 1 0 0 0,0-1 0 0 0,1 0 0 0 0,-1 1 0 0 0,0-1 0 0 0,0 1 0 0 0,1-1 0 0 0,-1 1 0 0 0,0-1 0 0 0,1 1 0 0 0,-1-1 0 0 0,1 1 0 0 0,-1 0 0 0 0,1-1 0 0 0,-1 1 0 0 0,1 0 0 0 0,-1-1 0 0 0,1 1 0 0 0,0 0 0 0 0,-1 0 0 0 0,1-1 0 0 0,0 1 0 0 0,-1 0 0 0 0,1 0 0 0 0,0 0 0 0 0,0 0 0 0 0,0 0 0 0 0,0 0-1 0 0,0 0-1 0 0,0-1 1 0 0,-1 1 0 0 0,1-1 0 0 0,0 1-1 0 0,0 0 1 0 0,-1-1 0 0 0,1 1 0 0 0,0-1-1 0 0,0 1 1 0 0,-1-1 0 0 0,1 1-1 0 0,-1-1 1 0 0,1 1 0 0 0,0-1 0 0 0,-1 0-1 0 0,1 1 1 0 0,-1-1 0 0 0,1 0 0 0 0,-1 1-1 0 0,1-1 1 0 0,-1 0 0 0 0,0 1 0 0 0,1-1-1 0 0,-1 0 1 0 0,1 0 0 0 0,-1 0 0 0 0,1 0-1 0 0,-1 1 1 0 0,0-1 0 0 0,1 0-1 0 0,-2 0 1 0 0,2 0 0 0 0,-1 0 1 0 0,0 0-1 0 0,1 0 0 0 0,-1 0 0 0 0,0 0 1 0 0,1 0-1 0 0,-1 0 0 0 0,1 1 0 0 0,-1-1 1 0 0,0 0-1 0 0,1 1 0 0 0,-1-1 0 0 0,1 0 1 0 0,-1 1-1 0 0,1-1 0 0 0,-1 0 0 0 0,0 1 1 0 0,1-1-1 0 0,0 1 0 0 0,-1-1 0 0 0,1 1 1 0 0,-1-1-1 0 0,1 1 0 0 0,0 0 0 0 0,-1-1 1 0 0,1 1-1 0 0,0-1 0 0 0,0 1 0 0 0,-1 0 0 0 0,1-1 1 0 0,0 1-1 0 0,0 1 0 0 0,0-1 5 0 0,0 1-1 0 0,0-1 0 0 0,0 1 0 0 0,0-1 1 0 0,0 1-1 0 0,0-1 0 0 0,0 1 1 0 0,0-1-1 0 0,0 1 0 0 0,-1-1 1 0 0,1 1-1 0 0,-1-1 0 0 0,1 1 1 0 0,-1-1-1 0 0,0 1 0 0 0,0-1 1 0 0,1 0-1 0 0,-1 0 0 0 0,0 1 1 0 0,0-1-1 0 0,0 0 0 0 0,0 0 1 0 0,0 0-1 0 0,0 0 0 0 0,-1 0 0 0 0,1 0 1 0 0,0 0-1 0 0,-1 0 0 0 0,0 0 1 0 0,-3 2-24 0 0,4-1 20 0 0,0 0-1 0 0,0 0 0 0 0,0 0 1 0 0,0 1-1 0 0,1-1 1 0 0,-1 0-1 0 0,1 0 0 0 0,-1 1 1 0 0,1-1-1 0 0,0 0 1 0 0,0 1-1 0 0,0-1 0 0 0,0 0 1 0 0,1 1-1 0 0,-1-1 1 0 0,0 0-1 0 0,1 0 0 0 0,0 1 1 0 0,0-1-1 0 0,-1 0 1 0 0,3 2-1 0 0,1-1 2 0 0,13 12 42 0 0,-13 19-7 0 0,-6-32-39 0 0,13 1-13 0 0,5 0-32 0 0,-10 4 32 0 0,-7-3 19 0 0,1-3-3 0 0,0-1 0 0 0,0 1 0 0 0,1-1 0 0 0,-1 1 0 0 0,0-1 0 0 0,0 1 0 0 0,1-1 0 0 0,-1 1 0 0 0,0-1 0 0 0,0 1 0 0 0,1-1 0 0 0,-1 0 0 0 0,1 1 0 0 0,-1-1 0 0 0,0 1 0 0 0,1-1 0 0 0,-1 0 0 0 0,1 1 0 0 0,-1-1 0 0 0,1 0 0 0 0,-1 0 0 0 0,1 1 0 0 0,-1-1 0 0 0,1 0 0 0 0,-1 0 0 0 0,1 0 0 0 0,0 0 0 0 0,-1 0 0 0 0,1 0 0 0 0,-1 0 0 0 0,1 1 0 0 0,-1-2 0 0 0,1 1 0 0 0,0 0 0 0 0,0 0 0 0 0,-1 0 0 0 0,1 0 0 0 0,0 0 0 0 0,-1 0 0 0 0,1 0 0 0 0,-1 0 0 0 0,1 0 0 0 0,-1 0 0 0 0,1 0 0 0 0,-1 0 0 0 0,1 0 0 0 0,-1 1 0 0 0,1-1 0 0 0,-1 0 0 0 0,1 0 0 0 0,-1 0 0 0 0,1 1 0 0 0,-1-1 0 0 0,1 0 0 0 0,-1 1 0 0 0,0-1 0 0 0,1 0 0 0 0,-1 1 0 0 0,0-1 0 0 0,1 0 0 0 0,-1 1 0 0 0,0-1 0 0 0,1 1 0 0 0,-1-1 0 0 0,0 1 0 0 0,0-1 0 0 0,1 1 0 0 0,-1-1 0 0 0,0 1 0 0 0,0 0 0 0 0,0-1 0 0 0,1 1 0 0 0,-1-1 0 0 0,0 1 0 0 0,0 0 0 0 0,0-1 0 0 0,1 1 0 0 0,-1-1 0 0 0,0 0 0 0 0,1 1 0 0 0,-1-1 0 0 0,1 1 0 0 0,-1-1 0 0 0,0 1 0 0 0,1-1 0 0 0,-1 0 0 0 0,1 1 0 0 0,-1-1 0 0 0,1 0 0 0 0,-1 0 0 0 0,1 1 0 0 0,-1-1 0 0 0,1 0 0 0 0,-1 0 0 0 0,1 0 0 0 0,-1 1 0 0 0,1-1 0 0 0,0 0 0 0 0,-1 0 0 0 0,1 0 0 0 0,-1 0 0 0 0,1 0 0 0 0,-1 0 0 0 0,2-1 0 0 0,-2 1 0 0 0,1 0 0 0 0,-1 0 0 0 0,1 0 0 0 0,-1 0 0 0 0,1 0 0 0 0,-1 0 0 0 0,1 0 0 0 0,0 0 0 0 0,-1 0 0 0 0,1 0 0 0 0,-1 1 0 0 0,1-1 0 0 0,-1 0 0 0 0,1 0 0 0 0,-1 0 0 0 0,0 1 0 0 0,1-1 0 0 0,-1 0 0 0 0,1 1 0 0 0,-1-1 0 0 0,1 0 0 0 0,-1 1 0 0 0,0-1 0 0 0,1 0 0 0 0,-1 1 0 0 0,0-1 0 0 0,1 1 0 0 0,-1-1 0 0 0,0 0 0 0 0,0 1 0 0 0,1-1 0 0 0,-1 1 0 0 0,0 0 0 0 0,36 12 13 0 0,-11-8 41 0 0,-6-3-42 0 0,52 11-11 0 0,-67-13-1 0 0,288 56 0 0 0,-241-53-75 0 0,24-4 57 0 0,14-5 112 0 0,-62 3-95 0 0,6-1 21 0 0,1 1 0 0 0,0 1 0 0 0,44 5 0 0 0,-71-3-20 0 0,159 14 80 0 0,-36-2 0 0 0,-90-6-84 0 0,-2 0 32 0 0,-1-2 0 0 0,54-1 0 0 0,-83-3-31 0 0,79-5-74 0 0,-6-4 90 0 0,-72 6 20 0 0,0 0 0 0 0,0 0-1 0 0,0-1 1 0 0,0-1-1 0 0,-1 1 1 0 0,0-1 0 0 0,1-1-1 0 0,11-10 1 0 0,-16 7-17 0 0,-4 8-16 0 0,0 1 0 0 0,0-1 0 0 0,0 1 0 0 0,0-1 0 0 0,0 1 0 0 0,0-1 0 0 0,0 1-1 0 0,1-1 1 0 0,-1 1 0 0 0,0-1 0 0 0,0 1 0 0 0,0-1 0 0 0,0 1 0 0 0,1 0 0 0 0,-1-1 0 0 0,0 1-1 0 0,1-1 1 0 0,-1 1 0 0 0,0 0 0 0 0,1-1 0 0 0,-1 1 0 0 0,0 0 0 0 0,1-1 0 0 0,-1 1-1 0 0,1 0 1 0 0,0-1 0 0 0,0 0 3 0 0,1 0-1 0 0,0 0 0 0 0,-1 0 0 0 0,1 0 1 0 0,-1-1-1 0 0,1 1 0 0 0,-1-1 1 0 0,0 1-1 0 0,0-1 0 0 0,1 0 1 0 0,-1 1-1 0 0,0-1 0 0 0,0 0 1 0 0,-1 0-1 0 0,1 1 0 0 0,1-4 0 0 0,1-40 39 0 0,-3 43-41 0 0,0 0 2 0 0,0 1 0 0 0,0-1 0 0 0,0 1-1 0 0,0-1 1 0 0,0 0 0 0 0,0 1 0 0 0,0-1-1 0 0,-1 1 1 0 0,1-1 0 0 0,0 1 0 0 0,-1-1 0 0 0,1 1-1 0 0,-1-1 1 0 0,0 1 0 0 0,0-1 0 0 0,1 1 0 0 0,-1-1-1 0 0,0 1 1 0 0,0 0 0 0 0,0 0 0 0 0,0 0-1 0 0,0-1 1 0 0,-1 1 0 0 0,1 0 0 0 0,0 0 0 0 0,-2 0-1 0 0,-4-5 18 0 0,6 5-18 0 0,0 0 1 0 0,1 0-1 0 0,-1 1 1 0 0,0-1-1 0 0,1 0 1 0 0,-1 0-1 0 0,1 0 1 0 0,0 0 0 0 0,-1 0-1 0 0,1 0 1 0 0,0 0-1 0 0,-1 0 1 0 0,1 0-1 0 0,0 0 1 0 0,0 0-1 0 0,0 0 1 0 0,0 0-1 0 0,0 0 1 0 0,0 0-1 0 0,0 0 1 0 0,0 0-1 0 0,1 0 1 0 0,0-2-1 0 0,-1 2 2 0 0,0 0-1 0 0,0 0 0 0 0,1 0 1 0 0,-1 0-1 0 0,0-1 0 0 0,0 1 1 0 0,0 0-1 0 0,0 0 1 0 0,0 0-1 0 0,0 0 0 0 0,0 0 1 0 0,0 0-1 0 0,-1 0 0 0 0,1 0 1 0 0,0 0-1 0 0,0 0 1 0 0,-1 0-1 0 0,1 0 0 0 0,-1 0 1 0 0,1 0-1 0 0,-1 1 1 0 0,0-1-1 0 0,-1-2 0 0 0,-2-1-9 0 0,-5-4 19 0 0,0 1 1 0 0,-1 0-1 0 0,0 0 1 0 0,0 0-1 0 0,0 2 1 0 0,-13-6-1 0 0,-18-8 23 0 0,35 16-28 0 0,0-1 1 0 0,-1 1 0 0 0,0 0-1 0 0,1 1 1 0 0,-12-4-1 0 0,1 2 17 0 0,0-1-1 0 0,-31-14 0 0 0,35 13-8 0 0,-1 1 0 0 0,0 0 0 0 0,0 0 0 0 0,0 2 0 0 0,-16-3 0 0 0,-36-4 33 0 0,12-4-15 0 0,-212-20 127 0 0,236 30-147 0 0,5 3 54 0 0,-101 1 346 0 0,82-3-307 0 0,-3 5 2 0 0,-13-1-162 0 0,50-1 64 0 0,0-1 0 0 0,1 1 0 0 0,-1 1 0 0 0,1 0 0 0 0,-1 0 0 0 0,-16 5 0 0 0,15-2 22 0 0,0-2-1 0 0,0 1 0 0 0,0-2 1 0 0,-12 2-1 0 0,-7 2-18 0 0,-36 13 201 0 0,46-17-214 0 0,15-2-67 0 0,5-3-26 0 0,0 4 72 0 0,0 1 1 0 0,1-1 0 0 0,-1 1 0 0 0,0-1 0 0 0,0 1-1 0 0,1-1 1 0 0,-1 0 0 0 0,0 1 0 0 0,1-1 0 0 0,-1 1-1 0 0,0-1 1 0 0,1 0 0 0 0,-1 1 0 0 0,0-1 0 0 0,1 0-1 0 0,-1 1 1 0 0,1-1 0 0 0,-1 0 0 0 0,1 0 0 0 0,-1 1-1 0 0,1-1 1 0 0,-1 0 0 0 0,1 0 0 0 0,-1 0 0 0 0,1 0-1 0 0,-1 0 1 0 0,1 0 0 0 0,-1 0 0 0 0,1 0-1 0 0,-1 0 1 0 0,1 0 0 0 0,0 0 0 0 0,0 0-20 0 0,-1 0 0 0 0,1 0 0 0 0,-1 0 0 0 0,1 0 0 0 0,0 0 0 0 0,-1 0 0 0 0,1 0 0 0 0,-1 0 0 0 0,1 0 0 0 0,0 0 0 0 0,-1 1 0 0 0,1-1 0 0 0,-1 0 0 0 0,1 0 0 0 0,-1 1-1 0 0,1-1 1 0 0,-1 0 0 0 0,1 1 0 0 0,-1-1 0 0 0,1 0 0 0 0,-1 1 0 0 0,1-1 0 0 0,-1 1 0 0 0,1-1 0 0 0,-1 1 0 0 0,0-1 0 0 0,1 1 0 0 0,-1-1 0 0 0,0 1 0 0 0,0-1 0 0 0,1 1 0 0 0,-1-1 0 0 0,0 1 0 0 0,0 0 0 0 0,0 0-72 0 0,1 0 1 0 0,-1 0-1 0 0,0 0 0 0 0,1 0 0 0 0,-1 0 1 0 0,0 0-1 0 0,1 0 0 0 0,-1 0 1 0 0,1 0-1 0 0,-1-1 0 0 0,1 1 0 0 0,0 0 1 0 0,-1 0-1 0 0,1-1 0 0 0,0 1 1 0 0,-1 0-1 0 0,1-1 0 0 0,0 1 0 0 0,0-1 1 0 0,0 1-1 0 0,0-1 0 0 0,-1 1 1 0 0,2 0-1 0 0,74 42-6731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5:45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0 320 0 0,'-31'18'3842'0'0,"1"1"-1361"0"0,0-6-1360 0 0,30-7-881 0 0,0-12-240 0 0,30 6-2722 0 0,0 0-319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5:47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26 1441 0 0,'-30'-6'4802'0'0,"30"0"-4322"0"0,30 6 0 0 0,-30-7-1840 0 0,30 1-3122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5:58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19 1121 0 0,'-11'-4'835'0'0,"7"1"-525"0"0,-1 1 1 0 0,1 0 0 0 0,-1 0 0 0 0,0 1 0 0 0,0-1-1 0 0,0 1 1 0 0,-6-1 0 0 0,6 2-111 0 0,5 1-190 0 0,0-1 0 0 0,0 1 0 0 0,0 0 0 0 0,0 0 0 0 0,0-1-1 0 0,1 1 1 0 0,-1 0 0 0 0,0-1 0 0 0,-1 1 0 0 0,1 0 0 0 0,0-1 0 0 0,0 1 0 0 0,0 0-1 0 0,0-1 1 0 0,0 1 0 0 0,-1 0 0 0 0,1-1 0 0 0,0 1 0 0 0,-1 0 0 0 0,1-1 0 0 0,0 1 0 0 0,-1-1-1 0 0,1 1 1 0 0,-1-1 0 0 0,1 1 0 0 0,-1 0 0 0 0,-22 2 223 0 0,4 0 1180 0 0,31-2-778 0 0,-8-1 899 0 0,1 0-1454 0 0,317 14 720 0 0,-261-12-508 0 0,76 13 0 0 0,-88-9-89 0 0,-32-7-702 0 0,-26-6-773 0 0,-34-7-2879 0 0,-13 13 482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86 177 3201 0 0,'-50'4'3402'0'0,"45"-7"-3269"0"0,5 2-53 0 0,0 1-75 0 0,0 0 0 0 0,0 0 0 0 0,0 0 0 0 0,0 0-1 0 0,0-1 1 0 0,-1 1 0 0 0,1 0 0 0 0,0 0 0 0 0,0 0-1 0 0,0 0 1 0 0,0-1 0 0 0,0 1 0 0 0,0 0 0 0 0,0 0-1 0 0,0 0 1 0 0,0-1 0 0 0,0 1 0 0 0,0 0 0 0 0,0 0-1 0 0,0 0 1 0 0,0-1 0 0 0,0 1 0 0 0,0 0 0 0 0,0 0-1 0 0,0 0 1 0 0,0-1 0 0 0,0 1 0 0 0,0 0-1 0 0,0 0 1 0 0,0 0 0 0 0,1 0 0 0 0,-1-1 0 0 0,0 1-1 0 0,0 0 1 0 0,0 0 0 0 0,0 0 0 0 0,0 0 0 0 0,0 0-1 0 0,1-1 1 0 0,-1 1 0 0 0,0 0 0 0 0,0 0 0 0 0,0 0-1 0 0,0 0 1 0 0,1 0 0 0 0,-1 0 0 0 0,0 0 0 0 0,0 0-1 0 0,0 0 1 0 0,1 0 0 0 0,-1 0 0 0 0,0 0 0 0 0,0 0-1 0 0,0 0 1 0 0,1 0 0 0 0,-1 0 0 0 0,0 0-1 0 0,0 0 1 0 0,0 0 0 0 0,1 0 0 0 0,-1 0 0 0 0,0 0-1 0 0,0 0 1 0 0,74-39 508 0 0,-48 23-417 0 0,2 1 0 0 0,45-17 0 0 0,72-18 144 0 0,-128 47-209 0 0,60-10 234 0 0,-75 12-251 0 0,1 1 0 0 0,0 0 0 0 0,0 0-1 0 0,-1 0 1 0 0,1 0 0 0 0,0 0 0 0 0,0 1 0 0 0,-1-1 0 0 0,1 1-1 0 0,0 0 1 0 0,-1-1 0 0 0,1 1 0 0 0,-1 0 0 0 0,1 1 0 0 0,-1-1 0 0 0,1 0-1 0 0,-1 1 1 0 0,0-1 0 0 0,0 1 0 0 0,4 4 0 0 0,9 32 199 0 0,7-2-119 0 0,-10-16-52 0 0,-1 1 0 0 0,11 26 0 0 0,-19-41-38 0 0,-1 1 0 0 0,0-1-1 0 0,0 1 1 0 0,-1 0-1 0 0,1 0 1 0 0,-2-1-1 0 0,1 1 1 0 0,-1 0 0 0 0,0 0-1 0 0,0 0 1 0 0,-1 0-1 0 0,-2 11 1 0 0,-1-8 19 0 0,0 1 1 0 0,0-1-1 0 0,-1 0 0 0 0,-1 0 1 0 0,0-1-1 0 0,0 0 0 0 0,-1 0 1 0 0,0 0-1 0 0,0-1 0 0 0,-1 0 1 0 0,0 0-1 0 0,-14 10 0 0 0,3-5 42 0 0,0 0 0 0 0,-1-1-1 0 0,-1-1 1 0 0,-43 17 0 0 0,54-24-80 0 0,0 0 0 0 0,-1 0-1 0 0,0-1 1 0 0,0 0 0 0 0,0-1 0 0 0,0 0 0 0 0,0-1 0 0 0,0 0 0 0 0,-1-1 0 0 0,1 0 0 0 0,0-1-1 0 0,0 0 1 0 0,0-1 0 0 0,-22-5 0 0 0,13 1 2 0 0,-77-24-125 0 0,90 28 122 0 0,0-1-1 0 0,0 0 0 0 0,1 0 1 0 0,-1-1-1 0 0,1 0 1 0 0,0 0-1 0 0,0-1 0 0 0,0 1 1 0 0,0-1-1 0 0,-8-10 1 0 0,13 14 14 0 0,1 0 0 0 0,-1 1 0 0 0,1-1 0 0 0,-1 0 0 0 0,1 0 0 0 0,-1 0 0 0 0,1 0 0 0 0,-1 0 0 0 0,1 1 0 0 0,0-1 0 0 0,0 0 0 0 0,-1 0 0 0 0,1 0 0 0 0,0 0 0 0 0,0 0 0 0 0,0 0 0 0 0,0 0 0 0 0,0 0 0 0 0,0 0 0 0 0,0 0 0 0 0,0 0 0 0 0,1 0 0 0 0,-1 0 0 0 0,0 0 1 0 0,1 0-1 0 0,-1 0 0 0 0,0 1 0 0 0,1-1 0 0 0,-1 0 0 0 0,1 0 0 0 0,-1 0 0 0 0,1 0 0 0 0,0 1 0 0 0,-1-1 0 0 0,1 0 0 0 0,0 1 0 0 0,-1-1 0 0 0,1 0 0 0 0,0 1 0 0 0,0-1 0 0 0,1 0 0 0 0,40-13-12 0 0,-37 13 17 0 0,11-2 23 0 0,0 2-1 0 0,1 0 1 0 0,-1 0-1 0 0,0 2 0 0 0,0 0 1 0 0,0 1-1 0 0,0 1 1 0 0,0 0-1 0 0,-1 1 1 0 0,1 0-1 0 0,25 12 0 0 0,15 9 216 0 0,79 48-1 0 0,-110-58-185 0 0,-9-5-104 0 0,1 0 0 0 0,0-1 0 0 0,1 0 0 0 0,0-1 0 0 0,0-1 0 0 0,1-1 0 0 0,-1-1 0 0 0,32 5 0 0 0,-12-3-962 0 0,-31-5 536 0 0,1-1 0 0 0,0 1 0 0 0,0-2 0 0 0,-1 1 1 0 0,1-1-1 0 0,8-1 0 0 0,34-5-2953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6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272 112 1921 0 0,'-1'25'1150'0'0,"-1"0"1"0"0,-2-1-1 0 0,-9 37 1 0 0,8-39-1004 0 0,4-15-112 0 0,0 0 1 0 0,1 0 0 0 0,0 0-1 0 0,0-1 1 0 0,0 1-1 0 0,1 0 1 0 0,0 0 0 0 0,0 0-1 0 0,1 0 1 0 0,0-1-1 0 0,4 13 1 0 0,3 8 177 0 0,-5-11-65 0 0,-2-7 2 0 0,1 0 0 0 0,0 0-1 0 0,0 0 1 0 0,0 0 0 0 0,10 15 0 0 0,-11-21-124 0 0,1 0-1 0 0,-1 0 1 0 0,1 0 0 0 0,-1-1-1 0 0,1 1 1 0 0,0-1 0 0 0,0 0 0 0 0,0 0-1 0 0,0 0 1 0 0,1 0 0 0 0,-1-1-1 0 0,0 1 1 0 0,1-1 0 0 0,-1 0-1 0 0,1 0 1 0 0,0 0 0 0 0,-1 0-1 0 0,1 0 1 0 0,7-1 0 0 0,15-1 5 0 0,1-1 0 0 0,-1-1 0 0 0,0-1 0 0 0,0-1 0 0 0,44-16 0 0 0,-68 20-29 0 0,0 1 0 0 0,1-1-1 0 0,-1 0 1 0 0,0 0-1 0 0,0-1 1 0 0,0 1-1 0 0,-1 0 1 0 0,1 0-1 0 0,0-1 1 0 0,0 1 0 0 0,-1-1-1 0 0,1 0 1 0 0,-1 1-1 0 0,1-1 1 0 0,-1 0-1 0 0,0 0 1 0 0,0 0-1 0 0,0 0 1 0 0,0 0-1 0 0,0 0 1 0 0,0 0 0 0 0,0-1-1 0 0,-1 1 1 0 0,1 0-1 0 0,-1 0 1 0 0,0 0-1 0 0,1-4 1 0 0,-1-3 1 0 0,-1 0 1 0 0,0 0-1 0 0,0-1 0 0 0,-1 1 1 0 0,0 0-1 0 0,-4-8 0 0 0,-2-6-96 0 0,-1 1 0 0 0,-1 1 1 0 0,-1 0-1 0 0,-1 0 0 0 0,-1 1 0 0 0,0 1 0 0 0,-2 0 0 0 0,0 1 0 0 0,-1 0 1 0 0,-1 1-1 0 0,0 1 0 0 0,-26-18 0 0 0,29 24-49 0 0,0 0 1 0 0,-1 1 0 0 0,0 1-1 0 0,0 0 1 0 0,-1 1-1 0 0,0 1 1 0 0,0 0-1 0 0,0 1 1 0 0,-1 1-1 0 0,0 0 1 0 0,0 2-1 0 0,0 0 1 0 0,0 0-1 0 0,0 2 1 0 0,0 0-1 0 0,0 1 1 0 0,-1 1 0 0 0,-25 5-1 0 0,-17 12-3886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58 1841 0 0,'-43'12'1713'0'0,"24"-6"-887"0"0,-1 0 0 0 0,1-2 0 0 0,-1 0 0 0 0,0-1 0 0 0,-25 0 1 0 0,25-3-494 0 0,10-7-133 0 0,3 4-184 0 0,6 3-9 0 0,0 0 0 0 0,0 0 0 0 0,0 0-1 0 0,1-1 1 0 0,-1 1 0 0 0,0 0 0 0 0,0-1 0 0 0,0 1-1 0 0,1 0 1 0 0,-1-1 0 0 0,0 1 0 0 0,0-1 0 0 0,1 0-1 0 0,-1 1 1 0 0,0-1 0 0 0,1 1 0 0 0,-1-1-1 0 0,1 0 1 0 0,-1 1 0 0 0,1-1 0 0 0,-1 0 0 0 0,1 0-1 0 0,-1 1 1 0 0,1-1 0 0 0,0 0 0 0 0,-1 0 0 0 0,1 0-1 0 0,0 0 1 0 0,0 1 0 0 0,0-1 0 0 0,0 0-1 0 0,0-1 1 0 0,5-2 87 0 0,-4 4-65 0 0,0 0-18 0 0,0 0-1 0 0,0 0 1 0 0,0 0 0 0 0,0 0-1 0 0,0 0 1 0 0,0 0 0 0 0,0 0-1 0 0,0 0 1 0 0,0-1 0 0 0,0 1-1 0 0,0 0 1 0 0,0-1 0 0 0,0 1-1 0 0,0-1 1 0 0,0 1 0 0 0,0-1-1 0 0,-1 1 1 0 0,1-1 0 0 0,0 0-1 0 0,0 1 1 0 0,-1-1 0 0 0,1 0-1 0 0,0 0 1 0 0,-1 0 0 0 0,2-1-1 0 0,0 1 33 0 0,-1-1 0 0 0,1 0-1 0 0,0 1 1 0 0,0-1 0 0 0,0 1 0 0 0,1 0-1 0 0,-1 0 1 0 0,0 0 0 0 0,0 0-1 0 0,1 0 1 0 0,-1 0 0 0 0,1 1-1 0 0,-1-1 1 0 0,3 1 0 0 0,176-27 1224 0 0,-168 26-1229 0 0,23-3 222 0 0,1 2 0 0 0,65 5 1 0 0,-89-1-168 0 0,-1 0 0 0 0,1 0 0 0 0,-1 2 0 0 0,0-1 0 0 0,0 2 0 0 0,0 0 0 0 0,0 0 0 0 0,-1 1 0 0 0,0 0 0 0 0,0 1 0 0 0,-1 0 0 0 0,12 11 0 0 0,-2 0 59 0 0,-1 1 0 0 0,-1 0 0 0 0,0 2 0 0 0,18 28 0 0 0,-35-46-139 0 0,1 0 0 0 0,-1 0 0 0 0,0 0 1 0 0,0 0-1 0 0,-1 0 0 0 0,1 1 0 0 0,-1-1 0 0 0,1 0 1 0 0,-1 0-1 0 0,0 0 0 0 0,0 0 0 0 0,0 1 0 0 0,-1-1 1 0 0,1 0-1 0 0,-1 0 0 0 0,0 0 0 0 0,0 0 0 0 0,0 0 0 0 0,0 0 1 0 0,0 0-1 0 0,-1 0 0 0 0,1 0 0 0 0,-1-1 0 0 0,0 1 1 0 0,0 0-1 0 0,0-1 0 0 0,0 0 0 0 0,0 1 0 0 0,0-1 0 0 0,-5 3 1 0 0,-5 5 56 0 0,1-1 0 0 0,-2-1 1 0 0,1 0-1 0 0,-28 12 0 0 0,2-2 86 0 0,11-4 99 0 0,-2-1-1 0 0,1-2 1 0 0,-55 14-1 0 0,65-26-77 0 0,11-2-567 0 0,16 0 306 0 0,-1 1 0 0 0,1-1 0 0 0,-1-1 0 0 0,16-8 0 0 0,38-16-3 0 0,50-5-100 0 0,208-33 0 0 0,-300 63 154 0 0,4-1 25 0 0,-1 0 1 0 0,1 2-1 0 0,39 1 0 0 0,-59 1 16 0 0,0 0 0 0 0,0 0 1 0 0,1 1-1 0 0,-1 0 0 0 0,0-1 1 0 0,0 1-1 0 0,0 1 0 0 0,0-1 1 0 0,0 1-1 0 0,-1-1 0 0 0,1 1 1 0 0,0 0-1 0 0,-1 0 0 0 0,1 1 1 0 0,-1-1-1 0 0,0 1 0 0 0,0 0 1 0 0,0 0-1 0 0,0 0 0 0 0,0 0 0 0 0,-1 0 1 0 0,1 0-1 0 0,-1 1 0 0 0,0 0 1 0 0,0-1-1 0 0,3 8 0 0 0,-4-5 9 0 0,0-1-1 0 0,0 1 1 0 0,0-1 0 0 0,-1 1-1 0 0,1-1 1 0 0,-2 1-1 0 0,1 0 1 0 0,0-1-1 0 0,-1 1 1 0 0,0-1-1 0 0,0 1 1 0 0,-1-1-1 0 0,0 0 1 0 0,0 1-1 0 0,0-1 1 0 0,0 0-1 0 0,-1 0 1 0 0,0 0-1 0 0,0-1 1 0 0,0 1 0 0 0,-1-1-1 0 0,1 1 1 0 0,-1-1-1 0 0,-8 6 1 0 0,-3 3 76 0 0,0-1 1 0 0,0-1-1 0 0,-1-1 0 0 0,-1 0 1 0 0,0-1-1 0 0,-20 7 1 0 0,-14 8 223 0 0,27-12-236 0 0,0-1 0 0 0,-38 11 0 0 0,38-16-296 0 0,0-1 0 0 0,1-1 0 0 0,-2-1 1 0 0,1-1-1 0 0,0-1 0 0 0,0-2 0 0 0,0 0 1 0 0,-1-1-1 0 0,-45-11 0 0 0,63 10-33 0 0,0-1-1 0 0,0 1 0 0 0,0-1 1 0 0,1-1-1 0 0,0 1 1 0 0,0-1-1 0 0,0 0 0 0 0,0-1 1 0 0,1 1-1 0 0,0-1 1 0 0,0 0-1 0 0,0 0 0 0 0,1-1 1 0 0,0 1-1 0 0,0-1 1 0 0,1 0-1 0 0,-6-15 0 0 0,6 12-170 0 0,-1 0 0 0 0,1 0 0 0 0,1-1-1 0 0,0 1 1 0 0,1-1 0 0 0,0 0 0 0 0,0 0 0 0 0,1 1-1 0 0,1-1 1 0 0,0 0 0 0 0,0 1 0 0 0,4-16 0 0 0,2 9-755 0 0,0 1 0 0 0,1 0 0 0 0,16-24 0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79 640 0 0,'-5'0'1694'0'0,"-22"1"-317"0"0,0 1 0 0 0,0 0-1 0 0,-46 13 1 0 0,57-11-1153 0 0,1 0 0 0 0,-1 2-1 0 0,1 0 1 0 0,1 1 0 0 0,-1 0 0 0 0,1 1-1 0 0,-24 19 1 0 0,-12 7 607 0 0,43-30-729 0 0,0 1 1 0 0,0-1-1 0 0,0 1 0 0 0,1 0 1 0 0,-1 1-1 0 0,1-1 0 0 0,1 1 1 0 0,-1 1-1 0 0,-6 9 0 0 0,4-5 124 0 0,-1-1 0 0 0,0 1 0 0 0,-17 14 1 0 0,3-2 69 0 0,22-22-285 0 0,0 0-1 0 0,0 0 1 0 0,1-1 0 0 0,-1 1-1 0 0,1 0 1 0 0,-1 0 0 0 0,1 0 0 0 0,-1 0-1 0 0,1 0 1 0 0,0 0 0 0 0,-1 0 0 0 0,1 0-1 0 0,0 0 1 0 0,0 0 0 0 0,0 0 0 0 0,-1 0-1 0 0,1 0 1 0 0,0 0 0 0 0,1 0-1 0 0,-1 0 1 0 0,0 0 0 0 0,0 0 0 0 0,0 0-1 0 0,0 0 1 0 0,1 0 0 0 0,-1 0 0 0 0,1 0-1 0 0,-1 0 1 0 0,1 0 0 0 0,-1 0-1 0 0,1 0 1 0 0,-1-1 0 0 0,1 1 0 0 0,0 0-1 0 0,0 1 1 0 0,32 22 118 0 0,-22-17-71 0 0,13 14 18 0 0,-18-15-56 0 0,0-1 0 0 0,0 1-1 0 0,1-1 1 0 0,-1-1 0 0 0,1 1 0 0 0,1-1-1 0 0,-1-1 1 0 0,11 5 0 0 0,16 4 11 0 0,0-2 1 0 0,1-2 0 0 0,0-1-1 0 0,0-1 1 0 0,0-2-1 0 0,61-2 1 0 0,-73-2-88 0 0,0-2-1 0 0,0 0 1 0 0,-1-2 0 0 0,1-1 0 0 0,-1 0 0 0 0,0-2-1 0 0,0 0 1 0 0,0-2 0 0 0,-1 0 0 0 0,-1-1 0 0 0,22-15-1 0 0,-40 24 42 0 0,0-1-1 0 0,0 1 1 0 0,0 0-1 0 0,0-1 1 0 0,0 0-1 0 0,0 1 0 0 0,0-1 1 0 0,-1 0-1 0 0,1 0 1 0 0,-1 0-1 0 0,1 0 1 0 0,-1 0-1 0 0,0-1 1 0 0,0 1-1 0 0,0 0 1 0 0,0 0-1 0 0,0-1 0 0 0,0 1 1 0 0,-1-1-1 0 0,1-4 1 0 0,-1 3-11 0 0,-1-1 0 0 0,0 0 1 0 0,0 0-1 0 0,0 0 0 0 0,-1 1 0 0 0,0-1 1 0 0,1 1-1 0 0,-4-5 0 0 0,-1-4-43 0 0,-10-28-204 0 0,11 26 139 0 0,-1 0-1 0 0,0 1 1 0 0,-1 0-1 0 0,0 0 0 0 0,-16-22 1 0 0,10 22 91 0 0,-1 1 0 0 0,0 0 0 0 0,-1 1 1 0 0,0 0-1 0 0,-1 1 0 0 0,-30-15 0 0 0,10 8 63 0 0,-1 2 0 0 0,-39-12 0 0 0,61 22-78 0 0,-1 2 0 0 0,0-1 0 0 0,1 2 1 0 0,-1 0-1 0 0,0 1 0 0 0,-1 1 0 0 0,1 0 0 0 0,0 1 1 0 0,0 1-1 0 0,0 1 0 0 0,-25 5 0 0 0,34-6-119 0 0,1 1 0 0 0,-1 0 1 0 0,1 1-1 0 0,0-1 0 0 0,0 1 0 0 0,-5 4 0 0 0,10-7 145 0 0,0 1 0 0 0,0-1 0 0 0,1 0 0 0 0,-1 1 0 0 0,0-1 0 0 0,0 1 0 0 0,0-1 0 0 0,1 1 0 0 0,-1-1-1 0 0,0 1 1 0 0,1-1 0 0 0,-1 1 0 0 0,1 0 0 0 0,-1-1 0 0 0,1 1 0 0 0,-1 0 0 0 0,1 0 0 0 0,-1-1 0 0 0,1 1 0 0 0,-1 0 0 0 0,1 0 0 0 0,0 0 0 0 0,0 0 0 0 0,-1-1-1 0 0,1 1 1 0 0,0 0 0 0 0,0 0 0 0 0,0 0 0 0 0,0 0 0 0 0,0 0 0 0 0,0 0 0 0 0,0 0 0 0 0,0-1 0 0 0,1 1 0 0 0,-1 0 0 0 0,0 0 0 0 0,0 0 0 0 0,1 0 0 0 0,-1-1-1 0 0,0 1 1 0 0,1 0 0 0 0,-1 0 0 0 0,1-1 0 0 0,-1 1 0 0 0,1 0 0 0 0,0 0 0 0 0,-1-1 0 0 0,1 1 0 0 0,0 0 0 0 0,13 7-343 0 0,0-2 0 0 0,1 1 0 0 0,-1-2 0 0 0,1 1 1 0 0,1-2-1 0 0,-1 0 0 0 0,0-1 0 0 0,1-1 0 0 0,21 1 0 0 0,54-1-2092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3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53 4722 0 0,'-67'22'2193'0'0,"32"-12"-1559"0"0,0 1-1 0 0,-47 24 1 0 0,74-31-557 0 0,1 0 0 0 0,-1 0-1 0 0,1 1 1 0 0,0 0 0 0 0,0 0 0 0 0,1 0 0 0 0,0 1-1 0 0,0 0 1 0 0,0 1 0 0 0,1-1 0 0 0,0 1-1 0 0,0 0 1 0 0,0 0 0 0 0,1 1 0 0 0,-6 13 0 0 0,9-17-25 0 0,0 1 0 0 0,1-1 1 0 0,-1 1-1 0 0,1-1 0 0 0,0 1 1 0 0,0-1-1 0 0,0 1 0 0 0,1-1 1 0 0,0 1-1 0 0,0-1 0 0 0,0 1 1 0 0,0-1-1 0 0,0 0 0 0 0,1 0 1 0 0,0 0-1 0 0,0 0 0 0 0,0 0 1 0 0,1 0-1 0 0,-1 0 0 0 0,1 0 1 0 0,0-1-1 0 0,0 0 0 0 0,0 1 1 0 0,0-1-1 0 0,6 4 0 0 0,17 13 97 0 0,1-1-1 0 0,0-2 1 0 0,1-1 0 0 0,0-1-1 0 0,2-1 1 0 0,38 12 0 0 0,185 47 104 0 0,-161-53-251 0 0,1-3 1 0 0,0-5-1 0 0,1-4 0 0 0,-1-4 0 0 0,101-8 0 0 0,-147 1-89 0 0,-1-1-1 0 0,71-17 1 0 0,-101 16 3 0 0,0 0 0 0 0,1-1 0 0 0,-2 0 0 0 0,1-1 0 0 0,-1-1 0 0 0,0-1-1 0 0,0 0 1 0 0,-1-1 0 0 0,-1 0 0 0 0,17-16 0 0 0,-25 21 35 0 0,0 0 1 0 0,0-1-1 0 0,0 0 0 0 0,-1 1 0 0 0,0-1 0 0 0,0-1 0 0 0,-1 1 0 0 0,0 0 1 0 0,0-1-1 0 0,0 0 0 0 0,2-11 0 0 0,-4 14 28 0 0,-1-1 0 0 0,1 0 0 0 0,-1 0 0 0 0,-1 0-1 0 0,1 0 1 0 0,-1 0 0 0 0,1 0 0 0 0,-1 0 0 0 0,-1 0 0 0 0,1 0 0 0 0,-1 1 0 0 0,0-1 0 0 0,0 1 0 0 0,0-1 0 0 0,-1 1-1 0 0,1 0 1 0 0,-1 0 0 0 0,-6-7 0 0 0,-9-9 9 0 0,-2 1-1 0 0,0 1 1 0 0,-1 1-1 0 0,-1 1 1 0 0,0 1-1 0 0,-25-13 1 0 0,-5 0 55 0 0,-103-38 1 0 0,103 49-137 0 0,-1 3 0 0 0,0 2 0 0 0,-1 2-1 0 0,-1 2 1 0 0,-69 0 0 0 0,83 8-352 0 0,0 1-1 0 0,0 2 1 0 0,0 1 0 0 0,0 3-1 0 0,1 1 1 0 0,0 2 0 0 0,-48 19-1 0 0,78-25 10 0 0,0 1-1 0 0,0 1 1 0 0,0 0-1 0 0,1 0 1 0 0,-11 9-1 0 0,14-9 82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561 193 1361 0 0,'-36'9'2223'0'0,"-64"9"-1"0"0,63-13-1563 0 0,-62 18-1 0 0,71-15-362 0 0,19-6-161 0 0,0 0 0 0 0,0 1 1 0 0,0 0-1 0 0,1 1 0 0 0,-16 8 0 0 0,-56 25 773 0 0,20-12-188 0 0,49-11-160 0 0,8-12-489 0 0,1-2-52 0 0,1 0 1 0 0,0 1-1 0 0,0-1 1 0 0,0 0-1 0 0,0 1 1 0 0,0-1-1 0 0,0 1 1 0 0,0 0 0 0 0,0-1-1 0 0,0 1 1 0 0,0-1-1 0 0,0 1 1 0 0,0 0-1 0 0,0 0 1 0 0,0 0-1 0 0,1 0 1 0 0,-1 0 0 0 0,0-1-1 0 0,1 1 1 0 0,-1 0-1 0 0,0 0 1 0 0,0 2-1 0 0,1-2 4 0 0,0-1 0 0 0,-1 1 0 0 0,1 0 0 0 0,-1-1 0 0 0,0 1-1 0 0,1 0 1 0 0,-1-1 0 0 0,1 1 0 0 0,-1-1 0 0 0,0 1 0 0 0,1-1-1 0 0,-1 1 1 0 0,0-1 0 0 0,0 1 0 0 0,1-1 0 0 0,-1 0 0 0 0,0 1-1 0 0,0-1 1 0 0,0 0 0 0 0,-1 1 0 0 0,1 0 421 0 0,18-2-208 0 0,-12 1-235 0 0,316-28 653 0 0,699-76 2494 0 0,-598 57-2206 0 0,302-25-84 0 0,-322 52-597 0 0,75-7-1389 0 0,-461 26 702 0 0,1 0-1 0 0,-1-2 0 0 0,26-7 0 0 0,-41 9 255 0 0,1 0 0 0 0,-1 0 0 0 0,0 0 0 0 0,0 0 1 0 0,1 0-1 0 0,-1-1 0 0 0,0 1 0 0 0,0 0 0 0 0,0-1 0 0 0,0 1 0 0 0,-1-1 1 0 0,1 1-1 0 0,0-1 0 0 0,0 0 0 0 0,-1 1 0 0 0,1-1 0 0 0,-1 1 0 0 0,0-1 1 0 0,1 0-1 0 0,-1 0 0 0 0,0 1 0 0 0,0-1 0 0 0,0 0 0 0 0,0 1 0 0 0,-1-1 1 0 0,1 0-1 0 0,0 0 0 0 0,-1-2 0 0 0,0-3-1007 0 0,1-15-3143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3522 0 0,'-86'25'4748'0'0,"237"-18"-3267"0"0,-55-1-1524 0 0,0-4-1 0 0,-1-5 1 0 0,176-27 0 0 0,-211 23-1198 0 0,-55 7 134 0 0,-15 1-2948 0 0,-40 4 1600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7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97 1361 0 0,'-30'19'4562'0'0,"-30"0"-3362"0"0,60-1-800 0 0,0-5 241 0 0,0 1 79 0 0,60-3-80 0 0,-30 8-239 0 0,0 1-161 0 0,61-20-240 0 0,-1 0 80 0 0,31-20-240 0 0,90-43-561 0 0,-66-6-879 0 0,-24-8-2082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8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1 306 1441 0 0,'0'-1'126'0'0,"0"-1"0"0"0,0 0 0 0 0,0 1 0 0 0,0-1 0 0 0,0 0 0 0 0,1 1 0 0 0,-1-1 0 0 0,1 1 0 0 0,-1-1 0 0 0,1 1 0 0 0,0-1 0 0 0,0 1 0 0 0,-1-1 0 0 0,1 1 1 0 0,0 0-1 0 0,0-1 0 0 0,0 1 0 0 0,1 0 0 0 0,-1 0 0 0 0,1-1 0 0 0,0 0-52 0 0,-1 1 0 0 0,0 0 0 0 0,1 0 0 0 0,-1-1 0 0 0,0 1 0 0 0,0 0 0 0 0,0-1 0 0 0,0 1 0 0 0,-1-1 0 0 0,1 1 0 0 0,0-1 0 0 0,0 0 0 0 0,-1 1 0 0 0,1-1 0 0 0,-1 0 0 0 0,0 1 0 0 0,1-1 0 0 0,-1 0 1 0 0,0 0-1 0 0,0-1 0 0 0,1-16 271 0 0,-1 11-275 0 0,1 0 0 0 0,-1 1 1 0 0,0-1-1 0 0,-1 1 0 0 0,0-1 0 0 0,0 0 0 0 0,-3-9 1 0 0,-4 0-31 0 0,6 13-32 0 0,0 1 0 0 0,0-1 0 0 0,1 0 0 0 0,-1 0-1 0 0,1 1 1 0 0,-1-1 0 0 0,1 0 0 0 0,1 0 0 0 0,-1 0-1 0 0,0 0 1 0 0,1 0 0 0 0,0-1 0 0 0,0 1 0 0 0,0 0-1 0 0,1 0 1 0 0,1-7 0 0 0,9-9 35 0 0,-10 18-27 0 0,1 0-1 0 0,0-1 0 0 0,-1 1 0 0 0,0-1 0 0 0,0 1 0 0 0,1-1 0 0 0,-2 1 1 0 0,1-1-1 0 0,0 0 0 0 0,0 0 0 0 0,-1 1 0 0 0,1-6 0 0 0,-1 7 79 0 0,5 1 52 0 0,20 0 415 0 0,-20 6 12 0 0,2-4-511 0 0,7 8 439 0 0,-10 25 70 0 0,-3-17-524 0 0,1 1 0 0 0,1-2 1 0 0,1 1-1 0 0,0 0 0 0 0,1-1 0 0 0,1 0 0 0 0,0 0 1 0 0,2 0-1 0 0,0-1 0 0 0,0 0 0 0 0,2 0 0 0 0,21 26 1 0 0,32 53-206 0 0,14 17-191 0 0,38 19-465 0 0,-105-118 536 0 0,19 21-33 0 0,-28-33 232 0 0,-1 0 0 0 0,1-1-1 0 0,0 1 1 0 0,0 0 0 0 0,-1-1 0 0 0,1 1 0 0 0,0 0-1 0 0,0-1 1 0 0,0 1 0 0 0,0-1 0 0 0,0 0 0 0 0,0 1-1 0 0,0-1 1 0 0,0 0 0 0 0,-1 1 0 0 0,1-1 0 0 0,0 0 0 0 0,0 0-1 0 0,0 0 1 0 0,1 0 0 0 0,-1 0 0 0 0,0 0 0 0 0,0 0-1 0 0,0 0 1 0 0,0 0 0 0 0,0 0 0 0 0,-1-1 0 0 0,1 1-1 0 0,0 0 1 0 0,0-1 0 0 0,0 1 0 0 0,0-1 0 0 0,1 0 0 0 0,23-16-2363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9 400 0 0,'37'1'1448'0'0,"-18"0"-777"0"0,1-1 0 0 0,0 0 0 0 0,0-2 0 0 0,20-4-1 0 0,-20 5-443 0 0,-15 1 107 0 0,-1-1-174 0 0,-194 31 2428 0 0,164-28-2354 0 0,13-1-110 0 0,0 0 0 0 0,0 0 0 0 0,0 2 0 0 0,1-1 1 0 0,0 2-1 0 0,-1-1 0 0 0,-13 8 0 0 0,25-11-121 0 0,1 0 0 0 0,0 0 0 0 0,0 0 0 0 0,-1 0-1 0 0,1 1 1 0 0,0-1 0 0 0,-1 0 0 0 0,1 0 0 0 0,0 0 0 0 0,0 0 0 0 0,-1 1 0 0 0,1-1 0 0 0,0 0 0 0 0,0 0 0 0 0,0 1 0 0 0,-1-1 0 0 0,1 0 0 0 0,0 0 0 0 0,0 1 0 0 0,0-1 0 0 0,0 0-1 0 0,0 1 1 0 0,0-1 0 0 0,-1 0 0 0 0,1 1 0 0 0,0-1 0 0 0,0 0 0 0 0,0 0 0 0 0,0 1 0 0 0,0-1 0 0 0,0 0 0 0 0,0 1 0 0 0,0-1 0 0 0,0 0 0 0 0,1 1 0 0 0,-1-1 0 0 0,0 0-1 0 0,0 1 1 0 0,0-1 0 0 0,0 0 0 0 0,0 0 0 0 0,0 1 0 0 0,1-1 0 0 0,-1 0 0 0 0,0 0 0 0 0,0 1 0 0 0,0-1 0 0 0,1 0 0 0 0,-1 0 0 0 0,0 1 0 0 0,0-1 0 0 0,1 0 0 0 0,-1 0 0 0 0,0 0-1 0 0,0 0 1 0 0,1 1 0 0 0,-1-1 0 0 0,1 0 0 0 0,27 8-57 0 0,1-1 0 0 0,0-1 1 0 0,0-2-1 0 0,37 1 0 0 0,23 4-64 0 0,-53-5 79 0 0,5 1-14 0 0,57 14 0 0 0,-88-17 54 0 0,0 1 0 0 0,0 1 0 0 0,-1-1 0 0 0,1 1 0 0 0,-1 1 0 0 0,0 0 0 0 0,0 0 0 0 0,-1 1 0 0 0,0 0 0 0 0,0 0 0 0 0,9 10 0 0 0,-14-14 13 0 0,-1 1 1 0 0,0 0-1 0 0,1-1 1 0 0,-1 1-1 0 0,-1 0 1 0 0,1 0-1 0 0,0 0 1 0 0,-1 0-1 0 0,1 0 1 0 0,-1 1-1 0 0,0-1 1 0 0,0 0-1 0 0,0 1 0 0 0,-1-1 1 0 0,1 1-1 0 0,-1-1 1 0 0,1 1-1 0 0,-1-1 1 0 0,-1 1-1 0 0,1-1 1 0 0,0 1-1 0 0,-1-1 1 0 0,0 0-1 0 0,1 1 1 0 0,-1-1-1 0 0,-1 0 1 0 0,1 1-1 0 0,0-1 0 0 0,-1 0 1 0 0,-2 3-1 0 0,-3 13 72 0 0,3-7-10 0 0,1-4-22 0 0,1 1 1 0 0,-1-1 0 0 0,-1 0-1 0 0,0 0 1 0 0,0-1 0 0 0,0 1-1 0 0,-1-1 1 0 0,0 0 0 0 0,0 0 0 0 0,-1 0-1 0 0,0-1 1 0 0,-9 8 0 0 0,-3 0-140 0 0,0 0 0 0 0,0-1 0 0 0,-2-1 0 0 0,1-1 1 0 0,-1-1-1 0 0,-1-1 0 0 0,0 0 0 0 0,0-2 0 0 0,-1 0 1 0 0,0-1-1 0 0,0-2 0 0 0,0 0 0 0 0,-30 1 0 0 0,39-5-395 0 0,0-1-1 0 0,0 0 0 0 0,0-1 1 0 0,0-1-1 0 0,-15-4 0 0 0,25 6 391 0 0,-57-21-2378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0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1 320 0 0,'-121'27'5126'0'0,"71"-17"-4167"0"0,1 2 0 0 0,-52 20 1 0 0,11 4-429 0 0,-182 84 365 0 0,257-111-872 0 0,1 1 1 0 0,0 1-1 0 0,0 0 0 0 0,1 1 0 0 0,0 0 1 0 0,1 1-1 0 0,1 1 0 0 0,0 0 0 0 0,1 0 1 0 0,-9 17-1 0 0,16-21-11 0 0,0 1 1 0 0,1-1-1 0 0,0 1 0 0 0,1 0 1 0 0,0-1-1 0 0,0 1 0 0 0,1 0 1 0 0,1 0-1 0 0,0 0 0 0 0,0-1 1 0 0,4 14-1 0 0,-2-9 4 0 0,1-1 0 0 0,1 0 0 0 0,0 0 0 0 0,1 0 0 0 0,0 0 0 0 0,1-1 0 0 0,10 13 0 0 0,8 10 50 0 0,32 33 1 0 0,-21-27-46 0 0,-19-19-28 0 0,1-2 0 0 0,0 0 0 0 0,2-1 0 0 0,0-1 0 0 0,1-1 0 0 0,1 0 0 0 0,0-2 0 0 0,2-1 0 0 0,0 0 0 0 0,31 12 0 0 0,82 32 50 0 0,3-7 0 0 0,2-6 0 0 0,156 30 0 0 0,-174-52-58 0 0,0-6 0 0 0,1-5 0 0 0,1-6 0 0 0,135-9 0 0 0,-205-2 26 0 0,0-2-1 0 0,0-3 0 0 0,-1-2 1 0 0,67-23-1 0 0,-95 24-19 0 0,1-1-1 0 0,-1-1 1 0 0,-1-1 0 0 0,0-2-1 0 0,-1-1 1 0 0,-1 0 0 0 0,0-2-1 0 0,-2-1 1 0 0,33-34 0 0 0,-22 17-229 0 0,-2-1-1 0 0,37-57 1 0 0,-61 83 182 0 0,-1 0 0 0 0,0-1 0 0 0,0 0 0 0 0,-1 0 0 0 0,-1 0 0 0 0,0 0 1 0 0,0-1-1 0 0,-1 1 0 0 0,-1-1 0 0 0,0 0 0 0 0,-1 0 0 0 0,-1 0 0 0 0,-1-23 0 0 0,-1 26 49 0 0,0 0-1 0 0,-1 1 1 0 0,0-1-1 0 0,0 1 1 0 0,-1 0-1 0 0,0 0 1 0 0,-1 0-1 0 0,0 1 0 0 0,0 0 1 0 0,-1-1-1 0 0,0 2 1 0 0,-1-1-1 0 0,1 1 1 0 0,-1 0-1 0 0,-1 0 1 0 0,-12-8-1 0 0,-9-5 77 0 0,-2 2 0 0 0,0 1 0 0 0,-41-16 0 0 0,34 17 1 0 0,-89-37 595 0 0,-170-45 1 0 0,163 57-172 0 0,-44-13-322 0 0,-3 9 1 0 0,-194-23-1 0 0,318 60-355 0 0,-33-4-894 0 0,-154-42 0 0 0,193 46-912 0 0,16 7-1520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11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80 0 0,'30'-12'3842'0'0,"-30"5"-1121"0"0,-30 14-2561 0 0,60-7-240 0 0,1 0-320 0 0,-1 0-801 0 0,-6 0-559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14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1121 0 0,'0'-7'960'0'0,"0"1"-400"0"0,0 0-800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1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2161 0 0,'30'32'2241'0'0,"-30"-7"-4562"0"0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1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34 240 0 0,'0'0'88'0'0,"0"-1"0"0"0,0 0 0 0 0,0 1 0 0 0,0-1 0 0 0,0 1 0 0 0,0-1 0 0 0,-1 0 0 0 0,1 1 0 0 0,0-1 0 0 0,0 1 0 0 0,0-1 0 0 0,-1 1 0 0 0,1-1 1 0 0,0 0-1 0 0,-1 1 0 0 0,1-1 0 0 0,0 1 0 0 0,-1 0 0 0 0,1-1 0 0 0,-1 1 0 0 0,1-1 0 0 0,-1 1 0 0 0,1 0 0 0 0,-1-1 0 0 0,1 1 0 0 0,-1 0 0 0 0,1-1 0 0 0,-1 1 0 0 0,1 0 0 0 0,-1 0 0 0 0,1 0 0 0 0,-1-1 0 0 0,0 1 0 0 0,1 0 0 0 0,-2 0 0 0 0,2 0-40 0 0,0 0-1 0 0,-1 0 1 0 0,1 0 0 0 0,-1 0-1 0 0,1 0 1 0 0,-1 0 0 0 0,1 0-1 0 0,-1-1 1 0 0,1 1 0 0 0,0 0-1 0 0,-1 0 1 0 0,1 0 0 0 0,-1-1-1 0 0,1 1 1 0 0,0 0-1 0 0,-1 0 1 0 0,1-1 0 0 0,0 1-1 0 0,-1 0 1 0 0,1-1 0 0 0,0 1-1 0 0,0 0 1 0 0,-1-1 0 0 0,1 1-1 0 0,0-1 1 0 0,0 1-1 0 0,0 0 1 0 0,-1-1 0 0 0,1 1-1 0 0,0-1 1 0 0,0 1 0 0 0,0-1-1 0 0,0 0 1 0 0,-2 0 74 0 0,0 0 1 0 0,0 0-1 0 0,1 0 1 0 0,-1 0-1 0 0,0 1 0 0 0,0-1 1 0 0,0 0-1 0 0,0 1 1 0 0,0 0-1 0 0,0-1 1 0 0,0 1-1 0 0,0 0 0 0 0,0 0 1 0 0,-1 0-1 0 0,1 0 1 0 0,0 0-1 0 0,0 1 1 0 0,0-1-1 0 0,-2 1 0 0 0,-40 5 751 0 0,-16 18 995 0 0,16-21-257 0 0,31-3-970 0 0,35 3-625 0 0,107 15 175 0 0,-73-8-129 0 0,15-2 18 0 0,-45-7-2 0 0,0 2-1 0 0,0 1 0 0 0,0 1 1 0 0,35 12-1 0 0,-41-12-90 0 0,-18-5 11 0 0,0 0 0 0 0,-1 1 1 0 0,1-1-1 0 0,0 0 1 0 0,-1 1-1 0 0,1 0 0 0 0,-1-1 1 0 0,1 1-1 0 0,-1 0 1 0 0,1-1-1 0 0,-1 1 0 0 0,1 0 1 0 0,-1 0-1 0 0,0 0 1 0 0,1 1-1 0 0,-1-1 0 0 0,0 0 1 0 0,0 0-1 0 0,0 1 1 0 0,0-1-1 0 0,0 0 0 0 0,0 1 1 0 0,0 1-1 0 0,0 1 19 0 0,0 1-1 0 0,0 0 0 0 0,0 0 1 0 0,-1-1-1 0 0,0 1 1 0 0,-1 9-1 0 0,1 7 1 0 0,0-1 10 0 0,1-10-5 0 0,-1 0 1 0 0,0 0-1 0 0,0 0 1 0 0,-1-1 0 0 0,0 1-1 0 0,-1 0 1 0 0,0 0-1 0 0,0-1 1 0 0,-1 1-1 0 0,0-1 1 0 0,-1 1 0 0 0,-10 16-1 0 0,7-16 17 0 0,-1 1 0 0 0,0-2 0 0 0,-1 1-1 0 0,0-1 1 0 0,-1-1 0 0 0,0 1 0 0 0,-21 12-1 0 0,28-19-22 0 0,0 0-1 0 0,-1 0 1 0 0,0 0-1 0 0,1 0 1 0 0,-1-1 0 0 0,0 1-1 0 0,0-1 1 0 0,0 0-1 0 0,0 0 1 0 0,0-1-1 0 0,0 1 1 0 0,0-1-1 0 0,0 0 1 0 0,0 0-1 0 0,0 0 1 0 0,0 0-1 0 0,0-1 1 0 0,0 0-1 0 0,0 0 1 0 0,0 0-1 0 0,0 0 1 0 0,0 0-1 0 0,1-1 1 0 0,-1 0-1 0 0,0 0 1 0 0,1 0 0 0 0,-1 0-1 0 0,-3-3 1 0 0,-3-4 247 0 0,6 6-225 0 0,1 0-1 0 0,-1 0 0 0 0,0 0 1 0 0,1 0-1 0 0,-1-1 0 0 0,1 1 1 0 0,0-1-1 0 0,0 0 1 0 0,1 0-1 0 0,-1 0 0 0 0,1 0 1 0 0,0-1-1 0 0,0 1 0 0 0,0-1 1 0 0,1 1-1 0 0,-1-1 1 0 0,1 1-1 0 0,0-1 0 0 0,1 0 1 0 0,-1 0-1 0 0,1 0 0 0 0,0 1 1 0 0,1-10-1 0 0,-2 13-25 0 0,0-5 16 0 0,28-4 25 0 0,-16 7-44 0 0,32-3-27 0 0,-8 3 14 0 0,-20 2 4 0 0,-1 0 0 0 0,1 1 0 0 0,-1 1 0 0 0,1 1 0 0 0,-1 0 0 0 0,0 1 0 0 0,0 0 0 0 0,17 7 0 0 0,-30-9 2 0 0,0 0 1 0 0,0 0-1 0 0,0 1 0 0 0,-1-1 0 0 0,1 0 1 0 0,-1 1-1 0 0,1-1 0 0 0,-1 1 0 0 0,1-1 1 0 0,-1 1-1 0 0,0-1 0 0 0,0 1 0 0 0,1-1 1 0 0,-1 1-1 0 0,0-1 0 0 0,0 1 0 0 0,-1-1 1 0 0,1 1-1 0 0,0-1 0 0 0,-1 2 0 0 0,0 7 45 0 0,1-4-17 0 0,0-1 1 0 0,0 1 0 0 0,-1 0 0 0 0,0-1 0 0 0,0 1 0 0 0,-1 0 0 0 0,1-1 0 0 0,-1 0 0 0 0,0 1 0 0 0,-1-1 0 0 0,0 0 0 0 0,1 0 0 0 0,-1 0 0 0 0,-1-1 0 0 0,1 1 0 0 0,-1-1 0 0 0,0 1 0 0 0,0-1 0 0 0,0 0 0 0 0,0-1 0 0 0,-1 1 0 0 0,1-1 0 0 0,-1 0 0 0 0,0 0 0 0 0,0 0 0 0 0,0-1 0 0 0,-8 3 0 0 0,-17 6-172 0 0,0-1 0 0 0,0-1 0 0 0,-1-1 0 0 0,0-2 1 0 0,-1-2-1 0 0,1 0 0 0 0,-1-2 0 0 0,-42-3 0 0 0,69 1-1419 0 0,10-2 159 0 0,55-25-1787 0 0,-4-2 440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2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539 102 480 0 0,'0'-37'5990'0'0,"-4"39"-5911"0"0,-1-1 0 0 0,1 1 1 0 0,0-1-1 0 0,-1 1 0 0 0,0-1 1 0 0,1-1-1 0 0,-1 1 0 0 0,1-1 1 0 0,-9 0-1 0 0,6 1 21 0 0,-36 3 133 0 0,1 3 0 0 0,-48 13 0 0 0,71-15-190 0 0,1 1-1 0 0,0 1 1 0 0,1 1 0 0 0,0 0 0 0 0,0 1-1 0 0,1 1 1 0 0,-18 14 0 0 0,-4 3 37 0 0,31-23-53 0 0,-1 1-1 0 0,1 1 1 0 0,0 0 0 0 0,0 0-1 0 0,-10 12 1 0 0,-7-1-31 0 0,21-15 8 0 0,0-1 1 0 0,0 1-1 0 0,0 0 1 0 0,0 0-1 0 0,0 0 1 0 0,1 0-1 0 0,-1 0 1 0 0,-2 4-1 0 0,4-5-1 0 0,0 1-1 0 0,1-1 0 0 0,-1 0 1 0 0,1 1-1 0 0,-1-1 0 0 0,1 1 0 0 0,0-1 1 0 0,-1 1-1 0 0,1-1 0 0 0,0 1 0 0 0,0-1 1 0 0,0 1-1 0 0,0-1 0 0 0,0 1 1 0 0,1-1-1 0 0,-1 1 0 0 0,0-1 0 0 0,1 1 1 0 0,-1-1-1 0 0,1 1 0 0 0,-1-1 1 0 0,1 0-1 0 0,0 1 0 0 0,1 1 0 0 0,4 8 17 0 0,-4-7-15 0 0,1 1 0 0 0,-1-1 0 0 0,0 1 0 0 0,0-1 0 0 0,0 1 0 0 0,-1 0 0 0 0,1 0 0 0 0,-1 0 0 0 0,0 0 0 0 0,-1 0 0 0 0,1 8 0 0 0,-1-10-7 0 0,0 0 0 0 0,0 0 1 0 0,0 1-1 0 0,0-1 0 0 0,1 0 0 0 0,0 0 0 0 0,0 0 1 0 0,-1 1-1 0 0,2-1 0 0 0,-1 0 0 0 0,0 0 1 0 0,1 0-1 0 0,-1-1 0 0 0,1 1 0 0 0,0 0 0 0 0,0-1 1 0 0,0 1-1 0 0,0-1 0 0 0,0 1 0 0 0,1-1 0 0 0,-1 0 1 0 0,1 0-1 0 0,0 0 0 0 0,-1 0 0 0 0,1-1 0 0 0,0 1 1 0 0,6 2-1 0 0,1 2 1 0 0,2 0 5 0 0,1 0 1 0 0,-1-1-1 0 0,1 0 0 0 0,0-1 1 0 0,0-1-1 0 0,0 0 0 0 0,1-1 0 0 0,-1 0 1 0 0,1-1-1 0 0,16-1 0 0 0,21-2 26 0 0,58-8-1 0 0,-108 10-28 0 0,20-4 10 0 0,-1 0 0 0 0,0-1 0 0 0,-1-1 0 0 0,1 0 0 0 0,-1-2 0 0 0,0 0 0 0 0,-1-1 0 0 0,0-1 0 0 0,0-1 0 0 0,-1-1 0 0 0,-1 0 0 0 0,0-1 0 0 0,0-1 0 0 0,-1 0 0 0 0,15-20 0 0 0,-25 29-2 0 0,0 0-1 0 0,-1-1 0 0 0,1 1 1 0 0,-1-1-1 0 0,-1 0 0 0 0,1 0 0 0 0,-1-1 1 0 0,0 1-1 0 0,0-1 0 0 0,-1 1 0 0 0,0-1 1 0 0,0 0-1 0 0,-1 0 0 0 0,2-9 1 0 0,-4 9 22 0 0,0 1 1 0 0,0-1 0 0 0,0 0-1 0 0,-1 0 1 0 0,0 1 0 0 0,0-1-1 0 0,0 1 1 0 0,-1 0 0 0 0,0 0 0 0 0,-1 0-1 0 0,1 0 1 0 0,-1 0 0 0 0,0 0-1 0 0,0 1 1 0 0,-8-7 0 0 0,4 4 80 0 0,0 0 0 0 0,-1 1 0 0 0,0 0 0 0 0,0 0 0 0 0,-1 1 0 0 0,1 1 0 0 0,-20-9 0 0 0,-80-23 791 0 0,73 25-585 0 0,16 6-263 0 0,0 1-1 0 0,-1 0 0 0 0,1 1 1 0 0,-1 2-1 0 0,0 0 0 0 0,-28 1 1 0 0,39 1-177 0 0,0 1 0 0 0,0 1 1 0 0,0 0-1 0 0,0 0 0 0 0,0 1 0 0 0,1 0 1 0 0,-1 1-1 0 0,1-1 0 0 0,0 2 1 0 0,0 0-1 0 0,0 0 0 0 0,1 0 0 0 0,-1 1 1 0 0,-9 10-1 0 0,17-16 91 0 0,0 1 1 0 0,1 0-1 0 0,-1-1 1 0 0,0 1-1 0 0,1 0 1 0 0,-1-1-1 0 0,1 1 0 0 0,-1 0 1 0 0,1 0-1 0 0,-1-1 1 0 0,1 1-1 0 0,-1 0 0 0 0,1 0 1 0 0,0 0-1 0 0,0 0 1 0 0,-1-1-1 0 0,1 1 1 0 0,0 0-1 0 0,0 0 0 0 0,0 0 1 0 0,0 0-1 0 0,0 0 1 0 0,0 0-1 0 0,0 0 0 0 0,0 0 1 0 0,0-1-1 0 0,1 1 1 0 0,-1 0-1 0 0,0 0 1 0 0,1 0-1 0 0,-1 0 0 0 0,0 0 1 0 0,1-1-1 0 0,-1 1 1 0 0,1 0-1 0 0,0 1 1 0 0,28 19-722 0 0,-13-14 286 0 0,0 0 0 0 0,1-2 0 0 0,-1 0 1 0 0,1 0-1 0 0,0-2 0 0 0,30 3 0 0 0,43 1-3522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3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0 240 0 0,'-86'5'5869'0'0,"86"-5"-5848"0"0,0 0 0 0 0,0 0 0 0 0,0 0 0 0 0,-1 0 0 0 0,1 0 0 0 0,0 0 0 0 0,0 0 0 0 0,0 0 0 0 0,-1 0 0 0 0,1 0 0 0 0,0 0 0 0 0,0 1 0 0 0,-1-1 0 0 0,1 0 0 0 0,0 0 0 0 0,0 0 0 0 0,0 0 0 0 0,0 0 0 0 0,-1 0 0 0 0,1 1 0 0 0,0-1 0 0 0,0 0 0 0 0,0 0 0 0 0,0 0 0 0 0,0 1 0 0 0,-1-1 0 0 0,1 0 0 0 0,0 0 0 0 0,0 0 0 0 0,0 1 0 0 0,0-1 0 0 0,0 0 0 0 0,0 0 0 0 0,0 0 0 0 0,0 1 0 0 0,0-1 0 0 0,0 0 0 0 0,0 0 0 0 0,0 0 0 0 0,0 1 0 0 0,0-1 0 0 0,0 0 0 0 0,0 0 0 0 0,0 1 0 0 0,-5 7 48 0 0,-30 17 38 0 0,6-7 101 0 0,0-2 0 0 0,-1-1 1 0 0,-57 19-1 0 0,40-16 243 0 0,-52 27-1 0 0,73-30-53 0 0,0 1 0 0 0,-41 33 0 0 0,58-41-279 0 0,0 1 1 0 0,0-1-1 0 0,1 2 0 0 0,0-1 1 0 0,0 1-1 0 0,1 1 0 0 0,0-1 1 0 0,1 1-1 0 0,-5 12 1 0 0,10-21-109 0 0,1 0 0 0 0,-1 0 0 0 0,1 0 1 0 0,0 0-1 0 0,-1 0 0 0 0,1 0 0 0 0,0-1 1 0 0,0 1-1 0 0,0 0 0 0 0,0 0 0 0 0,1 0 0 0 0,-1 0 1 0 0,0 0-1 0 0,1 0 0 0 0,0 0 0 0 0,-1 0 1 0 0,1-1-1 0 0,0 1 0 0 0,0 0 0 0 0,0 0 1 0 0,0-1-1 0 0,0 1 0 0 0,0-1 0 0 0,0 1 1 0 0,1-1-1 0 0,-1 1 0 0 0,0-1 0 0 0,1 0 1 0 0,0 0-1 0 0,-1 0 0 0 0,1 0 0 0 0,-1 0 1 0 0,3 1-1 0 0,7 4 46 0 0,1 0 0 0 0,0-2 1 0 0,23 8-1 0 0,-34-12-56 0 0,44 11 27 0 0,1-1 0 0 0,0-3 0 0 0,0-2 0 0 0,1-2 0 0 0,74-4 0 0 0,-60-3 52 0 0,-1-3 1 0 0,0-3 0 0 0,112-32-1 0 0,-152 36-56 0 0,1-1-1 0 0,-1-1 0 0 0,-1-1 0 0 0,1-1 1 0 0,-2 0-1 0 0,1-1 0 0 0,-2-1 0 0 0,30-26 0 0 0,-44 36-8 0 0,0-1 0 0 0,-1 0 0 0 0,0 1 0 0 0,1-1 0 0 0,-1 0 0 0 0,0 0 0 0 0,0-1 0 0 0,-1 1 0 0 0,1 0 0 0 0,-1-1 0 0 0,1 1 0 0 0,-1-1 0 0 0,0 1 0 0 0,-1-1 0 0 0,1 1 0 0 0,0-1 0 0 0,-1 0 0 0 0,0 1 0 0 0,0-1 0 0 0,0 0 0 0 0,0 1 0 0 0,-1-1 0 0 0,0 0 0 0 0,1 1 0 0 0,-1-1 0 0 0,0 1 0 0 0,-1-1 0 0 0,1 1 0 0 0,-1 0 0 0 0,1-1 0 0 0,-1 1 0 0 0,0 0 0 0 0,0 0-1 0 0,0 0 1 0 0,-1 0 0 0 0,1 1 0 0 0,-1-1 0 0 0,-5-4 0 0 0,-5-4 75 0 0,0 1 0 0 0,0 0-1 0 0,-2 1 1 0 0,1 0-1 0 0,-1 1 1 0 0,0 1 0 0 0,-19-7-1 0 0,0 4-200 0 0,-1 2-1 0 0,-1 1 1 0 0,1 1 0 0 0,-1 3-1 0 0,0 0 1 0 0,0 3-1 0 0,0 1 1 0 0,0 1-1 0 0,0 2 1 0 0,0 2 0 0 0,1 1-1 0 0,0 1 1 0 0,-65 27-1 0 0,88-30-304 0 0,0 2-1 0 0,0-1 0 0 0,1 2 1 0 0,0 0-1 0 0,1 0 0 0 0,0 0 1 0 0,0 2-1 0 0,-10 11 0 0 0,2-3-478 0 0,-41 40-2639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3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99 960 0 0,'-68'6'4317'0'0,"-14"1"-1284"0"0,62-7-2766 0 0,23-1 1894 0 0,-2 0-2147 0 0,0 0 0 0 0,0 1 0 0 0,0-1 0 0 0,0 1 0 0 0,0-1 0 0 0,0 1 0 0 0,0-1 0 0 0,0 1 0 0 0,1 0-1 0 0,-1 0 1 0 0,0-1 0 0 0,0 1 0 0 0,0 0 0 0 0,0 0 0 0 0,1 0 0 0 0,-1 0 0 0 0,0 1 0 0 0,0-1 0 0 0,0 0 0 0 0,0 0 0 0 0,1 1-1 0 0,0 0 1 0 0,70 9 573 0 0,107 3 0 0 0,705-38 2801 0 0,96-69-226 0 0,-964 92-3227 0 0,87-8-310 0 0,-36 17-3760 0 0,-42 3 893 0 0,-19 3-440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5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19 480 0 0,'-29'6'1174'0'0,"0"-1"0"0"0,0-1 0 0 0,-34 0 0 0 0,-17-9 840 0 0,79 5-1996 0 0,1 0 0 0 0,0 0 0 0 0,-1 0 0 0 0,1 0 0 0 0,0-1 0 0 0,-1 1 0 0 0,1 0 1 0 0,0 0-1 0 0,0 0 0 0 0,-1 0 0 0 0,1-1 0 0 0,0 1 0 0 0,0 0 0 0 0,-1 0 0 0 0,1-1 0 0 0,0 1 0 0 0,0 0 0 0 0,0 0 0 0 0,-1-1 0 0 0,1 1 0 0 0,0 0 1 0 0,0-1-1 0 0,0 1 0 0 0,0 0 0 0 0,0 0 0 0 0,0-1 0 0 0,0 1 0 0 0,0 0 0 0 0,0-1 0 0 0,0 1 0 0 0,0 0 0 0 0,0-1 0 0 0,0 1 0 0 0,0 0 1 0 0,0-1-1 0 0,0 1 0 0 0,0 0 0 0 0,0-1 0 0 0,0 1 0 0 0,0 0 0 0 0,0 0 0 0 0,0-1 0 0 0,1 1 0 0 0,-1 0 0 0 0,0-1 0 0 0,0 1 0 0 0,0 0 0 0 0,1 0 1 0 0,-1 0-1 0 0,0-1 0 0 0,0 1 0 0 0,1 0 0 0 0,-1 0 0 0 0,0 0 0 0 0,0-1 0 0 0,1 1 0 0 0,-1 0 0 0 0,0 0 0 0 0,1 0 0 0 0,-1 0 0 0 0,1 0 0 0 0,93-9 86 0 0,-55 4-116 0 0,53 0 1 0 0,-83 5 3 0 0,0 1 1 0 0,-1 0-1 0 0,1 0 1 0 0,0 0-1 0 0,-1 1 1 0 0,1 1 0 0 0,-1-1-1 0 0,13 7 1 0 0,-20-9 7 0 0,-1 0 0 0 0,0 1 1 0 0,1-1-1 0 0,-1 0 0 0 0,0 0 1 0 0,1 1-1 0 0,-1-1 0 0 0,0 0 1 0 0,0 1-1 0 0,0-1 0 0 0,1 1 1 0 0,-1-1-1 0 0,0 0 0 0 0,0 1 1 0 0,0-1-1 0 0,0 0 0 0 0,0 1 1 0 0,0-1-1 0 0,0 1 0 0 0,0-1 0 0 0,0 0 1 0 0,0 1-1 0 0,0-1 0 0 0,0 1 1 0 0,0-1-1 0 0,0 0 0 0 0,0 1 1 0 0,0-1-1 0 0,0 1 0 0 0,0-1 1 0 0,0 0-1 0 0,-1 1 0 0 0,1-1 1 0 0,0 0-1 0 0,0 1 0 0 0,-1-1 1 0 0,1 0-1 0 0,0 1 0 0 0,0-1 1 0 0,-1 0-1 0 0,0 1 0 0 0,-6 8 24 0 0,0-1-1 0 0,-1 0 0 0 0,0 0 1 0 0,-1-1-1 0 0,1 0 0 0 0,-1-1 1 0 0,-1 1-1 0 0,1-2 0 0 0,-17 8 1 0 0,1-2 101 0 0,1-2 0 0 0,-2 0 0 0 0,-33 7 0 0 0,25-11 58 0 0,-43 10 394 0 0,73-13-494 0 0,3-2 165 0 0,6-1-259 0 0,26 0-55 0 0,162-5-175 0 0,55 0-92 0 0,-16 18 40 0 0,-229-12 292 0 0,1 0 0 0 0,0 0 0 0 0,0 1 0 0 0,-1-1 1 0 0,1 1-1 0 0,0 0 0 0 0,-1 0 0 0 0,1 0 0 0 0,-1 0 1 0 0,1 0-1 0 0,-1 1 0 0 0,1 0 0 0 0,4 3 1 0 0,-8-4 2 0 0,0-1 0 0 0,0 1 0 0 0,0 0 0 0 0,0 0 1 0 0,0 0-1 0 0,0 0 0 0 0,0-1 0 0 0,0 1 1 0 0,0 0-1 0 0,0 0 0 0 0,-1 0 0 0 0,1-1 0 0 0,0 1 1 0 0,0 0-1 0 0,-1 0 0 0 0,1-1 0 0 0,0 1 0 0 0,-1 0 1 0 0,1-1-1 0 0,-1 1 0 0 0,1 0 0 0 0,-1-1 1 0 0,1 1-1 0 0,-1-1 0 0 0,0 1 0 0 0,1-1 0 0 0,-1 1 1 0 0,0-1-1 0 0,1 1 0 0 0,-1-1 0 0 0,0 1 1 0 0,0-1-1 0 0,1 0 0 0 0,-2 1 0 0 0,-13 7 46 0 0,1-1 0 0 0,-1-1 0 0 0,-1 0 0 0 0,-16 4 0 0 0,-49 5 261 0 0,-1-3-1 0 0,-154 3 1 0 0,137-11-341 0 0,35-4-155 0 0,89-19-1480 0 0,53-13-1195 0 0,-40 17 1442 0 0,21-10-1101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5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98 1841 0 0,'-5'-1'340'0'0,"4"1"-270"0"0,0 1 0 0 0,0-1 0 0 0,0 0 0 0 0,0 0 0 0 0,0-1 0 0 0,0 1 0 0 0,0 0 0 0 0,0 0 0 0 0,0 0 0 0 0,0-1 0 0 0,0 1 0 0 0,0 0 0 0 0,0-1 0 0 0,0 1 0 0 0,1-1 0 0 0,-1 1 0 0 0,0-1 0 0 0,0 1 0 0 0,0-1 0 0 0,1 0 1 0 0,-1 1-1 0 0,0-1 0 0 0,1 0 0 0 0,-1 0 0 0 0,1 1 0 0 0,-1-1 0 0 0,1 0 0 0 0,-1 0 0 0 0,0-1 0 0 0,1 0 2051 0 0,5 2-1814 0 0,20 0 493 0 0,-25 0-798 0 0,0 0 1 0 0,0 0-1 0 0,0 0 0 0 0,0 1 1 0 0,0-1-1 0 0,0 0 0 0 0,0 0 0 0 0,-1 0 1 0 0,1 0-1 0 0,0 0 0 0 0,0 1 1 0 0,0-1-1 0 0,0 0 0 0 0,0 0 0 0 0,0 0 1 0 0,0 0-1 0 0,0 1 0 0 0,0-1 1 0 0,0 0-1 0 0,0 0 0 0 0,0 0 0 0 0,0 0 1 0 0,0 1-1 0 0,0-1 0 0 0,0 0 1 0 0,0 0-1 0 0,0 0 0 0 0,0 0 0 0 0,1 1 1 0 0,-1-1-1 0 0,0 0 0 0 0,0 0 1 0 0,0 0-1 0 0,0 0 0 0 0,0 0 0 0 0,0 0 1 0 0,0 1-1 0 0,0-1 0 0 0,1 0 1 0 0,-1 0-1 0 0,0 0 0 0 0,0 0 0 0 0,0 0 1 0 0,0 0-1 0 0,0 0 0 0 0,1 0 1 0 0,-1 0-1 0 0,0 0 0 0 0,0 1 0 0 0,0-1 1 0 0,0 0-1 0 0,1 0 0 0 0,-1 0 1 0 0,0 0-1 0 0,0 0 0 0 0,0 0 0 0 0,0 0 1 0 0,1 0-1 0 0,-1 0 0 0 0,0 0 1 0 0,0-1-1 0 0,0 1 0 0 0,0 0 0 0 0,1 0 1 0 0,-1 0-1 0 0,0 0 0 0 0,0 0 1 0 0,0 0-1 0 0,0 0 0 0 0,20 0 25 0 0,-14 0 40 0 0,-6-1-42 0 0,0 1 1 0 0,0 0 0 0 0,0 0 0 0 0,0-1-1 0 0,0 1 1 0 0,1 0 0 0 0,-1-1 0 0 0,0 1-1 0 0,0-1 1 0 0,0 1 0 0 0,0 0 0 0 0,0-1-1 0 0,0 1 1 0 0,0 0 0 0 0,0-1 0 0 0,0 1-1 0 0,0 0 1 0 0,0-1 0 0 0,-1 1 0 0 0,1 0-1 0 0,0-1 1 0 0,0 1 0 0 0,0 0 0 0 0,0-1-1 0 0,0 1 1 0 0,-1 0 0 0 0,1 0 0 0 0,0-1-1 0 0,0 1 1 0 0,0 0 0 0 0,-1 0-1 0 0,1-1 1 0 0,0 1 0 0 0,-1 0 0 0 0,1 0-1 0 0,0-1 1 0 0,0 1 0 0 0,-1 0 0 0 0,1 0-1 0 0,0 0 1 0 0,-1 0 0 0 0,0 0 0 0 0,-80-24 339 0 0,-68-16-28 0 0,133 36-330 0 0,-1 1-1 0 0,0 1 0 0 0,0 1 1 0 0,0 1-1 0 0,0 0 0 0 0,-28 4 1 0 0,44-1-14 0 0,0-1 1 0 0,0 1 0 0 0,0 0-1 0 0,0-1 1 0 0,1 1 0 0 0,-1 0-1 0 0,1 0 1 0 0,-1 0 0 0 0,1 0-1 0 0,0-1 1 0 0,0 1 0 0 0,1 0-1 0 0,0 5 1 0 0,-1-3 1 0 0,0 0 2 0 0,0-1 0 0 0,0 0 0 0 0,1 1 0 0 0,-1-1-1 0 0,1 0 1 0 0,0 1 0 0 0,0-1 0 0 0,1 0 0 0 0,-1 0-1 0 0,1 0 1 0 0,0 0 0 0 0,0 0 0 0 0,0 0 0 0 0,1-1-1 0 0,-1 1 1 0 0,1-1 0 0 0,0 0 0 0 0,0 1 0 0 0,0-1-1 0 0,0 0 1 0 0,1-1 0 0 0,-1 1 0 0 0,1-1 0 0 0,5 4-1 0 0,2 8 4 0 0,6-5 0 0 0,-9-5 0 0 0,1 0 0 0 0,0-1 0 0 0,0 0 0 0 0,1 0 0 0 0,-1-1 0 0 0,0 0 0 0 0,1-1 0 0 0,-1 0 0 0 0,1-1 0 0 0,-1 1 0 0 0,12-3 0 0 0,1 2 0 0 0,1 0 0 0 0,-1 1 0 0 0,0 2 0 0 0,-1 0 0 0 0,1 1 0 0 0,0 1 0 0 0,36 14 0 0 0,-56-18 1 0 0,-1-1 0 0 0,1 1 0 0 0,0 0 0 0 0,0 0 0 0 0,-1 0 0 0 0,1 0 0 0 0,0 0 0 0 0,-1 0 0 0 0,1 0 0 0 0,-1 1-1 0 0,1-1 1 0 0,-1 1 0 0 0,0-1 0 0 0,0 1 0 0 0,0-1 0 0 0,1 1 0 0 0,-2 0 0 0 0,1-1 0 0 0,0 1 0 0 0,0 0 0 0 0,0 0 0 0 0,-1 0-1 0 0,1 0 1 0 0,-1-1 0 0 0,0 1 0 0 0,1 0 0 0 0,-1 0 0 0 0,0 0 0 0 0,0 0 0 0 0,0 0 0 0 0,0 0 0 0 0,-1 0 0 0 0,1 0 0 0 0,0 0-1 0 0,-1 0 1 0 0,1 0 0 0 0,-1 0 0 0 0,0-1 0 0 0,-1 4 0 0 0,-3 5 6 0 0,-1-1 0 0 0,0 1 0 0 0,-1-1 0 0 0,1 0 1 0 0,-11 9-1 0 0,13-13-7 0 0,-8 7-7 0 0,0-1 0 0 0,0 0 0 0 0,-1 0 0 0 0,0-2-1 0 0,-1 0 1 0 0,0 0 0 0 0,0-1 0 0 0,-1-1 0 0 0,0 0 0 0 0,0-1-1 0 0,-1-1 1 0 0,-24 6 0 0 0,30-9-19 0 0,1-1 0 0 0,-1 1 0 0 0,0-2 0 0 0,0 1 0 0 0,0-1 0 0 0,0-1-1 0 0,0 0 1 0 0,0 0 0 0 0,1-1 0 0 0,-1 0 0 0 0,0 0 0 0 0,1-1 0 0 0,0-1 0 0 0,0 0 0 0 0,0 0 0 0 0,0 0 0 0 0,0-1 0 0 0,1-1 0 0 0,0 1 0 0 0,0-1-1 0 0,-13-14 1 0 0,-4-13-1508 0 0,20-3-1547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6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39 2561 0 0,'-11'0'665'0'0,"-5"1"376"0"0,1-2 0 0 0,0 1 0 0 0,-24-6 0 0 0,-11 12-40 0 0,45-6-841 0 0,10 0-67 0 0,90 7 160 0 0,177 6 54 0 0,225-2-80 0 0,-490-11-241 0 0,5 1-32 0 0,-1-1 0 0 0,1 0 0 0 0,-1 0 0 0 0,1-1 0 0 0,-1-1 0 0 0,1 0 0 0 0,-1-1 0 0 0,0 0 0 0 0,0 0 0 0 0,14-8 0 0 0,-24 11-124 0 0,-1-1 0 0 0,1 0 1 0 0,0 0-1 0 0,-1 0 0 0 0,1 0 1 0 0,-1 0-1 0 0,0 0 0 0 0,1 0 1 0 0,-1 0-1 0 0,0 0 0 0 0,1 0 1 0 0,-1 0-1 0 0,0 0 0 0 0,0 0 1 0 0,0 0-1 0 0,0 0 1 0 0,0 0-1 0 0,0 0 0 0 0,0 0 1 0 0,0 0-1 0 0,0 0 0 0 0,-1 0 1 0 0,1 0-1 0 0,0 0 0 0 0,-1 0 1 0 0,1 0-1 0 0,-1 0 0 0 0,1 0 1 0 0,-1 0-1 0 0,1 0 0 0 0,-2-1 1 0 0,-23-11-2353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2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0 880 0 0,'-30'25'4883'0'0,"-1"-6"-3123"0"0,62-11-1760 0 0,29-2 80 0 0,55 7 481 0 0,36-7-1 0 0,30 7-320 0 0,-30-20-240 0 0,30-18-320 0 0,-66-8-2321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3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0 480 0 0,'-3'2'369'0'0,"0"0"-1"0"0,0 0 1 0 0,0 0-1 0 0,0-1 1 0 0,0 1-1 0 0,0-1 1 0 0,-1 0-1 0 0,1 0 1 0 0,0 0-1 0 0,-1 0 1 0 0,1-1-1 0 0,-4 1 1 0 0,-8 2 630 0 0,-45 17 1554 0 0,-56 16 56 0 0,106-34-2416 0 0,9-3-162 0 0,0 1 1 0 0,-1 0-1 0 0,1 1 0 0 0,-1-1 0 0 0,1 0 1 0 0,0 0-1 0 0,-1 1 0 0 0,1-1 0 0 0,0 0 1 0 0,0 1-1 0 0,-1-1 0 0 0,1 1 0 0 0,0 0 1 0 0,0-1-1 0 0,-1 1 0 0 0,1 0 0 0 0,0 0 1 0 0,-2 2-1 0 0,3-2 49 0 0,0-2-200 0 0,5-3 67 0 0,9 4-790 0 0,0 1 0 0 0,-1 0 0 0 0,1 1 0 0 0,21 6 0 0 0,-34-8 789 0 0,54 12-3801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3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6883 0 0,'-60'6'2962'0'0,"-1"7"-2722"0"0,61-7-1761 0 0,31 0-3041 0 0,-31 13 1440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44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40 1761 0 0,'5'0'1827'0'0,"15"0"-426"0"0,-15 0 853 0 0,-5 0-2229 0 0,0 0 0 0 0,0 1 0 0 0,0-1 0 0 0,0 0 0 0 0,0 0 0 0 0,0 0 0 0 0,0 0 0 0 0,-1 1-1 0 0,1-1 1 0 0,0 0 0 0 0,0 0 0 0 0,0 0 0 0 0,0 1 0 0 0,0-1 0 0 0,0 0 0 0 0,0 0 0 0 0,0 0 0 0 0,0 1-1 0 0,0-1 1 0 0,0 0 0 0 0,0 0 0 0 0,0 1 0 0 0,0-1 0 0 0,0 0 0 0 0,0 0 0 0 0,1 0 0 0 0,-1 0 0 0 0,0 1-1 0 0,0-1 1 0 0,0 0 0 0 0,0 0 0 0 0,0 0 0 0 0,0 0 0 0 0,0 1 0 0 0,1-1 0 0 0,-1 0 0 0 0,0 0 0 0 0,0 0-1 0 0,0 0 1 0 0,0 0 0 0 0,1 1 0 0 0,-1-1 0 0 0,0 0 0 0 0,0 0 0 0 0,0 0 0 0 0,1 0 0 0 0,-1 0 0 0 0,0 0-1 0 0,0 0 1 0 0,0 0 0 0 0,1 0 0 0 0,-1 0 0 0 0,0 0 0 0 0,0 0 0 0 0,0 0 0 0 0,1 0 0 0 0,-1 0 0 0 0,0 0-1 0 0,0 0 1 0 0,21 0 189 0 0,-16 0-41 0 0,-5 0-148 0 0,0-1 0 0 0,0 1 0 0 0,0 0 0 0 0,0 0 0 0 0,0 0 0 0 0,0-1 0 0 0,1 1 0 0 0,-1 0 0 0 0,0 0 0 0 0,0 0 0 0 0,0-1 0 0 0,0 1 0 0 0,0 0 0 0 0,0 0 0 0 0,0-1 0 0 0,0 1 0 0 0,0 0 0 0 0,0 0 0 0 0,0-1 0 0 0,0 1 0 0 0,0 0 0 0 0,0 0 0 0 0,0 0 0 0 0,0-1 0 0 0,-1 1 0 0 0,1 0 0 0 0,0 0 0 0 0,0 0 0 0 0,0-1 0 0 0,0 1 0 0 0,0 0 0 0 0,0 0 0 0 0,-1 0 0 0 0,1-1 0 0 0,0 1-1 0 0,0 0 1 0 0,0 0 0 0 0,-1 0 0 0 0,1 0 0 0 0,0 0 0 0 0,0 0 0 0 0,0-1 0 0 0,-1 1 0 0 0,1 0 0 0 0,0 0 0 0 0,0 0 0 0 0,0 0 0 0 0,-1 0 0 0 0,1 0 0 0 0,0 0 0 0 0,0 0 0 0 0,-1 0 0 0 0,1 0 0 0 0,0 0 0 0 0,-51-5 829 0 0,43 4-643 0 0,-1 0-1 0 0,1-1 1 0 0,0-1 0 0 0,0 1 0 0 0,-13-7-1 0 0,-1 1 60 0 0,8 5-125 0 0,-1 1 0 0 0,1 1-1 0 0,-26 1 1 0 0,27 0-97 0 0,3-1-45 0 0,0 1-1 0 0,-1 0 1 0 0,1 1 0 0 0,-19 4-1 0 0,9-2 12 0 0,3 0 9 0 0,0 1 0 0 0,0 1 1 0 0,1 0-1 0 0,-25 12 1 0 0,33-13-21 0 0,0-1-6 0 0,0 1 1 0 0,1-1-1 0 0,0 2 1 0 0,-1-1-1 0 0,1 1 1 0 0,1 0-1 0 0,-12 11 1 0 0,15-13-2 0 0,0 1 0 0 0,1-1 0 0 0,-1 1 1 0 0,1-1-1 0 0,0 1 0 0 0,0 0 0 0 0,0 0 1 0 0,1 0-1 0 0,-1 0 0 0 0,1 1 0 0 0,0-1 1 0 0,0 0-1 0 0,0 0 0 0 0,1 1 0 0 0,-1 5 1 0 0,2-6-4 0 0,0-1 1 0 0,0 1-1 0 0,0-1 1 0 0,0 0-1 0 0,1 0 1 0 0,-1 0-1 0 0,1 0 1 0 0,0 0-1 0 0,0 0 1 0 0,0 0-1 0 0,0 0 1 0 0,1-1-1 0 0,-1 1 1 0 0,1-1-1 0 0,4 4 1 0 0,0 0-6 0 0,0-1-1 0 0,0 0 1 0 0,0-1 0 0 0,1 1 0 0 0,0-2 0 0 0,0 1 0 0 0,8 2 0 0 0,48 11-68 0 0,103 15 0 0 0,-139-29 71 0 0,71 7 134 0 0,156 36-1 0 0,-245-43-112 0 0,1 1-1 0 0,0 1 1 0 0,-1 0-1 0 0,0 0 1 0 0,12 9-1 0 0,-19-12-10 0 0,0 0-1 0 0,0 0 1 0 0,0 0 0 0 0,0 0-1 0 0,-1 1 1 0 0,1-1 0 0 0,-1 1-1 0 0,1 0 1 0 0,-1-1-1 0 0,0 1 1 0 0,0 0 0 0 0,0 1-1 0 0,0-1 1 0 0,-1 0 0 0 0,1 0-1 0 0,-1 1 1 0 0,1 4 0 0 0,-3-3 4 0 0,-1 1 1 0 0,0-1 0 0 0,0 0-1 0 0,-1 1 1 0 0,0-1 0 0 0,0-1-1 0 0,0 1 1 0 0,0 0 0 0 0,-6 6-1 0 0,-10 15 5 0 0,10-14-4 0 0,-1 0 1 0 0,0-1-1 0 0,0 1 0 0 0,-2-2 0 0 0,1 0 0 0 0,-1 0 0 0 0,-1-1 0 0 0,1 0 1 0 0,-2-1-1 0 0,1-1 0 0 0,-1 0 0 0 0,-20 6 0 0 0,32-11-6 0 0,-27 11 21 0 0,0-2 0 0 0,-1 0 0 0 0,0-2 0 0 0,-1-1 0 0 0,1-2 0 0 0,-57 5 0 0 0,60-12-126 0 0,27 1 85 0 0,-1-1 0 0 0,0 1-1 0 0,1 0 1 0 0,-1-1 0 0 0,1 1-1 0 0,-1-1 1 0 0,1 1 0 0 0,-1-1 0 0 0,1 1-1 0 0,0-1 1 0 0,-1 1 0 0 0,1-1-1 0 0,0 1 1 0 0,-1-1 0 0 0,1 0-1 0 0,0 1 1 0 0,0-1 0 0 0,-1 1-1 0 0,1-1 1 0 0,0 0 0 0 0,0 1 0 0 0,0-1-1 0 0,0 0 1 0 0,0 1 0 0 0,0-1-1 0 0,0 0 1 0 0,0 1 0 0 0,0-2-1 0 0,1 0 11 0 0,1-1 0 0 0,-1 1-1 0 0,0-1 1 0 0,1 1 0 0 0,0 0-1 0 0,0 0 1 0 0,-1-1-1 0 0,1 1 1 0 0,0 1 0 0 0,1-1-1 0 0,-1 0 1 0 0,0 0 0 0 0,0 1-1 0 0,1-1 1 0 0,-1 1 0 0 0,4-1-1 0 0,24-20 41 0 0,16-17 45 0 0,2 2 1 0 0,54-31-1 0 0,-62 41-2 0 0,69-59-1 0 0,-98 76-70 0 0,3 1 5 0 0,21-18 0 0 0,-34 25 1 0 0,0 1 0 0 0,0 0 0 0 0,-1 0 0 0 0,1 0 0 0 0,0-1 0 0 0,-1 1 0 0 0,1 0 0 0 0,-1-1 0 0 0,1 1 0 0 0,-1 0 0 0 0,0-1 0 0 0,1 1 0 0 0,-1 0 0 0 0,0-1 0 0 0,0 1 0 0 0,0-1 0 0 0,0 1 0 0 0,0-1 0 0 0,0 1 0 0 0,-1 0 0 0 0,1-1 0 0 0,0 1 0 0 0,-1-1 0 0 0,1 1 0 0 0,-1 0 0 0 0,1-1 0 0 0,-1 1 0 0 0,0 0 0 0 0,-1-2 0 0 0,-2-3 29 0 0,-1 1 0 0 0,1 1 0 0 0,-1-1 0 0 0,-1 1 0 0 0,1-1 0 0 0,0 1 1 0 0,-1 1-1 0 0,0-1 0 0 0,0 1 0 0 0,0 0 0 0 0,0 1 0 0 0,-8-3 0 0 0,-89-23 174 0 0,74 23-430 0 0,0 1-1 0 0,-1 2 1 0 0,1 0 0 0 0,-1 2-1 0 0,0 1 1 0 0,1 2 0 0 0,0 1-1 0 0,-52 13 1 0 0,79-16 84 0 0,0-1-1 0 0,0 1 1 0 0,1-1 0 0 0,-1 1-1 0 0,0 0 1 0 0,0 0 0 0 0,1 0-1 0 0,-1 0 1 0 0,0 0 0 0 0,1 0-1 0 0,-1 0 1 0 0,1 1 0 0 0,-1-1-1 0 0,1 0 1 0 0,0 1 0 0 0,0-1-1 0 0,-1 1 1 0 0,1 0 0 0 0,-1 2-1 0 0,-6 9-2146 0 0,-17 11-2987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4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1281 0 0,'31'96'5682'0'0,"-62"-27"-4081"0"0,31-5-1761 0 0,-30-18-80 0 0,0-2 240 0 0,60-19-160 0 0,-30-19-641 0 0,-30-12-2320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4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 1681 0 0,'11'-1'1328'0'0,"0"1"1"0"0,0 1 0 0 0,0 0-1 0 0,21 4 1 0 0,-23-4-1196 0 0,31 4 234 0 0,1-1 0 0 0,-1-3 0 0 0,50-4 0 0 0,-19 1 23 0 0,-66 2-208 0 0,-8 1 67 0 0,-35 0 517 0 0,33-1 1075 0 0,0 0-1588 0 0,-64-8 441 0 0,40 3-594 0 0,-54-2 0 0 0,43 6-33 0 0,19-1-71 0 0,-1 2-1 0 0,-31 3 0 0 0,44-2 5 0 0,0 1 0 0 0,1-1-1 0 0,-1 2 1 0 0,0-1-1 0 0,1 1 1 0 0,0 1 0 0 0,-1-1-1 0 0,-12 9 1 0 0,18-9 1 0 0,0-1 0 0 0,0 1-1 0 0,1-1 1 0 0,-1 1 0 0 0,1 0 0 0 0,0 0 0 0 0,-1 0-1 0 0,1 0 1 0 0,1 1 0 0 0,-1-1 0 0 0,0 0 0 0 0,1 1-1 0 0,0 0 1 0 0,0-1 0 0 0,0 1 0 0 0,0-1-1 0 0,0 1 1 0 0,1 0 0 0 0,-1 0 0 0 0,1 6 0 0 0,0-8-3 0 0,0 0 0 0 0,1 0 0 0 0,-1 0 1 0 0,0 1-1 0 0,0-1 0 0 0,1 0 0 0 0,0 0 0 0 0,-1 0 1 0 0,1 0-1 0 0,0 0 0 0 0,0 0 0 0 0,0 0 1 0 0,0 0-1 0 0,0-1 0 0 0,0 1 0 0 0,1 0 0 0 0,-1 0 1 0 0,3 1-1 0 0,35 19-70 0 0,-4-4 18 0 0,-22-11-10 0 0,0 0 0 0 0,0-1 0 0 0,1-1 1 0 0,0 0-1 0 0,0-1 0 0 0,17 4 0 0 0,94 9-157 0 0,-41-7 235 0 0,-54-5-28 0 0,-4-1-19 0 0,-1 1 0 0 0,0 2-1 0 0,30 10 1 0 0,-48-14 72 0 0,-7-3-37 0 0,0 0-1 0 0,0 0 1 0 0,0 1-1 0 0,0-1 1 0 0,0 0-1 0 0,-1 0 1 0 0,1 0-1 0 0,0 0 0 0 0,0 0 1 0 0,0 1-1 0 0,0-1 1 0 0,0 0-1 0 0,0 0 1 0 0,0 0-1 0 0,0 0 1 0 0,0 1-1 0 0,0-1 1 0 0,0 0-1 0 0,0 0 1 0 0,0 0-1 0 0,0 0 1 0 0,0 1-1 0 0,0-1 0 0 0,0 0 1 0 0,0 0-1 0 0,0 0 1 0 0,0 0-1 0 0,0 1 1 0 0,0-1-1 0 0,0 0 1 0 0,0 0-1 0 0,0 0 1 0 0,0 0-1 0 0,0 0 1 0 0,0 1-1 0 0,1-1 0 0 0,-1 0 1 0 0,0 0-1 0 0,0 0 1 0 0,0 0-1 0 0,0 0 1 0 0,0 0-1 0 0,0 1 1 0 0,1-1-1 0 0,-1 0 1 0 0,0 0-1 0 0,0 0 1 0 0,0 0-1 0 0,0 0 1 0 0,1 0-1 0 0,-1 0 0 0 0,0 0 1 0 0,0 0-1 0 0,-19 17 281 0 0,8-9-174 0 0,0 0-1 0 0,-1 0 0 0 0,0-1 0 0 0,0-1 0 0 0,0 0 0 0 0,-21 7 1 0 0,-10 5 155 0 0,-29 20-37 0 0,43-21-113 0 0,-46 18 0 0 0,64-31-243 0 0,0-1 0 0 0,-1 1 1 0 0,1-2-1 0 0,-1 0 0 0 0,0 0 0 0 0,0-1 0 0 0,-23-1 0 0 0,34 0 49 0 0,0 1 0 0 0,0-1-1 0 0,0 0 1 0 0,0 0 0 0 0,-1 0 0 0 0,1 0-1 0 0,0 0 1 0 0,0 0 0 0 0,0-1 0 0 0,0 1-1 0 0,0 0 1 0 0,0 0 0 0 0,-1-1 0 0 0,1 1-1 0 0,0-1 1 0 0,0 1 0 0 0,0-1 0 0 0,0 1-1 0 0,0-1 1 0 0,0 0 0 0 0,1 1 0 0 0,-1-1-1 0 0,0 0 1 0 0,0 0 0 0 0,0 0 0 0 0,1 0-1 0 0,-2-1 1 0 0,2 0-142 0 0,1 0 0 0 0,-1 0 0 0 0,1 0 0 0 0,-1 0 1 0 0,1 0-1 0 0,0 0 0 0 0,0 0 0 0 0,0 0 0 0 0,0 0 0 0 0,1 1 0 0 0,1-4 0 0 0,14-24-1923 0 0,3-11-1029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46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 1761 0 0,'-5'-1'2281'0'0,"-69"-4"3495"0"0,153 17-4069 0 0,-36-13-1540 0 0,-21 0-83 0 0,0 1-1 0 0,1 0 0 0 0,-1 2 1 0 0,0 1-1 0 0,35 8 0 0 0,-55-10-56 0 0,0-1 0 0 0,-1 1 0 0 0,1-1 0 0 0,-1 1 0 0 0,1-1 1 0 0,-1 1-1 0 0,1 0 0 0 0,-1 0 0 0 0,0 0 0 0 0,1 0 0 0 0,-1 0 0 0 0,0 0 0 0 0,0 0 0 0 0,1 0 0 0 0,-1 0 0 0 0,0 1 0 0 0,0-1 0 0 0,-1 0 0 0 0,2 3 0 0 0,2 34 894 0 0,-4-24-715 0 0,0 7 86 0 0,1-7-102 0 0,-1 1 1 0 0,-1-1-1 0 0,-4 29 1 0 0,-6-11-47 0 0,8-24-136 0 0,0-1 0 0 0,1 1 0 0 0,0-1 0 0 0,1 1 0 0 0,-1-1 0 0 0,0 15 0 0 0,2 1-36 0 0,-1-14-16 0 0,1 0 1 0 0,0-1-1 0 0,0 1 0 0 0,1 0 0 0 0,0-1 1 0 0,4 12-1 0 0,5 7-694 0 0,1 0 0 0 0,18 28 0 0 0,-28-54 600 0 0,-1 1 0 0 0,1-1 1 0 0,0 1-1 0 0,-1-1 0 0 0,1 0 1 0 0,-1 1-1 0 0,0 0 0 0 0,1-1 0 0 0,-1 1 1 0 0,0-1-1 0 0,0 1 0 0 0,0-1 1 0 0,0 3-1 0 0,0 3-1616 0 0,-5-9-1554 0 0,-20-14-2188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4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1521 0 0,'0'-6'2481'0'0,"0"-2"-320"0"0,31 2-400 0 0,23 6-481 0 0,6 6-319 0 0,61 8-561 0 0,30 11-480 0 0,0-12-1361 0 0,-91-1-2801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4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985 8 1841 0 0,'-49'-7'3548'0'0,"44"7"-2547"0"0,10 1-921 0 0,15 4-54 0 0,-19-5-5 0 0,1 1-1 0 0,-1-1 1 0 0,1 0-1 0 0,-1 1 1 0 0,1-1-1 0 0,-1 1 1 0 0,0 0-1 0 0,1-1 1 0 0,-1 1 0 0 0,0 0-1 0 0,0 0 1 0 0,1 0-1 0 0,-1 0 1 0 0,0 0-1 0 0,0 0 1 0 0,0 0-1 0 0,0 0 1 0 0,0 0-1 0 0,0 0 1 0 0,-1 1-1 0 0,1-1 1 0 0,0 0-1 0 0,-1 1 1 0 0,1-1-1 0 0,0 2 1 0 0,-1-2-17 0 0,0-1 1 0 0,0 1-1 0 0,0-1 1 0 0,1 1-1 0 0,-1-1 0 0 0,0 1 1 0 0,0-1-1 0 0,1 1 1 0 0,-1-1-1 0 0,0 1 1 0 0,1-1-1 0 0,-1 0 0 0 0,0 1 1 0 0,1-1-1 0 0,-1 1 1 0 0,0-1-1 0 0,1 0 1 0 0,-1 1-1 0 0,1-1 0 0 0,-1 0 1 0 0,1 0-1 0 0,-1 1 1 0 0,1-1-1 0 0,-1 0 0 0 0,1 0 1 0 0,-1 0-1 0 0,1 0 1 0 0,-1 0-1 0 0,1 1 1 0 0,-1-1-1 0 0,1 0 0 0 0,-1 0 1 0 0,1 0-1 0 0,-1 0 1 0 0,1 0-1 0 0,0-1 1 0 0,0 1 33 0 0,-1 0 1 0 0,1 0 0 0 0,-1 0 0 0 0,1 0 0 0 0,-1 0 0 0 0,1 0-1 0 0,-1 0 1 0 0,1 0 0 0 0,-1 0 0 0 0,1 0 0 0 0,-1 0 0 0 0,1 1-1 0 0,-1-1 1 0 0,1 0 0 0 0,-1 0 0 0 0,1 1 0 0 0,-1-1 0 0 0,1 0 0 0 0,-1 0-1 0 0,1 1 1 0 0,-1-1 0 0 0,1 0 0 0 0,-1 1 0 0 0,0-1 0 0 0,1 1-1 0 0,-1-1 1 0 0,0 0 0 0 0,1 1 0 0 0,-1-1 0 0 0,0 1 0 0 0,0-1-1 0 0,0 1 1 0 0,1-1 0 0 0,-1 1 0 0 0,0-1 0 0 0,0 2 0 0 0,-5-2 54 0 0,4 0-81 0 0,0 0-8 0 0,0 0-1 0 0,0 0 0 0 0,0 1 1 0 0,0-1-1 0 0,0 0 1 0 0,0 0-1 0 0,0 0 0 0 0,0 0 1 0 0,0 0-1 0 0,0-1 0 0 0,0 1 1 0 0,0 0-1 0 0,0 0 1 0 0,0-1-1 0 0,0 1 0 0 0,0 0 1 0 0,0-1-1 0 0,0 1 0 0 0,1-1 1 0 0,-1 0-1 0 0,0 1 1 0 0,0-1-1 0 0,-1-1 0 0 0,7 1 51 0 0,15 1-54 0 0,-15 0-80 0 0,-5-44-1895 0 0,-18 52 5197 0 0,-79 9-2535 0 0,-114 1 193 0 0,126-3-253 0 0,54-11-345 0 0,-9 5-137 0 0,15-3-78 0 0,-35-1 440 0 0,60-9-517 0 0,0 15-20 0 0,0-10-37 0 0,0-2-13 0 0,0-3 13 0 0,-5 3 281 0 0,-15 7-188 0 0,14-1 41 0 0,6-4 227 0 0,0 0-495 0 0,-90 36 281 0 0,35-24-13 0 0,50-8-53 0 0,5-4 26 0 0,-1-1-258 0 0,1 0 216 0 0,0 0-1 0 0,0 0 1 0 0,0 0 0 0 0,0 0 0 0 0,0-1 0 0 0,0 1-1 0 0,0 0 1 0 0,-1 0 0 0 0,1 0 0 0 0,0 0 0 0 0,0-1-1 0 0,0 1 1 0 0,0 0 0 0 0,0 0 0 0 0,0 0 0 0 0,0-1 0 0 0,0 1-1 0 0,0 0 1 0 0,0 0 0 0 0,0 0 0 0 0,0 0 0 0 0,0-1-1 0 0,0 1 1 0 0,0 0 0 0 0,1 0 0 0 0,-1 0 0 0 0,0 0-1 0 0,0-1 1 0 0,0 1 0 0 0,0 0 0 0 0,0 0 0 0 0,0 0-1 0 0,0 0 1 0 0,0 0 0 0 0,1-1 0 0 0,-1 1 0 0 0,0 0 0 0 0,0 0-1 0 0,0 0 1 0 0,0 0 0 0 0,0 0 0 0 0,1 0 0 0 0,-1 0-1 0 0,0 0 1 0 0,0 0 0 0 0,0 0 0 0 0,0-1 0 0 0,1 1-1 0 0,-1 0 1 0 0,0 0 0 0 0,0 0 0 0 0,0 0 0 0 0,0 0-1 0 0,1 0 1 0 0,-1 0 0 0 0,0 0 0 0 0,0 0 0 0 0,0 1 0 0 0,1-1-1 0 0,-1 0 1 0 0,0 0 0 0 0,0 0 0 0 0,0 0 0 0 0,1 0-1 0 0,24-1-10 0 0,5 1 0 0 0,-5 0-54 0 0,-20 0 227 0 0,-30 0 0 0 0,15 6-13 0 0,-43 1 9 0 0,0 0-5 0 0,1 12-228 0 0,40-12 34 0 0,10-7 45 0 0,1 0-1 0 0,0 1 1 0 0,-1-1 0 0 0,1 1 0 0 0,-1 0 0 0 0,1-1 0 0 0,0 1 0 0 0,0 0-1 0 0,-1 0 1 0 0,1 0 0 0 0,0 0 0 0 0,0 0 0 0 0,0 0 0 0 0,0 0 0 0 0,0 0 0 0 0,0 0-1 0 0,0 0 1 0 0,0 1 0 0 0,1-1 0 0 0,-1 0 0 0 0,0 1 0 0 0,1-1 0 0 0,-1 0-1 0 0,1 1 1 0 0,-1-1 0 0 0,1 1 0 0 0,0-1 0 0 0,0 1 0 0 0,0-1 0 0 0,0 4 0 0 0,-8 27 86 0 0,-2-16-46 0 0,8-14-39 0 0,0 0-1 0 0,1 1 1 0 0,-1-1 0 0 0,1 1 0 0 0,-1-1-1 0 0,1 1 1 0 0,0 0 0 0 0,0-1 0 0 0,1 1-1 0 0,-1 0 1 0 0,0 0 0 0 0,1-1 0 0 0,-1 7-1 0 0,1-7-4 0 0,0 1 0 0 0,0 0 0 0 0,-1 0 0 0 0,1 0-1 0 0,-1 0 1 0 0,0 0 0 0 0,0 0 0 0 0,0-1-1 0 0,0 1 1 0 0,0 0 0 0 0,-1-1 0 0 0,1 1 0 0 0,-1-1-1 0 0,1 0 1 0 0,-1 1 0 0 0,0-1 0 0 0,0 0-1 0 0,0 0 1 0 0,-1 0 0 0 0,1 0 0 0 0,0 0 0 0 0,-4 1-1 0 0,-15 16 41 0 0,20-17-37 0 0,0-1 0 0 0,1 0-1 0 0,-1 1 1 0 0,0-1 0 0 0,1 1-1 0 0,-1-1 1 0 0,1 1 0 0 0,-1-1 0 0 0,1 1-1 0 0,0-1 1 0 0,-1 1 0 0 0,1-1-1 0 0,0 1 1 0 0,0-1 0 0 0,0 1 0 0 0,0 0-1 0 0,0-1 1 0 0,1 1 0 0 0,0 2 0 0 0,-1-3-2 0 0,1 1 1 0 0,-1-1 0 0 0,0 1 0 0 0,0-1 0 0 0,0 1 0 0 0,0 0 0 0 0,0-1 0 0 0,0 1 0 0 0,0-1 0 0 0,0 1 0 0 0,0-1 0 0 0,-1 1 0 0 0,1-1 0 0 0,-1 1 0 0 0,1-1 0 0 0,-1 1 0 0 0,0-1-1 0 0,-1 3 1 0 0,-3 3-8 0 0,3-5 9 0 0,0 0-1 0 0,0 1 1 0 0,0-1-1 0 0,0 1 1 0 0,1 0-1 0 0,-1-1 0 0 0,1 1 1 0 0,0 0-1 0 0,0 0 1 0 0,0 0-1 0 0,0 0 0 0 0,0 0 1 0 0,0 0-1 0 0,1 0 1 0 0,0 0-1 0 0,0 0 1 0 0,0 0-1 0 0,0 4 0 0 0,0 215-66 0 0,0-217 68 0 0,1-1 1 0 0,0 1 0 0 0,-1-1-1 0 0,2 0 1 0 0,-1 1 0 0 0,0-1-1 0 0,1 0 1 0 0,0 0-1 0 0,0 0 1 0 0,0 0 0 0 0,0 0-1 0 0,1-1 1 0 0,0 1 0 0 0,-1 0-1 0 0,5 2 1 0 0,-4-3 3 0 0,0 0 0 0 0,-1 1 0 0 0,1-1 0 0 0,-1 1 0 0 0,1-1 0 0 0,-1 1 0 0 0,0 0 1 0 0,-1 0-1 0 0,1-1 0 0 0,-1 1 0 0 0,1 1 0 0 0,-1-1 0 0 0,0 0 0 0 0,0 8 0 0 0,-1-9-2 0 0,1 1 0 0 0,-1-1 0 0 0,1 0 0 0 0,0 0-1 0 0,0 0 1 0 0,0 0 0 0 0,0 0 0 0 0,0 0 0 0 0,1 0 0 0 0,-1 0 0 0 0,1-1 0 0 0,0 1-1 0 0,0 0 1 0 0,0-1 0 0 0,0 1 0 0 0,0-1 0 0 0,0 0 0 0 0,5 4 0 0 0,-4-5-1 0 0,-1 1 0 0 0,0 0 0 0 0,0 0 0 0 0,1 1 0 0 0,-1-1 0 0 0,-1 0 1 0 0,1 1-1 0 0,0-1 0 0 0,-1 1 0 0 0,1-1 0 0 0,-1 1 0 0 0,0 0 1 0 0,1 0-1 0 0,-1-1 0 0 0,-1 1 0 0 0,1 0 0 0 0,0 0 0 0 0,0 5 1 0 0,-1-5-11 0 0,0 0 1 0 0,1 0-1 0 0,0 1 1 0 0,-1-1-1 0 0,1 0 1 0 0,1 0-1 0 0,-1-1 1 0 0,0 1 0 0 0,1 0-1 0 0,-1 0 1 0 0,1 0-1 0 0,0-1 1 0 0,0 1-1 0 0,0-1 1 0 0,0 0-1 0 0,0 1 1 0 0,0-1 0 0 0,4 2-1 0 0,-4-2 4 0 0,1 0-1 0 0,-1 0 1 0 0,0 0 0 0 0,1 0-1 0 0,-1 1 1 0 0,0-1-1 0 0,-1 1 1 0 0,1 0 0 0 0,0-1-1 0 0,-1 1 1 0 0,1 0-1 0 0,-1 0 1 0 0,0 0 0 0 0,0 0-1 0 0,0 0 1 0 0,0 0 0 0 0,-1 0-1 0 0,1 4 1 0 0,-1-5 5 0 0,0 0 1 0 0,1 0 0 0 0,-1 0 0 0 0,1 0-1 0 0,-1 0 1 0 0,1 0 0 0 0,0 0 0 0 0,-1-1-1 0 0,1 1 1 0 0,0 0 0 0 0,0 0 0 0 0,1-1-1 0 0,-1 1 1 0 0,0-1 0 0 0,0 1-1 0 0,1-1 1 0 0,-1 1 0 0 0,1-1 0 0 0,-1 0-1 0 0,1 0 1 0 0,0 0 0 0 0,-1 1 0 0 0,4 0-1 0 0,17 17 66 0 0,-14-11-71 0 0,-1 1-1 0 0,1-1 1 0 0,1 0 0 0 0,0-1-1 0 0,0 0 1 0 0,0 0-1 0 0,1-1 1 0 0,0 0 0 0 0,0-1-1 0 0,12 5 1 0 0,15 5 22 0 0,56 15-1 0 0,-88-28-23 0 0,0 0 1 0 0,0 0-1 0 0,0 0 0 0 0,0 0 0 0 0,-1 1 1 0 0,9 6-1 0 0,-9-6-15 0 0,0-1 1 0 0,0 1-1 0 0,0-1 1 0 0,1 1 0 0 0,-1-1-1 0 0,1-1 1 0 0,-1 1-1 0 0,1-1 1 0 0,-1 1-1 0 0,1-1 1 0 0,5 0-1 0 0,76 16-6 0 0,-56-15 92 0 0,176-15-12 0 0,-66 8-81 0 0,142-22 0 0 0,-239 19 41 0 0,52-15 0 0 0,9-3 38 0 0,-44 1 42 0 0,-50 22-59 0 0,1-1 0 0 0,-1-1 0 0 0,0 0 0 0 0,-1 0 1 0 0,1-1-1 0 0,-1 0 0 0 0,0-1 0 0 0,-1 1 0 0 0,1-2 0 0 0,7-8 1 0 0,-9 8 5 0 0,1-1 1 0 0,0 1 0 0 0,1 1-1 0 0,0 0 1 0 0,0 0 0 0 0,0 1-1 0 0,1 0 1 0 0,13-6 0 0 0,35-25 236 0 0,32-32 29 0 0,-89 69-307 0 0,-1 0 0 0 0,0-1 0 0 0,1 1 0 0 0,-1 0 0 0 0,0-1-1 0 0,1 1 1 0 0,-1 0 0 0 0,0-1 0 0 0,1 1 0 0 0,-1 0 0 0 0,0-1 0 0 0,1 1 0 0 0,-1-1 0 0 0,0 1 0 0 0,0 0-1 0 0,0-1 1 0 0,1 1 0 0 0,-1-1 0 0 0,0 1 0 0 0,0-1 0 0 0,0 1 0 0 0,0-1 0 0 0,0 1 0 0 0,0-1 0 0 0,0 1-1 0 0,0-1 1 0 0,0 1 0 0 0,0-1 0 0 0,0 1 0 0 0,0 0 0 0 0,0-1 0 0 0,-1 0 0 0 0,1 1 0 0 0,0-1 1 0 0,0 1-1 0 0,0-1 1 0 0,-1 1-1 0 0,1-1 1 0 0,0 1-1 0 0,0-1 1 0 0,0 1-1 0 0,0-1 1 0 0,0 1-1 0 0,0-1 1 0 0,0 1-1 0 0,0-1 1 0 0,1 1-1 0 0,-1-1 1 0 0,0 1-1 0 0,0 0 1 0 0,0-1-1 0 0,0 1 1 0 0,1-1-1 0 0,-1 1 1 0 0,0-1-1 0 0,0 1 1 0 0,1 0-1 0 0,-1-1 1 0 0,0 1-1 0 0,1 0 1 0 0,-1-1-1 0 0,0 1 1 0 0,1 0-1 0 0,-1-1 1 0 0,1 1-1 0 0,1-1 6 0 0,0 0-1 0 0,-1 0 0 0 0,1 0 0 0 0,-1-1 0 0 0,1 1 1 0 0,-1 0-1 0 0,1-1 0 0 0,-1 1 0 0 0,0-1 0 0 0,0 1 1 0 0,0-1-1 0 0,1 1 0 0 0,-2-1 0 0 0,1 0 1 0 0,1-2-1 0 0,1-40 58 0 0,-3 44-63 0 0,0-7 10 0 0,-1 0-1 0 0,0 1 1 0 0,-1-1-1 0 0,0 0 1 0 0,0 1 0 0 0,0-1-1 0 0,-1 1 1 0 0,0-1-1 0 0,0 1 1 0 0,-1 0-1 0 0,1 1 1 0 0,-1-1 0 0 0,0 1-1 0 0,-1-1 1 0 0,0 1-1 0 0,-5-5 1 0 0,-26-34 67 0 0,23 25-42 0 0,5 5 11 0 0,-2 0-1 0 0,0 0 0 0 0,-1 1 0 0 0,0 1 1 0 0,-17-16-1 0 0,3-2 46 0 0,24 27-87 0 0,-1 0 0 0 0,0 1 0 0 0,0-1 0 0 0,0 1 0 0 0,0-1 0 0 0,0 1 0 0 0,0 0 0 0 0,-1-1 0 0 0,1 1 0 0 0,-1 0 0 0 0,0 1 0 0 0,1-1 0 0 0,-5-2 0 0 0,4 3-7 0 0,0 0 1 0 0,0 0-1 0 0,0 0 1 0 0,1-1-1 0 0,-1 0 1 0 0,1 1-1 0 0,-1-1 1 0 0,1 0-1 0 0,-1 0 1 0 0,1 0-1 0 0,0-1 1 0 0,0 1-1 0 0,0-1 1 0 0,0 1-1 0 0,1-1 1 0 0,-3-4-1 0 0,-14-19 6 0 0,-13-6 60 0 0,21 21-84 0 0,-1 1 0 0 0,-17-25 0 0 0,18 21 19 0 0,-1 1 1 0 0,-1 0-1 0 0,0 1 0 0 0,-1 0 1 0 0,0 1-1 0 0,0 0 1 0 0,-17-9-1 0 0,-17-16 1 0 0,-34-7-12 0 0,81 43 12 0 0,0 0 1 0 0,0 0-1 0 0,0 0 1 0 0,0 0-1 0 0,-1 0 0 0 0,1-1 1 0 0,0 1-1 0 0,0 0 0 0 0,0 0 1 0 0,0 0-1 0 0,-1 0 1 0 0,1 0-1 0 0,0 0 0 0 0,0 0 1 0 0,0 0-1 0 0,0 0 0 0 0,0-1 1 0 0,-1 1-1 0 0,1 0 1 0 0,0 0-1 0 0,0 0 0 0 0,0 0 1 0 0,0-1-1 0 0,0 1 0 0 0,0 0 1 0 0,0 0-1 0 0,0 0 1 0 0,0 0-1 0 0,-1-1 0 0 0,1 1 1 0 0,0 0-1 0 0,0 0 1 0 0,0 0-1 0 0,0-1 0 0 0,0 1 1 0 0,0 0-1 0 0,0 0 0 0 0,0 0 1 0 0,0 0-1 0 0,1-1 1 0 0,-1 1-1 0 0,0 0 0 0 0,0 0 1 0 0,0 0-1 0 0,0 0 0 0 0,0-1 1 0 0,0 1-1 0 0,0 0 1 0 0,0 0-1 0 0,0 0 0 0 0,1-1 1 0 0,-3-3-24 0 0,-29-4 13 0 0,6 2-2 0 0,20 5-80 0 0,-20 1-548 0 0,24 1 574 0 0,1-1-1 0 0,-1 1 0 0 0,1 0 1 0 0,-1-1-1 0 0,1 1 0 0 0,-1-1 1 0 0,1 1-1 0 0,-1 0 0 0 0,1-1 1 0 0,0 1-1 0 0,-1 0 0 0 0,1-1 1 0 0,0 1-1 0 0,0 0 0 0 0,0 0 1 0 0,-1-1-1 0 0,1 1 0 0 0,0 0 1 0 0,0 0-1 0 0,0-1 0 0 0,0 1 0 0 0,0 0 1 0 0,0 0-1 0 0,0-1 0 0 0,1 1 1 0 0,-1 0-1 0 0,0-1 0 0 0,1 2 1 0 0,-1 3-478 0 0,0 48-3537 0 0,0 15-2828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 3442 0 0,'-31'6'2561'0'0,"62"-6"-2401"0"0,-31-6-560 0 0,30-2-81 0 0,-30 3-2880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4:59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274 123 2481 0 0,'55'0'4189'0'0,"-48"-5"-3241"0"0,-4 1-829 0 0,35-23 258 0 0,-26 17-218 0 0,1 1 0 0 0,0 0 1 0 0,22-10-1 0 0,-35 19-132 0 0,0 0 1 0 0,1-1 0 0 0,-1 1-1 0 0,0 0 1 0 0,0 0 0 0 0,1 0 0 0 0,-1 0-1 0 0,0 0 1 0 0,0 0 0 0 0,1 0-1 0 0,-1-1 1 0 0,0 1 0 0 0,0 0 0 0 0,0 0-1 0 0,1 0 1 0 0,-1-1 0 0 0,0 1-1 0 0,0 0 1 0 0,0 0 0 0 0,0 0-1 0 0,0-1 1 0 0,1 1 0 0 0,-1 0 0 0 0,0 0-1 0 0,0-1 1 0 0,0 1 0 0 0,0 0-1 0 0,0 0 1 0 0,0-1 0 0 0,0 1 0 0 0,0 0-1 0 0,0 0 1 0 0,0-1 0 0 0,0 1-1 0 0,0 0 1 0 0,0-1 0 0 0,0 1-1 0 0,0 0 1 0 0,0 0 0 0 0,0-1 0 0 0,0 1-1 0 0,0 0 1 0 0,-1 0 0 0 0,1-1-1 0 0,0 1 1 0 0,0 0 0 0 0,0 0 0 0 0,0 0-1 0 0,0-1 1 0 0,-1 1 0 0 0,1 0-1 0 0,0 0 1 0 0,0 0 0 0 0,0 0-1 0 0,-1-1 1 0 0,1 1 0 0 0,0 0 0 0 0,0 0-1 0 0,-1 0 1 0 0,1 0 0 0 0,0 0-1 0 0,0 0 1 0 0,-1 0 0 0 0,1-1-1 0 0,-51 1 387 0 0,49 0-344 0 0,-1 0-1 0 0,1 0 1 0 0,-1-1-1 0 0,1 0 1 0 0,-1 1-1 0 0,1-1 1 0 0,0 0-1 0 0,-1 0 1 0 0,1 0 0 0 0,0-1-1 0 0,0 1 1 0 0,0 0-1 0 0,-3-3 1 0 0,1 2 21 0 0,-1 1 0 0 0,0-1 0 0 0,0 1 1 0 0,0-1-1 0 0,0 1 0 0 0,0 1 0 0 0,-1-1 0 0 0,-7 1 1 0 0,6-1 21 0 0,-8 0-41 0 0,0 1 1 0 0,0 0-1 0 0,0 1 0 0 0,0 0 1 0 0,1 1-1 0 0,-1 1 1 0 0,1 0-1 0 0,-1 1 1 0 0,1 1-1 0 0,0 0 1 0 0,0 1-1 0 0,-14 8 1 0 0,20-10-54 0 0,2 1-1 0 0,-1-1 1 0 0,0 1 0 0 0,1 1 0 0 0,0-1-1 0 0,0 1 1 0 0,0 0 0 0 0,1 0 0 0 0,0 1-1 0 0,0-1 1 0 0,1 1 0 0 0,0 1 0 0 0,0-1 0 0 0,0 0-1 0 0,1 1 1 0 0,0 0 0 0 0,1 0 0 0 0,0-1-1 0 0,0 2 1 0 0,0-1 0 0 0,1 0 0 0 0,0 13 0 0 0,0 7 17 0 0,0-16-27 0 0,1 0 1 0 0,0 0-1 0 0,1-1 1 0 0,0 1-1 0 0,4 16 1 0 0,-3-22-14 0 0,0 5 56 0 0,1-1 1 0 0,0 1-1 0 0,1-1 1 0 0,0 0-1 0 0,1-1 0 0 0,0 1 1 0 0,0-1-1 0 0,1 1 1 0 0,10 12-1 0 0,10-3 15 0 0,-24-18-68 0 0,0-1 0 0 0,0 1 0 0 0,0-1 0 0 0,0 1 1 0 0,0-1-1 0 0,0 1 0 0 0,0-1 0 0 0,0 0 0 0 0,1 0 0 0 0,-1 0 1 0 0,0-1-1 0 0,0 1 0 0 0,0 0 0 0 0,0-1 0 0 0,0 1 0 0 0,0-1 1 0 0,0 0-1 0 0,0 0 0 0 0,4-2 0 0 0,19-4 18 0 0,-2 2-51 0 0,0-1-1 0 0,25-10 1 0 0,-43 14 38 0 0,1 0 0 0 0,-1-1 0 0 0,0 1 0 0 0,0-1 0 0 0,0 0 0 0 0,0 0 0 0 0,0-1-1 0 0,-1 1 1 0 0,1-1 0 0 0,-1 0 0 0 0,0 0 0 0 0,0-1 0 0 0,-1 1 0 0 0,1-1 0 0 0,4-8 0 0 0,19-81 56 0 0,-24 78-40 0 0,-1 10-3 0 0,-1 0 0 0 0,0-1-1 0 0,0 1 1 0 0,0-1 0 0 0,-1 0 0 0 0,0 1 0 0 0,0-1 0 0 0,-1 1 0 0 0,0-1-1 0 0,0 1 1 0 0,0-1 0 0 0,-1 1 0 0 0,0 0 0 0 0,0 0 0 0 0,-1 0-1 0 0,0 0 1 0 0,0 0 0 0 0,-4-6 0 0 0,1-5 29 0 0,7 24-252 0 0,-1-5 201 0 0,1-1 1 0 0,-1 0-1 0 0,0 1 0 0 0,1-1 1 0 0,-1 0-1 0 0,1 1 0 0 0,-1-1 1 0 0,1 0-1 0 0,0 0 0 0 0,-1 0 1 0 0,1 1-1 0 0,0-1 0 0 0,0 0 1 0 0,0 0-1 0 0,0 0 0 0 0,2 1 1 0 0,14 20 30 0 0,13 50 357 0 0,33 127 0 0 0,-35-105-176 0 0,-20-67-183 0 0,10 30-56 0 0,11 63 0 0 0,2 50-408 0 0,-30-162 209 0 0,0 1 0 0 0,-1 0 1 0 0,0 0-1 0 0,0 0 0 0 0,-1 0 0 0 0,0-1 0 0 0,-1 1 0 0 0,1 0 0 0 0,-2-1 0 0 0,1 1 1 0 0,-1-1-1 0 0,-7 13 0 0 0,9-18-79 0 0,1-3 238 0 0,0-1 0 0 0,0 1 1 0 0,0 0-1 0 0,0 0 0 0 0,-1 0 0 0 0,1 0 1 0 0,0-1-1 0 0,0 1 0 0 0,0 0 1 0 0,0 0-1 0 0,0 0 0 0 0,-1 0 1 0 0,1 0-1 0 0,0 0 0 0 0,0 0 0 0 0,0-1 1 0 0,0 1-1 0 0,-1 0 0 0 0,1 0 1 0 0,0 0-1 0 0,0 0 0 0 0,0 0 1 0 0,-1 0-1 0 0,1 0 0 0 0,0 0 0 0 0,0 0 1 0 0,0 0-1 0 0,-1 0 0 0 0,1 0 1 0 0,0 0-1 0 0,0 0 0 0 0,0 0 1 0 0,-1 0-1 0 0,1 0 0 0 0,0 1 0 0 0,0-1 1 0 0,0 0-1 0 0,-1 0 0 0 0,1 0 1 0 0,0 0-1 0 0,0 0 0 0 0,0 0 1 0 0,0 1-1 0 0,0-1 0 0 0,-1 0 0 0 0,1 0 1 0 0,0 0-1 0 0,0 0 0 0 0,0 0 1 0 0,0 1-1 0 0,0-1 0 0 0,0 0 1 0 0,0 0-1 0 0,0 0 0 0 0,-1 1 0 0 0,1-1 1 0 0,0 0-1 0 0,-25-45-6344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5:00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1 1521 0 0,'-59'1'2753'0'0,"0"3"0"0"0,-97 20 0 0 0,67-3-2247 0 0,1 5 0 0 0,-121 51 1 0 0,192-68-313 0 0,0 1-1 0 0,0 0 1 0 0,1 1 0 0 0,-29 25 0 0 0,13-9 24 0 0,3-4 6 0 0,-30 33 0 0 0,56-53-219 0 0,-2 3 4 0 0,0 0-1 0 0,0 1 1 0 0,0 0 0 0 0,1 0-1 0 0,0 0 1 0 0,1 1-1 0 0,0-1 1 0 0,0 1-1 0 0,-3 12 1 0 0,-16 37 25 0 0,16-46-25 0 0,1 1-1 0 0,0 1 1 0 0,1-1-1 0 0,0 1 1 0 0,1-1 0 0 0,1 1-1 0 0,-2 25 1 0 0,4 100 1 0 0,2-62 58 0 0,-2-36-30 0 0,-1-8-51 0 0,2-1 1 0 0,4 37-1 0 0,26 101-67 0 0,-27-156 74 0 0,0-1 0 0 0,1 0 0 0 0,1 0 0 0 0,0 0 1 0 0,0-1-1 0 0,1 0 0 0 0,1 0 0 0 0,0-1 0 0 0,9 10 0 0 0,-3-3-15 0 0,5 8-10 0 0,1-2 0 0 0,1 0 0 0 0,2-1-1 0 0,0-1 1 0 0,1-2 0 0 0,0 0 0 0 0,2-1 0 0 0,0-2 0 0 0,1-1 0 0 0,1 0 0 0 0,0-3-1 0 0,1 0 1 0 0,0-2 0 0 0,46 11 0 0 0,5-7 13 0 0,2-3-1 0 0,-1-3 1 0 0,1-4 0 0 0,0-4-1 0 0,0-3 1 0 0,-1-4 0 0 0,153-32-1 0 0,-189 28-28 0 0,-1-1-1 0 0,0-3 1 0 0,-1-1 0 0 0,-1-2-1 0 0,-1-2 1 0 0,0-2-1 0 0,64-47 1 0 0,-89 57 48 0 0,-2-1 1 0 0,1 0 0 0 0,-2-1-1 0 0,0-1 1 0 0,0 0 0 0 0,-2-1-1 0 0,0 0 1 0 0,0 0-1 0 0,7-20 1 0 0,-12 23 19 0 0,-1-1 0 0 0,-1 0 1 0 0,0 0-1 0 0,-1-1 0 0 0,0 1 0 0 0,-1-1 0 0 0,-1 1 1 0 0,-1-1-1 0 0,0 1 0 0 0,0-1 0 0 0,-2 0 0 0 0,0 1 0 0 0,-5-20 1 0 0,0 13-33 0 0,0 1 0 0 0,-2-1 1 0 0,0 2-1 0 0,-1 0 0 0 0,-1 0 1 0 0,-1 1-1 0 0,-1 0 0 0 0,0 1 1 0 0,-2 0-1 0 0,1 1 1 0 0,-2 1-1 0 0,-23-18 0 0 0,-14-8-5 0 0,-3 1 0 0 0,-102-53 0 0 0,71 47 87 0 0,-3 3 0 0 0,-131-43 0 0 0,180 73-92 0 0,0 2 1 0 0,-1 2-1 0 0,0 2 0 0 0,-1 1 1 0 0,0 2-1 0 0,1 3 0 0 0,-1 1 0 0 0,-56 7 1 0 0,62-1-215 0 0,0 2 1 0 0,-58 21 0 0 0,77-22-94 0 0,-1 0-1 0 0,2 1 1 0 0,-1 2 0 0 0,1-1-1 0 0,1 2 1 0 0,-27 21-1 0 0,37-26-109 0 0,1 0 0 0 0,-1 1-1 0 0,1-1 1 0 0,1 1 0 0 0,-1 0 0 0 0,1 0-1 0 0,-6 13 1 0 0,10-20 423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6:53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122 102 240 0 0,'-65'3'3845'0'0,"49"-1"-2907"0"0,32-1-278 0 0,-11-1 207 0 0,-5-1-811 0 0,0 0 1 0 0,0 0 0 0 0,0 1-1 0 0,0-1 1 0 0,0 0 0 0 0,0 0-1 0 0,-1 1 1 0 0,1-1-1 0 0,0 0 1 0 0,0 0 0 0 0,0 1-1 0 0,-1-1 1 0 0,1 0 0 0 0,-1 1-1 0 0,1-1 1 0 0,0 0 0 0 0,-1 1-1 0 0,1-1 1 0 0,-1 1-1 0 0,1-1 1 0 0,-1 0 0 0 0,1 1-1 0 0,-1-1 1 0 0,0 1 0 0 0,1 0-1 0 0,-1-1 1 0 0,0 1 0 0 0,1 0-1 0 0,-1-1 1 0 0,0 1 0 0 0,0 0-1 0 0,1-1 1 0 0,-3 1-1 0 0,3 0-60 0 0,-1 0 0 0 0,0 0-1 0 0,1-1 1 0 0,-1 1-1 0 0,0 0 1 0 0,1 0-1 0 0,-1-1 1 0 0,0 1-1 0 0,1 0 1 0 0,-1-1-1 0 0,0 1 1 0 0,1-1-1 0 0,-1 1 1 0 0,1-1 0 0 0,-1 1-1 0 0,1-1 1 0 0,-1 1-1 0 0,1-1 1 0 0,-1 1-1 0 0,1-1 1 0 0,0 0-1 0 0,-1 1 1 0 0,1-1-1 0 0,0 0 1 0 0,-1 1-1 0 0,1-1 1 0 0,0 0 0 0 0,0 1-1 0 0,0-1 1 0 0,0 0-1 0 0,0 0 1 0 0,0 1-1 0 0,0-2 1 0 0,0 1 4 0 0,0 1 0 0 0,0-1 0 0 0,0 0 0 0 0,0 1-1 0 0,0-1 1 0 0,0 1 0 0 0,0-1 0 0 0,0 1 0 0 0,0-1 0 0 0,0 1 0 0 0,0-1 0 0 0,0 0 0 0 0,0 1 0 0 0,0-1 0 0 0,-1 1 0 0 0,1-1 0 0 0,0 1-1 0 0,0-1 1 0 0,-1 1 0 0 0,1-1 0 0 0,0 1 0 0 0,-1 0 0 0 0,1-1 0 0 0,0 1 0 0 0,-1-1 0 0 0,1 1 0 0 0,-1 0 0 0 0,1-1 0 0 0,-1 1 0 0 0,1 0-1 0 0,-1-1 1 0 0,1 1 0 0 0,-1 0 0 0 0,1 0 0 0 0,-1 0 0 0 0,1-1 0 0 0,-1 1 0 0 0,1 0 0 0 0,-1 0 0 0 0,0 0 0 0 0,-11-7 2 0 0,10 5-1 0 0,1-1 0 0 0,0 1 1 0 0,1-1-1 0 0,-1 1 0 0 0,0-1 1 0 0,1 0-1 0 0,0 1 0 0 0,-1-1 1 0 0,1 0-1 0 0,0-4 0 0 0,0 6 706 0 0,-1-1-581 0 0,7-1-105 0 0,7 0 61 0 0,0 2 0 0 0,0-1 0 0 0,0 2 0 0 0,0 0 0 0 0,0 0 0 0 0,20 4-1 0 0,-24-2 48 0 0,-1 0-1 0 0,1 1 0 0 0,-1 0 0 0 0,0 1 0 0 0,0 0 1 0 0,0 0-1 0 0,10 7 0 0 0,-3-1 87 0 0,55 37 628 0 0,-50-33-683 0 0,0 0-1 0 0,1-1 1 0 0,0-1-1 0 0,37 14 1 0 0,-30-17-57 0 0,-21-7-94 0 0,0 0 0 0 0,0 1 1 0 0,0-1-1 0 0,0 1 0 0 0,0 1 1 0 0,-1 0-1 0 0,1 0 0 0 0,6 5 1 0 0,37 15 190 0 0,-1-4 111 0 0,-30-13-197 0 0,-1 1 0 0 0,27 14 0 0 0,10 2-20 0 0,-33-5-51 0 0,-17-13-22 0 0,2 0 0 0 0,-1-1-1 0 0,1 0 1 0 0,11 8-1 0 0,10 1 21 0 0,-20-11-31 0 0,1 1 1 0 0,-1 0 0 0 0,0 1 0 0 0,-1-1 0 0 0,1 2 0 0 0,-1-1 0 0 0,0 1 0 0 0,0 0 0 0 0,0 0 0 0 0,9 14-1 0 0,-11-14 0 0 0,0 0 0 0 0,0 0 0 0 0,1-1-1 0 0,12 11 1 0 0,-13-12 9 0 0,1 1-1 0 0,-1 0 1 0 0,0 0-1 0 0,0 0 1 0 0,6 8 0 0 0,-1 1 39 0 0,0 0 0 0 0,1-1 0 0 0,24 23 0 0 0,-20-23-2 0 0,-1 2 0 0 0,22 27 0 0 0,-33-37-53 0 0,2-1 1 0 0,-1 0-1 0 0,1 0 0 0 0,-1-1 1 0 0,1 0-1 0 0,0 1 1 0 0,8 2-1 0 0,23 19 36 0 0,-30-18-29 0 0,-4-5-4 0 0,-1 0-1 0 0,1 0 0 0 0,0-1 1 0 0,0 1-1 0 0,0-1 1 0 0,0 1-1 0 0,0-1 0 0 0,0 0 1 0 0,0 0-1 0 0,0 0 1 0 0,0 0-1 0 0,4 1 0 0 0,-2 1-3 0 0,0 0-1 0 0,0-1 1 0 0,0 1-1 0 0,0 1 1 0 0,-1-1-1 0 0,0 0 0 0 0,1 1 1 0 0,-1 0-1 0 0,0 0 1 0 0,3 5-1 0 0,8 10-3 0 0,-10-6 2 0 0,2 0 0 0 0,-3-11 12 0 0,-1-2-19 0 0,-1 0 0 0 0,0 1 0 0 0,1-1 0 0 0,-1 1 0 0 0,0 0 0 0 0,0-1 0 0 0,0 1 0 0 0,1 0 0 0 0,-1 0 0 0 0,0 0 0 0 0,0-1 0 0 0,0 1 0 0 0,0 0 0 0 0,0 0 1 0 0,-1 0-1 0 0,1 1 0 0 0,0-1 0 0 0,1 2 0 0 0,-2-2-62 0 0,1-1 0 0 0,0 1 1 0 0,0-1-1 0 0,-1 1 0 0 0,1-1 1 0 0,0 0-1 0 0,0 1 1 0 0,0-1-1 0 0,-1 0 0 0 0,1 0 1 0 0,0 1-1 0 0,0-1 0 0 0,0 0 1 0 0,0 0-1 0 0,-1 0 0 0 0,1 0 1 0 0,0 0-1 0 0,0 0 0 0 0,0 0 1 0 0,0-1-1 0 0,0 1 1 0 0,-1 0-1 0 0,1 0 0 0 0,0-1 1 0 0,0 1-1 0 0,0 0 0 0 0,-1-1 1 0 0,2 0-1 0 0,-1 1-168 0 0,0-1 9 0 0,-1 1-1 0 0,1-1 1 0 0,-1 0-1 0 0,1 0 1 0 0,-1 0-1 0 0,1 0 1 0 0,-1 0 0 0 0,1 0-1 0 0,-1 0 1 0 0,0 0-1 0 0,0 0 1 0 0,1 0-1 0 0,-1 0 1 0 0,0 0-1 0 0,0 0 1 0 0,0 0 0 0 0,0 0-1 0 0,0 0 1 0 0,0 0-1 0 0,0 0 1 0 0,-1 0-1 0 0,1 0 1 0 0,0 0 0 0 0,0 0-1 0 0,-1 0 1 0 0,1 0-1 0 0,-1 1 1 0 0,1-1-1 0 0,-1 0 1 0 0,1 0-1 0 0,-2-1 1 0 0,-23-37-3480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1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737 171 1121 0 0,'0'0'157'0'0,"0"-1"0"0"0,0 0 1 0 0,0 0-1 0 0,0 0 0 0 0,0 1 1 0 0,0-1-1 0 0,-1 0 1 0 0,1 1-1 0 0,0-1 0 0 0,-1 0 1 0 0,1 0-1 0 0,0 1 1 0 0,-1-1-1 0 0,1 0 0 0 0,-1 1 1 0 0,1-1-1 0 0,-1 1 0 0 0,1-1 1 0 0,-1 1-1 0 0,1-1 1 0 0,-1 1-1 0 0,0-1 0 0 0,1 1 1 0 0,-1-1-1 0 0,0 1 1 0 0,0 0-1 0 0,1 0 0 0 0,-1-1 1 0 0,0 1-1 0 0,1 0 0 0 0,-1 0 1 0 0,0 0-1 0 0,0 0 1 0 0,0-1-1 0 0,1 1 0 0 0,-1 0 1 0 0,-1 1-1 0 0,-3-2-95 0 0,-14-3 1498 0 0,15 3-1373 0 0,0 0 0 0 0,0 0 0 0 0,1 0 0 0 0,-1 1-1 0 0,0 0 1 0 0,0-1 0 0 0,0 2 0 0 0,-6-1 0 0 0,5 1 53 0 0,5-8 1027 0 0,0 6-1246 0 0,1 0 1 0 0,-1 0-1 0 0,1 0 0 0 0,-1 0 0 0 0,1 0 1 0 0,-1 0-1 0 0,1 0 0 0 0,0 0 0 0 0,-1 1 1 0 0,1-1-1 0 0,0 0 0 0 0,0 0 0 0 0,-1 1 1 0 0,1-1-1 0 0,0 0 0 0 0,0 1 0 0 0,0-1 1 0 0,0 1-1 0 0,0-1 0 0 0,2 0 0 0 0,27-10 378 0 0,-22 8-270 0 0,2-9 271 0 0,-3 11-333 0 0,-7 2-56 0 0,1-1 0 0 0,-1 0-1 0 0,1 0 1 0 0,0 0-1 0 0,-1 0 1 0 0,1 0 0 0 0,-1 0-1 0 0,1 0 1 0 0,0 0-1 0 0,-1 0 1 0 0,1 0-1 0 0,0 0 1 0 0,-1 0 0 0 0,1 0-1 0 0,-1-1 1 0 0,1 1-1 0 0,-1 0 1 0 0,1 0 0 0 0,0-1-1 0 0,-1 1 1 0 0,1 0-1 0 0,-1-1 1 0 0,1 1 0 0 0,-1-1-1 0 0,0 1 1 0 0,1 0-1 0 0,-1-1 1 0 0,1 1-1 0 0,-1-1 1 0 0,0 1 0 0 0,1-1-1 0 0,-1 0 1 0 0,0 1-1 0 0,1-1 1 0 0,-1 1 0 0 0,0-1-1 0 0,0 1 1 0 0,0-2-1 0 0,5 1 57 0 0,46-8 13 0 0,-46 5-53 0 0,-80 6 1485 0 0,29 1-1424 0 0,-184-3 766 0 0,205-3-758 0 0,-3 0 12 0 0,28 3-107 0 0,0 0 0 0 0,-1 0 1 0 0,1 0-1 0 0,-1 0 1 0 0,1 0-1 0 0,-1 0 1 0 0,1 0-1 0 0,-1 0 0 0 0,1 0 1 0 0,0 0-1 0 0,-1 0 1 0 0,1 0-1 0 0,-1 0 1 0 0,1 0-1 0 0,-1 0 0 0 0,1 0 1 0 0,0 1-1 0 0,-1-1 1 0 0,1 0-1 0 0,-1 0 1 0 0,1 0-1 0 0,0 1 0 0 0,-1-1 1 0 0,1 0-1 0 0,0 1 1 0 0,-1-1-1 0 0,1 0 1 0 0,0 1-1 0 0,0-1 0 0 0,-1 0 1 0 0,1 1-1 0 0,0-1 1 0 0,0 0-1 0 0,-1 2 1 0 0,1-1-2 0 0,0-1 0 0 0,-1 1 0 0 0,1 0 0 0 0,-1 0 0 0 0,1 0 0 0 0,-1 0 0 0 0,1 0 0 0 0,-1 0 1 0 0,0-1-1 0 0,1 1 0 0 0,-1 0 0 0 0,0-1 0 0 0,0 1 0 0 0,1 0 0 0 0,-1-1 0 0 0,0 1 0 0 0,0-1 0 0 0,0 1 1 0 0,0-1-1 0 0,0 1 0 0 0,-1-1 0 0 0,-7 6-16 0 0,8-2 15 0 0,-1-1 0 0 0,1 1 0 0 0,0 0-1 0 0,0 0 1 0 0,1 0 0 0 0,-1-1 0 0 0,1 1-1 0 0,0 0 1 0 0,0 0 0 0 0,0 0 0 0 0,1 7-1 0 0,0 5 4 0 0,-2 27-17 0 0,1 44-57 0 0,1-82 68 0 0,0 1 1 0 0,0-1-1 0 0,0 1 1 0 0,0-1-1 0 0,1 0 1 0 0,0 0-1 0 0,0 0 0 0 0,1 0 1 0 0,-1 0-1 0 0,1 0 1 0 0,0-1-1 0 0,6 8 1 0 0,2-2-3 0 0,1-1 0 0 0,0 0 0 0 0,0 0 0 0 0,0-2 0 0 0,24 12 0 0 0,9 5-38 0 0,-42-22 35 0 0,1 0 1 0 0,-1-1-1 0 0,1 0 1 0 0,-1 1-1 0 0,1-1 1 0 0,0-1-1 0 0,0 1 1 0 0,-1-1-1 0 0,8 1 1 0 0,-8-1 5 0 0,0 0 0 0 0,-1 0 0 0 0,1 0 0 0 0,0 0 1 0 0,0 1-1 0 0,0-1 0 0 0,-1 1 0 0 0,1 0 0 0 0,0 0 1 0 0,-1 0-1 0 0,1 0 0 0 0,-1 0 0 0 0,1 0 0 0 0,-1 1 0 0 0,1-1 1 0 0,-1 1-1 0 0,0 0 0 0 0,0 0 0 0 0,0 0 0 0 0,0 0 1 0 0,3 3-1 0 0,1 4 5 0 0,1 0 0 0 0,-2 0-1 0 0,1 0 1 0 0,-1 1 0 0 0,0 0 0 0 0,-1 0 0 0 0,0 0 0 0 0,-1 0 0 0 0,0 1 0 0 0,-1-1 0 0 0,0 1 0 0 0,-1 0 0 0 0,1 20-1 0 0,-1-1-49 0 0,-1-16-11 0 0,1-1 0 0 0,-2 1 0 0 0,-2 15 0 0 0,2-25 51 0 0,0 0 0 0 0,0 0 1 0 0,0 1-1 0 0,-1-1 0 0 0,1-1 1 0 0,-1 1-1 0 0,0 0 0 0 0,0 0 0 0 0,-1-1 1 0 0,1 1-1 0 0,-1-1 0 0 0,0 0 1 0 0,0 0-1 0 0,-3 3 0 0 0,-5 2 11 0 0,0-1-1 0 0,0 0 0 0 0,-1-1 0 0 0,1 0 1 0 0,-1-1-1 0 0,-1 0 0 0 0,1-1 0 0 0,-1 0 1 0 0,0-1-1 0 0,1 0 0 0 0,-1-2 1 0 0,-25 2-1 0 0,7-3-24 0 0,1-1 0 0 0,-1-1 0 0 0,0-2 0 0 0,-51-12 0 0 0,45 7 12 0 0,0-1-1 0 0,1-2 0 0 0,0-1 1 0 0,-54-30-1 0 0,89 43 9 0 0,0-1 0 0 0,-1 1 1 0 0,1-1-1 0 0,0 0 0 0 0,0 1 1 0 0,0-1-1 0 0,0 0 0 0 0,0 0 1 0 0,0 0-1 0 0,0 0 0 0 0,1 0 1 0 0,-1 0-1 0 0,0 0 0 0 0,0 0 1 0 0,1 0-1 0 0,-1 0 0 0 0,0 0 0 0 0,1 0 1 0 0,0 0-1 0 0,-1-2 0 0 0,14-21-214 0 0,-3 10 81 0 0,-3 6 124 0 0,1 0 0 0 0,-1 1 0 0 0,1 0 0 0 0,1 0-1 0 0,17-11 1 0 0,220-122 253 0 0,-163 97-116 0 0,141-97 0 0 0,-215 133-106 0 0,0 0 1 0 0,-1 0 0 0 0,0-1-1 0 0,0 0 1 0 0,-1 0-1 0 0,0-1 1 0 0,0 0-1 0 0,-1-1 1 0 0,0 1 0 0 0,-1-1-1 0 0,4-11 1 0 0,-7 16-9 0 0,0-1 1 0 0,-1 1-1 0 0,0-1 1 0 0,0 0-1 0 0,0 1 0 0 0,-1-1 1 0 0,0 0-1 0 0,0 0 1 0 0,0 1-1 0 0,-1-1 1 0 0,0 0-1 0 0,0 0 1 0 0,0 1-1 0 0,-1-1 1 0 0,0 1-1 0 0,0-1 1 0 0,0 1-1 0 0,-1 0 1 0 0,0 0-1 0 0,0 0 1 0 0,0 0-1 0 0,-5-5 0 0 0,2 3 3 0 0,-2-1 0 0 0,1 2 0 0 0,0-1 0 0 0,-1 1 0 0 0,-1 0 0 0 0,1 1 0 0 0,-1 0-1 0 0,1 0 1 0 0,-2 1 0 0 0,1 0 0 0 0,0 1 0 0 0,-1 0 0 0 0,-18-4 0 0 0,16 5-26 0 0,-1 0 0 0 0,1 1 1 0 0,0 0-1 0 0,-1 1 0 0 0,1 0 1 0 0,-1 1-1 0 0,1 1 0 0 0,0 0 1 0 0,0 0-1 0 0,0 1 0 0 0,-13 5 1 0 0,24-7-61 0 0,0-1 1 0 0,-1 0-1 0 0,1 1 1 0 0,-1-1 0 0 0,1 1-1 0 0,0 0 1 0 0,-1 0-1 0 0,1-1 1 0 0,0 1 0 0 0,0 0-1 0 0,0 0 1 0 0,0 0-1 0 0,-1 0 1 0 0,1 0 0 0 0,1 0-1 0 0,-1 1 1 0 0,0-1-1 0 0,0 0 1 0 0,0 0 0 0 0,1 1-1 0 0,-1-1 1 0 0,0 0-1 0 0,1 1 1 0 0,-1-1 0 0 0,1 1-1 0 0,0-1 1 0 0,0 1-1 0 0,-1-1 1 0 0,1 1 0 0 0,0-1-1 0 0,0 1 1 0 0,0-1-1 0 0,1 2 1 0 0,0 2-390 0 0,1 0 1 0 0,0 0-1 0 0,1 0 0 0 0,-1 0 1 0 0,1 0-1 0 0,0-1 1 0 0,0 0-1 0 0,1 1 0 0 0,4 4 1 0 0,48 47-6238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1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2001 0 0,'1'8'4150'0'0,"-1"-6"-3952"0"0,0 0 1 0 0,1 0-1 0 0,-1 0 0 0 0,0 1 1 0 0,0-1-1 0 0,0 0 1 0 0,-1 0-1 0 0,1 0 1 0 0,0 0-1 0 0,-1 0 1 0 0,1 0-1 0 0,-1-1 1 0 0,1 1-1 0 0,-1 0 0 0 0,0 0 1 0 0,-1 2-1 0 0,-1-3-56 0 0,-2 0 22 0 0,1 0 1 0 0,-1 1-1 0 0,1-1 1 0 0,0 1 0 0 0,0 0-1 0 0,0 0 1 0 0,0 1 0 0 0,0-1-1 0 0,-5 5 1 0 0,9-6 835 0 0,13 0-559 0 0,0 1-1 0 0,0 0 0 0 0,22 7 1 0 0,41 9-202 0 0,-8-9-195 0 0,1-3-1 0 0,-1-3 0 0 0,115-10 1 0 0,-180 7-237 0 0,-2 0 98 0 0,0 0 0 0 0,0 0 0 0 0,1 0 1 0 0,-1 0-1 0 0,0 0 0 0 0,0 0 0 0 0,0 0 1 0 0,1 0-1 0 0,-1-1 0 0 0,0 1 0 0 0,0 0 0 0 0,0-1 1 0 0,0 1-1 0 0,0-1 0 0 0,0 1 0 0 0,0-1 0 0 0,0 1 1 0 0,0-1-1 0 0,0 0 0 0 0,0 0 0 0 0,0 1 0 0 0,0-1 1 0 0,1-2-1 0 0,-2 3 22 0 0,0 0 1 0 0,0-1-1 0 0,0 1 1 0 0,0 0-1 0 0,-1-1 1 0 0,1 1-1 0 0,0 0 0 0 0,0-1 1 0 0,0 1-1 0 0,0 0 1 0 0,0 0-1 0 0,-1-1 1 0 0,1 1-1 0 0,0 0 1 0 0,0 0-1 0 0,-1-1 0 0 0,1 1 1 0 0,0 0-1 0 0,0 0 1 0 0,-1 0-1 0 0,1-1 1 0 0,0 1-1 0 0,0 0 1 0 0,-1 0-1 0 0,1 0 0 0 0,0 0 1 0 0,-1 0-1 0 0,1 0 1 0 0,0 0-1 0 0,-1 0 1 0 0,1 0-1 0 0,0 0 1 0 0,-1 0-1 0 0,1 0 0 0 0,0 0 1 0 0,-1 0-1 0 0,1 0 1 0 0,0 0-1 0 0,0 0 1 0 0,-1 0-1 0 0,-49-1-3769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2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979 327 1361 0 0,'0'-1'308'0'0,"1"-1"1"0"0,-1 0-1 0 0,0 1 1 0 0,0-1 0 0 0,0 0-1 0 0,0 1 1 0 0,-1-1-1 0 0,1 0 1 0 0,0 1-1 0 0,-1-1 1 0 0,1 1 0 0 0,-1-1-1 0 0,1 0 1 0 0,-1 1-1 0 0,0-1 1 0 0,0 1-1 0 0,0 0 1 0 0,0-1 0 0 0,0 1-1 0 0,-2-2 1 0 0,1 1-208 0 0,-1 2 0 0 0,0-1 0 0 0,0 0 0 0 0,0 1 0 0 0,0-1 0 0 0,0 1 0 0 0,0 0 0 0 0,0 0 1 0 0,0 0-1 0 0,-4 0 0 0 0,-11 1 124 0 0,-1 1-194 0 0,1 1 0 0 0,0 1 0 0 0,0 0 0 0 0,0 1 0 0 0,-32 15 0 0 0,-7 13 163 0 0,14-7 12 0 0,34-22-174 0 0,3-1-7 0 0,0 0 0 0 0,0 0 0 0 0,1 0 0 0 0,-1 1 0 0 0,1-1 0 0 0,-1 1 0 0 0,1 1 0 0 0,1-1 0 0 0,-1 1 0 0 0,-7 9 0 0 0,6-2 21 0 0,4-9-37 0 0,1-1-1 0 0,0 1 1 0 0,0-1-1 0 0,-1 1 1 0 0,1-1-1 0 0,-1 0 1 0 0,0 0-1 0 0,1 0 1 0 0,-1 0-1 0 0,0 0 1 0 0,0 0-1 0 0,-1 0 1 0 0,1-1-1 0 0,-4 3 1 0 0,-34 30 97 0 0,-6-10 17 0 0,35-20-70 0 0,-1 1 0 0 0,1 1 0 0 0,0 0 0 0 0,1 1 0 0 0,0 0 0 0 0,0 0 0 0 0,-15 15 0 0 0,-9 5 84 0 0,26-22-116 0 0,0 1-1 0 0,0 0 1 0 0,1 0 0 0 0,-13 15-1 0 0,-10 22 134 0 0,3 2-1 0 0,1 1 1 0 0,3 1-1 0 0,-20 57 1 0 0,11-29-14 0 0,22-49-104 0 0,1 1 1 0 0,-5 29 0 0 0,8-29-7 0 0,-2-1 0 0 0,-11 28 0 0 0,9-35-38 0 0,8-16 2 0 0,0 0 1 0 0,1 0-1 0 0,-1 0 1 0 0,0 0-1 0 0,1 0 1 0 0,0 1-1 0 0,0-1 0 0 0,0 0 1 0 0,0 1-1 0 0,1-1 1 0 0,-1 1-1 0 0,1 5 1 0 0,1 3-22 0 0,-1-8 35 0 0,1 0 1 0 0,-1 0-1 0 0,1-1 0 0 0,-1 1 0 0 0,-1 0 0 0 0,1 0 1 0 0,0 0-1 0 0,-1-1 0 0 0,0 1 0 0 0,0 0 0 0 0,0-1 0 0 0,-2 5 1 0 0,-7 3 90 0 0,7-7 8 0 0,16-3-33 0 0,-13-1-76 0 0,1 0 1 0 0,-1 0 0 0 0,1 0-1 0 0,-1 0 1 0 0,0 0 0 0 0,1 1-1 0 0,-1-1 1 0 0,0 0 0 0 0,1 0-1 0 0,-1 1 1 0 0,0-1-1 0 0,1 0 1 0 0,-1 0 0 0 0,0 1-1 0 0,0-1 1 0 0,1 0 0 0 0,-1 1-1 0 0,0-1 1 0 0,0 0 0 0 0,1 1-1 0 0,-1-1 1 0 0,0 0 0 0 0,0 1-1 0 0,0-1 1 0 0,0 1-1 0 0,0-1 1 0 0,0 0 0 0 0,1 2-1 0 0,1 4 2 0 0,6 4-15 0 0,0 0 0 0 0,1-1 1 0 0,0 1-1 0 0,1-2 0 0 0,0 1 1 0 0,0-1-1 0 0,1-1 0 0 0,0 0 1 0 0,14 6-1 0 0,50 34 60 0 0,-59-36-23 0 0,0 0 0 0 0,1-1 0 0 0,20 8 0 0 0,-17-9-20 0 0,24 10 51 0 0,2-1 0 0 0,50 12-1 0 0,-73-23-99 0 0,19 4 14 0 0,21-5 136 0 0,-1 4-1 0 0,0 2 0 0 0,0 3 0 0 0,-2 2 1 0 0,103 45-1 0 0,-111-42-42 0 0,103 24 0 0 0,-150-43-56 0 0,1 1 0 0 0,0-1 0 0 0,0 1 1 0 0,-1 0-1 0 0,1 1 0 0 0,-1-1 0 0 0,10 7 0 0 0,-6-4 2 0 0,0 0 0 0 0,1 0 0 0 0,0-1 0 0 0,0 0-1 0 0,0-1 1 0 0,0 0 0 0 0,19 3 0 0 0,36 9-9 0 0,-22-4 51 0 0,59 6 1 0 0,205 17 111 0 0,-188-24 120 0 0,204-8 0 0 0,-87-17 267 0 0,-45-6-147 0 0,622-71 1201 0 0,-320 24-1081 0 0,-438 59-532 0 0,309-45 162 0 0,-282 46-49 0 0,1 4-1 0 0,112 8 1 0 0,-83 15-18 0 0,-73-11 8 0 0,74 7 115 0 0,0-5 0 0 0,161-5 0 0 0,-201-5-184 0 0,-60 0-12 0 0,103-4 128 0 0,-102 3-113 0 0,0-1-1 0 0,0-1 1 0 0,-1 0-1 0 0,1 0 1 0 0,-1-2-1 0 0,17-6 1 0 0,-25 8-9 0 0,-1-1 1 0 0,0 1 0 0 0,0-1-1 0 0,0 1 1 0 0,0-1-1 0 0,-1 0 1 0 0,0-1-1 0 0,0 1 1 0 0,0 0-1 0 0,0-1 1 0 0,0 0-1 0 0,-1 0 1 0 0,0 0-1 0 0,3-9 1 0 0,-2 6-25 0 0,5-14 23 0 0,-1 0 0 0 0,-1-1 0 0 0,-1 0 0 0 0,3-46 0 0 0,-4 37-4 0 0,1 0-1 0 0,12-44 1 0 0,-7 44-47 0 0,8-27-119 0 0,44-98-1 0 0,-57 149 156 0 0,0 0 0 0 0,0 1-1 0 0,1-1 1 0 0,0 1 0 0 0,0 1 0 0 0,1-1 0 0 0,0 1 0 0 0,0 0 0 0 0,0 0-1 0 0,1 1 1 0 0,0 0 0 0 0,0 0 0 0 0,0 1 0 0 0,1 0 0 0 0,-1 0-1 0 0,15-3 1 0 0,13-2 5 0 0,0 1 0 0 0,68-6 0 0 0,-81 11-30 0 0,33 0 30 0 0,31-3 162 0 0,-82 6-157 0 0,-1-1 0 0 0,0 0 0 0 0,0 0-1 0 0,1 0 1 0 0,-1 0 0 0 0,0-1 0 0 0,0 0 0 0 0,0 0 0 0 0,0 0-1 0 0,-1 0 1 0 0,1-1 0 0 0,0 1 0 0 0,-1-1 0 0 0,5-4 0 0 0,-7 3-10 0 0,1 0 0 0 0,-1 0 0 0 0,0 0 0 0 0,0 0 0 0 0,0 0 0 0 0,-1 0 0 0 0,0-1 0 0 0,1 1 0 0 0,-1 0 0 0 0,-1 0 0 0 0,1 0 0 0 0,-1-5 0 0 0,0-8 0 0 0,-1 1-18 0 0,0 1 0 0 0,0-1 1 0 0,-2 1-1 0 0,0-1 0 0 0,0 1 1 0 0,-2 0-1 0 0,0 1 0 0 0,0-1 1 0 0,-2 1-1 0 0,0 0 0 0 0,0 1 1 0 0,-1 0-1 0 0,-16-18 0 0 0,-6-4 23 0 0,-2 1 1 0 0,-1 1-1 0 0,-51-36 0 0 0,68 58 30 0 0,-1 0 0 0 0,0 2 0 0 0,-21-9 0 0 0,-10-6-42 0 0,11 4-28 0 0,-85-49 92 0 0,-258-103 1 0 0,259 130-68 0 0,-2 5 0 0 0,-1 6 0 0 0,-137-16 0 0 0,-36 20 140 0 0,232 25-80 0 0,-1 3 1 0 0,-105 15-1 0 0,-628 72-37 0 0,87-36 0 0 0,597-32 33 0 0,2 5 0 0 0,-155 54 0 0 0,101-26-184 0 0,98-36 186 0 0,-127 14-1 0 0,-50 10-142 0 0,236-38 7 0 0,-43 12-1210 0 0,-1-2-1 0 0,-1-3 0 0 0,-58 3 1 0 0,108-14 794 0 0,0 0 0 0 0,0 0 0 0 0,0 0 0 0 0,0 0 0 0 0,1-1 1 0 0,-1 0-1 0 0,1 0 0 0 0,-1-1 0 0 0,1 0 0 0 0,0 0 0 0 0,0 0 0 0 0,-8-7 1 0 0,7 6-257 0 0,-29-32-4589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212 133 1201 0 0,'51'-19'5077'0'0,"-48"18"-4842"0"0,0 0 0 0 0,0-1 0 0 0,-1 1 0 0 0,1 0 0 0 0,0-1 0 0 0,-1 1 1 0 0,1-1-1 0 0,-1 0 0 0 0,0 0 0 0 0,1 0 0 0 0,-1 0 0 0 0,0 0 0 0 0,0 0 0 0 0,3-5 0 0 0,-4 5-191 0 0,1 1 0 0 0,-1-1-1 0 0,1 1 1 0 0,0-1 0 0 0,0 1-1 0 0,-1 0 1 0 0,1 0-1 0 0,0 0 1 0 0,0 0 0 0 0,0 0-1 0 0,0 0 1 0 0,0 0-1 0 0,1 1 1 0 0,-1-1 0 0 0,0 1-1 0 0,0 0 1 0 0,5-1-1 0 0,9-3 93 0 0,104-27 357 0 0,-99 28-360 0 0,-17 3-68 0 0,-1 0 1 0 0,1 0-1 0 0,-1-1 1 0 0,1 1-1 0 0,-1-1 1 0 0,1 0-1 0 0,-1 0 1 0 0,0 0-1 0 0,5-3 0 0 0,-13 3 189 0 0,-12-2-94 0 0,0 2-1 0 0,-1-1 1 0 0,1 2 0 0 0,0 0 0 0 0,-1 1-1 0 0,1 1 1 0 0,0 1 0 0 0,-19 5 0 0 0,-125 39 486 0 0,155-45-622 0 0,-11 4 46 0 0,0 1 0 0 0,1 0 1 0 0,0 1-1 0 0,0 1 1 0 0,0 0-1 0 0,-17 15 0 0 0,28-20-51 0 0,0 0-1 0 0,0 1 0 0 0,1-1 1 0 0,-1 1-1 0 0,1 0 0 0 0,0 1 1 0 0,0-1-1 0 0,1 1 0 0 0,0-1 0 0 0,0 1 1 0 0,0 0-1 0 0,0 0 0 0 0,1 0 1 0 0,0 1-1 0 0,1-1 0 0 0,-1 0 0 0 0,1 1 1 0 0,0 9-1 0 0,0-8 10 0 0,1 1 1 0 0,1-1 0 0 0,-1 1-1 0 0,1-1 1 0 0,1 0-1 0 0,0 0 1 0 0,0 0-1 0 0,6 16 1 0 0,-6-21-27 0 0,0 0 0 0 0,1 0 0 0 0,-1 0 0 0 0,1 0 1 0 0,-1 0-1 0 0,1-1 0 0 0,0 1 0 0 0,0-1 0 0 0,0 1 0 0 0,0-1 1 0 0,1 0-1 0 0,-1 0 0 0 0,1-1 0 0 0,-1 1 0 0 0,1-1 1 0 0,-1 0-1 0 0,1 0 0 0 0,0 0 0 0 0,0 0 0 0 0,-1 0 0 0 0,1-1 1 0 0,7 0-1 0 0,13 0-16 0 0,-1-2 1 0 0,1 0 0 0 0,-1-1-1 0 0,24-8 1 0 0,-39 8 24 0 0,0 0 0 0 0,0 0 0 0 0,-1-1 0 0 0,0 0 0 0 0,1-1 0 0 0,-2 0 0 0 0,1 0 0 0 0,0 0 0 0 0,-1-1 0 0 0,0 0 0 0 0,0 0 0 0 0,-1 0 0 0 0,0-1 0 0 0,0 0 0 0 0,5-9 0 0 0,5-12 64 0 0,-1 0 1 0 0,16-48 0 0 0,-18 44-65 0 0,-4 14-19 0 0,4-21 29 0 0,-16 19 53 0 0,0 0 37 0 0,5 19-101 0 0,0 0 0 0 0,0 0 0 0 0,0-1 0 0 0,0 1 0 0 0,0 0 0 0 0,0 0 0 0 0,0 0 0 0 0,0 0-1 0 0,0 0 1 0 0,0 0 0 0 0,0 0 0 0 0,1 1 0 0 0,-1-1 0 0 0,0 0 0 0 0,1 1 0 0 0,-1-1 0 0 0,1 1 0 0 0,1-1-1 0 0,17-5 45 0 0,-18 6-56 0 0,0 0 0 0 0,0 0 0 0 0,-1 1 1 0 0,1-1-1 0 0,0 0 0 0 0,0 1 0 0 0,0-1 0 0 0,0 1 0 0 0,0 0 1 0 0,0 0-1 0 0,-1 0 0 0 0,1 0 0 0 0,0 0 0 0 0,-1 0 0 0 0,1 0 1 0 0,-1 0-1 0 0,1 1 0 0 0,-1-1 0 0 0,3 3 0 0 0,-1-1 12 0 0,12 12 48 0 0,-1 0-1 0 0,-1 2 1 0 0,0-1-1 0 0,-1 2 0 0 0,-1 0 1 0 0,-1 0-1 0 0,0 1 1 0 0,-1 0-1 0 0,-1 0 1 0 0,-1 1-1 0 0,-1 0 1 0 0,7 40-1 0 0,-3 24 103 0 0,10-10-133 0 0,-10 0-14 0 0,-9-68-11 0 0,2 0-14 0 0,-2 1-1 0 0,1-1 1 0 0,-1 1-1 0 0,0 0 0 0 0,0-1 1 0 0,-1 1-1 0 0,0 0 1 0 0,0-1-1 0 0,0 1 0 0 0,-1 0 1 0 0,0-1-1 0 0,-1 1 1 0 0,1-1-1 0 0,-4 8 0 0 0,4-9-139 0 0,-1 0 0 0 0,1 0 0 0 0,1-1 0 0 0,-1 1 0 0 0,1 0-1 0 0,-1 0 1 0 0,2 5 0 0 0,-1-2-525 0 0,1-6-216 0 0,8-5-241 0 0,10-5-163 0 0,-1-1 0 0 0,-1-1 1 0 0,1 0-1 0 0,16-14 1 0 0,1-20-3333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20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72 560 0 0,'-30'9'2078'0'0,"-1"-1"0"0"0,-1-1 0 0 0,-47 4 0 0 0,-10 2-332 0 0,50-5-479 0 0,-6 2 1442 0 0,42-9-1846 0 0,20-4-873 0 0,7-1 326 0 0,-1 2 0 0 0,1 0 1 0 0,30 2-1 0 0,12 0-60 0 0,542-44 344 0 0,-592 42-865 0 0,40-9-672 0 0,-55 10 753 0 0,1 1 1 0 0,-1-1 0 0 0,1 1-1 0 0,-1-1 1 0 0,1 1 0 0 0,-1-1-1 0 0,0 0 1 0 0,1 0-1 0 0,-1 1 1 0 0,0-1 0 0 0,0 0-1 0 0,0 0 1 0 0,0 0 0 0 0,0-1-1 0 0,0 1 1 0 0,0 0 0 0 0,0 0-1 0 0,0 0 1 0 0,0-1 0 0 0,-1 1-1 0 0,1 0 1 0 0,0-1 0 0 0,-1 1-1 0 0,1-1 1 0 0,-1 1 0 0 0,0-1-1 0 0,1-2 1 0 0,-1 3 32 0 0,0 1-1 0 0,0-1 1 0 0,0 0 0 0 0,0 0 0 0 0,0 0 0 0 0,0 0 0 0 0,0 1-1 0 0,-1-1 1 0 0,1 0 0 0 0,0 0 0 0 0,0 0 0 0 0,-1 1-1 0 0,1-1 1 0 0,0 0 0 0 0,-1 1 0 0 0,1-1 0 0 0,-1 0 0 0 0,1 1-1 0 0,-1-1 1 0 0,1 0 0 0 0,-1 1 0 0 0,0-1 0 0 0,1 1-1 0 0,-1-1 1 0 0,0 1 0 0 0,0-1 0 0 0,-49-18-4038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2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61 116 800 0 0,'0'0'297'0'0,"0"1"-1"0"0,0 0 1 0 0,0 0-1 0 0,0-1 1 0 0,0 1-1 0 0,0 0 1 0 0,0 0-1 0 0,0-1 1 0 0,0 1-1 0 0,0 0 1 0 0,-1 0-1 0 0,1-1 0 0 0,0 1 1 0 0,-1 0-1 0 0,1-1 1 0 0,0 1-1 0 0,-1 0 1 0 0,1-1-1 0 0,-1 1 1 0 0,1-1-1 0 0,-1 1 1 0 0,1-1-1 0 0,-1 1 1 0 0,1 0-1 0 0,-1-1 1 0 0,0 1-1 0 0,-16-1 1010 0 0,15-4-1257 0 0,1-1-1 0 0,0 1 1 0 0,0 0-1 0 0,0-1 1 0 0,0 1-1 0 0,1-1 0 0 0,0 1 1 0 0,0-1-1 0 0,0 1 1 0 0,1-8-1 0 0,0 7-47 0 0,-1-23 879 0 0,-1 28-869 0 0,1 0 0 0 0,0-1 0 0 0,0 1 0 0 0,0 0 0 0 0,0-1-1 0 0,-1 1 1 0 0,1 0 0 0 0,0 0 0 0 0,0-1 0 0 0,-1 1 0 0 0,1 0 0 0 0,0 0 0 0 0,0-1-1 0 0,-1 1 1 0 0,1 0 0 0 0,0 0 0 0 0,-1 0 0 0 0,1-1 0 0 0,0 1 0 0 0,-1 0-1 0 0,1 0 1 0 0,-1 0 0 0 0,1 0 0 0 0,0 0 0 0 0,-1 0 0 0 0,1 0 0 0 0,0 0 0 0 0,-1 0-1 0 0,1 0 1 0 0,0 0 0 0 0,-1 0 0 0 0,1 0 0 0 0,-1 0 0 0 0,1 0 0 0 0,0 0-1 0 0,-1 1 1 0 0,0-1 10 0 0,1 0 0 0 0,-1 0-1 0 0,1 0 1 0 0,-1 0-1 0 0,1 0 1 0 0,-1 0 0 0 0,0 1-1 0 0,1-1 1 0 0,-1-1-1 0 0,1 1 1 0 0,-1 0 0 0 0,0 0-1 0 0,1 0 1 0 0,-1 0-1 0 0,1 0 1 0 0,-1 0 0 0 0,1-1-1 0 0,-1 1 1 0 0,0 0-1 0 0,1-1 1 0 0,-1 1 0 0 0,1 0-1 0 0,-1-1 1 0 0,1 1-1 0 0,0 0 1 0 0,-1-1 0 0 0,1 1-1 0 0,-1-1 1 0 0,1 1-1 0 0,0-1 1 0 0,-1 1 0 0 0,1-1-1 0 0,0 1 1 0 0,0-1-1 0 0,-1 1 1 0 0,1-1 0 0 0,0 1-1 0 0,0-1 1 0 0,0 0-1 0 0,0 1 1 0 0,-1-2 0 0 0,6 0 232 0 0,-3 2-202 0 0,-1 0-35 0 0,0 0 0 0 0,0 0 0 0 0,0 0 0 0 0,0 0 0 0 0,0 0 0 0 0,0 0 0 0 0,0 0 0 0 0,0-1 0 0 0,0 1 0 0 0,0 0 0 0 0,0-1 0 0 0,0 1 0 0 0,0 0 0 0 0,0-1 0 0 0,0 1 0 0 0,-1-1 0 0 0,1 0 0 0 0,0 1 0 0 0,0-1 0 0 0,0 0 0 0 0,-1 1 0 0 0,1-1 0 0 0,0 0 0 0 0,-1 0 0 0 0,2-1 0 0 0,2 0 16 0 0,1 0 1 0 0,0 1-1 0 0,0-1 0 0 0,0 1 1 0 0,0 0-1 0 0,0 0 0 0 0,0 1 1 0 0,6 0-1 0 0,-6-1 10 0 0,0 0-25 0 0,1 0-1 0 0,0 1 0 0 0,-1-1 1 0 0,1 1-1 0 0,-1 1 0 0 0,1-1 1 0 0,0 1-1 0 0,-1 0 0 0 0,1 0 1 0 0,-1 0-1 0 0,0 1 0 0 0,1 0 1 0 0,-1 0-1 0 0,0 0 0 0 0,0 0 1 0 0,0 1-1 0 0,0 0 0 0 0,-1 0 1 0 0,1 1-1 0 0,-1-1 0 0 0,5 6 1 0 0,0 0 96 0 0,-2 1 1 0 0,1-1-1 0 0,-1 1 1 0 0,-1 1-1 0 0,0-1 1 0 0,0 1-1 0 0,7 22 1 0 0,-13-32-83 0 0,1 1 0 0 0,-1-1 0 0 0,0 1 0 0 0,0-1 0 0 0,0 1 1 0 0,0-1-1 0 0,0 1 0 0 0,0-1 0 0 0,-1 1 0 0 0,1-1 0 0 0,0 1 1 0 0,-1-1-1 0 0,1 0 0 0 0,-1 1 0 0 0,0-1 0 0 0,1 0 0 0 0,-1 1 1 0 0,0-1-1 0 0,0 0 0 0 0,0 0 0 0 0,0 0 0 0 0,0 1 1 0 0,0-1-1 0 0,0 0 0 0 0,0 0 0 0 0,0-1 0 0 0,-1 1 0 0 0,1 0 1 0 0,0 0-1 0 0,0-1 0 0 0,-1 1 0 0 0,1 0 0 0 0,-1-1 0 0 0,1 1 1 0 0,0-1-1 0 0,-1 0 0 0 0,1 1 0 0 0,-3-1 0 0 0,-21 4 881 0 0,21-5-284 0 0,10-1 152 0 0,40-4-780 0 0,0 1 0 0 0,0 2 0 0 0,64 5 0 0 0,-87-2 0 0 0,39 3-17 0 0,-1 2 0 0 0,-1 2 1 0 0,64 18-1 0 0,-109-22 15 0 0,0 2 1 0 0,0 0-1 0 0,-1 0 1 0 0,23 13-1 0 0,-34-16 10 0 0,0-1 0 0 0,0 1 0 0 0,0 0 0 0 0,-1 1-1 0 0,1-1 1 0 0,0 0 0 0 0,-1 1 0 0 0,1-1 0 0 0,-1 1 0 0 0,0 0 0 0 0,0 0 0 0 0,0 0-1 0 0,0 0 1 0 0,-1 0 0 0 0,1 0 0 0 0,-1 1 0 0 0,0-1 0 0 0,0 0 0 0 0,0 1 0 0 0,0-1-1 0 0,-1 1 1 0 0,1 4 0 0 0,-1-6 10 0 0,-1 0-1 0 0,1 0 1 0 0,-1 0-1 0 0,0 0 1 0 0,1 0-1 0 0,-1 0 1 0 0,0 0-1 0 0,0 0 1 0 0,0 0-1 0 0,-1 0 0 0 0,1-1 1 0 0,0 1-1 0 0,-1-1 1 0 0,1 1-1 0 0,-1-1 1 0 0,1 1-1 0 0,-1-1 1 0 0,0 0-1 0 0,1 0 1 0 0,-1 0-1 0 0,0 0 1 0 0,0 0-1 0 0,0 0 1 0 0,0 0-1 0 0,0-1 1 0 0,0 1-1 0 0,0-1 0 0 0,0 1 1 0 0,-3-1-1 0 0,-13 4 80 0 0,-1-1-1 0 0,-30 0 1 0 0,-12-5-97 0 0,0-2 0 0 0,1-3 0 0 0,-99-24 0 0 0,120 20-324 0 0,1-2 1 0 0,0-2 0 0 0,-63-34-1 0 0,82 40-80 0 0,10 5 206 0 0,1 0 0 0 0,0 0 0 0 0,0-1 0 0 0,-11-8-1 0 0,17 11 103 0 0,1 1-1 0 0,-1 0 0 0 0,1-1 0 0 0,0 1 0 0 0,0-1 0 0 0,0 1 0 0 0,-1-1 0 0 0,1 1 0 0 0,1-1 0 0 0,-1 0 0 0 0,0 1 0 0 0,0-1 0 0 0,1 0 0 0 0,-1 0 1 0 0,1 0-1 0 0,-1 0 0 0 0,1 0 0 0 0,0 1 0 0 0,0-1 0 0 0,0 0 0 0 0,0 0 0 0 0,0 0 0 0 0,0 0 0 0 0,0 0 0 0 0,1 0 0 0 0,-1 0 0 0 0,1-2 0 0 0,3-2-274 0 0,-1 0 0 0 0,1 0 0 0 0,-1 0 0 0 0,2 1 0 0 0,-1-1 0 0 0,1 1-1 0 0,-1 0 1 0 0,1 0 0 0 0,1 1 0 0 0,-1 0 0 0 0,1 0 0 0 0,0 0 0 0 0,0 0-1 0 0,0 1 1 0 0,0 0 0 0 0,7-2 0 0 0,72-29-4365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2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59 115 2001 0 0,'-2'-3'390'0'0,"0"1"1"0"0,-1-1-1 0 0,1 0 0 0 0,-1 1 1 0 0,0-1-1 0 0,1 1 1 0 0,-1 0-1 0 0,0 0 0 0 0,0 0 1 0 0,-1 0-1 0 0,1 1 1 0 0,0-1-1 0 0,-5-1 0 0 0,-3-3 508 0 0,10 6-880 0 0,1 0-1 0 0,0 0 1 0 0,0 0 0 0 0,-1 0 0 0 0,1 0-1 0 0,0-1 1 0 0,0 1 0 0 0,0 0 0 0 0,0 0-1 0 0,-1 0 1 0 0,1-1 0 0 0,0 1 0 0 0,0 0-1 0 0,0 0 1 0 0,0 0 0 0 0,0-1 0 0 0,-1 1-1 0 0,1 0 1 0 0,0 0 0 0 0,0-1 0 0 0,0 1 0 0 0,0 0-1 0 0,0 0 1 0 0,0-1 0 0 0,0 1 0 0 0,0 0-1 0 0,0 0 1 0 0,0-1 0 0 0,0 1 0 0 0,0 0-1 0 0,0-1 1 0 0,0 1 0 0 0,0 0 0 0 0,0 0-1 0 0,1 0 1 0 0,-1-1 0 0 0,0 1 0 0 0,0 0-1 0 0,0 0 1 0 0,0-1 0 0 0,0 1 0 0 0,1 0-1 0 0,-1 0 1 0 0,0 0 0 0 0,0-1 0 0 0,0 1 0 0 0,1 0-1 0 0,-1 0 1 0 0,0 0 0 0 0,0 0 0 0 0,0 0-1 0 0,1-1 1 0 0,-1 1 0 0 0,0 0 0 0 0,0 0-1 0 0,1 0 1 0 0,-1 0 0 0 0,17-7 357 0 0,-15 6-246 0 0,-2 1-105 0 0,1-1 0 0 0,-1 1 0 0 0,1-1 1 0 0,-1 0-1 0 0,1 1 0 0 0,-1-1 0 0 0,0 0 0 0 0,1 1 1 0 0,-1-1-1 0 0,0 0 0 0 0,0 0 0 0 0,1 1 0 0 0,-1-1 1 0 0,0 0-1 0 0,0 0 0 0 0,0 1 0 0 0,0-1 0 0 0,0 0 1 0 0,0 0-1 0 0,0 1 0 0 0,0-1 0 0 0,0 0 0 0 0,-1 0 1 0 0,1 0-1 0 0,0 0 2 0 0,0 1 0 0 0,-1-1 0 0 0,1 0 0 0 0,0 1 0 0 0,0-1 0 0 0,0 0 0 0 0,0 0 0 0 0,0 1 1 0 0,0-1-1 0 0,0 0 0 0 0,0 1 0 0 0,0-1 0 0 0,0 0 0 0 0,0 1 0 0 0,1-1 0 0 0,-1 0 0 0 0,0 1 0 0 0,0-1 0 0 0,1 0 0 0 0,-1 1 0 0 0,0-1 1 0 0,1 1-1 0 0,-1-1 0 0 0,1 1 0 0 0,-1-1 0 0 0,1 1 0 0 0,-1-1 0 0 0,1 1 0 0 0,0-1 0 0 0,1 0 53 0 0,-1 1-51 0 0,0 0 1 0 0,0 0 0 0 0,1 0 0 0 0,-1-1-1 0 0,0 1 1 0 0,0 0 0 0 0,1-1 0 0 0,-1 1-1 0 0,0-1 1 0 0,0 1 0 0 0,0-1 0 0 0,0 0 0 0 0,0 0-1 0 0,0 1 1 0 0,0-1 0 0 0,0 0 0 0 0,0 0-1 0 0,0 0 1 0 0,1-1 0 0 0,-1 1 4 0 0,0 0 0 0 0,0 0 0 0 0,0 1 0 0 0,0-1 0 0 0,0 1 0 0 0,0-1 0 0 0,0 1 0 0 0,0-1 0 0 0,0 1 0 0 0,0 0 0 0 0,0-1 0 0 0,0 1 0 0 0,0 0 0 0 0,0 0 0 0 0,1 0 0 0 0,-1 0 0 0 0,0 0 0 0 0,0 0 1 0 0,0 0-1 0 0,0 0 0 0 0,2 1 0 0 0,-3-1 13 0 0,5 0 301 0 0,0 25 627 0 0,4 6-586 0 0,46 138 1625 0 0,-43-137-1703 0 0,1 0 1 0 0,2-1-1 0 0,27 41 0 0 0,-39-67-299 0 0,1 0 0 0 0,0 0-1 0 0,0 0 1 0 0,0 0 0 0 0,1-1 0 0 0,0 0 0 0 0,-1 0 0 0 0,2 0 0 0 0,-1 0 0 0 0,6 3 0 0 0,4-7-318 0 0,2-4-413 0 0,0 0-1 0 0,-1-2 1 0 0,0 0 0 0 0,-1-1-1 0 0,1-1 1 0 0,18-12 0 0 0,-31 19 546 0 0,-1-1 1 0 0,1 1-1 0 0,-1-1 0 0 0,0 0 1 0 0,0 0-1 0 0,0 0 1 0 0,0 0-1 0 0,0 0 0 0 0,0 0 1 0 0,-1 0-1 0 0,1-1 1 0 0,-1 1-1 0 0,1-1 0 0 0,-1 1 1 0 0,0-1-1 0 0,0 1 1 0 0,0-1-1 0 0,1-4 0 0 0,4-9-1289 0 0,19-32-3420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24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6 1121 0 0,'-7'0'11136'0'0,"-52"-1"-9627"0"0,-46-3 392 0 0,-137 10 0 0 0,242-6-1895 0 0,1 1 0 0 0,-1-1-1 0 0,0 0 1 0 0,1 0 0 0 0,-1 0 0 0 0,1 0 0 0 0,-1 0 0 0 0,0 1-1 0 0,1-1 1 0 0,-1 0 0 0 0,0 0 0 0 0,1 1 0 0 0,-1-1-1 0 0,0 0 1 0 0,0 1 0 0 0,1-1 0 0 0,-1 0 0 0 0,0 0-1 0 0,0 1 1 0 0,0-1 0 0 0,1 1 0 0 0,-1-1 0 0 0,0 0-1 0 0,0 1 1 0 0,0-1 0 0 0,0 0 0 0 0,0 1 0 0 0,0-1-1 0 0,0 1 1 0 0,0-1 0 0 0,0 0 0 0 0,0 1 0 0 0,0-1 0 0 0,0 1-1 0 0,0-1 1 0 0,0 0 0 0 0,0 1 0 0 0,0-1 0 0 0,0 1-1 0 0,0-1 1 0 0,-1 0 0 0 0,1 1 0 0 0,0-1 0 0 0,0 0-1 0 0,0 1 1 0 0,-1-1 0 0 0,1 0 0 0 0,0 1 0 0 0,0-1-1 0 0,-1 0 1 0 0,1 0 0 0 0,0 1 0 0 0,-1-1 0 0 0,1 0 0 0 0,0 0-1 0 0,-1 0 1 0 0,1 1 0 0 0,0-1 0 0 0,-1 0 0 0 0,1 0-1 0 0,-1 0 1 0 0,92 22-86 0 0,175 39 36 0 0,-40-12 8 0 0,-223-48 44 0 0,1 0-1 0 0,0 0 1 0 0,0 1 0 0 0,0-1 0 0 0,-1 1-1 0 0,1 0 1 0 0,-1-1 0 0 0,1 2-1 0 0,-1-1 1 0 0,0 0 0 0 0,0 1-1 0 0,0-1 1 0 0,0 1 0 0 0,0 0-1 0 0,-1 0 1 0 0,1 0 0 0 0,-1 1-1 0 0,3 4 1 0 0,-5-7 3 0 0,1 1 0 0 0,-1 0 0 0 0,0 0 0 0 0,0-1 0 0 0,0 1-1 0 0,0 0 1 0 0,0-1 0 0 0,0 1 0 0 0,0 0 0 0 0,0-1 0 0 0,-1 1 0 0 0,1 0 0 0 0,-1-1 0 0 0,1 1 0 0 0,-1 0-1 0 0,0-1 1 0 0,1 1 0 0 0,-1-1 0 0 0,0 1 0 0 0,0-1 0 0 0,0 0 0 0 0,0 1 0 0 0,-1-1 0 0 0,1 0 0 0 0,0 0 0 0 0,0 0-1 0 0,-1 0 1 0 0,1 0 0 0 0,-1 0 0 0 0,1 0 0 0 0,-1 0 0 0 0,1 0 0 0 0,-1-1 0 0 0,1 1 0 0 0,-1-1 0 0 0,0 1 0 0 0,-1-1-1 0 0,-38 11 65 0 0,0-2 0 0 0,0-1-1 0 0,0-3 1 0 0,-82 1 0 0 0,64-4-146 0 0,9 0-560 0 0,-88-7-1 0 0,131 4 324 0 0,0 0-1 0 0,0 0 1 0 0,0 0-1 0 0,1-1 1 0 0,-1 0 0 0 0,0 0-1 0 0,-7-5 1 0 0,12 6 45 0 0,0 0 0 0 0,0-1 0 0 0,0 1 0 0 0,0-1 0 0 0,0 0 0 0 0,0 1 0 0 0,1-1 0 0 0,-1 0 0 0 0,1 0 1 0 0,-1 0-1 0 0,1 0 0 0 0,0-1 0 0 0,0 1 0 0 0,0 0 0 0 0,0 0 0 0 0,0-1 0 0 0,1 1 0 0 0,-1-1 0 0 0,0 1 0 0 0,1 0 0 0 0,0-1 0 0 0,0 1 1 0 0,0-5-1 0 0,0-37-5207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3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1681 43 400 0 0,'1'-2'4086'0'0,"-7"-1"-3650"0"0,-43-8 1237 0 0,20 4-1424 0 0,0 1-1 0 0,0 2 1 0 0,-46-2 0 0 0,63 6-252 0 0,-4-1 86 0 0,1 1 1 0 0,-1 1-1 0 0,1 0 0 0 0,0 1 1 0 0,-1 0-1 0 0,1 1 0 0 0,0 1 1 0 0,-27 10-1 0 0,30-7-34 0 0,-1-1 0 0 0,1 1 0 0 0,0 1 0 0 0,1 0 0 0 0,-14 13 0 0 0,19-15-37 0 0,1 0 1 0 0,-1-1-1 0 0,-1 0 1 0 0,1 0 0 0 0,-1 0-1 0 0,0-1 1 0 0,-13 7-1 0 0,-68 26 266 0 0,24-11 171 0 0,-19 9 22 0 0,-16 7 100 0 0,-106 62 1 0 0,113-52-143 0 0,-57 36 142 0 0,89-48-402 0 0,-2-3 0 0 0,-77 33 0 0 0,130-66-133 0 0,1-1-1 0 0,0 1 1 0 0,0 1-1 0 0,0-1 1 0 0,-11 10 0 0 0,-12 11 110 0 0,30-22-145 0 0,0 1 0 0 0,0-1-1 0 0,0 0 1 0 0,0 0 0 0 0,1 1 0 0 0,-1-1-1 0 0,1 0 1 0 0,0 1 0 0 0,0-1 0 0 0,0 0-1 0 0,0 1 1 0 0,0-1 0 0 0,1 0 0 0 0,0 1-1 0 0,0-1 1 0 0,0 0 0 0 0,1 5 0 0 0,8 2-8 0 0,0 0 1 0 0,0-1 0 0 0,1 0 0 0 0,0-1 0 0 0,0 0 0 0 0,1-1-1 0 0,0 0 1 0 0,0-1 0 0 0,23 8 0 0 0,8 7 14 0 0,7 0 31 0 0,1-1-1 0 0,62 14 0 0 0,-32-9-166 0 0,40 5 115 0 0,76 25 112 0 0,18 6-172 0 0,-134-30 58 0 0,-38-14 76 0 0,49 12 0 0 0,13 3-143 0 0,-67-18 69 0 0,1-3 1 0 0,46 8-1 0 0,46 6 0 0 0,195 32 119 0 0,-186-30 94 0 0,21 9-77 0 0,166 30 341 0 0,-96-35-117 0 0,-133-23-114 0 0,347 15 615 0 0,249-35-195 0 0,-67 6-293 0 0,-323-11 62 0 0,-166 7-390 0 0,169-22 288 0 0,-117-5-188 0 0,-129 23-74 0 0,0 2 0 0 0,74-5 1 0 0,-121 16-60 0 0,334-25-145 0 0,-340 26 152 0 0,24-7-72 0 0,-31 6 67 0 0,0 1 1 0 0,0-1-1 0 0,0 1 0 0 0,0-1 0 0 0,0 0 1 0 0,-1 1-1 0 0,1-1 0 0 0,0 0 0 0 0,0 0 1 0 0,-1 1-1 0 0,1-1 0 0 0,0 0 0 0 0,-1 0 0 0 0,1 0 1 0 0,-1 0-1 0 0,1 0 0 0 0,-1 0 0 0 0,0 0 1 0 0,1 0-1 0 0,-1 0 0 0 0,0 0 0 0 0,0 0 1 0 0,0 0-1 0 0,0 0 0 0 0,1 0 0 0 0,-2-2 1 0 0,1 3-1 0 0,1-1 0 0 0,-1 1 0 0 0,0-1 1 0 0,0 0-1 0 0,0 1 0 0 0,0-1 1 0 0,1 1-1 0 0,-1-1 0 0 0,0 1 0 0 0,0-1 1 0 0,1 0-1 0 0,-1 1 0 0 0,1-1 1 0 0,-1 1-1 0 0,0 0 0 0 0,1-1 0 0 0,-1 1 1 0 0,1-1-1 0 0,-1 1 0 0 0,1 0 1 0 0,-1-1-1 0 0,1 1 0 0 0,-1 0 0 0 0,1-1 1 0 0,-1 1-1 0 0,1 0 0 0 0,0 0 0 0 0,-1 0 1 0 0,1-1-1 0 0,1 1 0 0 0,-2 0 0 0 0,1 0 0 0 0,0 0 0 0 0,0-1 0 0 0,0 1-1 0 0,0 0 1 0 0,-1 0 0 0 0,1-1 0 0 0,0 1 0 0 0,0-1-1 0 0,-1 1 1 0 0,1-1 0 0 0,0 1 0 0 0,-1-1 0 0 0,1 1 0 0 0,-1-1-1 0 0,1 0 1 0 0,0 1 0 0 0,-1-1 0 0 0,1 0 0 0 0,-1 1-1 0 0,0-1 1 0 0,1 0 0 0 0,-1 0 0 0 0,0 1 0 0 0,1-1-1 0 0,-1 0 1 0 0,0 0 0 0 0,0 0 0 0 0,0 0 0 0 0,1 1 0 0 0,-1-1-1 0 0,0-1 1 0 0,0-2-3 0 0,-1 0 0 0 0,1 1 0 0 0,-1-1 0 0 0,1 1 0 0 0,-1-1-1 0 0,0 0 1 0 0,0 1 0 0 0,-1-1 0 0 0,1 1 0 0 0,-1 0 0 0 0,-3-6 0 0 0,3 5-1 0 0,0 1 1 0 0,0-1 0 0 0,0 0-1 0 0,1 1 1 0 0,-1-1 0 0 0,1 0-1 0 0,0 0 1 0 0,0 0 0 0 0,0 0-1 0 0,1 0 1 0 0,-1-8 0 0 0,0-15 2 0 0,0 19 6 0 0,0 0 1 0 0,1 1 0 0 0,0-1-1 0 0,0 0 1 0 0,0 0 0 0 0,1 1-1 0 0,1-1 1 0 0,-1 1 0 0 0,3-9 0 0 0,2 6 1 0 0,-3 6-7 0 0,0-1-1 0 0,-1 1 0 0 0,0-1 1 0 0,0 0-1 0 0,0 1 0 0 0,-1-1 1 0 0,1 0-1 0 0,-1 0 0 0 0,-1 0 1 0 0,1 0-1 0 0,0 0 1 0 0,-1-8-1 0 0,-1-5 0 0 0,-1 1 0 0 0,0 0 0 0 0,-8-28 0 0 0,5 27 0 0 0,2 0 0 0 0,0 0 0 0 0,-2-32 0 0 0,3 25-6 0 0,-2 1 1 0 0,0 0 0 0 0,-2 0-1 0 0,-1 0 1 0 0,0 1-1 0 0,-2 0 1 0 0,-17-33 0 0 0,7 14 21 0 0,9 22-30 0 0,0 1 1 0 0,-1 1-1 0 0,-20-26 0 0 0,7 11-38 0 0,-132-178-54 0 0,148 200 115 0 0,0 1 0 0 0,-1 0 1 0 0,-1 1-1 0 0,1 0 0 0 0,-2 1 1 0 0,1 0-1 0 0,-1 0 0 0 0,0 1 1 0 0,-22-10-1 0 0,-148-64 45 0 0,161 73-63 0 0,-1 2 0 0 0,1 1 0 0 0,-1 0 0 0 0,1 2 0 0 0,-24-2 0 0 0,34 3 27 0 0,-1 1 0 0 0,1 0 0 0 0,0 1 1 0 0,0 0-1 0 0,0 1 0 0 0,0-1 0 0 0,-14 4 0 0 0,-1 1-3 0 0,-117 20 116 0 0,-18 2-35 0 0,147-25-53 0 0,0 0 0 0 0,0 1 0 0 0,-22 9 1 0 0,22-8-51 0 0,0 1 1 0 0,0-2-1 0 0,-25 4 1 0 0,-52 16 166 0 0,17-16-134 0 0,0-3 1 0 0,-72-7 0 0 0,100 3 3 0 0,30 1 2 0 0,0 0 1 0 0,0-2-1 0 0,-21-2 1 0 0,5-1 7 0 0,1 2 0 0 0,-1 1 0 0 0,0 2 0 0 0,0 1 0 0 0,-57 10 0 0 0,75-9-37 0 0,0 0 0 0 0,0-2 0 0 0,-23 1 1 0 0,-13 0 10 0 0,-92 7 212 0 0,-65 3-212 0 0,85 2-28 0 0,89-11-46 0 0,-43 10 0 0 0,-4 0-46 0 0,19-5 134 0 0,29-3 11 0 0,0-1 1 0 0,-53-1-1 0 0,-11-3-119 0 0,-137-7 14 0 0,166 1 51 0 0,-29 0 16 0 0,-311-5-14 0 0,250-3-54 0 0,145 13 78 0 0,0 0-1 0 0,1-1 0 0 0,-21-6 0 0 0,-27-4 43 0 0,12 3-17 0 0,20 3-61 0 0,-53-4 0 0 0,54 9 12 0 0,15-6-54 0 0,-11 3 51 0 0,-34-12-48 0 0,37 9 97 0 0,10 7-1 0 0,-25-12-17 0 0,32 11-120 0 0,0 1-1 0 0,0 0 1 0 0,-1-1-1 0 0,1 1 1 0 0,0 0-1 0 0,0 0 0 0 0,-1-1 1 0 0,1 1-1 0 0,0 0 1 0 0,-1 0-1 0 0,1 1 1 0 0,0-1-1 0 0,0 0 1 0 0,-1 0-1 0 0,1 1 0 0 0,0-1 1 0 0,0 0-1 0 0,0 1 1 0 0,-1-1-1 0 0,1 1 1 0 0,0 0-1 0 0,0-1 1 0 0,0 1-1 0 0,0 0 0 0 0,-1 1 1 0 0,-16 8-2647 0 0,-88 45-6398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39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1040 0 0,'30'6'2962'0'0,"31"2"-801"0"0,-1 3-801 0 0,-30 3-799 0 0,31-14-1122 0 0,-1 0-1199 0 0,-60-14-561 0 0,0-11-321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4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1761 0 0,'-31'0'5602'0'0,"31"6"-3201"0"0,-30 1-1520 0 0,30-1-641 0 0,0 0-240 0 0,-30-6-160 0 0,30-6-2881 0 0,-30-7-1682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196 145 1201 0 0,'0'-1'193'0'0,"0"-1"-1"0"0,0 1 1 0 0,0-1 0 0 0,0 1 0 0 0,0-1 0 0 0,-1 1 0 0 0,1-1 0 0 0,0 1 0 0 0,-1-1 0 0 0,1 1 0 0 0,-1 0 0 0 0,0-1 0 0 0,1 1 0 0 0,-1 0 0 0 0,0-1 0 0 0,0 1 0 0 0,0 0 0 0 0,0 0 0 0 0,0 0 0 0 0,0 0 0 0 0,0 0 0 0 0,-2-2 0 0 0,2 3-85 0 0,0-1 1 0 0,-1 0-1 0 0,1 0 1 0 0,0 0 0 0 0,0-1-1 0 0,0 1 1 0 0,0 0 0 0 0,0 0-1 0 0,1 0 1 0 0,-1-1-1 0 0,0 1 1 0 0,1 0 0 0 0,-1-1-1 0 0,1 1 1 0 0,-1-1 0 0 0,1 1-1 0 0,-1-1 1 0 0,1 1 0 0 0,0-1-1 0 0,0 1 1 0 0,0-1-1 0 0,0-1 1 0 0,0-11 430 0 0,-1 13-496 0 0,1-1 0 0 0,-1 0-1 0 0,1 0 1 0 0,0 0 0 0 0,0 0 0 0 0,0 0-1 0 0,0 0 1 0 0,0 0 0 0 0,0 0 0 0 0,1 0-1 0 0,-1 0 1 0 0,1 1 0 0 0,-1-1 0 0 0,1 0-1 0 0,0 0 1 0 0,0 0 0 0 0,-1 1 0 0 0,1-1-1 0 0,0 0 1 0 0,1 1 0 0 0,-1-1 0 0 0,0 1-1 0 0,0-1 1 0 0,1 1 0 0 0,-1 0 0 0 0,1-1-1 0 0,-1 1 1 0 0,1 0 0 0 0,-1 0 0 0 0,1 0 0 0 0,0 0-1 0 0,0 0 1 0 0,-1 0 0 0 0,1 1 0 0 0,0-1-1 0 0,3 0 1 0 0,4-2 62 0 0,0 1 0 0 0,0 0 0 0 0,0 0 0 0 0,0 1 0 0 0,0 0 0 0 0,0 0 0 0 0,0 1 0 0 0,16 2 1 0 0,84 14 695 0 0,-98-13-681 0 0,-1-1 0 0 0,0 2 0 0 0,0 0 0 0 0,-1 0 0 0 0,1 0 0 0 0,-1 1 0 0 0,0 1 0 0 0,0 0 0 0 0,0 0 0 0 0,-1 0 0 0 0,12 13 0 0 0,-14-13-89 0 0,0 0 0 0 0,-1 0 0 0 0,0 1 0 0 0,-1-1 0 0 0,1 1-1 0 0,-1 0 1 0 0,0 0 0 0 0,-1 1 0 0 0,0-1 0 0 0,0 1 0 0 0,-1 0 0 0 0,0 0 0 0 0,0 0 0 0 0,-1 0 0 0 0,1 13 0 0 0,-1 1 35 0 0,0-13-53 0 0,-1-1 1 0 0,0 1-1 0 0,-1-1 1 0 0,0 1-1 0 0,0-1 0 0 0,-3 10 1 0 0,-3 4-4 0 0,4-7 37 0 0,-1-1-1 0 0,-1 0 0 0 0,0 0 1 0 0,-1-1-1 0 0,0 1 0 0 0,-1-1 1 0 0,-1-1-1 0 0,0 1 0 0 0,-1-1 1 0 0,-13 14-1 0 0,10-16-42 0 0,0-1 1 0 0,-1-1-1 0 0,0 1 1 0 0,-1-2-1 0 0,1 0 0 0 0,-1-1 1 0 0,-1 0-1 0 0,1-1 1 0 0,-1-1-1 0 0,0 0 0 0 0,0-1 1 0 0,0-1-1 0 0,-22 1 1 0 0,23-2-3 0 0,0-1 1 0 0,0 0 0 0 0,0-1 0 0 0,0-1 0 0 0,0 0 0 0 0,1-1-1 0 0,-1-1 1 0 0,1 0 0 0 0,-1 0 0 0 0,1-1 0 0 0,1-1-1 0 0,-1-1 1 0 0,1 1 0 0 0,0-2 0 0 0,-13-10 0 0 0,16 10-33 0 0,1-1 1 0 0,0 0 0 0 0,0-1-1 0 0,-9-15 1 0 0,24 19 64 0 0,-6 6-34 0 0,-1 0 0 0 0,1 0 0 0 0,0 0 0 0 0,-1-1 0 0 0,1 1 0 0 0,-1 0 0 0 0,1 0 0 0 0,-1-1 0 0 0,1 1 0 0 0,0 0 0 0 0,-1-1 0 0 0,1 1 0 0 0,-1-1 0 0 0,1 1 0 0 0,-1 0 0 0 0,0-1 0 0 0,1 1 0 0 0,-1-1 0 0 0,1 1 0 0 0,-1-1 0 0 0,0 0 0 0 0,1 1 0 0 0,-1-1 0 0 0,0 1 0 0 0,0-1 0 0 0,0 0 0 0 0,1 1 0 0 0,-1-1 0 0 0,0 1 0 0 0,0-1 0 0 0,0 0 0 0 0,5-7-15 0 0,1 8 16 0 0,0 0-1 0 0,0 0 0 0 0,-1 0 1 0 0,1 1-1 0 0,0 0 0 0 0,0 0 1 0 0,-1 0-1 0 0,1 0 0 0 0,6 4 1 0 0,77 23 94 0 0,-1 5 1 0 0,-2 3 0 0 0,89 52 0 0 0,-157-79-136 0 0,1 0 0 0 0,0-2 0 0 0,0 0 0 0 0,1-1 0 0 0,-1-1 0 0 0,1 0 0 0 0,28 1 1 0 0,-34-5-530 0 0,1-1-1 0 0,0 0 1 0 0,0-1 0 0 0,18-4 0 0 0,-21 2-647 0 0,1 0-1 0 0,-1-1 1 0 0,0-1-1 0 0,0 0 0 0 0,14-8 1 0 0,-1-1-2414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527 393 240 0 0,'5'0'1961'0'0,"15"0"-227"0"0,-15 0 681 0 0,-4 0-2360 0 0,-1-1 0 0 0,0 0 0 0 0,0 1 1 0 0,0-1-1 0 0,0 0 0 0 0,1 1 0 0 0,-1-1 1 0 0,0 0-1 0 0,0 0 0 0 0,0 1 0 0 0,-1-1 1 0 0,1 0-1 0 0,0 1 0 0 0,0-1 1 0 0,0 0-1 0 0,0 1 0 0 0,-1-1 0 0 0,1 0 1 0 0,0 1-1 0 0,-1-1 0 0 0,1 0 0 0 0,0 1 1 0 0,-1-1-1 0 0,1 1 0 0 0,-1-1 0 0 0,1 1 1 0 0,-2-2-1 0 0,-5-2 26 0 0,6 4-73 0 0,0 0 1 0 0,0-1 0 0 0,0 1-1 0 0,0 0 1 0 0,0-1 0 0 0,1 1 0 0 0,-1-1-1 0 0,0 0 1 0 0,0 1 0 0 0,0-1 0 0 0,0 0-1 0 0,1 1 1 0 0,-1-1 0 0 0,0 0-1 0 0,1 0 1 0 0,-1 0 0 0 0,1 0 0 0 0,-1 1-1 0 0,1-1 1 0 0,-1 0 0 0 0,1 0-1 0 0,-1 0 1 0 0,1 0 0 0 0,0 0 0 0 0,0 0-1 0 0,-1 0 1 0 0,1 0 0 0 0,0-2-1 0 0,-1-1 10 0 0,0 0-1 0 0,0 0 0 0 0,0 0 1 0 0,-1 1-1 0 0,1-1 0 0 0,-1 0 0 0 0,0 1 1 0 0,0-1-1 0 0,0 1 0 0 0,-1 0 0 0 0,1 0 1 0 0,-1 0-1 0 0,0 0 0 0 0,0 0 1 0 0,0 0-1 0 0,-6-4 0 0 0,-2-1 90 0 0,0 1 0 0 0,-1-1-1 0 0,0 2 1 0 0,0 0 0 0 0,-14-5-1 0 0,2 3 128 0 0,-1 1 0 0 0,-1 1 0 0 0,1 2 0 0 0,-28-2 0 0 0,36 4 52 0 0,0 2 1 0 0,0 0-1 0 0,1 1 1 0 0,-1 0-1 0 0,0 2 1 0 0,1 0 0 0 0,-1 0-1 0 0,-18 8 1 0 0,14 3 181 0 0,21-14-458 0 0,0 1 1 0 0,0-1-1 0 0,-1 0 1 0 0,1 1-1 0 0,0-1 1 0 0,0 1-1 0 0,0-1 1 0 0,0 1-1 0 0,0-1 1 0 0,0 1-1 0 0,0-1 1 0 0,0 0-1 0 0,0 1 1 0 0,0-1-1 0 0,0 1 1 0 0,0-1-1 0 0,0 1 1 0 0,0-1-1 0 0,0 1 1 0 0,0-1-1 0 0,0 0 1 0 0,1 1-1 0 0,-1-1 1 0 0,0 1 0 0 0,0-1-1 0 0,1 0 1 0 0,-1 1-1 0 0,0-1 1 0 0,1 1-1 0 0,5 4 19 0 0,-1-1 0 0 0,1 0 1 0 0,0 0-1 0 0,0-1 0 0 0,11 5 0 0 0,-8-4-54 0 0,40 17 48 0 0,101 28 0 0 0,-94-33 28 0 0,101 44-1 0 0,-155-59-51 0 0,34 16-145 0 0,41 27 0 0 0,-75-43 135 0 0,0 0 0 0 0,0 1 0 0 0,0-1 0 0 0,0 1 0 0 0,0-1 0 0 0,0 1 0 0 0,0 0 0 0 0,0 0 0 0 0,-1 0 0 0 0,1 0 0 0 0,-1 0 0 0 0,1 0 0 0 0,-1 0 0 0 0,0 0 0 0 0,0 1 0 0 0,0-1 0 0 0,0 0 0 0 0,1 5 0 0 0,-3-4 7 0 0,1 0 1 0 0,0 0-1 0 0,-1 0 0 0 0,0 0 1 0 0,0 0-1 0 0,0 0 0 0 0,0 0 1 0 0,0-1-1 0 0,-1 1 0 0 0,1 0 1 0 0,-3 2-1 0 0,-3 8 70 0 0,3-8-66 0 0,1 1-1 0 0,-1-1 1 0 0,0 0 0 0 0,-1-1 0 0 0,1 1-1 0 0,-1-1 1 0 0,0 0 0 0 0,0 0-1 0 0,0 0 1 0 0,-1-1 0 0 0,1 0 0 0 0,-1 0-1 0 0,0 0 1 0 0,0-1 0 0 0,0 0 0 0 0,0 0-1 0 0,0 0 1 0 0,0-1 0 0 0,-1 0-1 0 0,-6 1 1 0 0,-18 0-52 0 0,1 0 0 0 0,0-3 0 0 0,-38-3 0 0 0,3-2-42 0 0,-29-2 255 0 0,-104-22-1 0 0,179 24-6 0 0,34 3-66 0 0,19-2-90 0 0,71-28 156 0 0,147-68-1 0 0,-236 93-133 0 0,0 0-1 0 0,0-1 1 0 0,-2-1 0 0 0,1 0-1 0 0,17-16 1 0 0,-30 23-21 0 0,0 1 1 0 0,1 0-1 0 0,-1-1 0 0 0,0 1 0 0 0,0-1 1 0 0,-1 1-1 0 0,1-1 0 0 0,-1 0 1 0 0,1 0-1 0 0,-1 0 0 0 0,0 0 1 0 0,0 0-1 0 0,0 0 0 0 0,0 0 0 0 0,0 0 1 0 0,-1 0-1 0 0,0-1 0 0 0,1 1 1 0 0,-1 0-1 0 0,0 0 0 0 0,-1-1 1 0 0,1 1-1 0 0,-1 0 0 0 0,1 0 1 0 0,-1 0-1 0 0,0 0 0 0 0,0 0 0 0 0,0 0 1 0 0,-1 0-1 0 0,1 0 0 0 0,-1 0 1 0 0,1 0-1 0 0,-1 1 0 0 0,-3-5 0 0 0,-15-17-30 0 0,0 0-1 0 0,-2 1 0 0 0,-1 2 1 0 0,-32-25-1 0 0,-106-63-271 0 0,145 99 258 0 0,-24-11-409 0 0,26 14-246 0 0,33 7-201 0 0,29 7-366 0 0,1 2 0 0 0,74 24 0 0 0,13 12-1735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1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14 1681 0 0,'-3'-1'414'0'0,"0"-1"0"0"0,0 1 0 0 0,0 0 0 0 0,-1 0 0 0 0,1 1 0 0 0,0-1 0 0 0,-1 1 0 0 0,1-1 0 0 0,0 1 0 0 0,-1 0 0 0 0,1 1 0 0 0,0-1 0 0 0,-5 1 0 0 0,-2-1 179 0 0,-18 1 243 0 0,1 1-1 0 0,-44 7 1 0 0,59-6-589 0 0,1-1 0 0 0,-1 2 0 0 0,1 0 0 0 0,-1 0 0 0 0,1 1 0 0 0,0 0-1 0 0,-20 13 1 0 0,27-14-184 0 0,-1-1-1 0 0,0 1 1 0 0,1 0 0 0 0,0 0-1 0 0,0 1 1 0 0,0-1-1 0 0,0 1 1 0 0,1 0-1 0 0,0 0 1 0 0,0 0-1 0 0,0 0 1 0 0,1 1-1 0 0,-1-1 1 0 0,1 1 0 0 0,1-1-1 0 0,-1 1 1 0 0,1 0-1 0 0,0 0 1 0 0,0 0-1 0 0,0 0 1 0 0,1 0-1 0 0,0 0 1 0 0,0-1-1 0 0,1 1 1 0 0,0 0-1 0 0,0 0 1 0 0,0 0 0 0 0,1 0-1 0 0,-1-1 1 0 0,1 1-1 0 0,1-1 1 0 0,2 6-1 0 0,4 6 20 0 0,0-1 0 0 0,1-1 0 0 0,1 0 0 0 0,0-1 0 0 0,1 0 0 0 0,1 0 0 0 0,0-1 0 0 0,28 20 0 0 0,-15-14 7 0 0,1-2-1 0 0,1-2 1 0 0,0 0 0 0 0,1-2 0 0 0,1 0 0 0 0,-1-3-1 0 0,2 0 1 0 0,42 7 0 0 0,-33-11-54 0 0,-1-1-1 0 0,1-2 0 0 0,0-2 1 0 0,0-1-1 0 0,0-3 1 0 0,43-7-1 0 0,-64 7-27 0 0,-1 0 1 0 0,0-2-1 0 0,0 0 0 0 0,0-1 1 0 0,0-1-1 0 0,-1 0 0 0 0,0-1 0 0 0,0-1 1 0 0,-1-1-1 0 0,19-15 0 0 0,-30 22-2 0 0,-1-1-1 0 0,0 0 1 0 0,0 0 0 0 0,-1-1-1 0 0,1 1 1 0 0,-1-1-1 0 0,0 0 1 0 0,0 0 0 0 0,0 0-1 0 0,-1 0 1 0 0,0 0-1 0 0,0-1 1 0 0,0 1 0 0 0,0 0-1 0 0,-1-1 1 0 0,0 0 0 0 0,0 1-1 0 0,-1-1 1 0 0,0 0-1 0 0,0-10 1 0 0,-2 5 2 0 0,0 0 0 0 0,-1 0 0 0 0,0 0 0 0 0,0 0 0 0 0,-1 1 0 0 0,-1-1 0 0 0,0 1 0 0 0,0 0 0 0 0,-1 0 0 0 0,-10-12 0 0 0,2 5-134 0 0,0 1 0 0 0,-2 1 0 0 0,0 0 1 0 0,0 1-1 0 0,-1 1 0 0 0,-1 0 1 0 0,0 1-1 0 0,-1 1 0 0 0,0 1 0 0 0,-1 1 1 0 0,0 0-1 0 0,-40-10 0 0 0,40 13-136 0 0,-1 2-1 0 0,1 0 1 0 0,-1 1-1 0 0,0 0 1 0 0,1 2-1 0 0,-1 1 1 0 0,0 1 0 0 0,0 0-1 0 0,1 2 1 0 0,-1 0-1 0 0,1 1 1 0 0,-1 1-1 0 0,-31 13 1 0 0,-39 29-4566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4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1361 0 0,'60'-19'4402'0'0,"-90"19"-7524"0"0,0-6 1041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42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1761 0 0,'31'0'1601'0'0,"-31"5"-321"0"0,30 1 161 0 0,0-12-1441 0 0,-30-7-1121 0 0,30-25-2240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1681 0 0,'91'56'1761'0'0,"-31"-18"-881"0"0,1-5-720 0 0,-1-8-80 0 0,0-6 0 0 0,-29 6 80 0 0,29-12-80 0 0,-30 1-80 0 0,0-8 0 0 0,-60-6-80 0 0,30-6-240 0 0,-30-2-320 0 0,0-3-401 0 0,-31 3-720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7:4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1361 0 0,'0'0'1280'0'0,"30"0"401"0"0,0 0-1761 0 0,-30-13-3122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3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26 80 0 0,'80'24'5136'0'0,"-69"-22"-3382"0"0,6-2-1311 0 0,-16 0-359 0 0,-1 0-69 0 0,1 0 1 0 0,-1 0-1 0 0,0 0 0 0 0,1 0 1 0 0,-1-1-1 0 0,0 1 1 0 0,0 0-1 0 0,1 0 1 0 0,-1 0-1 0 0,0 0 0 0 0,0 0 1 0 0,1-1-1 0 0,-1 1 1 0 0,0 0-1 0 0,0 0 1 0 0,0 0-1 0 0,1-1 0 0 0,-1 1 1 0 0,0 0-1 0 0,0 0 1 0 0,0-1-1 0 0,0 1 1 0 0,0 0-1 0 0,1 0 0 0 0,-1-1 1 0 0,0 1-1 0 0,0 0 1 0 0,0 0-1 0 0,0-1 0 0 0,0 1 1 0 0,0 0-1 0 0,0-1 1 0 0,0 1-1 0 0,0 0 1 0 0,0-1-1 0 0,0 1 0 0 0,0 0 1 0 0,0 0-1 0 0,0-1 1 0 0,0 1-1 0 0,-1 0 1 0 0,1 0-1 0 0,0-1 0 0 0,0 1 1 0 0,0 0-1 0 0,0 0 1 0 0,0-1-1 0 0,-1 1 1 0 0,1 0-1 0 0,0 0 0 0 0,0-1 1 0 0,0 1-1 0 0,-1 0 1 0 0,1 0-1 0 0,0 0 0 0 0,0 0 1 0 0,-1-1-1 0 0,1 1 1 0 0,0 0-1 0 0,0 0 1 0 0,-1 0-1 0 0,1 0 0 0 0,-1 0 1 0 0,-5-3 16 0 0,5 3-11 0 0,0 0 1 0 0,0 0 0 0 0,0-1-1 0 0,0 1 1 0 0,0-1-1 0 0,0 1 1 0 0,0-1-1 0 0,0 1 1 0 0,0-1 0 0 0,1 0-1 0 0,-1 1 1 0 0,0-1-1 0 0,0 0 1 0 0,1 0-1 0 0,-1 1 1 0 0,0-1 0 0 0,1 0-1 0 0,-1 0 1 0 0,1 0-1 0 0,-1 0 1 0 0,1 0-1 0 0,-1 0 1 0 0,1 0 0 0 0,0 0-1 0 0,-1 0 1 0 0,1 0-1 0 0,0 0 1 0 0,0 0-1 0 0,0 0 1 0 0,0 0 0 0 0,0 0-1 0 0,0 0 1 0 0,0 0-1 0 0,0-2 1 0 0,0 2 458 0 0,0 1-476 0 0,0 0 0 0 0,0 0 0 0 0,0 0 0 0 0,1 0 1 0 0,-1 0-1 0 0,0 0 0 0 0,0-1 0 0 0,0 1 0 0 0,0 0 0 0 0,0 0 0 0 0,0 0 0 0 0,0 0 0 0 0,0 0 0 0 0,0-1 0 0 0,0 1 1 0 0,0 0-1 0 0,0 0 0 0 0,0 0 0 0 0,0 0 0 0 0,0-1 0 0 0,0 1 0 0 0,0 0 0 0 0,0 0 0 0 0,0 0 0 0 0,0 0 0 0 0,0 0 1 0 0,0-1-1 0 0,0 1 0 0 0,0 0 0 0 0,0 0 0 0 0,-1 0 0 0 0,1 0 0 0 0,0 0 0 0 0,0 0 0 0 0,0-1 0 0 0,0 1 0 0 0,0 0 0 0 0,0 0 1 0 0,0 0-1 0 0,-1 0 0 0 0,1 0 0 0 0,0 0 0 0 0,0 0 0 0 0,0 0 0 0 0,0 0 0 0 0,0 0 0 0 0,-1-1 0 0 0,1 1 0 0 0,0 0 1 0 0,0 0-1 0 0,0 0 0 0 0,0 0 0 0 0,-1 0 0 0 0,1 0 0 0 0,0 0 0 0 0,0 0 0 0 0,0 0 0 0 0,0 0 0 0 0,0 0 0 0 0,-1 1 0 0 0,1-1 1 0 0,-136 5 648 0 0,126-4-586 0 0,-78 19 79 0 0,82-17-153 0 0,-1-1 1 0 0,1 1-1 0 0,0 0 1 0 0,1 0-1 0 0,-1 1 0 0 0,0 0 1 0 0,-5 5-1 0 0,6 4 24 0 0,0 1-20 0 0,-14 4 24 0 0,16-17-15 0 0,0 1 0 0 0,1 0 0 0 0,-1-1-1 0 0,1 1 1 0 0,0 0 0 0 0,0 0 0 0 0,-1 1 0 0 0,2-1 0 0 0,-1 0 0 0 0,0 1 0 0 0,0-1 0 0 0,1 1 0 0 0,-1 0 0 0 0,1-1-1 0 0,0 1 1 0 0,0 0 0 0 0,0 0 0 0 0,-1 5 0 0 0,2-7-5 0 0,0 0 1 0 0,0 0-1 0 0,-1 0 1 0 0,1 0-1 0 0,0 0 0 0 0,0 0 1 0 0,-1 0-1 0 0,1 1 1 0 0,-1-1-1 0 0,1 0 0 0 0,-1 0 1 0 0,1 0-1 0 0,-1 0 0 0 0,1-1 1 0 0,-1 1-1 0 0,0 0 1 0 0,0 0-1 0 0,0 0 0 0 0,1 0 1 0 0,-1-1-1 0 0,0 1 1 0 0,0 0-1 0 0,-1 0 0 0 0,1 0-1 0 0,-1-1 0 0 0,1 1 0 0 0,0 0-1 0 0,0 0 1 0 0,0 0 0 0 0,0 0-1 0 0,0 0 1 0 0,0 0 0 0 0,1 0 0 0 0,-1 0-1 0 0,0 0 1 0 0,0 0 0 0 0,1 0-1 0 0,-1 0 1 0 0,1 1 0 0 0,-1-1 0 0 0,1 0-1 0 0,0 0 1 0 0,-1 1 0 0 0,1-1 0 0 0,0 0-1 0 0,0 1 1 0 0,0 1 0 0 0,0 50 120 0 0,-1-52-123 0 0,1 1 1 0 0,0-1 0 0 0,0 1 0 0 0,0-1-1 0 0,0 1 1 0 0,0 0 0 0 0,1-1-1 0 0,-1 1 1 0 0,0-1 0 0 0,1 1 0 0 0,-1-1-1 0 0,1 1 1 0 0,-1-1 0 0 0,1 0 0 0 0,0 1-1 0 0,0-1 1 0 0,0 1 0 0 0,-1-1-1 0 0,1 0 1 0 0,1 0 0 0 0,-1 0 0 0 0,0 0-1 0 0,0 0 1 0 0,0 0 0 0 0,0 0-1 0 0,2 1 1 0 0,5 4-3 0 0,-7-5 5 0 0,0 0 0 0 0,-1 1 0 0 0,1-1 0 0 0,0 0 0 0 0,-1 1 0 0 0,1-1 0 0 0,0 0 1 0 0,-1 1-1 0 0,0-1 0 0 0,1 1 0 0 0,-1-1 0 0 0,0 1 0 0 0,0-1 0 0 0,0 1 0 0 0,0-1 0 0 0,0 1 0 0 0,0-1 0 0 0,0 1 0 0 0,0-1 0 0 0,-1 3 0 0 0,0-3-1 0 0,1 1 1 0 0,0 0-1 0 0,-1-1 0 0 0,1 1 0 0 0,0 0 0 0 0,0-1 1 0 0,0 1-1 0 0,0-1 0 0 0,1 1 0 0 0,-1 0 0 0 0,0-1 1 0 0,1 1-1 0 0,-1 0 0 0 0,1-1 0 0 0,0 1 0 0 0,-1-1 1 0 0,2 2-1 0 0,48 38-66 0 0,-40-17 67 0 0,-3-21 0 0 0,-6-3 0 0 0,0 0 0 0 0,0 0 0 0 0,0 0 0 0 0,-1 0 0 0 0,1 0 0 0 0,0 0 0 0 0,0 1 0 0 0,-1-1 0 0 0,1 0 0 0 0,0 1 0 0 0,-1-1 0 0 0,1 0 0 0 0,0 1 0 0 0,-1-1 0 0 0,1 1 0 0 0,0-1 0 0 0,-1 1 0 0 0,1 0 0 0 0,-1-1 0 0 0,1 1 0 0 0,-1-1 0 0 0,1 1 0 0 0,-1 0 0 0 0,0-1 0 0 0,1 1 0 0 0,-1 0 0 0 0,0 0 0 0 0,1-1 0 0 0,-1 1 0 0 0,0 0 0 0 0,0 1 0 0 0,1 0 0 0 0,0 1-1 0 0,0-1 1 0 0,1 0 0 0 0,-1 0-1 0 0,0 0 1 0 0,1 0 0 0 0,-1 0-1 0 0,1 0 1 0 0,0 0 0 0 0,0 0-1 0 0,-1 0 1 0 0,1-1 0 0 0,0 1 0 0 0,1-1-1 0 0,2 2 1 0 0,42 25-56 0 0,-37-22 50 0 0,24 14 65 0 0,2 0-1 0 0,0-3 0 0 0,0-1 1 0 0,2-1-1 0 0,0-3 0 0 0,0 0 1 0 0,67 9-1 0 0,-28-9 52 0 0,197 27 453 0 0,-219-35-247 0 0,1-1-1 0 0,-1-4 0 0 0,56-7 0 0 0,5-10 552 0 0,-102 15-718 0 0,-1-1-1 0 0,1-1 0 0 0,-1 0 0 0 0,0-1 0 0 0,0 0 0 0 0,0-1 0 0 0,-1 0 0 0 0,0-1 0 0 0,15-13 0 0 0,-15 12-14 0 0,-6 3 16 0 0,1 0 1 0 0,-1-1 0 0 0,0 0 0 0 0,-1 0 0 0 0,1 0 0 0 0,-1 0 0 0 0,4-10 0 0 0,-4 9-11 0 0,-3 5-85 0 0,-1 0 1 0 0,0 0 0 0 0,0 0-1 0 0,0 0 1 0 0,0 0-1 0 0,0 0 1 0 0,0 0-1 0 0,-1-1 1 0 0,0 1 0 0 0,1 0-1 0 0,-1 0 1 0 0,0 0-1 0 0,-1-1 1 0 0,1 1 0 0 0,-1 0-1 0 0,1 0 1 0 0,-2-5-1 0 0,-22-41 503 0 0,22 45-529 0 0,-10-21 130 0 0,11 22-143 0 0,-1-1-1 0 0,1 1 1 0 0,-1 0 0 0 0,0-1-1 0 0,0 1 1 0 0,0 0 0 0 0,0 0-1 0 0,-1 0 1 0 0,1 0 0 0 0,-1 1-1 0 0,-3-4 1 0 0,-80-61 304 0 0,77 60-281 0 0,-1 1 0 0 0,0 0-1 0 0,0 1 1 0 0,-1 0 0 0 0,1 0 0 0 0,-1 1-1 0 0,0 1 1 0 0,0 0 0 0 0,0 0 0 0 0,-22-1-1 0 0,-11-5 96 0 0,-4 1-62 0 0,0 2 0 0 0,-73 0-1 0 0,17 1 21 0 0,37 1-607 0 0,0 2 0 0 0,-1 4 1 0 0,1 2-1 0 0,-97 20 0 0 0,162-24 356 0 0,-33 2-3849 0 0,34-2 3815 0 0,0 0 1 0 0,0-1-1 0 0,0 1 0 0 0,0-1 0 0 0,0 1 0 0 0,0-1 0 0 0,0 0 0 0 0,0 1 1 0 0,1-1-1 0 0,-1 0 0 0 0,0 1 0 0 0,0-1 0 0 0,0 0 0 0 0,1 0 0 0 0,-1 0 0 0 0,0 0 1 0 0,1 0-1 0 0,-1 0 0 0 0,1 0 0 0 0,-1 0 0 0 0,1 0 0 0 0,0 0 0 0 0,-1 0 1 0 0,1 0-1 0 0,0 0 0 0 0,0-1 0 0 0,0 1 0 0 0,0 0 0 0 0,0 0 0 0 0,0 0 1 0 0,0-2-1 0 0,0-27-3302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1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0,'0'25'960'0'0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1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0 1121 0 0,'-7'4'530'0'0,"-7"3"-212"0"0,0 0 0 0 0,0-1 0 0 0,-1 0 0 0 0,1-1 0 0 0,-1 0 0 0 0,-1-2 0 0 0,1 1 0 0 0,0-2 0 0 0,-1 0 0 0 0,-15-1 0 0 0,15-1-202 0 0,10 0 69 0 0,7 0 354 0 0,170-1-3767 0 0,-135-6 787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21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1521 0 0,'-272'50'1040'0'0,"37"21"-2160"0"0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83 2881 0 0,'-80'5'6230'0'0,"75"-4"-6203"0"0,0-1-148 0 0,-20 0 1882 0 0,50-14-2228 0 0,11-15-886 0 0,-30 23 620 0 0,1 1 0 0 0,0-1 1 0 0,0 1-1 0 0,0 0 1 0 0,13-6-1 0 0,10 3-1988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5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1521 0 0,'-30'0'2881'0'0,"-1"6"0"0"0,1-6-1120 0 0,30 6-1121 0 0,0-12-1760 0 0,30 6-641 0 0,1-6-1360 0 0,-1 6 319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7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6 480 0 0,'0'-6'-160'0'0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0 560 0 0,'-1'1'37'0'0,"1"0"-1"0"0,0 0 1 0 0,0 0-1 0 0,-1 0 1 0 0,1 0-1 0 0,0-1 1 0 0,-1 1-1 0 0,1 0 1 0 0,-1 0-1 0 0,1 0 1 0 0,-1-1-1 0 0,0 1 1 0 0,1 0-1 0 0,-1-1 1 0 0,0 1-1 0 0,1-1 1 0 0,-1 1-1 0 0,0 0 1 0 0,1-1-1 0 0,-1 0 1 0 0,0 1-1 0 0,0-1 1 0 0,0 1-1 0 0,0-1 1 0 0,0 0-1 0 0,1 0 1 0 0,-1 1-1 0 0,0-1 1 0 0,0 0-1 0 0,0 0 1 0 0,-1 0-1 0 0,-2 0 50 0 0,-1 2 114 0 0,0-1 54 0 0,-15 2 133 0 0,-2 1 1262 0 0,0-2 1 0 0,-29-1-1 0 0,26 5-1062 0 0,75-5-4882 0 0,-45 6 640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1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91 133 2241 0 0,'-60'-75'5202'0'0,"30"29"-3761"0"0,30 34-961 0 0,30 12 161 0 0,0 0-1682 0 0,0 6-720 0 0,0 13-2321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4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2241 0 0,'0'-8'2001'0'0,"0"2"480"0"0,0 12-1280 0 0,0 2-1201 0 0,0-16-160 0 0,30-4-1441 0 0,-30 5-480 0 0,31 7-240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48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6 480 0 0,'0'-5'3442'0'0,"30"10"-4323"0"0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3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7 960 0 0,'0'0'89'0'0,"0"0"0"0"0,0 0-1 0 0,0 0 1 0 0,0-1-1 0 0,0 1 1 0 0,1 0 0 0 0,-1 0-1 0 0,0 0 1 0 0,0 0 0 0 0,0 0-1 0 0,0-1 1 0 0,0 1-1 0 0,0 0 1 0 0,0 0 0 0 0,0 0-1 0 0,0 0 1 0 0,0-1-1 0 0,0 1 1 0 0,0 0 0 0 0,0 0-1 0 0,0 0 1 0 0,0 0 0 0 0,0-1-1 0 0,0 1 1 0 0,0 0-1 0 0,0 0 1 0 0,0 0 0 0 0,0 0-1 0 0,0-1 1 0 0,0 1-1 0 0,-1 0 1 0 0,1 0 0 0 0,0 0-1 0 0,0 0 1 0 0,0 0-1 0 0,0 0 1 0 0,0-1 0 0 0,0 1-1 0 0,0 0 1 0 0,-1 0 0 0 0,1 0-1 0 0,0 0 1 0 0,0 0-1 0 0,0 0 1 0 0,0 0 0 0 0,0 0-1 0 0,-1 0 1 0 0,1 0-1 0 0,0 0 1 0 0,0-1 0 0 0,0 1-1 0 0,0 0 1 0 0,-1 0-1 0 0,1 0 1 0 0,0 0 0 0 0,0 0-1 0 0,0 0 1 0 0,0 0 0 0 0,-1 1-1 0 0,1-1 1 0 0,0 0-1 0 0,0 0 1 0 0,0 0 0 0 0,0 0-1 0 0,-1 0 1 0 0,1 0-1 0 0,0 0 1 0 0,0 0 0 0 0,0 0-1 0 0,-3 0-113 0 0,2 0 82 0 0,0 0 0 0 0,1 0-1 0 0,-1 0 1 0 0,0-1-1 0 0,1 1 1 0 0,-1 0-1 0 0,0 0 1 0 0,0 0 0 0 0,1 0-1 0 0,-1 1 1 0 0,0-1-1 0 0,0 0 1 0 0,1 0-1 0 0,-1 0 1 0 0,0 0 0 0 0,1 1-1 0 0,-1-1 1 0 0,0 0-1 0 0,1 1 1 0 0,-1-1 0 0 0,0 1-1 0 0,1-1 1 0 0,-1 0-1 0 0,1 1 1 0 0,-1-1-1 0 0,1 1 1 0 0,-1 0 0 0 0,1-1-1 0 0,-1 1 1 0 0,1-1-1 0 0,0 1 1 0 0,-1 0-1 0 0,1-1 1 0 0,0 1 0 0 0,-1 0-1 0 0,1-1 1 0 0,0 1-1 0 0,0 0 1 0 0,0 0 0 0 0,0-1-1 0 0,-1 1 1 0 0,1 0-1 0 0,0-1 1 0 0,1 3-1 0 0,-6-2 198 0 0,-16 3 79 0 0,16-3 5137 0 0,6 0-5427 0 0,-1 0 1 0 0,0 0 0 0 0,0 0-1 0 0,0 0 1 0 0,0 0 0 0 0,-1 0-1 0 0,1 0 1 0 0,0 0 0 0 0,0-1-1 0 0,0 1 1 0 0,-1 0-1 0 0,1 0 1 0 0,-1 0 0 0 0,1 0-1 0 0,0-1 1 0 0,-1 1 0 0 0,1 0-1 0 0,-1 0 1 0 0,0-1 0 0 0,1 1-1 0 0,-1 0 1 0 0,0-1 0 0 0,1 1-1 0 0,-1 0 1 0 0,0-1 0 0 0,0 1-1 0 0,1-1 1 0 0,-1 0 0 0 0,0 1-1 0 0,0-1 1 0 0,0 1 0 0 0,0-1-1 0 0,1 0 1 0 0,-3 0 0 0 0,-4 3 122 0 0,6-2-125 0 0,1 0 1 0 0,-1 0 0 0 0,0 0-1 0 0,1 0 1 0 0,-1 0 0 0 0,1 1 0 0 0,-1-1-1 0 0,1 0 1 0 0,-1 0 0 0 0,1 0-1 0 0,0 1 1 0 0,0-1 0 0 0,0 0 0 0 0,0 0-1 0 0,0 1 1 0 0,0-1 0 0 0,0 0-1 0 0,0 1 1 0 0,0-1 0 0 0,1 2 0 0 0,-1 1 55 0 0,0 74 931 0 0,0-77-1028 0 0,0 0 1 0 0,0-1 0 0 0,1 1 0 0 0,-1 0 0 0 0,0 0 0 0 0,0-1 0 0 0,1 1-1 0 0,-1 0 1 0 0,0 0 0 0 0,1-1 0 0 0,-1 1 0 0 0,0 0 0 0 0,1-1-1 0 0,-1 1 1 0 0,1-1 0 0 0,0 1 0 0 0,-1-1 0 0 0,1 1 0 0 0,-1-1 0 0 0,1 1-1 0 0,0-1 1 0 0,-1 1 0 0 0,1-1 0 0 0,0 0 0 0 0,-1 1 0 0 0,2-1 0 0 0,-1 1 7 0 0,0-1 0 0 0,0 1 0 0 0,0-1 0 0 0,0 1 1 0 0,0 0-1 0 0,0-1 0 0 0,0 1 0 0 0,0 0 1 0 0,0 0-1 0 0,0 0 0 0 0,-1 0 0 0 0,1 0 1 0 0,0 0-1 0 0,-1 0 0 0 0,1 0 0 0 0,0 0 0 0 0,-1 0 1 0 0,1 0-1 0 0,-1 0 0 0 0,0 0 0 0 0,1 0 1 0 0,-1 0-1 0 0,0 1 0 0 0,0-1 0 0 0,0 0 1 0 0,0 0-1 0 0,0 2 0 0 0,1 7 63 0 0,-1-7-43 0 0,0 1-1 0 0,1-1 1 0 0,-2 0-1 0 0,1 1 1 0 0,0-1-1 0 0,0 0 1 0 0,-1 0-1 0 0,0 0 1 0 0,0 1-1 0 0,-2 4 1 0 0,0-3-3 0 0,0-1-8 0 0,1 1 0 0 0,-1-1 1 0 0,1 1-1 0 0,0 0 0 0 0,0 0 0 0 0,0 0 1 0 0,0 0-1 0 0,1 0 0 0 0,0 0 0 0 0,0 1 1 0 0,1-1-1 0 0,-1 0 0 0 0,1 8 0 0 0,0-9 5 0 0,0-1-1 0 0,0 1 0 0 0,0-1 1 0 0,0 1-1 0 0,1 0 0 0 0,-1-1 0 0 0,1 1 1 0 0,0-1-1 0 0,0 0 0 0 0,0 1 1 0 0,0-1-1 0 0,1 0 0 0 0,0 0 1 0 0,-1 1-1 0 0,1-1 0 0 0,0 0 1 0 0,0-1-1 0 0,4 5 0 0 0,-4-4-12 0 0,0 0 7 0 0,-1-1 0 0 0,0 1 0 0 0,0 0 0 0 0,0 0 0 0 0,0 0 0 0 0,-1 0 0 0 0,1 0 0 0 0,-1 0 1 0 0,0 0-1 0 0,0 0 0 0 0,0 0 0 0 0,0 0 0 0 0,0 1 0 0 0,-1-1 0 0 0,1 0 0 0 0,-2 3 0 0 0,1-4-1 0 0,0 1-1 0 0,1 0 1 0 0,-1-1-1 0 0,1 1 0 0 0,0 0 1 0 0,0 0-1 0 0,0-1 1 0 0,0 1-1 0 0,0 0 1 0 0,0 0-1 0 0,1-1 1 0 0,-1 1-1 0 0,1 0 1 0 0,0-1-1 0 0,0 1 0 0 0,0-1 1 0 0,2 5-1 0 0,4 1-20 0 0,-2-4 25 0 0,-1 0 0 0 0,0 0 0 0 0,0 0 0 0 0,0 1 0 0 0,-1 0-1 0 0,0-1 1 0 0,0 1 0 0 0,0 0 0 0 0,0 1 0 0 0,-1-1 0 0 0,0 1 0 0 0,0-1 0 0 0,0 1-1 0 0,-1-1 1 0 0,1 1 0 0 0,-1 0 0 0 0,0 11 0 0 0,-1-15-15 0 0,0-1 0 0 0,0 1 0 0 0,0 0-1 0 0,1 0 1 0 0,-1 0 0 0 0,1 0 0 0 0,-1 0 0 0 0,1-1 0 0 0,0 1 0 0 0,-1 0 0 0 0,1-1-1 0 0,0 1 1 0 0,0 0 0 0 0,0-1 0 0 0,0 1 0 0 0,1-1 0 0 0,1 3 0 0 0,8 10 6 0 0,-8 12-10 0 0,-3-23 0 0 0,0 0 0 0 0,0 0 0 0 0,0-1 0 0 0,0 1 0 0 0,1 0 0 0 0,-1 0 0 0 0,1-1 0 0 0,0 1 0 0 0,0-1 0 0 0,-1 1 0 0 0,3 3 0 0 0,11 15 18 0 0,-9-14-4 0 0,0 1 0 0 0,-1-1 0 0 0,1 1 0 0 0,-2 0 0 0 0,1 0 0 0 0,-1 1 0 0 0,0-1 0 0 0,0 0 0 0 0,-1 1-1 0 0,-1 0 1 0 0,1 0 0 0 0,-1-1 0 0 0,-1 14 0 0 0,0-13-6 0 0,0 0 0 0 0,1 0 0 0 0,0 0 0 0 0,0-1 0 0 0,1 1 0 0 0,0 0 0 0 0,0-1 0 0 0,1 1 0 0 0,5 11 0 0 0,-4 3 20 0 0,2 4-29 0 0,2-14 2 0 0,-6-11 10 0 0,0 0-1 0 0,0 1 1 0 0,-1-1-1 0 0,1 1 1 0 0,-1-1 0 0 0,0 1-1 0 0,0 0 1 0 0,0 0-1 0 0,0-1 1 0 0,0 1 0 0 0,-1 0-1 0 0,1 0 1 0 0,-1 0 0 0 0,1 5-1 0 0,-2 4 54 0 0,1-8-44 0 0,-1-1-1 0 0,1 1 1 0 0,0 0 0 0 0,0-1-1 0 0,1 1 1 0 0,-1 0 0 0 0,1-1-1 0 0,-1 1 1 0 0,1 0 0 0 0,3 5-1 0 0,4 5-19 0 0,-6-12-2 0 0,0 0 0 0 0,0 1 0 0 0,-1-1 0 0 0,1 1 0 0 0,-1 0 0 0 0,0-1 1 0 0,1 1-1 0 0,-1 0 0 0 0,-1 0 0 0 0,1 0 0 0 0,0 0 0 0 0,-1-1 0 0 0,1 7 1 0 0,-1-6 12 0 0,0 0 0 0 0,1 0 0 0 0,-1 0 0 0 0,1 0 0 0 0,-1 0 0 0 0,1 1 0 0 0,0-1 1 0 0,0 0-1 0 0,1-1 0 0 0,-1 1 0 0 0,1 0 0 0 0,-1 0 0 0 0,3 2 0 0 0,-2-2-5 0 0,0-1 0 0 0,-1 1 0 0 0,1-1 0 0 0,-1 1 0 0 0,1 0 0 0 0,-1 0 0 0 0,0 0 0 0 0,0 0 1 0 0,-1 0-1 0 0,1 0 0 0 0,-1 0 0 0 0,1 0 0 0 0,-1 3 0 0 0,0-3 0 0 0,0-1 0 0 0,1 1 1 0 0,-1-1-1 0 0,0 1 0 0 0,1 0 0 0 0,0-1 1 0 0,0 1-1 0 0,-1-1 0 0 0,2 1 0 0 0,-1-1 1 0 0,0 0-1 0 0,0 1 0 0 0,1-1 0 0 0,2 3 1 0 0,-2-3 1 0 0,-1 0 0 0 0,1 1 0 0 0,-1-1 0 0 0,1 1 0 0 0,-1-1-1 0 0,0 1 1 0 0,0 0 0 0 0,0-1 0 0 0,0 1 0 0 0,0 0 0 0 0,-1 0 0 0 0,1-1 0 0 0,-1 1 0 0 0,0 5 0 0 0,0 176 326 0 0,1-181-328 0 0,-1 0 0 0 0,1 0 0 0 0,0-1 1 0 0,-1 1-1 0 0,1 0 0 0 0,0-1 1 0 0,1 1-1 0 0,-1-1 0 0 0,0 0 0 0 0,1 1 1 0 0,2 3-1 0 0,-2-5-3 0 0,-1 0 0 0 0,0 0 0 0 0,0 0 1 0 0,0 1-1 0 0,0-1 0 0 0,0 0 0 0 0,0 1 0 0 0,-1-1 0 0 0,1 1 0 0 0,0-1 1 0 0,-1 1-1 0 0,1-1 0 0 0,-1 1 0 0 0,0 0 0 0 0,1-1 0 0 0,-1 1 0 0 0,0-1 0 0 0,0 1 1 0 0,0 0-1 0 0,0-1 0 0 0,0 1 0 0 0,0 0 0 0 0,-1-1 0 0 0,1 1 0 0 0,0-1 1 0 0,-2 3-1 0 0,-6 6 28 0 0,7-10-27 0 0,0 1 0 0 0,0 0-1 0 0,0 0 1 0 0,0 0 0 0 0,0 0 0 0 0,0 0-1 0 0,0 1 1 0 0,0-1 0 0 0,0 0-1 0 0,1 0 1 0 0,-1 1 0 0 0,0-1 0 0 0,1 0-1 0 0,-1 1 1 0 0,1-1 0 0 0,-1 0-1 0 0,1 1 1 0 0,0-1 0 0 0,0 1 0 0 0,-1-1-1 0 0,1 1 1 0 0,0-1 0 0 0,0 1-1 0 0,1-1 1 0 0,-1 1 0 0 0,0-1 0 0 0,0 0-1 0 0,1 1 1 0 0,-1-1 0 0 0,1 2-1 0 0,4 6 7 0 0,-1 0 0 0 0,-1 0 0 0 0,0 0-1 0 0,0 1 1 0 0,0-1 0 0 0,-2 1-1 0 0,1 0 1 0 0,-1 0 0 0 0,0-1-1 0 0,-2 17 1 0 0,1 268 750 0 0,1-291-763 0 0,-1 0 0 0 0,0-1-1 0 0,1 1 1 0 0,-1 0 0 0 0,1 0-1 0 0,0 0 1 0 0,0 0 0 0 0,0-1-1 0 0,0 1 1 0 0,0-1 0 0 0,1 1-1 0 0,-1-1 1 0 0,4 5 0 0 0,-3-5 2 0 0,-1 0 1 0 0,1 0-1 0 0,-1 1 1 0 0,0-1-1 0 0,1 1 1 0 0,-1-1-1 0 0,0 1 1 0 0,0-1-1 0 0,-1 1 1 0 0,1 0 0 0 0,0 0-1 0 0,-1-1 1 0 0,1 6-1 0 0,-2 2 12 0 0,1-7-1 0 0,-1-1-1 0 0,1 0 1 0 0,0 1 0 0 0,0-1-1 0 0,0 0 1 0 0,0 1 0 0 0,1-1 0 0 0,-1 0-1 0 0,1 0 1 0 0,-1 1 0 0 0,1-1-1 0 0,0 0 1 0 0,2 4 0 0 0,5 9-6 0 0,1 0 0 0 0,-2 0 1 0 0,9 27-1 0 0,4 9 72 0 0,-10-32-33 0 0,-8-15-34 0 0,0-1 0 0 0,0 1-1 0 0,0 0 1 0 0,-1 0 0 0 0,0-1-1 0 0,1 1 1 0 0,-1 0-1 0 0,0 0 1 0 0,-1 0 0 0 0,1 0-1 0 0,-1 5 1 0 0,0-5-15 0 0,1 0 0 0 0,-1 1 0 0 0,1-1 0 0 0,0 0 0 0 0,0 1 0 0 0,0-1 0 0 0,1 0 0 0 0,-1 0-1 0 0,1 0 1 0 0,0 0 0 0 0,3 4 0 0 0,3 8-41 0 0,23 47 114 0 0,-31-62-67 0 0,0 0 0 0 0,1 0 1 0 0,-1 0-1 0 0,0 0 0 0 0,1 0 1 0 0,-1 0-1 0 0,0 0 0 0 0,0 0 1 0 0,0 1-1 0 0,0-1 1 0 0,0 0-1 0 0,0 0 0 0 0,0 0 1 0 0,0 0-1 0 0,-1 0 0 0 0,1 0 1 0 0,0 0-1 0 0,-1 0 0 0 0,1 0 1 0 0,-1 1-1 0 0,1-2 1 0 0,-1 1-1 0 0,1 0 0 0 0,-1 0 1 0 0,0 0-1 0 0,1 0 0 0 0,-1 0 1 0 0,0 0-1 0 0,0-1 0 0 0,0 1 1 0 0,0 0-1 0 0,0-1 0 0 0,1 1 1 0 0,-1 0-1 0 0,0-1 1 0 0,-2 1-1 0 0,-3 3-80 0 0,5-2-124 0 0,-1 0 0 0 0,0 0 0 0 0,0-1 0 0 0,0 1 0 0 0,0-1 1 0 0,0 0-1 0 0,-1 1 0 0 0,1-1 0 0 0,0 0 0 0 0,-1 0 0 0 0,1 0 0 0 0,-1-1 0 0 0,1 1 0 0 0,-4 0 1 0 0,-23-4-4609 0 0,-1-12-1751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37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1441 0 0,'0'-2'135'0'0,"0"1"1"0"0,0-1 0 0 0,0 1 0 0 0,1 0 0 0 0,-1-1 0 0 0,0 1-1 0 0,0 0 1 0 0,1-1 0 0 0,-1 1 0 0 0,1 0 0 0 0,0-1-1 0 0,-1 1 1 0 0,1 0 0 0 0,0 0 0 0 0,-1 0 0 0 0,1 0-1 0 0,0 0 1 0 0,0 0 0 0 0,0 0 0 0 0,0 0 0 0 0,0 0 0 0 0,2-1-1 0 0,-2 1-32 0 0,1 0-1 0 0,-1 0 1 0 0,0 0 0 0 0,0 0-1 0 0,0 0 1 0 0,0 0-1 0 0,0 0 1 0 0,-1 0-1 0 0,1 0 1 0 0,0 0-1 0 0,0 0 1 0 0,-1 0 0 0 0,1-1-1 0 0,-1 1 1 0 0,1 0-1 0 0,-1-1 1 0 0,1 1-1 0 0,-1 0 1 0 0,0-1-1 0 0,0 1 1 0 0,0 0 0 0 0,0-3-1 0 0,0-80 3620 0 0,0 83-3715 0 0,0 0-1 0 0,0 0 1 0 0,-1 0-1 0 0,1 1 1 0 0,0-1 0 0 0,-1 0-1 0 0,1 0 1 0 0,-1 0 0 0 0,1 1-1 0 0,-1-1 1 0 0,1 0-1 0 0,-1 1 1 0 0,0-1 0 0 0,1 0-1 0 0,-1 1 1 0 0,0-1 0 0 0,1 1-1 0 0,-1-1 1 0 0,0 1-1 0 0,0-1 1 0 0,1 1 0 0 0,-1 0-1 0 0,0-1 1 0 0,0 1 0 0 0,0 0-1 0 0,0 0 1 0 0,0 0-1 0 0,0-1 1 0 0,1 1 0 0 0,-1 0-1 0 0,-2 0 1 0 0,0 0 21 0 0,3-1-10 0 0,-1 1 0 0 0,1 0 0 0 0,-1-1 0 0 0,1 1 0 0 0,-1-1 0 0 0,1 0 0 0 0,0 1 0 0 0,-1-1 0 0 0,1 1 0 0 0,0-1 0 0 0,-1 0 0 0 0,1 1 0 0 0,0-1 0 0 0,0 0 0 0 0,0 1 0 0 0,-1-1 0 0 0,1 0 0 0 0,0 1 0 0 0,0-1 0 0 0,0 0 0 0 0,0 1 0 0 0,0-1 0 0 0,0 0 0 0 0,0 1 0 0 0,1-1 0 0 0,-1 0 0 0 0,0 1 0 0 0,0-1 0 0 0,0 0 0 0 0,1 1 0 0 0,-1-1 0 0 0,0 0 0 0 0,1 1 0 0 0,-1-1 0 0 0,1 1 0 0 0,-1-1 0 0 0,0 1 0 0 0,1-1 0 0 0,0 0 0 0 0,6 1 13 0 0,-7 0-26 0 0,1 0 1 0 0,-1 0-1 0 0,1 0 1 0 0,0 0-1 0 0,-1 0 1 0 0,1 0-1 0 0,-1 0 0 0 0,1 0 1 0 0,0 0-1 0 0,-1 0 1 0 0,1 0-1 0 0,0 0 1 0 0,-1 0-1 0 0,1 0 0 0 0,-1-1 1 0 0,1 1-1 0 0,-1 0 1 0 0,1 0-1 0 0,0-1 1 0 0,-1 1-1 0 0,1 0 0 0 0,-1-1 1 0 0,1 1-1 0 0,-1-1 1 0 0,0 1-1 0 0,1 0 1 0 0,-1-1-1 0 0,1 1 1 0 0,-1-1-1 0 0,0 1 0 0 0,1-1 1 0 0,-1 0-1 0 0,0 1 1 0 0,0-1-1 0 0,1 1 1 0 0,-1-1-1 0 0,0 1 0 0 0,0-1 1 0 0,0 0-1 0 0,0-1 1 0 0,5 2 47 0 0,21 0-26 0 0,-1 0 53 0 0,-20 0 160 0 0,20 4 67 0 0,-20-3 93 0 0,-5 282 4095 0 0,0-277-4549 0 0,-1 0-1 0 0,0 0 0 0 0,0-1 0 0 0,-1 1 1 0 0,1 0-1 0 0,-1-1 0 0 0,0 1 0 0 0,-3 4 1 0 0,2-5-447 0 0,1 0 1 0 0,0 1 0 0 0,0-1-1 0 0,0 0 1 0 0,1 1 0 0 0,0-1-1 0 0,-1 12 1 0 0,2-2-4462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38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91 147 2401 0 0,'-25'-5'1921'0'0,"24"4"-1721"0"0,0-1 0 0 0,0 0 1 0 0,0 0-1 0 0,1 1 0 0 0,-1-1 0 0 0,1 0 0 0 0,-1 0 1 0 0,1 0-1 0 0,-1 0 0 0 0,1 0 0 0 0,0 0 0 0 0,0 0 1 0 0,0 0-1 0 0,0 0 0 0 0,1 0 0 0 0,0-4 0 0 0,-1 2 119 0 0,0 2-294 0 0,0 0 0 0 0,0 0 0 0 0,1-1 0 0 0,-1 1 0 0 0,1 0 0 0 0,-1 0 0 0 0,1 0 0 0 0,0 0 0 0 0,0 0 0 0 0,0 0 0 0 0,0 0 0 0 0,0 0 0 0 0,0 1 0 0 0,1-1 0 0 0,-1 0 0 0 0,3-2 0 0 0,-3 3-15 0 0,1-1 0 0 0,-1 1 1 0 0,0-1-1 0 0,0 1 0 0 0,0-1 1 0 0,0 1-1 0 0,0-1 0 0 0,0 0 1 0 0,0 0-1 0 0,-1 1 0 0 0,1-1 0 0 0,0 0 1 0 0,-1 0-1 0 0,0 0 0 0 0,1 0 1 0 0,-1-2-1 0 0,1 2 3 0 0,-1 1-1 0 0,1-1 1 0 0,-1 1 0 0 0,1-1-1 0 0,0 1 1 0 0,0-1 0 0 0,0 1-1 0 0,0 0 1 0 0,0 0-1 0 0,0-1 1 0 0,0 1 0 0 0,0 0-1 0 0,1 0 1 0 0,-1 0 0 0 0,0 0-1 0 0,1 0 1 0 0,-1 0 0 0 0,0 0-1 0 0,1 1 1 0 0,-1-1 0 0 0,1 1-1 0 0,0-1 1 0 0,-1 1 0 0 0,1-1-1 0 0,-1 1 1 0 0,1 0 0 0 0,2-1-1 0 0,55-5 434 0 0,-47 6-347 0 0,-1 0-61 0 0,0 1 0 0 0,-1 0-1 0 0,0 1 1 0 0,1 0 0 0 0,-1 0-1 0 0,0 1 1 0 0,15 7 0 0 0,-20-9-23 0 0,0 1 1 0 0,0-1-1 0 0,0 1 1 0 0,-1 0 0 0 0,1 1-1 0 0,-1-1 1 0 0,0 1 0 0 0,1 0-1 0 0,5 5 1 0 0,-9-6-3 0 0,1 0 0 0 0,-1 0 0 0 0,0 0 0 0 0,0 0 0 0 0,0 1 0 0 0,0-1 0 0 0,0 0 0 0 0,0 1 0 0 0,0-1 0 0 0,-1 0 0 0 0,0 1 0 0 0,1-1 0 0 0,-1 1 0 0 0,0-1 0 0 0,0 1 0 0 0,0-1 0 0 0,0 1 0 0 0,-1-1 0 0 0,1 0 0 0 0,-1 1 0 0 0,1-1 0 0 0,-1 1-1 0 0,0-1 1 0 0,0 0 0 0 0,0 0 0 0 0,-1 3 0 0 0,-4 5 37 0 0,1-1 0 0 0,-2 1 0 0 0,1-1 0 0 0,-1 0 0 0 0,-1-1 0 0 0,0 1 0 0 0,-12 9-1 0 0,-29 33 233 0 0,22-18-108 0 0,14-19-14 0 0,2 1-1 0 0,-17 26 1 0 0,26-37-127 0 0,0 0 0 0 0,0-1 0 0 0,-1 1 0 0 0,1-1 0 0 0,0 1 0 0 0,-1-1 0 0 0,0 0 0 0 0,-5 4 0 0 0,7-6-36 0 0,-1 0 0 0 0,1 0-1 0 0,0-1 1 0 0,-1 1-1 0 0,1-1 1 0 0,-1 1-1 0 0,0-1 1 0 0,1 1-1 0 0,-1-1 1 0 0,1 0-1 0 0,-1 0 1 0 0,0 0-1 0 0,1 0 1 0 0,-1 0 0 0 0,1 0-1 0 0,-1 0 1 0 0,0-1-1 0 0,1 1 1 0 0,-1 0-1 0 0,1-1 1 0 0,-1 1-1 0 0,1-1 1 0 0,-1 0-1 0 0,1 0 1 0 0,-1 1-1 0 0,1-1 1 0 0,-2-2-1 0 0,-16-7-217 0 0,-22-17-305 0 0,36 25 496 0 0,4 2 26 0 0,0-1 1 0 0,-1 1-1 0 0,1-1 1 0 0,0 1-1 0 0,0-1 1 0 0,-1 0-1 0 0,1 0 1 0 0,0 1-1 0 0,0-1 1 0 0,0 0-1 0 0,0 0 1 0 0,0 0-1 0 0,0 0 1 0 0,0 0 0 0 0,0 0-1 0 0,1 0 1 0 0,-2-3-1 0 0,2 4 4 0 0,0 0 0 0 0,0 0 0 0 0,0 0 0 0 0,0 0 1 0 0,0 0-1 0 0,0 0 0 0 0,0 0 0 0 0,0 0 0 0 0,0 0 0 0 0,0 0 0 0 0,0 0 0 0 0,1 0 0 0 0,-1 0 1 0 0,0 0-1 0 0,0 0 0 0 0,0 0 0 0 0,0 0 0 0 0,0 0 0 0 0,0 0 0 0 0,0 0 0 0 0,0 0 0 0 0,0 0 1 0 0,0 0-1 0 0,0 0 0 0 0,0 0 0 0 0,0 0 0 0 0,0 0 0 0 0,0 0 0 0 0,1 0 0 0 0,-1-1 0 0 0,0 1 1 0 0,0 0-1 0 0,0 0 0 0 0,0 0 0 0 0,0 0 0 0 0,0 0 0 0 0,0 0 0 0 0,0 0 0 0 0,0 0 0 0 0,0 0 1 0 0,0 0-1 0 0,0 0 0 0 0,0 0 0 0 0,0 0 0 0 0,0-1 0 0 0,0 1 0 0 0,0 0 0 0 0,0 0 0 0 0,0 0 0 0 0,0 0 1 0 0,8 5 20 0 0,83 48 455 0 0,-1 3-1 0 0,100 84 1 0 0,-184-135-666 0 0,-1 0 0 0 0,1 0 0 0 0,1-1 0 0 0,-1 0 0 0 0,1 0 0 0 0,-1-1-1 0 0,11 4 1 0 0,-17-7 147 0 0,1 0 0 0 0,-1 1-1 0 0,0-1 1 0 0,0 0 0 0 0,0 0 0 0 0,0 0-1 0 0,1 0 1 0 0,-1 0 0 0 0,0 0-1 0 0,0 0 1 0 0,0 0 0 0 0,0 0 0 0 0,1 0-1 0 0,-1 0 1 0 0,0 0 0 0 0,0 0-1 0 0,0 0 1 0 0,0 0 0 0 0,0-1-1 0 0,1 1 1 0 0,-1 0 0 0 0,0 0 0 0 0,0 0-1 0 0,0 0 1 0 0,0 0 0 0 0,0 0-1 0 0,1 0 1 0 0,-1 0 0 0 0,0 0 0 0 0,0-1-1 0 0,0 1 1 0 0,0 0 0 0 0,0 0-1 0 0,0 0 1 0 0,0 0 0 0 0,0 0-1 0 0,1-1 1 0 0,-1 1 0 0 0,0 0 0 0 0,0 0-1 0 0,0 0 1 0 0,0 0 0 0 0,0 0-1 0 0,0-1 1 0 0,0 1 0 0 0,0 0 0 0 0,0 0-1 0 0,0 0 1 0 0,0 0 0 0 0,0-1-1 0 0,0 1 1 0 0,0 0 0 0 0,0 0-1 0 0,0 0 1 0 0,0 0 0 0 0,-1-1 0 0 0,1 1 43 0 0,0-17-5069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39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16 2081 0 0,'-25'5'3468'0'0,"20"-6"-754"0"0,5 0-2702 0 0,0 1-1 0 0,0 0 1 0 0,0 0 0 0 0,0-1-1 0 0,0 1 1 0 0,0 0-1 0 0,0 0 1 0 0,0-1-1 0 0,0 1 1 0 0,0 0-1 0 0,0-1 1 0 0,0 1 0 0 0,0 0-1 0 0,0 0 1 0 0,0-1-1 0 0,0 1 1 0 0,0 0-1 0 0,0 0 1 0 0,0-1 0 0 0,0 1-1 0 0,1 0 1 0 0,-1 0-1 0 0,0 0 1 0 0,0-1-1 0 0,0 1 1 0 0,0 0-1 0 0,1 0 1 0 0,-1 0 0 0 0,0-1-1 0 0,0 1 1 0 0,0 0-1 0 0,1 0 1 0 0,-1 0-1 0 0,0 0 1 0 0,0 0 0 0 0,1-1-1 0 0,-1 1 1 0 0,0 0-1 0 0,0 0 1 0 0,1 0-1 0 0,3-1 28 0 0,14-2 44 0 0,-1 0 0 0 0,1 1 0 0 0,0 1 0 0 0,28 1 0 0 0,-9 5-43 0 0,67 18 0 0 0,-101-22-30 0 0,0-1-1 0 0,0 1 1 0 0,0 0 0 0 0,1 0-1 0 0,-1 1 1 0 0,0-1 0 0 0,-1 1-1 0 0,1-1 1 0 0,0 1 0 0 0,0 0-1 0 0,-1 0 1 0 0,1 0 0 0 0,-1 0 0 0 0,1 1-1 0 0,-1-1 1 0 0,0 0 0 0 0,0 1-1 0 0,0 0 1 0 0,0 0 0 0 0,-1-1-1 0 0,1 1 1 0 0,-1 0 0 0 0,0 0-1 0 0,0 0 1 0 0,2 6 0 0 0,-3-5 13 0 0,0 0 1 0 0,0 0-1 0 0,0 0 1 0 0,-1 0-1 0 0,0 0 0 0 0,1 0 1 0 0,-1 0-1 0 0,-1 0 1 0 0,1 0-1 0 0,0 0 0 0 0,-1 0 1 0 0,0-1-1 0 0,0 1 1 0 0,0-1-1 0 0,0 1 1 0 0,-1-1-1 0 0,0 0 0 0 0,1 0 1 0 0,-5 4-1 0 0,-10 7 53 0 0,-1 0-1 0 0,0-1 0 0 0,-1 0 1 0 0,0-2-1 0 0,-1 0 1 0 0,-24 8-1 0 0,-122 38 451 0 0,142-49-318 0 0,0-2 1 0 0,0-1-1 0 0,0 0 1 0 0,-1-2-1 0 0,0-1 1 0 0,1-1-1 0 0,-43-3 0 0 0,148-17 580 0 0,1 3-942 0 0,1 3 1 0 0,0 4-1 0 0,146 4 1 0 0,-210 6 80 0 0,-1 0-1 0 0,1 1 1 0 0,-1 1-1 0 0,0 1 1 0 0,36 11 0 0 0,-51-13 70 0 0,0-1 0 0 0,0 1 0 0 0,0 0 0 0 0,0-1 0 0 0,0 1 0 0 0,0 1 1 0 0,-1-1-1 0 0,1 0 0 0 0,-1 1 0 0 0,4 3 0 0 0,-5-5 5 0 0,-1 0 0 0 0,1 0 0 0 0,-1 0 0 0 0,1 0 0 0 0,-1 0-1 0 0,0 0 1 0 0,1 0 0 0 0,-1 0 0 0 0,0 0 0 0 0,0 0 0 0 0,0 0 0 0 0,0 0 0 0 0,0 0-1 0 0,0 1 1 0 0,0-1 0 0 0,0 0 0 0 0,0 0 0 0 0,0 0 0 0 0,0 0 0 0 0,-1 0 0 0 0,1 0 0 0 0,0 0-1 0 0,-1 0 1 0 0,1 0 0 0 0,-1 0 0 0 0,1 0 0 0 0,-1 0 0 0 0,0 0 0 0 0,1 0 0 0 0,-1-1 0 0 0,0 1-1 0 0,0 0 1 0 0,1 0 0 0 0,-1-1 0 0 0,0 1 0 0 0,0 0 0 0 0,-1 0 0 0 0,-11 7 11 0 0,0-1 1 0 0,0 0 0 0 0,-1-1 0 0 0,0-1-1 0 0,0 0 1 0 0,-1-1 0 0 0,1 0 0 0 0,-19 2-1 0 0,-138 12-95 0 0,138-15 1 0 0,-96 1-1954 0 0,-184-17 1 0 0,187 5-981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1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332 541 1040 0 0,'1'0'109'0'0,"-1"1"0"0"0,0-1-1 0 0,0 0 1 0 0,0 1-1 0 0,0-1 1 0 0,0 0 0 0 0,0 1-1 0 0,0-1 1 0 0,1 0-1 0 0,-1 1 1 0 0,0-1-1 0 0,0 0 1 0 0,0 1 0 0 0,0-1-1 0 0,0 0 1 0 0,0 1-1 0 0,-1-1 1 0 0,1 0-1 0 0,0 1 1 0 0,0-1 0 0 0,0 0-1 0 0,0 1 1 0 0,0-1-1 0 0,0 0 1 0 0,-1 1-1 0 0,1-1 1 0 0,0 0 0 0 0,0 0-1 0 0,0 1 1 0 0,-1-1-1 0 0,1 0 1 0 0,0 0 0 0 0,0 1-1 0 0,-1-1 1 0 0,1 0-1 0 0,0 0 1 0 0,-1 0-1 0 0,1 1 1 0 0,0-1 0 0 0,-1 0-1 0 0,1 0 1 0 0,-1 0-1 0 0,-45 9 1880 0 0,-54 4-1 0 0,54-8-619 0 0,-54 12-1 0 0,76-15 12 0 0,18-2-1104 0 0,1 0 525 0 0,10 0-93 0 0,15 0-133 0 0,-15 0-94 0 0,0 0-80 0 0,531-45 1132 0 0,-328 20-1129 0 0,-76 10-138 0 0,374-28 1978 0 0,74 1 861 0 0,91-4-473 0 0,-669 46-2624 0 0,88-4 280 0 0,0 3 0 0 0,176 24 0 0 0,-187-13-78 0 0,1-3 1 0 0,101-4-1 0 0,-96-4 84 0 0,112 14-1 0 0,95 17-353 0 0,-191-22 136 0 0,-36-4 115 0 0,1-3 1 0 0,115-13-1 0 0,119-40 1022 0 0,-210 34-994 0 0,906-209 1241 0 0,-907 207-1459 0 0,0 4 0 0 0,0 3 0 0 0,172 0 0 0 0,-251 12 0 0 0,-4 1 0 0 0,0 0 0 0 0,0 0 0 0 0,0 0 0 0 0,0 1 0 0 0,0 0 0 0 0,0 0 0 0 0,0 0 0 0 0,0 1 0 0 0,0 0 0 0 0,-1 0 0 0 0,9 4 0 0 0,-6-2 0 0 0,1-1 0 0 0,-1-1 0 0 0,1 1 0 0 0,-1-1 0 0 0,1-1 0 0 0,0 0 0 0 0,11 0 0 0 0,21 4 0 0 0,56 9 0 0 0,10 2 0 0 0,137 2 0 0 0,846-68 0 0 0,-1049 46 0 0 0,73-17 0 0 0,-83 10 0 0 0,-24 4 0 0 0,-14 4 0 0 0,1 0-3 0 0,-1 0-1 0 0,1 0 1 0 0,-1 0 0 0 0,1 1 0 0 0,-1 0-1 0 0,-8-2 1 0 0,-76-10-1460 0 0,-142-18-6589 0 0,-12 5-3972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3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1 384 2161 0 0,'50'13'2974'0'0,"-48"-13"-2877"0"0,0 1 0 0 0,0-1 1 0 0,0 1-1 0 0,0-1 0 0 0,-1 1 0 0 0,1 0 1 0 0,0 0-1 0 0,0-1 0 0 0,-1 1 0 0 0,1 0 0 0 0,-1 1 1 0 0,1-1-1 0 0,-1 0 0 0 0,1 0 0 0 0,-1 1 1 0 0,0-1-1 0 0,1 1 0 0 0,-1-1 0 0 0,0 1 0 0 0,1 2 1 0 0,3-1 302 0 0,21 0-15 0 0,0-1 1 0 0,0-2-1 0 0,0 0 1 0 0,34-6-1 0 0,43 0-111 0 0,922 6 3554 0 0,-622-29-2150 0 0,-238 12-1195 0 0,639-52 1612 0 0,-508 29-1535 0 0,-15-9 67 0 0,305-18 1781 0 0,-197 25-1068 0 0,-82 12-299 0 0,-56 2-488 0 0,277-17 668 0 0,160 53 1207 0 0,213 35-272 0 0,-823-40-2005 0 0,13 1-1485 0 0,-102-3-62 0 0,1 1 0 0 0,-1-1 0 0 0,0-1 0 0 0,0 0 0 0 0,-10-1 0 0 0,-49-2-4327 0 0,-136-2-8311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4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49 459 5603 0 0,'-43'11'1924'0'0,"38"-9"-1210"0"0,27-6-618 0 0,46 6 561 0 0,-21 1-460 0 0,501-17 618 0 0,-241 4-336 0 0,-158 0 565 0 0,222-44 0 0 0,-78 7-24 0 0,92 12 222 0 0,-75 7-256 0 0,275-14 1202 0 0,-151 14-828 0 0,440-62 934 0 0,-95-3-1213 0 0,-657 80-753 0 0,1 6 0 0 0,0 6 0 0 0,-1 5 0 0 0,192 30 0 0 0,23 2 332 0 0,-227-27-426 0 0,538 50 833 0 0,674 14 4789 0 0,-1311-73-5897 0 0,33 3-388 0 0,1-2 0 0 0,-1-3-1 0 0,1-1 1 0 0,67-14 0 0 0,-91 10-722 0 0,-10-3-6017 0 0,-23 0-638 0 0,-8 3 5522 0 0,-35-15-4199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20 2881 0 0,'-10'-2'977'0'0,"6"2"-726"0"0,1 0 1 0 0,0 0-1 0 0,-1 0 1 0 0,1-1-1 0 0,0 0 1 0 0,0 1-1 0 0,-1-1 1 0 0,1 0-1 0 0,0-1 1 0 0,0 1-1 0 0,0-1 1 0 0,0 1-1 0 0,0-1 1 0 0,-2-2-1 0 0,5 3 1056 0 0,0 1-1233 0 0,-1 0-1 0 0,1 1 0 0 0,0-1 0 0 0,0 1 0 0 0,0-1 1 0 0,0 0-1 0 0,0 1 0 0 0,0-1 0 0 0,0 1 0 0 0,-1-1 1 0 0,1 0-1 0 0,0 1 0 0 0,1-1 0 0 0,-1 1 0 0 0,0-1 1 0 0,0 0-1 0 0,0 1 0 0 0,0-1 0 0 0,0 1 0 0 0,0-1 1 0 0,0 0-1 0 0,0 1 0 0 0,1-1 0 0 0,-1 0 0 0 0,0 1 1 0 0,0-1-1 0 0,1 0 0 0 0,-1 1 0 0 0,0-1 0 0 0,0 0 1 0 0,1 0-1 0 0,-1 1 0 0 0,0-1 0 0 0,1 0 0 0 0,-1 0 0 0 0,0 1 1 0 0,1-1-1 0 0,0 0 0 0 0,84 47 1915 0 0,-7-4-955 0 0,-40-21-533 0 0,1-2 1 0 0,47 18-1 0 0,-8-8-27 0 0,59 20 161 0 0,-118-44-877 0 0,1-1 0 0 0,-1-1 1 0 0,1-1-1 0 0,34 2 0 0 0,-51-5-259 0 0,0 0-1 0 0,1 0 0 0 0,-1 0 1 0 0,0-1-1 0 0,0 0 0 0 0,0 1 1 0 0,1-1-1 0 0,-1 0 0 0 0,3-2 1 0 0,-6 3 399 0 0,1 0 0 0 0,-1 0-1 0 0,0-1 1 0 0,1 1 0 0 0,-1 0 0 0 0,0 0 0 0 0,1 0 0 0 0,-1-1 0 0 0,0 1 0 0 0,1 0 0 0 0,-1-1 0 0 0,0 1 0 0 0,0 0 0 0 0,1-1 0 0 0,-1 1 0 0 0,0 0 0 0 0,0-1 0 0 0,0 1 0 0 0,1-1 0 0 0,-1 1 0 0 0,0 0 0 0 0,0-1-1 0 0,0 1 1 0 0,0-1 0 0 0,0 1 0 0 0,0 0 0 0 0,0-1 0 0 0,0 1 0 0 0,0-1 0 0 0,0 1 0 0 0,0 0 0 0 0,0-1 0 0 0,0 1 0 0 0,0-1 0 0 0,0 1 0 0 0,-1 0 0 0 0,1-1 0 0 0,0 1 0 0 0,0-1 0 0 0,0 1 0 0 0,-1 0 0 0 0,1-1-1 0 0,0 1 1 0 0,0 0 0 0 0,-1 0 0 0 0,1-1 0 0 0,0 1 0 0 0,-1 0 0 0 0,1-1 0 0 0,0 1 0 0 0,-1 0 0 0 0,1 0 0 0 0,-1-1 0 0 0,-24-10-2872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31 273 6323 0 0,'-30'-5'4402'0'0,"60"-1"-3282"0"0,-30 0-879 0 0,60-21 79 0 0,31-4 240 0 0,84-26 240 0 0,6-1-159 0 0,-120 27-561 0 0,-31 24-481 0 0,0-5-879 0 0,-30 4-641 0 0,0-3-800 0 0,-30 3-1041 0 0,30 2 400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9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9 720 0 0,'-4'-9'4550'0'0,"-9"11"-2589"0"0,5 0-1935 0 0,-58 3 974 0 0,91 2 1161 0 0,11 20-1521 0 0,84 46 1001 0 0,-68-48-814 0 0,108 35 0 0 0,-61-24-122 0 0,-53-17-329 0 0,-20-5-115 0 0,-11-2-42 0 0,10-4-139 0 0,46 5-85 0 0,-40-7-220 0 0,0 0 0 0 0,37 14 0 0 0,31 17-1656 0 0,-18-8-3228 0 0,-76-29 1400 0 0,-5-9 134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4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31 433 960 0 0,'0'0'1935'0'0,"0"0"-1876"0"0,0 0-1 0 0,0 0 1 0 0,1 0 0 0 0,-1-1 0 0 0,0 1 0 0 0,0 0 0 0 0,0 0 0 0 0,0 0-1 0 0,0 0 1 0 0,0-1 0 0 0,0 1 0 0 0,0 0 0 0 0,0 0 0 0 0,0 0 0 0 0,0-1-1 0 0,0 1 1 0 0,0 0 0 0 0,0 0 0 0 0,0 0 0 0 0,0 0 0 0 0,0-1 0 0 0,0 1 0 0 0,0 0-1 0 0,0 0 1 0 0,0 0 0 0 0,0-1 0 0 0,0 1 0 0 0,0 0 0 0 0,0 0 0 0 0,0 0-1 0 0,0 0 1 0 0,-1-1 0 0 0,1 1 0 0 0,0 0 0 0 0,0 0 0 0 0,0 0 0 0 0,0 0-1 0 0,0 0 1 0 0,-1-1 0 0 0,1 1 0 0 0,0 0 0 0 0,0 0 0 0 0,0 0 0 0 0,0 0-1 0 0,-1 0 1 0 0,1 0 0 0 0,0 0 0 0 0,0 0 0 0 0,0 0 0 0 0,0 0 0 0 0,-1 0 0 0 0,1 0-1 0 0,0 0 1 0 0,0 0 0 0 0,0 0 0 0 0,-1 0 0 0 0,1 0 0 0 0,0 0 0 0 0,0 0-1 0 0,0 0 1 0 0,-1 0 0 0 0,1 0 0 0 0,-4-1 29 0 0,3 1-40 0 0,0 0 1 0 0,0 0-1 0 0,0 0 1 0 0,1 0-1 0 0,-1 0 1 0 0,0-1-1 0 0,0 1 0 0 0,0 0 1 0 0,0-1-1 0 0,0 1 1 0 0,0-1-1 0 0,1 1 1 0 0,-1-1-1 0 0,0 1 1 0 0,0-1-1 0 0,1 0 1 0 0,-1 1-1 0 0,0-1 1 0 0,1 0-1 0 0,-1 1 0 0 0,1-1 1 0 0,-1 0-1 0 0,1 0 1 0 0,-1 0-1 0 0,1 1 1 0 0,-1-1-1 0 0,1 0 1 0 0,0 0-1 0 0,-1 0 1 0 0,1 0-1 0 0,0 0 1 0 0,0 0-1 0 0,0 0 1 0 0,0 0-1 0 0,0 0 0 0 0,0-1 1 0 0,0 1-33 0 0,0 1-1 0 0,0-1 1 0 0,0 1 0 0 0,1-1-1 0 0,-1 1 1 0 0,0-1-1 0 0,0 1 1 0 0,1-1 0 0 0,-1 1-1 0 0,0 0 1 0 0,1-1 0 0 0,-1 1-1 0 0,0-1 1 0 0,1 1 0 0 0,-1 0-1 0 0,1-1 1 0 0,-1 1 0 0 0,0 0-1 0 0,1 0 1 0 0,-1-1 0 0 0,1 1-1 0 0,-1 0 1 0 0,1 0 0 0 0,-1 0-1 0 0,1-1 1 0 0,-1 1 0 0 0,1 0-1 0 0,-1 0 1 0 0,1 0 0 0 0,-1 0-1 0 0,1 0 1 0 0,0 0-1 0 0,0 0-4 0 0,0 0-1 0 0,-1 0 1 0 0,1 0-1 0 0,0 0 0 0 0,-1 0 1 0 0,1 0-1 0 0,0 0 1 0 0,-1-1-1 0 0,1 1 0 0 0,0 0 1 0 0,-1 0-1 0 0,1-1 1 0 0,-1 1-1 0 0,1 0 0 0 0,-1-1 1 0 0,1 1-1 0 0,0 0 1 0 0,-1-1-1 0 0,1 1 0 0 0,-1-1 1 0 0,0 1-1 0 0,1-1 1 0 0,-1 1-1 0 0,1-1 0 0 0,-1 0 1 0 0,0 1-1 0 0,1-1 1 0 0,-1 1-1 0 0,0-1 0 0 0,0 0 1 0 0,1 1-1 0 0,-1-1 1 0 0,0 0-1 0 0,0 0 0 0 0,0 0 8 0 0,1 0-1 0 0,-1 0 1 0 0,1 0-1 0 0,-1 0 1 0 0,1 0-1 0 0,0 0 0 0 0,-1 0 1 0 0,1 0-1 0 0,0 0 1 0 0,0 1-1 0 0,-1-1 1 0 0,1 0-1 0 0,0 0 1 0 0,0 1-1 0 0,0-1 0 0 0,0 1 1 0 0,0-1-1 0 0,0 1 1 0 0,0-1-1 0 0,2 0 1 0 0,28-11 91 0 0,-20 8-11 0 0,9-6 84 0 0,-1-2 0 0 0,0 0 0 0 0,-1-1 0 0 0,29-29 0 0 0,-24 22 28 0 0,7-5 247 0 0,1 0 0 0 0,1 2 0 0 0,56-30 0 0 0,-81 50-364 0 0,-2-1-1 0 0,1 1 1 0 0,0-2-1 0 0,-1 1 1 0 0,1-1 0 0 0,-1 1-1 0 0,8-12 1 0 0,-10 12-27 0 0,1 0 0 0 0,0 0-1 0 0,0 0 1 0 0,0 1 0 0 0,0-1 0 0 0,0 1-1 0 0,6-3 1 0 0,-1 2-263 0 0,8-8 717 0 0,-13-4-3524 0 0,-9 18 29 0 0,-15 7-453 0 0,15-1 40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0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 2801 0 0,'0'13'2481'0'0,"-30"12"81"0"0,0 14-401 0 0,-30 16-401 0 0,29 3-479 0 0,31-6-481 0 0,0 6-319 0 0,-30 5-321 0 0,30-13-1121 0 0,0 2-1760 0 0,0-21-1841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2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15 480 0 0,'0'0'112'0'0,"0"-1"-1"0"0,0 1 0 0 0,0-1 1 0 0,0 0-1 0 0,0 1 0 0 0,0-1 1 0 0,-1 0-1 0 0,1 1 0 0 0,0-1 1 0 0,0 1-1 0 0,-1-1 1 0 0,1 1-1 0 0,0-1 0 0 0,-1 0 1 0 0,1 1-1 0 0,0-1 0 0 0,-1 1 1 0 0,1 0-1 0 0,-1-1 0 0 0,1 1 1 0 0,-1-1-1 0 0,1 1 0 0 0,-1 0 1 0 0,1-1-1 0 0,-1 1 1 0 0,1 0-1 0 0,-1-1 0 0 0,0 1 1 0 0,1 0-1 0 0,-1 0 0 0 0,1 0 1 0 0,-1 0-1 0 0,0-1 0 0 0,1 1 1 0 0,-1 0-1 0 0,0 0 0 0 0,1 0 1 0 0,-1 0-1 0 0,0 1 1 0 0,1-1-1 0 0,-1 0 0 0 0,1 0 1 0 0,-1 0-1 0 0,-1 1 0 0 0,-2-1 254 0 0,-1 0 1689 0 0,5 1-1996 0 0,0-1 0 0 0,-1 1 0 0 0,1 0 0 0 0,0-1 0 0 0,0 1 0 0 0,0 0 0 0 0,0-1 0 0 0,0 1 0 0 0,0 0 0 0 0,0-1 0 0 0,0 1 0 0 0,0 0 0 0 0,0 0 0 0 0,0-1 0 0 0,0 1 0 0 0,1 0 0 0 0,-1-1 0 0 0,0 1-1 0 0,0 0 1 0 0,1-1 0 0 0,-1 1 0 0 0,0-1 0 0 0,1 1 0 0 0,-1-1 0 0 0,1 1 0 0 0,-1-1 0 0 0,1 1 0 0 0,0 0 0 0 0,0 0-45 0 0,1-1 0 0 0,-1 0-1 0 0,0 1 1 0 0,1 0 0 0 0,-1-1 0 0 0,0 1-1 0 0,0 0 1 0 0,0-1 0 0 0,1 1 0 0 0,-1 0 0 0 0,0 0-1 0 0,0 0 1 0 0,0 0 0 0 0,0 0 0 0 0,-1 0-1 0 0,1 0 1 0 0,0 1 0 0 0,0-1 0 0 0,0 2 0 0 0,2 35 232 0 0,-3-36-239 0 0,1 5 39 0 0,-1 1 0 0 0,1-1 0 0 0,1 1 0 0 0,-1-1 0 0 0,1 0 0 0 0,1 0 1 0 0,3 8-1 0 0,-4-8-10 0 0,1-1 0 0 0,-1 1-1 0 0,0 0 1 0 0,0 0 0 0 0,-1 1 0 0 0,0-1 0 0 0,0 8 0 0 0,0-9 0 0 0,0 0 0 0 0,-1 0 0 0 0,0 0 0 0 0,0 0-1 0 0,-1 0 1 0 0,0 0 0 0 0,0 0 0 0 0,0 0 0 0 0,-1 0 0 0 0,0 0-1 0 0,0 0 1 0 0,0-1 0 0 0,-1 1 0 0 0,1-1 0 0 0,-2 1 0 0 0,1-1-1 0 0,-5 5 1 0 0,5-6-21 0 0,0 0 1 0 0,0-1-1 0 0,0 1 0 0 0,1 0 0 0 0,-1 0 0 0 0,1 1 0 0 0,0-1 1 0 0,0 0-1 0 0,1 1 0 0 0,-1-1 0 0 0,1 1 0 0 0,0 0 0 0 0,0-1 1 0 0,1 1-1 0 0,-1 7 0 0 0,1-8-2 0 0,0 0-1 0 0,-1 0 1 0 0,0 0-1 0 0,1 0 1 0 0,-1 0 0 0 0,-1 0-1 0 0,1-1 1 0 0,0 1 0 0 0,-1 0-1 0 0,0-1 1 0 0,-2 5-1 0 0,2-5 3 0 0,0 0 0 0 0,0 1 0 0 0,0-1 0 0 0,1 1 0 0 0,0-1 0 0 0,-1 1 0 0 0,1 0 0 0 0,1-1 0 0 0,-1 1 0 0 0,0 0 0 0 0,1 4 0 0 0,0 260 973 0 0,0-263-981 0 0,0 0 1 0 0,1 0-1 0 0,0 0 1 0 0,0 0-1 0 0,0-1 1 0 0,0 1-1 0 0,1 0 1 0 0,0-1-1 0 0,3 8 1 0 0,-2-8 18 0 0,-1 1 1 0 0,0 0-1 0 0,0 0 1 0 0,0 0-1 0 0,-1 0 1 0 0,1 0-1 0 0,-2 1 1 0 0,1-1 0 0 0,0 9-1 0 0,-2 24 145 0 0,-1-24-106 0 0,1 0-1 0 0,1 0 0 0 0,1 0 1 0 0,0 0-1 0 0,1 0 0 0 0,3 15 1 0 0,45 80 269 0 0,-48-104-319 0 0,-1-1-1 0 0,1 1 1 0 0,-1 0-1 0 0,-1-1 1 0 0,1 1-1 0 0,-1 0 1 0 0,1-1-1 0 0,-1 1 0 0 0,-1 0 1 0 0,0 5-1 0 0,1-5 10 0 0,-1 0-1 0 0,1 0 0 0 0,0 0 0 0 0,0 0 0 0 0,1 0 0 0 0,-1 0 0 0 0,1 0 0 0 0,2 7 0 0 0,7 8 83 0 0,-8-17-101 0 0,0 1 1 0 0,0 0 0 0 0,0-1-1 0 0,0 1 1 0 0,-1 0-1 0 0,0 0 1 0 0,0 0 0 0 0,0 0-1 0 0,0 0 1 0 0,-1 0-1 0 0,1 5 1 0 0,-1-5 8 0 0,0 1-1 0 0,1 0 1 0 0,0-1-1 0 0,0 1 1 0 0,0-1 0 0 0,0 1-1 0 0,1-1 1 0 0,-1 0-1 0 0,5 8 1 0 0,-3-8 2 0 0,-1 0 1 0 0,0 1-1 0 0,0 0 1 0 0,-1-1-1 0 0,1 1 0 0 0,-1 0 1 0 0,0 0-1 0 0,0 0 1 0 0,0 9-1 0 0,-1-9-11 0 0,1 0 0 0 0,-1 0-1 0 0,1 0 1 0 0,1 0 0 0 0,-1-1-1 0 0,1 1 1 0 0,-1 0 0 0 0,6 8-1 0 0,-5-8 5 0 0,0-1 1 0 0,0 1-1 0 0,0 0 0 0 0,0 0 0 0 0,-1-1 0 0 0,0 1 1 0 0,0 0-1 0 0,1 10 0 0 0,-1-8 8 0 0,0 0-1 0 0,0-1 1 0 0,1 0 0 0 0,0 1 0 0 0,0-1 0 0 0,1 0-1 0 0,0 0 1 0 0,0 0 0 0 0,0-1 0 0 0,0 1 0 0 0,1-1-1 0 0,0 1 1 0 0,0-1 0 0 0,6 5 0 0 0,-4-3-6 0 0,0 0 0 0 0,-1 0 0 0 0,0 0 0 0 0,0 1 0 0 0,0 0 0 0 0,3 9 0 0 0,0 10 5 0 0,-6-20-2 0 0,0 0 0 0 0,0 0 0 0 0,1 0 0 0 0,0 0 0 0 0,1 0 0 0 0,7 11 0 0 0,-6-9 27 0 0,0-1 0 0 0,0 1-1 0 0,-1 0 1 0 0,0 0-1 0 0,2 10 1 0 0,-3-10 3 0 0,0 0 0 0 0,1 0 0 0 0,0 0 1 0 0,8 12-1 0 0,-10-18-36 0 0,1 0 5 0 0,0 1 0 0 0,-1 0 0 0 0,1-1 0 0 0,-1 1 0 0 0,1 0 0 0 0,-1 0 0 0 0,-1 1 0 0 0,1-1 0 0 0,-1 0 0 0 0,1 0 0 0 0,-1 1 0 0 0,0-1 0 0 0,-1 1 0 0 0,1 8 0 0 0,0-6-10 0 0,0-1 1 0 0,0 0 0 0 0,0 1 0 0 0,1-1 0 0 0,0 0-1 0 0,0 0 1 0 0,1 0 0 0 0,-1 0 0 0 0,1-1-1 0 0,1 1 1 0 0,3 5 0 0 0,-2-4-6 0 0,-1 0-1 0 0,0 0 1 0 0,-1 1 0 0 0,1-1-1 0 0,3 13 1 0 0,3 49 83 0 0,-1-29 75 0 0,1-1 0 0 0,3 0-1 0 0,1-1 1 0 0,25 48 0 0 0,-33-74-110 0 0,-1 1 0 0 0,0 0-1 0 0,-1 0 1 0 0,-1 0 0 0 0,0 0 0 0 0,-1 1 0 0 0,0-1 0 0 0,-1 1 0 0 0,0-1-1 0 0,-3 20 1 0 0,3-25-16 0 0,-1 0 0 0 0,2 0 0 0 0,-1 0-1 0 0,1 0 1 0 0,0 0 0 0 0,0 0 0 0 0,5 8-1 0 0,2 8 36 0 0,31 110 136 0 0,-30-111-132 0 0,-8-19-56 0 0,1 1 0 0 0,-1-1-1 0 0,-1 0 1 0 0,1 1 0 0 0,-1-1 0 0 0,0 1 0 0 0,0 0 0 0 0,0-1 0 0 0,0 8 0 0 0,-1-6-7 0 0,-1-1 1 0 0,1 0 0 0 0,1 0 0 0 0,-1 0 0 0 0,1 0 0 0 0,0 0-1 0 0,0 0 1 0 0,0 0 0 0 0,1 0 0 0 0,0 0 0 0 0,0-1 0 0 0,0 1 0 0 0,0 0-1 0 0,1-1 1 0 0,5 7 0 0 0,-7-8-2 0 0,0-1 1 0 0,0 0-1 0 0,0 0 0 0 0,-1 1 0 0 0,1-1 1 0 0,-1 0-1 0 0,1 1 0 0 0,-1-1 0 0 0,0 1 1 0 0,0-1-1 0 0,0 0 0 0 0,-1 4 0 0 0,1-3 6 0 0,-1 0 0 0 0,1-1 0 0 0,0 1 0 0 0,0 0 0 0 0,1-1-1 0 0,-1 1 1 0 0,0 0 0 0 0,1-1 0 0 0,0 1 0 0 0,-1-1 0 0 0,3 5-1 0 0,6 6 28 0 0,-7-11-42 0 0,-1 0 0 0 0,1 1 1 0 0,0-1-1 0 0,-1 1 0 0 0,0-1 0 0 0,1 1 0 0 0,-1 0 1 0 0,0-1-1 0 0,0 1 0 0 0,-1 0 0 0 0,1 0 1 0 0,0 0-1 0 0,-1 0 0 0 0,0-1 0 0 0,0 4 0 0 0,0 10 8 0 0,-1-11 9 0 0,1 0-1 0 0,0 1 1 0 0,0-1-1 0 0,0 0 1 0 0,1 0-1 0 0,0 1 1 0 0,0-1 0 0 0,2 7-1 0 0,6 5 3 0 0,-7-12-14 0 0,1-1 0 0 0,-1 1 0 0 0,0 0 0 0 0,-1 0 0 0 0,1 0 0 0 0,-1 0-1 0 0,0 0 1 0 0,0 0 0 0 0,0 0 0 0 0,0 6 0 0 0,-1 369 174 0 0,0-370-170 0 0,1 0 0 0 0,1 0 0 0 0,0 0 0 0 0,0 0 0 0 0,6 14 0 0 0,-5-15-8 0 0,0 1 0 0 0,0-1 0 0 0,-1 1 0 0 0,-1 0 0 0 0,2 14 0 0 0,-3 186 57 0 0,0-204-66 0 0,1 1 0 0 0,-1-1 0 0 0,2 1 0 0 0,-1-1 0 0 0,1 0 0 0 0,0 1 0 0 0,5 10-1 0 0,-4-11 26 0 0,-1 0-1 0 0,0 0 1 0 0,0 0-1 0 0,0 0 1 0 0,-1 0-1 0 0,0 0 0 0 0,1 12 1 0 0,-4 25 417 0 0,1-31-298 0 0,1 0 0 0 0,-1 0 0 0 0,2 0 1 0 0,0 0-1 0 0,0 0 0 0 0,5 17 0 0 0,5-5-52 0 0,-9-21-75 0 0,0 1 0 0 0,0-1 0 0 0,-1 1-1 0 0,1 0 1 0 0,-1 0 0 0 0,0 0-1 0 0,0 0 1 0 0,0 0 0 0 0,-1 0 0 0 0,1 8-1 0 0,0 2 6 0 0,1 1-1 0 0,1-1 1 0 0,0 1-1 0 0,10 27 1 0 0,0 2 82 0 0,38 146 82 0 0,-48-166-212 0 0,0 0 0 0 0,-1 0 0 0 0,-1 1 0 0 0,-4 29 0 0 0,2 6-540 0 0,1-28 6 0 0,1-18 31 0 0,0 0 1 0 0,-2 0-1 0 0,0 0 1 0 0,-4 26-1 0 0,4-39 453 0 0,1 0 1 0 0,0 0 0 0 0,0 0-1 0 0,0 0 1 0 0,-1 0-1 0 0,1 0 1 0 0,-1 0-1 0 0,1-1 1 0 0,-1 1 0 0 0,1 0-1 0 0,-1 0 1 0 0,1 0-1 0 0,-1-1 1 0 0,0 1 0 0 0,1 0-1 0 0,-1 0 1 0 0,0-1-1 0 0,0 1 1 0 0,1-1-1 0 0,-1 1 1 0 0,0-1 0 0 0,0 1-1 0 0,0-1 1 0 0,0 1-1 0 0,0-1 1 0 0,0 0-1 0 0,0 1 1 0 0,0-1 0 0 0,0 0-1 0 0,0 0 1 0 0,0 0-1 0 0,1 0 1 0 0,-1 0 0 0 0,-2 0-1 0 0,0-2-395 0 0,0 0 0 0 0,1 0 1 0 0,-1-1-1 0 0,0 1 0 0 0,0-1 0 0 0,1 0 0 0 0,0 1 0 0 0,0-1 0 0 0,-1 0 1 0 0,-1-5-1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61 127 720 0 0,'0'-1'107'0'0,"0"1"0"0"0,-1-1 0 0 0,1 1 0 0 0,0-1 0 0 0,0 1 0 0 0,-1-1-1 0 0,1 1 1 0 0,0-1 0 0 0,0 1 0 0 0,-1 0 0 0 0,1-1 0 0 0,-1 1 0 0 0,1-1 0 0 0,0 1 0 0 0,-1 0-1 0 0,1 0 1 0 0,-1-1 0 0 0,1 1 0 0 0,-1 0 0 0 0,1 0 0 0 0,-1-1 0 0 0,1 1 0 0 0,-1 0-1 0 0,1 0 1 0 0,-1 0 0 0 0,1 0 0 0 0,-1 0 0 0 0,1 0 0 0 0,-1 0 0 0 0,1 0 0 0 0,-1 0-1 0 0,1 0 1 0 0,-2 0 0 0 0,2 0-43 0 0,-1 0 0 0 0,1 0 0 0 0,-1 0 0 0 0,1 0 0 0 0,-1 0-1 0 0,0 0 1 0 0,1 0 0 0 0,-1 0 0 0 0,1 0 0 0 0,-1 0 0 0 0,1 0 0 0 0,-1-1 0 0 0,1 1-1 0 0,-1 0 1 0 0,1 0 0 0 0,-1-1 0 0 0,1 1 0 0 0,-1 0 0 0 0,1 0 0 0 0,-1-1-1 0 0,1 1 1 0 0,-1-1 0 0 0,1 1 0 0 0,0 0 0 0 0,-1-1 0 0 0,1 1 0 0 0,0-1 0 0 0,-1 1-1 0 0,1-1 1 0 0,0 1 0 0 0,-1-1 0 0 0,1 1 0 0 0,0-1 0 0 0,0 0 0 0 0,0 0-20 0 0,0 1 0 0 0,0-1 0 0 0,-1 0 0 0 0,1 1-1 0 0,0-1 1 0 0,0 1 0 0 0,0-1 0 0 0,0 1 0 0 0,-1-1 0 0 0,1 1 0 0 0,0-1 0 0 0,-1 1 0 0 0,1-1 0 0 0,0 1 0 0 0,-1-1 0 0 0,1 1 0 0 0,0-1 0 0 0,-1 1 0 0 0,1 0 0 0 0,-1-1 0 0 0,1 1 0 0 0,-1 0 0 0 0,1-1 0 0 0,-1 1 0 0 0,1 0-1 0 0,-1 0 1 0 0,1-1 0 0 0,-1 1 0 0 0,0 0 0 0 0,1 0 0 0 0,-1 0 0 0 0,1 0 0 0 0,-2 0 0 0 0,1 0-6 0 0,1 0 0 0 0,-1-1 0 0 0,0 1 1 0 0,0 0-1 0 0,1 0 0 0 0,-1 0 0 0 0,0-1 0 0 0,1 1 0 0 0,-1 0 0 0 0,0 0 0 0 0,1-1 0 0 0,-1 1 0 0 0,0-1 1 0 0,1 1-1 0 0,-1-1 0 0 0,1 1 0 0 0,-1-1 0 0 0,1 1 0 0 0,-1-1 0 0 0,1 1 0 0 0,-1-1 0 0 0,1 0 0 0 0,0 1 1 0 0,-1-1-1 0 0,1 0 0 0 0,0 1 0 0 0,-1-1 0 0 0,1 0 0 0 0,0 1 0 0 0,0-1 0 0 0,0 0 0 0 0,0 0 0 0 0,-1 1 1 0 0,2-3-1 0 0,-1 3-3 0 0,0 0 0 0 0,0 0 1 0 0,0 0-1 0 0,0-1 1 0 0,1 1-1 0 0,-1 0 0 0 0,0 0 1 0 0,0 0-1 0 0,1 0 1 0 0,-1 0-1 0 0,0-1 0 0 0,0 1 1 0 0,1 0-1 0 0,-1 0 0 0 0,0 0 1 0 0,0 0-1 0 0,1 0 1 0 0,-1 0-1 0 0,0 0 0 0 0,0 0 1 0 0,1 0-1 0 0,-1 0 1 0 0,0 0-1 0 0,0 0 0 0 0,1 0 1 0 0,-1 0-1 0 0,0 0 0 0 0,0 0 1 0 0,1 1-1 0 0,-1-1 1 0 0,0 0-1 0 0,0 0 0 0 0,1 0 1 0 0,-1 0-1 0 0,0 0 1 0 0,0 1-1 0 0,1-1 0 0 0,-1 0 1 0 0,0 0-1 0 0,0 0 1 0 0,0 1-1 0 0,0-1 0 0 0,1 0 1 0 0,-1 0-1 0 0,0 0 0 0 0,0 1 1 0 0,0-1-1 0 0,0 0 1 0 0,0 0-1 0 0,0 1 0 0 0,27 21 258 0 0,6 7 171 0 0,-8-10-247 0 0,0 0-1 0 0,2-2 1 0 0,0-1 0 0 0,1-1 0 0 0,0-1-1 0 0,1-2 1 0 0,43 13 0 0 0,-53-20-131 0 0,0-2 0 0 0,0 0 0 0 0,1-1 0 0 0,-1 0 0 0 0,23-3 0 0 0,-31 0-41 0 0,-1 0 0 0 0,1-1 1 0 0,-1 0-1 0 0,0-1 0 0 0,1-1 0 0 0,-1 1 1 0 0,-1-2-1 0 0,1 1 0 0 0,-1-1 0 0 0,18-13 1 0 0,-20 11-24 0 0,-1 0 1 0 0,0 0-1 0 0,0-1 1 0 0,-1 0-1 0 0,0 0 1 0 0,-1 0 0 0 0,1-1-1 0 0,-2 1 1 0 0,5-13-1 0 0,-7 19-20 0 0,2-16 142 0 0,-1-1 0 0 0,0 0 0 0 0,-1 0 0 0 0,-1 1 0 0 0,-3-22 0 0 0,3 33 806 0 0,-3 35-472 0 0,0 0 1 0 0,-2-1-1 0 0,-1 0 1 0 0,-1 0-1 0 0,-12 30 0 0 0,1 1-174 0 0,7-20-390 0 0,-51 149 544 0 0,55-171-898 0 0,0-1 0 0 0,-1 1 0 0 0,0-1 0 0 0,-1-1 0 0 0,-1 1 0 0 0,-1-2 0 0 0,0 1 0 0 0,-21 19 0 0 0,27-29-3802 0 0,5-19-2508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5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0 3362 0 0,'-5'0'2174'0'0,"-2"1"-1921"0"0,-1 0 1 0 0,1 0-1 0 0,0 1 1 0 0,0-1-1 0 0,0 2 1 0 0,0-1-1 0 0,1 1 0 0 0,-1 0 1 0 0,1 0-1 0 0,-1 1 1 0 0,1 0-1 0 0,0 0 1 0 0,0 0-1 0 0,1 1 1 0 0,-7 6-1 0 0,7-2-219 0 0,-1 1 0 0 0,2 0-1 0 0,-1 0 1 0 0,2 1 0 0 0,-1-1 0 0 0,1 1-1 0 0,1 0 1 0 0,0-1 0 0 0,0 1-1 0 0,1 0 1 0 0,1 0 0 0 0,0 1 0 0 0,0-1-1 0 0,1 0 1 0 0,0 0 0 0 0,4 12 0 0 0,45 109 352 0 0,-19-31-212 0 0,-21-12 506 0 0,-2-67-609 0 0,-5-14-53 0 0,0 0 0 0 0,0-1-1 0 0,-1 1 1 0 0,0 0 0 0 0,-1 0 0 0 0,0 1 0 0 0,1 9 0 0 0,-2-6 24 0 0,2 0 0 0 0,-1-1 0 0 0,2 1 0 0 0,-1-1 0 0 0,6 13 0 0 0,-5-16 3 0 0,0 0 0 0 0,-1 1 0 0 0,0-1 1 0 0,0 0-1 0 0,-1 1 0 0 0,0-1 1 0 0,-1 1-1 0 0,0-1 0 0 0,0 1 0 0 0,0 0 1 0 0,-1-1-1 0 0,-3 12 0 0 0,-5 5 48 0 0,6-21-82 0 0,1 0 0 0 0,1 0 0 0 0,-1 0-1 0 0,1 1 1 0 0,-1-1 0 0 0,1 0 0 0 0,0 1 0 0 0,1-1 0 0 0,-1 1 0 0 0,1-1-1 0 0,0 1 1 0 0,0-1 0 0 0,0 1 0 0 0,1-1 0 0 0,1 7 0 0 0,7 13 30 0 0,-6-18 3 0 0,-1 1-1 0 0,1-1 0 0 0,-1 1 0 0 0,0 0 0 0 0,-1 0 0 0 0,0 0 1 0 0,1 12-1 0 0,-2 185 704 0 0,0-194-711 0 0,1-1 0 0 0,0 1 1 0 0,1 0-1 0 0,0-1 0 0 0,7 19 0 0 0,-6-19-10 0 0,0 0 0 0 0,0 1 0 0 0,-1-1 0 0 0,0 1 0 0 0,0 19 0 0 0,-2 85 228 0 0,0-111-249 0 0,0 1 1 0 0,1-1 0 0 0,-1 1 0 0 0,1-1 0 0 0,-1 1 0 0 0,1-1-1 0 0,0 0 1 0 0,1 1 0 0 0,-1-1 0 0 0,0 0 0 0 0,1 0 0 0 0,3 5-1 0 0,-3-5 7 0 0,0 0 0 0 0,0 0-1 0 0,-1 0 1 0 0,1 0-1 0 0,-1 1 1 0 0,0-1 0 0 0,0 0-1 0 0,0 1 1 0 0,0-1 0 0 0,-1 0-1 0 0,1 1 1 0 0,-1 6-1 0 0,0 498 937 0 0,0-504-914 0 0,1 0 0 0 0,-1 0 0 0 0,1 0 0 0 0,0 1 0 0 0,0-1 0 0 0,0 0 0 0 0,0 0 0 0 0,1-1 0 0 0,-1 1 0 0 0,4 4 0 0 0,6 19 125 0 0,0 26-106 0 0,-2-22-48 0 0,-6-22 43 0 0,0 1 0 0 0,0-1 1 0 0,-1 1-1 0 0,0 0 0 0 0,1 19 0 0 0,-4-9 40 0 0,2 0 1 0 0,1 0-1 0 0,0-1 1 0 0,1 1 0 0 0,1-1-1 0 0,1 1 1 0 0,1-1-1 0 0,0 0 1 0 0,2-1-1 0 0,11 22 1 0 0,35 99 684 0 0,-52-135-760 0 0,-1 0-1 0 0,0 1 0 0 0,0-1 0 0 0,-1 0 1 0 0,1 1-1 0 0,-1-1 0 0 0,0 5 0 0 0,4 24 157 0 0,17 0 5 0 0,9 37 146 0 0,-26-44-192 0 0,-4-23-116 0 0,0-1-1 0 0,0 0 0 0 0,0 1 1 0 0,0-1-1 0 0,1 1 0 0 0,-1-1 1 0 0,1 0-1 0 0,-1 1 0 0 0,1-1 1 0 0,2 4-1 0 0,6 6 51 0 0,-7-11-48 0 0,-1 0-1 0 0,0 0 1 0 0,1 1-1 0 0,-1-1 1 0 0,0 1 0 0 0,0-1-1 0 0,0 1 1 0 0,0 0 0 0 0,0-1-1 0 0,0 1 1 0 0,-1 0-1 0 0,1 0 1 0 0,-1 0 0 0 0,1-1-1 0 0,-1 1 1 0 0,1 0-1 0 0,-1 2 1 0 0,1-1 1 0 0,-1 0 1 0 0,1 0-1 0 0,1 0 0 0 0,-1-1 0 0 0,0 1 1 0 0,1 0-1 0 0,-1-1 0 0 0,1 1 1 0 0,-1-1-1 0 0,1 0 0 0 0,0 0 0 0 0,0 1 1 0 0,1-1-1 0 0,-1 0 0 0 0,0-1 1 0 0,0 1-1 0 0,4 2 0 0 0,16 17 97 0 0,39 81 381 0 0,-60-99-482 0 0,1 1-1 0 0,-1-1 1 0 0,0 1-1 0 0,0-1 1 0 0,-1 1-1 0 0,1 0 0 0 0,-1 0 1 0 0,1-1-1 0 0,-1 1 1 0 0,0 0-1 0 0,-1-1 1 0 0,0 5-1 0 0,1-4-6 0 0,0 1 0 0 0,-1-1 1 0 0,1 0-1 0 0,1 0 0 0 0,-1 1 0 0 0,1-1 0 0 0,-1 0 1 0 0,3 5-1 0 0,47 107 129 0 0,-45-78-155 0 0,-5-34 35 0 0,0 0 0 0 0,0 0-1 0 0,0 0 1 0 0,1 0 0 0 0,-1 0 0 0 0,1 0-1 0 0,2 5 1 0 0,7 11 42 0 0,-8-17-46 0 0,0 1-1 0 0,0-1 1 0 0,0 1 0 0 0,-1 0 0 0 0,1 0 0 0 0,-1-1-1 0 0,0 1 1 0 0,0 0 0 0 0,-1 0 0 0 0,1 1 0 0 0,-1 4-1 0 0,0 130 166 0 0,0-136-163 0 0,0 0 0 0 0,1 0 1 0 0,-1 0-1 0 0,1 0 0 0 0,-1 0 1 0 0,1 1-1 0 0,0-1 0 0 0,0-1 1 0 0,0 1-1 0 0,1 0 0 0 0,-1 0 1 0 0,1 0-1 0 0,2 3 0 0 0,-2-3-21 0 0,0-1 0 0 0,0 1-1 0 0,-1 0 1 0 0,1 0 0 0 0,-1 0-1 0 0,0-1 1 0 0,0 1-1 0 0,0 0 1 0 0,0 0 0 0 0,-1 1-1 0 0,1-1 1 0 0,-1 0-1 0 0,0 5 1 0 0,0 5-31 0 0,-1-9 42 0 0,1 0 0 0 0,-1 0 1 0 0,1 0-1 0 0,1 0 0 0 0,-1 0 1 0 0,0 0-1 0 0,1 0 0 0 0,0 0 1 0 0,0-1-1 0 0,2 8 0 0 0,25 52 46 0 0,21 71 0 0 0,-45-123-47 0 0,-2-5 3 0 0,-1 0 1 0 0,0 0-1 0 0,0 0 0 0 0,0 1 1 0 0,-1-1-1 0 0,0 8 1 0 0,4 24 38 0 0,16 9-28 0 0,-12-20-29 0 0,-6-16 15 0 0,1-1 0 0 0,1-1 1 0 0,-1 1-1 0 0,2 0 0 0 0,5 10 0 0 0,-1-6 116 0 0,-1 1 0 0 0,-1-1-1 0 0,0 2 1 0 0,-1-1-1 0 0,0 1 1 0 0,-2 0 0 0 0,0 0-1 0 0,0 0 1 0 0,-2 0 0 0 0,0 1-1 0 0,0 25 1 0 0,-1-28-119 0 0,0 0 1 0 0,1 0-1 0 0,1 0 0 0 0,6 20 1 0 0,-6-22-132 0 0,1 0 1 0 0,-2 0-1 0 0,0 1 1 0 0,1 16-1 0 0,-3-29 79 0 0,0 1-1 0 0,0-1 0 0 0,0 1 0 0 0,0 0 0 0 0,0-1 0 0 0,0 1 0 0 0,0 0 0 0 0,0-1 0 0 0,0 1 0 0 0,0 0 0 0 0,0-1 1 0 0,0 1-1 0 0,0-1 0 0 0,-1 1 0 0 0,1 0 0 0 0,0-1 0 0 0,-1 1 0 0 0,1-1 0 0 0,0 1 0 0 0,-1-1 0 0 0,1 1 0 0 0,0-1 0 0 0,-1 1 1 0 0,1-1-1 0 0,-1 1 0 0 0,1-1 0 0 0,-1 0 0 0 0,1 1 0 0 0,-1-1 0 0 0,1 0 0 0 0,-1 1 0 0 0,0-1 0 0 0,1 0 0 0 0,-1 0 1 0 0,1 1-1 0 0,-1-1 0 0 0,0 0 0 0 0,1 0 0 0 0,-1 0 0 0 0,0 0 0 0 0,1 0 0 0 0,-1 0 0 0 0,1 0 0 0 0,-1 0 0 0 0,0 0 1 0 0,1 0-1 0 0,-1 0 0 0 0,0-1 0 0 0,1 1 0 0 0,-1 0 0 0 0,1 0 0 0 0,-1-1 0 0 0,0 1 0 0 0,1 0 0 0 0,-1-1 0 0 0,1 1 1 0 0,-1 0-1 0 0,1-1 0 0 0,-1 1 0 0 0,1-1 0 0 0,-1 0 0 0 0,-3-1-333 0 0,0-1 1 0 0,0 0-1 0 0,1 0 1 0 0,-1 0-1 0 0,1-1 1 0 0,0 1-1 0 0,0-1 1 0 0,-3-5-1 0 0,1 1-249 0 0,1-1-1 0 0,0-1 1 0 0,1 1 0 0 0,0-1-1 0 0,0 1 1 0 0,-1-11 0 0 0,1-12-2313 0 0,1-45 0 0 0,2 77 2943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6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96 194 400 0 0,'-86'-90'10592'0'0,"85"90"-10564"0"0,1-1 0 0 0,-1 0 1 0 0,0 1-1 0 0,0-1 0 0 0,1 0 1 0 0,-1 0-1 0 0,0 1 0 0 0,1-1 0 0 0,-1 0 1 0 0,1 0-1 0 0,-1 0 0 0 0,1 0 1 0 0,0 0-1 0 0,-1 0 0 0 0,1 0 1 0 0,0 0-1 0 0,0 0 0 0 0,-1 0 1 0 0,1 0-1 0 0,0 0 0 0 0,0 0 0 0 0,0 0 1 0 0,0 0-1 0 0,0 0 0 0 0,1 0 1 0 0,-1 0-1 0 0,0 0 0 0 0,0 0 1 0 0,1 0-1 0 0,-1 0 0 0 0,0 0 1 0 0,1 1-1 0 0,-1-1 0 0 0,1 0 1 0 0,-1 0-1 0 0,1 0 0 0 0,0 0 0 0 0,-1 1 1 0 0,1-1-1 0 0,0 0 0 0 0,-1 0 1 0 0,1 1-1 0 0,0-1 0 0 0,0 1 1 0 0,2-2-1 0 0,4-2 34 0 0,0 0 1 0 0,1 1 0 0 0,0 0-1 0 0,13-4 1 0 0,-15 6-51 0 0,40-11 26 0 0,1 2 0 0 0,0 2 0 0 0,0 2 1 0 0,1 2-1 0 0,-1 3 0 0 0,58 4 0 0 0,-102-2-27 0 0,0-1-1 0 0,0 1 1 0 0,0-1 0 0 0,-1 1 0 0 0,1 0-1 0 0,0 0 1 0 0,0 0 0 0 0,-1 0-1 0 0,1 1 1 0 0,-1-1 0 0 0,1 1 0 0 0,-1-1-1 0 0,0 1 1 0 0,1 0 0 0 0,-1 0 0 0 0,0 0-1 0 0,0 0 1 0 0,0 1 0 0 0,-1-1-1 0 0,1 0 1 0 0,0 1 0 0 0,-1-1 0 0 0,0 1-1 0 0,1 0 1 0 0,-1-1 0 0 0,0 1 0 0 0,0 0-1 0 0,0 5 1 0 0,1-2 27 0 0,-2 1-1 0 0,1-1 1 0 0,-1 0 0 0 0,0 1-1 0 0,0-1 1 0 0,-1 0-1 0 0,0 1 1 0 0,0-1 0 0 0,0 0-1 0 0,-1 1 1 0 0,0-1 0 0 0,-4 8-1 0 0,1-5 21 0 0,-1-2 0 0 0,0 1 0 0 0,0-1 0 0 0,-1 0 0 0 0,0 0 0 0 0,0 0 0 0 0,0-1 0 0 0,-10 6 1 0 0,-20 18 232 0 0,25-17-122 0 0,0-1 0 0 0,-1-1 0 0 0,0 0 0 0 0,-1 0 0 0 0,0-2 0 0 0,0 0 0 0 0,-1 0 0 0 0,-29 11 0 0 0,-10-9 1022 0 0,55-11-965 0 0,17 0-309 0 0,7-2 57 0 0,1 0 1 0 0,47-12 0 0 0,19-2-126 0 0,81 5-73 0 0,-148 11 237 0 0,0 1 0 0 0,0 1 0 0 0,0 1-1 0 0,-1 1 1 0 0,25 8 0 0 0,-43-10 1 0 0,0 0 1 0 0,-1 1-1 0 0,1-1 0 0 0,-1 1 1 0 0,0 0-1 0 0,1 0 0 0 0,-1 1 0 0 0,-1 0 1 0 0,1-1-1 0 0,0 2 0 0 0,-1-1 1 0 0,0 0-1 0 0,4 7 0 0 0,-6-9 0 0 0,-1 0 0 0 0,0 0-1 0 0,0 1 1 0 0,0-1 0 0 0,0 0 0 0 0,-1 1-1 0 0,1-1 1 0 0,-1 1 0 0 0,1-1 0 0 0,-1 1-1 0 0,0-1 1 0 0,0 1 0 0 0,0-1 0 0 0,0 1-1 0 0,0-1 1 0 0,0 1 0 0 0,-1-1 0 0 0,0 1-1 0 0,1-1 1 0 0,-1 1 0 0 0,0-1 0 0 0,0 0-1 0 0,0 1 1 0 0,0-1 0 0 0,-1 0 0 0 0,1 0-1 0 0,0 0 1 0 0,-1 0 0 0 0,0 0 0 0 0,1 0-1 0 0,-1 0 1 0 0,-3 1 0 0 0,-18 19 133 0 0,-2-1-1 0 0,0-1 1 0 0,-2-2 0 0 0,0 0 0 0 0,-1-2 0 0 0,0-1 0 0 0,-54 19 0 0 0,50-23-609 0 0,0-2 0 0 0,-1-1 0 0 0,1-1 1 0 0,-41 2-1 0 0,8-10-2673 0 0,5-15-1827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8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35 115 880 0 0,'0'-14'3559'0'0,"0"-23"-654"0"0,1 29-2742 0 0,-1 1 0 0 0,0-1-1 0 0,-1 0 1 0 0,1 1 0 0 0,-2-1 0 0 0,-1-9 0 0 0,1 17-163 0 0,1 0 1 0 0,0 0-1 0 0,0 1 1 0 0,0-1-1 0 0,0 0 1 0 0,-1 1-1 0 0,1-1 1 0 0,0 1-1 0 0,0-1 0 0 0,0 1 1 0 0,0 0-1 0 0,0-1 1 0 0,0 1-1 0 0,0 0 1 0 0,0 0-1 0 0,1 0 1 0 0,-1 0-1 0 0,0-1 1 0 0,0 1-1 0 0,-1 2 0 0 0,0 33 183 0 0,2-25-122 0 0,-2 26 199 0 0,1-26-196 0 0,0 1 0 0 0,1-1 0 0 0,0 1 0 0 0,1 0 0 0 0,0-1-1 0 0,6 23 1 0 0,-2-19-42 0 0,-1-3 12 0 0,0 0 0 0 0,-1 1 0 0 0,0-1 1 0 0,-1 1-1 0 0,2 19 0 0 0,-5-10 14 0 0,0-15-25 0 0,1 0-1 0 0,0 0 0 0 0,0 0 1 0 0,1 0-1 0 0,0 0 0 0 0,0-1 1 0 0,3 10-1 0 0,4 4 0 0 0,-5-14-13 0 0,0 1 1 0 0,-1-1-1 0 0,0 1 1 0 0,0-1-1 0 0,0 1 0 0 0,-1-1 1 0 0,0 1-1 0 0,0 11 1 0 0,0-2 20 0 0,0-1 1 0 0,1 1-1 0 0,9 29 1 0 0,-7-29-2 0 0,0 1 1 0 0,-1-1-1 0 0,1 34 1 0 0,-5-19 9 0 0,1-14 34 0 0,-1 0 1 0 0,2 0 0 0 0,5 32-1 0 0,3-16 76 0 0,-6-25-113 0 0,0 0 0 0 0,-1 0 0 0 0,0 0 1 0 0,-1 0-1 0 0,1 1 0 0 0,-2-1 0 0 0,1 0 0 0 0,-1 1 1 0 0,-1-1-1 0 0,-1 12 0 0 0,-8 15 87 0 0,8-28-80 0 0,-1 0 1 0 0,1 1-1 0 0,0-1 0 0 0,1 0 0 0 0,0 1 0 0 0,0-1 0 0 0,1 1 0 0 0,-1-1 0 0 0,2 1 0 0 0,-1-1 0 0 0,2 9 0 0 0,48 151 1051 0 0,-37-115-908 0 0,-10-35-98 0 0,1-1 1 0 0,0 1-1 0 0,1-1 1 0 0,1 0-1 0 0,0-1 1 0 0,2 1-1 0 0,9 15 1 0 0,-13-23-59 0 0,1 0 0 0 0,-1 0-1 0 0,-1 0 1 0 0,0 1 0 0 0,0-1 0 0 0,-1 1 0 0 0,1 0-1 0 0,-2 0 1 0 0,0 0 0 0 0,0 0 0 0 0,0 0-1 0 0,-1 0 1 0 0,-1 0 0 0 0,-1 14 0 0 0,1-9 42 0 0,0 0 0 0 0,1 0 1 0 0,1 0-1 0 0,0 0 0 0 0,6 27 0 0 0,0-22-16 0 0,2 0 0 0 0,0 0 0 0 0,11 18 0 0 0,16 29 121 0 0,-8-2-80 0 0,124 245 819 0 0,-133-277-885 0 0,27 63-1 0 0,-41-80 15 0 0,0 0-1 0 0,-1 1 1 0 0,0-1 0 0 0,-1 1-1 0 0,-1 0 1 0 0,0 27 0 0 0,-1-26 30 0 0,1 1-1 0 0,1 0 1 0 0,7 26 0 0 0,-6-28-13 0 0,0 1 0 0 0,-1 0 0 0 0,0 25 0 0 0,-3-14 64 0 0,-1-16-69 0 0,1 0 1 0 0,0 0-1 0 0,1 0 1 0 0,4 21-1 0 0,3-7 52 0 0,-4-17-92 0 0,-1 0 1 0 0,0 1 0 0 0,-1-1-1 0 0,0 1 1 0 0,0 0 0 0 0,-1-1-1 0 0,-1 1 1 0 0,1 0-1 0 0,-2 0 1 0 0,1 0 0 0 0,-4 17-1 0 0,-6 2-25 0 0,7-24 19 0 0,1 0 0 0 0,0 0 0 0 0,1 0 0 0 0,-1 0 0 0 0,1 0 0 0 0,0 0 0 0 0,1 0 1 0 0,-1 0-1 0 0,1 1 0 0 0,0-1 0 0 0,0 0 0 0 0,0 0 0 0 0,2 9 0 0 0,8 17 71 0 0,-7-22-56 0 0,0 1 1 0 0,0-1-1 0 0,-1 1 0 0 0,0 0 1 0 0,1 19-1 0 0,-3 384 361 0 0,-1-409-385 0 0,1 0-1 0 0,-1 0 0 0 0,0 0 1 0 0,0 0-1 0 0,0 0 0 0 0,-1 0 1 0 0,1-1-1 0 0,-1 1 1 0 0,-4 6-1 0 0,5-8 0 0 0,-1 0-1 0 0,1 0 1 0 0,0 1-1 0 0,-1-1 1 0 0,1 0 0 0 0,0 1-1 0 0,0-1 1 0 0,0 1 0 0 0,1 0-1 0 0,-1-1 1 0 0,1 1-1 0 0,-1 0 1 0 0,1-1 0 0 0,0 1-1 0 0,0 0 1 0 0,0-1-1 0 0,0 1 1 0 0,1 0 0 0 0,-1-1-1 0 0,2 6 1 0 0,6 9 20 0 0,-5-13-17 0 0,-1 1 1 0 0,1 0 0 0 0,-1-1-1 0 0,-1 1 1 0 0,1 0-1 0 0,-1 0 1 0 0,0 0-1 0 0,0 0 1 0 0,1 11 0 0 0,-2 446-579 0 0,-3-419 776 0 0,-1 1-1 0 0,-3-1 1 0 0,-16 61 0 0 0,4-22 45 0 0,11-35-577 0 0,5-27-85 0 0,-1 0 1 0 0,-1-1-1 0 0,-10 29 1 0 0,14-44 254 0 0,-1-1 0 0 0,1 1-1 0 0,-1 0 1 0 0,0 0 0 0 0,0-1-1 0 0,-1 1 1 0 0,1-1 0 0 0,-1 0-1 0 0,0 0 1 0 0,1 0 0 0 0,-1 0-1 0 0,-7 4 1 0 0,8-6 46 0 0,1-1 1 0 0,-1 1-1 0 0,0-1 0 0 0,0 0 0 0 0,-1 1 1 0 0,1-1-1 0 0,0 0 0 0 0,0-1 1 0 0,0 1-1 0 0,0 0 0 0 0,0 0 0 0 0,0-1 1 0 0,0 1-1 0 0,0-1 0 0 0,1 0 0 0 0,-1 0 1 0 0,0 1-1 0 0,0-1 0 0 0,0 0 1 0 0,1-1-1 0 0,-1 1 0 0 0,0 0 0 0 0,1 0 1 0 0,-1-1-1 0 0,1 1 0 0 0,-1-1 0 0 0,1 1 1 0 0,0-1-1 0 0,-1-2 0 0 0,-12-14-1356 0 0,1 0-1 0 0,1-1 0 0 0,-10-20 1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19:59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31 757 640 0 0,'-5'-24'5267'0'0,"5"23"-5213"0"0,-1 0 1 0 0,0 0-1 0 0,0 0 0 0 0,1 0 0 0 0,-1 0 0 0 0,0 0 0 0 0,0 1 1 0 0,0-1-1 0 0,0 0 0 0 0,0 1 0 0 0,0-1 0 0 0,0 1 0 0 0,-1-1 1 0 0,1 1-1 0 0,0-1 0 0 0,0 1 0 0 0,0 0 0 0 0,-3-1 1 0 0,-1 0 211 0 0,10 1-39 0 0,-4 0-205 0 0,0 0-4 0 0,0 1-1 0 0,1-1 0 0 0,-1 0 1 0 0,0 0-1 0 0,1 0 0 0 0,-1 0 0 0 0,0 0 1 0 0,1-1-1 0 0,-1 1 0 0 0,0 0 1 0 0,1 0-1 0 0,-1-1 0 0 0,0 1 0 0 0,1-1 1 0 0,-1 1-1 0 0,0-1 0 0 0,2-1 1 0 0,-3 1 142 0 0,-1 1-144 0 0,1 0 0 0 0,0-1 0 0 0,0 1 0 0 0,0 0 0 0 0,0-1 0 0 0,-1 1 0 0 0,1-1 0 0 0,0 1 0 0 0,0 0 0 0 0,0-1 0 0 0,0 1 0 0 0,0-1 0 0 0,0 1 0 0 0,0 0 0 0 0,0-1 0 0 0,0 1 0 0 0,1 0 0 0 0,-1-1 0 0 0,0 1 0 0 0,0-1 0 0 0,0 1 0 0 0,0 0 0 0 0,0-1 0 0 0,1 1 0 0 0,-1 0 0 0 0,0-1 0 0 0,0 1 0 0 0,1 0 0 0 0,-1-1 0 0 0,0 1 0 0 0,0 0 0 0 0,1 0 0 0 0,-1-1 0 0 0,0 1 0 0 0,1 0 0 0 0,-1 0 0 0 0,0 0 0 0 0,1-1 0 0 0,0 1 0 0 0,8-5 122 0 0,0 0 0 0 0,0-1 0 0 0,-1 0 1 0 0,13-11-1 0 0,-11 8-51 0 0,0 1 1 0 0,1 0-1 0 0,17-10 0 0 0,-15 10-42 0 0,-1 0-1 0 0,0-2 1 0 0,16-16-1 0 0,-7 8 5 0 0,-18 9-33 0 0,-3 8-14 0 0,0 1 1 0 0,0-1-1 0 0,0 1 0 0 0,0-1 1 0 0,1 1-1 0 0,-1-1 1 0 0,0 1-1 0 0,0-1 0 0 0,0 1 1 0 0,0 0-1 0 0,0-1 0 0 0,1 1 1 0 0,-1-1-1 0 0,0 1 1 0 0,0-1-1 0 0,1 1 0 0 0,-1 0 1 0 0,0-1-1 0 0,0 1 1 0 0,1 0-1 0 0,-1-1 0 0 0,1 1 1 0 0,-1 0-1 0 0,0-1 0 0 0,1 1 1 0 0,0-1-1 0 0,20-13 49 0 0,0-1 0 0 0,-1-1-1 0 0,-1 0 1 0 0,21-24 0 0 0,10 3-51 0 0,5-7 80 0 0,-37 28-81 0 0,-17 16 2 0 0,1-1 0 0 0,-1 1-1 0 0,0-1 1 0 0,0 0 0 0 0,0 0 0 0 0,0 0-1 0 0,0 1 1 0 0,0-1 0 0 0,0 0 0 0 0,-1 0 0 0 0,1 0-1 0 0,0 0 1 0 0,0 0 0 0 0,-1-1 0 0 0,1 1-1 0 0,-1 0 1 0 0,1-2 0 0 0,2 0 6 0 0,-1 0 0 0 0,0 1 0 0 0,1-1 1 0 0,-1 1-1 0 0,1 0 0 0 0,0-1 0 0 0,0 1 0 0 0,0 1 0 0 0,0-1 0 0 0,0 0 0 0 0,0 1 0 0 0,7-3 1 0 0,3-3 32 0 0,52-45 134 0 0,-4 2 93 0 0,8 1 237 0 0,-53 36-351 0 0,0 1 0 0 0,1 1 0 0 0,0 0-1 0 0,1 1 1 0 0,0 1 0 0 0,27-9 0 0 0,-12 7-4 0 0,-14 4-33 0 0,0 1 0 0 0,1 1 0 0 0,30-5 0 0 0,-45 10-329 0 0,-5 1 83 0 0,0 0 0 0 0,0-1 0 0 0,1 1 0 0 0,-1 0 0 0 0,0-1 0 0 0,0 1 0 0 0,0 0 0 0 0,0-1 0 0 0,0 1 0 0 0,0 0 0 0 0,-1-1 0 0 0,1 1 0 0 0,0 0 0 0 0,0-1 0 0 0,0 1 0 0 0,-1 0 0 0 0,1-1 0 0 0,0 1 1 0 0,-1-1-1 0 0,1 1 0 0 0,0 0 0 0 0,-1-1 0 0 0,1 1 0 0 0,-1-1 0 0 0,1 1 0 0 0,-1-1 0 0 0,1 1 0 0 0,-1-1 0 0 0,1 0 0 0 0,-1 1 0 0 0,1-1 0 0 0,-1 0 0 0 0,0 1 0 0 0,0-1 0 0 0,-50 19-4445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0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1361 0 0,'0'0'18'0'0,"0"1"0"0"0,0-1 0 0 0,-1 1 0 0 0,1-1 0 0 0,0 1 0 0 0,0-1 1 0 0,0 1-1 0 0,-1-1 0 0 0,1 1 0 0 0,0-1 0 0 0,0 0 0 0 0,-1 1 0 0 0,1-1 0 0 0,0 0 1 0 0,-1 1-1 0 0,1-1 0 0 0,0 0 0 0 0,-1 1 0 0 0,1-1 0 0 0,-1 0 0 0 0,1 1 1 0 0,-1-1-1 0 0,1 0 0 0 0,0 0 0 0 0,-1 0 0 0 0,1 0 0 0 0,-1 1 0 0 0,1-1 0 0 0,-1 0 1 0 0,1 0-1 0 0,-1 0 0 0 0,1 0 0 0 0,-1 0 0 0 0,1 0 0 0 0,-2 0 0 0 0,2 0-16 0 0,-1-1 0 0 0,0 1 0 0 0,1 0 0 0 0,-1 0-1 0 0,1 1 1 0 0,-1-1 0 0 0,0 0 0 0 0,1 0-1 0 0,-1 0 1 0 0,0 0 0 0 0,1 0 0 0 0,-1 1 0 0 0,1-1-1 0 0,-1 0 1 0 0,1 1 0 0 0,-1-1 0 0 0,1 0-1 0 0,-1 1 1 0 0,1-1 0 0 0,-1 1 0 0 0,1-1 0 0 0,-1 0-1 0 0,1 1 1 0 0,-1-1 0 0 0,1 1 0 0 0,0-1-1 0 0,-1 1 1 0 0,1 0 0 0 0,0-1 0 0 0,0 1 0 0 0,-1-1-1 0 0,1 1 1 0 0,0 0 0 0 0,0-1 0 0 0,0 1-1 0 0,0-1 1 0 0,0 2 0 0 0,-5-1 678 0 0,-15-7 2148 0 0,40 6-2428 0 0,-15 0 2655 0 0,0 0-2828 0 0,30 2 477 0 0,62 12-1 0 0,-29-4 304 0 0,-39-5-481 0 0,-14-2-266 0 0,0-1 0 0 0,0-1 1 0 0,0 0-1 0 0,17-1 1 0 0,48-4 451 0 0,100 9 0 0 0,-19 0-122 0 0,145-22 193 0 0,-199 8-512 0 0,329 2 1019 0 0,-389 8-1099 0 0,1028 27 3464 0 0,116 76-1241 0 0,-1129-96-3314 0 0,116-2-1 0 0,-169-6 516 0 0,43-5-2391 0 0,-50 5 2378 0 0,0-1 0 0 0,0 1 0 0 0,1-1 0 0 0,-1 1 0 0 0,0-1 0 0 0,0 0 0 0 0,-1 0 0 0 0,1 0 0 0 0,0 0 0 0 0,0 0 0 0 0,0-1 0 0 0,-1 1 0 0 0,1 0 0 0 0,-1-1 0 0 0,1 1 0 0 0,-1-1 0 0 0,3-3 0 0 0,-3 2-559 0 0,0 0 0 0 0,0 0 0 0 0,0 0 0 0 0,-1 0 0 0 0,1-1-1 0 0,-1 1 1 0 0,0 0 0 0 0,0-6 0 0 0,0 8 767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24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62 166 1521 0 0,'0'1'99'0'0,"0"-1"0"0"0,0 1 0 0 0,0 0 1 0 0,0-1-1 0 0,0 1 0 0 0,0 0 0 0 0,0-1 0 0 0,0 1 1 0 0,0-1-1 0 0,1 1 0 0 0,-1 0 0 0 0,0-1 1 0 0,0 1-1 0 0,1-1 0 0 0,-1 1 0 0 0,1-1 0 0 0,-1 1 1 0 0,0 0-1 0 0,1-1 0 0 0,-1 0 0 0 0,1 1 1 0 0,-1-1-1 0 0,1 1 0 0 0,-1-1 0 0 0,1 0 0 0 0,-1 1 1 0 0,1-1-1 0 0,0 0 0 0 0,-1 1 0 0 0,1-1 1 0 0,-1 0-1 0 0,1 0 0 0 0,0 0 0 0 0,-1 0 0 0 0,1 0 1 0 0,1 0-1 0 0,-2 0-38 0 0,1 0 0 0 0,0 1-1 0 0,-1-1 1 0 0,1 0 0 0 0,0 0 0 0 0,-1 0 0 0 0,1 0 0 0 0,-1 0 0 0 0,1 1-1 0 0,0-1 1 0 0,-1 0 0 0 0,1 1 0 0 0,-1-1 0 0 0,1 0 0 0 0,-1 1-1 0 0,1-1 1 0 0,-1 0 0 0 0,1 1 0 0 0,-1-1 0 0 0,1 1 0 0 0,-1-1 0 0 0,0 1-1 0 0,1-1 1 0 0,-1 1 0 0 0,0 0 0 0 0,1-1 0 0 0,-1 1 0 0 0,0-1 0 0 0,0 1-1 0 0,0 0 1 0 0,1-1 0 0 0,-1 1 0 0 0,0-1 0 0 0,0 1 0 0 0,0 0 0 0 0,0 0-1 0 0,0 0-28 0 0,0 0 0 0 0,0-1 0 0 0,0 1-1 0 0,0-1 1 0 0,0 1 0 0 0,0 0 0 0 0,0-1-1 0 0,0 1 1 0 0,0-1 0 0 0,1 1 0 0 0,-1-1-1 0 0,0 1 1 0 0,0-1 0 0 0,1 1 0 0 0,-1-1-1 0 0,0 1 1 0 0,1-1 0 0 0,-1 1 0 0 0,1-1-1 0 0,-1 1 1 0 0,0-1 0 0 0,1 0-1 0 0,-1 1 1 0 0,1-1 0 0 0,-1 0 0 0 0,1 1-1 0 0,-1-1 1 0 0,1 0 0 0 0,-1 0 0 0 0,1 1-1 0 0,-1-1 1 0 0,1 0 0 0 0,0 0 0 0 0,-1 0-1 0 0,1 0 1 0 0,-1 0 0 0 0,1 0 0 0 0,-1 0-1 0 0,2 0 1 0 0,-2 0 4 0 0,1 0 0 0 0,0 0 0 0 0,-1 0 0 0 0,1 0 0 0 0,-1 0 0 0 0,1 0 0 0 0,0 0 0 0 0,-1 1 0 0 0,1-1 0 0 0,-1 0 0 0 0,1 0 0 0 0,-1 0 0 0 0,1 1-1 0 0,-1-1 1 0 0,1 0 0 0 0,-1 1 0 0 0,1-1 0 0 0,-1 0 0 0 0,1 1 0 0 0,-1-1 0 0 0,1 1 0 0 0,-1-1 0 0 0,0 1 0 0 0,1-1 0 0 0,-1 1 0 0 0,0-1 0 0 0,1 1 0 0 0,-1-1 0 0 0,0 1 0 0 0,0-1 0 0 0,1 1 0 0 0,-1 0 0 0 0,0-1 0 0 0,0 1 0 0 0,0-1 0 0 0,0 1-1 0 0,0 0 1 0 0,0-1 0 0 0,0 2 0 0 0,-5-1 471 0 0,-15 3 53 0 0,15-3 641 0 0,5-11 5839 0 0,0-17-6717 0 0,0 24-320 0 0,0 0 0 0 0,1 0 0 0 0,-2 0 1 0 0,1 0-1 0 0,0 0 0 0 0,0 0 0 0 0,-1 0 0 0 0,0 0 0 0 0,0 0 0 0 0,1 1 0 0 0,-2-1 0 0 0,1 0 0 0 0,0 0 0 0 0,0 1 0 0 0,-1-1 0 0 0,0 0 0 0 0,1 1 0 0 0,-1 0 0 0 0,0-1 0 0 0,0 1 0 0 0,-4-3 0 0 0,4 1 2 0 0,1 0 0 0 0,-1 0 1 0 0,1 1-1 0 0,0-1 0 0 0,0 0 0 0 0,1 0 0 0 0,-1 0 1 0 0,1 0-1 0 0,0 0 0 0 0,0 0 0 0 0,0 0 0 0 0,1 0 0 0 0,0-6 1 0 0,1-6-66 0 0,-2 15 58 0 0,0 0-1 0 0,-1-1 1 0 0,1 1 0 0 0,0 0-1 0 0,0 0 1 0 0,-1-1-1 0 0,1 1 1 0 0,0 0-1 0 0,-1 0 1 0 0,1 0-1 0 0,-1-1 1 0 0,0 1-1 0 0,1 0 1 0 0,-1 0-1 0 0,0 0 1 0 0,0 0-1 0 0,0 0 1 0 0,0 1-1 0 0,0-1 1 0 0,1 0-1 0 0,-2 0 1 0 0,1 0-1 0 0,0 1 1 0 0,0-1 0 0 0,0 0-1 0 0,-2 0 1 0 0,-3-2-12 0 0,6 2 14 0 0,-1 0 0 0 0,1 0-1 0 0,-1 0 1 0 0,0 0-1 0 0,1 0 1 0 0,0 0-1 0 0,-1 0 1 0 0,1 0 0 0 0,-1 0-1 0 0,1 0 1 0 0,0 0-1 0 0,0 0 1 0 0,0 0-1 0 0,0 0 1 0 0,0 0 0 0 0,0 0-1 0 0,0 0 1 0 0,0-1-1 0 0,0 0 1 0 0,0-1 8 0 0,0 2 32 0 0,-1 2-43 0 0,7 3 20 0 0,15-3 9 0 0,-16-1 121 0 0,-5 1-67 0 0,-5 5-13 0 0,-3-3-63 0 0,7-3 1 0 0,0 0-1 0 0,0 0 1 0 0,0 1-1 0 0,0-1 1 0 0,0 1-1 0 0,0-1 1 0 0,0 1 0 0 0,1-1-1 0 0,-1 1 1 0 0,0-1-1 0 0,0 1 1 0 0,1 0-1 0 0,-1-1 1 0 0,0 1 0 0 0,0 0-1 0 0,1 0 1 0 0,-1-1-1 0 0,1 1 1 0 0,-1 0-1 0 0,1 0 1 0 0,-1 0 0 0 0,1 0-1 0 0,0 0 1 0 0,-1 0-1 0 0,1 0 1 0 0,0 0 0 0 0,0 0-1 0 0,0 0 1 0 0,-1 0-1 0 0,1 0 1 0 0,0 0-1 0 0,0 0 1 0 0,0 0 0 0 0,1 0-1 0 0,-1 0 1 0 0,0 1-1 0 0,0 21 170 0 0,0-22-108 0 0,1 0-36 0 0,-1 0 0 0 0,0 1 0 0 0,1-1 0 0 0,-1 0 0 0 0,0 1 0 0 0,0-1-1 0 0,0 0 1 0 0,0 0 0 0 0,0 1 0 0 0,0-1 0 0 0,-1 0 0 0 0,1 0 0 0 0,0 1-1 0 0,-1-1 1 0 0,1 0 0 0 0,-1 0 0 0 0,1 1 0 0 0,-1-1 0 0 0,1 0 0 0 0,-3 2-1 0 0,2-3-22 0 0,0 0-1 0 0,0 0 1 0 0,0 1-1 0 0,-1-1 1 0 0,1 0-1 0 0,0 1 1 0 0,0-1-1 0 0,0 1 1 0 0,0-1-1 0 0,0 1 1 0 0,0 0-1 0 0,0 0 1 0 0,0-1-1 0 0,0 1 1 0 0,0 0-1 0 0,0 0 1 0 0,0 0-1 0 0,0 0 1 0 0,1 0-1 0 0,-1 0 1 0 0,0 0-1 0 0,1 0 1 0 0,-1 0-1 0 0,0 0 1 0 0,1 0-1 0 0,0 1 1 0 0,-1-1-1 0 0,1 0 1 0 0,0 0-1 0 0,0 0 1 0 0,-1 1-1 0 0,1-1 1 0 0,0 0-1 0 0,0 0 1 0 0,0 1-1 0 0,0-1 1 0 0,1 0-1 0 0,-1 2 1 0 0,0 75 73 0 0,0-78-80 0 0,1 1 0 0 0,-1 0 0 0 0,0-1 0 0 0,0 1 0 0 0,0-1 0 0 0,1 1 0 0 0,-1 0 0 0 0,0-1 0 0 0,1 1 0 0 0,-1-1 0 0 0,1 1 0 0 0,-1-1 0 0 0,0 1 0 0 0,1-1 0 0 0,-1 1 0 0 0,1-1 0 0 0,-1 1 0 0 0,1-1 0 0 0,0 1 0 0 0,-1-1 0 0 0,1 0 0 0 0,-1 0 0 0 0,1 1 0 0 0,0-1 0 0 0,-1 0 0 0 0,1 0 0 0 0,0 1 0 0 0,-1-1 0 0 0,1 0 0 0 0,0 0 0 0 0,-1 0 0 0 0,1 0 0 0 0,0 0 0 0 0,-1 0 0 0 0,1 0 0 0 0,1-1 0 0 0,3 2 0 0 0,0 3 13 0 0,-5-3 54 0 0,0 31-14 0 0,0 57-39 0 0,0-89-15 0 0,0-1-1 0 0,0 1 1 0 0,0 0 0 0 0,0 0 0 0 0,0 0 0 0 0,0 0 0 0 0,0 0 0 0 0,0 0 0 0 0,0 0 0 0 0,-1 0 0 0 0,1 0 0 0 0,0 0 0 0 0,0 0 0 0 0,0 0 0 0 0,0 0 0 0 0,0 0 0 0 0,0 0 0 0 0,0 0 0 0 0,0 0-1 0 0,-1 0 1 0 0,1 0 0 0 0,0 0 0 0 0,0 0 0 0 0,0 0 0 0 0,0 0 0 0 0,0 0 0 0 0,0 0 0 0 0,0 0 0 0 0,0 0 0 0 0,-1 0 0 0 0,1 1 0 0 0,0-1 0 0 0,0 0 0 0 0,0 0 0 0 0,0 0 0 0 0,0 0 0 0 0,0 0-1 0 0,0 0 1 0 0,0 0 0 0 0,0 0 0 0 0,0 0 0 0 0,0 0 0 0 0,0 1 0 0 0,0-1 0 0 0,0 0 0 0 0,0 0 0 0 0,0 0 0 0 0,0 0 0 0 0,0 0 0 0 0,0 0 0 0 0,0 0 0 0 0,0 0 0 0 0,0 1 0 0 0,0-1-1 0 0,0 0 1 0 0,0 0 0 0 0,0 0 0 0 0,0 0 0 0 0,0 0 0 0 0,2 0-5 0 0,0-1-1 0 0,0 0 1 0 0,1 1 0 0 0,-1-1-1 0 0,0 1 1 0 0,1 0-1 0 0,-1 0 1 0 0,0 0 0 0 0,1 0-1 0 0,-1 0 1 0 0,1 0-1 0 0,3 2 1 0 0,45 3 6 0 0,1-2 0 0 0,0-2 0 0 0,0-3 0 0 0,78-11 0 0 0,-129 13 0 0 0,1-1 0 0 0,-1 1 0 0 0,0 0 0 0 0,1 0 0 0 0,-1-1 0 0 0,0 1 0 0 0,1-1 0 0 0,-1 1 0 0 0,0-1 0 0 0,0 0 0 0 0,0 0 0 0 0,1 1 0 0 0,-1-1 0 0 0,0 0 0 0 0,0 0 0 0 0,0 0 0 0 0,0 0 0 0 0,0 0 0 0 0,-1 0 0 0 0,1 0 0 0 0,0-1 0 0 0,0 1 0 0 0,-1 0 0 0 0,1 0 0 0 0,-1-1 0 0 0,1 1 0 0 0,-1 0 0 0 0,1-1 0 0 0,-1 1 0 0 0,0 0 0 0 0,0-1 0 0 0,0 1 0 0 0,0-1 0 0 0,0 1 0 0 0,0 0 0 0 0,0-1 0 0 0,0 1 0 0 0,0 0 0 0 0,0-1 0 0 0,-1 1 0 0 0,1-1 0 0 0,-1 1 0 0 0,0-1 0 0 0,0-5 0 0 0,1-124 80 0 0,-1 130-77 0 0,1 0-1 0 0,-1 0 1 0 0,1-1 0 0 0,-1 1 0 0 0,1 0-1 0 0,-1 0 1 0 0,0 0 0 0 0,0 0 0 0 0,0 0-1 0 0,1 0 1 0 0,-1 0 0 0 0,0 0 0 0 0,0 0 0 0 0,-1 0-1 0 0,1 1 1 0 0,0-1 0 0 0,0 0 0 0 0,0 1-1 0 0,0-1 1 0 0,-1 1 0 0 0,1-1 0 0 0,0 1-1 0 0,0 0 1 0 0,-1-1 0 0 0,1 1 0 0 0,0 0-1 0 0,-1 0 1 0 0,0 0 0 0 0,3 27 52 0 0,1-1-1 0 0,10 45 1 0 0,-7-44-7 0 0,-1-1-1 0 0,2 45 1 0 0,-6-63-98 0 0,0 1 0 0 0,-1-1 1 0 0,1 0-1 0 0,-2 1 0 0 0,1-1 0 0 0,-1 0 1 0 0,-1 0-1 0 0,1 0 0 0 0,-1 0 1 0 0,-8 14-1 0 0,10-21-70 0 0,0 0 1 0 0,1 0 0 0 0,-1-1-1 0 0,1 1 1 0 0,-1 0 0 0 0,1 0-1 0 0,-1 0 1 0 0,1 0 0 0 0,-1 0-1 0 0,1 0 1 0 0,0 0-1 0 0,-1 0 1 0 0,1 0 0 0 0,0 0-1 0 0,0-1 1 0 0,0 1 0 0 0,0 0-1 0 0,0 0 1 0 0,0 0 0 0 0,0 0-1 0 0,0 0 1 0 0,0 0-1 0 0,0 0 1 0 0,1 0 0 0 0,-1 0-1 0 0,0 0 1 0 0,1 0 0 0 0,-1 0-1 0 0,1 0 1 0 0,-1 0-1 0 0,1 0 1 0 0,-1-1 0 0 0,1 1-1 0 0,-1 0 1 0 0,1 0 0 0 0,0-1-1 0 0,0 1 1 0 0,-1 0 0 0 0,1-1-1 0 0,0 1 1 0 0,0-1-1 0 0,0 1 1 0 0,0-1 0 0 0,-1 1-1 0 0,3 0 1 0 0,2 0-1037 0 0,0 0 1 0 0,0 0-1 0 0,1-1 1 0 0,-1 0-1 0 0,0 0 1 0 0,10-1-1 0 0,15-4-4473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2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47 1841 0 0,'4'-31'3237'0'0,"16"19"-1428"0"0,-19 11-1840 0 0,5-1 2192 0 0,-7 10-1747 0 0,-34 5 333 0 0,14-5-124 0 0,-1-2 1 0 0,-32 6-1 0 0,-20 7 1549 0 0,73-17-2100 0 0,0 1 0 0 0,-1 0 1 0 0,1 0-1 0 0,1 0 0 0 0,-1 0 1 0 0,0 1-1 0 0,1-1 0 0 0,0 0 1 0 0,0 0-1 0 0,-1 0 0 0 0,2 0 0 0 0,-1 0 1 0 0,0 1-1 0 0,2 2 0 0 0,-2 3 44 0 0,0-7-111 0 0,-1 0 0 0 0,1 0-1 0 0,-1 0 1 0 0,0 0-1 0 0,0-1 1 0 0,0 1 0 0 0,0 0-1 0 0,0 0 1 0 0,0-1-1 0 0,0 1 1 0 0,-1-1 0 0 0,1 1-1 0 0,-2 1 1 0 0,2-3 2 0 0,0 1 1 0 0,0 0 0 0 0,-1 0-1 0 0,1-1 1 0 0,1 1 0 0 0,-1 0-1 0 0,0 0 1 0 0,0 0 0 0 0,0 0-1 0 0,0 0 1 0 0,1 0-1 0 0,-1 1 1 0 0,0-1 0 0 0,1 0-1 0 0,-1 0 1 0 0,1 0 0 0 0,0 1-1 0 0,-1-1 1 0 0,1 0-1 0 0,0 0 1 0 0,-1 1 0 0 0,1-1-1 0 0,0 0 1 0 0,0 1 0 0 0,0-1-1 0 0,0 0 1 0 0,1 0 0 0 0,-1 1-1 0 0,0-1 1 0 0,0 0-1 0 0,1 0 1 0 0,-1 1 0 0 0,1-1-1 0 0,-1 0 1 0 0,1 0 0 0 0,1 2-1 0 0,4 4 20 0 0,-4-6-21 0 0,0 1 1 0 0,-1-1-1 0 0,1 1 0 0 0,-1 0 1 0 0,0 0-1 0 0,1-1 0 0 0,-1 1 1 0 0,0 0-1 0 0,0 0 0 0 0,0 0 1 0 0,0 0-1 0 0,0 1 0 0 0,-1-1 1 0 0,1 0-1 0 0,-1 0 1 0 0,1 0-1 0 0,-1 1 0 0 0,0-1 1 0 0,0 0-1 0 0,0 3 0 0 0,0-3 3 0 0,1 1 0 0 0,-1-1-1 0 0,1 0 1 0 0,-1 0 0 0 0,1 0-1 0 0,0 0 1 0 0,0 0 0 0 0,0 0-1 0 0,0 0 1 0 0,0-1 0 0 0,0 1-1 0 0,0 0 1 0 0,1 0 0 0 0,-1-1-1 0 0,1 1 1 0 0,-1-1 0 0 0,1 1-1 0 0,2 1 1 0 0,29 16 146 0 0,-22-4-61 0 0,-9-14-85 0 0,33 15 80 0 0,-20-13-60 0 0,0-1 0 0 0,0-1 0 0 0,18-1-1 0 0,-26 1-31 0 0,0-1-1 0 0,0 1 0 0 0,0-2 0 0 0,1 1 1 0 0,-1-1-1 0 0,0 0 0 0 0,-1-1 1 0 0,1 0-1 0 0,0 0 0 0 0,0 0 0 0 0,-1-1 1 0 0,1 0-1 0 0,-1 0 0 0 0,0 0 1 0 0,0-1-1 0 0,0 0 0 0 0,6-6 1 0 0,8-4 3 0 0,-18 13 0 0 0,1 1 0 0 0,-1-1 0 0 0,0 0 0 0 0,-1 0 0 0 0,1 0 0 0 0,0-1 0 0 0,0 1 0 0 0,0 0 0 0 0,-1-1 0 0 0,1 1 0 0 0,0-1 0 0 0,-1 0 0 0 0,0 1 0 0 0,1-1 0 0 0,-1 0 0 0 0,0 0 0 0 0,0 0 0 0 0,0 0 0 0 0,0 0 0 0 0,0 0 0 0 0,-1 0 0 0 0,1 0 0 0 0,0 0 0 0 0,-1-3 0 0 0,1-2-4 0 0,-1-1 0 0 0,0 1 1 0 0,0-1-1 0 0,-1 1 0 0 0,0 0 1 0 0,-1 0-1 0 0,1-1 0 0 0,-1 1 1 0 0,-1 0-1 0 0,1 0 1 0 0,-1 1-1 0 0,-1-1 0 0 0,1 0 1 0 0,-1 1-1 0 0,0 0 0 0 0,0 0 1 0 0,-1 0-1 0 0,0 0 0 0 0,0 1 1 0 0,0 0-1 0 0,-7-5 1 0 0,-1 0-11 0 0,0 2 1 0 0,0-1-1 0 0,-1 2 1 0 0,0 0 0 0 0,0 0-1 0 0,-16-4 1 0 0,6 9-43 0 0,23 2 27 0 0,1 0-1 0 0,-1 0 1 0 0,1 0 0 0 0,-1 0-1 0 0,1 0 1 0 0,0 0 0 0 0,-1 1-1 0 0,1-1 1 0 0,-1 0 0 0 0,1 0-1 0 0,-1 0 1 0 0,1 1-1 0 0,0-1 1 0 0,-1 0 0 0 0,1 1-1 0 0,0-1 1 0 0,-1 0 0 0 0,1 0-1 0 0,0 1 1 0 0,-1-1 0 0 0,1 1-1 0 0,0-1 1 0 0,-1 0 0 0 0,1 1-1 0 0,0-1 1 0 0,0 1 0 0 0,0-1-1 0 0,0 1 1 0 0,-1-1 0 0 0,1 0-1 0 0,0 1 1 0 0,0-1 0 0 0,0 1-1 0 0,0 0-56 0 0,0 0-1 0 0,-1 0 0 0 0,1 0 0 0 0,-1 0 0 0 0,1-1 0 0 0,0 1 1 0 0,-1 0-1 0 0,1 0 0 0 0,-1-1 0 0 0,0 1 0 0 0,1 0 1 0 0,-1-1-1 0 0,1 1 0 0 0,-1-1 0 0 0,0 1 0 0 0,0-1 0 0 0,1 1 1 0 0,-1-1-1 0 0,0 1 0 0 0,0-1 0 0 0,0 0 0 0 0,1 1 1 0 0,-1-1-1 0 0,0 0 0 0 0,0 0 0 0 0,-1 1 0 0 0,-5 1-797 0 0,7-1 785 0 0,-1-1 0 0 0,1 0 0 0 0,0 0 0 0 0,0 1-1 0 0,0-1 1 0 0,0 0 0 0 0,0 1 0 0 0,0-1 0 0 0,-1 0 0 0 0,1 1-1 0 0,0-1 1 0 0,0 0 0 0 0,0 0 0 0 0,0 1 0 0 0,0-1 0 0 0,0 0 0 0 0,0 1-1 0 0,0-1 1 0 0,0 0 0 0 0,0 1 0 0 0,0-1 0 0 0,1 0 0 0 0,-1 1-1 0 0,0-1 1 0 0,0 0 0 0 0,0 1 0 0 0,0-1 0 0 0,0 0 0 0 0,1 0 0 0 0,-1 1-1 0 0,0-1 1 0 0,0 0 0 0 0,0 0 0 0 0,1 1 0 0 0,-1-1 0 0 0,0 0-1 0 0,0 0 1 0 0,1 0 0 0 0,-1 0 0 0 0,0 1 0 0 0,1-1 0 0 0,-1 0-1 0 0,0 0 1 0 0,1 0 0 0 0,10 4-2589 0 0,-31-3-1154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2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88 160 0 0,'6'-3'802'0'0,"-5"3"-659"0"0,0 0 0 0 0,1-1-1 0 0,-1 1 1 0 0,0 0 0 0 0,0-1-1 0 0,0 1 1 0 0,0-1 0 0 0,0 0 0 0 0,0 1-1 0 0,0-1 1 0 0,0 0 0 0 0,0 1-1 0 0,0-1 1 0 0,0 0 0 0 0,0 0 0 0 0,0 0-1 0 0,0 0 1 0 0,-1 0 0 0 0,1 0-1 0 0,0 0 1 0 0,-1 0 0 0 0,1 0 0 0 0,-1 0-1 0 0,1-1 1 0 0,-1 1 0 0 0,1-2 0 0 0,-1 3-73 0 0,0-1 0 0 0,1 0 0 0 0,-1 1 0 0 0,0-1 0 0 0,1 1 0 0 0,-1-1 0 0 0,1 1 0 0 0,-1 0 0 0 0,0-1 0 0 0,1 1 0 0 0,-1-1 0 0 0,1 1 0 0 0,-1 0 0 0 0,1-1 0 0 0,-1 1 0 0 0,1 0 0 0 0,0 0 0 0 0,-1-1 0 0 0,1 1 0 0 0,-1 0 0 0 0,1 0 0 0 0,0 0 0 0 0,-1 0 0 0 0,1 0 0 0 0,-1 0 0 0 0,1 0 0 0 0,0 0 0 0 0,-1 0 0 0 0,1 0 0 0 0,-1 0 0 0 0,1 0 0 0 0,0 0 0 0 0,0 0 1 0 0,5 1 865 0 0,0-1 1723 0 0,-8 0-2629 0 0,-1-1 0 0 0,0 1 1 0 0,1-1-1 0 0,-1 0 0 0 0,1 0 1 0 0,0 0-1 0 0,-1 0 0 0 0,1 0 0 0 0,0-1 1 0 0,-4-2-1 0 0,6 3-25 0 0,0 1-1 0 0,-1-1 1 0 0,1 1 0 0 0,0-1-1 0 0,0 1 1 0 0,0-1 0 0 0,-1 1-1 0 0,1 0 1 0 0,0-1 0 0 0,-1 1-1 0 0,1-1 1 0 0,0 1 0 0 0,-1 0 0 0 0,1-1-1 0 0,-1 1 1 0 0,1 0 0 0 0,0-1-1 0 0,-1 1 1 0 0,1 0 0 0 0,-1 0-1 0 0,1-1 1 0 0,-1 1 0 0 0,1 0-1 0 0,-1 0 1 0 0,1 0 0 0 0,-1 0-1 0 0,1 0 1 0 0,-1 0 0 0 0,1-1-1 0 0,-1 1 1 0 0,0 0 0 0 0,1 1-1 0 0,-1-1 1 0 0,0 0 0 0 0,1 0-1 0 0,-1 0 1 0 0,1 0-1 0 0,-1 0 1 0 0,0 0-1 0 0,1 0 0 0 0,-1 0 1 0 0,1 0-1 0 0,-1 0 1 0 0,1 0-1 0 0,-1 0 1 0 0,1 0-1 0 0,-1-1 1 0 0,1 1-1 0 0,-1 0 1 0 0,0 0-1 0 0,1-1 1 0 0,0 1-1 0 0,-1 0 1 0 0,1 0-1 0 0,-1-1 1 0 0,1 1-1 0 0,-1-1 1 0 0,1 1-1 0 0,0 0 1 0 0,-1-1-1 0 0,1 1 0 0 0,0-1 1 0 0,-1 1-1 0 0,1-1 1 0 0,0 1-1 0 0,0-1 1 0 0,-1 1-1 0 0,1-1 1 0 0,0 0-1 0 0,0 0-1 0 0,0 1 0 0 0,0 0 0 0 0,-1-1 0 0 0,1 1 0 0 0,0 0 0 0 0,0-1 0 0 0,0 1 0 0 0,0 0 0 0 0,0 0 0 0 0,0-1 1 0 0,-1 1-1 0 0,1 0 0 0 0,0 0 0 0 0,0-1 0 0 0,-1 1 0 0 0,1 0 0 0 0,0 0 0 0 0,0-1 0 0 0,-1 1 0 0 0,1 0 0 0 0,0 0 0 0 0,0 0 0 0 0,-1 0 0 0 0,1-1 0 0 0,0 1 0 0 0,-1 0 0 0 0,1 0 0 0 0,0 0 0 0 0,-1 0 0 0 0,1 0 0 0 0,0 0 0 0 0,-1 0 0 0 0,1 0 0 0 0,0 0 0 0 0,-1 0 0 0 0,1 0 0 0 0,0 0 0 0 0,-1 0 0 0 0,1 0 0 0 0,-1 1 0 0 0,1-1 2 0 0,-1 0-1 0 0,1 0 1 0 0,-1 0-1 0 0,1 0 1 0 0,0 0-1 0 0,-1 0 0 0 0,1 0 1 0 0,-1 0-1 0 0,1 0 1 0 0,-1 0-1 0 0,1 0 1 0 0,-1 0-1 0 0,1 0 1 0 0,0 0-1 0 0,-1-1 1 0 0,1 1-1 0 0,-1 0 0 0 0,1 0 1 0 0,0 0-1 0 0,-1-1 1 0 0,1 1-1 0 0,-1 0 1 0 0,1 0-1 0 0,0-1 1 0 0,-1 1-1 0 0,1 0 1 0 0,0-1-1 0 0,0 1 1 0 0,-1 0-1 0 0,1-1 0 0 0,0 1 1 0 0,0-1-1 0 0,-1 1 1 0 0,1 0-1 0 0,0-1 1 0 0,0 1-1 0 0,0-1 1 0 0,0 1-1 0 0,0-1 1 0 0,0 1-1 0 0,0 0 0 0 0,0-1 1 0 0,0 0-1 0 0,0 0 90 0 0,0-4 1579 0 0,0 9-1119 0 0,0-3-380 0 0,24 5 866 0 0,-24-3-792 0 0,1 1-1 0 0,-1-1 0 0 0,0 1 1 0 0,0 0-1 0 0,0-1 1 0 0,-1 1-1 0 0,1-1 0 0 0,-1 1 1 0 0,0-1-1 0 0,-1 5 1 0 0,1-8-237 0 0,0 0 1 0 0,0 0 0 0 0,0 1 0 0 0,0-1 0 0 0,0 0 0 0 0,0 0-1 0 0,0 1 1 0 0,0-1 0 0 0,0 1 0 0 0,0-1 0 0 0,0 1 0 0 0,1-1-1 0 0,-1 1 1 0 0,0-1 0 0 0,0 1 0 0 0,1 0 0 0 0,-1 0 0 0 0,-1 1-1 0 0,0 25 166 0 0,2-25-178 0 0,0-1 3 0 0,0-1 1 0 0,0 1-1 0 0,0-1 0 0 0,0 1 1 0 0,0-1-1 0 0,0 1 0 0 0,1-1 1 0 0,-1 1-1 0 0,0-1 0 0 0,0 0 1 0 0,1 1-1 0 0,-1-1 1 0 0,0 1-1 0 0,1-1 0 0 0,-1 0 1 0 0,0 1-1 0 0,1-1 0 0 0,-1 0 1 0 0,0 0-1 0 0,1 1 1 0 0,-1-1-1 0 0,1 0 0 0 0,-1 0 1 0 0,1 1-1 0 0,-1-1 0 0 0,0 0 1 0 0,2 0-1 0 0,-2 0 1 0 0,1 1 0 0 0,0-1-1 0 0,0 0 1 0 0,0 1 0 0 0,0-1-1 0 0,-1 1 1 0 0,1-1 0 0 0,0 1-1 0 0,0-1 1 0 0,-1 1 0 0 0,1 0-1 0 0,0-1 1 0 0,-1 1 0 0 0,1 0-1 0 0,-1 0 1 0 0,1-1 0 0 0,-1 1-1 0 0,1 0 1 0 0,-1 0 0 0 0,0 0-1 0 0,1 0 1 0 0,-1-1 0 0 0,0 1-1 0 0,0 0 1 0 0,1 0 0 0 0,-1 0-1 0 0,0 0 1 0 0,0 0 0 0 0,0 2 0 0 0,0 72 410 0 0,5-75-506 0 0,80 0 13 0 0,-29-1 80 0 0,-54 1-14 0 0,0 0 1 0 0,0 0 0 0 0,0-1 0 0 0,0 1 0 0 0,0-1-1 0 0,0 1 1 0 0,-1-1 0 0 0,1 0 0 0 0,0 0 0 0 0,0 0-1 0 0,0 0 1 0 0,-1 0 0 0 0,1 0 0 0 0,0 0 0 0 0,1-2-1 0 0,-2 1 17 0 0,0-1-1 0 0,-1 1 0 0 0,1-1 0 0 0,0 1 0 0 0,-1 0 0 0 0,0-1 1 0 0,1 1-1 0 0,-1-1 0 0 0,0 1 0 0 0,-1-5 0 0 0,1-6 39 0 0,0 12-37 0 0,0 0 1 0 0,0 1-1 0 0,-1-1 1 0 0,1 0-1 0 0,0 0 0 0 0,0 1 1 0 0,0-1-1 0 0,-1 0 1 0 0,1 1-1 0 0,0-1 0 0 0,-1 0 1 0 0,1 1-1 0 0,-1-1 1 0 0,1 0-1 0 0,-1 1 0 0 0,1-1 1 0 0,-1 1-1 0 0,1-1 1 0 0,-1 1-1 0 0,1-1 0 0 0,-1 1 1 0 0,0-1-1 0 0,1 1 1 0 0,-1 0-1 0 0,0-1 0 0 0,1 1 1 0 0,-2 0-1 0 0,1-1 8 0 0,0 1-1 0 0,0-1 0 0 0,0 1 1 0 0,0-1-1 0 0,0 0 1 0 0,0 1-1 0 0,0-1 0 0 0,0 0 1 0 0,0 1-1 0 0,1-1 0 0 0,-1 0 1 0 0,0 0-1 0 0,0 0 1 0 0,1 0-1 0 0,-1 0 0 0 0,1 0 1 0 0,-1 0-1 0 0,1 0 1 0 0,-1 0-1 0 0,1 0 0 0 0,0 0 1 0 0,-1 0-1 0 0,1 0 0 0 0,0-1 1 0 0,0 1-1 0 0,0 0 1 0 0,0 0-1 0 0,0-2 0 0 0,1 21 84 0 0,1 0-1 0 0,1 0 1 0 0,7 24-1 0 0,-6-29-76 0 0,-1 0 0 0 0,0 0 0 0 0,0 0-1 0 0,-1 0 1 0 0,-1 1 0 0 0,0-1 0 0 0,-1 0 0 0 0,-1 1-1 0 0,0-1 1 0 0,-5 25 0 0 0,-4-11 24 0 0,7-21-35 0 0,1 1-1 0 0,-1-1 1 0 0,1 1-1 0 0,1 0 0 0 0,-1 0 1 0 0,1 0-1 0 0,0 8 0 0 0,1-7 10 0 0,-3 27-51 0 0,2-34 15 0 0,1-1 0 0 0,0 1 0 0 0,-1 0 0 0 0,1-1 0 0 0,-1 1 0 0 0,1-1 0 0 0,0 1 0 0 0,-1-1 0 0 0,1 1 0 0 0,-1-1 0 0 0,0 1 0 0 0,1-1 0 0 0,-1 1 0 0 0,1-1 0 0 0,-1 0 0 0 0,0 1 0 0 0,1-1 0 0 0,-1 0 0 0 0,0 0 0 0 0,1 1-1 0 0,-1-1 1 0 0,0 0 0 0 0,0 0 0 0 0,1 0 0 0 0,-1 0 0 0 0,0 0 0 0 0,0 0 0 0 0,1 0 0 0 0,-1 0 0 0 0,0 0 0 0 0,1 0 0 0 0,-1 0 0 0 0,0-1 0 0 0,-1 1 0 0 0,1-3-549 0 0,0 1-1 0 0,0-1 0 0 0,0 1 1 0 0,1-1-1 0 0,-1 0 1 0 0,0 1-1 0 0,1-1 1 0 0,0 0-1 0 0,-1 0 1 0 0,1 1-1 0 0,0-1 1 0 0,1 0-1 0 0,-1 0 1 0 0,1-3-1 0 0,-1-1-358 0 0,0-32-3327 0 0,0 9 1160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30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71 80 0 0,'25'0'1574'0'0,"-20"6"3524"0"0,-5 6-3464 0 0,-5 9-976 0 0,-16-6-23 0 0,-22 17 1057 0 0,41-30-1583 0 0,0 0 0 0 0,0 0-1 0 0,0 0 1 0 0,1 0 0 0 0,-1 0 0 0 0,1 0-1 0 0,-1 0 1 0 0,1 1 0 0 0,0-1-1 0 0,0 1 1 0 0,0-1 0 0 0,0 1 0 0 0,0-1-1 0 0,0 1 1 0 0,1 0 0 0 0,-1 3-1 0 0,1-2-74 0 0,0 0 0 0 0,1 0 0 0 0,-1 0 0 0 0,1 1 0 0 0,0-1 0 0 0,0 0 0 0 0,0 0 0 0 0,1 0 0 0 0,-1 0 0 0 0,1 0 0 0 0,0-1-1 0 0,0 1 1 0 0,0 0 0 0 0,1-1 0 0 0,-1 0 0 0 0,1 1 0 0 0,0-1 0 0 0,0 0 0 0 0,0 0 0 0 0,0-1 0 0 0,0 1 0 0 0,1-1 0 0 0,-1 1 0 0 0,1-1-1 0 0,0 0 1 0 0,0 0 0 0 0,-1-1 0 0 0,8 3 0 0 0,6 1 67 0 0,1-1-1 0 0,1-1 1 0 0,-1 0 0 0 0,0-2-1 0 0,31 0 1 0 0,-41-1-101 0 0,0-1 0 0 0,0 0 0 0 0,-1 0 0 0 0,1-1 0 0 0,0 0 0 0 0,-1 0 0 0 0,0-1 0 0 0,1 1 0 0 0,-1-2 0 0 0,0 1 0 0 0,-1-1 0 0 0,8-5 0 0 0,-11 7 0 0 0,0-1 0 0 0,0 1 0 0 0,0-1 0 0 0,0 1 0 0 0,0-1 0 0 0,-1 0 0 0 0,1 0 0 0 0,-1-1 0 0 0,0 1 0 0 0,0 0 0 0 0,0-1 0 0 0,0 1 0 0 0,-1-1 0 0 0,0 1 0 0 0,1-1 0 0 0,-1 0 0 0 0,0 0 0 0 0,-1 1 0 0 0,1-1 0 0 0,-1 0 0 0 0,0 0 0 0 0,1 0 0 0 0,-2 0 0 0 0,1 0 0 0 0,-2-7 0 0 0,0 2 20 0 0,-1-1 1 0 0,0 1 0 0 0,-1 0 0 0 0,0-1-1 0 0,0 2 1 0 0,-1-1 0 0 0,0 0-1 0 0,-1 1 1 0 0,0 0 0 0 0,0 1 0 0 0,0-1-1 0 0,-1 1 1 0 0,0 0 0 0 0,-1 1-1 0 0,0 0 1 0 0,0 0 0 0 0,0 0 0 0 0,-10-4-1 0 0,5 4 11 0 0,1 1 0 0 0,-1 0 0 0 0,0 1 0 0 0,0 1 0 0 0,-1 0 0 0 0,1 1 0 0 0,0 0 0 0 0,-1 1 0 0 0,0 1 0 0 0,1 0 0 0 0,-1 0 0 0 0,1 2 0 0 0,-24 4 0 0 0,17-2-605 0 0,1 1 1 0 0,-1 2-1 0 0,-31 13 0 0 0,46-12-2053 0 0,5 4-3043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3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39 1361 0 0,'-3'0'9299'0'0,"-19"0"-9074"0"0,17 0 189 0 0,5 0-406 0 0,0 0 0 0 0,1 0 0 0 0,-1 0 0 0 0,0 0 0 0 0,0-1 0 0 0,0 1 1 0 0,0 0-1 0 0,0 0 0 0 0,0 0 0 0 0,0 0 0 0 0,0 0 0 0 0,0-1 1 0 0,0 1-1 0 0,0 0 0 0 0,1 0 0 0 0,-1 0 0 0 0,0-1 0 0 0,0 1 1 0 0,0 0-1 0 0,0 0 0 0 0,0 0 0 0 0,-1 0 0 0 0,1-1 0 0 0,0 1 1 0 0,0 0-1 0 0,0 0 0 0 0,0 0 0 0 0,0 0 0 0 0,0-1 0 0 0,0 1 1 0 0,0 0-1 0 0,0 0 0 0 0,0 0 0 0 0,0 0 0 0 0,-1 0 0 0 0,1-1 1 0 0,0 1-1 0 0,0 0 0 0 0,0 0 0 0 0,0 0 0 0 0,0 0 0 0 0,0 0 1 0 0,-1 0-1 0 0,1 0 0 0 0,0-1 0 0 0,0 1 0 0 0,0 0 0 0 0,0 0 0 0 0,-1 0 1 0 0,1 0-1 0 0,0 0 0 0 0,0 0 0 0 0,0 0 0 0 0,-1 0 0 0 0,1 0 1 0 0,0 0-1 0 0,0 0 0 0 0,0 0 0 0 0,0 0 0 0 0,-1 0 0 0 0,1 0 1 0 0,0 0-1 0 0,0 0 0 0 0,0 1 0 0 0,0-1 0 0 0,-1 0 0 0 0,-19-1 233 0 0,15-4 185 0 0,0-2-292 0 0,-1 5-76 0 0,5 2-47 0 0,1 0 0 0 0,-1 0 0 0 0,0 0 0 0 0,0 0 0 0 0,0 0 1 0 0,1-1-1 0 0,-1 1 0 0 0,0 0 0 0 0,0 0 0 0 0,0-1 0 0 0,1 1 0 0 0,-1 0 0 0 0,0-1 0 0 0,1 1 0 0 0,-1-1 1 0 0,0 1-1 0 0,1-1 0 0 0,-1 0 0 0 0,1 1 0 0 0,-1-1 0 0 0,0 1 0 0 0,1-1 0 0 0,0 0 0 0 0,-1 1 1 0 0,1-1-1 0 0,-1 0 0 0 0,1 0 0 0 0,0 1 0 0 0,-1-1 0 0 0,1 0 0 0 0,0-1 0 0 0,0 1 216 0 0,0 33 1547 0 0,-3-28-1722 0 0,0 1 0 0 0,1-1 0 0 0,-2 0 0 0 0,1 0 0 0 0,0-1 0 0 0,-1 1-1 0 0,0-1 1 0 0,0 1 0 0 0,0-1 0 0 0,-6 3 0 0 0,4-1 4 0 0,4-3 12 0 0,1 0 0 0 0,1 0 0 0 0,-1 0 0 0 0,0 0 0 0 0,0 0 0 0 0,1 1 0 0 0,-1-1 0 0 0,1 0 0 0 0,0 0 0 0 0,-1 0 0 0 0,1 1 1 0 0,0-1-1 0 0,1 0 0 0 0,-1 0 0 0 0,0 0 0 0 0,1 3 0 0 0,5 26-104 0 0,10-6-18 0 0,-15-24 54 0 0,0 1 0 0 0,1-1-1 0 0,-1 0 1 0 0,1 1 0 0 0,-1-1-1 0 0,1 0 1 0 0,-1 0 0 0 0,1 0-1 0 0,0-1 1 0 0,-1 1 0 0 0,1 0-1 0 0,0-1 1 0 0,0 1 0 0 0,0-1-1 0 0,0 1 1 0 0,0-1-1 0 0,-1 0 1 0 0,3 0 0 0 0,41 0-20 0 0,-29-1 6 0 0,29 3-57 0 0,-5-4 89 0 0,-34 1-18 0 0,109-18-27 0 0,-114 19 24 0 0,-1 0 0 0 0,0 0 0 0 0,1 0 1 0 0,-1 0-1 0 0,0 0 0 0 0,0 0 0 0 0,1-1 0 0 0,-1 1 0 0 0,0 0 0 0 0,0 0 0 0 0,0 0 0 0 0,1 0 0 0 0,-1 0 0 0 0,0-1 0 0 0,0 1 0 0 0,0 0 0 0 0,1 0 1 0 0,-1 0-1 0 0,0-1 0 0 0,0 1 0 0 0,0 0 0 0 0,0 0 0 0 0,1 0 0 0 0,-1-1 0 0 0,0 1 0 0 0,0 0 0 0 0,0 0 0 0 0,0-1 0 0 0,0 1 0 0 0,0 0 0 0 0,0 0 1 0 0,0-1-1 0 0,0 1 0 0 0,0 0 0 0 0,0-1 0 0 0,0 1 0 0 0,0 0 0 0 0,0 0 0 0 0,0-1 0 0 0,0 1 0 0 0,5-11-103 0 0,8 4 45 0 0,-13 7 61 0 0,1 0 0 0 0,-1 0-1 0 0,0 0 1 0 0,1 0-1 0 0,-1 0 1 0 0,1 0 0 0 0,-1 0-1 0 0,0-1 1 0 0,0 1-1 0 0,1 0 1 0 0,-1 0-1 0 0,0 0 1 0 0,1 0 0 0 0,-1-1-1 0 0,0 1 1 0 0,0 0-1 0 0,1 0 1 0 0,-1-1-1 0 0,0 1 1 0 0,0 0 0 0 0,1 0-1 0 0,-1-1 1 0 0,0 1-1 0 0,0 0 1 0 0,0-1-1 0 0,0 1 1 0 0,1 0 0 0 0,-1-1-1 0 0,0 1 1 0 0,0 0-1 0 0,0-1 1 0 0,0 1-1 0 0,0 0 1 0 0,0-1 0 0 0,0 1-1 0 0,0 0 1 0 0,0-1-1 0 0,0 1 1 0 0,0-1-1 0 0,0 1 1 0 0,0 0 0 0 0,-1-1-1 0 0,1 1 1 0 0,0 0-1 0 0,0-1 1 0 0,0 1-1 0 0,-2-1 19 0 0,0 0-1 0 0,1 0 0 0 0,-1 0 1 0 0,0 0-1 0 0,1 0 1 0 0,-1-1-1 0 0,1 1 0 0 0,0 0 1 0 0,-1-1-1 0 0,1 1 0 0 0,0-1 1 0 0,0 1-1 0 0,0-1 0 0 0,-1-2 1 0 0,-1-43 282 0 0,-8 126 713 0 0,1-16-599 0 0,11-55-334 0 0,0 0 0 0 0,0-1-1 0 0,0 1 1 0 0,5 13 0 0 0,-3-13-16 0 0,-1-1 0 0 0,0 1 1 0 0,-1-1-1 0 0,2 15 0 0 0,-5 5 83 0 0,2-21-108 0 0,-1 1-1 0 0,1 0 1 0 0,0-1-1 0 0,0 1 1 0 0,1 0-1 0 0,0-1 1 0 0,0 1-1 0 0,4 11 1 0 0,5-2 0 0 0,-9-13-39 0 0,1-1 0 0 0,0 0 0 0 0,-1 1 0 0 0,0-1 1 0 0,1 0-1 0 0,-1 1 0 0 0,0 0 0 0 0,0-1 0 0 0,0 1 0 0 0,-1 0 0 0 0,1-1 0 0 0,0 5 0 0 0,-1-6-38 0 0,0-1 0 0 0,0 1 0 0 0,-1-1 0 0 0,1 1 0 0 0,0-1 0 0 0,0 1 0 0 0,0-1 0 0 0,0 1 0 0 0,-1-1 0 0 0,1 1 0 0 0,0-1 0 0 0,-1 1 0 0 0,1-1 0 0 0,0 1 0 0 0,-1-1 0 0 0,1 0 0 0 0,0 1 0 0 0,-1-1 0 0 0,1 0 0 0 0,-1 1 0 0 0,1-1 0 0 0,0 0 0 0 0,-1 1 0 0 0,1-1 0 0 0,-1 0 0 0 0,1 0 0 0 0,-1 0-1 0 0,1 1 1 0 0,-1-1 0 0 0,0 0 0 0 0,1 0 0 0 0,-1 0 0 0 0,1 0 0 0 0,-1 0 0 0 0,1 0 0 0 0,-1 0 0 0 0,1 0 0 0 0,-1 0 0 0 0,1 0 0 0 0,-1 0 0 0 0,1-1 0 0 0,-1 1 0 0 0,1 0 0 0 0,-1 0 0 0 0,1 0 0 0 0,-1-1 0 0 0,0 1 0 0 0,0-1-167 0 0,1 1 0 0 0,-1-1 0 0 0,0 1 0 0 0,1-1 0 0 0,-1 1 0 0 0,0-1 0 0 0,1 0 0 0 0,-1 1 0 0 0,1-1 0 0 0,-1 1 0 0 0,1-1 0 0 0,-1 0 0 0 0,1 0 0 0 0,-1 1 0 0 0,1-1 0 0 0,0 0 0 0 0,-1 0 0 0 0,1 0 0 0 0,0 1 0 0 0,0-1 0 0 0,0 0 0 0 0,0 0 0 0 0,0 0 0 0 0,0-1 0 0 0,-1 1-36 0 0,1-1 0 0 0,1 0 1 0 0,-1 1-1 0 0,0-1 0 0 0,0 0 0 0 0,1 1 0 0 0,-1-1 0 0 0,1 1 0 0 0,-1-1 1 0 0,1 1-1 0 0,0-1 0 0 0,-1 1 0 0 0,1-1 0 0 0,0 1 0 0 0,0 0 0 0 0,0-1 1 0 0,0 1-1 0 0,0 0 0 0 0,0 0 0 0 0,3-2 0 0 0,-3 2 38 0 0,0 0 0 0 0,0 0 0 0 0,1 0 0 0 0,-1-1-1 0 0,0 1 1 0 0,0 0 0 0 0,0 0 0 0 0,-1-1 0 0 0,1 1 0 0 0,0-1-1 0 0,0 1 1 0 0,-1-1 0 0 0,1 1 0 0 0,-1-1 0 0 0,1 1 0 0 0,-1-1-1 0 0,0 1 1 0 0,1-1 0 0 0,-1 0 0 0 0,0-2 0 0 0,0-20-2532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3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45 880 0 0,'0'0'93'0'0,"0"0"0"0"0,1 0 0 0 0,-1-1 0 0 0,0 1 0 0 0,0 0 0 0 0,0 0 0 0 0,0 0 0 0 0,0 0 0 0 0,0 0 0 0 0,0-1 0 0 0,0 1 0 0 0,0 0 0 0 0,0 0 0 0 0,0 0 0 0 0,0 0 0 0 0,0-1 0 0 0,0 1 0 0 0,0 0 0 0 0,0 0 0 0 0,0 0 0 0 0,0 0 0 0 0,0-1 0 0 0,0 1 0 0 0,0 0 0 0 0,0 0 0 0 0,0 0 0 0 0,0 0 0 0 0,0-1 0 0 0,0 1 0 0 0,0 0 0 0 0,0 0 0 0 0,0 0 0 0 0,0 0 0 0 0,0 0 0 0 0,-1-1 0 0 0,1 1 0 0 0,0 0 0 0 0,0 0 0 0 0,0 0 0 0 0,0 0 0 0 0,0 0 0 0 0,0 0 0 0 0,-1 0 0 0 0,1 0 0 0 0,0 0 0 0 0,0-1 0 0 0,0 1 0 0 0,0 0 0 0 0,-1 0 0 0 0,1 0 0 0 0,0 0 0 0 0,0 0 0 0 0,0 0 0 0 0,0 0 0 0 0,-1 0 0 0 0,1 0 0 0 0,0 0 0 0 0,0 0 0 0 0,0 0 0 0 0,0 0 0 0 0,-1 0 0 0 0,1 0 0 0 0,0 1 0 0 0,0-1 0 0 0,0 0 0 0 0,0 0 0 0 0,0 0 0 0 0,-1 0 0 0 0,1 0 0 0 0,-20 0 734 0 0,15 0-200 0 0,0 1-200 0 0,-166 37 2067 0 0,167-37-2330 0 0,-1 1 1 0 0,1 0-1 0 0,0 0 0 0 0,0 0 0 0 0,0 0 0 0 0,1 1 0 0 0,-1-1 0 0 0,0 1 0 0 0,1 0 0 0 0,-6 7 0 0 0,-3 2 339 0 0,11-11-467 0 0,0-1-1 0 0,0 1 1 0 0,0 0-1 0 0,1 0 1 0 0,-1-1-1 0 0,0 1 1 0 0,1 0-1 0 0,-1 0 1 0 0,1 0-1 0 0,-1 0 1 0 0,1 0-1 0 0,0 0 1 0 0,-1 0-1 0 0,1 0 1 0 0,0 0-1 0 0,-1 0 1 0 0,1 0-1 0 0,0 0 1 0 0,0 0-1 0 0,0 0 1 0 0,0 0-1 0 0,0 0 1 0 0,0 0-1 0 0,0 0 1 0 0,1 0-1 0 0,-1 0 1 0 0,0 0-1 0 0,0 0 1 0 0,1 0-1 0 0,-1 0 1 0 0,1 1-1 0 0,20 25 308 0 0,-15-21-301 0 0,-1 0-29 0 0,1 0 0 0 0,0-1 0 0 0,0 0 0 0 0,0 0 1 0 0,1 0-1 0 0,-1-1 0 0 0,1 0 0 0 0,0-1 0 0 0,0 1 0 0 0,1-1 0 0 0,-1-1 1 0 0,1 1-1 0 0,0-1 0 0 0,7 1 0 0 0,28 5 77 0 0,49 4 1 0 0,-70-10-82 0 0,1 0-67 0 0,0-1 0 0 0,1-1 0 0 0,-1-1 0 0 0,0-1 1 0 0,0-1-1 0 0,0-1 0 0 0,-1-1 0 0 0,41-14 0 0 0,-60 18 50 0 0,0 0-1 0 0,0-1 0 0 0,1 1 1 0 0,-1-1-1 0 0,-1 0 0 0 0,1 0 0 0 0,0 0 1 0 0,0 0-1 0 0,-1-1 0 0 0,1 1 1 0 0,-1-1-1 0 0,0 1 0 0 0,0-1 1 0 0,0 0-1 0 0,0 0 0 0 0,0 0 0 0 0,2-4 1 0 0,-4 5 15 0 0,1-1 1 0 0,-1 1-1 0 0,1 0 0 0 0,-1-1 1 0 0,0 1-1 0 0,0 0 0 0 0,0-1 1 0 0,0 1-1 0 0,-1 0 1 0 0,1-1-1 0 0,0 1 0 0 0,-1 0 1 0 0,0 0-1 0 0,1-1 1 0 0,-1 1-1 0 0,0 0 0 0 0,0 0 1 0 0,0 0-1 0 0,-1 0 1 0 0,1 0-1 0 0,0 0 0 0 0,-3-2 1 0 0,-5-6 70 0 0,-1 0-1 0 0,0 1 1 0 0,-1 0 0 0 0,0 0 0 0 0,0 1 0 0 0,-1 1-1 0 0,-17-9 1 0 0,16 9-20 0 0,-4-2 49 0 0,-1 1 0 0 0,0 1 0 0 0,0 0 0 0 0,-1 1 0 0 0,0 1 0 0 0,0 1 0 0 0,0 1 0 0 0,-32-2 0 0 0,-47 8-1894 0 0,2 12-5926 0 0,91-15 4004 0 0,5-5 121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3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5603 0 0,'-25'11'2281'0'0,"20"-8"-1815"0"0,4-5-612 0 0,7 0 226 0 0,19 6 440 0 0,-26-3-140 0 0,7 2-293 0 0,501 65 2968 0 0,-64-46-1548 0 0,-312-8-1040 0 0,59 0 53 0 0,-29-3-120 0 0,-93-5-82 0 0,77-3 0 0 0,40 2 220 0 0,15 12 36 0 0,66-2 213 0 0,423-5 2027 0 0,-288-34-1213 0 0,-172 3-1038 0 0,131-9 155 0 0,61-1 242 0 0,122 19-13 0 0,-65 42-373 0 0,-175 11-174 0 0,-99-11-240 0 0,389 40 707 0 0,-386-50-494 0 0,-101-12-119 0 0,129 27 0 0 0,-155-21-48 0 0,1-5 1 0 0,119 1-1 0 0,-24-3 295 0 0,165 29 299 0 0,-24 14-106 0 0,122-9 978 0 0,-74-10-1490 0 0,-341-27-81 0 0,-29-3-2171 0 0,-44-7-3511 0 0,-36-15 219 0 0,-127-34-5630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212 121 2321 0 0,'-41'3'4782'0'0,"-69"-5"0"0"0,54 1-2674 0 0,51 1-40 0 0,14 0 3543 0 0,48-4-4859 0 0,3 0-576 0 0,538-51 2889 0 0,-553 49-3185 0 0,-35 4-440 0 0,-20-4-7084 0 0,-101-19-3254 0 0,51 6 5816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1 800 0 0,'31'7'2802'0'0,"-31"18"1039"0"0,-31 44 802 0 0,1 2-2002 0 0,0-7-1681 0 0,30-6-480 0 0,-30 11-159 0 0,30 8-1 0 0,-30-14-160 0 0,30-19-240 0 0,-30-11-400 0 0,30-22-1601 0 0,30-11-1761 0 0,30-19-1681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1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277 166 400 0 0,'3'8'5490'0'0,"9"-6"-3944"0"0,-12-2-1517 0 0,1 0 0 0 0,-1 0 1 0 0,0 0-1 0 0,0 0 0 0 0,1 1 0 0 0,-1-1 0 0 0,0 0 0 0 0,0 0 0 0 0,1 0 0 0 0,-1 0 1 0 0,0 0-1 0 0,0 0 0 0 0,1 0 0 0 0,-1 0 0 0 0,0 0 0 0 0,0 0 0 0 0,1 0 0 0 0,-1 0 1 0 0,0 0-1 0 0,0 0 0 0 0,1 0 0 0 0,-1 0 0 0 0,0 0 0 0 0,0-1 0 0 0,0 1 0 0 0,1 0 1 0 0,-1 0-1 0 0,0 0 0 0 0,0 0 0 0 0,1 0 0 0 0,-1 0 0 0 0,0-1 0 0 0,0 1 0 0 0,0 0 1 0 0,0 0-1 0 0,1 0 0 0 0,-1-1 0 0 0,0 1 0 0 0,0 0 0 0 0,0 0 0 0 0,0 0 0 0 0,0-1 1 0 0,0 1-1 0 0,0 0 0 0 0,1 0 0 0 0,-1-1 0 0 0,0 1 0 0 0,0 0 0 0 0,0 0 1 0 0,0-1-1 0 0,0 1 0 0 0,-30-7 1028 0 0,21 5-534 0 0,-1-1-1 0 0,0 1 1 0 0,0 1-1 0 0,0 0 1 0 0,0 0 0 0 0,0 1-1 0 0,0 1 1 0 0,0-1-1 0 0,-17 5 1 0 0,-5 1 567 0 0,23-5-938 0 0,-1 1-1 0 0,0 0 1 0 0,0 0 0 0 0,0 1 0 0 0,1 1 0 0 0,0-1 0 0 0,-1 2 0 0 0,1-1 0 0 0,1 1 0 0 0,-12 8 0 0 0,19-12-147 0 0,0-1 0 0 0,0 1 0 0 0,1 0 0 0 0,-1 0 0 0 0,0-1 0 0 0,1 1 0 0 0,-1 0 0 0 0,1 0 0 0 0,-1 0 0 0 0,1 0 0 0 0,-1 0 0 0 0,1 0 0 0 0,0 0 0 0 0,-1 0 0 0 0,1 0 0 0 0,0 0 0 0 0,0 0 0 0 0,-1 0 0 0 0,1 0 0 0 0,0 0 0 0 0,0 0 0 0 0,0 0 0 0 0,0 0 0 0 0,1 0 0 0 0,-1 0 0 0 0,0 0 0 0 0,0 0 0 0 0,1 0 0 0 0,-1 0 0 0 0,0 0 0 0 0,1 0 0 0 0,-1 0 0 0 0,1 0 0 0 0,-1 0 0 0 0,1-1 0 0 0,1 2 0 0 0,0 1 13 0 0,0-1 0 0 0,0 1 0 0 0,1-1 0 0 0,-1 0 0 0 0,1 0 0 0 0,0 0 0 0 0,-1 0 0 0 0,7 2 0 0 0,9 2 96 0 0,1 0 0 0 0,0-2 1 0 0,0 0-1 0 0,0-2 0 0 0,0 0 1 0 0,0-1-1 0 0,1 0 0 0 0,-1-2 1 0 0,0-1-1 0 0,0 0 0 0 0,0-1 1 0 0,0-1-1 0 0,31-11 0 0 0,-48 15-88 0 0,0-1-1 0 0,0 0 0 0 0,0 0 0 0 0,1 0 0 0 0,-1 0 1 0 0,-1 0-1 0 0,1 0 0 0 0,0-1 0 0 0,0 1 0 0 0,0-1 1 0 0,-1 1-1 0 0,1-1 0 0 0,-1 0 0 0 0,1 0 0 0 0,-1 1 1 0 0,0-1-1 0 0,1 0 0 0 0,-1 0 0 0 0,0 0 0 0 0,0-1 1 0 0,-1 1-1 0 0,1 0 0 0 0,0 0 0 0 0,-1 0 0 0 0,1-1 1 0 0,-1 1-1 0 0,0 0 0 0 0,0 0 0 0 0,0-1 0 0 0,0 1 1 0 0,0 0-1 0 0,0-1 0 0 0,0 1 0 0 0,-1 0 0 0 0,1 0 1 0 0,-1-1-1 0 0,0 1 0 0 0,0 0 0 0 0,0 0 0 0 0,0 0 1 0 0,0 0-1 0 0,0 0 0 0 0,0 0 0 0 0,-3-2 0 0 0,-11-15-99 0 0,-1 2 0 0 0,-19-17 0 0 0,-5-4-637 0 0,34 30 207 0 0,-2 1 1 0 0,1 0-1 0 0,-1 0 1 0 0,0 1-1 0 0,0 0 1 0 0,-16-9 0 0 0,-27 0-5351 0 0,46 14 772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0 160 0 0,'0'0'2468'0'0,"-5"1"-94"0"0,1 0-1918 0 0,4-1-350 0 0,-1 0 0 0 0,0 0 0 0 0,0 0 0 0 0,0 0 0 0 0,0 0 0 0 0,0 0-1 0 0,1 0 1 0 0,-1 0 0 0 0,0 1 0 0 0,0-1 0 0 0,0 0 0 0 0,1 1 0 0 0,-1-1 0 0 0,0 0 0 0 0,0 1-1 0 0,1-1 1 0 0,-1 1 0 0 0,0 0 0 0 0,1-1 0 0 0,-1 1 0 0 0,0-1 0 0 0,1 1 0 0 0,-1 0-1 0 0,1-1 1 0 0,-1 1 0 0 0,1 0 0 0 0,0 0 0 0 0,-1-1 0 0 0,1 1 0 0 0,0 0 0 0 0,-1 0 0 0 0,1 0-1 0 0,0 0 1 0 0,0 1 0 0 0,-1-1 6 0 0,1 0-1 0 0,0 0 1 0 0,0 0-1 0 0,0 0 1 0 0,-1 0-1 0 0,1 1 1 0 0,0-1 0 0 0,-1 0-1 0 0,1 0 1 0 0,-1 0-1 0 0,1 0 1 0 0,-1 0-1 0 0,0 0 1 0 0,1 0-1 0 0,-1 0 1 0 0,0-1-1 0 0,0 1 1 0 0,0 0-1 0 0,0 0 1 0 0,0 0 0 0 0,1-1-1 0 0,-3 2 1 0 0,-8 8 670 0 0,5 4-11 0 0,-1 0-1 0 0,2 1 0 0 0,-7 26 1 0 0,2 20 203 0 0,1-28-666 0 0,5-19-199 0 0,1 0 0 0 0,0 0 0 0 0,0 0 0 0 0,0 24 0 0 0,2-22-41 0 0,0-1-1 0 0,-1 0 1 0 0,-1 1-1 0 0,-6 18 0 0 0,0 3 77 0 0,2-4-51 0 0,5-19-82 0 0,-1 0 0 0 0,0 0 0 0 0,-1 0 0 0 0,-1 0 0 0 0,-6 13 1 0 0,6-18-91 0 0,0 1 0 0 0,1 0 1 0 0,0 0-1 0 0,1 0 1 0 0,0 1-1 0 0,1-1 1 0 0,0 1-1 0 0,-1 15 1 0 0,4-25-23 0 0,-1 0 0 0 0,0 0 0 0 0,0 0 0 0 0,0 0 0 0 0,0 0 0 0 0,0 0 0 0 0,0 0 0 0 0,0-1 0 0 0,0 1 0 0 0,0 0 0 0 0,0 0 0 0 0,-1 0 0 0 0,1 0 0 0 0,0 0 0 0 0,0 0 0 0 0,-1 0 0 0 0,1 0 0 0 0,-1 0 0 0 0,1-1 0 0 0,-1 1 0 0 0,1 0 0 0 0,-1 0 0 0 0,0-1 0 0 0,1 1 0 0 0,-1 0 0 0 0,0-1 0 0 0,0 1 0 0 0,1 0 0 0 0,-1-1 0 0 0,0 1 0 0 0,0-1 0 0 0,0 0 0 0 0,0 1 0 0 0,0-1 0 0 0,1 0 0 0 0,-1 1 0 0 0,0-1 0 0 0,0 0 0 0 0,0 0 0 0 0,-2 0 0 0 0,-1 1-587 0 0,-1-1-4128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2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39 800 0 0,'-30'7'3762'0'0,"30"-1"-400"0"0,30-6-481 0 0,-30 6-640 0 0,30-6-480 0 0,30 0-561 0 0,31 0-479 0 0,0-6-881 0 0,-1 0-1041 0 0,1-7-1120 0 0,-1-1-1761 0 0,-35 9-400 0 0,5-9 960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8 2401 0 0,'-21'3'2277'0'0,"-1"-1"0"0"0,1-2 0 0 0,-38-2-1 0 0,1-1 516 0 0,58 1-2153 0 0,0 2-616 0 0,-1 0-1 0 0,1 0 1 0 0,0 0-1 0 0,0 0 1 0 0,0-1-1 0 0,0 1 1 0 0,0 0 0 0 0,0 0-1 0 0,0 0 1 0 0,0 0-1 0 0,0-1 1 0 0,0 1-1 0 0,0 0 1 0 0,0 0-1 0 0,0 0 1 0 0,0-1 0 0 0,0 1-1 0 0,0 0 1 0 0,0 0-1 0 0,0 0 1 0 0,0 0-1 0 0,0-1 1 0 0,0 1-1 0 0,0 0 1 0 0,0 0 0 0 0,1 0-1 0 0,-1 0 1 0 0,0 0-1 0 0,0-1 1 0 0,0 1-1 0 0,0 0 1 0 0,0 0-1 0 0,0 0 1 0 0,1 0 0 0 0,-1 0-1 0 0,0 0 1 0 0,0 0-1 0 0,0 0 1 0 0,0-1-1 0 0,0 1 1 0 0,1 0-1 0 0,-1 0 1 0 0,0 0 0 0 0,0 0-1 0 0,0 0 1 0 0,0 0-1 0 0,1 0 1 0 0,-1 0-1 0 0,0 0 1 0 0,0 0 0 0 0,0 0-1 0 0,0 0 1 0 0,1 0-1 0 0,-1 0 1 0 0,0 0-1 0 0,0 0 1 0 0,1 0-1 0 0,19 0 205 0 0,-20 0-217 0 0,0 0 0 0 0,0 0 0 0 0,0 0 0 0 0,1 0 0 0 0,-1 0 0 0 0,0 0 0 0 0,0 0 0 0 0,0 0 0 0 0,1 0 0 0 0,-1 0-1 0 0,0 0 1 0 0,0 0 0 0 0,0 0 0 0 0,0 0 0 0 0,1 0 0 0 0,-1 1 0 0 0,0-1 0 0 0,0 0 0 0 0,0 0 0 0 0,0 0 0 0 0,1 0 0 0 0,-1 0 0 0 0,0 0 0 0 0,0 0 0 0 0,0 0-1 0 0,0 1 1 0 0,0-1 0 0 0,0 0 0 0 0,1 0 0 0 0,-1 0 0 0 0,0 0 0 0 0,0 0 0 0 0,0 1 0 0 0,0-1 0 0 0,0 0 0 0 0,0 0 0 0 0,0 0 0 0 0,0 1 0 0 0,0-1 0 0 0,0 0-1 0 0,0 0 1 0 0,0 0 0 0 0,0 0 0 0 0,0 1 0 0 0,0-1 0 0 0,0 0 0 0 0,0 0 0 0 0,0 0 0 0 0,0 1 0 0 0,0-1 0 0 0,0 0 0 0 0,0 0 0 0 0,0 0 0 0 0,0 1 0 0 0,0-1 4 0 0,0 0 1 0 0,-1 0-1 0 0,1 1 1 0 0,0-1-1 0 0,0 0 1 0 0,0 0-1 0 0,0 0 1 0 0,0 1-1 0 0,0-1 1 0 0,0 0-1 0 0,0 0 1 0 0,0 1-1 0 0,0-1 1 0 0,0 0-1 0 0,0 0 1 0 0,0 1-1 0 0,0-1 1 0 0,0 0-1 0 0,1 0 1 0 0,-1 1-1 0 0,0-1 1 0 0,0 0-1 0 0,0 0 1 0 0,0 0-1 0 0,0 1 1 0 0,0-1-1 0 0,1 0 1 0 0,-1 0-1 0 0,0 0 1 0 0,0 1-1 0 0,0-1 1 0 0,1 0-1 0 0,-1 0 1 0 0,0 0-1 0 0,0 0 1 0 0,0 0-1 0 0,1 0 1 0 0,-1 1-1 0 0,0-1 1 0 0,0 0-1 0 0,1 0 1 0 0,-1 0 0 0 0,0 0-1 0 0,0 0 1 0 0,1 0-1 0 0,0 0 4 0 0,0 0-13 0 0,0 0-1 0 0,0 0 1 0 0,0 0 0 0 0,0 0 0 0 0,0 0 0 0 0,0 0 0 0 0,0 0 0 0 0,0 0 0 0 0,0 1 0 0 0,0-1 0 0 0,0 0 0 0 0,0 1 0 0 0,-1-1-1 0 0,1 0 1 0 0,0 1 0 0 0,0-1 0 0 0,0 1 0 0 0,-1 0 0 0 0,1-1 0 0 0,0 1 0 0 0,0-1 0 0 0,-1 1 0 0 0,1 0 0 0 0,-1 0 0 0 0,1-1-1 0 0,-1 1 1 0 0,1 0 0 0 0,0 1 0 0 0,-1-1 1 0 0,0-1-1 0 0,0 1 0 0 0,0 0 1 0 0,0 0-1 0 0,1-1 1 0 0,-1 1-1 0 0,0 0 0 0 0,0-1 1 0 0,1 1-1 0 0,-1 0 1 0 0,0-1-1 0 0,1 1 1 0 0,-1-1-1 0 0,1 1 0 0 0,-1-1 1 0 0,1 1-1 0 0,-1 0 1 0 0,1-1-1 0 0,-1 0 0 0 0,1 1 1 0 0,-1-1-1 0 0,1 1 1 0 0,0-1-1 0 0,-1 0 1 0 0,1 1-1 0 0,0-1 0 0 0,-1 0 1 0 0,1 0-1 0 0,0 1 1 0 0,0-1-1 0 0,0 0-1 0 0,0 0 0 0 0,0 1-1 0 0,-1-1 1 0 0,1 0 0 0 0,0 1 0 0 0,0-1 0 0 0,0 0 0 0 0,-1 1-1 0 0,1-1 1 0 0,0 1 0 0 0,-1 0 0 0 0,1-1 0 0 0,0 1-1 0 0,-1-1 1 0 0,1 1 0 0 0,-1 0 0 0 0,1 0 0 0 0,-1-1-1 0 0,1 1 1 0 0,-1 0 0 0 0,1 0 0 0 0,-1-1 0 0 0,0 1-1 0 0,0 0 1 0 0,1 0 0 0 0,-1 0 0 0 0,0 0 0 0 0,0 0-1 0 0,0-1 1 0 0,0 1 0 0 0,0 0 0 0 0,0 0 0 0 0,0 0-1 0 0,0 0 1 0 0,0 0 0 0 0,0 0 0 0 0,-1-1 0 0 0,1 1 0 0 0,0 0-1 0 0,-1 0 1 0 0,1 0 0 0 0,0-1 0 0 0,-1 1 0 0 0,1 0-1 0 0,-1 0 1 0 0,0 0 0 0 0,-6 16 60 0 0,4-10-24 0 0,0 0 1 0 0,0 1-1 0 0,1-1 0 0 0,0 1 1 0 0,0 0-1 0 0,-1 15 1 0 0,3-22-40 0 0,0 0 1 0 0,0 0 0 0 0,0 0-1 0 0,0 0 1 0 0,0 0-1 0 0,0 0 1 0 0,0 0-1 0 0,-1 0 1 0 0,1 0 0 0 0,0 0-1 0 0,-1 0 1 0 0,1 0-1 0 0,-1 0 1 0 0,1 0-1 0 0,-1 0 1 0 0,1 0 0 0 0,-1 0-1 0 0,1 0 1 0 0,-1 0-1 0 0,0-1 1 0 0,0 1-1 0 0,1 0 1 0 0,-1-1 0 0 0,0 1-1 0 0,0 0 1 0 0,0-1-1 0 0,0 1 1 0 0,0-1 0 0 0,-1 1-1 0 0,1-1-1 0 0,0 1 1 0 0,1-1-1 0 0,-1 1 0 0 0,0-1 0 0 0,0 1 0 0 0,0-1 1 0 0,1 1-1 0 0,-1-1 0 0 0,0 1 0 0 0,1 0 0 0 0,-1-1 1 0 0,0 1-1 0 0,1 0 0 0 0,-1-1 0 0 0,1 1 0 0 0,-1 0 1 0 0,1 0-1 0 0,-1 0 0 0 0,1 0 0 0 0,0-1 0 0 0,-1 1 1 0 0,1 0-1 0 0,0 0 0 0 0,0 0 0 0 0,0 0 1 0 0,0 0-1 0 0,0 0 0 0 0,0 2 0 0 0,-5-3 40 0 0,-1-2-39 0 0,1 1 1 0 0,0-1-1 0 0,0 0 0 0 0,0 0 0 0 0,0 0 0 0 0,0-1 1 0 0,1 1-1 0 0,-1-1 0 0 0,1 0 0 0 0,-8-7 1 0 0,-7-3-2 0 0,-1 0 0 0 0,-1 1 0 0 0,0 1 0 0 0,-43-15 0 0 0,61 24-5 0 0,0 1 0 0 0,0 1 0 0 0,0-1 0 0 0,0 0 0 0 0,0 1 0 0 0,0 0 0 0 0,0-1 0 0 0,-1 1 0 0 0,1 0 0 0 0,0 1 0 0 0,0-1 0 0 0,-5 2 0 0 0,7-2 4 0 0,1 0 0 0 0,-1 0 0 0 0,0 1 0 0 0,1-1 0 0 0,-1 0 0 0 0,1 1 0 0 0,-1-1 0 0 0,1 1 0 0 0,-1-1 0 0 0,1 1 0 0 0,-1-1 0 0 0,1 1 0 0 0,-1-1 0 0 0,1 1 0 0 0,-1 0 0 0 0,1-1 0 0 0,0 1 0 0 0,-1 0 0 0 0,1-1 0 0 0,0 1-1 0 0,0 0 1 0 0,-1-1 0 0 0,1 1 0 0 0,0 1 0 0 0,0 0 3 0 0,0 1 0 0 0,1-1 0 0 0,-1 1 0 0 0,1-1 0 0 0,-1 0 0 0 0,1 1 0 0 0,0-1 0 0 0,0 0 0 0 0,0 1 0 0 0,0-1 0 0 0,2 3 0 0 0,5 6 24 0 0,0-1 1 0 0,0 0-1 0 0,1 0 0 0 0,0-1 1 0 0,1 0-1 0 0,0 0 0 0 0,0-1 1 0 0,1-1-1 0 0,0 0 1 0 0,0 0-1 0 0,1-1 0 0 0,21 8 1 0 0,-24-10-241 0 0,1-1 0 0 0,0 0 0 0 0,0 0 0 0 0,0-1 0 0 0,0 0 0 0 0,1 0 0 0 0,-1-1 0 0 0,0-1 0 0 0,1 0 0 0 0,-1 0 0 0 0,1-1 0 0 0,-1-1 0 0 0,0 1 0 0 0,1-1 0 0 0,-1-1 0 0 0,0 0 1 0 0,14-7-1 0 0,-22 9-10 0 0,0 0 1 0 0,0 0 0 0 0,0-1 0 0 0,0 1-1 0 0,0 0 1 0 0,0-1 0 0 0,0 0 0 0 0,-1 1-1 0 0,1-1 1 0 0,-1 0 0 0 0,1 0 0 0 0,-1 0-1 0 0,0 0 1 0 0,0 0 0 0 0,1 0 0 0 0,-1 0-1 0 0,-1 0 1 0 0,1 0 0 0 0,0 0 0 0 0,-1-1-1 0 0,1 1 1 0 0,-1 0 0 0 0,1-1 0 0 0,-1-2-1 0 0,4-11-1304 0 0,21-64-5636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6 4402 0 0,'86'-5'3935'0'0,"-86"5"-3878"0"0,0 0 1 0 0,1 1-1 0 0,-1-1 0 0 0,1 1 0 0 0,-1-1 1 0 0,0 1-1 0 0,1-1 0 0 0,-1 1 1 0 0,0-1-1 0 0,1 1 0 0 0,-1-1 0 0 0,0 1 1 0 0,0-1-1 0 0,0 1 0 0 0,0-1 0 0 0,1 1 1 0 0,-1-1-1 0 0,0 1 0 0 0,0-1 0 0 0,0 1 1 0 0,0 0-1 0 0,0-1 0 0 0,0 1 0 0 0,0-1 1 0 0,0 1-1 0 0,-1-1 0 0 0,1 1 0 0 0,0 0 1 0 0,0-1-1 0 0,0 1 0 0 0,-1-1 1 0 0,1 1-1 0 0,0-1 0 0 0,0 1 0 0 0,-1-1 1 0 0,1 1-1 0 0,0-1 0 0 0,-1 0 0 0 0,1 1 1 0 0,-1 0-1 0 0,-24 29 1423 0 0,14-17-793 0 0,0 1 0 0 0,1 0 0 0 0,-14 28 0 0 0,-19 46 990 0 0,3 2-1 0 0,-32 111 0 0 0,54-153-971 0 0,13-36-558 0 0,0 1 0 0 0,1-1 0 0 0,0 1 0 0 0,1 0 1 0 0,-3 23-1 0 0,7-28-146 0 0,0 0 0 0 0,1 0 0 0 0,0 0 0 0 0,1 0 0 0 0,0-1 0 0 0,0 1 0 0 0,5 9 0 0 0,9 23-303 0 0,-17-37 162 0 0,1-1 0 0 0,-1 0 0 0 0,1 1 0 0 0,0-1 0 0 0,0 1 0 0 0,0-1 0 0 0,0 0-1 0 0,0 1 1 0 0,0-1 0 0 0,1 0 0 0 0,-1 0 0 0 0,1 0 0 0 0,-1 0 0 0 0,1 0 0 0 0,3 2-1 0 0,-3-3-212 0 0,1 0-1 0 0,-1-1 0 0 0,1 1 0 0 0,-1-1 0 0 0,0 0 0 0 0,1 0 1 0 0,-1 0-1 0 0,1 0 0 0 0,-1 0 0 0 0,1 0 0 0 0,-1-1 0 0 0,1 1 1 0 0,-1-1-1 0 0,0 1 0 0 0,1-1 0 0 0,1-1 0 0 0,27-11-5262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1040 0 0,'18'3'582'0'0,"-6"0"5159"0"0,19-3-3246 0 0,-33 2-2297 0 0,9 1-156 0 0,-6-3-23 0 0,0 0 0 0 0,0 0 1 0 0,0 0-1 0 0,0 0 0 0 0,1 1 1 0 0,-1-1-1 0 0,0 0 0 0 0,0 1 0 0 0,0-1 1 0 0,0 1-1 0 0,0-1 0 0 0,0 1 0 0 0,0 0 1 0 0,0-1-1 0 0,0 1 0 0 0,0 0 1 0 0,0 0-1 0 0,-1-1 0 0 0,3 3 0 0 0,0 29 1131 0 0,-3-30-1098 0 0,0 0 108 0 0,0-1-13 0 0,0 3-53 0 0,0-5-71 0 0,0 1 0 0 0,1-1 0 0 0,-1 1 0 0 0,0-1 0 0 0,1 1 0 0 0,-1-1 0 0 0,0 1 0 0 0,1 0 0 0 0,-1-1 0 0 0,1 1 0 0 0,-1 0 1 0 0,1-1-1 0 0,-1 1 0 0 0,1 0 0 0 0,-1 0 0 0 0,1-1 0 0 0,-1 1 0 0 0,1 0 0 0 0,-1 0 0 0 0,1 0 0 0 0,0 0 0 0 0,-1 0 0 0 0,1 0 1 0 0,-1 0-1 0 0,1 0 0 0 0,-1 0 0 0 0,1 0 0 0 0,0 0 0 0 0,-1 0 0 0 0,1 0 0 0 0,-1 0 0 0 0,1 1 0 0 0,-1-1 0 0 0,1 0 0 0 0,-1 0 1 0 0,1 1-1 0 0,-1-1 0 0 0,1 0 0 0 0,-1 0 0 0 0,1 1 0 0 0,-1-1 0 0 0,1 1 0 0 0,13 3 1079 0 0,2-3-839 0 0,0 0 0 0 0,28 8 1 0 0,26 4 213 0 0,-14-12-60 0 0,1-1 0 0 0,-1-3 1 0 0,0-3-1 0 0,80-17 0 0 0,70-9 125 0 0,6 12-129 0 0,28-5 1 0 0,-152 17-180 0 0,96-2 146 0 0,394-16 97 0 0,-563 25-461 0 0,289-8 477 0 0,86-7 281 0 0,322-15 187 0 0,-319 21-645 0 0,-152 2-112 0 0,136 1 383 0 0,-96 13-454 0 0,-296-3-1121 0 0,4 3-218 0 0,-18-1-2722 0 0,-97 6-6624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0:5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0 720 0 0,'-25'5'2081'0'0,"20"-4"-400"0"0,3-3 179 0 0,9-1-1519 0 0,18 2 3394 0 0,-27 3-2774 0 0,9 1-721 0 0,20 0 414 0 0,0-1 1 0 0,29-2-1 0 0,35 3-3 0 0,512 91 1830 0 0,-440-77-2099 0 0,-61-8-123 0 0,104 11 601 0 0,367-12 0 0 0,-125-11 314 0 0,-227-3-694 0 0,-142 6-400 0 0,611-19 868 0 0,-281 9-664 0 0,-140 9-8 0 0,188-6-183 0 0,-269 5-11 0 0,168 3 130 0 0,65 30-39 0 0,-252-25-150 0 0,139 8 154 0 0,-35-5 307 0 0,-59-6-261 0 0,-72-2 185 0 0,256-32-1 0 0,-284 18-128 0 0,11 5-25 0 0,157-24 167 0 0,-154 14-72 0 0,150 0 1 0 0,118 8 298 0 0,-163 1-229 0 0,204 3 235 0 0,-432 6-828 0 0,-15-2-2067 0 0,-56-6-2814 0 0,-69-9-7364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93 141 880 0 0,'13'-13'1093'0'0,"-9"10"-721"0"0,-1-1 0 0 0,1 1 1 0 0,0-1-1 0 0,-1 1 0 0 0,1-1 1 0 0,-1 0-1 0 0,0 0 1 0 0,-1-1-1 0 0,1 1 0 0 0,-1-1 1 0 0,0 1-1 0 0,0-1 0 0 0,0 0 1 0 0,0 0-1 0 0,-1 1 0 0 0,0-1 1 0 0,0 0-1 0 0,0 0 1 0 0,-1 0-1 0 0,0-1 0 0 0,0-4 1 0 0,-3 7-273 0 0,0 1 0 0 0,0-1 0 0 0,0 1 0 0 0,-1 0 0 0 0,1 0 0 0 0,0 0 0 0 0,-1 0 0 0 0,0 1 0 0 0,1-1 0 0 0,-1 1 0 0 0,0 0 0 0 0,0 0 0 0 0,0 1 0 0 0,1-1 0 0 0,-5 0 1748 0 0,8 2-1803 0 0,0-1-1 0 0,0 1 1 0 0,0-1 0 0 0,0 1-1 0 0,1-1 1 0 0,-1 1 0 0 0,0-1 0 0 0,0 1-1 0 0,0-1 1 0 0,0 1 0 0 0,0-1 0 0 0,0 1-1 0 0,0-1 1 0 0,0 1 0 0 0,0-1-1 0 0,-1 1 1 0 0,1-1 0 0 0,0 1 0 0 0,0-1-1 0 0,0 1 1 0 0,0-1 0 0 0,-1 1 0 0 0,1-1-1 0 0,0 1 1 0 0,-1-1 0 0 0,1 0-1 0 0,0 1 1 0 0,-1-1 0 0 0,1 0 0 0 0,0 1-1 0 0,-1-1 1 0 0,1 0 0 0 0,-1 1 0 0 0,-3 2-40 0 0,0-1 1 0 0,1 1 0 0 0,-1 0 0 0 0,1 0 0 0 0,0 0 0 0 0,0 1 0 0 0,0-1-1 0 0,-4 8 1 0 0,-15 16 8 0 0,19-23-15 0 0,-1 1-1 0 0,1 0 1 0 0,0-1 0 0 0,0 2-1 0 0,0-1 1 0 0,1 0-1 0 0,0 0 1 0 0,0 1 0 0 0,0-1-1 0 0,1 1 1 0 0,-1 0-1 0 0,0 10 1 0 0,2 80-28 0 0,2-48 23 0 0,-2-47 6 0 0,0 0 0 0 0,0-1 0 0 0,1 1 0 0 0,-1-1 0 0 0,0 1 0 0 0,0 0 0 0 0,1-1 0 0 0,-1 1 0 0 0,0-1 0 0 0,1 1 0 0 0,-1-1 0 0 0,0 1 0 0 0,1-1 0 0 0,-1 1 0 0 0,1-1 0 0 0,-1 0 1 0 0,1 1-1 0 0,-1-1 0 0 0,1 1 0 0 0,-1-1 0 0 0,1 0 0 0 0,0 0 0 0 0,-1 1 0 0 0,1-1 0 0 0,-1 0 0 0 0,1 0 0 0 0,0 0 0 0 0,-1 1 0 0 0,1-1 0 0 0,-1 0 0 0 0,2 0 0 0 0,-1 0 0 0 0,-1 0-1 0 0,1 0 1 0 0,0 0-1 0 0,-1 0 1 0 0,1 0-1 0 0,-1 0 1 0 0,1 0-1 0 0,0 1 1 0 0,-1-1 0 0 0,1 0-1 0 0,-1 0 1 0 0,1 1-1 0 0,0-1 1 0 0,-1 0-1 0 0,1 1 1 0 0,-1-1-1 0 0,1 1 1 0 0,-1-1-1 0 0,1 1 1 0 0,-1-1 0 0 0,0 1-1 0 0,1-1 1 0 0,-1 1-1 0 0,0-1 1 0 0,1 1-1 0 0,-1-1 1 0 0,0 1-1 0 0,1 0 1 0 0,-1-1-1 0 0,0 1 1 0 0,0 1 0 0 0,4-1-5 0 0,-1 1 0 0 0,1 0 0 0 0,-1-1 0 0 0,1 0 1 0 0,0 0-1 0 0,0 0 0 0 0,-1 0 0 0 0,1 0 0 0 0,0-1 1 0 0,0 0-1 0 0,7 0 0 0 0,-2 1 9 0 0,71 8 158 0 0,-36-3-102 0 0,0-2-1 0 0,0-2 1 0 0,45-4-1 0 0,-84 1-50 0 0,0 0 0 0 0,0 0-1 0 0,0 0 1 0 0,0-1-1 0 0,-1 0 1 0 0,1 0 0 0 0,0 0-1 0 0,-1-1 1 0 0,0 1 0 0 0,0-1-1 0 0,0 0 1 0 0,5-5-1 0 0,35-40 116 0 0,-42 45-120 0 0,-1 1 2 0 0,0 1-1 0 0,0-1 1 0 0,0 0-1 0 0,0 0 1 0 0,0-1-1 0 0,0 1 1 0 0,-1 0-1 0 0,1 0 1 0 0,-1 0-1 0 0,0 0 1 0 0,1 0-1 0 0,-1-1 1 0 0,0 1-1 0 0,0 0 1 0 0,-1 0-1 0 0,1 0 1 0 0,0-1-1 0 0,-1 1 1 0 0,1 0-1 0 0,-1 0 1 0 0,0 0-1 0 0,0 0 1 0 0,1 0-1 0 0,-1 0 1 0 0,-1 0-1 0 0,1 0 1 0 0,0 0-1 0 0,0 1 1 0 0,-1-1-1 0 0,1 0 1 0 0,-3-1-1 0 0,2 1 13 0 0,0-1-1 0 0,1 1 1 0 0,-1-1-1 0 0,1 1 1 0 0,-1-1 0 0 0,1 0-1 0 0,0 1 1 0 0,0-1-1 0 0,0 0 1 0 0,0 0 0 0 0,0-3-1 0 0,1 5 63 0 0,0 2 0 0 0,5 4 0 0 0,-4-4-70 0 0,1-1 1 0 0,-1 0-1 0 0,1 1 0 0 0,-1 0 0 0 0,0-1 0 0 0,1 1 0 0 0,-1 0 0 0 0,0 0 0 0 0,0 0 0 0 0,1 0 0 0 0,-1 0 0 0 0,0 0 0 0 0,0 0 0 0 0,0 0 0 0 0,0 0 0 0 0,0 0 0 0 0,-1 1 0 0 0,2 0 0 0 0,-1 2 7 0 0,-1-1-1 0 0,1 1 0 0 0,-1-1 1 0 0,0 1-1 0 0,0 0 0 0 0,0-1 1 0 0,0 1-1 0 0,-1-1 0 0 0,0 1 1 0 0,1-1-1 0 0,-3 5 0 0 0,-1 10 9 0 0,-2 3-48 0 0,1 0 0 0 0,1 0 0 0 0,-2 43 1 0 0,5-32-172 0 0,0-17-61 0 0,1 0 0 0 0,0 0 1 0 0,1 0-1 0 0,5 22 0 0 0,-1-13-1169 0 0,2 0-1 0 0,0-1 0 0 0,1 0 1 0 0,15 29-1 0 0,-18-41-4071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91 115 640 0 0,'8'-8'4603'0'0,"9"5"-4145"0"0,-16 3-63 0 0,-1 0-351 0 0,0 0-1 0 0,0 0 1 0 0,1 0 0 0 0,-1 0 0 0 0,0 0-1 0 0,1 0 1 0 0,-1-1 0 0 0,0 1-1 0 0,0 0 1 0 0,1 0 0 0 0,-1 0-1 0 0,0 0 1 0 0,0 0 0 0 0,0-1-1 0 0,1 1 1 0 0,-1 0 0 0 0,0 0-1 0 0,0-1 1 0 0,0 1 0 0 0,1 0-1 0 0,-1 0 1 0 0,0 0 0 0 0,0-1-1 0 0,0 1 1 0 0,0 0 0 0 0,0-1-1 0 0,0 1 1 0 0,0 0 0 0 0,0 0 0 0 0,1-1-1 0 0,-1 1 1 0 0,0 0 0 0 0,0 0-1 0 0,0-1 1 0 0,0 1 0 0 0,0 0-1 0 0,-1-1 1 0 0,1 1 0 0 0,0 0-1 0 0,0-1 1 0 0,0 0-16 0 0,0 1-1 0 0,0-1 1 0 0,0 1 0 0 0,0-1-1 0 0,0 0 1 0 0,0 1 0 0 0,0-1 0 0 0,0 1-1 0 0,0-1 1 0 0,0 0 0 0 0,0 1-1 0 0,1-1 1 0 0,-1 1 0 0 0,0-1-1 0 0,0 1 1 0 0,1-1 0 0 0,-1 1-1 0 0,0-1 1 0 0,1 1 0 0 0,-1-1 0 0 0,0 1-1 0 0,2-1 1 0 0,11-10 95 0 0,0 1-1 0 0,1 1 1 0 0,0 1 0 0 0,17-9 0 0 0,25-4 117 0 0,-58 20 304 0 0,0 0-514 0 0,0 1 0 0 0,0-1 0 0 0,0 0 0 0 0,0 1 1 0 0,1-1-1 0 0,-1 1 0 0 0,0 0 0 0 0,0-1 0 0 0,0 1 1 0 0,0 0-1 0 0,0 0 0 0 0,0 1 0 0 0,0-1 0 0 0,0 0 1 0 0,-3 1-1 0 0,-23 5 128 0 0,-1 1-1 0 0,1 1 1 0 0,1 2 0 0 0,-1 1 0 0 0,-28 16 0 0 0,54-27-152 0 0,0 1 0 0 0,0 0 0 0 0,0 0 1 0 0,0 0-1 0 0,0 1 0 0 0,0-1 0 0 0,0 0 0 0 0,1 1 1 0 0,-1-1-1 0 0,0 1 0 0 0,1 0 0 0 0,-1-1 0 0 0,1 1 1 0 0,0 0-1 0 0,-1 0 0 0 0,1 0 0 0 0,0 0 0 0 0,0 0 1 0 0,0 0-1 0 0,1 0 0 0 0,-1 0 0 0 0,0 0 0 0 0,1 1 1 0 0,-1-1-1 0 0,1 0 0 0 0,0 0 0 0 0,0 4 0 0 0,3-4 11 0 0,0 0 1 0 0,0 0-1 0 0,1 0 0 0 0,-1 0 0 0 0,1-1 0 0 0,-1 0 0 0 0,1 0 0 0 0,-1 0 0 0 0,1 0 1 0 0,0 0-1 0 0,-1 0 0 0 0,5-1 0 0 0,3 2 0 0 0,74 13 2 0 0,46 11 73 0 0,-120-23-73 0 0,0 0 0 0 0,1 2-1 0 0,-1-1 1 0 0,0 1 0 0 0,-1 1 0 0 0,1 0 0 0 0,-1 0 0 0 0,13 12 0 0 0,-21-16 0 0 0,0 0 0 0 0,-1-1 0 0 0,1 1 0 0 0,0 0 0 0 0,-1 0 0 0 0,0 0 0 0 0,1 0 0 0 0,-1 0 0 0 0,0 1 0 0 0,0-1 0 0 0,0 0 0 0 0,-1 0 0 0 0,1 1 0 0 0,0-1 0 0 0,-1 0 0 0 0,0 1 0 0 0,1-1 0 0 0,-1 1 0 0 0,0-1 0 0 0,0 1 0 0 0,0-1 0 0 0,-1 0 0 0 0,1 1 0 0 0,-1-1 0 0 0,1 1 0 0 0,-1-1 0 0 0,0 0 0 0 0,0 1 0 0 0,0-1 0 0 0,0 0 0 0 0,-1 2 0 0 0,-1 1 12 0 0,-1 0-1 0 0,1-1 1 0 0,-1 1-1 0 0,0-1 1 0 0,0 0-1 0 0,0 0 1 0 0,-1-1 0 0 0,1 1-1 0 0,-1-1 1 0 0,0 0-1 0 0,0 0 1 0 0,0 0 0 0 0,0-1-1 0 0,-10 3 1 0 0,-18 2-135 0 0,0-1 1 0 0,0-2 0 0 0,-64-1-1 0 0,84-3-132 0 0,-23-3-153 0 0,36 3 335 0 0,-1 0-1 0 0,0 0 0 0 0,0-1 0 0 0,0 1 1 0 0,0 0-1 0 0,1-1 0 0 0,-1 1 1 0 0,0-1-1 0 0,0 1 0 0 0,0-1 0 0 0,1 1 1 0 0,-1-1-1 0 0,0 1 0 0 0,1-1 1 0 0,-1 0-1 0 0,1 1 0 0 0,-1-1 0 0 0,1 0 1 0 0,-1 0-1 0 0,1 1 0 0 0,-1-1 1 0 0,1 0-1 0 0,0 0 0 0 0,-1 0 0 0 0,1 0 1 0 0,0 1-1 0 0,0-1 0 0 0,-1 0 1 0 0,1 0-1 0 0,0-2 0 0 0,0 2-40 0 0,0-1-1 0 0,0 1 1 0 0,-1-1 0 0 0,1 0-1 0 0,0 1 1 0 0,-1-1 0 0 0,1 1-1 0 0,-1-1 1 0 0,0 1 0 0 0,0 0-1 0 0,1-1 1 0 0,-1 1 0 0 0,0-1-1 0 0,0 1 1 0 0,0 0 0 0 0,0 0-1 0 0,-1 0 1 0 0,1 0 0 0 0,-1-1-1 0 0,1 1-14 0 0,0 0-1 0 0,0 0 0 0 0,0 0 1 0 0,0 1-1 0 0,0-1 0 0 0,0 0 1 0 0,0 0-1 0 0,0 0 0 0 0,1 0 1 0 0,-1 0-1 0 0,0 0 0 0 0,1-1 1 0 0,-1 1-1 0 0,1 0 0 0 0,-1 0 1 0 0,1 0-1 0 0,0-1 0 0 0,0 1 1 0 0,-1 0-1 0 0,1 0 0 0 0,0-1 1 0 0,0 1-1 0 0,0 0 0 0 0,0 0 1 0 0,0-1-1 0 0,0 1 0 0 0,1 0 1 0 0,-1 0-1 0 0,0 0 0 0 0,1-1 1 0 0,-1 1-1 0 0,1 0 0 0 0,0-2 1 0 0,24-38-4279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27 1601 0 0,'0'-1'75'0'0,"0"1"1"0"0,0-1-1 0 0,1 1 1 0 0,-1 0-1 0 0,0-1 0 0 0,0 1 1 0 0,0-1-1 0 0,0 1 1 0 0,1 0-1 0 0,-1-1 1 0 0,0 1-1 0 0,0 0 1 0 0,1-1-1 0 0,-1 1 1 0 0,0 0-1 0 0,1-1 1 0 0,-1 1-1 0 0,0 0 0 0 0,1-1 1 0 0,-1 1-1 0 0,0 0 1 0 0,1 0-1 0 0,-1 0 1 0 0,1-1-1 0 0,-1 1 1 0 0,1 0-1 0 0,-1 0 1 0 0,0 0-1 0 0,1 0 1 0 0,-1 0-1 0 0,1 0 0 0 0,-1 0 1 0 0,1 0-1 0 0,-1 0 1 0 0,0 0-1 0 0,2 0 1 0 0,-2 0 7 0 0,1 0 0 0 0,0 0 1 0 0,-1 0-1 0 0,1 0 0 0 0,0 0 0 0 0,-1 0 1 0 0,1 0-1 0 0,0 0 0 0 0,-1-1 0 0 0,1 1 1 0 0,0 0-1 0 0,-1 0 0 0 0,1-1 1 0 0,0 1-1 0 0,-1 0 0 0 0,1-1 0 0 0,-1 1 1 0 0,1 0-1 0 0,-1-1 0 0 0,1 1 0 0 0,-1-1 1 0 0,1 1-1 0 0,-1-1 0 0 0,1 0 0 0 0,-1 1 1 0 0,0-1-1 0 0,1 1 0 0 0,-1-1 1 0 0,0 0-1 0 0,1 1 0 0 0,-1-1 0 0 0,0 1 1 0 0,0-1-1 0 0,0 0 0 0 0,0 1 0 0 0,0-1 1 0 0,1 0-1 0 0,-1 0 0 0 0,-1 0 1 0 0,2 11 1798 0 0,-7 14-1563 0 0,-1-17-258 0 0,5-6-52 0 0,1 0 1 0 0,0 0-1 0 0,0 0 0 0 0,0 0 1 0 0,-1 0-1 0 0,1 0 0 0 0,0 0 1 0 0,0 1-1 0 0,0-1 0 0 0,1 0 1 0 0,-1 1-1 0 0,0-1 0 0 0,0 1 1 0 0,1-1-1 0 0,-1 1 0 0 0,1-1 1 0 0,-1 1-1 0 0,1-1 0 0 0,0 1 1 0 0,-1-1-1 0 0,1 3 0 0 0,0-2 13 0 0,0-1-1 0 0,0 1 1 0 0,-1 0-1 0 0,1 0 1 0 0,-1 0-1 0 0,1 0 1 0 0,-1 0-1 0 0,0-1 1 0 0,0 1-1 0 0,0 0 1 0 0,0-1-1 0 0,0 1 1 0 0,0 0-1 0 0,0-1 0 0 0,0 1 1 0 0,-1-1-1 0 0,1 0 1 0 0,0 1-1 0 0,-3 0 1 0 0,-34 21 365 0 0,10-7-43 0 0,9-4-26 0 0,18-11-298 0 0,0-1 0 0 0,0 1 0 0 0,0-1 1 0 0,0 1-1 0 0,0-1 0 0 0,0 1 0 0 0,0-1 0 0 0,0 1 0 0 0,0 0 0 0 0,1-1 0 0 0,-1 1 0 0 0,0 0 0 0 0,0 0 1 0 0,1 0-1 0 0,-1 0 0 0 0,0-1 0 0 0,1 1 0 0 0,-1 0 0 0 0,1 1 0 0 0,5 1 234 0 0,15 1-41 0 0,19 6-188 0 0,-29-7-26 0 0,-1 0 0 0 0,1-1 0 0 0,0 0 0 0 0,0 0 1 0 0,0-1-1 0 0,0-1 0 0 0,1 0 0 0 0,-1 0 0 0 0,0-1 0 0 0,0 0 0 0 0,0-1 0 0 0,17-5 0 0 0,28-4-145 0 0,-54 8 141 0 0,1 1 0 0 0,-1-1 0 0 0,-1 0 0 0 0,1 1 0 0 0,0-1 0 0 0,-1 1 0 0 0,1-1 0 0 0,-1 0 1 0 0,0 0-1 0 0,1 1 0 0 0,-2-1 0 0 0,1 0 0 0 0,0 0 0 0 0,-1-4 0 0 0,0-1-1 0 0,1-10 86 0 0,2 26 35 0 0,0 0 0 0 0,0 0 0 0 0,0-1 0 0 0,1 1 0 0 0,0-1 0 0 0,1 1 0 0 0,7 10 0 0 0,16 41 72 0 0,-23-24-169 0 0,-4-31-10 0 0,0 1 1 0 0,1 0-1 0 0,0-1 1 0 0,-1 1-1 0 0,1 0 0 0 0,1-1 1 0 0,2 9-1 0 0,-3-12-104 0 0,0 0 0 0 0,0-1-1 0 0,0 1 1 0 0,0 0 0 0 0,0 0 0 0 0,0 0 0 0 0,0-1-1 0 0,0 1 1 0 0,0-1 0 0 0,0 1 0 0 0,0-1 0 0 0,1 1 0 0 0,-1-1-1 0 0,0 0 1 0 0,0 1 0 0 0,0-1 0 0 0,1 0 0 0 0,-1 0-1 0 0,0 0 1 0 0,0 0 0 0 0,1 0 0 0 0,-1 0 0 0 0,0 0-1 0 0,0 0 1 0 0,1-1 0 0 0,-1 1 0 0 0,0 0 0 0 0,0-1-1 0 0,0 1 1 0 0,0-1 0 0 0,0 0 0 0 0,1 1 0 0 0,-1-1 0 0 0,1-1-1 0 0,28-21-3051 0 0,-29 22 2966 0 0,0 0-1 0 0,-1 0 1 0 0,1 0 0 0 0,0 0-1 0 0,-1 0 1 0 0,1-1 0 0 0,-1 1-1 0 0,0 0 1 0 0,1 0-1 0 0,-1-1 1 0 0,0 1 0 0 0,0 0-1 0 0,0-1 1 0 0,1 1 0 0 0,-1 0-1 0 0,-1 0 1 0 0,1-1-1 0 0,0 1 1 0 0,0-2 0 0 0,-1-4-679 0 0,1-17-1474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55 720 0 0,'0'5'548'0'0,"0"1"0"0"0,-1-1-1 0 0,0 1 1 0 0,0-1 0 0 0,-1 0 0 0 0,1 1-1 0 0,-1-1 1 0 0,0 0 0 0 0,-1 0-1 0 0,1 0 1 0 0,-1 0 0 0 0,0-1-1 0 0,-3 5 1 0 0,-6 5 491 0 0,-1 0 0 0 0,-20 18 0 0 0,2-4 355 0 0,31-28-1369 0 0,-1 1 0 0 0,1 0 0 0 0,-1 0 0 0 0,1-1 0 0 0,-1 1 1 0 0,1 0-1 0 0,-1 0 0 0 0,1 0 0 0 0,0 0 0 0 0,-1-1 0 0 0,1 1 0 0 0,0 0 0 0 0,0 0 0 0 0,0 0 0 0 0,0 0 0 0 0,0 0 0 0 0,0 0 0 0 0,0 0 0 0 0,0 0 0 0 0,0 0 0 0 0,0-1 0 0 0,0 1 0 0 0,0 0 0 0 0,1 0 1 0 0,-1 0-1 0 0,0 0 0 0 0,1 0 0 0 0,-1 0 0 0 0,1-1 0 0 0,-1 1 0 0 0,1 0 0 0 0,-1 0 0 0 0,1-1 0 0 0,-1 1 0 0 0,1 0 0 0 0,0-1 0 0 0,-1 1 0 0 0,1-1 0 0 0,0 1 0 0 0,1 0 0 0 0,13 9 110 0 0,0-1 0 0 0,1-1-1 0 0,0 0 1 0 0,0-1 0 0 0,1-1-1 0 0,0-1 1 0 0,0 0-1 0 0,1-1 1 0 0,29 3 0 0 0,-18-4-82 0 0,0-1 1 0 0,1-2-1 0 0,-1-1 1 0 0,0-1-1 0 0,38-7 1 0 0,-58 7-32 0 0,0 0 0 0 0,0 0 0 0 0,0-1 0 0 0,-1 0 0 0 0,1 0 0 0 0,-1-1 0 0 0,0 0 0 0 0,0-1 0 0 0,0 1 0 0 0,8-9 0 0 0,-13 11 7 0 0,0-1 0 0 0,-1 0 1 0 0,0 0-1 0 0,0-1 0 0 0,0 1 1 0 0,0 0-1 0 0,0-1 0 0 0,0 1 0 0 0,-1-1 1 0 0,0 0-1 0 0,0 1 0 0 0,0-1 0 0 0,0 0 1 0 0,-1 0-1 0 0,1 0 0 0 0,-1 1 0 0 0,0-1 1 0 0,0 0-1 0 0,0 0 0 0 0,-1 0 1 0 0,1 0-1 0 0,-1 1 0 0 0,0-1 0 0 0,-2-6 1 0 0,-2-1-36 0 0,-1-1 1 0 0,0 1 0 0 0,0 0-1 0 0,-1 1 1 0 0,0 0 0 0 0,-1 0-1 0 0,-1 0 1 0 0,1 1 0 0 0,-1 0-1 0 0,-1 1 1 0 0,1 0 0 0 0,-2 0-1 0 0,1 1 1 0 0,-1 0 0 0 0,0 1-1 0 0,0 0 1 0 0,-1 1 0 0 0,1 1-1 0 0,-23-7 1 0 0,30 11-332 0 0,1 0 0 0 0,0 0 0 0 0,-1 0 0 0 0,1 0 0 0 0,0 1-1 0 0,0-1 1 0 0,-1 1 0 0 0,1 0 0 0 0,0 0 0 0 0,0 0 0 0 0,0 0 0 0 0,0 1 0 0 0,0-1 0 0 0,0 1 0 0 0,0 0 0 0 0,-2 2 0 0 0,0-1-363 0 0,0 5-3275 0 0,5 4 0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21 1441 0 0,'0'0'5029'0'0,"5"0"-4709"0"0,15 0-67 0 0,-15 0 1508 0 0,-5 0-1756 0 0,0 0 0 0 0,0-1-1 0 0,0 1 1 0 0,0 0 0 0 0,1 0 0 0 0,-1 0 0 0 0,0 0-1 0 0,0-1 1 0 0,0 1 0 0 0,0 0 0 0 0,0 0 0 0 0,0 0-1 0 0,0 0 1 0 0,0-1 0 0 0,0 1 0 0 0,0 0 0 0 0,0 0-1 0 0,0 0 1 0 0,0-1 0 0 0,0 1 0 0 0,0 0-1 0 0,0 0 1 0 0,0 0 0 0 0,0-1 0 0 0,0 1 0 0 0,0 0-1 0 0,0 0 1 0 0,0 0 0 0 0,0-1 0 0 0,0 1 0 0 0,0 0-1 0 0,-1 0 1 0 0,1 0 0 0 0,0 0 0 0 0,0 0 0 0 0,0-1-1 0 0,0 1 1 0 0,0 0 0 0 0,-1 0 0 0 0,1 0 0 0 0,0 0-1 0 0,0 0 1 0 0,0 0 0 0 0,0-1 0 0 0,-1 1 0 0 0,1 0-1 0 0,0 0 1 0 0,0 0 0 0 0,0 0 0 0 0,-1 0 0 0 0,1 0-1 0 0,0 0 1 0 0,0 0 0 0 0,0 0 0 0 0,-1 0-1 0 0,1 0 1 0 0,0 0 0 0 0,0 0 0 0 0,0 0 0 0 0,0 0-1 0 0,-1 0 1 0 0,1 0 0 0 0,0 1 0 0 0,-9-5 68 0 0,0 2 1 0 0,0 0-1 0 0,1 0 0 0 0,-2 0 1 0 0,1 1-1 0 0,0 0 0 0 0,0 1 1 0 0,-17 1-1 0 0,-81 15 736 0 0,50-6-197 0 0,-3 3 28 0 0,55-8-480 0 0,10-4-80 0 0,32 2 41 0 0,51 11-1 0 0,18 3-174 0 0,-86-17 75 0 0,1 2 0 0 0,-1 0 0 0 0,0 1 0 0 0,0 1 0 0 0,0 1 0 0 0,35 14 0 0 0,-54-18-17 0 0,-1-1 0 0 0,1 0 0 0 0,0 1 0 0 0,-1-1 0 0 0,1 1 0 0 0,-1-1 0 0 0,1 1 0 0 0,-1-1 0 0 0,0 1 1 0 0,1-1-1 0 0,-1 1 0 0 0,1-1 0 0 0,-1 1 0 0 0,0 0 0 0 0,0-1 0 0 0,1 1 0 0 0,-1 0 0 0 0,0-1 0 0 0,0 1 0 0 0,0 0 1 0 0,0-1-1 0 0,0 1 0 0 0,1 0 0 0 0,-1-1 0 0 0,0 1 0 0 0,-1 0 0 0 0,1-1 0 0 0,0 1 0 0 0,0 0 0 0 0,0-1 0 0 0,0 1 1 0 0,0 0-1 0 0,-1-1 0 0 0,1 1 0 0 0,0-1 0 0 0,-1 1 0 0 0,1 0 0 0 0,0-1 0 0 0,-1 1 0 0 0,1-1 0 0 0,-1 1 0 0 0,1-1 1 0 0,-1 1-1 0 0,0 0 0 0 0,-22 18 105 0 0,1-11-319 0 0,-1-1 0 0 0,1-1 0 0 0,-2 0 0 0 0,-41 3 0 0 0,51-8-34 0 0,12 0 93 0 0,1-1 0 0 0,-1 0-1 0 0,0 0 1 0 0,1 0 0 0 0,-1 0-1 0 0,1 0 1 0 0,-1-1-1 0 0,0 1 1 0 0,1 0 0 0 0,-1-1-1 0 0,0 1 1 0 0,1-1 0 0 0,-1 1-1 0 0,1-1 1 0 0,-1 0 0 0 0,1 0-1 0 0,0 0 1 0 0,-1 0 0 0 0,1 0-1 0 0,0 0 1 0 0,-1 0 0 0 0,1 0-1 0 0,0 0 1 0 0,0-1 0 0 0,0 1-1 0 0,0 0 1 0 0,0-1 0 0 0,1 1-1 0 0,-1-1 1 0 0,0 1 0 0 0,1-1-1 0 0,-1 1 1 0 0,1-1 0 0 0,-1 1-1 0 0,1-1 1 0 0,-1 0 0 0 0,1 1-1 0 0,0-1 1 0 0,0 0 0 0 0,0 1-1 0 0,0-1 1 0 0,0 0 0 0 0,1 1-1 0 0,-1-1 1 0 0,0 0-1 0 0,1 1 1 0 0,-1-1 0 0 0,1 1-1 0 0,0-1 1 0 0,-1 1 0 0 0,1-1-1 0 0,0 1 1 0 0,0-1 0 0 0,2-1-1 0 0,22-10-2369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6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182 154 1521 0 0,'0'3'318'0'0,"-1"0"1"0"0,1 0-1 0 0,0 0 1 0 0,-1 0-1 0 0,0-1 1 0 0,0 1-1 0 0,0 0 1 0 0,0 0 0 0 0,0-1-1 0 0,-1 1 1 0 0,1-1-1 0 0,-1 1 1 0 0,1-1-1 0 0,-1 0 1 0 0,0 0-1 0 0,-3 3 1 0 0,-39 29 762 0 0,19-17-321 0 0,13-8-472 0 0,8-7-236 0 0,1 0 0 0 0,0 0 1 0 0,0 1-1 0 0,0-1 1 0 0,0 0-1 0 0,0 1 1 0 0,0 0-1 0 0,1 0 0 0 0,-1 0 1 0 0,1 0-1 0 0,0 0 1 0 0,0 0-1 0 0,0 0 1 0 0,0 1-1 0 0,1-1 0 0 0,-1 1 1 0 0,1-1-1 0 0,0 1 1 0 0,0 0-1 0 0,0 0 1 0 0,0 4-1 0 0,1-5-24 0 0,0-1 0 0 0,-1 1 1 0 0,1-1-1 0 0,-1 1 0 0 0,1-1 0 0 0,-1 1 1 0 0,0-1-1 0 0,0 1 0 0 0,0-1 0 0 0,0 0 0 0 0,-1 1 1 0 0,-1 1-1 0 0,-3 14 354 0 0,6-17-354 0 0,1 1 1 0 0,0-1-1 0 0,0 1 0 0 0,1-1 0 0 0,-1 0 0 0 0,0 0 1 0 0,0 1-1 0 0,1-1 0 0 0,-1 0 0 0 0,0 0 1 0 0,1 0-1 0 0,-1 0 0 0 0,1-1 0 0 0,0 1 0 0 0,2 1 1 0 0,14 4 128 0 0,1 0 1 0 0,-1-1 0 0 0,1 0 0 0 0,37 2 0 0 0,-45-5-107 0 0,13 0 65 0 0,0 0 0 0 0,1-2 0 0 0,-1 0 1 0 0,45-8-1 0 0,-59 7-97 0 0,10-1 30 0 0,0-1 1 0 0,0-1-1 0 0,0-1 0 0 0,0-1 0 0 0,-1-1 1 0 0,0 0-1 0 0,0-1 0 0 0,28-18 0 0 0,-39 20-19 0 0,0 0-1 0 0,0-1 1 0 0,-1 0-1 0 0,0 0 1 0 0,0-1-1 0 0,-1 0 1 0 0,0 0-1 0 0,0 0 1 0 0,-1-1-1 0 0,0 0 1 0 0,0 0-1 0 0,-1 0 1 0 0,-1-1-1 0 0,1 1 1 0 0,-2-1-1 0 0,1 0 1 0 0,1-15-1 0 0,-3 20-29 0 0,-1-1 0 0 0,1 0 0 0 0,-1 0 0 0 0,0 0 0 0 0,-1 0 0 0 0,1 0 0 0 0,-1 1 0 0 0,0-1 1 0 0,-1 0-1 0 0,1 0 0 0 0,-1 1 0 0 0,0-1 0 0 0,-1 1 0 0 0,1 0 0 0 0,-1-1 0 0 0,0 1 0 0 0,0 1 0 0 0,-1-1 0 0 0,0 0 0 0 0,0 1 0 0 0,0-1 0 0 0,0 1 0 0 0,0 1 0 0 0,-1-1 0 0 0,0 0 1 0 0,-9-5-1 0 0,-2 1-127 0 0,1 1 0 0 0,-1 0 0 0 0,-1 1 0 0 0,1 1 0 0 0,-1 0 0 0 0,0 2 0 0 0,-31-4 0 0 0,5 4-873 0 0,-1 2-1 0 0,1 2 1 0 0,-1 2-1 0 0,-53 10 1 0 0,-54 16-4896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7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2801 0 0,'-31'13'6723'0'0,"1"-7"-5202"0"0,60-6-3602 0 0,-30-6-800 0 0,31 1-161 0 0,-1-9 241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07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1 800 0 0,'0'11'721'0'0,"-31"3"-1842"0"0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96 1521 0 0,'-6'4'1292'0'0,"5"-4"-1050"0"0,0 1 0 0 0,-1 0-1 0 0,1-1 1 0 0,0 1 0 0 0,0 0-1 0 0,0 0 1 0 0,0 0 0 0 0,0 0-1 0 0,0 0 1 0 0,0 0 0 0 0,0 0-1 0 0,0 1 1 0 0,0-1 0 0 0,0 0-1 0 0,1 0 1 0 0,-1 1 0 0 0,0 1-1 0 0,-4-2 666 0 0,-20-1-160 0 0,25-4 420 0 0,0 3-1098 0 0,-1 0-1 0 0,1 0 1 0 0,0-1-1 0 0,0 1 0 0 0,0 0 1 0 0,0 0-1 0 0,0 0 0 0 0,0 0 1 0 0,1 0-1 0 0,-1 0 1 0 0,0 0-1 0 0,0-1 0 0 0,1 1 1 0 0,-1 0-1 0 0,1 0 0 0 0,-1 0 1 0 0,1 0-1 0 0,-1 0 0 0 0,2-1 1 0 0,3 0 49 0 0,-4 2-94 0 0,0-1 0 0 0,0 1-1 0 0,0 0 1 0 0,0-1 0 0 0,0 1-1 0 0,0-1 1 0 0,0 1 0 0 0,0-1-1 0 0,0 1 1 0 0,0-1 0 0 0,0 0-1 0 0,0 0 1 0 0,-1 1 0 0 0,1-1-1 0 0,0 0 1 0 0,-1 0 0 0 0,1 0-1 0 0,0 0 1 0 0,-1 0 0 0 0,1 0-1 0 0,-1 0 1 0 0,1 0 0 0 0,-1 0-1 0 0,0 0 1 0 0,1-2 0 0 0,1 0 72 0 0,0-1 1 0 0,0 1 0 0 0,1 0 0 0 0,-1 0 0 0 0,1 0 0 0 0,-1 0 0 0 0,1 0 0 0 0,0 1 0 0 0,0-1 0 0 0,1 1-1 0 0,-1 0 1 0 0,6-3 0 0 0,-1-1 71 0 0,5-7 198 0 0,-12 12-350 0 0,0 0 0 0 0,-1 0 0 0 0,1 0 0 0 0,0 0 0 0 0,0 0 0 0 0,0 0 1 0 0,0 1-1 0 0,0-1 0 0 0,0 0 0 0 0,0 1 0 0 0,0-1 0 0 0,0 1 1 0 0,0-1-1 0 0,0 1 0 0 0,0-1 0 0 0,1 1 0 0 0,-1 1 14 0 0,0-1 0 0 0,0 1 0 0 0,-1 0 0 0 0,1 0 0 0 0,-1 0-1 0 0,1 0 1 0 0,-1 0 0 0 0,1 0 0 0 0,-1 0 0 0 0,0 0 0 0 0,1 0 0 0 0,-1 0 0 0 0,0 0 0 0 0,0 0-1 0 0,0 0 1 0 0,0 0 0 0 0,0 0 0 0 0,0 0 0 0 0,0 0 0 0 0,0 0 0 0 0,0 0 0 0 0,-1 2 0 0 0,-5 42 2 0 0,6-44-30 0 0,-7 24-11 0 0,1 0 0 0 0,-4 43 0 0 0,10-59-32 0 0,0-1 0 0 0,0 1 0 0 0,0 0 0 0 0,1 0 0 0 0,1 0-1 0 0,-1-1 1 0 0,1 1 0 0 0,1 0 0 0 0,0-1 0 0 0,0 0 0 0 0,0 0-1 0 0,8 12 1 0 0,14 24-479 0 0,-25-41 411 0 0,1 0 0 0 0,0 0 0 0 0,0 0 0 0 0,0 0 0 0 0,0-1 0 0 0,1 1 0 0 0,-1 0 0 0 0,1-1 0 0 0,-1 1 0 0 0,1-1 0 0 0,0 1 0 0 0,0-1 0 0 0,0 0 0 0 0,0 0 0 0 0,1 0 0 0 0,-1 0 0 0 0,1 0 0 0 0,-1 0 0 0 0,1-1 0 0 0,0 1 0 0 0,-1-1 0 0 0,1 0 0 0 0,0 0 0 0 0,0 0 0 0 0,0 0 0 0 0,0 0 0 0 0,0-1 0 0 0,5 1 0 0 0,1 2-286 0 0,-6-2 157 0 0,1 1-1 0 0,0-1 1 0 0,0 0-1 0 0,0 0 1 0 0,-1-1 0 0 0,1 1-1 0 0,0-1 1 0 0,0 0 0 0 0,0 0-1 0 0,0 0 1 0 0,0 0-1 0 0,0-1 1 0 0,0 1 0 0 0,0-1-1 0 0,-1 0 1 0 0,1 0-1 0 0,0-1 1 0 0,-1 1 0 0 0,7-4-1 0 0,20-24-4910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15 1521 0 0,'0'0'7390'0'0,"5"-1"-6817"0"0,24-4-26 0 0,52-2 0 0 0,-80 7-529 0 0,0-1 1 0 0,0 1-1 0 0,0 0 0 0 0,0 0 0 0 0,0 0 0 0 0,0 0 0 0 0,0 0 1 0 0,0 0-1 0 0,0 0 0 0 0,0 0 0 0 0,0 0 0 0 0,0 0 0 0 0,0 1 1 0 0,0-1-1 0 0,-1 0 0 0 0,1 1 0 0 0,0-1 0 0 0,0 1 0 0 0,0-1 1 0 0,0 1-1 0 0,0-1 0 0 0,-1 1 0 0 0,1-1 0 0 0,0 1 0 0 0,-1 0 1 0 0,2 0-1 0 0,-11 14 404 0 0,3-6-54 0 0,-29 85 2140 0 0,31-87-2426 0 0,-1 0 0 0 0,0-1 1 0 0,-1 1-1 0 0,0-1 1 0 0,1-1-1 0 0,-2 1 1 0 0,1-1-1 0 0,-1 0 0 0 0,0 0 1 0 0,-10 5-1 0 0,-7 2 202 0 0,-47 15 0 0 0,35-14-224 0 0,47-20-329 0 0,-5 4 115 0 0,-1 0 0 0 0,1 0-1 0 0,0 0 1 0 0,-1 0 0 0 0,1 1 0 0 0,9-2 0 0 0,247-47-1180 0 0,-262 50 1332 0 0,8-1-20 0 0,0 0 1 0 0,0 0-1 0 0,-1 0 0 0 0,1 1 0 0 0,0 0 1 0 0,1 1-1 0 0,-1 0 0 0 0,0 0 0 0 0,0 1 1 0 0,0-1-1 0 0,0 2 0 0 0,0-1 0 0 0,13 6 1 0 0,-20-7 32 0 0,0 0 1 0 0,0 0-1 0 0,0 0 1 0 0,0 1-1 0 0,0-1 0 0 0,0 0 1 0 0,0 1-1 0 0,0-1 1 0 0,0 1-1 0 0,0-1 1 0 0,-1 1-1 0 0,1 0 1 0 0,0-1-1 0 0,0 1 1 0 0,0 0-1 0 0,-1-1 1 0 0,1 1-1 0 0,0 0 1 0 0,-1 0-1 0 0,1 0 1 0 0,0 0-1 0 0,-1 0 1 0 0,0 0-1 0 0,1 0 1 0 0,-1 0-1 0 0,1 0 1 0 0,-1 0-1 0 0,0 0 1 0 0,0 0-1 0 0,1 0 1 0 0,-1 0-1 0 0,0 0 1 0 0,0 0-1 0 0,0 2 1 0 0,-2 0 53 0 0,1 1 0 0 0,-1-1 1 0 0,0 1-1 0 0,0-1 0 0 0,0 0 0 0 0,0 0 1 0 0,-1 0-1 0 0,1 0 0 0 0,-1 0 1 0 0,-3 3-1 0 0,-8 6 72 0 0,0-1-1 0 0,-1 0 0 0 0,0-1 1 0 0,0-1-1 0 0,-1 0 1 0 0,0-1-1 0 0,-26 9 1 0 0,28-12-336 0 0,0-1 0 0 0,0 0 1 0 0,0-1-1 0 0,-1-1 0 0 0,1 0 1 0 0,-1 0-1 0 0,1-2 0 0 0,-1 0 1 0 0,1 0-1 0 0,-17-4 0 0 0,21 1-516 0 0,0 0 0 0 0,1 0 0 0 0,0-1-1 0 0,0 0 1 0 0,0-1 0 0 0,0 0 0 0 0,1 0 0 0 0,0-1-1 0 0,0 0 1 0 0,0-1 0 0 0,1 1 0 0 0,-10-13 0 0 0,12-6-2687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2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20 2081 0 0,'0'0'6536'0'0,"5"0"-6202"0"0,21 0 706 0 0,-4 6-365 0 0,-19-5-620 0 0,0 0 0 0 0,0 0 0 0 0,0 0 0 0 0,0 0 0 0 0,0 0 0 0 0,0-1 1 0 0,0 1-1 0 0,0-1 0 0 0,0 0 0 0 0,5 0 0 0 0,-7 1-10 0 0,-1-1 0 0 0,1 1 0 0 0,0 0 0 0 0,0-1 0 0 0,0 1 0 0 0,0-1 0 0 0,0 1 0 0 0,0-1 0 0 0,-1 1 0 0 0,1-1 0 0 0,0 0 0 0 0,0 1 0 0 0,0-1 0 0 0,0 0-1 0 0,0 0 1 0 0,0 0 0 0 0,0 0 0 0 0,1 0 0 0 0,-1 0 0 0 0,0 0 0 0 0,0 0 0 0 0,0 0 0 0 0,0-1 0 0 0,1 1 0 0 0,-2 0 271 0 0,-90-19 672 0 0,47 12-814 0 0,20 2 10 0 0,-1 2-1 0 0,1 0 1 0 0,-1 1 0 0 0,-41 3 0 0 0,65 0-149 0 0,-1 0-1 0 0,0 0 1 0 0,1 0-1 0 0,-1 0 1 0 0,1-1-1 0 0,-1 1 0 0 0,1 0 1 0 0,0 0-1 0 0,-1 0 1 0 0,1 0-1 0 0,0 0 1 0 0,0 0-1 0 0,0 0 0 0 0,-1 0 1 0 0,1 0-1 0 0,0 1 1 0 0,0-1-1 0 0,1 0 0 0 0,-1 0 1 0 0,0 0-1 0 0,0 0 1 0 0,0 0-1 0 0,1 0 1 0 0,-1 0-1 0 0,0 0 0 0 0,1 0 1 0 0,-1-1-1 0 0,1 1 1 0 0,-1 0-1 0 0,2 2 1 0 0,84 41 271 0 0,-66-31-260 0 0,2-2-1 0 0,34 14 1 0 0,32 16 17 0 0,-63-29-11 0 0,-20-10-35 0 0,0 0 0 0 0,-1 0 0 0 0,1 0-1 0 0,-1 1 1 0 0,0 0 0 0 0,1 0 0 0 0,-1 0-1 0 0,-1 0 1 0 0,1 1 0 0 0,0-1 0 0 0,-1 1 0 0 0,0 0-1 0 0,0 0 1 0 0,0 0 0 0 0,4 7 0 0 0,-1 0-31 0 0,-4-8 28 0 0,0-1-1 0 0,0 1 1 0 0,-1-1 0 0 0,0 1-1 0 0,1 0 1 0 0,-1 0 0 0 0,0 0-1 0 0,0 0 1 0 0,0-1 0 0 0,0 7-1 0 0,-1-7-10 0 0,-1 0 1 0 0,1 0-1 0 0,-1 0 0 0 0,0-1 0 0 0,1 1 0 0 0,-1 0 1 0 0,0 0-1 0 0,0-1 0 0 0,0 1 0 0 0,-1-1 0 0 0,1 1 1 0 0,0-1-1 0 0,0 1 0 0 0,-1-1 0 0 0,1 1 0 0 0,-1-1 1 0 0,1 0-1 0 0,-1 0 0 0 0,0 0 0 0 0,1 0 0 0 0,-1 0 1 0 0,0 0-1 0 0,-3 0 0 0 0,-20 11-92 0 0,-1-2 0 0 0,0 0 1 0 0,-1-2-1 0 0,-39 7 0 0 0,-121 10-3058 0 0,92-14-132 0 0,10-1-16 0 0,0-8-1840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51 3121 0 0,'-30'33'5523'0'0,"0"-33"-5203"0"0,30-6-1280 0 0,30-2 479 0 0,-30 2 481 0 0,30-7-240 0 0,-30 7-240 0 0,0-7-961 0 0,30 1-720 0 0,-30-7-160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6723 0 0,'-30'25'2001'0'0,"30"-31"-4882"0"0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20 1601 0 0,'-30'6'2481'0'0,"30"-1"-800"0"0,0-10-3042 0 0,0-1-640 0 0,-25-13-240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5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34 219 1281 0 0,'1'10'7961'0'0,"-8"-20"-6331"0"0,6 9-1567 0 0,-20-10 473 0 0,20 10-513 0 0,1 1 0 0 0,-1-1 1 0 0,1 1-1 0 0,0-1 1 0 0,-1 0-1 0 0,1 1 0 0 0,-1-1 1 0 0,1 0-1 0 0,0 0 0 0 0,-1 1 1 0 0,1-1-1 0 0,0 0 1 0 0,0 1-1 0 0,0-1 0 0 0,0 0 1 0 0,0 0-1 0 0,-1 1 0 0 0,1-1 1 0 0,1 0-1 0 0,-1 0 1 0 0,0 0-1 0 0,0 1 0 0 0,0-1 1 0 0,0 0-1 0 0,0 0 0 0 0,1 1 1 0 0,-1-1-1 0 0,0 0 1 0 0,1 1-1 0 0,-1-1 0 0 0,0 0 1 0 0,1 1-1 0 0,-1-1 0 0 0,1 0 1 0 0,-1 1-1 0 0,1-1 1 0 0,-1 1-1 0 0,1-1 0 0 0,0 0 1 0 0,7-5 157 0 0,-7 5-146 0 0,1 0 0 0 0,-1 0 0 0 0,0 0 0 0 0,0 0-1 0 0,0 0 1 0 0,0-1 0 0 0,0 1 0 0 0,0 0-1 0 0,0 0 1 0 0,0-1 0 0 0,0 1 0 0 0,0 0 0 0 0,-1-1-1 0 0,1 1 1 0 0,0-1 0 0 0,-1 1 0 0 0,0-1 0 0 0,1 1-1 0 0,-1-1 1 0 0,0 0 0 0 0,1-1 0 0 0,-1 1-5 0 0,0 1 0 0 0,0-1 0 0 0,0 1 0 0 0,0-1 1 0 0,1 1-1 0 0,-1-1 0 0 0,1 1 0 0 0,-1-1 0 0 0,1 1 1 0 0,0-1-1 0 0,-1 1 0 0 0,1 0 0 0 0,0-1 0 0 0,0 1 0 0 0,0 0 1 0 0,0 0-1 0 0,0 0 0 0 0,0-1 0 0 0,0 1 0 0 0,3-1 0 0 0,5-7 124 0 0,21-29 353 0 0,-26 23-321 0 0,-4 14-179 0 0,0 0 1 0 0,0 1-1 0 0,0-1 0 0 0,0 0 1 0 0,0 0-1 0 0,0 0 0 0 0,0 1 1 0 0,1-1-1 0 0,-1 0 1 0 0,0 0-1 0 0,0 0 0 0 0,1 1 1 0 0,-1-1-1 0 0,1 0 0 0 0,-1 1 1 0 0,0-1-1 0 0,1 0 0 0 0,-1 1 1 0 0,2-2-1 0 0,5-2 47 0 0,-6 4-45 0 0,0 0 0 0 0,0-1-1 0 0,0 1 1 0 0,0 0 0 0 0,0-1 0 0 0,0 1-1 0 0,0-1 1 0 0,-1 1 0 0 0,1-1-1 0 0,0 0 1 0 0,0 1 0 0 0,-1-1 0 0 0,1 0-1 0 0,0 1 1 0 0,-1-1 0 0 0,1 0-1 0 0,0 0 1 0 0,-1 0 0 0 0,1 1 0 0 0,-1-1-1 0 0,0 0 1 0 0,1 0 0 0 0,-1 0-1 0 0,0 0 1 0 0,1 0 0 0 0,-1 0 0 0 0,0 0-1 0 0,0-1 1 0 0,0 1-7 0 0,0 1 0 0 0,0 0 1 0 0,0-1-1 0 0,1 1 0 0 0,-1-1 0 0 0,0 1 0 0 0,0 0 1 0 0,0-1-1 0 0,0 1 0 0 0,1-1 0 0 0,-1 1 1 0 0,0 0-1 0 0,0-1 0 0 0,1 1 0 0 0,-1 0 0 0 0,0 0 1 0 0,1-1-1 0 0,-1 1 0 0 0,0 0 0 0 0,1 0 0 0 0,-1-1 1 0 0,0 1-1 0 0,1 0 0 0 0,-1 0 0 0 0,1 0 0 0 0,-1 0 1 0 0,0-1-1 0 0,1 1 0 0 0,-1 0 0 0 0,1 0 0 0 0,-1 0 1 0 0,1 0-1 0 0,-1 0 0 0 0,0 0 0 0 0,1 0 1 0 0,-1 0-1 0 0,1 0 0 0 0,-1 0 0 0 0,1 1 0 0 0,-1-1 1 0 0,0 0-1 0 0,1 0 0 0 0,-1 0 0 0 0,0 0 0 0 0,1 1 1 0 0,-1-1-1 0 0,1 0 0 0 0,-1 1 0 0 0,1-1 6 0 0,-1 0-1 0 0,1 0 0 0 0,-1 1 1 0 0,1-1-1 0 0,-1 0 0 0 0,1 0 1 0 0,-1 0-1 0 0,1 0 0 0 0,-1 0 1 0 0,1 0-1 0 0,-1 0 0 0 0,1 0 1 0 0,-1 0-1 0 0,1 0 1 0 0,-1 0-1 0 0,1 0 0 0 0,0 0 1 0 0,-1 0-1 0 0,1 0 0 0 0,-1-1 1 0 0,1 1-1 0 0,-1 0 0 0 0,0 0 1 0 0,1-1-1 0 0,-1 1 0 0 0,1-1 1 0 0,-2 5 47 0 0,0-1 1 0 0,1 1 0 0 0,-1-1-1 0 0,1 1 1 0 0,0-1 0 0 0,0 1-1 0 0,0-1 1 0 0,0 1 0 0 0,2 5-1 0 0,-1 15 56 0 0,1-2-9 0 0,0 1 1 0 0,8 32 0 0 0,-4-29-482 0 0,-2 0 1 0 0,2 45 0 0 0,-6-65 143 0 0,0-1 1 0 0,1 0 0 0 0,-1 1-1 0 0,1-1 1 0 0,0 0 0 0 0,0 0-1 0 0,1 1 1 0 0,-1-1 0 0 0,1 0-1 0 0,0 0 1 0 0,1 0 0 0 0,-1-1-1 0 0,1 1 1 0 0,0-1 0 0 0,0 1-1 0 0,1-1 1 0 0,-1 0 0 0 0,1 0-1 0 0,0 0 1 0 0,0-1 0 0 0,0 1-1 0 0,0-1 1 0 0,1 0 0 0 0,-1 0-1 0 0,1-1 1 0 0,0 1 0 0 0,0-1 0 0 0,0 0-1 0 0,5 1 1 0 0,20 0-2728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6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90 400 0 0,'0'-3'511'0'0,"-1"1"-1"0"0,1-1 1 0 0,0 0-1 0 0,1 0 1 0 0,-1 0-1 0 0,0 1 0 0 0,1-1 1 0 0,-1 0-1 0 0,1 0 1 0 0,0 1-1 0 0,0-1 1 0 0,0 1-1 0 0,0-1 1 0 0,0 1-1 0 0,1-1 1 0 0,1-2-1 0 0,0 3-354 0 0,0 0 0 0 0,1 0 0 0 0,-1 1 0 0 0,0-1 0 0 0,1 1 0 0 0,0-1 0 0 0,-1 1 0 0 0,1 0 0 0 0,-1 1 0 0 0,5-1 0 0 0,-2-1-318 0 0,36-7 255 0 0,48-5 1 0 0,-74 13-96 0 0,0 0 0 0 0,0 2 0 0 0,0 0 0 0 0,0 0 0 0 0,0 2 0 0 0,22 5 0 0 0,-36-7 16 0 0,0 0 1 0 0,0 0-1 0 0,0 0 1 0 0,0 0-1 0 0,0 0 0 0 0,0 0 1 0 0,-1 0-1 0 0,1 1 0 0 0,0-1 1 0 0,-1 0-1 0 0,1 1 1 0 0,-1 0-1 0 0,0-1 0 0 0,1 1 1 0 0,-1 0-1 0 0,0 0 1 0 0,0-1-1 0 0,0 1 0 0 0,0 0 1 0 0,0 0-1 0 0,-1 0 1 0 0,1 0-1 0 0,-1 1 0 0 0,1-1 1 0 0,-1 0-1 0 0,0 0 1 0 0,0 0-1 0 0,1 0 0 0 0,-2 0 1 0 0,1 0-1 0 0,0 1 1 0 0,0-1-1 0 0,-1 0 0 0 0,1 0 1 0 0,-2 3-1 0 0,-1 7 109 0 0,0-1-1 0 0,-1 1 1 0 0,0-1 0 0 0,-1 0-1 0 0,-7 11 1 0 0,7-12-76 0 0,0-1-1 0 0,-1 0 1 0 0,0-1 0 0 0,0 1-1 0 0,-1-1 1 0 0,0 0 0 0 0,-1-1-1 0 0,1 0 1 0 0,-2 0 0 0 0,1-1-1 0 0,-1 0 1 0 0,1 0 0 0 0,-2-1-1 0 0,1 0 1 0 0,-1 0 0 0 0,1-1 0 0 0,-18 4-1 0 0,12-5-28 0 0,-1-1-1 0 0,0-1 1 0 0,-26 0-1 0 0,36-2-13 0 0,-1 1 0 0 0,1-1 0 0 0,0 0 0 0 0,0 0 0 0 0,0-1-1 0 0,0 0 1 0 0,0 0 0 0 0,0 0 0 0 0,1-1 0 0 0,-1 1 0 0 0,1-2-1 0 0,-10-6 1 0 0,13 8-9 0 0,-1 0 0 0 0,1-1 0 0 0,0 0-1 0 0,-1 1 1 0 0,1-1 0 0 0,1 0 0 0 0,-1 0 0 0 0,0 0-1 0 0,1 0 1 0 0,0 0 0 0 0,-1 0 0 0 0,1-1-1 0 0,0 1 1 0 0,1 0 0 0 0,-1-1 0 0 0,1 1 0 0 0,-1-1-1 0 0,1 1 1 0 0,0 0 0 0 0,0-1 0 0 0,1 1-1 0 0,0-5 1 0 0,-1 7 20 0 0,0 1 0 0 0,0-1 1 0 0,0 0-1 0 0,0 1 0 0 0,0-1 0 0 0,1 1 0 0 0,-1-1 0 0 0,0 1 0 0 0,0-1 0 0 0,0 1 0 0 0,1-1 1 0 0,-1 1-1 0 0,0-1 0 0 0,1 1 0 0 0,-1 0 0 0 0,0-1 0 0 0,1 1 0 0 0,-1-1 0 0 0,1 1 0 0 0,-1 0 0 0 0,1-1 1 0 0,-1 1-1 0 0,1 0 0 0 0,-1 0 0 0 0,1-1 0 0 0,-1 1 0 0 0,1 0 0 0 0,-1 0 0 0 0,1 0 0 0 0,-1-1 0 0 0,1 1 1 0 0,-1 0-1 0 0,1 0 0 0 0,-1 0 0 0 0,1 0 0 0 0,1 0 0 0 0,32 6 275 0 0,-22-2-241 0 0,0 1 0 0 0,-1 0 0 0 0,1 0 0 0 0,12 9 0 0 0,-8-2-369 0 0,2-1 0 0 0,0 0 0 0 0,0-2-1 0 0,1 0 1 0 0,38 12 0 0 0,-48-18-189 0 0,1-1 1 0 0,0-1-1 0 0,0 0 0 0 0,0 0 0 0 0,0-1 0 0 0,0 0 1 0 0,0-1-1 0 0,0 0 0 0 0,0 0 0 0 0,0-1 0 0 0,-1 0 1 0 0,1-1-1 0 0,12-6 0 0 0,9-4-2279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16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1 480 0 0,'0'0'4109'0'0,"-4"1"-2509"0"0,-3 2-1172 0 0,0 0-1 0 0,0 1 1 0 0,0 0-1 0 0,0 0 1 0 0,1 1-1 0 0,-7 6 1 0 0,-18 12 154 0 0,26-20-519 0 0,-5 4 135 0 0,0 0 0 0 0,0 0 0 0 0,1 1-1 0 0,1 0 1 0 0,-13 15 0 0 0,19-21-153 0 0,1 0 0 0 0,0-1 0 0 0,0 1-1 0 0,0 0 1 0 0,0 0 0 0 0,0 0 0 0 0,0 0-1 0 0,1 0 1 0 0,-1 0 0 0 0,1 1 0 0 0,-1-1 0 0 0,1 0-1 0 0,0 0 1 0 0,0 0 0 0 0,0 0 0 0 0,0 4 0 0 0,1-4-9 0 0,0 1 1 0 0,0-1 0 0 0,0 0-1 0 0,0 1 1 0 0,1-1 0 0 0,-1 0-1 0 0,1 0 1 0 0,-1 0 0 0 0,1 0-1 0 0,0 0 1 0 0,-1 0 0 0 0,1-1-1 0 0,0 1 1 0 0,0-1 0 0 0,0 1-1 0 0,1-1 1 0 0,-1 0 0 0 0,3 2-1 0 0,13 6 117 0 0,1 0 0 0 0,0 0 0 0 0,1-2 0 0 0,0-1 0 0 0,0 0 0 0 0,1-1 0 0 0,-1-2 0 0 0,1 0-1 0 0,0-1 1 0 0,0-1 0 0 0,0 0 0 0 0,28-5 0 0 0,-41 4-114 0 0,-1 0 0 0 0,1-1 1 0 0,-1 0-1 0 0,1 0 0 0 0,-1 0 0 0 0,0-1 1 0 0,0-1-1 0 0,0 1 0 0 0,0-1 0 0 0,0 0 1 0 0,0-1-1 0 0,-1 1 0 0 0,0-1 0 0 0,0-1 0 0 0,0 1 1 0 0,9-9-1 0 0,-8 6-15 0 0,-1-3 3 0 0,-24-6-171 0 0,10 10-61 0 0,-1 0 1 0 0,0 0 0 0 0,0 1 0 0 0,-1 1 0 0 0,1 0 0 0 0,-1 0 0 0 0,0 1 0 0 0,0 0 0 0 0,-12-2 0 0 0,-122-22-2811 0 0,-53 12-1681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2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46 2321 0 0,'18'-1'1649'0'0,"1"-1"0"0"0,0 0 0 0 0,35-11-1 0 0,16-2-1266 0 0,-67 15-355 0 0,-2 0-17 0 0,0 0 1 0 0,0 0-1 0 0,0 0 1 0 0,0 0-1 0 0,-1 0 0 0 0,1 0 1 0 0,0 0-1 0 0,0 0 0 0 0,0 0 1 0 0,0-1-1 0 0,0 1 0 0 0,-1 0 1 0 0,1-1-1 0 0,0 1 0 0 0,0 0 1 0 0,0-1-1 0 0,-1 1 0 0 0,1-1 1 0 0,0 1-1 0 0,0-1 0 0 0,-1 1 1 0 0,1-1-1 0 0,-1 0 0 0 0,1 1 1 0 0,0-1-1 0 0,0-1 0 0 0,4 1 137 0 0,11 1 86 0 0,-32 0 28 0 0,11 0-8 0 0,1 0 54 0 0,-12 0 26 0 0,12 0 41 0 0,-1 0-27 0 0,-16 0 155 0 0,10-1-381 0 0,1 1 1 0 0,-1 0 0 0 0,0 0 0 0 0,1 1-1 0 0,-1 1 1 0 0,1 0 0 0 0,-1 0-1 0 0,1 1 1 0 0,0 1 0 0 0,-10 3 0 0 0,-16 12 181 0 0,28-16-243 0 0,0 0 0 0 0,1 1 1 0 0,0 0-1 0 0,0 0 0 0 0,0 1 1 0 0,0 0-1 0 0,1 0 0 0 0,0 1 1 0 0,0 0-1 0 0,0 0 0 0 0,-9 13 1 0 0,11-14-23 0 0,-1-1 0 0 0,0 1 0 0 0,0-1 0 0 0,0 0 1 0 0,-9 5-1 0 0,9-5-12 0 0,0-1 1 0 0,0 1-1 0 0,0-1 0 0 0,0 1 1 0 0,1 1-1 0 0,-1-1 1 0 0,-4 6-1 0 0,-31 62 67 0 0,32-62-71 0 0,6-8-21 0 0,1 0 0 0 0,-1-1 0 0 0,1 1 0 0 0,-1 0 0 0 0,1 0 0 0 0,0 0 1 0 0,0 0-1 0 0,0 0 0 0 0,0 0 0 0 0,0 1 0 0 0,0-1 0 0 0,1 0 0 0 0,-1 0 0 0 0,1 0 0 0 0,-1 1 0 0 0,1 4 0 0 0,-1-4 1 0 0,1 0 0 0 0,-1 0 0 0 0,0 0 0 0 0,0 0 0 0 0,-1 1-1 0 0,1-1 1 0 0,-1-1 0 0 0,1 1 0 0 0,-1 0 0 0 0,0 0 0 0 0,0-1-1 0 0,0 1 1 0 0,-1-1 0 0 0,1 1 0 0 0,-1-1 0 0 0,-2 2 0 0 0,-19 23 4 0 0,23-26-4 0 0,1 1-1 0 0,-1-1 0 0 0,1 0 0 0 0,-1 0 1 0 0,1 1-1 0 0,0-1 0 0 0,-1 0 0 0 0,1 0 1 0 0,0 1-1 0 0,0-1 0 0 0,0 0 0 0 0,0 1 1 0 0,0-1-1 0 0,0 0 0 0 0,0 1 0 0 0,0-1 1 0 0,0 0-1 0 0,1 1 0 0 0,-1-1 0 0 0,1 0 1 0 0,-1 0-1 0 0,2 2 0 0 0,7 13 9 0 0,-7-13-7 0 0,0-1 0 0 0,0 1 0 0 0,-1 0 0 0 0,1 0 0 0 0,-1 0 0 0 0,0 0 0 0 0,0 0 1 0 0,0 0-1 0 0,0 0 0 0 0,0 1 0 0 0,-1-1 0 0 0,1 0 0 0 0,-1 5 0 0 0,0-7-4 0 0,1 0-1 0 0,0 0 0 0 0,0 0 0 0 0,-1 0 0 0 0,1 0 0 0 0,0 0 1 0 0,0-1-1 0 0,0 1 0 0 0,0 0 0 0 0,0 0 0 0 0,0-1 0 0 0,0 1 1 0 0,0-1-1 0 0,0 1 0 0 0,0-1 0 0 0,0 1 0 0 0,0-1 0 0 0,1 0 1 0 0,-1 1-1 0 0,0-1 0 0 0,0 0 0 0 0,2 0 0 0 0,31 6-79 0 0,-32-6 71 0 0,16 1 9 0 0,-1 0 0 0 0,1-2 0 0 0,-1 0 0 0 0,1-1 0 0 0,-1-1 0 0 0,0 0 0 0 0,0-1 0 0 0,0-1 0 0 0,0-1 0 0 0,-1-1 0 0 0,0 0 0 0 0,21-12 0 0 0,-36 18 1 0 0,1 0 0 0 0,-1 1 0 0 0,0-1 0 0 0,1 0 0 0 0,-1 0 0 0 0,0 0 0 0 0,0 0 0 0 0,1 0 1 0 0,-1 0-1 0 0,0 0 0 0 0,0 0 0 0 0,0 0 0 0 0,0-1 0 0 0,-1 1 0 0 0,1 0 0 0 0,0-1 0 0 0,0 1 0 0 0,-1-1 1 0 0,1 1-1 0 0,-1 0 0 0 0,1-1 0 0 0,-1 0 0 0 0,0 1 0 0 0,1-1 0 0 0,-1 1 0 0 0,0-1 0 0 0,0 1 0 0 0,0-3 1 0 0,-2-1-22 0 0,0 0 0 0 0,-1 0 1 0 0,1 1-1 0 0,-1-1 1 0 0,0 0-1 0 0,0 1 0 0 0,-6-6 1 0 0,8 8 8 0 0,-2-1-36 0 0,-1 0 1 0 0,1 0-1 0 0,0 0 0 0 0,-1 1 0 0 0,1-1 0 0 0,-1 1 0 0 0,0 0 1 0 0,0 0-1 0 0,0 0 0 0 0,0 0 0 0 0,0 1 0 0 0,-6-2 0 0 0,-60-9-943 0 0,23 4-1291 0 0,47 8 2220 0 0,0 0-1 0 0,0 0 0 0 0,0 0 1 0 0,0 0-1 0 0,1 0 1 0 0,-1 0-1 0 0,0 0 0 0 0,0 0 1 0 0,0-1-1 0 0,0 1 1 0 0,0 0-1 0 0,1 0 0 0 0,-1 0 1 0 0,0 0-1 0 0,0-1 1 0 0,0 1-1 0 0,0 0 0 0 0,0 0 1 0 0,0 0-1 0 0,0 0 1 0 0,0-1-1 0 0,0 1 1 0 0,0 0-1 0 0,0 0 0 0 0,0 0 1 0 0,0-1-1 0 0,0 1 1 0 0,0 0-1 0 0,0 0 0 0 0,0 0 1 0 0,0 0-1 0 0,0-1 1 0 0,0 1-1 0 0,0 0 0 0 0,0 0 1 0 0,0 0-1 0 0,0-1 1 0 0,0 1-1 0 0,0 0 0 0 0,-1 0 1 0 0,1 0-1 0 0,0 0 1 0 0,0 0-1 0 0,0-1 0 0 0,0 1 1 0 0,0 0-1 0 0,0 0 1 0 0,-1 0-1 0 0,1 0 0 0 0,0 0 1 0 0,0-1-1 0 0,55-16-4272 0 0,-25 10 1921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2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19 480 0 0,'25'0'2054'0'0,"-20"0"2655"0"0,0 0-3748 0 0,15 0-254 0 0,-15-2-85 0 0,-7-2-558 0 0,34-2 504 0 0,24-1-395 0 0,-56 7-169 0 0,0 0 0 0 0,0 0 0 0 0,0 1 1 0 0,1-1-1 0 0,-1 0 0 0 0,0 0 0 0 0,0 0 0 0 0,1 0 0 0 0,-1 0 0 0 0,0 0 0 0 0,0 0 1 0 0,0 0-1 0 0,1 0 0 0 0,-1 1 0 0 0,0-1 0 0 0,0 0 0 0 0,0 0 0 0 0,0 0 1 0 0,1 0-1 0 0,-1 1 0 0 0,0-1 0 0 0,0 0 0 0 0,0 0 0 0 0,0 0 0 0 0,0 1 0 0 0,0-1 1 0 0,0 0-1 0 0,0 0 0 0 0,1 1 0 0 0,-1-1 0 0 0,0 0 0 0 0,0 0 0 0 0,0 0 0 0 0,0 1 1 0 0,0-1-1 0 0,0 0 0 0 0,0 0 0 0 0,0 1 0 0 0,0-1 0 0 0,-1 0 0 0 0,1 1 4 0 0,0-1-1 0 0,0 0 1 0 0,0 0 0 0 0,0 0-1 0 0,0 0 1 0 0,0 1-1 0 0,0-1 1 0 0,0 0-1 0 0,0 0 1 0 0,0 0-1 0 0,0 1 1 0 0,0-1 0 0 0,0 0-1 0 0,0 0 1 0 0,0 0-1 0 0,0 0 1 0 0,0 1-1 0 0,1-1 1 0 0,-1 0-1 0 0,0 0 1 0 0,0 0 0 0 0,0 0-1 0 0,0 1 1 0 0,0-1-1 0 0,0 0 1 0 0,0 0-1 0 0,1 0 1 0 0,-1 0-1 0 0,0 0 1 0 0,0 0-1 0 0,0 1 1 0 0,0-1 0 0 0,0 0-1 0 0,1 0 1 0 0,-1 0-1 0 0,0 0 1 0 0,0 0-1 0 0,0 0 1 0 0,1 0-1 0 0,-1 0 1 0 0,0 0 0 0 0,0 0-1 0 0,0 0 1 0 0,0 0-1 0 0,1 0 1 0 0,-1 0-1 0 0,0 0 1 0 0,0 0-1 0 0,1 0 1 0 0,19 0 152 0 0,-15 0 107 0 0,0 0-67 0 0,15 0-40 0 0,-20 0-125 0 0,0 0 0 0 0,-1 0-1 0 0,1 0 1 0 0,0-1 0 0 0,0 1 0 0 0,0 0 0 0 0,0 0-1 0 0,0 0 1 0 0,-1 0 0 0 0,1 0 0 0 0,0 0-1 0 0,0-1 1 0 0,0 1 0 0 0,0 0 0 0 0,0 0 0 0 0,0 0-1 0 0,0 0 1 0 0,0-1 0 0 0,0 1 0 0 0,0 0 0 0 0,0 0-1 0 0,-1 0 1 0 0,1 0 0 0 0,0-1 0 0 0,0 1-1 0 0,0 0 1 0 0,0 0 0 0 0,0 0 0 0 0,0-1 0 0 0,1 1-1 0 0,-1 0 1 0 0,0 0 0 0 0,0 0 0 0 0,0 0 0 0 0,0-1-1 0 0,0 1 1 0 0,0 0 0 0 0,0 0 0 0 0,0 0-1 0 0,0 0 1 0 0,0-1 0 0 0,0 1 0 0 0,1 0 0 0 0,-1 0-1 0 0,0 0 1 0 0,0 0 0 0 0,0 0 0 0 0,0 0 0 0 0,0-1-1 0 0,1 1 1 0 0,-35 3 347 0 0,1 1 1 0 0,0 2-1 0 0,-44 13 0 0 0,53-12-217 0 0,-6 0 324 0 0,1 2 0 0 0,-43 19 1 0 0,60-26-350 0 0,29-3 133 0 0,48 4-321 0 0,-9 1 56 0 0,-36-4 35 0 0,0 1 0 0 0,0 1-1 0 0,1 0 1 0 0,35 11 0 0 0,-50-11-41 0 0,0-1 0 0 0,0 1-1 0 0,0 1 1 0 0,-1-1 0 0 0,1 1 0 0 0,-1 0 0 0 0,0 0 0 0 0,0 0 0 0 0,0 1 0 0 0,0 0 0 0 0,-1 0 0 0 0,1 0-1 0 0,-1 1 1 0 0,0-1 0 0 0,0 1 0 0 0,-1 0 0 0 0,1 0 0 0 0,-1 0 0 0 0,0 1 0 0 0,2 5 0 0 0,-4-7 3 0 0,-1 0 1 0 0,1 0-1 0 0,-1 0 0 0 0,0 0 1 0 0,0-1-1 0 0,0 1 1 0 0,-1 0-1 0 0,1 0 1 0 0,-1 0-1 0 0,0-1 1 0 0,0 1-1 0 0,0 0 1 0 0,-1-1-1 0 0,1 1 1 0 0,-1-1-1 0 0,0 1 1 0 0,0-1-1 0 0,0 0 1 0 0,0 0-1 0 0,-1 0 1 0 0,1 0-1 0 0,-1 0 1 0 0,0 0-1 0 0,0-1 1 0 0,0 0-1 0 0,0 1 0 0 0,-4 1 1 0 0,-7 6 17 0 0,-1-1-1 0 0,0 0 1 0 0,0-1 0 0 0,-29 10-1 0 0,20-10-272 0 0,0 0 0 0 0,0-2 0 0 0,-1-1 0 0 0,-44 3 0 0 0,54-7 19 0 0,1-1 0 0 0,0-1-1 0 0,-1 0 1 0 0,1 0 0 0 0,-1-2 0 0 0,1 0 0 0 0,0 0 0 0 0,0-1 0 0 0,-18-9 0 0 0,30 12 42 0 0,0 0 1 0 0,-1 0-1 0 0,1 0 1 0 0,0-1-1 0 0,0 1 1 0 0,0-1-1 0 0,0 0 0 0 0,0 1 1 0 0,0-1-1 0 0,1 0 1 0 0,-1 0-1 0 0,1 0 1 0 0,-1 0-1 0 0,1 0 1 0 0,0-1-1 0 0,0 1 1 0 0,-1 0-1 0 0,2-1 1 0 0,-1 1-1 0 0,0-1 1 0 0,0 1-1 0 0,1-1 1 0 0,0 1-1 0 0,-1-1 0 0 0,1 1 1 0 0,0-1-1 0 0,0 1 1 0 0,0-1-1 0 0,1-2 1 0 0,-1-39-5135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2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246 229 1121 0 0,'-91'-50'7390'0'0,"85"47"-7263"0"0,0-1 1 0 0,0 0-1 0 0,1 0 1 0 0,-1 0-1 0 0,1-1 1 0 0,0 0-1 0 0,-5-6 1 0 0,4 6-68 0 0,5 3-38 0 0,0-1 0 0 0,0 1 0 0 0,0 0 0 0 0,0 0 0 0 0,0 0 0 0 0,0-1 0 0 0,1 1 0 0 0,-1-1 0 0 0,1 1 0 0 0,0 0 0 0 0,0-1 1 0 0,0 1-1 0 0,0-1 0 0 0,0 1 0 0 0,0 0 0 0 0,1-1 0 0 0,-1 1 0 0 0,2-3 0 0 0,-2 2 2 0 0,1 1 1 0 0,-1-1 0 0 0,1 0 0 0 0,-1 0-1 0 0,0 0 1 0 0,0 1 0 0 0,0-1-1 0 0,0 0 1 0 0,0 0 0 0 0,-1 1-1 0 0,1-1 1 0 0,-1 0 0 0 0,0 0-1 0 0,0 1 1 0 0,-2-5 0 0 0,-5-3 118 0 0,6 8-31 0 0,0 1 0 0 0,1-1 0 0 0,-1 0 0 0 0,1 0 0 0 0,-1 0 1 0 0,1 0-1 0 0,0 0 0 0 0,0 0 0 0 0,0 0 0 0 0,0 0 0 0 0,0 0 0 0 0,0-4 0 0 0,1 111 836 0 0,0-104-948 0 0,0 1 0 0 0,0-1 0 0 0,0 0 0 0 0,0 1 0 0 0,0-1 0 0 0,-1 0 0 0 0,1 1 0 0 0,0-1 0 0 0,0 0 0 0 0,-1 0 0 0 0,1 1 0 0 0,-1-1 1 0 0,0 0-1 0 0,1 0 0 0 0,-1 0 0 0 0,0 0 0 0 0,1 0 0 0 0,-1 0 0 0 0,0 0 0 0 0,0 0 0 0 0,0 0 0 0 0,0 0 0 0 0,0 0 0 0 0,0 0 0 0 0,-2 1 1 0 0,2-2 8 0 0,0 1 0 0 0,0-1 0 0 0,0 1 0 0 0,0-1 0 0 0,0 1 1 0 0,0 0-1 0 0,1 0 0 0 0,-1-1 0 0 0,0 1 0 0 0,1 0 0 0 0,-1 0 0 0 0,0 0 1 0 0,1 0-1 0 0,-1 0 0 0 0,1 0 0 0 0,-1 0 0 0 0,1 0 0 0 0,0 0 1 0 0,-1 0-1 0 0,1 0 0 0 0,0 0 0 0 0,0 0 0 0 0,0 0 0 0 0,0 0 1 0 0,0 2-1 0 0,-1-2-9 0 0,0 0 1 0 0,1 0 0 0 0,-1 1 0 0 0,0-1-1 0 0,0 0 1 0 0,1 0 0 0 0,-1 0-1 0 0,0 0 1 0 0,0-1 0 0 0,0 1 0 0 0,0 0-1 0 0,0 0 1 0 0,0 0 0 0 0,-1-1-1 0 0,1 1 1 0 0,0-1 0 0 0,-2 2 0 0 0,-4 1-1 0 0,6 2 14 0 0,-1 1 0 0 0,0-1 0 0 0,1 0 0 0 0,0 1 0 0 0,0-1 0 0 0,1 0 0 0 0,0 1 0 0 0,0-1 0 0 0,0 1 0 0 0,0-1 0 0 0,2 9 0 0 0,-1 6-102 0 0,0-19 84 0 0,0 1-1 0 0,0 0 1 0 0,0 0-1 0 0,0-1 1 0 0,0 1-1 0 0,0-1 1 0 0,0 1-1 0 0,1-1 1 0 0,-1 0 0 0 0,0 1-1 0 0,1-1 1 0 0,-1 0-1 0 0,1 0 1 0 0,0 0-1 0 0,-1 0 1 0 0,1 0-1 0 0,0 0 1 0 0,-1 0 0 0 0,1-1-1 0 0,0 1 1 0 0,0-1-1 0 0,0 1 1 0 0,2-1-1 0 0,25 13 32 0 0,-23-10-23 0 0,1-1 0 0 0,-1 1 0 0 0,1-1 0 0 0,0-1 0 0 0,0 1 0 0 0,0-1-1 0 0,0 0 1 0 0,14-1 0 0 0,64-3 40 0 0,-74 2-43 0 0,8 0 3 0 0,0-1 0 0 0,0-1 0 0 0,-1-1 0 0 0,1 0 0 0 0,27-11-1 0 0,-41 13-1 0 0,-1 1 0 0 0,0-1-1 0 0,0 0 1 0 0,1 0-1 0 0,-1-1 1 0 0,0 1 0 0 0,-1-1-1 0 0,1 0 1 0 0,0 0-1 0 0,-1 0 1 0 0,0 0 0 0 0,0-1-1 0 0,0 1 1 0 0,0-1 0 0 0,0 0-1 0 0,-1 0 1 0 0,1 0-1 0 0,-1 0 1 0 0,0 0 0 0 0,-1-1-1 0 0,1 1 1 0 0,-1-1-1 0 0,1 1 1 0 0,-2-1 0 0 0,1 1-1 0 0,0-6 1 0 0,0 4 3 0 0,-1-1 1 0 0,-1 0 0 0 0,1 1 0 0 0,-1-1-1 0 0,0 1 1 0 0,0-1 0 0 0,-1 1 0 0 0,0-1-1 0 0,0 1 1 0 0,-1 0 0 0 0,1 0-1 0 0,-1 0 1 0 0,-5-7 0 0 0,7 11-5 0 0,0 0 0 0 0,0 0 0 0 0,0 0 0 0 0,1 0 0 0 0,-1 0 0 0 0,0 0 0 0 0,1-1 0 0 0,0 1 0 0 0,-1 0 0 0 0,1 0 0 0 0,0-1 0 0 0,0 1 0 0 0,1 0 0 0 0,-1-3 0 0 0,1-18-3 0 0,1 37 2 0 0,1-1 0 0 0,0 1-1 0 0,0-1 1 0 0,2 0 0 0 0,0 0 0 0 0,0 0-1 0 0,1-1 1 0 0,8 13 0 0 0,15 39 15 0 0,-26-53-7 0 0,-1 0-1 0 0,0 0 0 0 0,-1 1 0 0 0,0-1 1 0 0,-1 12-1 0 0,0-11-48 0 0,0-1 0 0 0,1 0 0 0 0,4 20 0 0 0,15 26-666 0 0,-19-50 536 0 0,1-1-1 0 0,0 0 1 0 0,1 0 0 0 0,-1 0-1 0 0,1-1 1 0 0,0 1-1 0 0,1-1 1 0 0,-1 1-1 0 0,1-1 1 0 0,0 0-1 0 0,7 7 1 0 0,2 2-213 0 0,-12-13 283 0 0,0 1-1 0 0,1-1 1 0 0,-1 1-1 0 0,0 0 1 0 0,-1-1-1 0 0,1 1 1 0 0,0 0-1 0 0,0 0 1 0 0,-1 0-1 0 0,1 0 1 0 0,-1-1-1 0 0,0 1 1 0 0,1 0-1 0 0,-1 0 1 0 0,0 0-1 0 0,0 0 0 0 0,-1 4 1 0 0,1 1-1046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27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18 1040 0 0,'1'-1'146'0'0,"0"1"-1"0"0,0-1 0 0 0,0 0 0 0 0,0 1 1 0 0,0-1-1 0 0,0 1 0 0 0,0-1 0 0 0,0 1 1 0 0,0 0-1 0 0,0-1 0 0 0,0 1 0 0 0,0 0 1 0 0,1 0-1 0 0,-1-1 0 0 0,0 1 0 0 0,0 0 1 0 0,0 0-1 0 0,0 0 0 0 0,0 1 0 0 0,0-1 0 0 0,2 0 1 0 0,-3 0 47 0 0,1 0-118 0 0,-1 0 0 0 0,0 0 0 0 0,0 0 0 0 0,1 0 0 0 0,-1 0 0 0 0,0 0 0 0 0,0 0 0 0 0,1 0 0 0 0,-1 0 0 0 0,0 0 0 0 0,0-1 0 0 0,1 1 0 0 0,-1 0 0 0 0,0 0 0 0 0,0 0 0 0 0,0 0 0 0 0,1 0 0 0 0,-1-1 0 0 0,0 1 0 0 0,0 0 0 0 0,0 0 0 0 0,0-1 0 0 0,1 1 0 0 0,-1 0 0 0 0,0 0 0 0 0,0-1 0 0 0,0 1 0 0 0,0 0 0 0 0,0 0 0 0 0,0-1 0 0 0,0 1 0 0 0,0 0 0 0 0,0 0 0 0 0,0-1 0 0 0,0 1 0 0 0,0 0 0 0 0,0 0 0 0 0,0-1 0 0 0,0 1 0 0 0,0 0 0 0 0,0 0 0 0 0,0-1 0 0 0,0 1 0 0 0,0 0 0 0 0,0 0 0 0 0,0-1 0 0 0,-1 1 0 0 0,1 0 0 0 0,0 0 0 0 0,0-1 0 0 0,0 1 0 0 0,0 0 0 0 0,-1 0 0 0 0,1 0 0 0 0,0 0 0 0 0,0-1 0 0 0,0 1 0 0 0,-1 0 0 0 0,1 0 0 0 0,0 0 0 0 0,0 0 0 0 0,-1 0 0 0 0,1 0 0 0 0,0-1 0 0 0,0 1 0 0 0,-1 0 0 0 0,1 0 0 0 0,-1 0 0 0 0,-40 9 301 0 0,-65 4 0 0 0,-8 1 313 0 0,109-13-209 0 0,13 0-453 0 0,1 0 0 0 0,0 0 0 0 0,0 1 0 0 0,-1 0 0 0 0,1 1 0 0 0,-1 0 0 0 0,12 5 0 0 0,-8-2 16 0 0,1-2-1 0 0,-1 1 1 0 0,27 4 0 0 0,-23-6-26 0 0,1 0 1 0 0,-1 1-1 0 0,0 1 0 0 0,0 1 1 0 0,0 0-1 0 0,-1 1 1 0 0,0 1-1 0 0,0 0 0 0 0,24 19 1 0 0,-27-18-8 0 0,-8-7-4 0 0,0 0 0 0 0,-1 0 1 0 0,1 0-1 0 0,-1 1 1 0 0,0-1-1 0 0,0 1 0 0 0,0 0 1 0 0,0 0-1 0 0,-1 0 1 0 0,1 0-1 0 0,-1 1 1 0 0,4 5-1 0 0,-6-8-1 0 0,-1 0 1 0 0,0 0-1 0 0,1 0 0 0 0,-1 0 1 0 0,0-1-1 0 0,1 1 0 0 0,-1 0 1 0 0,0 0-1 0 0,0-1 0 0 0,0 1 1 0 0,0-1-1 0 0,0 1 0 0 0,0 0 1 0 0,0-1-1 0 0,0 0 0 0 0,0 1 1 0 0,0-1-1 0 0,0 0 0 0 0,0 1 1 0 0,0-1-1 0 0,0 0 1 0 0,-2 0-1 0 0,0 1 19 0 0,-6 3-10 0 0,0 0-1 0 0,0-1 1 0 0,-1 0 0 0 0,1 0 0 0 0,-1-1 0 0 0,1 0 0 0 0,-1-1 0 0 0,0 0-1 0 0,0-1 1 0 0,-17-1 0 0 0,-12 2-6 0 0,-127 6-222 0 0,133-9-222 0 0,33 2 392 0 0,0 0 0 0 0,-1-1 0 0 0,1 1 0 0 0,0 0 0 0 0,-1 0 0 0 0,1 0 0 0 0,0 0 0 0 0,-1-1 0 0 0,1 1 0 0 0,0 0 0 0 0,0 0 1 0 0,-1-1-1 0 0,1 1 0 0 0,0 0 0 0 0,0 0 0 0 0,-1-1 0 0 0,1 1 0 0 0,0 0 0 0 0,0-1 0 0 0,0 1 0 0 0,0 0 0 0 0,0-1 0 0 0,-1 1 0 0 0,1 0 0 0 0,0-1 0 0 0,0 1 0 0 0,0-1 0 0 0,0 1 0 0 0,0 0 0 0 0,0-1 0 0 0,0 1 0 0 0,0 0 0 0 0,0-1 0 0 0,0 1 0 0 0,0 0 0 0 0,1-1 1 0 0,1-3-333 0 0,0 0 0 0 0,1 1 1 0 0,-1 0-1 0 0,1-1 1 0 0,0 1-1 0 0,0 0 1 0 0,0 0-1 0 0,4-2 1 0 0,23-25-2853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2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1361 0 0,'5'0'1787'0'0,"134"-44"3162"0"0,-114 38-4824 0 0,-10 2-8 0 0,-1 1-1 0 0,1 1 0 0 0,-1 0 1 0 0,24 0-1 0 0,23 2 124 0 0,-31 1-160 0 0,17 5 45 0 0,-37 1-103 0 0,-2 4 5 0 0,0-5-6 0 0,-7-6-19 0 0,0 1 0 0 0,1-1 1 0 0,-1 1-1 0 0,0 0 0 0 0,0 0 0 0 0,0-1 1 0 0,-1 1-1 0 0,1 0 0 0 0,0 0 0 0 0,0 0 1 0 0,0 0-1 0 0,-1 0 0 0 0,1 0 0 0 0,0 0 1 0 0,-1 0-1 0 0,1 0 0 0 0,-1 0 0 0 0,1 1 1 0 0,-1-1-1 0 0,1 0 0 0 0,-1 0 1 0 0,0 0-1 0 0,0 1 0 0 0,0-1 0 0 0,0 2 1 0 0,1-1 2 0 0,-1 1 0 0 0,0-1 0 0 0,1 1 0 0 0,0-1 0 0 0,-1 1 0 0 0,1-1 0 0 0,0 1 0 0 0,0-1 0 0 0,1 0 0 0 0,-1 0 0 0 0,0 1 0 0 0,1-1 0 0 0,2 3 0 0 0,-2-4-3 0 0,-1 0 1 0 0,0 1 0 0 0,0-1-1 0 0,0 0 1 0 0,0 0 0 0 0,0 1-1 0 0,0-1 1 0 0,-1 0-1 0 0,1 1 1 0 0,0-1 0 0 0,-1 1-1 0 0,1-1 1 0 0,-1 1 0 0 0,1 0-1 0 0,-1-1 1 0 0,0 1 0 0 0,0-1-1 0 0,0 1 1 0 0,0 0 0 0 0,0-1-1 0 0,0 1 1 0 0,0-1-1 0 0,0 1 1 0 0,0 0 0 0 0,-1-1-1 0 0,1 1 1 0 0,-1-1 0 0 0,0 3-1 0 0,-1-1 4 0 0,0 0 0 0 0,0 0-1 0 0,0 0 1 0 0,0 0 0 0 0,0 0-1 0 0,0-1 1 0 0,-1 1 0 0 0,0-1 0 0 0,1 1-1 0 0,-1-1 1 0 0,0 0 0 0 0,0 0-1 0 0,0-1 1 0 0,0 1 0 0 0,0 0-1 0 0,0-1 1 0 0,-1 0 0 0 0,1 0-1 0 0,0 0 1 0 0,-1 0 0 0 0,-4 0-1 0 0,-6 0 41 0 0,0-1 0 0 0,-1 0 0 0 0,1-1 0 0 0,-19-4-1 0 0,-24-2 242 0 0,47 7-216 0 0,0-1 1 0 0,0 0 0 0 0,1-1-1 0 0,-1 0 1 0 0,0 0 0 0 0,1-1 0 0 0,-13-6-1 0 0,20 9-51 0 0,1 0-1 0 0,0-1 0 0 0,0 1 0 0 0,0-1 1 0 0,0 1-1 0 0,0-1 0 0 0,0 1 1 0 0,0-1-1 0 0,0 0 0 0 0,0 0 1 0 0,0 1-1 0 0,0-1 0 0 0,0 0 0 0 0,0 0 1 0 0,0 0-1 0 0,1 0 0 0 0,-1 0 1 0 0,0 0-1 0 0,1 0 0 0 0,-1 0 1 0 0,0-3-1 0 0,2 3 2 0 0,-1 0 0 0 0,1-1 1 0 0,0 1-1 0 0,0 0 0 0 0,0 0 0 0 0,0 0 0 0 0,0 0 1 0 0,0 0-1 0 0,0 0 0 0 0,1 0 0 0 0,-1 0 0 0 0,0 0 1 0 0,0 1-1 0 0,1-1 0 0 0,-1 0 0 0 0,1 1 1 0 0,-1-1-1 0 0,0 1 0 0 0,1 0 0 0 0,-1-1 0 0 0,1 1 1 0 0,-1 0-1 0 0,3 0 0 0 0,11-2 32 0 0,0 0 1 0 0,0 1-1 0 0,0 1 0 0 0,0 1 1 0 0,0 0-1 0 0,0 1 1 0 0,26 6-1 0 0,-39-8-30 0 0,0 1 1 0 0,0-1-1 0 0,1 1 0 0 0,-1 0 1 0 0,0 0-1 0 0,0-1 0 0 0,0 2 1 0 0,0-1-1 0 0,0 0 0 0 0,0 0 1 0 0,0 1-1 0 0,0-1 0 0 0,0 1 1 0 0,-1-1-1 0 0,1 1 0 0 0,0 0 1 0 0,-1 0-1 0 0,0 0 0 0 0,1-1 1 0 0,-1 1-1 0 0,0 1 0 0 0,0-1 1 0 0,0 0-1 0 0,0 0 0 0 0,-1 0 1 0 0,1 0-1 0 0,0 1 1 0 0,-1-1-1 0 0,0 0 0 0 0,1 1 1 0 0,-1-1-1 0 0,0 0 0 0 0,0 1 1 0 0,0-1-1 0 0,-1 0 0 0 0,1 1 1 0 0,-1-1-1 0 0,1 0 0 0 0,-1 0 1 0 0,0 1-1 0 0,1-1 0 0 0,-1 0 1 0 0,0 0-1 0 0,-1 0 0 0 0,1 0 1 0 0,0 0-1 0 0,-1 0 0 0 0,1 0 1 0 0,-1 0-1 0 0,1-1 0 0 0,-4 4 1 0 0,-1 1 46 0 0,-5 6-8 0 0,-1-1-1 0 0,0 1 1 0 0,0-2 0 0 0,-1 0 0 0 0,0 0 0 0 0,-1-2 0 0 0,0 1 0 0 0,-25 10 0 0 0,23-14 11 0 0,-2 2-382 0 0,-1-1 0 0 0,-24 5 0 0 0,40-11 109 0 0,0 1 0 0 0,-1-1 0 0 0,1 0 0 0 0,0 0-1 0 0,0 0 1 0 0,0 0 0 0 0,0-1 0 0 0,-7-1 0 0 0,9 2 90 0 0,1 0 0 0 0,-1-1 0 0 0,0 1 0 0 0,0-1 0 0 0,0 1 0 0 0,1-1 0 0 0,-1 1 0 0 0,0-1 0 0 0,0 1 0 0 0,1-1 1 0 0,-1 0-1 0 0,1 1 0 0 0,-1-1 0 0 0,0 0 0 0 0,1 0 0 0 0,0 1 0 0 0,-1-1 0 0 0,1 0 0 0 0,-1 0 0 0 0,1 0 0 0 0,0 0 0 0 0,-1 0 1 0 0,1 1-1 0 0,0-1 0 0 0,0 0 0 0 0,0 0 0 0 0,0 0 0 0 0,0-1 0 0 0,0-21-2038 0 0,0-12-840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0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5 320 0 0,'20'9'1608'0'0,"-20"-9"-1514"0"0,0 0 0 0 0,0 1 0 0 0,0-1 0 0 0,0 0 0 0 0,0 0 0 0 0,0 0 0 0 0,0 1 0 0 0,1-1 0 0 0,-1 0 0 0 0,0 0 0 0 0,0 0 0 0 0,0 1 0 0 0,0-1 0 0 0,0 0 0 0 0,1 0 0 0 0,-1 0 0 0 0,0 0 1 0 0,0 0-1 0 0,0 1 0 0 0,1-1 0 0 0,-1 0 0 0 0,0 0 0 0 0,0 0 0 0 0,1 0 0 0 0,-1 0 0 0 0,0 0 0 0 0,0 0 0 0 0,0 0 0 0 0,1 0 0 0 0,-1 0 0 0 0,0 0 0 0 0,0 0 0 0 0,1 0 0 0 0,-1 0 0 0 0,0 0 0 0 0,0 0 1 0 0,1 0-1 0 0,-1 0 0 0 0,0 0 0 0 0,0 0 0 0 0,0 0 0 0 0,1 0 0 0 0,-1 0 0 0 0,0 0 0 0 0,0-1 0 0 0,0 1 0 0 0,1 0 0 0 0,-1 0 0 0 0,0 0 0 0 0,0 0 0 0 0,0-1 0 0 0,0 1 0 0 0,1 0 0 0 0,-1 0 0 0 0,0 0 1 0 0,0-1-1 0 0,0 1 0 0 0,0 0 0 0 0,0 0 0 0 0,0 0 0 0 0,0-1 0 0 0,0 1 0 0 0,1 0 0 0 0,-1 0 0 0 0,0-1 0 0 0,0 1 0 0 0,0 0 0 0 0,0-1 0 0 0,-3 0-69 0 0,1 0-1 0 0,0-1 1 0 0,0 1-1 0 0,-1 0 1 0 0,1 0 0 0 0,-1 0-1 0 0,1 1 1 0 0,-1-1-1 0 0,1 0 1 0 0,-1 1 0 0 0,1 0-1 0 0,-1 0 1 0 0,1-1-1 0 0,-4 2 1 0 0,-45-3 473 0 0,-33 13 392 0 0,50-5-368 0 0,-54 1 0 0 0,83-7 492 0 0,8 3-993 0 0,0-1-1 0 0,0 1 1 0 0,0-1-1 0 0,1 0 1 0 0,-1 0-1 0 0,1 0 0 0 0,-1 0 1 0 0,1-1-1 0 0,0 0 1 0 0,7 2-1 0 0,-1 1 9 0 0,55 18-9 0 0,-54-20-1 0 0,0 2 0 0 0,1-1 0 0 0,-2 1 1 0 0,1 1-1 0 0,0 0 0 0 0,-1 1 0 0 0,10 6 0 0 0,5 3 42 0 0,-18-11-60 0 0,0 0 0 0 0,0 0 0 0 0,0 1-1 0 0,11 10 1 0 0,-16-14 6 0 0,-1 0-1 0 0,0 1 0 0 0,0-1 0 0 0,0 1 1 0 0,0-1-1 0 0,0 1 0 0 0,0-1 0 0 0,0 1 1 0 0,0 0-1 0 0,-1-1 0 0 0,1 1 0 0 0,0 0 1 0 0,-1 0-1 0 0,0-1 0 0 0,1 1 0 0 0,-1 0 1 0 0,0 0-1 0 0,0 0 0 0 0,0 0 0 0 0,0-1 1 0 0,-1 1-1 0 0,1 0 0 0 0,0 0 0 0 0,-1 0 1 0 0,1-1-1 0 0,-1 1 0 0 0,0 2 0 0 0,-6 13 73 0 0,4-10-13 0 0,0 0 1 0 0,0 0 0 0 0,-1 0-1 0 0,1-1 1 0 0,-7 9 0 0 0,8-13-49 0 0,0 0 0 0 0,0 0 0 0 0,0 0 0 0 0,-1 0 0 0 0,1 0 0 0 0,0-1 0 0 0,-1 1 0 0 0,1-1 0 0 0,-1 0 1 0 0,1 0-1 0 0,-1 0 0 0 0,0 0 0 0 0,1 0 0 0 0,-1 0 0 0 0,0-1 0 0 0,0 1 0 0 0,1-1 0 0 0,-1 0 1 0 0,-3 0-1 0 0,-8 0-100 0 0,0 0 0 0 0,-1-1 0 0 0,1-1 0 0 0,0 0 0 0 0,0-1 0 0 0,-27-9 0 0 0,40 12 34 0 0,1 0 0 0 0,-1 0 1 0 0,0 0-1 0 0,0 0 0 0 0,0-1 0 0 0,0 1 1 0 0,0 0-1 0 0,1-1 0 0 0,-1 1 0 0 0,0-1 1 0 0,0 1-1 0 0,1-1 0 0 0,-1 1 0 0 0,0-1 0 0 0,1 1 1 0 0,-1-1-1 0 0,0 0 0 0 0,1 1 0 0 0,-1-1 1 0 0,1 0-1 0 0,-1 1 0 0 0,1-1 0 0 0,0 0 1 0 0,-1 0-1 0 0,1 0 0 0 0,0 1 0 0 0,-1-1 0 0 0,1 0 1 0 0,0-1-1 0 0,23-25-2018 0 0,-23 26 2043 0 0,30-30-3058 0 0,1-2-601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1921 0 0,'121'-8'4162'0'0,"145"-23"-2828"0"0,91-7-427 0 0,-253 31-719 0 0,64-5 125 0 0,204 12 0 0 0,-236 8-128 0 0,260 25 483 0 0,-60 14 279 0 0,-300-45-570 0 0,1-1-1 0 0,0-2 1 0 0,-1-2-1 0 0,57-11 1 0 0,-35 5 21 0 0,159-22 1270 0 0,430-5-1 0 0,-229 66-226 0 0,-364-26-1481 0 0,-8 2 56 0 0,-58-2-2785 0 0,-82-7-5296 0 0,8-4 2289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6963 0 0,'0'36'3042'0'0,"0"-28"-3283"0"0,30-8-479 0 0,30 0 160 0 0,1-19-881 0 0,29 5-1680 0 0,-60-5-81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7363 0 0,'0'0'2642'0'0,"31"-13"-3043"0"0,-31-1-1039 0 0,0 3-881 0 0,0-9-321 0 0,-31 7 161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6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2001 0 0,'-30'6'4162'0'0,"-1"7"-4642"0"0,31-1-4483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31 276 4802 0 0,'0'0'3455'0'0,"0"0"-3444"0"0,-1 0-1 0 0,1 0 1 0 0,0 0 0 0 0,0 0-1 0 0,0-1 1 0 0,0 1 0 0 0,0 0-1 0 0,0 0 1 0 0,0 0 0 0 0,0-1-1 0 0,-1 1 1 0 0,1 0 0 0 0,0 0 0 0 0,0 0-1 0 0,0-1 1 0 0,0 1 0 0 0,0 0-1 0 0,0 0 1 0 0,0 0 0 0 0,0-1-1 0 0,0 1 1 0 0,1 0 0 0 0,-1 0-1 0 0,0 0 1 0 0,0-1 0 0 0,0 1-1 0 0,0 0 1 0 0,0 0 0 0 0,0 0-1 0 0,0-1 1 0 0,0 1 0 0 0,0 0-1 0 0,1 0 1 0 0,-1 0 0 0 0,0 0-1 0 0,0 0 1 0 0,0-1 0 0 0,0 1-1 0 0,0 0 1 0 0,1 0 0 0 0,-1 0-1 0 0,0 0 1 0 0,0 0 0 0 0,0 0-1 0 0,1 0 1 0 0,-1 0 0 0 0,0 0-1 0 0,0-1 1 0 0,0 1 0 0 0,1 0-1 0 0,-1 0 1 0 0,0 0 0 0 0,0 0-1 0 0,0 0 1 0 0,1 0 0 0 0,-1 0-1 0 0,0 0 1 0 0,0 1 0 0 0,1-1-1 0 0,15 1 560 0 0,-32-3-32 0 0,6-9 1076 0 0,8 10-1550 0 0,1 1 0 0 0,-1-1 0 0 0,1 0 0 0 0,0 1 0 0 0,-1-1 0 0 0,1 0 0 0 0,0 0 0 0 0,-1 0 0 0 0,1 0 0 0 0,0 0 0 0 0,0 0 0 0 0,0 0 0 0 0,0 0 0 0 0,0-1 0 0 0,0 1 0 0 0,1 0 0 0 0,-2-3 0 0 0,-2-33 1078 0 0,5 30-1041 0 0,0 0 0 0 0,0 0 1 0 0,0 0-1 0 0,1 0 0 0 0,0 0 0 0 0,0 0 0 0 0,1 0 0 0 0,0 0 0 0 0,0 1 1 0 0,0-1-1 0 0,8-8 0 0 0,-3 3-5 0 0,2 0 0 0 0,-1 1 0 0 0,2 0 0 0 0,14-12 0 0 0,-6 16-25 0 0,-17 7-60 0 0,0-1 0 0 0,0 1-1 0 0,-1 0 1 0 0,1-1 0 0 0,0 1 0 0 0,0-1 0 0 0,-1 1 0 0 0,1-1 0 0 0,0 0-1 0 0,-1 0 1 0 0,1 0 0 0 0,-1 0 0 0 0,1 0 0 0 0,-1 0 0 0 0,1 0-1 0 0,-1 0 1 0 0,0-1 0 0 0,1 1 0 0 0,-1 0 0 0 0,0-1 0 0 0,0 1-1 0 0,1-4 1 0 0,-1 4-3 0 0,-1 1 0 0 0,1-1 0 0 0,-1 1 0 0 0,0-1 1 0 0,1 0-1 0 0,-1 1 0 0 0,1 0 0 0 0,-1-1 0 0 0,1 1 0 0 0,0-1 0 0 0,-1 1 0 0 0,1 0 0 0 0,-1-1 0 0 0,1 1 0 0 0,0 0 0 0 0,-1-1 0 0 0,1 1 0 0 0,0 0 0 0 0,-1 0 0 0 0,1 0 0 0 0,0 0 0 0 0,-1 0 0 0 0,1 0 0 0 0,0 0 1 0 0,0 0-1 0 0,-1 0 0 0 0,1 0 0 0 0,0 0 0 0 0,-1 0 0 0 0,1 0 0 0 0,0 0 0 0 0,-1 1 0 0 0,1-1 0 0 0,0 0 0 0 0,-1 1 0 0 0,1-1 0 0 0,-1 0 0 0 0,1 1 0 0 0,0-1 0 0 0,-1 1 0 0 0,1-1 0 0 0,-1 1 0 0 0,1-1 0 0 0,-1 1 1 0 0,0-1-1 0 0,1 1 0 0 0,-1-1 0 0 0,1 1 0 0 0,-1 0 0 0 0,0-1 0 0 0,1 1 0 0 0,-1-1 0 0 0,0 1 0 0 0,0 0 0 0 0,0-1 0 0 0,0 1 0 0 0,1 1 0 0 0,-2 11-5 0 0,0-1-1 0 0,-1 0 0 0 0,0 0 1 0 0,-1 0-1 0 0,-4 12 1 0 0,-3 10 9 0 0,-20 79 121 0 0,27-101-123 0 0,1 0 1 0 0,0 0-1 0 0,1 1 0 0 0,0-1 0 0 0,1 1 0 0 0,2 22 0 0 0,0 4-294 0 0,-2-37 212 0 0,0 0 0 0 0,0 0 1 0 0,-1 0-1 0 0,1 0 0 0 0,-1-1 0 0 0,1 1 1 0 0,-1 0-1 0 0,0 0 0 0 0,1-1 1 0 0,-1 1-1 0 0,0 0 0 0 0,0-1 0 0 0,0 1 1 0 0,-1-1-1 0 0,1 1 0 0 0,-3 2 0 0 0,2 1-1063 0 0,24-5-419 0 0,2-2 165 0 0,0-2-1 0 0,-1 0 1 0 0,0-1-1 0 0,0-2 1 0 0,35-14-1 0 0,-33 9-944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8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152 108 400 0 0,'-4'-16'4585'0'0,"-10"9"-3114"0"0,7 5-1084 0 0,6 2-345 0 0,1-1-1 0 0,-1 1 1 0 0,1 0-1 0 0,0 0 1 0 0,-1 0-1 0 0,1-1 1 0 0,0 1-1 0 0,-1 0 1 0 0,1-1-1 0 0,0 1 1 0 0,-1 0-1 0 0,1-1 1 0 0,0 1 0 0 0,0 0-1 0 0,-1-1 1 0 0,1 1-1 0 0,0 0 1 0 0,0-1-1 0 0,0 1 1 0 0,0-1-1 0 0,-1 1 1 0 0,1 0-1 0 0,0-1 1 0 0,0 1-1 0 0,0-1 1 0 0,0 1-1 0 0,0-1 1 0 0,-3-8 316 0 0,-6 2-210 0 0,8 7-108 0 0,0-1 1 0 0,0 0-1 0 0,0 0 1 0 0,-1 1-1 0 0,1-1 1 0 0,0 0-1 0 0,0 0 1 0 0,1 0-1 0 0,-1 0 0 0 0,0-1 1 0 0,0 1-1 0 0,0 0 1 0 0,1 0-1 0 0,-1 0 1 0 0,1-1-1 0 0,-1 1 1 0 0,1 0-1 0 0,-1 0 1 0 0,1-1-1 0 0,0 1 1 0 0,-1-1-1 0 0,1 1 1 0 0,0 0-1 0 0,0-1 0 0 0,0 1 1 0 0,0-2-1 0 0,0 3-33 0 0,0-1 0 0 0,0 1 0 0 0,0-1 0 0 0,0 1 0 0 0,0-1 0 0 0,-1 1 0 0 0,1 0 0 0 0,0-1 0 0 0,0 1 0 0 0,0-1 0 0 0,-1 1 0 0 0,1 0 0 0 0,0-1 0 0 0,-1 1 0 0 0,1 0 0 0 0,0-1 0 0 0,-1 1-1 0 0,1 0 1 0 0,0 0 0 0 0,-1-1 0 0 0,1 1 0 0 0,-1 0 0 0 0,1 0 0 0 0,-1 0 0 0 0,1-1 0 0 0,0 1 0 0 0,-1 0 0 0 0,1 0 0 0 0,-1 0 0 0 0,1 0 0 0 0,-1 0 0 0 0,1 0 0 0 0,-1 0 0 0 0,1 0 0 0 0,-1 0 0 0 0,0 0 1 0 0,0 0 0 0 0,1 0 0 0 0,-1 0 1 0 0,0 0-1 0 0,1 0 0 0 0,-1 0 1 0 0,0 0-1 0 0,1 0 0 0 0,-1 0 1 0 0,0-1-1 0 0,1 1 0 0 0,-1 0 0 0 0,1 0 1 0 0,-1-1-1 0 0,0 1 0 0 0,1 0 1 0 0,-1-1-1 0 0,1 1 0 0 0,-1-1 0 0 0,1 1 1 0 0,-1-1-1 0 0,1 1 0 0 0,-1-1 1 0 0,1 1-1 0 0,0-1 0 0 0,-1 1 0 0 0,1-1 1 0 0,0 1-1 0 0,-1-1 0 0 0,1 0 1 0 0,0 1-1 0 0,0-1 0 0 0,0 0 1 0 0,-1 1-1 0 0,1-1 0 0 0,0 0 0 0 0,0 1 1 0 0,0-2-1 0 0,-9 8 2642 0 0,8-6-2643 0 0,0 0 0 0 0,0 0 0 0 0,0 1 0 0 0,0-1 0 0 0,0 0 0 0 0,0 1 0 0 0,0-1 0 0 0,0 0 0 0 0,0 1 0 0 0,1-1 1 0 0,-1 1-1 0 0,0-1 0 0 0,0 1 0 0 0,0 0 0 0 0,1-1 0 0 0,-1 1 0 0 0,0 0 0 0 0,1-1 0 0 0,-1 1 0 0 0,1 0 0 0 0,-1 0 0 0 0,1 0 0 0 0,-1-1 0 0 0,1 1 0 0 0,-1 0 0 0 0,1 0 0 0 0,0 0 0 0 0,0 0 0 0 0,-1 0 0 0 0,1 1 0 0 0,0 0 9 0 0,0 0 1 0 0,-1 0-1 0 0,1 0 1 0 0,0 0-1 0 0,-1 0 1 0 0,1 0-1 0 0,-1-1 0 0 0,0 1 1 0 0,0 0-1 0 0,0 0 1 0 0,0-1-1 0 0,0 1 1 0 0,0 0-1 0 0,0-1 0 0 0,0 1 1 0 0,-2 1-1 0 0,1-2-4 0 0,1 1 0 0 0,-1 0 0 0 0,1-1 0 0 0,0 1-1 0 0,-1 0 1 0 0,1 0 0 0 0,0 0 0 0 0,0 0 0 0 0,0 0-1 0 0,1 0 1 0 0,-1 0 0 0 0,0 1 0 0 0,1-1 0 0 0,-1 0 0 0 0,1 0-1 0 0,0 4 1 0 0,0 32 935 0 0,3-36-946 0 0,0 1 1 0 0,0-1-1 0 0,0 0 0 0 0,1 0 0 0 0,-1-1 0 0 0,1 1 0 0 0,-1-1 0 0 0,1 0 0 0 0,0 0 1 0 0,6 1-1 0 0,11 5 80 0 0,-7-2-65 0 0,0-2 0 0 0,0 0 0 0 0,1 0 0 0 0,22 0 0 0 0,20 5-3 0 0,-32-7 27 0 0,13-7-67 0 0,-37 6 26 0 0,0 0 0 0 0,0-1 0 0 0,0 1 0 0 0,0 0 0 0 0,0-1 0 0 0,1 1 0 0 0,-1-1 0 0 0,0 1 0 0 0,0-1 0 0 0,0 1 0 0 0,0-1 0 0 0,-1 0 0 0 0,1 1 0 0 0,0-1 0 0 0,0 0 0 0 0,0 0 0 0 0,0 0 0 0 0,-1 0 0 0 0,1 1 0 0 0,0-1 0 0 0,-1 0 0 0 0,1 0 0 0 0,-1-1 0 0 0,1 1 0 0 0,0-2 0 0 0,-1 1 2 0 0,1 0 1 0 0,0 1 0 0 0,-1-1 0 0 0,1 0-1 0 0,0 0 1 0 0,0 1 0 0 0,0-1 0 0 0,1 0-1 0 0,-1 1 1 0 0,0-1 0 0 0,1 1 0 0 0,-1-1-1 0 0,1 1 1 0 0,-1 0 0 0 0,1 0 0 0 0,-1-1-1 0 0,1 1 1 0 0,0 0 0 0 0,0 1 0 0 0,3-2-1 0 0,-3 1 2 0 0,0 0 0 0 0,-1 0-1 0 0,1 0 1 0 0,0 0 0 0 0,0 0 0 0 0,-1 0-1 0 0,1 0 1 0 0,0 0 0 0 0,-1-1-1 0 0,0 1 1 0 0,1 0 0 0 0,-1-1-1 0 0,0 1 1 0 0,1-1 0 0 0,-1 0 0 0 0,0 0-1 0 0,0 1 1 0 0,0-1 0 0 0,-1 0-1 0 0,2-3 1 0 0,-2 4-1 0 0,0 0 0 0 0,0-1 0 0 0,1 1 0 0 0,-1 0-1 0 0,0 0 1 0 0,1 0 0 0 0,-1 0 0 0 0,0 0 0 0 0,1 0 0 0 0,-1 0 0 0 0,1 0-1 0 0,0 0 1 0 0,-1 0 0 0 0,1 0 0 0 0,0 0 0 0 0,0 0 0 0 0,-1 1 0 0 0,1-1-1 0 0,0 0 1 0 0,0 0 0 0 0,2 0 0 0 0,-2 0-1 0 0,0 0 0 0 0,0 0 0 0 0,0 0 0 0 0,1 0 1 0 0,-1 0-1 0 0,0 0 0 0 0,0 0 0 0 0,-1 0 0 0 0,1 0 0 0 0,0 0 0 0 0,0-1 0 0 0,0 1 1 0 0,-1 0-1 0 0,1 0 0 0 0,-1-1 0 0 0,1 1 0 0 0,-1-1 0 0 0,0 1 0 0 0,1 0 0 0 0,-1-1 1 0 0,0 1-1 0 0,0-3 0 0 0,0 249 226 0 0,1-231-215 0 0,0 1 1 0 0,1-1-1 0 0,1 0 1 0 0,6 22-1 0 0,-5-24-43 0 0,-1 1 0 0 0,0-1 0 0 0,-1 0-1 0 0,0 19 1 0 0,-2-29-71 0 0,0 1-1 0 0,0 0 0 0 0,0-1 1 0 0,1 1-1 0 0,-1-1 0 0 0,0 1 1 0 0,1 0-1 0 0,0-1 0 0 0,0 1 1 0 0,-1-1-1 0 0,2 0 0 0 0,-1 1 1 0 0,0-1-1 0 0,0 0 0 0 0,1 1 1 0 0,-1-1-1 0 0,1 0 0 0 0,0 0 1 0 0,-1 0-1 0 0,1 0 0 0 0,0-1 1 0 0,3 3-1 0 0,-4-4-27 0 0,0 1 0 0 0,0-1 1 0 0,0 1-1 0 0,0-1 0 0 0,0 1 0 0 0,1-1 0 0 0,-1 0 0 0 0,0 0 0 0 0,0 0 0 0 0,0 1 1 0 0,1-1-1 0 0,-1 0 0 0 0,0-1 0 0 0,0 1 0 0 0,1 0 0 0 0,-1 0 0 0 0,0 0 1 0 0,0-1-1 0 0,0 1 0 0 0,0-1 0 0 0,1 1 0 0 0,-1-1 0 0 0,0 1 0 0 0,0-1 1 0 0,0 0-1 0 0,1-1 0 0 0,1 1-299 0 0,26-22-1812 0 0,-4-8-1281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3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56 400 0 0,'26'0'1961'0'0,"-26"0"-1918"0"0,0 0-1 0 0,0 0 1 0 0,0 0 0 0 0,0 0-1 0 0,0 0 1 0 0,0 0 0 0 0,1 0-1 0 0,-1 0 1 0 0,0 0 0 0 0,0 0-1 0 0,0 1 1 0 0,0-1 0 0 0,0 0-1 0 0,1 0 1 0 0,-1 0 0 0 0,0 0-1 0 0,0 0 1 0 0,0 0 0 0 0,0 0-1 0 0,0-1 1 0 0,0 1 0 0 0,1 0-1 0 0,-1 0 1 0 0,0 0 0 0 0,0 0-1 0 0,0 0 1 0 0,0 0 0 0 0,0 0-1 0 0,1 0 1 0 0,-1 0 0 0 0,0 0-1 0 0,0 0 1 0 0,0 0 0 0 0,0-1-1 0 0,0 1 1 0 0,0 0 0 0 0,0 0-1 0 0,0 0 1 0 0,0 0 0 0 0,1 0-1 0 0,-1 0 1 0 0,0 0 0 0 0,0-1-1 0 0,0 1 1 0 0,0 0 0 0 0,0 0-1 0 0,0 0 1 0 0,0 0 0 0 0,0 0-1 0 0,0-1 1 0 0,0 1 0 0 0,0 0-1 0 0,0 0 1 0 0,0 0 0 0 0,0 0-1 0 0,0 0 1 0 0,0-1 0 0 0,0 1-1 0 0,0 0 1 0 0,0 0-13 0 0,-1 0 0 0 0,1 0 1 0 0,0-1-1 0 0,0 1 0 0 0,0 0 0 0 0,0 0 1 0 0,0 0-1 0 0,0 0 0 0 0,0 0 0 0 0,0-1 1 0 0,0 1-1 0 0,0 0 0 0 0,0 0 0 0 0,0 0 1 0 0,0 0-1 0 0,0 0 0 0 0,1 0 1 0 0,-1-1-1 0 0,0 1 0 0 0,0 0 0 0 0,0 0 1 0 0,0 0-1 0 0,0 0 0 0 0,0 0 0 0 0,0 0 1 0 0,0-1-1 0 0,0 1 0 0 0,0 0 0 0 0,1 0 1 0 0,-1 0-1 0 0,0 0 0 0 0,0 0 0 0 0,0 0 1 0 0,0 0-1 0 0,0 0 0 0 0,0 0 0 0 0,0 0 1 0 0,1 0-1 0 0,-1 0 0 0 0,0-1 0 0 0,0 1 1 0 0,0 0-1 0 0,0 0 0 0 0,0 0 1 0 0,1 0-1 0 0,-1 0 0 0 0,0 0 0 0 0,0 0 1 0 0,0 0-1 0 0,0 1 0 0 0,0-1 0 0 0,1 0 1 0 0,-1 0-1 0 0,0 0 0 0 0,0 0 0 0 0,0 0 1 0 0,0 0-1 0 0,0 0 0 0 0,1 0 0 0 0,19 0 811 0 0,-15-5 475 0 0,0-2-1112 0 0,15 1-83 0 0,10-6 519 0 0,-30 12-622 0 0,0 0 0 0 0,0 0 0 0 0,-1 0 0 0 0,1 0 0 0 0,0 0 0 0 0,0 0 1 0 0,0 0-1 0 0,0-1 0 0 0,-1 1 0 0 0,1 0 0 0 0,0 0 0 0 0,0 0 0 0 0,0 0 0 0 0,0 0 0 0 0,0-1 1 0 0,0 1-1 0 0,-1 0 0 0 0,1 0 0 0 0,0 0 0 0 0,0 0 0 0 0,0-1 0 0 0,0 1 0 0 0,0 0 0 0 0,0 0 0 0 0,0 0 1 0 0,0-1-1 0 0,0 1 0 0 0,0 0 0 0 0,0 0 0 0 0,0 0 0 0 0,0-1 0 0 0,0 1 0 0 0,0 0 0 0 0,0 0 0 0 0,0 0 1 0 0,0-1-1 0 0,0 1 0 0 0,0 0 0 0 0,1 0 0 0 0,-1 0 0 0 0,0 0 0 0 0,0-1 0 0 0,0 1 0 0 0,0 0 1 0 0,0 0-1 0 0,0 0 0 0 0,1 0 0 0 0,-1-1 0 0 0,0 1 0 0 0,0 0 0 0 0,0 0 0 0 0,0 0 0 0 0,1 0 0 0 0,-1 0 1 0 0,0 0-1 0 0,-20 0 248 0 0,15 0 1655 0 0,5 0-1913 0 0,0-1 0 0 0,0 1 0 0 0,0 0 0 0 0,1 0-1 0 0,-1 0 1 0 0,0 0 0 0 0,0 0 0 0 0,0 0 0 0 0,0-1-1 0 0,0 1 1 0 0,0 0 0 0 0,0 0 0 0 0,0 0 0 0 0,0 0 0 0 0,0-1-1 0 0,0 1 1 0 0,0 0 0 0 0,0 0 0 0 0,0 0 0 0 0,0 0-1 0 0,0-1 1 0 0,0 1 0 0 0,0 0 0 0 0,0 0 0 0 0,0 0-1 0 0,0 0 1 0 0,0-1 0 0 0,0 1 0 0 0,0 0 0 0 0,0 0 0 0 0,0 0-1 0 0,0 0 1 0 0,-1 0 0 0 0,1-1 0 0 0,0 1 0 0 0,0 0-1 0 0,0 0 1 0 0,0 0 0 0 0,0 0 0 0 0,0 0 0 0 0,-1 0-1 0 0,1 0 1 0 0,0-1 0 0 0,0 1 0 0 0,0 0 0 0 0,0 0 0 0 0,0 0-1 0 0,-1 0 1 0 0,1 0 0 0 0,0 0 0 0 0,0 0 0 0 0,0 0-1 0 0,0 0 1 0 0,-1 0 0 0 0,1 0 0 0 0,0 0 0 0 0,0 0-1 0 0,0 0 1 0 0,0 0 0 0 0,-1 0 0 0 0,1 0 0 0 0,0 0 0 0 0,0 0-1 0 0,0 0 1 0 0,0 0 0 0 0,-1 1 0 0 0,1-1 0 0 0,0 0-1 0 0,0 0 1 0 0,-47-1 396 0 0,20-1 15 0 0,-1 2 1 0 0,1 0-1 0 0,-50 9 0 0 0,58-6-192 0 0,-11 5 376 0 0,29-7-552 0 0,0 0 0 0 0,0 0-1 0 0,0 0 1 0 0,1-1 0 0 0,-1 1 0 0 0,0 0 0 0 0,0 0 0 0 0,1 0 0 0 0,-1 0 0 0 0,0 1 0 0 0,1-1 0 0 0,-1 0 0 0 0,1 0 0 0 0,-1 0 0 0 0,1 0 0 0 0,0 1-1 0 0,-1-1 1 0 0,1 0 0 0 0,0 0 0 0 0,0 1 0 0 0,0-1 0 0 0,0 2 0 0 0,1-2-47 0 0,-1 0-1 0 0,1 0 1 0 0,-1 0-1 0 0,1-1 1 0 0,-1 1-1 0 0,1 0 1 0 0,-1-1 0 0 0,1 1-1 0 0,0 0 1 0 0,-1-1-1 0 0,1 1 1 0 0,0-1-1 0 0,0 1 1 0 0,-1-1-1 0 0,1 0 1 0 0,0 1 0 0 0,0-1-1 0 0,0 0 1 0 0,0 1-1 0 0,-1-1 1 0 0,1 0-1 0 0,0 0 1 0 0,2 0-1 0 0,32 6-14 0 0,-23-4 17 0 0,129 21-246 0 0,-121-22 195 0 0,-9 0-32 0 0,0-1 0 0 0,-1 1 1 0 0,1 1-1 0 0,17 4 0 0 0,-26-5 69 0 0,0-1-1 0 0,0 1 0 0 0,0 0 1 0 0,0 0-1 0 0,0 0 0 0 0,-1 0 1 0 0,1 0-1 0 0,0 0 0 0 0,-1 1 1 0 0,1-1-1 0 0,-1 0 0 0 0,1 1 1 0 0,-1 0-1 0 0,0-1 0 0 0,0 1 1 0 0,0-1-1 0 0,0 1 0 0 0,0 0 1 0 0,0 0-1 0 0,0 0 0 0 0,0 0 0 0 0,-1 0 1 0 0,1 0-1 0 0,-1 0 0 0 0,1 0 1 0 0,-1 0-1 0 0,0 0 0 0 0,0 4 1 0 0,1 11 68 0 0,0-11-8 0 0,0 1 0 0 0,-1-1-1 0 0,0 1 1 0 0,0-1 0 0 0,-1 1-1 0 0,0-1 1 0 0,0 0-1 0 0,0 1 1 0 0,-1-1 0 0 0,1 0-1 0 0,-5 8 1 0 0,-39 33 383 0 0,10-12-230 0 0,27-28-177 0 0,0 0 0 0 0,0 0 0 0 0,0 0 0 0 0,-1-1 0 0 0,0-1 0 0 0,0 1 0 0 0,-11 4 0 0 0,18-9-171 0 0,-1 0 0 0 0,1 1 0 0 0,0-1 0 0 0,-1 0-1 0 0,1 0 1 0 0,-1-1 0 0 0,1 1 0 0 0,-1-1 0 0 0,1 1-1 0 0,-1-1 1 0 0,0 0 0 0 0,1 1 0 0 0,-1-2 0 0 0,1 1-1 0 0,-1 0 1 0 0,1 0 0 0 0,-1-1 0 0 0,0 1 0 0 0,1-1-1 0 0,-1 0 1 0 0,1 0 0 0 0,0 0 0 0 0,-1 0 0 0 0,1 0-1 0 0,0 0 1 0 0,0-1 0 0 0,-1 1 0 0 0,1-1-1 0 0,0 0 1 0 0,-2-2 0 0 0,-21-23-2685 0 0,-6-14-1014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54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662 127 800 0 0,'25'0'1521'0'0,"-20"0"-360"0"0,-10 0-281 0 0,-20 0 921 0 0,25-1-1793 0 0,0 1 0 0 0,0 0 0 0 0,0 0 0 0 0,0 0 0 0 0,0 0 0 0 0,1-1 0 0 0,-1 1 0 0 0,0 0 0 0 0,0 0 0 0 0,0 0 0 0 0,0-1 0 0 0,0 1 0 0 0,0 0 0 0 0,0 0 0 0 0,0 0 0 0 0,0-1 0 0 0,0 1 0 0 0,0 0 0 0 0,0 0 0 0 0,0 0 0 0 0,0-1 0 0 0,0 1 0 0 0,0 0 0 0 0,0 0 0 0 0,0 0 0 0 0,0-1 0 0 0,0 1 0 0 0,-1 0 0 0 0,1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0,-1 0 0 0 0,1 0 0 0 0,0 0 0 0 0,-1 0 13 0 0,0 0-7 0 0,0 0 0 0 0,0 1 1 0 0,0-1-1 0 0,0 0 0 0 0,0 0 0 0 0,-1 0 0 0 0,1 0 1 0 0,0 0-1 0 0,0 0 0 0 0,0-1 0 0 0,0 1 0 0 0,0 0 1 0 0,0-1-1 0 0,-1 1 0 0 0,1 0 0 0 0,0-1 1 0 0,0 1-1 0 0,0-1 0 0 0,0 0 0 0 0,0 1 0 0 0,0-2 1 0 0,-29-9 426 0 0,24 10-269 0 0,-14-1-68 0 0,0 0 0 0 0,0 1 0 0 0,0 2 1 0 0,-1 0-1 0 0,1 1 0 0 0,-37 9 0 0 0,-1-2-32 0 0,50-7-69 0 0,0 0 1 0 0,0 1-1 0 0,0 0 1 0 0,0 0 0 0 0,1 0-1 0 0,-1 1 1 0 0,-8 6-1 0 0,-34 15 49 0 0,46-23-64 0 0,1-1 1 0 0,-1 1 0 0 0,1-1-1 0 0,-1 1 1 0 0,1 1 0 0 0,0-1 0 0 0,0 0-1 0 0,0 1 1 0 0,0-1 0 0 0,0 1-1 0 0,1 0 1 0 0,-1 0 0 0 0,1 0 0 0 0,0 0-1 0 0,0 0 1 0 0,0 1 0 0 0,0-1-1 0 0,0 1 1 0 0,1-1 0 0 0,-1 1 0 0 0,1 0-1 0 0,0-1 1 0 0,0 1 0 0 0,1 0-1 0 0,-1 5 1 0 0,0-8 12 0 0,1-1 1 0 0,0 1-1 0 0,-1 0 0 0 0,1 0 1 0 0,0-1-1 0 0,-1 1 0 0 0,1 0 1 0 0,-1-1-1 0 0,1 1 0 0 0,-1-1 1 0 0,0 1-1 0 0,1-1 0 0 0,-1 1 1 0 0,1-1-1 0 0,-1 1 0 0 0,0-1 1 0 0,0 1-1 0 0,1-1 0 0 0,-1 0 1 0 0,0 1-1 0 0,0-1 0 0 0,1 0 1 0 0,-1 0-1 0 0,0 0 0 0 0,0 1 1 0 0,0-1-1 0 0,1 0 0 0 0,-2 0 1 0 0,-15 5 26 0 0,-3 5-38 0 0,16-9 3 0 0,0 0 0 0 0,1 1 0 0 0,-1-1 0 0 0,1 1 0 0 0,-1 0 0 0 0,1 0 0 0 0,0 0 0 0 0,0 1 0 0 0,-5 4 0 0 0,-67 90 87 0 0,73-94-78 0 0,1-1 1 0 0,0 0 0 0 0,0 1-1 0 0,0-1 1 0 0,1 1 0 0 0,-1-1-1 0 0,1 1 1 0 0,-1-1 0 0 0,1 1 0 0 0,0 0-1 0 0,0-1 1 0 0,0 1 0 0 0,0-1-1 0 0,0 1 1 0 0,2 5 0 0 0,-1-1 20 0 0,-2 10-10 0 0,0-14-13 0 0,0 0 0 0 0,1 1 0 0 0,0-1 0 0 0,0 0 0 0 0,0 0 1 0 0,0 0-1 0 0,1 1 0 0 0,-1-1 0 0 0,1 0 0 0 0,0 0 0 0 0,-1 0 0 0 0,1 0 0 0 0,3 4 0 0 0,2 3 0 0 0,-3-8 0 0 0,-2 1 0 0 0,1-1 0 0 0,0 1 0 0 0,0 0 0 0 0,-1 0 0 0 0,1 0 0 0 0,-1 0 0 0 0,0 0 0 0 0,0 0 0 0 0,0 0 0 0 0,-1 0 0 0 0,1 0 0 0 0,-1 1 0 0 0,1-1 0 0 0,-1 6 0 0 0,0-8 0 0 0,0 1 0 0 0,0-1 0 0 0,0 0 0 0 0,0 1 0 0 0,0-1 0 0 0,1 1 0 0 0,-1-1 0 0 0,1 0 0 0 0,-1 0 0 0 0,1 1 0 0 0,-1-1 0 0 0,1 0 0 0 0,-1 0 0 0 0,1 1 0 0 0,0-1 0 0 0,0 0 0 0 0,0 0 0 0 0,0 0 0 0 0,0 0 0 0 0,0 0 0 0 0,0 0 0 0 0,2 1 0 0 0,-2-1 0 0 0,0-1 0 0 0,0 1 0 0 0,0 0 0 0 0,0 0 0 0 0,0 0 0 0 0,0 0 0 0 0,0 0 0 0 0,0 0 0 0 0,0 0 0 0 0,0 0 0 0 0,-1 1 0 0 0,1-1 0 0 0,-1 0 0 0 0,1 0 0 0 0,-1 1 0 0 0,1-1 0 0 0,-1 0 0 0 0,0 1 0 0 0,1-1 0 0 0,-1 0 0 0 0,0 1 0 0 0,0 2 0 0 0,1 0 4 0 0,0 0 1 0 0,0 1 0 0 0,1-1-1 0 0,-1 0 1 0 0,1 0 0 0 0,0 0-1 0 0,0 0 1 0 0,1 0 0 0 0,-1-1-1 0 0,1 1 1 0 0,-1-1 0 0 0,1 1-1 0 0,6 4 1 0 0,6 10-3 0 0,-4 1-47 0 0,-10-16 44 0 0,0-1 0 0 0,1 0 1 0 0,-1 1-1 0 0,1-1 0 0 0,-1 0 1 0 0,1 0-1 0 0,0 0 0 0 0,0 0 1 0 0,0 0-1 0 0,0 0 0 0 0,0-1 1 0 0,3 3-1 0 0,80 61 1 0 0,-82-56 35 0 0,1-2-7 0 0,29 1-24 0 0,590 132 716 0 0,-596-134-655 0 0,1-1 1 0 0,-1-2-1 0 0,1-1 0 0 0,0-1 1 0 0,-1-1-1 0 0,36-5 0 0 0,-18 0 161 0 0,0-3-1 0 0,85-27 1 0 0,-91 20-5 0 0,-1-2 0 0 0,65-41 0 0 0,-12 8 130 0 0,-71 39-273 0 0,54-28 74 0 0,-69 36-144 0 0,0-1 1 0 0,0 1-1 0 0,-1-1 0 0 0,1 0 0 0 0,-1 0 0 0 0,0 0 0 0 0,0 0 1 0 0,0-1-1 0 0,-1 1 0 0 0,6-10 0 0 0,26-82 19 0 0,-20 67 14 0 0,-5 10-41 0 0,0 0 0 0 0,10-29-1 0 0,-19 42-2 0 0,1 0 1 0 0,-1 0-1 0 0,1 0 0 0 0,-2 0 0 0 0,1 0 0 0 0,-1-1 0 0 0,0 1 0 0 0,0 0 0 0 0,0 0 0 0 0,-1 0 0 0 0,0 0 0 0 0,0 0 1 0 0,-3-7-1 0 0,-4-9 34 0 0,1 0-24 0 0,-2-1 1 0 0,-22-41-1 0 0,21 51 28 0 0,0 0 1 0 0,-1 0-1 0 0,0 1 0 0 0,-1 1 1 0 0,0 0-1 0 0,-26-18 0 0 0,-9-9 332 0 0,29 25-325 0 0,-1 0 1 0 0,0 1 0 0 0,0 0 0 0 0,-1 2 0 0 0,-1 0 0 0 0,0 2-1 0 0,0 0 1 0 0,-32-7 0 0 0,-12 2-56 0 0,-106-9 1 0 0,86 16 1 0 0,-116 5 0 0 0,155 4-171 0 0,1 2-1 0 0,-1 3 1 0 0,1 1-1 0 0,-49 17 1 0 0,82-23 26 0 0,1 1 1 0 0,-1 1-1 0 0,2 0 1 0 0,-1 0-1 0 0,-14 10 0 0 0,24-14 116 0 0,0 0 0 0 0,0 0 0 0 0,0 0 0 0 0,0 0 0 0 0,0 0 0 0 0,0 0 0 0 0,0 0 0 0 0,1 0 0 0 0,-1 0 0 0 0,0 0-1 0 0,1 1 1 0 0,-1-1 0 0 0,0 0 0 0 0,1 0 0 0 0,0 1 0 0 0,-1-1 0 0 0,1 0 0 0 0,0 1 0 0 0,0-1 0 0 0,0 1 0 0 0,0-1 0 0 0,0 0 0 0 0,0 1 0 0 0,0-1-1 0 0,0 0 1 0 0,0 1 0 0 0,1-1 0 0 0,-1 0 0 0 0,0 1 0 0 0,1-1 0 0 0,0 2 0 0 0,1 1-131 0 0,1-1 1 0 0,-1 0-1 0 0,0 0 1 0 0,1 0-1 0 0,0 0 1 0 0,-1 0-1 0 0,1 0 0 0 0,1 0 1 0 0,2 1-1 0 0,50 25-2897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56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65 1201 0 0,'-13'-6'601'0'0,"0"0"0"0"0,0 0 0 0 0,0 2 1 0 0,0-1-1 0 0,-1 2 0 0 0,1 0 1 0 0,-28-2-1 0 0,-2-2 351 0 0,-53-7 249 0 0,-226 8 1240 0 0,202 8-1534 0 0,110-2-747 0 0,-1 2-130 0 0,-1-1 1 0 0,1 2-1 0 0,-1 0 0 0 0,1 0 1 0 0,0 0-1 0 0,0 2 0 0 0,1-1 1 0 0,-1 1-1 0 0,1 1 0 0 0,-10 7 1 0 0,-1 1-178 0 0,3-8 141 0 0,17-6 12 0 0,-1 0-1 0 0,0 0 1 0 0,1 0 0 0 0,-1 1-1 0 0,0-1 1 0 0,1 1 0 0 0,-1-1-1 0 0,0 1 1 0 0,1-1-1 0 0,-1 1 1 0 0,1 0 0 0 0,-1 0-1 0 0,1 0 1 0 0,-1 0 0 0 0,1 0-1 0 0,0 0 1 0 0,0 0 0 0 0,-1 0-1 0 0,1 0 1 0 0,0 1 0 0 0,0-1-1 0 0,0 1 1 0 0,0-1 0 0 0,0 0-1 0 0,1 1 1 0 0,-2 2-1 0 0,1-3-4 0 0,1 0-1 0 0,-1 0 1 0 0,0 0-1 0 0,1 0 1 0 0,-1 0-1 0 0,0-1 0 0 0,1 1 1 0 0,-1 0-1 0 0,0 0 1 0 0,0-1-1 0 0,0 1 1 0 0,0-1-1 0 0,0 1 0 0 0,0-1 1 0 0,0 1-1 0 0,0-1 1 0 0,0 0-1 0 0,0 1 1 0 0,0-1-1 0 0,0 0 0 0 0,0 0 1 0 0,-2 0-1 0 0,0 1-23 0 0,-27 30-257 0 0,28-28 301 0 0,1 0 1 0 0,-1 1-1 0 0,1-1 1 0 0,0 1-1 0 0,1-1 0 0 0,-1 1 1 0 0,1-1-1 0 0,-1 1 0 0 0,1-1 1 0 0,0 1-1 0 0,0 0 1 0 0,1-1-1 0 0,0 8 0 0 0,1 3-27 0 0,-3 10-33 0 0,0-13-17 0 0,1-1 0 0 0,0 1 1 0 0,1 0-1 0 0,0-1 1 0 0,4 13-1 0 0,4-1-3 0 0,1-1-1 0 0,20 33 1 0 0,-29-53 64 0 0,9 49 275 0 0,-6-43-260 0 0,1 3-41 0 0,1 0 0 0 0,0 0 0 0 0,1-1-1 0 0,0 0 1 0 0,13 13 0 0 0,34 31 192 0 0,-44-41-155 0 0,0-1-1 0 0,1 0 1 0 0,1 0-1 0 0,0-2 1 0 0,0 1 0 0 0,23 12-1 0 0,1-6-35 0 0,1-2 0 0 0,1-2 1 0 0,-1-1-1 0 0,2-2 0 0 0,76 7 0 0 0,201-4 310 0 0,-311-12-287 0 0,55-5 82 0 0,0-2 1 0 0,-1-2 0 0 0,0-3 0 0 0,79-27 0 0 0,79-16-262 0 0,77 24 450 0 0,-257 28-255 0 0,31-7 24 0 0,-65 9-38 0 0,1 0-1 0 0,0 0 0 0 0,0 0 0 0 0,0-1 0 0 0,-1 0 1 0 0,1 1-1 0 0,-1-1 0 0 0,1 0 0 0 0,-1-1 0 0 0,0 1 1 0 0,6-5-1 0 0,-9 6-4 0 0,0 0 1 0 0,1 1-1 0 0,-1-1 0 0 0,0 1 1 0 0,1-1-1 0 0,-1 1 0 0 0,0-1 1 0 0,0 0-1 0 0,0 1 0 0 0,0-1 1 0 0,1 0-1 0 0,-1 1 0 0 0,0-1 1 0 0,0 1-1 0 0,0-1 0 0 0,0 0 1 0 0,0 1-1 0 0,0-1 0 0 0,-1 0 1 0 0,1 1-1 0 0,0-1 0 0 0,0 0 1 0 0,0 1-1 0 0,-1-1 0 0 0,1 1 1 0 0,0-1-1 0 0,-1 1 0 0 0,1-1 1 0 0,0 0-1 0 0,-1 1 0 0 0,1-1 1 0 0,-1 1-1 0 0,1 0 0 0 0,0-1 1 0 0,-1 1-1 0 0,1-1 0 0 0,-1 1 1 0 0,-1-1-1 0 0,-19-18 28 0 0,-2 1-1 0 0,-1 1 0 0 0,-40-22 1 0 0,5 4-4 0 0,-65-38 199 0 0,-214-91 0 0 0,228 115-29 0 0,86 37-183 0 0,0 1 0 0 0,-1 2 0 0 0,0 1 0 0 0,0 0 0 0 0,-32-4 1 0 0,54 12-89 0 0,1 0 0 0 0,0 0 1 0 0,-1 1-1 0 0,1-1 1 0 0,0 1-1 0 0,0 0 1 0 0,0-1-1 0 0,-1 1 0 0 0,1 0 1 0 0,0 0-1 0 0,0 0 1 0 0,0 0-1 0 0,0 1 0 0 0,0-1 1 0 0,1 1-1 0 0,-1-1 1 0 0,0 1-1 0 0,1-1 1 0 0,-1 1-1 0 0,1 0 0 0 0,-1 0 1 0 0,1 0-1 0 0,0 0 1 0 0,0 0-1 0 0,0 0 1 0 0,-2 4-1 0 0,5-4-84 0 0,-1 1 1 0 0,0-1 0 0 0,1 0-1 0 0,-1 0 1 0 0,1-1-1 0 0,0 1 1 0 0,-1 0-1 0 0,1 0 1 0 0,0-1-1 0 0,0 1 1 0 0,3 1 0 0 0,18 18-2490 0 0,-18 5-2206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5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64 3201 0 0,'0'0'2722'0'0,"-30"6"399"0"0,30-1-2401 0 0,0 3-399 0 0,30-8-241 0 0,-30-8-320 0 0,0 3-241 0 0,0-7-719 0 0,-30-7-1922 0 0,-24-20-799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0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 4562 0 0,'-61'-8'3602'0'0,"31"16"-3202"0"0,30-2-800 0 0,30-6 800 0 0,1 5-720 0 0,-31 3-641 0 0,60-2-1120 0 0,-36-6-480 0 0,6-6 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0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0,'60'0'320'0'0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0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3362 0 0,'-60'6'3921'0'0,"30"-6"-2320"0"0,0 6-1121 0 0,60 2-560 0 0,0-3-320 0 0,0 1-720 0 0,31 2-1762 0 0,-31 3-479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0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1521 0 0,'30'0'2961'0'0,"0"0"-3521"0"0,0 0-961 0 0,0 0-400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94 4802 0 0,'-60'0'2641'0'0,"60"6"-2240"0"0,0-12-481 0 0,0-5-161 0 0,30-3-639 0 0,30-24-1761 0 0,-29 7-561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0 720 0 0,'0'6'2241'0'0,"30"7"-640"0"0,-30-7-640 0 0,0 0-81 0 0,30-6-2081 0 0,0-6-800 0 0,-30 0-240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20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143 110 1361 0 0,'-54'-6'3892'0'0,"22"4"-1862"0"0,2-4-1549 0 0,25 6-308 0 0,0 0-26 0 0,-6 0-26 0 0,5 0 309 0 0,12 0-143 0 0,5 0-418 0 0,157-4 147 0 0,-63-3 42 0 0,69-14-26 0 0,181-10 67 0 0,-103 13-51 0 0,156 3-48 0 0,-373 15 0 0 0,96 8 0 0 0,48 0 69 0 0,84 3 22 0 0,-142 0-11 0 0,-11 0-77 0 0,116 4 61 0 0,-27-2-25 0 0,14 1 15 0 0,-62-9 186 0 0,15 8 179 0 0,-6-1-131 0 0,-105-5-274 0 0,-75-15-94 0 0,-20-10-467 0 0,25 14 224 0 0,3 0-504 0 0,0 1 1 0 0,0 1-1 0 0,-1 0 1 0 0,-23-1-1 0 0,-64 2-4015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2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1833 210 1921 0 0,'1'1'703'0'0,"17"28"2742"0"0,-18-29-3398 0 0,0 1 0 0 0,0-1-1 0 0,0 1 1 0 0,0-1 0 0 0,0 1 0 0 0,0 0 0 0 0,0-1 0 0 0,0 1 0 0 0,0-1 0 0 0,-1 1 0 0 0,1-1 0 0 0,0 1 0 0 0,0-1 0 0 0,-1 1 0 0 0,1-1 0 0 0,0 1 0 0 0,0-1 0 0 0,-1 1 0 0 0,1-1 0 0 0,-1 1 0 0 0,1-1 0 0 0,0 1 0 0 0,-1-1 0 0 0,1 0 0 0 0,-1 1 0 0 0,1-1 0 0 0,-1 0 0 0 0,1 1 0 0 0,-1-1 0 0 0,1 0 0 0 0,-1 0 0 0 0,1 0 0 0 0,-1 1 0 0 0,1-1 0 0 0,-1 0 0 0 0,0 0 0 0 0,1 0 0 0 0,-1 0-1 0 0,1 0 1 0 0,-1 0 0 0 0,1 0 0 0 0,-1 0 0 0 0,0 0 0 0 0,1 0 0 0 0,-1-1 0 0 0,1 1 0 0 0,-1 0 0 0 0,1 0 0 0 0,-1-1 0 0 0,-1 2-46 0 0,1-1-1 0 0,0 0 1 0 0,-1 0-1 0 0,1 0 1 0 0,0 0 0 0 0,-1 0-1 0 0,1 0 1 0 0,0 0-1 0 0,-1-1 1 0 0,1 1-1 0 0,0 0 1 0 0,0-1-1 0 0,-1 1 1 0 0,1-1 0 0 0,0 0-1 0 0,0 1 1 0 0,0-1-1 0 0,-1 0 1 0 0,1 0-1 0 0,0 1 1 0 0,0-1-1 0 0,0 0 1 0 0,0-1 0 0 0,-3 0 9 0 0,1 1 0 0 0,0 0 0 0 0,0 0 0 0 0,0 0 0 0 0,-1 0 0 0 0,1 1 1 0 0,0-1-1 0 0,-1 1 0 0 0,1 0 0 0 0,-1 0 0 0 0,1 0 0 0 0,0 0 1 0 0,-5 2-1 0 0,-2-2 61 0 0,-136-9 969 0 0,77-1-751 0 0,12 1-111 0 0,-30 0 144 0 0,-207-12 584 0 0,103 21-293 0 0,190 0-611 0 0,-295 12 476 0 0,244-6-462 0 0,19-3 32 0 0,0 1 0 0 0,-54 14 0 0 0,74-14-37 0 0,-1-1-1 0 0,1-1 0 0 0,-20 1 0 0 0,24-2-5 0 0,-1-1-1 0 0,1 2 0 0 0,-1-1 1 0 0,1 1-1 0 0,-17 7 0 0 0,20-7-13 0 0,1 0-1 0 0,-1 1 1 0 0,1 0-1 0 0,0 0 1 0 0,0 0-1 0 0,0 1 0 0 0,0 0 1 0 0,1 0-1 0 0,-1 0 1 0 0,1 0-1 0 0,0 1 1 0 0,0 0-1 0 0,-4 6 1 0 0,-13 3 9 0 0,19-13-1 0 0,-1 0 1 0 0,1-1-1 0 0,0 1 0 0 0,0 1 0 0 0,0-1 0 0 0,0 0 1 0 0,0 0-1 0 0,0 1 0 0 0,0-1 0 0 0,1 1 1 0 0,-1 0-1 0 0,0-1 0 0 0,1 1 0 0 0,0 0 1 0 0,-1 0-1 0 0,1 0 0 0 0,-2 4 0 0 0,3-6 1 0 0,0 1-1 0 0,0-1 0 0 0,0 1 0 0 0,-1-1 1 0 0,1 1-1 0 0,0-1 0 0 0,0 1 0 0 0,0-1 0 0 0,-1 1 1 0 0,1-1-1 0 0,0 1 0 0 0,-1-1 0 0 0,1 1 1 0 0,-1-1-1 0 0,1 1 0 0 0,0-1 0 0 0,-1 0 1 0 0,1 1-1 0 0,-1-1 0 0 0,1 0 0 0 0,-1 1 0 0 0,1-1 1 0 0,-1 0-1 0 0,1 0 0 0 0,-1 0 0 0 0,1 1 1 0 0,-1-1-1 0 0,0 0 0 0 0,1 0 0 0 0,-1 0 0 0 0,1 0 1 0 0,-1 0-1 0 0,1 0 0 0 0,-1 0 0 0 0,0 0 1 0 0,0 0-1 0 0,1 0 2 0 0,-1 0 0 0 0,1-1 0 0 0,-1 1 0 0 0,1 0 1 0 0,-1 0-1 0 0,1 0 0 0 0,-1 0 0 0 0,1 1 0 0 0,-1-1 0 0 0,1 0 1 0 0,-1 0-1 0 0,1 0 0 0 0,-1 0 0 0 0,1 0 0 0 0,-1 1 0 0 0,1-1 1 0 0,-1 0-1 0 0,1 0 0 0 0,-1 1 0 0 0,1-1 0 0 0,0 0 0 0 0,-1 1 1 0 0,1-1-1 0 0,0 0 0 0 0,-1 1 0 0 0,1-1 0 0 0,0 0 0 0 0,-1 1 1 0 0,1-1-1 0 0,0 1 0 0 0,0-1 0 0 0,0 1 0 0 0,-1-1 0 0 0,1 1 1 0 0,0 0-1 0 0,0-1-1 0 0,0 1 0 0 0,0-1 0 0 0,0 1 0 0 0,-1-1 0 0 0,1 1 0 0 0,0-1 0 0 0,0 1 0 0 0,0-1 0 0 0,0 0 0 0 0,-1 1 0 0 0,1-1 0 0 0,0 1 0 0 0,-1-1 0 0 0,1 0 0 0 0,0 1 0 0 0,-1-1 0 0 0,1 0 0 0 0,0 1 0 0 0,-1-1 0 0 0,1 0 0 0 0,0 1 0 0 0,-1-1 0 0 0,1 0 0 0 0,-1 0 0 0 0,1 0 0 0 0,-1 1 0 0 0,1-1 0 0 0,-1 0 0 0 0,1 0 0 0 0,-1 0 0 0 0,1 0 0 0 0,-1 0 0 0 0,1 0 0 0 0,-1 0 0 0 0,1 0 0 0 0,-1 0 0 0 0,0 0 0 0 0,0 0 0 0 0,1 0 0 0 0,-1 0 0 0 0,0 0 0 0 0,1 0 0 0 0,-1 0 0 0 0,0 0 0 0 0,1 0 0 0 0,-1 1 0 0 0,1-1 0 0 0,-1 0 0 0 0,0 0 0 0 0,1 1 0 0 0,-1-1 0 0 0,1 0 0 0 0,-1 1 0 0 0,1-1 0 0 0,-1 0 0 0 0,1 1 0 0 0,-1-1 0 0 0,1 1 0 0 0,-1-1 0 0 0,1 1 0 0 0,-1-1 0 0 0,1 1 0 0 0,0-1 0 0 0,-1 1 0 0 0,1-1 0 0 0,0 1 0 0 0,0 0 0 0 0,-1-1 0 0 0,1 1 0 0 0,0-1 0 0 0,0 1 0 0 0,0 0 0 0 0,0-1 0 0 0,0 1 0 0 0,0 1 0 0 0,0-1 0 0 0,0 0 0 0 0,0 1 0 0 0,-1-1 0 0 0,1 0 0 0 0,0 1-1 0 0,0-1 1 0 0,-1 0 0 0 0,1 0 0 0 0,-1 1 0 0 0,1-1 0 0 0,-1 0 0 0 0,1 0 0 0 0,-1 0 0 0 0,0 0 0 0 0,0 0 0 0 0,0 1 0 0 0,1-1 0 0 0,-1-1 0 0 0,0 1 0 0 0,0 0 0 0 0,0 0 0 0 0,-2 1 0 0 0,2-1 0 0 0,0-1 1 0 0,0 1 0 0 0,-1 0-1 0 0,1 0 1 0 0,0 0-1 0 0,0 0 1 0 0,1 0 0 0 0,-1 0-1 0 0,0 1 1 0 0,0-1 0 0 0,0 0-1 0 0,1 0 1 0 0,-1 1-1 0 0,1-1 1 0 0,-1 0 0 0 0,1 1-1 0 0,-1-1 1 0 0,1 0 0 0 0,0 1-1 0 0,0-1 1 0 0,0 1-1 0 0,0 1 1 0 0,-1 0 4 0 0,1 0 0 0 0,0 0 0 0 0,0-1-1 0 0,-1 1 1 0 0,0 0 0 0 0,1 0 0 0 0,-1-1 0 0 0,0 1 0 0 0,0 0-1 0 0,-1-1 1 0 0,1 1 0 0 0,-1-1 0 0 0,1 1 0 0 0,-3 1 0 0 0,2-1-7 0 0,1-1 1 0 0,-1 0 0 0 0,1 0-1 0 0,0 1 1 0 0,-1-1 0 0 0,1 1 0 0 0,0-1-1 0 0,0 1 1 0 0,1 0 0 0 0,-1-1 0 0 0,0 1-1 0 0,1 0 1 0 0,0-1 0 0 0,-1 4-1 0 0,0 12-42 0 0,1-14 36 0 0,-1 1 0 0 0,1 0 0 0 0,0 0 0 0 0,0-1 0 0 0,0 1 0 0 0,1 0 0 0 0,-1 0-1 0 0,1-1 1 0 0,1 1 0 0 0,1 7 0 0 0,5 0 27 0 0,-5-9-12 0 0,-1 0 1 0 0,0 0 0 0 0,-1 0-1 0 0,1 0 1 0 0,-1 1 0 0 0,1-1-1 0 0,-1 0 1 0 0,0 1 0 0 0,0-1-1 0 0,-1 1 1 0 0,1-1 0 0 0,-1 1-1 0 0,1 0 1 0 0,-1 6-1 0 0,-2 29-60 0 0,0-28 43 0 0,1 0 0 0 0,0 0-1 0 0,1 0 1 0 0,1 0-1 0 0,-1 0 1 0 0,2 0 0 0 0,0 0-1 0 0,4 14 1 0 0,4-10 10 0 0,-9-13 0 0 0,1-1 0 0 0,-1 1 0 0 0,1 0 0 0 0,-1 0 0 0 0,0 0 0 0 0,0 0 0 0 0,0 0 0 0 0,0 0 0 0 0,0 0 0 0 0,-1 0 0 0 0,1 1 0 0 0,0-1 0 0 0,-1 0 0 0 0,0 0 0 0 0,1 1 0 0 0,-1 2 0 0 0,0-1-1 0 0,1 0 0 0 0,-1 0 0 0 0,1 0 0 0 0,0 0 0 0 0,0 0 0 0 0,1 0 0 0 0,-1 0 0 0 0,1 0 0 0 0,0-1 0 0 0,0 1 0 0 0,0-1 0 0 0,1 1 0 0 0,-1-1 0 0 0,1 0 0 0 0,4 5 0 0 0,18 28-50 0 0,-17-18 38 0 0,-6-13 13 0 0,0 1 0 0 0,0-1 0 0 0,1 1 0 0 0,0-1 0 0 0,0 0 0 0 0,1 0 0 0 0,4 5 0 0 0,83 108 53 0 0,-88-115-56 0 0,0 1-1 0 0,0-1 1 0 0,-1 1 0 0 0,1-1-1 0 0,-1 1 1 0 0,0 0 0 0 0,0 0-1 0 0,0 0 1 0 0,0 0 0 0 0,-1 0-1 0 0,0 1 1 0 0,1-1 0 0 0,-2 0-1 0 0,1 1 1 0 0,0 7 0 0 0,-1-10 5 0 0,0-1-1 0 0,0 1 1 0 0,0 0 0 0 0,0 0 0 0 0,0 0 0 0 0,1 0 0 0 0,-1-1 0 0 0,0 1 0 0 0,1 0 0 0 0,0 0 0 0 0,-1-1-1 0 0,1 1 1 0 0,0-1 0 0 0,0 1 0 0 0,0 0 0 0 0,0-1 0 0 0,0 1 0 0 0,0-1 0 0 0,2 2 0 0 0,-1-1-1 0 0,0 1 0 0 0,0-1 1 0 0,-1 0-1 0 0,1 0 1 0 0,-1 1-1 0 0,0-1 1 0 0,1 1-1 0 0,-1 0 1 0 0,0-1-1 0 0,-1 1 0 0 0,1 0 1 0 0,0-1-1 0 0,-1 1 1 0 0,1 0-1 0 0,-1 0 1 0 0,0 0-1 0 0,0 0 0 0 0,0-1 1 0 0,-1 4-1 0 0,2-4-4 0 0,-1-1 0 0 0,1 0 0 0 0,0 0-1 0 0,0 0 1 0 0,-1 0 0 0 0,1 0 0 0 0,0 0 0 0 0,0 0-1 0 0,0 0 1 0 0,0 0 0 0 0,0 0 0 0 0,0-1-1 0 0,0 1 1 0 0,0 0 0 0 0,1-1 0 0 0,-1 1-1 0 0,2 0 1 0 0,3 3-5 0 0,6 10 8 0 0,-10-11 0 0 0,0-1 0 0 0,0 1 0 0 0,0-1 0 0 0,0 0 0 0 0,0 0 0 0 0,1 0 0 0 0,-1 0 0 0 0,1 0 0 0 0,-1 0 0 0 0,5 1 0 0 0,158 113-80 0 0,-132-92 81 0 0,6 0-6 0 0,45 1-5 0 0,6-6-56 0 0,64 4 24 0 0,-11-3 4 0 0,236 31 38 0 0,-367-50 0 0 0,268 10 46 0 0,-51-3-12 0 0,71-1 46 0 0,-113-14 66 0 0,23-16-132 0 0,222-22 179 0 0,-151 12-79 0 0,-199 25-69 0 0,400-48 163 0 0,-333 41-175 0 0,223 4 0 0 0,-351 11-32 0 0,818-50 25 0 0,-715 28 43 0 0,-1 1-71 0 0,-93 18 2 0 0,-18 2 0 0 0,0 0 0 0 0,0-1 0 0 0,0 0 0 0 0,0-1 0 0 0,14-6 0 0 0,3 2-2 0 0,56-7 0 0 0,11-2 73 0 0,163-26-95 0 0,280-9 1 0 0,-407 41 3 0 0,99-3 20 0 0,-44 4-36 0 0,18-1-8 0 0,-124 5 73 0 0,-49 4-16 0 0,0-2-1 0 0,39-7 1 0 0,62-9-48 0 0,-84 14 99 0 0,95-22 0 0 0,-121 21-3 0 0,1 2 0 0 0,40-4-1 0 0,31-5 145 0 0,-24-1-98 0 0,-1 3-1 0 0,121-2 1 0 0,-168 10-152 0 0,-12 1 54 0 0,-1 1 0 0 0,0 0 0 0 0,0 0 0 0 0,17 1 0 0 0,-17 1 2 0 0,35-8 58 0 0,15-6-56 0 0,50-5-39 0 0,2 4-1 0 0,120 2 1 0 0,-2-1 25 0 0,101-23 1 0 0,-287 33 8 0 0,12 0 102 0 0,60-11-1 0 0,-58 3-69 0 0,65-2 0 0 0,108-20 534 0 0,-222 31-564 0 0,0-2 0 0 0,0 1 0 0 0,0-1 0 0 0,0 0 0 0 0,-1-1 0 0 0,0 0 0 0 0,9-6 0 0 0,-5 2 3 0 0,-11 9-11 0 0,-1 0-1 0 0,0 0 1 0 0,0 0-1 0 0,1-1 1 0 0,-1 1-1 0 0,0 0 1 0 0,0 0-1 0 0,1-1 1 0 0,-1 1-1 0 0,0 0 1 0 0,0-1-1 0 0,0 1 1 0 0,1 0-1 0 0,-1-1 1 0 0,0 1-1 0 0,0 0 1 0 0,0-1-1 0 0,0 1 1 0 0,0 0 0 0 0,0-1-1 0 0,0 1 1 0 0,0-1-1 0 0,0 1 1 0 0,0 0-1 0 0,0-1 1 0 0,0 1-1 0 0,0 0 1 0 0,0-1-1 0 0,0 1 1 0 0,0 0-1 0 0,0-1 1 0 0,-1 1-1 0 0,1 0 1 0 0,0-1-1 0 0,0 1 1 0 0,0 0-1 0 0,-1-1 1 0 0,1 1-1 0 0,0 0 1 0 0,0 0-1 0 0,-1-1 1 0 0,1 1-1 0 0,-1-1 1 0 0,-23-25 11 0 0,-1 0 1 0 0,-1 2-1 0 0,-2 0 0 0 0,-45-29 1 0 0,-132-64 99 0 0,84 52-53 0 0,32 16-62 0 0,-93-60 17 0 0,132 78 111 0 0,-75-34 0 0 0,28 15 76 0 0,-18-1-29 0 0,105 46-148 0 0,1 0 0 0 0,-1 1 0 0 0,-1 1-1 0 0,1-1 1 0 0,-16-2 0 0 0,-24-5 13 0 0,21 3-33 0 0,-87-25 172 0 0,-161-22 1 0 0,103 42-90 0 0,-300 16 1 0 0,349 2-26 0 0,-293 25-63 0 0,42 0 90 0 0,64-3-6 0 0,61-8-4 0 0,109-12-120 0 0,-274 50 0 0 0,267-24 21 0 0,-335 56-96 0 0,253-59 222 0 0,203-27-107 0 0,-165 21 0 0 0,-482 47-93 0 0,310-41 39 0 0,207-12-27 0 0,-258 21-985 0 0,90-8-6271 0 0,236-24 1748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37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113 323 1361 0 0,'-2'0'573'0'0,"-8"1"128"0"0,0 1 1 0 0,0-1-1 0 0,-1-1 0 0 0,1 0 1 0 0,0-1-1 0 0,-13-1 0 0 0,18 1-474 0 0,0 0-401 0 0,-7-2 71 0 0,8 3 100 0 0,7-1 68 0 0,10-1 43 0 0,6-3 115 0 0,-1 0-1 0 0,0-1 1 0 0,0 0 0 0 0,0-2-1 0 0,-1 0 1 0 0,-1-1 0 0 0,22-15-1 0 0,-12 5-167 0 0,-1-1 0 0 0,0-1 0 0 0,38-45 0 0 0,-26 10 36 0 0,-19 24-35 0 0,-14 9-18 0 0,-4 16 8 0 0,6 21-23 0 0,16 45 57 0 0,-2 2 0 0 0,19 107 0 0 0,-31-107-23 0 0,4 0 1 0 0,33 107 0 0 0,-39-152-62 0 0,0-1 0 0 0,0 0 0 0 0,2 0 0 0 0,-1 0 0 0 0,14 16 0 0 0,-20-28-65 0 0,1 0 1 0 0,0-1-1 0 0,1 0 0 0 0,-1 1 1 0 0,0-1-1 0 0,1 0 0 0 0,-1 0 1 0 0,1 0-1 0 0,-1-1 0 0 0,1 1 1 0 0,0-1-1 0 0,0 1 0 0 0,0-1 1 0 0,0 0-1 0 0,0 0 0 0 0,0 0 1 0 0,0 0-1 0 0,0-1 0 0 0,0 1 0 0 0,0-1 1 0 0,1 0-1 0 0,-1 0 0 0 0,0 0 1 0 0,0 0-1 0 0,0-1 0 0 0,0 1 1 0 0,1-1-1 0 0,-1 0 0 0 0,0 0 1 0 0,0 0-1 0 0,0 0 0 0 0,0 0 1 0 0,-1-1-1 0 0,5-2 0 0 0,49-30-2172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38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167 215 1121 0 0,'0'1'140'0'0,"0"-1"1"0"0,0 1 0 0 0,0-1 0 0 0,0 0 0 0 0,0 1 0 0 0,0-1-1 0 0,0 0 1 0 0,0 1 0 0 0,0-1 0 0 0,0 0 0 0 0,0 1 0 0 0,-1-1 0 0 0,1 1-1 0 0,0-1 1 0 0,0 0 0 0 0,0 0 0 0 0,-1 1 0 0 0,1-1 0 0 0,0 0 0 0 0,0 1-1 0 0,-1-1 1 0 0,1 0 0 0 0,0 0 0 0 0,-1 0 0 0 0,1 1 0 0 0,0-1 0 0 0,-1 0-1 0 0,1 0 1 0 0,0 0 0 0 0,-1 0 0 0 0,1 1 0 0 0,0-1 0 0 0,-1 0-1 0 0,-16-2 934 0 0,-14-13-947 0 0,28 13-107 0 0,1 1-1 0 0,-1-1 1 0 0,1 0 0 0 0,0 0-1 0 0,-1 0 1 0 0,1 0 0 0 0,0-1-1 0 0,0 1 1 0 0,0 0 0 0 0,1-1 0 0 0,-1 0-1 0 0,1 1 1 0 0,-1-1 0 0 0,1 0-1 0 0,0 0 1 0 0,0 0 0 0 0,0 1-1 0 0,0-1 1 0 0,1 0 0 0 0,-1-5-1 0 0,1 5-7 0 0,-1-1-1 0 0,1 1 0 0 0,-1 0 0 0 0,1 0 0 0 0,-1 0 0 0 0,0 0 0 0 0,0 0 1 0 0,0 0-1 0 0,-1 0 0 0 0,1 0 0 0 0,-1 0 0 0 0,-2-3 0 0 0,2 3 8 0 0,0 0-1 0 0,0 0 1 0 0,1 0 0 0 0,-1 0-1 0 0,1 0 1 0 0,0-1 0 0 0,0 1-1 0 0,0 0 1 0 0,0-1-1 0 0,0 1 1 0 0,1-1 0 0 0,0-4-1 0 0,0-34 78 0 0,0 24 55 0 0,0 16 16 0 0,0 6 86 0 0,-1-2-243 0 0,1-1 0 0 0,0 0-1 0 0,-1 0 1 0 0,1 0-1 0 0,-1 0 1 0 0,1 0 0 0 0,-1 0-1 0 0,1 0 1 0 0,-1 0-1 0 0,0 0 1 0 0,0 0 0 0 0,1 0-1 0 0,-1 0 1 0 0,0 0 0 0 0,0-1-1 0 0,0 1 1 0 0,0 0-1 0 0,0 0 1 0 0,-1 0 0 0 0,-9 9 37 0 0,10-6-31 0 0,0 0 0 0 0,0-1 0 0 0,0 1 0 0 0,0 0 0 0 0,1 0 0 0 0,-1 0 0 0 0,1 0 0 0 0,1 5 0 0 0,-6 28 80 0 0,0-25-62 0 0,4-10-25 0 0,1-1 0 0 0,-1 0 0 0 0,0 1 1 0 0,1-1-1 0 0,-1 1 0 0 0,1 0 0 0 0,-1-1 0 0 0,1 1 0 0 0,0-1 1 0 0,-1 1-1 0 0,1 0 0 0 0,0-1 0 0 0,0 1 0 0 0,0-1 1 0 0,0 1-1 0 0,1 0 0 0 0,-1-1 0 0 0,0 1 0 0 0,1-1 1 0 0,-1 1-1 0 0,1-1 0 0 0,-1 1 0 0 0,1-1 0 0 0,0 1 1 0 0,0-1-1 0 0,-1 1 0 0 0,3 1 0 0 0,-1 2 7 0 0,2 22 114 0 0,-4-24-113 0 0,0 0 0 0 0,0 0 1 0 0,0-1-1 0 0,0 1 0 0 0,1 0 1 0 0,-1 0-1 0 0,1-1 0 0 0,0 1 1 0 0,0 0-1 0 0,1 3 0 0 0,1-1-1 0 0,1-1 0 0 0,-1 0 0 0 0,1 0 0 0 0,0 0 0 0 0,0-1 0 0 0,0 1 0 0 0,0-1 0 0 0,0 0 0 0 0,1 0 0 0 0,0 0 0 0 0,-1-1 0 0 0,1 0-1 0 0,0 0 1 0 0,0 0 0 0 0,0 0 0 0 0,0-1 0 0 0,1 0 0 0 0,7 1 0 0 0,2 0-13 0 0,0-1 0 0 0,0-1 0 0 0,0 0 0 0 0,0-1 0 0 0,25-4 0 0 0,24-13-2 0 0,-59 16-3 0 0,-1 0 1 0 0,0 1 0 0 0,1-2-1 0 0,-1 1 1 0 0,0 0 0 0 0,0-1 0 0 0,0 0-1 0 0,0 0 1 0 0,0 0 0 0 0,5-7-1 0 0,22-41-78 0 0,-29 44 65 0 0,0 0 0 0 0,-1 0 1 0 0,1 0-1 0 0,-2 0 0 0 0,1 0 0 0 0,0 0 0 0 0,-1 0 0 0 0,-1-1 0 0 0,-1-10 0 0 0,1-12 4 0 0,1 39 20 0 0,-1 22 93 0 0,7 43 1 0 0,2-27 63 0 0,-2-19 112 0 0,-1 1 0 0 0,1 44 0 0 0,-6-59-231 0 0,0 0 1 0 0,1 0-1 0 0,1 1 1 0 0,1-1-1 0 0,0 0 1 0 0,0-1-1 0 0,2 1 0 0 0,8 20 1 0 0,-7-20-270 0 0,0 1-1 0 0,-1-1 1 0 0,-1 1 0 0 0,0 1-1 0 0,1 15 1 0 0,-6-64-1429 0 0,0 19 981 0 0,1 0-1 0 0,0 1 1 0 0,1-1 0 0 0,5-26 0 0 0,19-13-2785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3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2241 0 0,'1'1'138'0'0,"-1"0"-1"0"0,1 0 1 0 0,0-1 0 0 0,0 1 0 0 0,0-1-1 0 0,0 1 1 0 0,0-1 0 0 0,1 1-1 0 0,-1-1 1 0 0,0 0 0 0 0,0 1-1 0 0,0-1 1 0 0,0 0 0 0 0,0 0-1 0 0,0 0 1 0 0,0 0 0 0 0,1 0 0 0 0,-1 0-1 0 0,0 0 1 0 0,0 0 0 0 0,2-1-1 0 0,-3 1 49 0 0,5 0 1935 0 0,0 0-1881 0 0,15-1-147 0 0,-15-3-93 0 0,-5 3 27 0 0,-5 1 106 0 0,-10 0-48 0 0,-19 0 271 0 0,1 0-1 0 0,-1 2 1 0 0,-50 10 0 0 0,76-9-266 0 0,0 0 0 0 0,1 1 0 0 0,0-1 0 0 0,-13 10 0 0 0,14-10-60 0 0,6-3-30 0 0,0 1 1 0 0,0-1 0 0 0,-1 0-1 0 0,1 0 1 0 0,0 0-1 0 0,-1 0 1 0 0,1 0-1 0 0,0 1 1 0 0,0-1-1 0 0,-1 0 1 0 0,1 0-1 0 0,0 0 1 0 0,0 1-1 0 0,0-1 1 0 0,-1 0-1 0 0,1 0 1 0 0,0 1-1 0 0,0-1 1 0 0,0 0-1 0 0,0 1 1 0 0,-1-1 0 0 0,1 0-1 0 0,0 0 1 0 0,0 1-1 0 0,0-1 1 0 0,0 0-1 0 0,0 1 1 0 0,0-1-1 0 0,0 0 1 0 0,0 1-1 0 0,0-1 1 0 0,0 0-1 0 0,0 1 1 0 0,0-1-1 0 0,0 0 1 0 0,0 1-1 0 0,0-1 1 0 0,1 0-1 0 0,-1 0 1 0 0,0 1 0 0 0,0-1-1 0 0,0 0 1 0 0,0 1-1 0 0,0-1 1 0 0,1 0-1 0 0,-1 0 1 0 0,0 1-1 0 0,0-1 1 0 0,1 0-1 0 0,-1 0 1 0 0,0 0-1 0 0,0 1 1 0 0,1-1-1 0 0,-1 0 1 0 0,0 0-1 0 0,0 0 1 0 0,1 0-1 0 0,-1 0 1 0 0,0 0 0 0 0,1 1-1 0 0,-1-1 1 0 0,1 0-1 0 0,20 6-6 0 0,-19-5 6 0 0,103 23-68 0 0,-80-20 33 0 0,0 1 1 0 0,0 1-1 0 0,-1 1 1 0 0,38 16 0 0 0,-52-17 12 0 0,-1 0 1 0 0,0 1-1 0 0,-1 0 1 0 0,0 0-1 0 0,0 1 1 0 0,12 15 0 0 0,-15-18 33 0 0,-1 0 1 0 0,0 0-1 0 0,-1 1 1 0 0,1-1-1 0 0,-1 1 1 0 0,0 0-1 0 0,0 0 1 0 0,-1 0-1 0 0,0 0 1 0 0,0 0-1 0 0,2 13 1 0 0,-5-15 0 0 0,1 0 0 0 0,-1-1 0 0 0,0 1 0 0 0,-1 0 1 0 0,1 0-1 0 0,-1 0 0 0 0,0-1 0 0 0,0 1 0 0 0,0-1 1 0 0,0 1-1 0 0,0-1 0 0 0,-5 5 0 0 0,-40 41 106 0 0,38-42-103 0 0,4-1-62 0 0,0-2-1 0 0,-1 1 0 0 0,0 0 1 0 0,0-1-1 0 0,0 0 0 0 0,0-1 0 0 0,-1 0 1 0 0,1 0-1 0 0,-1 0 0 0 0,0 0 1 0 0,0-1-1 0 0,0 0 0 0 0,0-1 1 0 0,0 0-1 0 0,-1 0 0 0 0,1 0 1 0 0,0-1-1 0 0,0 0 0 0 0,-1 0 1 0 0,1-1-1 0 0,0 0 0 0 0,0 0 0 0 0,-1-1 1 0 0,1 0-1 0 0,-11-4 0 0 0,14 4-80 0 0,0 0 0 0 0,0 1 0 0 0,0-1 0 0 0,0 0 0 0 0,0-1 0 0 0,1 1 0 0 0,-1-1-1 0 0,1 0 1 0 0,0 0 0 0 0,-1 0 0 0 0,1 0 0 0 0,0 0 0 0 0,1-1 0 0 0,-1 1 0 0 0,1-1 0 0 0,-4-7-1 0 0,1 3-240 0 0,4 8 286 0 0,1-1 0 0 0,-1 0 0 0 0,0 1 0 0 0,1-1 0 0 0,-1 0 0 0 0,1 1 0 0 0,-1-1 0 0 0,1 0 0 0 0,0 0 0 0 0,-1 1 0 0 0,1-1 0 0 0,0 0 0 0 0,-1 0 0 0 0,1 0 0 0 0,0 0 0 0 0,0 0 1 0 0,0 1-1 0 0,0-1 0 0 0,0 0 0 0 0,0 0 0 0 0,0 0 0 0 0,0 0 0 0 0,0 0 0 0 0,0 1 0 0 0,0-1 0 0 0,1 0 0 0 0,-1 0 0 0 0,0 0 0 0 0,1 1 0 0 0,-1-1 0 0 0,0 0 0 0 0,1 0 0 0 0,-1 1 0 0 0,1-1 0 0 0,-1 0 0 0 0,1 0 0 0 0,0 1 0 0 0,-1-1 0 0 0,1 1 0 0 0,0-1 0 0 0,3-5-297 0 0,1-14-2049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39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14 800 0 0,'-86'-14'6924'0'0,"86"15"-6833"0"0,-1 0 1 0 0,0 0-1 0 0,1 0 1 0 0,-1 0 0 0 0,1 0-1 0 0,-1 0 1 0 0,1 0 0 0 0,-1 1-1 0 0,1-1 1 0 0,0 0 0 0 0,-1 0-1 0 0,1 0 1 0 0,0 0 0 0 0,0 1-1 0 0,0-1 1 0 0,0 0-1 0 0,0 0 1 0 0,0 0 0 0 0,0 1-1 0 0,1-1 1 0 0,-1 1 0 0 0,0 0 13 0 0,1 1-77 0 0,-1 0 0 0 0,1 0 1 0 0,-1 0-1 0 0,1 0 0 0 0,0 0 1 0 0,0-1-1 0 0,1 1 1 0 0,-1 0-1 0 0,0 0 0 0 0,1-1 1 0 0,0 1-1 0 0,-1-1 1 0 0,1 0-1 0 0,4 4 0 0 0,1 1-3 0 0,-1-1-1 0 0,2 0 0 0 0,-1 0 0 0 0,14 8 0 0 0,49 21-10 0 0,-58-29-117 0 0,0 0 0 0 0,1-1 0 0 0,0 0 0 0 0,-1-1 0 0 0,2-1 0 0 0,20 4 0 0 0,12 2-3245 0 0,-46-9 3278 0 0,0 0 1 0 0,0 0-1 0 0,0 0 0 0 0,0 0 1 0 0,0 0-1 0 0,0 1 0 0 0,0-1 0 0 0,0 0 1 0 0,0 0-1 0 0,0 0 0 0 0,0 0 0 0 0,0 0 1 0 0,0 0-1 0 0,0 0 0 0 0,0 0 0 0 0,0 0 1 0 0,0 1-1 0 0,0-1 0 0 0,0 0 0 0 0,0 0 1 0 0,0 0-1 0 0,0 0 0 0 0,0 0 0 0 0,0 0 1 0 0,0 0-1 0 0,0 0 0 0 0,0 0 0 0 0,0 1 1 0 0,0-1-1 0 0,0 0 0 0 0,0 0 0 0 0,0 0 1 0 0,0 0-1 0 0,0 0 0 0 0,-25 10-2624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39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61 458 2481 0 0,'-30'8'5683'0'0,"0"-16"-3362"0"0,30 3-1681 0 0,0-7-560 0 0,0-15 0 0 0,60-36 320 0 0,91-45 241 0 0,0 25-241 0 0,-60 31-560 0 0,-1 14-881 0 0,1 7-1040 0 0,-7-7-1520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0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1121 0 0,'0'0'3921'0'0,"0"5"-1360"0"0,0 1-1760 0 0,0 8-241 0 0,-30 5-320 0 0,30 0-160 0 0,30-5-160 0 0,-30-3-400 0 0,0-5-400 0 0,-30 2-5523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0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6 960 0 0,'2'2'671'0'0,"0"-1"-450"0"0,0-1 0 0 0,-1 1 0 0 0,1 0 0 0 0,-1 0-1 0 0,1 0 1 0 0,0 0 0 0 0,-1 0 0 0 0,0 1 0 0 0,1-1-1 0 0,-1 0 1 0 0,0 1 0 0 0,0-1 0 0 0,1 1 0 0 0,-1-1-1 0 0,0 1 1 0 0,-1 0 0 0 0,1-1 0 0 0,0 1 0 0 0,0 0-1 0 0,-1 0 1 0 0,1-1 0 0 0,0 5 0 0 0,-2-6-192 0 0,1 1 0 0 0,-1 0 1 0 0,1 0-1 0 0,-1 0 0 0 0,1 0 1 0 0,-1-1-1 0 0,0 1 1 0 0,0 0-1 0 0,1-1 0 0 0,-1 1 1 0 0,0 0-1 0 0,0-1 0 0 0,0 1 1 0 0,1-1-1 0 0,-1 1 0 0 0,0-1 1 0 0,0 0-1 0 0,0 1 0 0 0,0-1 1 0 0,0 0-1 0 0,0 0 0 0 0,0 0 1 0 0,0 1-1 0 0,0-1 0 0 0,0 0 1 0 0,0 0-1 0 0,-2-1 0 0 0,3 1 17 0 0,-5 3-166 0 0,5 2 93 0 0,6-19 17 0 0,11 10-26 0 0,-15 3 29 0 0,6-2-87 0 0,-5 2 20 0 0,-1 1 1 0 0,0-1-1 0 0,0 0 0 0 0,0 0 0 0 0,0 1 0 0 0,-1-1 0 0 0,1-1 0 0 0,0 1 0 0 0,0 0 1 0 0,-1 0-1 0 0,1-1 0 0 0,2-2 0 0 0,-4 4-11 0 0,0-1-1 0 0,0 0 1 0 0,0 1 0 0 0,1-1-1 0 0,-1 1 1 0 0,0-1 0 0 0,0 0 0 0 0,1 1-1 0 0,-1-1 1 0 0,0 1 0 0 0,0-1-1 0 0,1 1 1 0 0,-1-1 0 0 0,1 1 0 0 0,-1-1-1 0 0,0 1 1 0 0,1-1 0 0 0,-1 1-1 0 0,1 0 1 0 0,-1-1 0 0 0,1 1 0 0 0,0 0-1 0 0,-1-1 1 0 0,1 1 0 0 0,-1 0-1 0 0,1 0 1 0 0,-1-1 0 0 0,1 1 0 0 0,0 0-1 0 0,0 0 1 0 0,6-5-886 0 0,-27-1-1177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1040 0 0,'6'-1'567'0'0,"-5"1"-466"0"0,0 0 0 0 0,0 0 0 0 0,0 0 0 0 0,0 0 0 0 0,0 0 0 0 0,0 0 0 0 0,0 0 0 0 0,0 0 0 0 0,0-1 0 0 0,0 1 1 0 0,0 0-1 0 0,0-1 0 0 0,0 1 0 0 0,0-1 0 0 0,0 1 0 0 0,-1-1 0 0 0,1 1 0 0 0,0-1 0 0 0,0 1 0 0 0,0-1 0 0 0,-1 0 0 0 0,1 0 0 0 0,0 1 0 0 0,-1-1 0 0 0,1 0 0 0 0,0-1 0 0 0,-1 1-61 0 0,0 1 0 0 0,1 0-1 0 0,-1-1 1 0 0,0 1 0 0 0,0 0-1 0 0,0-1 1 0 0,0 1 0 0 0,0 0-1 0 0,1-1 1 0 0,-1 1 0 0 0,0 0-1 0 0,0 0 1 0 0,0-1 0 0 0,1 1-1 0 0,-1 0 1 0 0,0 0 0 0 0,1-1-1 0 0,-1 1 1 0 0,0 0 0 0 0,0 0-1 0 0,1 0 1 0 0,-1-1 0 0 0,0 1-1 0 0,1 0 1 0 0,-1 0 0 0 0,0 0-1 0 0,1 0 1 0 0,-1 0 0 0 0,1 0-1 0 0,-1 0 1 0 0,0 0 0 0 0,1 0 0 0 0,-1 0-1 0 0,0 0 1 0 0,1 0 0 0 0,-1 0-1 0 0,0 0 1 0 0,1 0 0 0 0,-1 0-1 0 0,0 0 1 0 0,1 1 0 0 0,0-1-18 0 0,-1 0 0 0 0,1 0 1 0 0,0 0-1 0 0,-1 0 0 0 0,1 1 1 0 0,-1-1-1 0 0,1 0 0 0 0,-1 0 1 0 0,1 0-1 0 0,0 0 0 0 0,-1 0 1 0 0,1-1-1 0 0,-1 1 1 0 0,1 0-1 0 0,-1 0 0 0 0,1 0 1 0 0,0 0-1 0 0,-1-1 0 0 0,1 1 1 0 0,-1 0-1 0 0,1-1 0 0 0,-1 1 1 0 0,1 0-1 0 0,-1-1 0 0 0,0 1 1 0 0,1 0-1 0 0,-1-1 0 0 0,1 1 1 0 0,-1-1-1 0 0,0 1 1 0 0,1-1-1 0 0,-1 1 0 0 0,0-1 1 0 0,0 1-1 0 0,1-1 0 0 0,-1 1 1 0 0,0-1-1 0 0,0 1 0 0 0,0-1 1 0 0,0 0-1 0 0,0 1 0 0 0,1-1 1 0 0,-1 1-1 0 0,0-1 1 0 0,-1 0-1 0 0,1 0-16 0 0,0 0 0 0 0,1 0-1 0 0,-1 0 1 0 0,0 1 0 0 0,0-1 0 0 0,0 0 0 0 0,0 0 0 0 0,1 1 0 0 0,-1-1-1 0 0,0 0 1 0 0,1 1 0 0 0,-1-1 0 0 0,0 0 0 0 0,1 1 0 0 0,-1-1-1 0 0,1 1 1 0 0,-1-1 0 0 0,1 0 0 0 0,-1 1 0 0 0,1-1 0 0 0,0 1 0 0 0,-1-1-1 0 0,1 1 1 0 0,0 0 0 0 0,-1-1 0 0 0,1 1 0 0 0,0 0 0 0 0,-1-1 0 0 0,1 1-1 0 0,1 0 1 0 0,-1 0-6 0 0,0-1-1 0 0,0 1 0 0 0,-1 0 0 0 0,1 0 1 0 0,0-1-1 0 0,0 1 0 0 0,-1-1 1 0 0,1 1-1 0 0,0-1 0 0 0,-1 1 1 0 0,1-1-1 0 0,0 1 0 0 0,-1-1 1 0 0,1 1-1 0 0,-1-1 0 0 0,1 0 1 0 0,-1 1-1 0 0,1-1 0 0 0,-1 0 1 0 0,1 1-1 0 0,-1-1 0 0 0,0 0 0 0 0,1 0 1 0 0,-1 0-1 0 0,0 1 0 0 0,0-1 1 0 0,0 0-1 0 0,1 0 0 0 0,-1 0 1 0 0,0-1-1 0 0,0 1-3 0 0,0 0 0 0 0,0 0 1 0 0,0 0-1 0 0,0 0 0 0 0,0 1 0 0 0,0-1 1 0 0,0 0-1 0 0,1 0 0 0 0,-1 0 0 0 0,0 0 1 0 0,1 0-1 0 0,-1 0 0 0 0,1 1 0 0 0,-1-1 1 0 0,1 0-1 0 0,-1 0 0 0 0,1 1 0 0 0,0-1 0 0 0,-1 0 1 0 0,1 1-1 0 0,0-1 0 0 0,-1 1 0 0 0,1-1 1 0 0,0 0-1 0 0,0 1 0 0 0,-1 0 0 0 0,1-1 1 0 0,1 0-1 0 0,-1 1 3 0 0,0 0-1 0 0,0-1 1 0 0,0 1 0 0 0,0-1-1 0 0,0 1 1 0 0,0-1 0 0 0,-1 1-1 0 0,1-1 1 0 0,0 0 0 0 0,0 1 0 0 0,-1-1-1 0 0,1 0 1 0 0,-1 0 0 0 0,1 0-1 0 0,0 1 1 0 0,-1-1 0 0 0,1 0-1 0 0,-1 0 1 0 0,0 0 0 0 0,1 0 0 0 0,-1 0-1 0 0,0 0 1 0 0,0 0 0 0 0,1 0-1 0 0,-1 0 1 0 0,0 0 0 0 0,0 0 0 0 0,0-1-1 0 0,-1-15 3 0 0,0 12 0 0 0,0-1 0 0 0,1 1 0 0 0,-1-1 0 0 0,1 1 0 0 0,1 0 0 0 0,-1-1 0 0 0,1 1 0 0 0,0-1 0 0 0,0 1 0 0 0,0 0 1 0 0,3-6-1 0 0,5 2 32 0 0,-7 8-25 0 0,-1-1 1 0 0,0 1-1 0 0,1 0 0 0 0,-1-1 1 0 0,0 1-1 0 0,0-1 1 0 0,0 0-1 0 0,0 1 0 0 0,0-1 1 0 0,0 0-1 0 0,0 0 1 0 0,-1 0-1 0 0,1 1 1 0 0,0-1-1 0 0,-1 0 0 0 0,0 0 1 0 0,1 0-1 0 0,-1 0 1 0 0,0 0-1 0 0,0 0 1 0 0,0 0-1 0 0,-1-3 0 0 0,1 1 108 0 0,0 8 2 0 0,10 21 75 0 0,1-8-132 0 0,-1 1-1 0 0,0 0 1 0 0,-1 0 0 0 0,-1 1-1 0 0,-1 0 1 0 0,-1 0 0 0 0,0 1-1 0 0,-2 0 1 0 0,0 0 0 0 0,2 38-1 0 0,-6-33-73 0 0,1-18-4 0 0,0 0 1 0 0,-1-1-1 0 0,-1 1 0 0 0,1 0 1 0 0,-1 0-1 0 0,0 0 0 0 0,-3 12 0 0 0,-7 0-55 0 0,9-17 30 0 0,1 1 0 0 0,-1 0 0 0 0,0 0 1 0 0,1 1-1 0 0,0-1 0 0 0,-1 0 0 0 0,1 0 1 0 0,1 1-1 0 0,-1-1 0 0 0,0 0 1 0 0,0 6-1 0 0,1-8-9 0 0,0 0 1 0 0,0 0-1 0 0,0 0 0 0 0,0 0 1 0 0,0 0-1 0 0,0 0 0 0 0,0 0 1 0 0,-1 0-1 0 0,1 0 1 0 0,0 0-1 0 0,-1 0 0 0 0,1 0 1 0 0,-1 0-1 0 0,1-1 0 0 0,-1 1 1 0 0,1 0-1 0 0,-1 0 1 0 0,1 0-1 0 0,-1-1 0 0 0,0 1 1 0 0,0 0-1 0 0,1-1 0 0 0,-1 1 1 0 0,0-1-1 0 0,0 1 0 0 0,0 0 1 0 0,0-1-1 0 0,0 0 1 0 0,0 1-1 0 0,0-1 0 0 0,1 0 1 0 0,-1 1-1 0 0,0-1 0 0 0,0 0 1 0 0,0 0-1 0 0,0 0 1 0 0,0 0-1 0 0,0 0 0 0 0,0 0 1 0 0,0 0-1 0 0,0 0 0 0 0,0 0 1 0 0,-2-1-1 0 0,-27-3-3617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3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6 880 0 0,'0'0'87'0'0,"-1"0"-1"0"0,1 1 0 0 0,0-1 0 0 0,0 0 0 0 0,0 0 1 0 0,-1 0-1 0 0,1 0 0 0 0,0 1 0 0 0,0-1 1 0 0,0 0-1 0 0,-1 0 0 0 0,1 0 0 0 0,0 0 0 0 0,0 0 1 0 0,0 0-1 0 0,-1 0 0 0 0,1 0 0 0 0,0 0 0 0 0,0 0 1 0 0,-1 0-1 0 0,1 1 0 0 0,0-1 0 0 0,0-1 1 0 0,-1 1-1 0 0,1 0 0 0 0,0 0 0 0 0,0 0 0 0 0,-1 0 1 0 0,1 0-1 0 0,0 0 0 0 0,0 0 0 0 0,-1 0 0 0 0,1 0 1 0 0,0 0-1 0 0,0 0 0 0 0,0-1 0 0 0,-1 1 1 0 0,1 0-1 0 0,0 0 0 0 0,0 0 0 0 0,0 0 0 0 0,-1-1 1 0 0,1 1-1 0 0,0 0 0 0 0,0 0 0 0 0,0 0 0 0 0,0-1 1 0 0,0 1-1 0 0,0 0 0 0 0,0 0 0 0 0,-1-1 1 0 0,1 1-1 0 0,0 0 0 0 0,0 0 0 0 0,0-1 0 0 0,0 1 1 0 0,0 0-1 0 0,0 0 0 0 0,0-1 0 0 0,0 1 0 0 0,0 0 1 0 0,0 0-1 0 0,0-1 0 0 0,1 1 0 0 0,-22 25 140 0 0,16-15-166 0 0,0 0 0 0 0,1 1 1 0 0,0-1-1 0 0,0 1 0 0 0,1-1 1 0 0,1 1-1 0 0,-2 14 0 0 0,1-8 3 0 0,-1 0 0 0 0,-1 0 0 0 0,-12 32-1 0 0,-7 5 109 0 0,3 1 0 0 0,2 1 0 0 0,2 1-1 0 0,-12 81 1 0 0,26-104-139 0 0,1 63-1 0 0,2-57 0 0 0,0-26-29 0 0,1 0 0 0 0,0 0 0 0 0,1 0 0 0 0,1 0 0 0 0,0 0 0 0 0,1-1 0 0 0,6 18 0 0 0,-7-26-34 0 0,-1 0 0 0 0,0 0 1 0 0,1 0-1 0 0,0 0 0 0 0,0-1 1 0 0,0 1-1 0 0,1-1 0 0 0,0 0 1 0 0,0 0-1 0 0,0 0 0 0 0,0-1 1 0 0,0 1-1 0 0,1-1 0 0 0,-1 0 1 0 0,1 0-1 0 0,0-1 0 0 0,0 1 1 0 0,0-1-1 0 0,0 0 1 0 0,0 0-1 0 0,9 1 0 0 0,-1-2-216 0 0,0 1 0 0 0,0-2 0 0 0,-1 0 0 0 0,18-2 0 0 0,35-14-2700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3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25 3442 0 0,'-60'6'3041'0'0,"30"2"-1280"0"0,-25 3-1121 0 0,55 3-320 0 0,-30-9 321 0 0,60-5-321 0 0,-6 0-320 0 0,37 0 80 0 0,-1-5-80 0 0,31-1 80 0 0,29-2-240 0 0,-29-3-401 0 0,0-3-639 0 0,-31 3-1281 0 0,0-3-721 0 0,-30 14 561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41 1121 0 0,'-1'-2'144'0'0,"0"1"0"0"0,0-1 0 0 0,0 1 0 0 0,0-1-1 0 0,0 1 1 0 0,0 0 0 0 0,0-1 0 0 0,-1 1 0 0 0,1 0 0 0 0,-1 0 0 0 0,1 0 0 0 0,-1 0 0 0 0,1 0 0 0 0,-1 0 0 0 0,1 0 0 0 0,-1 1 0 0 0,0-1 0 0 0,0 0 0 0 0,1 1 0 0 0,-1 0 0 0 0,0-1 0 0 0,0 1 0 0 0,-2 0 0 0 0,-49-9 1243 0 0,14 5-1088 0 0,0 1-1 0 0,-1 2 1 0 0,1 1 0 0 0,-46 7 0 0 0,79-6-262 0 0,1 0 1 0 0,-1 0-1 0 0,0 0 0 0 0,1 1 1 0 0,-1 0-1 0 0,1 0 1 0 0,-1 0-1 0 0,1 1 1 0 0,0 0-1 0 0,0 0 1 0 0,0 0-1 0 0,1 1 0 0 0,-1-1 1 0 0,1 1-1 0 0,0 0 1 0 0,0 1-1 0 0,0-1 1 0 0,0 1-1 0 0,1-1 0 0 0,0 1 1 0 0,0 0-1 0 0,0 0 1 0 0,0 0-1 0 0,1 1 1 0 0,0-1-1 0 0,0 1 1 0 0,0-1-1 0 0,1 1 0 0 0,0 0 1 0 0,-1 8-1 0 0,3-12-34 0 0,-1 1-1 0 0,0-1 1 0 0,1 1 0 0 0,0-1-1 0 0,-1 1 1 0 0,1-1 0 0 0,0 0-1 0 0,0 1 1 0 0,0-1-1 0 0,0 0 1 0 0,1 0 0 0 0,-1 0-1 0 0,1 0 1 0 0,-1 0-1 0 0,1 0 1 0 0,0 0 0 0 0,0-1-1 0 0,0 1 1 0 0,0 0-1 0 0,0-1 1 0 0,0 0 0 0 0,0 1-1 0 0,0-1 1 0 0,0 0 0 0 0,1 0-1 0 0,-1 0 1 0 0,5 1-1 0 0,8 5 5 0 0,17 9-1 0 0,1-1 0 0 0,0-2 0 0 0,1-1-1 0 0,49 11 1 0 0,-22-7 5 0 0,-3-2-2 0 0,71 8 1 0 0,-100-18-33 0 0,1-2 1 0 0,-1-1 0 0 0,1-1-1 0 0,38-5 1 0 0,-65 5 13 0 0,1 0-1 0 0,-1-1 1 0 0,0 0 0 0 0,1 1-1 0 0,-1-1 1 0 0,0 0 0 0 0,1 0-1 0 0,-1-1 1 0 0,0 1 0 0 0,0-1-1 0 0,0 0 1 0 0,0 1 0 0 0,0-1-1 0 0,-1-1 1 0 0,1 1 0 0 0,0 0-1 0 0,-1-1 1 0 0,0 1 0 0 0,1-1-1 0 0,2-5 1 0 0,-4 6 4 0 0,-1 1-1 0 0,1-1 1 0 0,-1 1 0 0 0,0-1-1 0 0,0 1 1 0 0,0-1 0 0 0,0 1-1 0 0,0-1 1 0 0,0 1 0 0 0,0-1-1 0 0,0 1 1 0 0,-1-1 0 0 0,1 1-1 0 0,-1 0 1 0 0,1-1-1 0 0,-1 1 1 0 0,1-1 0 0 0,-2-1-1 0 0,0 0 4 0 0,-1-1-1 0 0,1 1 1 0 0,-1 0-1 0 0,0 0 1 0 0,0 0-1 0 0,0 0 1 0 0,-1 0-1 0 0,-5-3 1 0 0,-29-19 2 0 0,-1 2 0 0 0,0 2 0 0 0,-2 1 0 0 0,0 3 0 0 0,-1 1 0 0 0,-60-14 0 0 0,52 27-1898 0 0,45 5 284 0 0,30 0 230 0 0,30-1-843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1121 0 0,'-61'44'5122'0'0,"31"8"-3521"0"0,30-14-1761 0 0,0-1-161 0 0,0-10 321 0 0,30-8 80 0 0,31-13-160 0 0,-31-6-320 0 0,30-20-400 0 0,-30 7-1761 0 0,-30-6-401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4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35 720 0 0,'0'-1'280'0'0,"-1"0"0"0"0,1 0 1 0 0,0 0-1 0 0,0 0 0 0 0,0-1 0 0 0,0 1 0 0 0,0 0 0 0 0,0 0 0 0 0,1 0 0 0 0,-1 0 0 0 0,0-1 0 0 0,1 1 0 0 0,-1 0 0 0 0,0 0 1 0 0,1 0-1 0 0,-1 0 0 0 0,1 0 0 0 0,0 0 0 0 0,-1 0 0 0 0,1 0 0 0 0,0 0 0 0 0,0 0 0 0 0,-1 1 0 0 0,2-2 0 0 0,19-2 268 0 0,6 1-426 0 0,0 2-1 0 0,0 1 0 0 0,50 7 1 0 0,-67-6-141 0 0,-1 0 0 0 0,0 2 0 0 0,0-1 0 0 0,0 1 0 0 0,0 0 0 0 0,0 1 0 0 0,-1 0 0 0 0,1 0 0 0 0,-1 1 0 0 0,0 0 0 0 0,-1 0 0 0 0,1 1 0 0 0,-1 0 0 0 0,12 13 0 0 0,-12-11 19 0 0,-1 0 0 0 0,0 1 0 0 0,0 0 0 0 0,-1 1 0 0 0,0-1 0 0 0,0 1 0 0 0,-1 0 0 0 0,0 0 0 0 0,-1 1 0 0 0,0-1 0 0 0,-1 0 0 0 0,0 1 0 0 0,0 15 0 0 0,-2-22 6 0 0,0-1 0 0 0,-1 0 0 0 0,0 1 0 0 0,1-1 0 0 0,-1 0 0 0 0,-1 0 0 0 0,1 0 0 0 0,0 0 0 0 0,-1 0 1 0 0,1 0-1 0 0,-1 0 0 0 0,0 0 0 0 0,0 0 0 0 0,0-1 0 0 0,0 1 0 0 0,-1-1 0 0 0,1 0 0 0 0,-1 0 1 0 0,1 1-1 0 0,-1-2 0 0 0,-3 3 0 0 0,-8 5 71 0 0,-1-1 0 0 0,0-1 0 0 0,-17 6 0 0 0,22-9-26 0 0,-17 5 57 0 0,-2-1 1 0 0,1 0-1 0 0,-1-3 0 0 0,0 0 1 0 0,-1-2-1 0 0,-46 0 0 0 0,-177-22 557 0 0,171 11-340 0 0,54 4-143 0 0,26 3-162 0 0,5 1-33 0 0,41-1-187 0 0,-36 1 171 0 0,153 9 2 0 0,187 46 85 0 0,-149-21-49 0 0,-165-28-236 0 0,0-1 0 0 0,-1-2 0 0 0,1-2 0 0 0,0-1 1 0 0,0-1-1 0 0,65-12 0 0 0,-94 12 111 0 0,-1 0 0 0 0,1 0-1 0 0,0 0 1 0 0,-1-1 0 0 0,0 0 0 0 0,1 0-1 0 0,-1 0 1 0 0,0-1 0 0 0,6-4 0 0 0,-8 5-28 0 0,-1 0 0 0 0,1 0 1 0 0,-1-1-1 0 0,1 1 0 0 0,-1-1 1 0 0,0 1-1 0 0,0-1 0 0 0,0 1 1 0 0,0-1-1 0 0,0 0 0 0 0,0 0 1 0 0,-1 1-1 0 0,1-1 0 0 0,-1 0 1 0 0,0 0-1 0 0,0 0 0 0 0,0-3 1 0 0,0-54-4112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5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 0 0,'60'27'2481'0'0,"1"36"561"0"0,-1 12-1842 0 0,-30-4-1200 0 0,-30-2-80 0 0,-30 14 240 0 0,0 0 0 0 0,0-6-79 0 0,-1-8-81 0 0,31-17-81 0 0,-30-14-239 0 0,0-26-240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1201 0 0,'-5'0'2134'0'0,"-12"0"3014"0"0,24 0-2548 0 0,8 0-3598 0 0,-15 1 1003 0 0,0-1 1 0 0,0 0-1 0 0,0 0 1 0 0,0 0-1 0 0,-1 0 1 0 0,1 1 0 0 0,0-1-1 0 0,0 0 1 0 0,0 0-1 0 0,0 0 1 0 0,0 1-1 0 0,0-1 1 0 0,0 0-1 0 0,0 0 1 0 0,0 0 0 0 0,0 1-1 0 0,0-1 1 0 0,0 0-1 0 0,0 0 1 0 0,0 0-1 0 0,0 1 1 0 0,0-1-1 0 0,0 0 1 0 0,0 0 0 0 0,0 1-1 0 0,0-1 1 0 0,0 0-1 0 0,0 0 1 0 0,0 0-1 0 0,1 0 1 0 0,-1 1-1 0 0,0-1 1 0 0,0 0 0 0 0,0 0-1 0 0,0 0 1 0 0,0 0-1 0 0,1 1 1 0 0,-1-1-1 0 0,0 0 1 0 0,0 0 0 0 0,0 0-1 0 0,0 0 1 0 0,1 0-1 0 0,-1 0 1 0 0,0 0-1 0 0,0 0 1 0 0,0 1-1 0 0,1-1 1 0 0,-1 0 0 0 0,0 0-1 0 0,0 0 1 0 0,1 0-1 0 0,-1 0 1 0 0,0 0-1 0 0,0 0 1 0 0,0 0-1 0 0,1 0 1 0 0,-1 0 0 0 0,0-1-1 0 0,252 104 1089 0 0,94 34 200 0 0,-318-127-1250 0 0,24 10-155 0 0,-51-19 28 0 0,0 0-1 0 0,0-1 1 0 0,0 1-1 0 0,0-1 1 0 0,-1 1-1 0 0,1-1 1 0 0,0 1-1 0 0,0-1 1 0 0,0 0 0 0 0,0 1-1 0 0,0-1 1 0 0,0 0-1 0 0,0 0 1 0 0,0 0-1 0 0,0 0 1 0 0,0 0-1 0 0,0 0 1 0 0,0 0-1 0 0,0 0 1 0 0,0 0-1 0 0,0 0 1 0 0,0-1-1 0 0,0 1 1 0 0,2-1 0 0 0,2-1-459 0 0,-6 2 451 0 0,1 0 0 0 0,0 0 0 0 0,0 0 0 0 0,0 0-1 0 0,0 0 1 0 0,0 0 0 0 0,-1 0 0 0 0,1 0 0 0 0,0 0-1 0 0,0-1 1 0 0,0 1 0 0 0,0 0 0 0 0,0 0 0 0 0,0 0-1 0 0,0 0 1 0 0,0 0 0 0 0,-1-1 0 0 0,1 1 0 0 0,0 0-1 0 0,0 0 1 0 0,0 0 0 0 0,0 0 0 0 0,0 0 0 0 0,0-1-1 0 0,0 1 1 0 0,0 0 0 0 0,0 0 0 0 0,0 0 0 0 0,0 0-1 0 0,0-1 1 0 0,0 1 0 0 0,0 0 0 0 0,0 0 0 0 0,0 0 0 0 0,0 0-1 0 0,0-1 1 0 0,0 1 0 0 0,0 0 0 0 0,1 0 0 0 0,-1 0-1 0 0,0 0 1 0 0,0 0 0 0 0,0-1 0 0 0,0 1 0 0 0,0 0-1 0 0,0 0 1 0 0,0 0 0 0 0,1 0 0 0 0,-1 0 0 0 0,0 0-1 0 0,0 0 1 0 0,0 0 0 0 0,0-1 0 0 0,1 1 0 0 0,-27-5-2924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0 298 2961 0 0,'0'-6'2642'0'0,"31"1"-561"0"0,-31-9-481 0 0,0-5-479 0 0,30-6-481 0 0,30-39-560 0 0,31-18-1040 0 0,-31 30-561 0 0,-30 27-1600 0 0,0 19-241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6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21 1921 0 0,'0'-1'91'0'0,"0"0"0"0"0,-1 0 1 0 0,1 1-1 0 0,0-1 0 0 0,0 0 0 0 0,1 0 1 0 0,-1 1-1 0 0,0-1 0 0 0,0 0 0 0 0,0 1 0 0 0,0-1 1 0 0,1 0-1 0 0,-1 0 0 0 0,0 1 0 0 0,1-1 1 0 0,-1 0-1 0 0,0 1 0 0 0,1-1 0 0 0,-1 1 1 0 0,1-1-1 0 0,-1 1 0 0 0,1-1 0 0 0,-1 1 1 0 0,1-1-1 0 0,-1 1 0 0 0,1-1 0 0 0,0 1 1 0 0,-1-1-1 0 0,1 1 0 0 0,0 0 0 0 0,-1 0 0 0 0,1-1 1 0 0,0 1-1 0 0,-1 0 0 0 0,1 0 0 0 0,0 0 1 0 0,0 0-1 0 0,-1-1 0 0 0,1 1 0 0 0,0 0 1 0 0,0 0-1 0 0,-1 1 0 0 0,1-1 0 0 0,0 0 1 0 0,1 0-1 0 0,1 0-86 0 0,2 0 2022 0 0,-10 1-1853 0 0,2 0-154 0 0,1-1-1 0 0,0 1 1 0 0,-1-1 0 0 0,1 1-1 0 0,0 0 1 0 0,-1 0 0 0 0,1 0 0 0 0,0 0-1 0 0,0 0 1 0 0,0 1 0 0 0,0-1-1 0 0,0 1 1 0 0,0-1 0 0 0,0 1 0 0 0,0 0-1 0 0,1 0 1 0 0,-1-1 0 0 0,1 1 0 0 0,-3 4-1 0 0,1 0 20 0 0,1 1 0 0 0,0-1 0 0 0,0 1-1 0 0,1-1 1 0 0,-2 12 0 0 0,-1 10 54 0 0,-12 39 121 0 0,26-11-122 0 0,-7-46-88 0 0,-1 0-1 0 0,0 0 1 0 0,2 20-1 0 0,-4-22 3 0 0,1 1 0 0 0,0-1 0 0 0,0 0-1 0 0,1 0 1 0 0,0 0 0 0 0,0 0 0 0 0,1 0 0 0 0,4 8-1 0 0,-1-2 10 0 0,-4-7-61 0 0,1-1-1 0 0,0 1 1 0 0,0-1 0 0 0,1 0 0 0 0,0 0-1 0 0,0 0 1 0 0,7 8 0 0 0,-9-12-119 0 0,0 0-1 0 0,0 0 1 0 0,1-1 0 0 0,-1 1 0 0 0,1-1 0 0 0,-1 1 0 0 0,1-1 0 0 0,-1 0 0 0 0,1 0 0 0 0,-1 0 0 0 0,1 0 0 0 0,0 0 0 0 0,0-1 0 0 0,0 1 0 0 0,-1-1 0 0 0,1 0-1 0 0,0 0 1 0 0,0 0 0 0 0,0 0 0 0 0,0 0 0 0 0,3-1 0 0 0,25-9-4784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7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1761 0 0,'0'1'316'0'0,"0"0"-1"0"0,0 0 1 0 0,0 0 0 0 0,0 0 0 0 0,0 0-1 0 0,0 0 1 0 0,0 0 0 0 0,0 0 0 0 0,0-1-1 0 0,0 1 1 0 0,0 0 0 0 0,0 0 0 0 0,1 0-1 0 0,-1 0 1 0 0,0 0 0 0 0,1 0 0 0 0,-1 0-1 0 0,1-1 1 0 0,-1 1 0 0 0,1 0 0 0 0,-1 0-1 0 0,2 0 1 0 0,18-10 826 0 0,-10-15-969 0 0,-3 19-154 0 0,-6 5-17 0 0,0-1 0 0 0,0 0 0 0 0,1 1 0 0 0,-1-1 0 0 0,0 0-1 0 0,0 1 1 0 0,0-1 0 0 0,-1 0 0 0 0,1 0 0 0 0,0 0 0 0 0,0 0 0 0 0,0 0 0 0 0,-1 0 0 0 0,1 0 0 0 0,0 0 0 0 0,-1 0-1 0 0,1 0 1 0 0,-1-1 0 0 0,1 1 0 0 0,-1 0 0 0 0,0 0 0 0 0,0 0 0 0 0,1-1 0 0 0,-1-1 0 0 0,0 2-2 0 0,0 1-1 0 0,0-1 1 0 0,0 0 0 0 0,0 0 0 0 0,0 1-1 0 0,0-1 1 0 0,0 0 0 0 0,0 0-1 0 0,0 1 1 0 0,1-1 0 0 0,-1 0 0 0 0,0 1-1 0 0,1-1 1 0 0,-1 0 0 0 0,0 1 0 0 0,1-1-1 0 0,-1 0 1 0 0,1 1 0 0 0,-1-1 0 0 0,1 1-1 0 0,-1-1 1 0 0,1 1 0 0 0,-1-1 0 0 0,1 1-1 0 0,0-1 1 0 0,-1 1 0 0 0,1 0 0 0 0,0-1-1 0 0,-1 1 1 0 0,1 0 0 0 0,0-1 0 0 0,-1 1-1 0 0,1 0 1 0 0,1 0 0 0 0,-1 0 5 0 0,-1-1 0 0 0,1 1-1 0 0,0 0 1 0 0,0 0 0 0 0,-1-1 0 0 0,1 1 0 0 0,0 0 0 0 0,-1-1-1 0 0,1 1 1 0 0,0 0 0 0 0,-1-1 0 0 0,1 1 0 0 0,-1-1 0 0 0,1 1-1 0 0,0-1 1 0 0,-1 1 0 0 0,1-1 0 0 0,-1 0 0 0 0,0 1-1 0 0,1-1 1 0 0,-1 0 0 0 0,0 1 0 0 0,1-1 0 0 0,-1 0 0 0 0,0 1-1 0 0,1-1 1 0 0,-1 0 0 0 0,0 0 0 0 0,0 1 0 0 0,0-1 0 0 0,0 0-1 0 0,0 0 1 0 0,0 1 0 0 0,0-2 0 0 0,0 2-1 0 0,0-1 0 0 0,0 1 1 0 0,0 0-1 0 0,-1-1 0 0 0,1 1 1 0 0,0 0-1 0 0,0 0 0 0 0,0-1 0 0 0,-1 1 1 0 0,1 0-1 0 0,0 0 0 0 0,0-1 1 0 0,0 1-1 0 0,-1 0 0 0 0,1 0 0 0 0,0 0 1 0 0,-1 0-1 0 0,1-1 0 0 0,0 1 1 0 0,0 0-1 0 0,-1 0 0 0 0,1 0 0 0 0,0 0 1 0 0,-1 0-1 0 0,1 0 0 0 0,0 0 1 0 0,-1 0-1 0 0,1 0 0 0 0,0 0 0 0 0,-1 0 1 0 0,1 0-1 0 0,0 0 0 0 0,0 0 1 0 0,-1 0-1 0 0,1 0 0 0 0,0 0 0 0 0,-1 0 1 0 0,1 0-1 0 0,0 0 0 0 0,-1 1 1 0 0,1-1-1 0 0,0 0 0 0 0,0 0 0 0 0,-1 1 1 0 0,-12 5 162 0 0,12-4-130 0 0,0 0 0 0 0,0 1 0 0 0,0-1 1 0 0,1 0-1 0 0,-1 1 0 0 0,1-1 0 0 0,-1 1 0 0 0,1-1 0 0 0,0 0 1 0 0,0 1-1 0 0,0-1 0 0 0,0 1 0 0 0,1 2 0 0 0,-1 179 1284 0 0,0-172-1289 0 0,1 0 1 0 0,0 0 0 0 0,0 0-1 0 0,2 0 1 0 0,-1 0-1 0 0,2-1 1 0 0,-1 1 0 0 0,7 12-1 0 0,-4 2-285 0 0,-6-25 184 0 0,0 0 0 0 0,0 0-1 0 0,0 0 1 0 0,1 0 0 0 0,-1 0-1 0 0,0 0 1 0 0,0 1-1 0 0,1-1 1 0 0,-1 0 0 0 0,0 0-1 0 0,1 0 1 0 0,-1 0 0 0 0,1-1-1 0 0,-1 1 1 0 0,1 0-1 0 0,0 0 1 0 0,-1 0 0 0 0,1 0-1 0 0,0 0 1 0 0,0-1-1 0 0,-1 1 1 0 0,1 0 0 0 0,0-1-1 0 0,0 1 1 0 0,0-1 0 0 0,0 1-1 0 0,0-1 1 0 0,0 1-1 0 0,0-1 1 0 0,0 0 0 0 0,0 1-1 0 0,0-1 1 0 0,0 0 0 0 0,0 0-1 0 0,0 0 1 0 0,0 0-1 0 0,1 0 1 0 0,-1 0 0 0 0,1 0-1 0 0,23-1-2037 0 0,-24 1 1995 0 0,-1 0 1 0 0,0-1-1 0 0,1 1 1 0 0,-1 0-1 0 0,0 0 1 0 0,1-1-1 0 0,-1 1 1 0 0,0 0-1 0 0,1-1 1 0 0,-1 1-1 0 0,0 0 1 0 0,0-1-1 0 0,1 1 1 0 0,-1-1-1 0 0,0 1 1 0 0,0 0-1 0 0,0-1 1 0 0,0 1 0 0 0,0-1-1 0 0,1 1 1 0 0,-1-1-1 0 0,0 1 1 0 0,0 0-1 0 0,0-1 1 0 0,0 1-1 0 0,0-1 1 0 0,-1 0-1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3762 0 0,'-30'6'5122'0'0,"0"0"-3361"0"0,0 2-641 0 0,0-8 241 0 0,60-8-240 0 0,0 8-721 0 0,0-6-160 0 0,31 6-400 0 0,-1 0-801 0 0,0 0-639 0 0,31 0-962 0 0,-31 6-1279 0 0,-29-6 159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19 400 0 0,'1'-11'6621'0'0,"3"5"-4345"0"0,29 4-2555 0 0,-21 2 399 0 0,34 7 203 0 0,-32-3-246 0 0,-9-2-24 0 0,-5 0-46 0 0,0-1-1 0 0,0 1 1 0 0,0-1 0 0 0,1 1-1 0 0,-1 0 1 0 0,0-1 0 0 0,1 1-1 0 0,0-1 1 0 0,-1 1-1 0 0,1-1 1 0 0,0 1 0 0 0,0-1-1 0 0,-1 0 1 0 0,1 1 0 0 0,0-1-1 0 0,0 0 1 0 0,1 0 0 0 0,-1 1-1 0 0,0-1 1 0 0,0 0 0 0 0,1 0-1 0 0,-1 0 1 0 0,2 1-1 0 0,12 10 102 0 0,-10-7-44 0 0,1 1 0 0 0,-2 0 0 0 0,1 1 0 0 0,-1-1 0 0 0,0 1 0 0 0,0 0 0 0 0,0 0 0 0 0,-1 0 0 0 0,3 11 0 0 0,-13 10 249 0 0,4-22-152 0 0,1 0 0 0 0,0 0 0 0 0,0 0 0 0 0,1 0 0 0 0,0 0 1 0 0,-1 9-1 0 0,1-13-113 0 0,1 0 0 0 0,-1 0 1 0 0,0 0-1 0 0,0 0 0 0 0,0 0 0 0 0,0-1 1 0 0,-1 1-1 0 0,1 0 0 0 0,0-1 0 0 0,-1 1 1 0 0,1-1-1 0 0,-1 0 0 0 0,1 1 1 0 0,-1-1-1 0 0,0 0 0 0 0,0 0 0 0 0,1 0 1 0 0,-1 0-1 0 0,0 0 0 0 0,0-1 0 0 0,0 1 1 0 0,0 0-1 0 0,0-1 0 0 0,0 0 0 0 0,0 1 1 0 0,0-1-1 0 0,0 0 0 0 0,-4 0 0 0 0,-3 1 26 0 0,-1 0 0 0 0,1-1-1 0 0,0 0 1 0 0,0 0-1 0 0,-16-3 1 0 0,13-1-6 0 0,-1 0 0 0 0,1-1 1 0 0,0 0-1 0 0,0-1 0 0 0,0 0 1 0 0,1-1-1 0 0,-15-11 1 0 0,-5-1 91 0 0,51 14 139 0 0,16 4-131 0 0,42 15 60 0 0,-58-9-691 0 0,0-1 0 0 0,32 1 0 0 0,-50-5 313 0 0,0 0 0 0 0,-1 0 0 0 0,1 0 0 0 0,0 0 0 0 0,0-1 0 0 0,0 1 1 0 0,-1 0-1 0 0,1-1 0 0 0,0 0 0 0 0,-1 1 0 0 0,1-1 0 0 0,0 0 0 0 0,-1 0 0 0 0,1 0 0 0 0,-1 0 0 0 0,3-2 0 0 0,0-8-4704 0 0,-9 4 1946 0 0,-20 2 146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49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302 170 480 0 0,'0'-2'214'0'0,"-1"0"-1"0"0,0 0 0 0 0,0 0 1 0 0,0 0-1 0 0,0 0 1 0 0,-1 0-1 0 0,1 1 1 0 0,0-1-1 0 0,-1 0 0 0 0,1 1 1 0 0,-1-1-1 0 0,0 1 1 0 0,1-1-1 0 0,-1 1 1 0 0,0 0-1 0 0,0-1 0 0 0,0 1 1 0 0,0 0-1 0 0,0 0 1 0 0,0 1-1 0 0,0-1 0 0 0,-3 0 1 0 0,-42-14 2361 0 0,27 11-1975 0 0,13 3-469 0 0,0-1-1 0 0,1 1 1 0 0,-1 0 0 0 0,0 1 0 0 0,0 0-1 0 0,0 0 1 0 0,0 0 0 0 0,0 1 0 0 0,0 0-1 0 0,1 0 1 0 0,-1 1 0 0 0,0 0-1 0 0,1 0 1 0 0,-10 4 0 0 0,-29 11 549 0 0,43-15-621 0 0,1 0-1 0 0,0 0 1 0 0,-1-1 0 0 0,1 1-1 0 0,0 0 1 0 0,0 0-1 0 0,1 0 1 0 0,-1 0 0 0 0,0 0-1 0 0,1 0 1 0 0,-1 0-1 0 0,1 0 1 0 0,-1 1 0 0 0,1-1-1 0 0,0 0 1 0 0,0 0-1 0 0,0 0 1 0 0,0 0-1 0 0,1 1 1 0 0,-1-1 0 0 0,0 0-1 0 0,1 0 1 0 0,-1 0-1 0 0,1 0 1 0 0,0 0 0 0 0,0 0-1 0 0,2 3 1 0 0,2 1-36 0 0,1-1 0 0 0,0 0 0 0 0,0 0 0 0 0,0 0 0 0 0,1-1 0 0 0,-1 1 0 0 0,1-2-1 0 0,0 1 1 0 0,0-1 0 0 0,1 0 0 0 0,-1 0 0 0 0,1-1 0 0 0,-1 0 0 0 0,1-1 0 0 0,0 1 0 0 0,0-2 0 0 0,13 1 0 0 0,-1 0-135 0 0,-1-1-1 0 0,1 0 1 0 0,0-2-1 0 0,-1 0 1 0 0,1-2 0 0 0,20-5-1 0 0,-34 7 23 0 0,0 0-1 0 0,0 0 0 0 0,-1 0 1 0 0,0-1-1 0 0,1 1 0 0 0,-1-1 1 0 0,7-6-1 0 0,-10 8 70 0 0,-1 0 0 0 0,0-1 0 0 0,0 1-1 0 0,0-1 1 0 0,0 1 0 0 0,-1 0 0 0 0,1-1 0 0 0,0 1-1 0 0,0-1 1 0 0,-1 0 0 0 0,1 1 0 0 0,-1-1 0 0 0,0 0-1 0 0,1 1 1 0 0,-1-1 0 0 0,0 0 0 0 0,0 1 0 0 0,0-1-1 0 0,0 0 1 0 0,0 1 0 0 0,-1-1 0 0 0,1 0-1 0 0,0 1 1 0 0,-1-1 0 0 0,1 1 0 0 0,-1-1 0 0 0,0 0-1 0 0,1 1 1 0 0,-1-1 0 0 0,0 1 0 0 0,0 0 0 0 0,0-1-1 0 0,0 1 1 0 0,-2-2 0 0 0,-5-7-82 0 0,-1 0 0 0 0,0 1 0 0 0,0 0 0 0 0,-1 0 0 0 0,0 1 0 0 0,-13-8 0 0 0,-65-36-587 0 0,88 52 687 0 0,-13-7-186 0 0,0 1 0 0 0,0 0 0 0 0,0 1-1 0 0,-1 0 1 0 0,1 1 0 0 0,-1 1 0 0 0,0 0 0 0 0,-1 1-1 0 0,1 0 1 0 0,-26 1 0 0 0,4 7-1652 0 0,31 7-1427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5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64 400 0 0,'-140'18'7844'0'0,"135"-17"-5443"0"0,2 3-2015 0 0,16-3 282 0 0,76-12 439 0 0,103 5-23 0 0,140-14-2822 0 0,-300 8 124 0 0,-32 12 1482 0 0,1-1 1 0 0,-1 1-1 0 0,1-1 1 0 0,-1 1-1 0 0,1-1 1 0 0,-1 1-1 0 0,0-1 1 0 0,1 1-1 0 0,-1-1 1 0 0,1 1-1 0 0,-1-1 1 0 0,0 1-1 0 0,0-1 1 0 0,1 1 0 0 0,-1-1-1 0 0,0 0 1 0 0,0 1-1 0 0,0-1 1 0 0,1 0-1 0 0,-1 1 1 0 0,0-1-1 0 0,0 1 1 0 0,0-1-1 0 0,0 0 1 0 0,0 1-1 0 0,0-1 1 0 0,-1 0-1 0 0,1 1 1 0 0,0-1-1 0 0,0 0 1 0 0,0 1-1 0 0,-1-1 1 0 0,1 1-1 0 0,0-1 1 0 0,0 1-1 0 0,-1-1 1 0 0,1 1-1 0 0,-1-1 1 0 0,1 1 0 0 0,0-1-1 0 0,-1 1 1 0 0,1-1-1 0 0,-1 1 1 0 0,1-1-1 0 0,-1 1 1 0 0,1 0-1 0 0,-1-1 1 0 0,0 1-1 0 0,-24-12-2682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50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52 1040 0 0,'-8'6'4348'0'0,"-9"-6"-3250"0"0,16 0-821 0 0,-4 0 1417 0 0,10 0-1360 0 0,0 0-256 0 0,-5 0-62 0 0,1 1 1 0 0,0-1-1 0 0,-1 0 0 0 0,1 0 1 0 0,-1 0-1 0 0,1 0 0 0 0,0 1 1 0 0,-1-1-1 0 0,1 0 0 0 0,0 0 1 0 0,-1-1-1 0 0,1 1 0 0 0,0 0 1 0 0,-1 0-1 0 0,1 0 0 0 0,-1 0 1 0 0,1 0-1 0 0,0-1 0 0 0,-1 1 1 0 0,1 0-1 0 0,-1 0 0 0 0,1-1 1 0 0,-1 1-1 0 0,1-1 0 0 0,-1 1 1 0 0,1 0-1 0 0,-1-1 1 0 0,1 1-1 0 0,-1-1 0 0 0,1 1 1 0 0,-1-1-1 0 0,0 1 0 0 0,1-1 1 0 0,-1 1-1 0 0,0-1 0 0 0,0 0 1 0 0,1 1-1 0 0,-1-1 0 0 0,0 1 1 0 0,0-1-1 0 0,0 0 0 0 0,0 1 1 0 0,0-1-1 0 0,1 0 0 0 0,-1 0-8 0 0,0 1 0 0 0,0-1 0 0 0,0 1 0 0 0,0 0 0 0 0,0-1 0 0 0,0 1-1 0 0,1-1 1 0 0,-1 1 0 0 0,0-1 0 0 0,0 1 0 0 0,1 0 0 0 0,-1-1 0 0 0,0 1 0 0 0,0 0-1 0 0,1-1 1 0 0,-1 1 0 0 0,1 0 0 0 0,-1-1 0 0 0,0 1 0 0 0,1 0 0 0 0,-1 0 0 0 0,0-1-1 0 0,1 1 1 0 0,-1 0 0 0 0,1 0 0 0 0,-1 0 0 0 0,1 0 0 0 0,-1 0 0 0 0,1-1-1 0 0,-1 1 1 0 0,1 0 0 0 0,-1 0 0 0 0,0 0 0 0 0,1 0 0 0 0,-1 0 0 0 0,1 1 0 0 0,0-1 2 0 0,0 0 1 0 0,-1 0 0 0 0,1 0-1 0 0,0 0 1 0 0,-1 0 0 0 0,1-1-1 0 0,0 1 1 0 0,-1 0 0 0 0,1 0-1 0 0,0 0 1 0 0,-1 0 0 0 0,1-1-1 0 0,-1 1 1 0 0,1 0 0 0 0,0-1-1 0 0,-1 1 1 0 0,1 0-1 0 0,-1-1 1 0 0,1 1 0 0 0,-1-1-1 0 0,1 1 1 0 0,-1-1 0 0 0,1 1-1 0 0,-1-1 1 0 0,0 1 0 0 0,1-1-1 0 0,-1 1 1 0 0,0-1 0 0 0,1 0-1 0 0,-1 1 1 0 0,0-1 0 0 0,0 0-1 0 0,0 1 1 0 0,1-1 0 0 0,-1 0-1 0 0,0 1 1 0 0,0-1 0 0 0,0-1-1 0 0,0 1 2 0 0,0 0 0 0 0,1 0 0 0 0,-1 0 0 0 0,1 0 0 0 0,-1 0 0 0 0,1 0 0 0 0,-1 0 0 0 0,1 0 0 0 0,0 1 0 0 0,-1-1 0 0 0,1 0-1 0 0,0 0 1 0 0,0 0 0 0 0,-1 1 0 0 0,1-1 0 0 0,0 0 0 0 0,0 1 0 0 0,0-1 0 0 0,0 1 0 0 0,1-1 0 0 0,2 0 16 0 0,-18 8 40 0 0,12-6-49 0 0,-1 0-1 0 0,1 0 1 0 0,0 0 0 0 0,0 1-1 0 0,0-1 1 0 0,1 1 0 0 0,-1 0-1 0 0,0-1 1 0 0,1 1-1 0 0,-1 0 1 0 0,1 0 0 0 0,-1 0-1 0 0,1 0 1 0 0,0 0-1 0 0,0 0 1 0 0,0 0 0 0 0,0 1-1 0 0,0-1 1 0 0,-1 3-1 0 0,-2 42 262 0 0,5-40-211 0 0,0 15 114 0 0,-1-17-136 0 0,1 0-1 0 0,-1 0 1 0 0,0 0-1 0 0,0 0 0 0 0,0 0 1 0 0,-1 1-1 0 0,0-1 0 0 0,0 0 1 0 0,0 0-1 0 0,-2 6 0 0 0,-18 13 88 0 0,21-24-136 0 0,0 1 0 0 0,-1-1 0 0 0,1 0 0 0 0,0 1 0 0 0,0-1 0 0 0,-1 1 0 0 0,1-1 0 0 0,0 1 0 0 0,0-1 0 0 0,0 1 0 0 0,-1-1 0 0 0,1 1 0 0 0,0-1 0 0 0,0 1 0 0 0,0-1 0 0 0,0 1 0 0 0,0-1 0 0 0,0 1 0 0 0,0-1 0 0 0,0 1 0 0 0,0-1 0 0 0,0 1 0 0 0,0-1 0 0 0,1 1 0 0 0,-1-1 0 0 0,0 1 0 0 0,0-1 0 0 0,0 1 0 0 0,1-1 0 0 0,-1 0 0 0 0,0 1 0 0 0,0-1 0 0 0,1 1 0 0 0,-1-1 0 0 0,1 0 0 0 0,-1 1 0 0 0,0-1 0 0 0,1 0 0 0 0,-1 1 0 0 0,1-1 0 0 0,16 8-155 0 0,-16-8 115 0 0,0 1-22 0 0,0-1-1 0 0,1 0 0 0 0,-1 0 0 0 0,0 0 0 0 0,1 0 0 0 0,-1 0 0 0 0,0 0 0 0 0,1 0 0 0 0,-1-1 0 0 0,0 1 0 0 0,1 0 0 0 0,-1-1 0 0 0,0 1 0 0 0,0-1 0 0 0,0 1 0 0 0,1-1 0 0 0,-1 0 0 0 0,0 1 0 0 0,0-1 0 0 0,0 0 0 0 0,0 0 0 0 0,2-1 0 0 0,19-10-1296 0 0,-19 11 1129 0 0,0 0 1 0 0,-1 0 0 0 0,1 0 0 0 0,0 0 0 0 0,-1-1 0 0 0,1 1 0 0 0,-1-1-1 0 0,0 1 1 0 0,1-1 0 0 0,-1 0 0 0 0,0 0 0 0 0,0 0 0 0 0,0 0 0 0 0,0 0-1 0 0,-1-1 1 0 0,1 1 0 0 0,2-5 0 0 0,1-11-2090 0 0,20-1 53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5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20 960 0 0,'7'0'908'0'0,"11"1"-91"0"0,-13 9 5129 0 0,-10-8-5773 0 0,4-2-157 0 0,0 0-1 0 0,-1 1 1 0 0,1-1 0 0 0,0 1 0 0 0,0-1-1 0 0,0 1 1 0 0,0-1 0 0 0,0 1-1 0 0,0 0 1 0 0,0-1 0 0 0,0 1-1 0 0,0 0 1 0 0,0 0 0 0 0,0 0 0 0 0,0 0-1 0 0,0 0 1 0 0,1 0 0 0 0,-1 0-1 0 0,0 0 1 0 0,1 0 0 0 0,-1 0 0 0 0,1 0-1 0 0,-1 0 1 0 0,0 2 0 0 0,-1 37 858 0 0,2-24-634 0 0,0-14-205 0 0,1 0-1 0 0,-1 1 0 0 0,1-1 0 0 0,0 0 1 0 0,0 0-1 0 0,0 0 0 0 0,0 1 0 0 0,0-1 1 0 0,0 0-1 0 0,1 0 0 0 0,-1 0 0 0 0,1-1 1 0 0,-1 1-1 0 0,1 0 0 0 0,0-1 0 0 0,-1 1 1 0 0,1-1-1 0 0,0 1 0 0 0,0-1 0 0 0,0 0 1 0 0,4 2-1 0 0,0 0 33 0 0,0 0 1 0 0,0 0 0 0 0,0-1-1 0 0,1 0 1 0 0,-1 0-1 0 0,1 0 1 0 0,6 0-1 0 0,60-2 309 0 0,-39-9-337 0 0,-33 8-45 0 0,0 1 1 0 0,0-1 0 0 0,-1 1-1 0 0,1-1 1 0 0,0 1 0 0 0,0-1-1 0 0,0 0 1 0 0,-1 1-1 0 0,1-1 1 0 0,0 0 0 0 0,-1 0-1 0 0,1 0 1 0 0,0 1 0 0 0,-1-1-1 0 0,1 0 1 0 0,-1 0-1 0 0,0 0 1 0 0,1 0 0 0 0,-1 0-1 0 0,0 0 1 0 0,1 0 0 0 0,-1 0-1 0 0,0 0 1 0 0,0-1-1 0 0,0 0-33 0 0,0 0-1 0 0,0 0 0 0 0,-1 0 0 0 0,1 1 1 0 0,-1-1-1 0 0,1 0 0 0 0,-1 0 0 0 0,1 0 1 0 0,-1 1-1 0 0,0-1 0 0 0,0 0 0 0 0,0 1 1 0 0,0-1-1 0 0,0 1 0 0 0,-1-1 0 0 0,1 1 0 0 0,-2-3 1 0 0,-7-7-339 0 0,2-4-288 0 0,5 10 170 0 0,0 0 0 0 0,0 0 1 0 0,0 0-1 0 0,0 0 0 0 0,-1 0 1 0 0,0 1-1 0 0,0-1 0 0 0,0 1 0 0 0,-1 0 1 0 0,1 0-1 0 0,-1 1 0 0 0,-7-5 1 0 0,-19-11-2627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51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83 240 0 0,'-2'8'6853'0'0,"-9"-5"-5499"0"0,-15 4-477 0 0,20-4-737 0 0,-5 2 70 0 0,0 0 0 0 0,0 1-1 0 0,0 0 1 0 0,-11 9-1 0 0,19-12-162 0 0,1-1 0 0 0,-1 1 0 0 0,0 0 0 0 0,1 0 0 0 0,-1 0 0 0 0,1 0 0 0 0,0 0 0 0 0,0 0 0 0 0,0 1 0 0 0,1-1 0 0 0,-1 1 0 0 0,1-1 0 0 0,-1 1 0 0 0,1-1 0 0 0,0 1 0 0 0,1 0 0 0 0,-1 0 0 0 0,0 7 0 0 0,1-5 95 0 0,0 0-1 0 0,0 1 0 0 0,0-1 1 0 0,1 0-1 0 0,0 1 1 0 0,0-1-1 0 0,1 0 0 0 0,-1 0 1 0 0,4 7-1 0 0,-2-9-57 0 0,0-1 0 0 0,-1 1 1 0 0,1-1-1 0 0,1 0 0 0 0,-1 0 0 0 0,0 0 0 0 0,1 0 0 0 0,0-1 0 0 0,-1 1 1 0 0,1-1-1 0 0,0 0 0 0 0,5 2 0 0 0,18 8 266 0 0,0 0-1 0 0,1-2 1 0 0,1-1 0 0 0,37 7-1 0 0,-47-13-290 0 0,1 0 0 0 0,0-1 0 0 0,0-1 0 0 0,-1-1 0 0 0,1 0 0 0 0,32-6 0 0 0,-42 4-69 0 0,-1-1-1 0 0,0 1 1 0 0,0-2 0 0 0,0 1-1 0 0,0-2 1 0 0,0 1-1 0 0,-1-1 1 0 0,16-11 0 0 0,-24 15-18 0 0,1-1 0 0 0,-1 1 0 0 0,1 0 0 0 0,-1-1 0 0 0,1 1 0 0 0,-1 0 0 0 0,0-1 1 0 0,0 1-1 0 0,1-1 0 0 0,-1 1 0 0 0,0-1 0 0 0,0 1 0 0 0,-1 0 0 0 0,1-1 0 0 0,0 1 0 0 0,0-1 0 0 0,-1 1 1 0 0,1 0-1 0 0,-1-1 0 0 0,1 1 0 0 0,-1-2 0 0 0,-2-5-210 0 0,-39-117-3555 0 0,35 109 3214 0 0,0 1 0 0 0,-1 0 0 0 0,0 1 0 0 0,-1 0 0 0 0,-1 0 0 0 0,-12-13 0 0 0,-39-29-2702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1:5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1281 0 0,'0'11'2401'0'0,"30"22"240"0"0,30 30-80 0 0,25 9-1200 0 0,-55-3-401 0 0,30 13 241 0 0,1 7 159 0 0,-1 20-399 0 0,-30-1-241 0 0,1-12-320 0 0,-31 6-240 0 0,-31 6-240 0 0,1-14-480 0 0,0-23-1121 0 0,-30-27-1120 0 0,-1-38-4802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17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6563 0 0,'0'0'2401'0'0,"0"6"-2241"0"0,61 13-480 0 0,-1 0 160 0 0,-30 1 240 0 0,24-7 160 0 0,-23-7-80 0 0,-1 1 0 0 0,0-7-80 0 0,-30-7 0 0 0,30 7-80 0 0,0-6 80 0 0,1-7-960 0 0,-31 1-961 0 0,-31-7-560 0 0,31 5 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18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45 2561 0 0,'-25'0'4722'0'0,"-5"-8"-2881"0"0,0 3-1040 0 0,30-1-561 0 0,30 6 0 0 0,-30-8 160 0 0,55 2-80 0 0,35 1 160 0 0,91 5 401 0 0,31-6-241 0 0,-61 12-320 0 0,-61 5-160 0 0,-36 3-400 0 0,7-1-960 0 0,29 6-2962 0 0,-59-7-1601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19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2481 0 0,'76'-24'4938'0'0,"-53"15"-4143"0"0,0-2 0 0 0,36-22 0 0 0,-50 26-708 0 0,1-1-1 0 0,-2-1 0 0 0,1 0 0 0 0,-1 0 0 0 0,8-12 1 0 0,10-10 89 0 0,-26 30-171 0 0,0 1-1 0 0,0 0 0 0 0,0 0 1 0 0,1 0-1 0 0,-1-1 1 0 0,0 1-1 0 0,0 0 0 0 0,1 0 1 0 0,-1 0-1 0 0,0-1 1 0 0,0 1-1 0 0,0 0 0 0 0,0 0 1 0 0,0-1-1 0 0,1 1 1 0 0,-1 0-1 0 0,0 0 0 0 0,0-1 1 0 0,0 1-1 0 0,0 0 1 0 0,0-1-1 0 0,0 1 1 0 0,0 0-1 0 0,0 0 0 0 0,0-1 1 0 0,0 1-1 0 0,0 0 1 0 0,0-1-1 0 0,0 1 0 0 0,0 0 1 0 0,0 0-1 0 0,0-1 1 0 0,-1 1-1 0 0,1 0 0 0 0,0-1 1 0 0,0 1-1 0 0,0 0 1 0 0,0 0-1 0 0,0 0 0 0 0,-1-1 1 0 0,1 1-1 0 0,-13-7 80 0 0,-1-2 207 0 0,15 83 299 0 0,2-36-605 0 0,-3 0-1 0 0,-1 1 0 0 0,-2-1 1 0 0,-1 0-1 0 0,-2 0 0 0 0,-14 47 1 0 0,12-57-102 0 0,1 1 1 0 0,1 0 0 0 0,2 0 0 0 0,0 1-1 0 0,3 0 1 0 0,1 35 0 0 0,0-52-263 0 0,-1-1-1 0 0,-1 0 1 0 0,0-1 0 0 0,0 1-1 0 0,-1 0 1 0 0,-10 22 0 0 0,11-27-61 0 0,-3 29-3989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19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160 177 1441 0 0,'-1'1'142'0'0,"1"0"0"0"0,-1 0 1 0 0,1 0-1 0 0,-1 0 0 0 0,1-1 0 0 0,-1 1 1 0 0,0 0-1 0 0,0-1 0 0 0,1 1 1 0 0,-1 0-1 0 0,0-1 0 0 0,0 1 1 0 0,0-1-1 0 0,1 1 0 0 0,-1-1 0 0 0,0 0 1 0 0,0 1-1 0 0,0-1 0 0 0,0 0 1 0 0,0 1-1 0 0,0-1 0 0 0,0 0 1 0 0,0 0-1 0 0,0 0 0 0 0,0 0 0 0 0,-2 0 1 0 0,2 0 257 0 0,-6-2 1786 0 0,4-1-1851 0 0,2 3-292 0 0,-17-7 707 0 0,17 6-732 0 0,1 1 0 0 0,0 0 0 0 0,-1 0 0 0 0,1 0 0 0 0,0 0 1 0 0,-1-1-1 0 0,1 1 0 0 0,0 0 0 0 0,-1 0 0 0 0,1-1 0 0 0,0 1 1 0 0,-1 0-1 0 0,1-1 0 0 0,0 1 0 0 0,0 0 0 0 0,-1-1 0 0 0,1 1 1 0 0,0 0-1 0 0,0-1 0 0 0,0 1 0 0 0,0-1 0 0 0,-1 1 1 0 0,1 0-1 0 0,0-1 0 0 0,0 1 0 0 0,0-1 0 0 0,0 1 0 0 0,0 0 1 0 0,0-1-1 0 0,0 1 0 0 0,0-1 0 0 0,0 1 0 0 0,0-1 0 0 0,0 1 1 0 0,0 0-1 0 0,1-1 0 0 0,-1 1 0 0 0,0-1 0 0 0,0 1 0 0 0,0 0 1 0 0,1-1-1 0 0,-1 1 0 0 0,0 0 0 0 0,0-1 0 0 0,1 1 0 0 0,-1 0 1 0 0,0-1-1 0 0,0 1 0 0 0,1 0 0 0 0,-1 0 0 0 0,0-1 1 0 0,1 1-1 0 0,0 0 0 0 0,34-41 424 0 0,-28 31-400 0 0,1 1 1 0 0,0 0-1 0 0,1 0 0 0 0,9-8 1 0 0,37-29 63 0 0,-54 46-104 0 0,-1 0-1 0 0,1 0 0 0 0,-1 0 1 0 0,0 0-1 0 0,1 0 0 0 0,-1 0 0 0 0,0-1 1 0 0,0 1-1 0 0,1 0 0 0 0,-1 0 1 0 0,0 0-1 0 0,1-1 0 0 0,-1 1 1 0 0,0 0-1 0 0,0 0 0 0 0,0-1 1 0 0,1 1-1 0 0,-1 0 0 0 0,0-1 1 0 0,0 1-1 0 0,0 0 0 0 0,1-1 1 0 0,-1 1-1 0 0,0 0 0 0 0,0-1 0 0 0,0 1 1 0 0,0 0-1 0 0,0-1 0 0 0,0 1 1 0 0,0 0-1 0 0,0-1 0 0 0,0 1 1 0 0,0-1-1 0 0,0 1 0 0 0,0 0 1 0 0,0-1-1 0 0,0 1 0 0 0,0 0 1 0 0,0-1-1 0 0,-1 1 0 0 0,1 0 0 0 0,0-1 1 0 0,0 1-1 0 0,0 0 0 0 0,-1 0 1 0 0,1-1-1 0 0,0 1 0 0 0,0 0 1 0 0,0-1-1 0 0,-1 1 0 0 0,1 0 1 0 0,0 0-1 0 0,-1 0 0 0 0,1-1 1 0 0,0 1-1 0 0,-1 0 0 0 0,1 0 1 0 0,0 0-1 0 0,-1 0 0 0 0,1-1 0 0 0,0 1 1 0 0,-1 0-1 0 0,1 0 0 0 0,0 0 1 0 0,-1 0-1 0 0,-18-2 59 0 0,19 2-59 0 0,0-1 1 0 0,0 1 0 0 0,0 0-1 0 0,-1 0 1 0 0,1 0-1 0 0,0 0 1 0 0,0 0-1 0 0,0 0 1 0 0,-1 0-1 0 0,1 0 1 0 0,0 0-1 0 0,0 0 1 0 0,0 0-1 0 0,0 1 1 0 0,-1-1-1 0 0,1 0 1 0 0,0 0-1 0 0,0 0 1 0 0,0 0-1 0 0,-1 0 1 0 0,1 0-1 0 0,0 0 1 0 0,0 0-1 0 0,0 0 1 0 0,0 1-1 0 0,0-1 1 0 0,-1 0-1 0 0,1 0 1 0 0,0 0-1 0 0,0 0 1 0 0,0 0-1 0 0,0 1 1 0 0,0-1-1 0 0,0 0 1 0 0,0 0-1 0 0,0 0 1 0 0,0 1-1 0 0,0-1 1 0 0,0 0-1 0 0,0 0 1 0 0,-1 0-1 0 0,1 0 1 0 0,0 1-1 0 0,0-1 1 0 0,0 0-1 0 0,1 0 1 0 0,-1 0-1 0 0,0 1 1 0 0,0-1-1 0 0,0 0 1 0 0,0 0-1 0 0,0 0 1 0 0,0 1-1 0 0,0 1 11 0 0,-10 26 42 0 0,-21 24-32 0 0,7-13 47 0 0,-25 54 0 0 0,10 25 17 0 0,17-46-65 0 0,-13 62 45 0 0,33-129-68 0 0,1-1-16 0 0,-1 0 0 0 0,1 0 0 0 0,0 0 0 0 0,0 0 0 0 0,0 0 0 0 0,1 0 0 0 0,-1 0 0 0 0,1 0 0 0 0,1 6 0 0 0,-1-9 9 0 0,0 0 1 0 0,0 0 0 0 0,1-1 0 0 0,-1 1-1 0 0,0 0 1 0 0,1 0 0 0 0,-1-1-1 0 0,1 1 1 0 0,-1 0 0 0 0,1-1-1 0 0,-1 1 1 0 0,1-1 0 0 0,-1 1-1 0 0,1-1 1 0 0,0 1 0 0 0,-1-1-1 0 0,1 1 1 0 0,0-1 0 0 0,-1 1-1 0 0,1-1 1 0 0,0 0 0 0 0,1 1-1 0 0,1 0-16 0 0,0-1 0 0 0,0 0 0 0 0,0 1-1 0 0,0-1 1 0 0,0-1 0 0 0,0 1-1 0 0,1 0 1 0 0,-1-1 0 0 0,4 0-1 0 0,24-9-816 0 0,-1-1 0 0 0,0-2-1 0 0,0-1 1 0 0,-2-1 0 0 0,0-1 0 0 0,27-20-1 0 0,5-12-2718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2:20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6 880 0 0,'1'-2'5721'0'0,"-3"-1"-4622"0"0,-2 4 1766 0 0,-5 3-2803 0 0,3-2-25 0 0,1 0 1 0 0,0 1-1 0 0,0 0 1 0 0,0-1 0 0 0,0 2-1 0 0,1-1 1 0 0,-1 1-1 0 0,-7 6 1 0 0,5-3-9 0 0,0-1-1 0 0,0 0 1 0 0,-1-1 0 0 0,-10 6-1 0 0,-15 11 56 0 0,-8 12 0 0 0,-74 71 312 0 0,102-93-331 0 0,0 0-1 0 0,-1-1 1 0 0,-24 15-1 0 0,21-15 46 0 0,0 1-1 0 0,-22 20 1 0 0,26-20-51 0 0,6-6-9 0 0,0 0-1 0 0,0 1 1 0 0,1 0-1 0 0,-9 12 1 0 0,-15 37 243 0 0,28-55-289 0 0,1 1 1 0 0,1 0-1 0 0,-1 0 0 0 0,0 0 1 0 0,0-1-1 0 0,1 1 0 0 0,-1 0 0 0 0,1 0 1 0 0,-1 0-1 0 0,1 0 0 0 0,0 0 0 0 0,0 0 1 0 0,0 0-1 0 0,0 0 0 0 0,0 0 0 0 0,0 0 1 0 0,1 0-1 0 0,-1 0 0 0 0,1 0 0 0 0,-1 0 1 0 0,1 0-1 0 0,0 0 0 0 0,0-1 0 0 0,-1 1 1 0 0,1 0-1 0 0,1 0 0 0 0,-1-1 0 0 0,1 3 1 0 0,4 3 8 0 0,1-1 1 0 0,-1 1-1 0 0,1-1 1 0 0,12 9-1 0 0,-12-10-17 0 0,4 2-8 0 0,0 0 0 0 0,1-1 0 0 0,0 0 0 0 0,0-1 0 0 0,0-1 0 0 0,1 0 0 0 0,-1 0 0 0 0,1-1 0 0 0,14 1-1 0 0,121 7 20 0 0,-104-9 67 0 0,-20-1-107 0 0,0-1-1 0 0,1-1 1 0 0,-1-1 0 0 0,0-2-1 0 0,35-8 1 0 0,-55 10 43 0 0,0 1-1 0 0,-1-1 1 0 0,1 0 0 0 0,-1 0 0 0 0,1 0 0 0 0,-1 0-1 0 0,0-1 1 0 0,0 1 0 0 0,0-1 0 0 0,0 0 0 0 0,0 0-1 0 0,-1 0 1 0 0,1 0 0 0 0,-1 0 0 0 0,3-5 0 0 0,-4 6 0 0 0,0-1 1 0 0,1 1 0 0 0,-1-1-1 0 0,0 1 1 0 0,0-1 0 0 0,-1 0-1 0 0,1 1 1 0 0,-1-1 0 0 0,1 0 0 0 0,-1 0-1 0 0,0 1 1 0 0,0-1 0 0 0,0 0-1 0 0,0 0 1 0 0,0 1 0 0 0,-1-1-1 0 0,0 0 1 0 0,1 1 0 0 0,-1-1 0 0 0,0 0-1 0 0,0 1 1 0 0,0-1 0 0 0,-3-3-1 0 0,-4-6 37 0 0,-2 0 0 0 0,1 1-1 0 0,-2 1 1 0 0,1-1 0 0 0,-1 2 0 0 0,-1-1-1 0 0,0 1 1 0 0,0 1 0 0 0,-1 0-1 0 0,0 1 1 0 0,0 1 0 0 0,0 0-1 0 0,-17-5 1 0 0,12 5-57 0 0,1 2 1 0 0,-1 0-1 0 0,0 1 0 0 0,0 0 1 0 0,-1 2-1 0 0,1 0 0 0 0,0 1 0 0 0,0 1 1 0 0,-1 0-1 0 0,-30 8 0 0 0,10 1-155 0 0,-48 20 0 0 0,74-25-41 0 0,0 1 1 0 0,1 0-1 0 0,0 0 1 0 0,0 1-1 0 0,1 1 1 0 0,0 0 0 0 0,-11 10-1 0 0,21-17 94 0 0,0 0 1 0 0,0 0-1 0 0,1 0 1 0 0,-1 0-1 0 0,0 0 0 0 0,0 1 1 0 0,1-1-1 0 0,-1 0 0 0 0,0 1 1 0 0,1-1-1 0 0,0 0 1 0 0,-1 1-1 0 0,1-1 0 0 0,0 0 1 0 0,-1 1-1 0 0,1-1 0 0 0,0 1 1 0 0,0 1-1 0 0,0 17-3156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5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2301 90 2961 0 0,'-12'5'2600'0'0,"-23"-3"-2876"0"0,27-2 327 0 0,-11 1 156 0 0,0 0 0 0 0,0-2 0 0 0,0 0 0 0 0,-19-4 0 0 0,6 2-15 0 0,-41-4 215 0 0,-245-28 213 0 0,150 12-429 0 0,0 7 1 0 0,-275 9-1 0 0,154 35-71 0 0,5-1-80 0 0,264-26-40 0 0,-5 0 0 0 0,1 1 0 0 0,-30 5 0 0 0,48-6 0 0 0,1 1 0 0 0,-1-1 0 0 0,1 1 0 0 0,-1 0 0 0 0,1 0 0 0 0,0 0 0 0 0,0 1 0 0 0,0 0 0 0 0,0 0 0 0 0,0 0 0 0 0,1 1 0 0 0,0-1 0 0 0,-1 1 0 0 0,1 0 0 0 0,-4 6 0 0 0,-27 41 0 0 0,31-47 0 0 0,-5 5 0 0 0,1-1 0 0 0,0 1 0 0 0,1 1 0 0 0,0 0 0 0 0,-6 10 0 0 0,5 2 0 0 0,7-18 0 0 0,0 0 0 0 0,-1 0 0 0 0,1 0 0 0 0,-1-1 0 0 0,0 1 0 0 0,0 0 0 0 0,-1-1 0 0 0,1 1 0 0 0,-1-1 0 0 0,-5 6 0 0 0,6-8-3 0 0,0 1 0 0 0,0 0 0 0 0,0 0 0 0 0,0 0 0 0 0,0 0 0 0 0,0 0 1 0 0,1 0-1 0 0,-1 0 0 0 0,1 1 0 0 0,0-1 0 0 0,-1 1 0 0 0,1-1 0 0 0,0 1 0 0 0,-1 3 0 0 0,3-4 2 0 0,-1 0 0 0 0,1 1 0 0 0,0-1 0 0 0,-1 0-1 0 0,1 0 1 0 0,0 0 0 0 0,0 0 0 0 0,0 0-1 0 0,1-1 1 0 0,-1 1 0 0 0,0 0 0 0 0,1 0-1 0 0,-1-1 1 0 0,1 1 0 0 0,0-1 0 0 0,-1 1 0 0 0,1-1-1 0 0,2 1 1 0 0,2 5 9 0 0,0-1 1 0 0,0 1-1 0 0,-1 0 1 0 0,0 1-1 0 0,0-1 0 0 0,-1 1 1 0 0,5 11-1 0 0,1 0-22 0 0,-9-16 10 0 0,0 0-1 0 0,0 0 1 0 0,0 0-1 0 0,0 0 0 0 0,0 1 1 0 0,-1-1-1 0 0,0 0 0 0 0,1 0 1 0 0,-1 1-1 0 0,0-1 1 0 0,-1 0-1 0 0,0 5 0 0 0,1-4 10 0 0,-1-1 0 0 0,1 0 0 0 0,0 1 0 0 0,0-1 0 0 0,0 1 0 0 0,1-1 0 0 0,-1 0 0 0 0,1 1 0 0 0,-1-1 0 0 0,1 0 0 0 0,2 4 0 0 0,20 22 9 0 0,-19-25-14 0 0,-1 0 0 0 0,1 1 0 0 0,0-1 0 0 0,-1 1 0 0 0,0 0 0 0 0,3 5 0 0 0,4 20 9 0 0,-8-23-4 0 0,0 0 1 0 0,1 0-1 0 0,-1 0 0 0 0,1-1 0 0 0,1 1 0 0 0,-1-1 0 0 0,1 0 0 0 0,0 0 0 0 0,1 0 0 0 0,-1 0 0 0 0,1-1 0 0 0,0 1 0 0 0,9 6 0 0 0,9 4-5 0 0,-13-9-11 0 0,-1-1-1 0 0,0 1 1 0 0,-1 0 0 0 0,1 1 0 0 0,9 12 0 0 0,223 315 158 0 0,-227-319-147 0 0,1-1 0 0 0,0 0 0 0 0,0-2 0 0 0,2 1 0 0 0,32 19 0 0 0,1 1 0 0 0,-40-28 0 0 0,-9-5 0 0 0,0-1 0 0 0,0 1 0 0 0,1-1 0 0 0,-1 1 0 0 0,0 0 0 0 0,0 0 0 0 0,0 0 0 0 0,0 0 0 0 0,0 0 0 0 0,0 0 0 0 0,0 0 0 0 0,0 0 0 0 0,0 0 0 0 0,0 0 0 0 0,-1 0 0 0 0,1 0 0 0 0,0 1 0 0 0,-1-1 0 0 0,1 0 0 0 0,-1 1 0 0 0,1-1 0 0 0,-1 0 0 0 0,0 1 0 0 0,0-1 0 0 0,1 2 0 0 0,-1-2-2 0 0,0 0 1 0 0,0 0-1 0 0,0 1 0 0 0,0-1 1 0 0,1 0-1 0 0,-1 0 0 0 0,0 0 1 0 0,1 0-1 0 0,-1 0 0 0 0,1 1 1 0 0,-1-1-1 0 0,1 0 0 0 0,-1 0 1 0 0,1 0-1 0 0,0-1 0 0 0,0 1 1 0 0,-1 0-1 0 0,1 0 0 0 0,0 0 1 0 0,0 0-1 0 0,0-1 0 0 0,0 1 1 0 0,1 0-1 0 0,9 9-11 0 0,0 6 27 0 0,-10-14-11 0 0,0 1 1 0 0,1-1-1 0 0,0 0 1 0 0,-1 1 0 0 0,1-1-1 0 0,0 0 1 0 0,0 0-1 0 0,0 0 1 0 0,1-1-1 0 0,3 4 1 0 0,17 9 23 0 0,0 1-1 0 0,-1 2 1 0 0,-1 0 0 0 0,-1 1-1 0 0,22 25 1 0 0,-31-33-11 0 0,0 1 1 0 0,1-1 0 0 0,0-1-1 0 0,15 9 1 0 0,16 13 47 0 0,-39-27-66 0 0,1-1 1 0 0,0-1-1 0 0,0 1 1 0 0,0 0 0 0 0,0-1-1 0 0,1 0 1 0 0,-1 0-1 0 0,1-1 1 0 0,9 2-1 0 0,58 5-44 0 0,-51-6 40 0 0,293 18 3 0 0,-262-20 7 0 0,1-2 0 0 0,0-2 0 0 0,98-22 0 0 0,47-14 69 0 0,18-5-79 0 0,-123 24 6 0 0,23-7 0 0 0,-28 5 1 0 0,-62 18-6 0 0,0-2 0 0 0,47-18 1 0 0,43-31-70 0 0,52-21 14 0 0,-166 75 64 0 0,0 0-1 0 0,0 1 0 0 0,1-1 1 0 0,-1 0-1 0 0,-1 0 0 0 0,1-1 1 0 0,0 1-1 0 0,0-1 0 0 0,-1 1 1 0 0,1-1-1 0 0,-1 0 1 0 0,0 0-1 0 0,0 0 0 0 0,0 0 1 0 0,3-6-1 0 0,15-21 10 0 0,-13 23-8 0 0,0-1 0 0 0,-1 1 0 0 0,1-2 0 0 0,-2 1 0 0 0,1-1 0 0 0,-1 1 0 0 0,6-17 0 0 0,-9 19-2 0 0,0-1 0 0 0,-1 1 0 0 0,1-1 0 0 0,-2 0 0 0 0,1 1 0 0 0,-1-1 1 0 0,0 0-1 0 0,0 0 0 0 0,0 1 0 0 0,-1-1 0 0 0,-1 0 0 0 0,-2-9 0 0 0,-1-7 29 0 0,-2 1 0 0 0,-1 0 0 0 0,-1 0 0 0 0,-17-31 0 0 0,8 22 66 0 0,12 20-56 0 0,-1-1 0 0 0,-1 0-1 0 0,0 1 1 0 0,-10-11 0 0 0,-13-6-6 0 0,-1 2 1 0 0,-1 1 0 0 0,-1 2-1 0 0,-1 1 1 0 0,0 2-1 0 0,-56-22 1 0 0,9 9-172 0 0,-158-40 1 0 0,225 70-31 0 0,0-1 1 0 0,0 2-1 0 0,0 0 0 0 0,0 1 1 0 0,-1 0-1 0 0,1 1 1 0 0,0 1-1 0 0,-25 5 1 0 0,-51 11-1930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70 400 0 0,'-54'-6'2481'0'0,"24"6"961"0"0,0-6-881 0 0,60 12-2081 0 0,0-6-80 0 0,24 6-79 0 0,7 0-161 0 0,29-6-80 0 0,61 0-160 0 0,0-12-641 0 0,-30-1-239 0 0,-91-6-801 0 0,0 7-1120 0 0,0-7 240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7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2641 0 0,'-60'19'4722'0'0,"-1"1"-3441"0"0,31-15-961 0 0,30-10-80 0 0,30 5 80 0 0,31-6-320 0 0,-31-2 80 0 0,30-3-80 0 0,61-3-240 0 0,90-16-1360 0 0,55-3-3523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8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1761 0 0,'91'64'4082'0'0,"-61"19"-3042"0"0,-30-8-1200 0 0,30-4 0 0 0,-30-8 160 0 0,30-19 0 0 0,-30-11 0 0 0,31-27-640 0 0,-1-12-2562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145 133 640 0 0,'0'0'195'0'0,"0"1"0"0"0,0-1-1 0 0,-1 1 1 0 0,1 0 0 0 0,0-1-1 0 0,0 1 1 0 0,0-1 0 0 0,0 1 0 0 0,0 0-1 0 0,0-1 1 0 0,0 1 0 0 0,0 0-1 0 0,0-1 1 0 0,1 1 0 0 0,-1-1-1 0 0,0 1 1 0 0,0 0 0 0 0,0-1-1 0 0,1 1 1 0 0,-1-1 0 0 0,0 1-1 0 0,1-1 1 0 0,-1 1 0 0 0,0-1 0 0 0,1 1-1 0 0,-1-1 1 0 0,1 1 0 0 0,-1-1-1 0 0,0 0 1 0 0,1 1 0 0 0,-1-1-1 0 0,1 0 1 0 0,0 1 0 0 0,17-12 709 0 0,-16 7-897 0 0,0-1-1 0 0,-1 1 1 0 0,0 0 0 0 0,0-1 0 0 0,0 1-1 0 0,-1-1 1 0 0,1 0 0 0 0,-1 1 0 0 0,0-1 0 0 0,-1 1-1 0 0,1-1 1 0 0,-2-4 0 0 0,1-6 145 0 0,1 13-145 0 0,-3-34 188 0 0,3 35-189 0 0,-1-1-1 0 0,0 1 1 0 0,0 0-1 0 0,1 0 1 0 0,-1 0-1 0 0,0 0 1 0 0,0 0-1 0 0,0 0 1 0 0,0 0-1 0 0,0 0 1 0 0,-1 0-1 0 0,1 0 1 0 0,0 0-1 0 0,0 1 1 0 0,0-1-1 0 0,-1 0 1 0 0,1 1-1 0 0,-3-1 1 0 0,-1-4 20 0 0,5 4 294 0 0,2 3-80 0 0,-9 1-173 0 0,-1-1 1 0 0,1 1 0 0 0,-1 0-1 0 0,1 0 1 0 0,0 1 0 0 0,0 0 0 0 0,0 0-1 0 0,0 1 1 0 0,1-1 0 0 0,-1 2-1 0 0,1-1 1 0 0,-8 10 0 0 0,9-10-27 0 0,0 0 0 0 0,1 1 0 0 0,-1 0 0 0 0,1 0 0 0 0,1 0 0 0 0,-1 0 0 0 0,1 1 0 0 0,0 0 0 0 0,0-1 0 0 0,1 1 0 0 0,0 0 0 0 0,0 0 0 0 0,1 0 0 0 0,-2 12 0 0 0,3-18-37 0 0,0 0 0 0 0,0 0 0 0 0,1 0 1 0 0,-1 0-1 0 0,0 0 0 0 0,0 0 1 0 0,0 0-1 0 0,1 0 0 0 0,-1 0 0 0 0,0 0 1 0 0,1 0-1 0 0,-1 0 0 0 0,1 0 0 0 0,-1-1 1 0 0,1 1-1 0 0,0 0 0 0 0,-1 0 0 0 0,1-1 1 0 0,0 1-1 0 0,-1 0 0 0 0,1-1 1 0 0,0 1-1 0 0,0 0 0 0 0,0-1 0 0 0,0 1 1 0 0,-1-1-1 0 0,1 0 0 0 0,0 1 0 0 0,1 0 1 0 0,-1-1-1 0 0,0 0 0 0 0,0 0 1 0 0,-1 0-1 0 0,1 1 0 0 0,0-1 1 0 0,-1 0-1 0 0,1 1 0 0 0,-1-1 1 0 0,1 0-1 0 0,0 1 0 0 0,-1-1 1 0 0,1 1-1 0 0,-1-1 0 0 0,1 1 1 0 0,-1-1-1 0 0,0 1 0 0 0,1 0 1 0 0,-1-1-1 0 0,1 1 0 0 0,-1-1 0 0 0,0 1 1 0 0,0 0-1 0 0,1-1 0 0 0,-1 1 1 0 0,0 0-1 0 0,0-1 0 0 0,0 1 1 0 0,1 1-1 0 0,4 0 76 0 0,-4-2-64 0 0,0 0-11 0 0,0 0 0 0 0,0-1 0 0 0,0 2 0 0 0,0-1 0 0 0,0 0 0 0 0,0 0 0 0 0,0 0 0 0 0,0 0 0 0 0,0 1 0 0 0,0-1 0 0 0,0 0 1 0 0,0 1-1 0 0,0-1 0 0 0,0 1 0 0 0,0-1 0 0 0,0 1 0 0 0,-1-1 0 0 0,1 1 0 0 0,0 0 0 0 0,0-1 0 0 0,-1 1 0 0 0,1 0 0 0 0,0 0 0 0 0,-1-1 0 0 0,2 3 0 0 0,-4-1 5 0 0,3-2-11 0 0,25 5 72 0 0,18 2-71 0 0,0-3 0 0 0,0-1 0 0 0,0-2 0 0 0,1-2 0 0 0,-1-1 0 0 0,82-17 0 0 0,-106 14-157 0 0,0 0 0 0 0,-1-1 1 0 0,38-18-1 0 0,-56 21 152 0 0,0 0 1 0 0,0 0 0 0 0,0 0-1 0 0,0 0 1 0 0,0 0-1 0 0,-1 0 1 0 0,1 0-1 0 0,-1 0 1 0 0,0-1-1 0 0,0 1 1 0 0,-1 0 0 0 0,1 0-1 0 0,0 0 1 0 0,-1 0-1 0 0,0 0 1 0 0,0-1-1 0 0,-2-4 1 0 0,-6-1 5 0 0,7 8 6 0 0,1 0 1 0 0,0 0-1 0 0,0 0 0 0 0,0 0 0 0 0,-1 0 0 0 0,1-1 1 0 0,1 1-1 0 0,-1 0 0 0 0,0-1 0 0 0,0 1 1 0 0,0 0-1 0 0,1-1 0 0 0,-1 1 0 0 0,1-1 0 0 0,-1 1 1 0 0,1-1-1 0 0,-1 1 0 0 0,1-1 0 0 0,0 1 1 0 0,0-1-1 0 0,0-3 0 0 0,2 22 44 0 0,0-1 0 0 0,1 1 0 0 0,1-1 1 0 0,1 0-1 0 0,0 0 0 0 0,1-1 0 0 0,1 1 0 0 0,9 15 0 0 0,19 51 183 0 0,-31-70-219 0 0,-3-9-25 0 0,-1-1 0 0 0,1 0 0 0 0,0 1 0 0 0,-1-1 0 0 0,1 0 0 0 0,0 0 0 0 0,0 0 0 0 0,1 0 0 0 0,-1 0 0 0 0,0 0 0 0 0,1 0 1 0 0,-1 0-1 0 0,1 0 0 0 0,-1 0 0 0 0,1-1 0 0 0,0 1 0 0 0,0-1 0 0 0,3 3 0 0 0,-3-3-69 0 0,0 0 0 0 0,0 0-1 0 0,1 0 1 0 0,-1 0-1 0 0,0-1 1 0 0,1 1 0 0 0,-1-1-1 0 0,1 1 1 0 0,-1-1 0 0 0,1 0-1 0 0,-1 0 1 0 0,1 0 0 0 0,-1 0-1 0 0,1 0 1 0 0,-1-1 0 0 0,1 1-1 0 0,-1-1 1 0 0,4-1 0 0 0,5 0-188 0 0,47-14-1627 0 0,-56 15 1687 0 0,0 1-1 0 0,0-1 0 0 0,0 0 1 0 0,0 0-1 0 0,0 0 0 0 0,0 0 1 0 0,0 0-1 0 0,0 0 0 0 0,0 0 1 0 0,0-1-1 0 0,-1 1 0 0 0,1-1 1 0 0,-1 1-1 0 0,1-1 1 0 0,-1 0-1 0 0,0 0 0 0 0,1 1 1 0 0,-1-1-1 0 0,0 0 0 0 0,0 0 1 0 0,0 0-1 0 0,1-3 0 0 0,-2-13-1793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49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30 480 0 0,'0'-1'62'0'0,"0"0"0"0"0,0 1 0 0 0,0-1-1 0 0,0 1 1 0 0,0-1 0 0 0,0 0 0 0 0,1 1 0 0 0,-1-1-1 0 0,0 1 1 0 0,0-1 0 0 0,1 1 0 0 0,-1-1 0 0 0,0 1-1 0 0,1-1 1 0 0,-1 1 0 0 0,0-1 0 0 0,1 1 0 0 0,-1-1-1 0 0,1 1 1 0 0,-1 0 0 0 0,1-1 0 0 0,-1 1 0 0 0,1 0-1 0 0,-1-1 1 0 0,1 1 0 0 0,-1 0 0 0 0,1 0 0 0 0,0-1-1 0 0,-1 1 1 0 0,1 0 0 0 0,-1 0 0 0 0,1 0 0 0 0,0 0-1 0 0,-1 0 1 0 0,1 0 0 0 0,-1 0 0 0 0,1 0 0 0 0,0 0-1 0 0,-1 0 1 0 0,2 1 0 0 0,-2-1-6 0 0,0 0 0 0 0,1 0 0 0 0,-1 0 0 0 0,1 0-1 0 0,-1 0 1 0 0,0 0 0 0 0,1 0 0 0 0,-1 0 0 0 0,1 0 0 0 0,-1 0 0 0 0,0 0 0 0 0,1 0 0 0 0,-1 0 0 0 0,1 0 0 0 0,-1 0-1 0 0,0 0 1 0 0,1-1 0 0 0,-1 1 0 0 0,0 0 0 0 0,1 0 0 0 0,-1 0 0 0 0,0-1 0 0 0,1 1 0 0 0,-1 0 0 0 0,0 0-1 0 0,1-1 1 0 0,-1 1 0 0 0,0 0 0 0 0,0-1 0 0 0,1 1 0 0 0,-1 0 0 0 0,0-1 0 0 0,0 1 0 0 0,0 0 0 0 0,1-1-1 0 0,-1 0 1 0 0,41-6 2244 0 0,-29 4-1778 0 0,-40 9-236 0 0,-8 1 69 0 0,1 1-1 0 0,0 2 1 0 0,0 1-1 0 0,1 2 1 0 0,1 2-1 0 0,-40 23 1 0 0,62-26-169 0 0,22-7-159 0 0,105 15-107 0 0,228 9-883 0 0,-287-26 619 0 0,-21-1 10 0 0,-1 1 1 0 0,0 1-1 0 0,0 2 1 0 0,36 11-1 0 0,-66-15 304 0 0,1 1 0 0 0,-1-1 0 0 0,1 1 0 0 0,-1 0 0 0 0,0 1 0 0 0,0-1 0 0 0,0 1 0 0 0,-1 0 0 0 0,1 0 0 0 0,-1 0 0 0 0,6 8 0 0 0,-9-11 40 0 0,-1 0-1 0 0,0 0 1 0 0,1 0-1 0 0,-1 1 1 0 0,0-1-1 0 0,0 0 1 0 0,0 0-1 0 0,1 0 1 0 0,-1 0-1 0 0,0 0 1 0 0,0 0-1 0 0,-1 0 1 0 0,1 0 0 0 0,0 0-1 0 0,0 0 1 0 0,0 0-1 0 0,-1 0 1 0 0,1 0-1 0 0,-1 0 1 0 0,1 0-1 0 0,-1 0 1 0 0,1 0-1 0 0,-1 0 1 0 0,1 0-1 0 0,-1 0 1 0 0,0 0-1 0 0,1-1 1 0 0,-1 1 0 0 0,0 0-1 0 0,0-1 1 0 0,0 1-1 0 0,0 0 1 0 0,1-1-1 0 0,-1 1 1 0 0,0-1-1 0 0,-1 1 1 0 0,-5 5 117 0 0,3-2-57 0 0,-1 0 0 0 0,1 0 0 0 0,-1-1 1 0 0,0 0-1 0 0,0 0 0 0 0,0 0 0 0 0,0 0 0 0 0,0-1 0 0 0,-1 1 0 0 0,0-2 0 0 0,1 1 0 0 0,-1 0 0 0 0,-10 0 0 0 0,-28 10 123 0 0,2 5-27 0 0,28-10-145 0 0,0-1 1 0 0,0-1-1 0 0,-1 0 0 0 0,0-2 0 0 0,-17 4 1 0 0,-28-6-676 0 0,59-3 489 0 0,0 1-1 0 0,0-1 1 0 0,1 1-1 0 0,-1-1 1 0 0,1 1-1 0 0,-1-1 1 0 0,1 0-1 0 0,-1 1 1 0 0,1-1 0 0 0,0 1-1 0 0,0-1 1 0 0,0 0-1 0 0,0 1 1 0 0,0-1-1 0 0,0 0 1 0 0,0 1-1 0 0,1-3 1 0 0,-1 2-245 0 0,5-16-1898 0 0,20 5-40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0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1 640 0 0,'121'38'4802'0'0,"30"6"-2000"0"0,-30-11-2722 0 0,-37-14-881 0 0,-23 1 161 0 0,-1-9-1041 0 0,-30-5-3441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0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0 381 1921 0 0,'0'0'7924'0'0,"0"-11"-7364"0"0,30-3-640 0 0,0-17 0 0 0,31-53 0 0 0,29-24 0 0 0,1 31-321 0 0,-31 41-719 0 0,1 17-1441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417 122 1441 0 0,'-75'33'3815'0'0,"58"-26"-2209"0"0,17-13-1433 0 0,2-8-5 0 0,-2 13 152 0 0,-5 2-240 0 0,0 0-60 0 0,-5 0 44 0 0,1 1 0 0 0,-1 1 0 0 0,0-1 0 0 0,1 1 0 0 0,-1 1 0 0 0,-8 4-1 0 0,8 5 110 0 0,1-6-98 0 0,-36 6 104 0 0,25-8-103 0 0,1 0 0 0 0,0 2 0 0 0,-35 17 0 0 0,49-22-66 0 0,1 0 1 0 0,0 0-1 0 0,0 1 1 0 0,1-1 0 0 0,-1 1-1 0 0,0 0 1 0 0,1 0-1 0 0,0 0 1 0 0,-1 0 0 0 0,1 1-1 0 0,1-1 1 0 0,-1 1-1 0 0,0 0 1 0 0,1 0-1 0 0,0 0 1 0 0,0 0 0 0 0,0 0-1 0 0,0 0 1 0 0,1 1-1 0 0,-1-1 1 0 0,1 1 0 0 0,0 5-1 0 0,1-5-8 0 0,1 0 1 0 0,0 0-1 0 0,1-1 1 0 0,-1 1-1 0 0,1 0 0 0 0,0-1 1 0 0,0 0-1 0 0,0 1 0 0 0,0-1 1 0 0,1 0-1 0 0,0 0 0 0 0,0 0 1 0 0,0-1-1 0 0,0 1 0 0 0,1-1 1 0 0,6 6-1 0 0,8 5 12 0 0,1 0-1 0 0,29 17 0 0 0,-4-8-9 0 0,0-2 1 0 0,1-2-1 0 0,50 14 0 0 0,135 26 73 0 0,-210-55-63 0 0,261 47 172 0 0,-269-49-190 0 0,0 0-1 0 0,0-1 1 0 0,0-1 0 0 0,0 0 0 0 0,0-1 0 0 0,0 0 0 0 0,0-1 0 0 0,0 0 0 0 0,0-1 0 0 0,0 0-1 0 0,-1-1 1 0 0,22-10 0 0 0,-30 12 4 0 0,0 0-1 0 0,0 0 1 0 0,0 0 0 0 0,0-1-1 0 0,-1 1 1 0 0,1-1-1 0 0,-1 0 1 0 0,1 0-1 0 0,-1 0 1 0 0,0 0 0 0 0,0 0-1 0 0,-1 0 1 0 0,1 0-1 0 0,0-1 1 0 0,-1 1-1 0 0,0-1 1 0 0,0 1 0 0 0,0-1-1 0 0,-1 1 1 0 0,1-1-1 0 0,-1 0 1 0 0,1 1-1 0 0,-1-1 1 0 0,0 0 0 0 0,-1 1-1 0 0,1-1 1 0 0,-1 0-1 0 0,1 1 1 0 0,-1-1-1 0 0,-3-5 1 0 0,0-3-2 0 0,-1 0 1 0 0,-1 1-1 0 0,0 0 0 0 0,0 0 1 0 0,-1 1-1 0 0,0 0 0 0 0,-17-18 1 0 0,-20-15-28 0 0,-2 3 0 0 0,-56-40 0 0 0,-108-61-98 0 0,179 121 104 0 0,-1 1 0 0 0,0 2 1 0 0,-2 1-1 0 0,0 2 0 0 0,-1 1 0 0 0,-68-16 0 0 0,98 28 2 0 0,-35-2 2 0 0,39 3 8 0 0,0 0 1 0 0,0 0 0 0 0,1 0-1 0 0,-1 0 1 0 0,0 0-1 0 0,0 0 1 0 0,0 0-1 0 0,1 1 1 0 0,-1-1-1 0 0,0 0 1 0 0,0 1 0 0 0,0-1-1 0 0,1 0 1 0 0,-1 1-1 0 0,0-1 1 0 0,1 1-1 0 0,-1-1 1 0 0,0 1-1 0 0,1-1 1 0 0,-1 1-1 0 0,1 0 1 0 0,-1-1 0 0 0,1 1-1 0 0,-1 0 1 0 0,1-1-1 0 0,-1 1 1 0 0,1 0-1 0 0,0 0 1 0 0,-1-1-1 0 0,1 1 1 0 0,0 0 0 0 0,0 0-1 0 0,-1 0 1 0 0,1-1-1 0 0,0 1 1 0 0,0 1-1 0 0,0-1-23 0 0,0 0 0 0 0,0 0 0 0 0,0 0-1 0 0,0 0 1 0 0,0 0 0 0 0,1 0 0 0 0,-1 0-1 0 0,0 0 1 0 0,0 0 0 0 0,1 0 0 0 0,-1 0 0 0 0,1 0-1 0 0,-1 0 1 0 0,1 0 0 0 0,-1-1 0 0 0,1 1 0 0 0,-1 0-1 0 0,1 0 1 0 0,0-1 0 0 0,-1 1 0 0 0,1 0-1 0 0,1 0 1 0 0,17 12-307 0 0,0-2 0 0 0,1-1 1 0 0,0 0-1 0 0,0-1 0 0 0,27 7 0 0 0,-16-4-242 0 0,115 38-3018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3762 0 0,'-30'90'4162'0'0,"30"4"-3362"0"0,30 14-960 0 0,30-6 80 0 0,-29-31 160 0 0,29-2 0 0 0,0-31-160 0 0,-29-13-400 0 0,23-30-481 0 0,6-20-720 0 0,1-33-3601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1601 0 0,'-85'13'4668'0'0,"46"-9"-3894"0"0,-49-2 0 0 0,24-6-528 0 0,30 1-159 0 0,-1 2 0 0 0,-42 3 0 0 0,56-1-50 0 0,-22 3 22 0 0,42-4-52 0 0,0 1 0 0 0,0-1 0 0 0,0 0-1 0 0,0 0 1 0 0,0 0 0 0 0,1 1 0 0 0,-1-1 0 0 0,0 1-1 0 0,0-1 1 0 0,0 0 0 0 0,0 1 0 0 0,0 0-1 0 0,0-1 1 0 0,1 1 0 0 0,-1-1 0 0 0,0 1 0 0 0,0 0-1 0 0,1 0 1 0 0,-1-1 0 0 0,1 1 0 0 0,-1 0 0 0 0,1 0-1 0 0,-1 0 1 0 0,1 0 0 0 0,-1-1 0 0 0,1 1-1 0 0,0 0 1 0 0,-1 0 0 0 0,1 0 0 0 0,0 2 0 0 0,0-1-7 0 0,1-1 0 0 0,0 1 1 0 0,0 0-1 0 0,0-1 1 0 0,0 1-1 0 0,0 0 0 0 0,0-1 1 0 0,0 1-1 0 0,0-1 1 0 0,1 0-1 0 0,-1 1 0 0 0,0-1 1 0 0,1 0-1 0 0,0 0 0 0 0,-1 0 1 0 0,1 0-1 0 0,3 1 1 0 0,4 5-8 0 0,32 21 18 0 0,2-2 1 0 0,57 25-1 0 0,-51-27 9 0 0,-1 2-1 0 0,58 42 1 0 0,-72-44-16 0 0,-13-10 5 0 0,-1 1 1 0 0,34 33 0 0 0,-49-44-9 0 0,-1 1 1 0 0,1 1-1 0 0,-1-1 0 0 0,0 1 0 0 0,-1-1 1 0 0,1 1-1 0 0,-1 0 0 0 0,0 1 0 0 0,-1-1 1 0 0,0 0-1 0 0,0 1 0 0 0,0-1 1 0 0,0 1-1 0 0,-1 0 0 0 0,0 10 0 0 0,0-13 1 0 0,-1 0 0 0 0,0 0 0 0 0,0-1-1 0 0,0 1 1 0 0,-1 0 0 0 0,1 0 0 0 0,-1-1-1 0 0,0 1 1 0 0,0 0 0 0 0,0-1 0 0 0,0 1 0 0 0,-1-1-1 0 0,1 1 1 0 0,-1-1 0 0 0,0 0 0 0 0,-5 6-1 0 0,3-6 5 0 0,1-1 0 0 0,-1 0 0 0 0,-1 0 0 0 0,1 0 0 0 0,0-1 0 0 0,0 1 0 0 0,-1-1 0 0 0,1 0 0 0 0,-1 0 0 0 0,1 0 0 0 0,-1-1 0 0 0,1 0 0 0 0,-1 0 0 0 0,-6 0 0 0 0,6-1 26 0 0,1 0 0 0 0,-1 0 0 0 0,1-1 0 0 0,-1 1 0 0 0,1-1 0 0 0,-1 0 0 0 0,1 0 0 0 0,0 0 0 0 0,0 0 0 0 0,0-1 0 0 0,1 0 0 0 0,-1 0 0 0 0,0 0 0 0 0,1 0 0 0 0,0 0 0 0 0,0-1 0 0 0,-4-4 0 0 0,3 3-17 0 0,0-1 0 0 0,0 1 1 0 0,1-1-1 0 0,0 0 0 0 0,0 0 0 0 0,0 0 1 0 0,0 0-1 0 0,1 0 0 0 0,0 0 0 0 0,1-1 1 0 0,-1 1-1 0 0,0-11 0 0 0,2 9-9 0 0,1-1 0 0 0,-1 1 0 0 0,2 0 0 0 0,-1 0 1 0 0,1 0-1 0 0,0 1 0 0 0,1-1 0 0 0,0 0 0 0 0,0 1 0 0 0,0 0 0 0 0,1 0 0 0 0,7-10 0 0 0,-3 7 1 0 0,0 0 0 0 0,1 1 0 0 0,0 0 0 0 0,0 0-1 0 0,1 1 1 0 0,0 0 0 0 0,13-6 0 0 0,14-6 18 0 0,1 1 1 0 0,1 2-1 0 0,65-18 0 0 0,-97 33-20 0 0,93-30-105 0 0,132-25 0 0 0,-156 43-393 0 0,-64 8 102 0 0,-14-1-99 0 0,-23-10-991 0 0,-6 2-1133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3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1521 0 0,'0'-6'2481'0'0,"0"12"-320"0"0,61 13-320 0 0,150 33 0 0 0,0-27-1281 0 0,-90-19-800 0 0,-30-25-561 0 0,-37-1-639 0 0,-24 9-481 0 0,-30 3-1041 0 0,0-11 481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3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83 5603 0 0,'-61'20'2721'0'0,"31"-9"-2161"0"0,30 3-160 0 0,0-9 161 0 0,0-10-81 0 0,30 5-160 0 0,31 0 0 0 0,59 0 80 0 0,92 0 0 0 0,-7-20-400 0 0,-24-5-1280 0 0,-60-13-1361 0 0,0-6-2802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31 395 2321 0 0,'-9'5'1441'0'0,"-13"2"1920"0"0,22-33-3347 0 0,1 23 11 0 0,-1 0 0 0 0,0 0 0 0 0,1 0 0 0 0,0 1 0 0 0,-1-1 0 0 0,1 0 0 0 0,0 0 0 0 0,0 1 1 0 0,1-1-1 0 0,-1 1 0 0 0,1-1 0 0 0,-1 1 0 0 0,1-1 0 0 0,3-3 0 0 0,7-10 79 0 0,20-38 197 0 0,-26 42-250 0 0,0-1 1 0 0,1 1 0 0 0,1 1-1 0 0,0-1 1 0 0,0 1 0 0 0,1 1-1 0 0,1-1 1 0 0,0 2-1 0 0,0-1 1 0 0,1 1 0 0 0,20-12-1 0 0,35-4 63 0 0,-55 22-92 0 0,0 0 0 0 0,-1-1 0 0 0,0 0 0 0 0,0 0 0 0 0,0-1 0 0 0,0 0 0 0 0,-1-1 0 0 0,1 0 0 0 0,9-9 0 0 0,-12 8-37 0 0,-3 2 9 0 0,0 1 0 0 0,1 0 1 0 0,0 0-1 0 0,-1 0 0 0 0,2 0 0 0 0,-1 1 1 0 0,0-1-1 0 0,9-2 0 0 0,6 6 6 0 0,-10 13-53 0 0,4 17 24 0 0,-2 0-1 0 0,-1 1 1 0 0,-1 0 0 0 0,-2 1 0 0 0,9 64 0 0 0,-3 172 244 0 0,-14-257-226 0 0,1 1-1 0 0,-2-1 1 0 0,0 0 0 0 0,0 0 0 0 0,-1 0 0 0 0,0 0 0 0 0,-1 0 0 0 0,0-1 0 0 0,-1 1 0 0 0,0-1-1 0 0,-6 11 1 0 0,4-12 1 0 0,3-4-1 0 0,0 1 0 0 0,0-1 0 0 0,0 0-1 0 0,1 1 1 0 0,0 0 0 0 0,0-1 0 0 0,0 1 0 0 0,1 0-1 0 0,-1 0 1 0 0,0 11 0 0 0,3-16-11 0 0,-1 0 0 0 0,0 0 0 0 0,0 0 0 0 0,0 0 0 0 0,1 0 0 0 0,-1 0-1 0 0,1 0 1 0 0,-1 0 0 0 0,1 0 0 0 0,-1 0 0 0 0,1-1 0 0 0,-1 1 0 0 0,1 0 0 0 0,0 0 0 0 0,-1 0 0 0 0,1 0 0 0 0,0-1 0 0 0,0 1 0 0 0,0 0 0 0 0,0-1 0 0 0,-1 1 0 0 0,1-1-1 0 0,0 1 1 0 0,0-1 0 0 0,0 0 0 0 0,0 1 0 0 0,0-1 0 0 0,0 0 0 0 0,0 1 0 0 0,0-1 0 0 0,0 0 0 0 0,1 0 0 0 0,-1 0 0 0 0,0 0 0 0 0,0 0 0 0 0,0 0 0 0 0,0 0 0 0 0,0-1-1 0 0,0 1 1 0 0,1-1 0 0 0,51-10-655 0 0,-48 9 605 0 0,5-1-184 0 0,0-1 0 0 0,-1 0-1 0 0,1 0 1 0 0,11-8 0 0 0,40-36-3012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31 333 1761 0 0,'0'1'133'0'0,"0"0"0"0"0,0 0 0 0 0,0 0 0 0 0,-1 0 0 0 0,1 0-1 0 0,0 0 1 0 0,-1 0 0 0 0,1 0 0 0 0,-1 0 0 0 0,1 0 0 0 0,-1 0 0 0 0,1-1 0 0 0,-1 1 0 0 0,0 0 0 0 0,1 0 0 0 0,-1 0 0 0 0,0-1 0 0 0,0 1 0 0 0,1 0 0 0 0,-1-1 0 0 0,0 1 0 0 0,0-1-1 0 0,0 1 1 0 0,0-1 0 0 0,0 1 0 0 0,0-1 0 0 0,0 1 0 0 0,0-1 0 0 0,-1 0 0 0 0,1 0-92 0 0,1 0 1 0 0,-1 0-1 0 0,1 0 1 0 0,0 0-1 0 0,-1 0 0 0 0,1 0 1 0 0,0 0-1 0 0,-1 0 0 0 0,1 0 1 0 0,0 0-1 0 0,-1 0 1 0 0,1 0-1 0 0,-1-1 0 0 0,1 1 1 0 0,0 0-1 0 0,0 0 1 0 0,-1 0-1 0 0,1-1 0 0 0,0 1 1 0 0,-1 0-1 0 0,1 0 0 0 0,0-1 1 0 0,0 1-1 0 0,-1 0 1 0 0,1-1-1 0 0,0 1 0 0 0,0 0 1 0 0,0-1-1 0 0,-1 1 0 0 0,1 0 1 0 0,0-1-1 0 0,0 0 1 0 0,5-25 593 0 0,8-3-468 0 0,6-15 22 0 0,-2 0 0 0 0,15-56 0 0 0,-32 96-180 0 0,1-4 10 0 0,1 0 0 0 0,0 1 0 0 0,0-1 0 0 0,0 0-1 0 0,1 1 1 0 0,0 0 0 0 0,7-12 0 0 0,-7 2-29 0 0,-3 16 15 0 0,0 1-1 0 0,0 0 0 0 0,0-1 1 0 0,0 1-1 0 0,0 0 0 0 0,0-1 1 0 0,0 1-1 0 0,0 0 0 0 0,0-1 1 0 0,-1 1-1 0 0,1 0 1 0 0,1-1-1 0 0,-1 1 0 0 0,0 0 1 0 0,0-1-1 0 0,0 1 0 0 0,0 0 1 0 0,0 0-1 0 0,0-1 0 0 0,0 1 1 0 0,0 0-1 0 0,0-1 1 0 0,1 1-1 0 0,-1 0 0 0 0,0-1 1 0 0,0 1-1 0 0,0 0 0 0 0,1 0 1 0 0,-1-1-1 0 0,0 1 0 0 0,0 0 1 0 0,1 0-1 0 0,-1 0 1 0 0,0-1-1 0 0,0 1 0 0 0,1 0 1 0 0,-1 0-1 0 0,0 0 0 0 0,1 0 1 0 0,-1 0-1 0 0,1-1 0 0 0,3 5 18 0 0,0 0-1 0 0,0 0 0 0 0,-1 0 1 0 0,1 0-1 0 0,-1 0 0 0 0,0 1 0 0 0,0-1 1 0 0,0 1-1 0 0,-1 0 0 0 0,0 0 1 0 0,0 0-1 0 0,0 0 0 0 0,0 0 0 0 0,1 9 1 0 0,8 19 32 0 0,44 95 39 0 0,-52-121-117 0 0,0-1 0 0 0,0 1-1 0 0,1-1 1 0 0,0 0-1 0 0,0 0 1 0 0,0 0 0 0 0,0 0-1 0 0,1-1 1 0 0,0 0 0 0 0,0 0-1 0 0,1 0 1 0 0,0-1 0 0 0,-1 1-1 0 0,1-1 1 0 0,8 3 0 0 0,6 7-214 0 0,-10-8 41 0 0,1-1 0 0 0,0 1 0 0 0,0-2 0 0 0,0 0 0 0 0,0 0 0 0 0,1-1-1 0 0,-1 0 1 0 0,22 1 0 0 0,52 3-1484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0 800 0 0,'0'2'264'0'0,"-1"0"-1"0"0,1 0 0 0 0,0-1 1 0 0,-1 1-1 0 0,1 0 0 0 0,-1-1 1 0 0,0 1-1 0 0,1 0 0 0 0,-1-1 1 0 0,0 1-1 0 0,0-1 0 0 0,0 1 1 0 0,0-1-1 0 0,0 0 0 0 0,-1 1 1 0 0,1-1-1 0 0,-3 2 0 0 0,-15 20 1120 0 0,-12 18-750 0 0,23-33-567 0 0,1 1 0 0 0,0 0-1 0 0,0 1 1 0 0,1 0 0 0 0,-8 17-1 0 0,-26 93 696 0 0,36-111-740 0 0,0-2-5 0 0,1 1-1 0 0,0-1 1 0 0,0 1-1 0 0,1 0 1 0 0,0 0-1 0 0,0 0 1 0 0,1 0-1 0 0,0 0 0 0 0,1 1 1 0 0,-1-1-1 0 0,2 0 1 0 0,-1 0-1 0 0,1 1 1 0 0,3 11-1 0 0,1 1 14 0 0,-3-10-17 0 0,0 0 0 0 0,1-1 0 0 0,1 1 0 0 0,-1 0-1 0 0,2-1 1 0 0,-1 0 0 0 0,2 0 0 0 0,-1 0 0 0 0,1-1 0 0 0,9 11 0 0 0,-5-11-14 0 0,0 0-1 0 0,1-1 1 0 0,0-1-1 0 0,1 1 1 0 0,0-2 0 0 0,0 0-1 0 0,0 0 1 0 0,0-1-1 0 0,1-1 1 0 0,18 5-1 0 0,-6-5 8 0 0,0-2-1 0 0,49 0 1 0 0,-64-2-4 0 0,0-1 1 0 0,0-1-1 0 0,0 0 0 0 0,0 0 1 0 0,0-1-1 0 0,0 0 0 0 0,-1 0 1 0 0,0-1-1 0 0,15-9 0 0 0,-23 13-1 0 0,-1 0 0 0 0,1-1 0 0 0,-1 1 0 0 0,0 0 0 0 0,1-1 0 0 0,-1 1 0 0 0,0 0 0 0 0,1-1 0 0 0,-1 1 0 0 0,0-1-1 0 0,1 1 1 0 0,-1 0 0 0 0,0-1 0 0 0,0 1 0 0 0,1-1 0 0 0,-1 1 0 0 0,0-1 0 0 0,0 1 0 0 0,0-1 0 0 0,0 1 0 0 0,0-1 0 0 0,0 1 0 0 0,0-1 0 0 0,0 1 0 0 0,0-1-1 0 0,0 1 1 0 0,0-1 0 0 0,0 1 0 0 0,0-1 0 0 0,0 1 0 0 0,0-1 0 0 0,-1 1 0 0 0,1-1 0 0 0,0 1 0 0 0,0-1 0 0 0,-1 1 0 0 0,1-1 0 0 0,0 1 0 0 0,0 0 0 0 0,-1-1-1 0 0,1 1 1 0 0,-1-1 0 0 0,1 1 0 0 0,0 0 0 0 0,-1-1 0 0 0,1 1 0 0 0,-1 0 0 0 0,0-1 0 0 0,-25-16 11 0 0,23 15-5 0 0,-26-13 19 0 0,0 2 1 0 0,-1 0-1 0 0,-1 2 1 0 0,-39-9 0 0 0,-121-16-21 0 0,190 35-5 0 0,-308-23-835 0 0,225 20-198 0 0,29 1-941 0 0,20-8-2094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5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2601 1 80 0 0,'-28'11'1243'0'0,"-1"-1"0"0"0,0-1 0 0 0,0-1 0 0 0,-1-2 0 0 0,-46 4 0 0 0,-152-5-449 0 0,139-6-549 0 0,-222-16 156 0 0,-66 2-1 0 0,216 20-154 0 0,-180 11 4 0 0,230-6-258 0 0,-115 25 0 0 0,185-26-5 0 0,1 1-1 0 0,1 2 1 0 0,0 2-1 0 0,-48 23 1 0 0,70-29 16 0 0,-9 5 26 0 0,0 0 0 0 0,0 2-1 0 0,2 1 1 0 0,-33 26 0 0 0,41-31-17 0 0,13-10-16 0 0,1 0 0 0 0,0 0 0 0 0,-1 1 0 0 0,1-1 1 0 0,0 1-1 0 0,0-1 0 0 0,0 1 0 0 0,0 0 0 0 0,0 0 0 0 0,0 0 1 0 0,0 0-1 0 0,1 0 0 0 0,-1 0 0 0 0,1 0 0 0 0,-1 1 0 0 0,1-1 1 0 0,0 0-1 0 0,0 1 0 0 0,0-1 0 0 0,0 1 0 0 0,0 0 1 0 0,1-1-1 0 0,-1 5 0 0 0,1-4 2 0 0,-1 0 0 0 0,1-1 0 0 0,0 1 0 0 0,-1 0 0 0 0,0-1 0 0 0,0 1 0 0 0,0 0 0 0 0,0-1 0 0 0,0 1 0 0 0,0-1 1 0 0,-1 0-1 0 0,1 1 0 0 0,-1-1 0 0 0,0 0 0 0 0,0 0 0 0 0,0 0 0 0 0,0 0 0 0 0,0 0 0 0 0,0 0 0 0 0,0-1 0 0 0,-4 3 0 0 0,-11 11 32 0 0,16-14-29 0 0,0 0 0 0 0,0 0 0 0 0,1 0 0 0 0,-1 0 0 0 0,0 1 0 0 0,1-1 0 0 0,-1 0 0 0 0,1 0 0 0 0,-1 0 0 0 0,1 0 0 0 0,0 1 0 0 0,-1-1 0 0 0,1 0 0 0 0,0 1 0 0 0,0-1 0 0 0,0 0 0 0 0,0 0 1 0 0,0 1-1 0 0,0-1 0 0 0,0 0 0 0 0,1 0 0 0 0,-1 1 0 0 0,0-1 0 0 0,1 0 0 0 0,-1 0 0 0 0,1 0 0 0 0,-1 1 0 0 0,1-1 0 0 0,-1 0 0 0 0,1 0 0 0 0,0 0 0 0 0,0 0 0 0 0,1 1 0 0 0,36 24-119 0 0,-27-20 54 0 0,-3-1 50 0 0,-1 0 1 0 0,1 0 0 0 0,-1 1-1 0 0,0 0 1 0 0,0 0 0 0 0,-1 0-1 0 0,0 1 1 0 0,0 0 0 0 0,-1 0-1 0 0,1 1 1 0 0,-2 0 0 0 0,1-1-1 0 0,4 11 1 0 0,-2-3 47 0 0,2-1 0 0 0,-1 0 0 0 0,2 0 0 0 0,0-1 1 0 0,1-1-1 0 0,0 0 0 0 0,1 0 0 0 0,19 14 0 0 0,9 3-90 0 0,61 35 0 0 0,-61-41 48 0 0,138 82-23 0 0,5-9 0 0 0,270 102-1 0 0,-356-166 6 0 0,1-4-1 0 0,104 14 0 0 0,-117-29 22 0 0,0-3-1 0 0,101-3 1 0 0,171-25 8 0 0,-93-17 10 0 0,393-106 1 0 0,-255 22 2 0 0,-317 88-30 0 0,-1-4-1 0 0,124-72 1 0 0,-193 98 9 0 0,5-2 1 0 0,-2-1 0 0 0,25-20 0 0 0,-36 25 5 0 0,0 0-1 0 0,0 0 0 0 0,-1 0 1 0 0,0-1-1 0 0,-1 0 1 0 0,0 0-1 0 0,0 0 0 0 0,6-16 1 0 0,-5 10-8 0 0,14-43-75 0 0,-19 53 75 0 0,0 1 1 0 0,-1-1-1 0 0,1 0 0 0 0,-1 0 1 0 0,0 0-1 0 0,0 0 1 0 0,0 1-1 0 0,-1-1 1 0 0,0 0-1 0 0,1 0 1 0 0,-1 1-1 0 0,0-1 1 0 0,-1 0-1 0 0,-1-4 1 0 0,-1 2 7 0 0,-1-1 0 0 0,0 1 0 0 0,0-1-1 0 0,0 1 1 0 0,-1 1 0 0 0,0-1 0 0 0,0 1 0 0 0,-13-8 0 0 0,-70-37 124 0 0,-32-5-94 0 0,-2 5 1 0 0,-171-46-1 0 0,130 53 40 0 0,-1 8 0 0 0,-180-16 0 0 0,219 45-624 0 0,-1 7-1 0 0,0 5 0 0 0,-156 27 1 0 0,193-21-2982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2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1 299 960 0 0,'5'0'1881'0'0,"45"-6"2615"0"0,-45 5-4109 0 0,0-4-214 0 0,20-1-160 0 0,5 5-66 0 0,0 2 53 0 0,-4 4 67 0 0,-21-4 93 0 0,-7 1-33 0 0,9 1-94 0 0,108 23 594 0 0,-58-13-462 0 0,1-3 1 0 0,0-2-1 0 0,0-3 0 0 0,63-3 1 0 0,-104-3-113 0 0,1 0 0 0 0,0-2 1 0 0,-1 0-1 0 0,26-9 0 0 0,35-6-12 0 0,-24 11-45 0 0,98-17 101 0 0,-109 17-4 0 0,1 3 0 0 0,65 0 0 0 0,-4 1 28 0 0,36 1 26 0 0,950-55 333 0 0,-740 52-333 0 0,-261 5-94 0 0,273-7 307 0 0,37 10-63 0 0,8-1-33 0 0,-177-3-170 0 0,-110 4-42 0 0,-61-8-35 0 0,-49 3-18 0 0,-1 1 1 0 0,1 1-1 0 0,-1-1 0 0 0,19 3 1 0 0,172-2 146 0 0,-46-6-52 0 0,-14 0-1 0 0,371-22 1014 0 0,-95 16-13 0 0,-381 8-1027 0 0,-24 3-124 0 0,-5 0-108 0 0,-22-5-420 0 0,1 0 138 0 0,-102-36-3488 0 0,-151-43-3802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27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798 191 2161 0 0,'-15'2'692'0'0,"-111"14"2303"0"0,111-15-3003 0 0,0 0-1 0 0,-1-2 1 0 0,1 0-1 0 0,0 0 1 0 0,0-2 0 0 0,-18-4-1 0 0,-93-24 49 0 0,51 18-23 0 0,65 13-7 0 0,1-1 35 0 0,0 0 0 0 0,0 1 0 0 0,0 1 0 0 0,0-1 0 0 0,0 1 0 0 0,1 1 0 0 0,-1 0 0 0 0,-12 4 0 0 0,-38 6 497 0 0,-111 15 659 0 0,192-28-373 0 0,65-4-709 0 0,-42-3 66 0 0,78-3 1 0 0,-105 9-144 0 0,721-34 772 0 0,-260 2-482 0 0,-149 10-197 0 0,-185 7-49 0 0,-99 10-79 0 0,125-26 127 0 0,-113 24-77 0 0,-38 5-18 0 0,0 2-1 0 0,37-2 1 0 0,391-1 521 0 0,-310 4-434 0 0,533 14 469 0 0,-395 7-369 0 0,-47 0-120 0 0,109 4 269 0 0,-206-23-381 0 0,300-8 519 0 0,-273-4-327 0 0,340-16 961 0 0,-106 16 252 0 0,-128 9-1757 0 0,-260 2-3 0 0,-4 0 259 0 0,0 1 0 0 0,-1-1 0 0 0,1 0 0 0 0,0 0 0 0 0,0 0 0 0 0,0 0-1 0 0,0 1 1 0 0,-1-1 0 0 0,1 0 0 0 0,0 0 0 0 0,0-1 0 0 0,0 1 0 0 0,0 0 0 0 0,0 0 0 0 0,-1 0-1 0 0,1 0 1 0 0,0-1 0 0 0,0 1 0 0 0,0 0 0 0 0,-1-1 0 0 0,1 1 0 0 0,0-1 0 0 0,0 1 0 0 0,-1-1-1 0 0,1 1 1 0 0,-1-1 0 0 0,1 0 0 0 0,0 1 0 0 0,-1-1 0 0 0,1 0 0 0 0,0-1 0 0 0,-1-8-3940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35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2161 0 0,'-55'0'3548'0'0,"45"6"-2961"0"0,-7-2-467 0 0,0-1 0 0 0,0 0 0 0 0,0-1 0 0 0,-26-1 0 0 0,38 2 4 0 0,5-3-95 0 0,0 0 1 0 0,0 1 0 0 0,0-1-1 0 0,0 0 1 0 0,0 0 0 0 0,0 0-1 0 0,0 0 1 0 0,0 1 0 0 0,0-1 0 0 0,0 0-1 0 0,0 0 1 0 0,0 0 0 0 0,0 0-1 0 0,0 1 1 0 0,0-1 0 0 0,0 0-1 0 0,0 0 1 0 0,0 0 0 0 0,0 0 0 0 0,0 1-1 0 0,-1-1 1 0 0,1 0 0 0 0,0 0-1 0 0,0 0 1 0 0,0 0 0 0 0,0 0-1 0 0,0 1 1 0 0,0-1 0 0 0,0 0 0 0 0,-1 0-1 0 0,1 0 1 0 0,0 0 0 0 0,0 0-1 0 0,0 0 1 0 0,0 0 0 0 0,-1 0-1 0 0,1 0 1 0 0,0 0 0 0 0,0 1 0 0 0,0-1-1 0 0,0 0 1 0 0,-1 0 0 0 0,1 0-1 0 0,0 0 1 0 0,0 0 0 0 0,0 0-1 0 0,0 0 1 0 0,-1 0 0 0 0,1 0 0 0 0,0-1-1 0 0,0 1 1 0 0,-4 1-10 0 0,3-1-16 0 0,0 0 1 0 0,1 0-1 0 0,-1 0 0 0 0,0 0 1 0 0,0 0-1 0 0,0 0 1 0 0,1 0-1 0 0,-1 0 0 0 0,0 0 1 0 0,0 0-1 0 0,1 1 1 0 0,-1-1-1 0 0,0 0 0 0 0,0 1 1 0 0,1-1-1 0 0,-1 0 0 0 0,0 1 1 0 0,1-1-1 0 0,-1 1 1 0 0,0-1-1 0 0,1 1 0 0 0,-1-1 1 0 0,1 1-1 0 0,-1 0 1 0 0,1-1-1 0 0,-1 1 0 0 0,1 0 1 0 0,-1-1-1 0 0,1 1 0 0 0,0 0 1 0 0,-1 0-1 0 0,1-1 1 0 0,0 1-1 0 0,0 1 0 0 0,0-1 63 0 0,-1-1-65 0 0,1 0 1 0 0,0 0-1 0 0,0 0 1 0 0,0 1-1 0 0,0-1 1 0 0,0 0-1 0 0,0 0 1 0 0,0 0-1 0 0,0 0 0 0 0,-1 1 1 0 0,1-1-1 0 0,0 0 1 0 0,0 0-1 0 0,0 0 1 0 0,0 1-1 0 0,0-1 1 0 0,0 0-1 0 0,0 0 0 0 0,0 1 1 0 0,0-1-1 0 0,0 0 1 0 0,0 0-1 0 0,0 0 1 0 0,1 1-1 0 0,-1-1 1 0 0,0 0-1 0 0,0 0 0 0 0,0 0 1 0 0,0 0-1 0 0,0 1 1 0 0,0-1-1 0 0,0 0 1 0 0,0 0-1 0 0,1 0 1 0 0,-1 0-1 0 0,0 1 1 0 0,0-1-1 0 0,0 0 0 0 0,0 0 1 0 0,1 0-1 0 0,-1 0 1 0 0,0 0-1 0 0,0 0 1 0 0,0 0-1 0 0,1 0 1 0 0,-1 1-1 0 0,0-1 0 0 0,0 0 1 0 0,0 0-1 0 0,1 0 1 0 0,-1 0-1 0 0,0 0 1 0 0,0 0-1 0 0,0 0 1 0 0,1 0-1 0 0,-1 0 0 0 0,0 0 1 0 0,0 0-1 0 0,1-1 1 0 0,53 2 47 0 0,75-1 466 0 0,-114-1-597 0 0,1-1 0 0 0,-1 0 0 0 0,0-1 0 0 0,0-1 0 0 0,27-10 0 0 0,-32 11-670 0 0,-1 1 0 0 0,1 0 0 0 0,-1 1 1 0 0,1-1-1 0 0,0 2 0 0 0,18 0 0 0 0,2 10-1583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5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3121 0 0,'0'19'4402'0'0,"0"11"-2241"0"0,30 3-1760 0 0,61-8-802 0 0,29-11-239 0 0,61-3-1601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5763 0 0,'0'36'2161'0'0,"0"-28"-2482"0"0,30-22-879 0 0,31-16-2642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0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149 249 3201 0 0,'-8'2'747'0'0,"1"0"-323"0"0,-1-1 1 0 0,1 0-1 0 0,-1 0 0 0 0,0-1 1 0 0,-7 0-1 0 0,13 0-397 0 0,1 0-1 0 0,0 0 0 0 0,-1-1 1 0 0,1 1-1 0 0,0 0 0 0 0,0-1 1 0 0,-1 1-1 0 0,1-1 1 0 0,0 1-1 0 0,0-1 0 0 0,0 1 1 0 0,0-1-1 0 0,-1 0 0 0 0,1 0 1 0 0,0 1-1 0 0,0-1 0 0 0,1 0 1 0 0,-1 0-1 0 0,0 0 1 0 0,0 0-1 0 0,0 0 0 0 0,1 0 1 0 0,-1-1-1 0 0,0 1 0 0 0,1 0 1 0 0,-1 0-1 0 0,1 0 0 0 0,-1-1 1 0 0,1 1-1 0 0,0 0 1 0 0,0-1-1 0 0,-1 1 0 0 0,1 0 1 0 0,0 0-1 0 0,0-3 0 0 0,0 2-2 0 0,0 0 0 0 0,0 0 0 0 0,-1 0 0 0 0,1 1 0 0 0,-1-1 0 0 0,1 0 0 0 0,-1 0 0 0 0,0 1 0 0 0,0-1 0 0 0,0 0 0 0 0,1 1-1 0 0,-2-1 1 0 0,1 1 0 0 0,0-1 0 0 0,0 1 0 0 0,0 0 0 0 0,-1-1 0 0 0,-2-1 0 0 0,-13-16 148 0 0,10 12-132 0 0,6 6-38 0 0,0 0 0 0 0,0 0 0 0 0,-1 0 0 0 0,1 0 1 0 0,0 0-1 0 0,0 0 0 0 0,1 0 0 0 0,-1 0 0 0 0,0 0 0 0 0,0-1 1 0 0,0 1-1 0 0,1 0 0 0 0,-1 0 0 0 0,0-1 0 0 0,1 1 0 0 0,0-1 1 0 0,-1 1-1 0 0,1 0 0 0 0,0-1 0 0 0,-1 1 0 0 0,1-1 0 0 0,0 1 1 0 0,0-1-1 0 0,0 1 0 0 0,1 0 0 0 0,-1-1 0 0 0,0 1 1 0 0,0-1-1 0 0,1 1 0 0 0,0-3 0 0 0,4-4 15 0 0,-2 4-9 0 0,-1 0 0 0 0,0 0 1 0 0,1-1-1 0 0,-1 1 0 0 0,-1 0 1 0 0,1-1-1 0 0,-1 1 0 0 0,0-1 1 0 0,0 0-1 0 0,0 1 0 0 0,0-1 1 0 0,-1 0-1 0 0,0-4 0 0 0,4-23 7 0 0,14 19-17 0 0,-15 12 3 0 0,-2 1-1 0 0,-1 0 0 0 0,0 0 0 0 0,0 0 0 0 0,0 0 0 0 0,1 0 0 0 0,-1 0 0 0 0,0 0 0 0 0,0 0 0 0 0,1 0 0 0 0,-1 0 0 0 0,0 0 0 0 0,0 0 0 0 0,1 0 0 0 0,-1 0 0 0 0,0 0 0 0 0,0 0 0 0 0,0 0 0 0 0,1 0 0 0 0,-1 0 0 0 0,0 0 0 0 0,0 0 0 0 0,0 0 0 0 0,1 1 0 0 0,-1-1 0 0 0,0 0 0 0 0,0 0 0 0 0,0 0 0 0 0,1 0 0 0 0,-1 0 0 0 0,0 1 0 0 0,0-1 0 0 0,0 0 0 0 0,0 0 0 0 0,0 0 0 0 0,0 1 0 0 0,0-1 0 0 0,1 0 0 0 0,-1 0 0 0 0,0 1 0 0 0,0-1 0 0 0,0 0 0 0 0,0 0 0 0 0,0 0 0 0 0,0 1 0 0 0,0-1 0 0 0,0 0 0 0 0,0 0 0 0 0,0 1 0 0 0,0-1 0 0 0,0 0 0 0 0,0 0 0 0 0,0 1 0 0 0,-1-1 0 0 0,4 11 0 0 0,11 21 26 0 0,26 43 1 0 0,-23-46 9 0 0,-2 0-1 0 0,15 41 1 0 0,-14-27 4 0 0,-4-12-18 0 0,-2 0 1 0 0,7 35-1 0 0,14 89 84 0 0,-31-150-131 0 0,2-1 0 0 0,-1 1-1 0 0,0-1 1 0 0,1 1 0 0 0,0-1-1 0 0,0 0 1 0 0,0 1 0 0 0,0-1-1 0 0,5 6 1 0 0,-5-9-6 0 0,0 1 0 0 0,0-1 1 0 0,0 1-1 0 0,0-1 0 0 0,0 0 0 0 0,1 0 0 0 0,-1 0 0 0 0,0 0 0 0 0,1 0 0 0 0,-1-1 1 0 0,0 1-1 0 0,1-1 0 0 0,-1 1 0 0 0,1-1 0 0 0,2 0 0 0 0,-4 0-1 0 0,0 1-1 0 0,1-1 0 0 0,-1 0 0 0 0,0 0 0 0 0,0 0 1 0 0,1 0-1 0 0,-1 0 0 0 0,0 0 0 0 0,0 0 0 0 0,1-1 1 0 0,-1 1-1 0 0,0 0 0 0 0,0-1 0 0 0,0 1 1 0 0,0-1-1 0 0,1 1 0 0 0,-1-1 0 0 0,0 1 0 0 0,0-1 1 0 0,0 0-1 0 0,0 0 0 0 0,0 1 0 0 0,0-1 1 0 0,1-2-1 0 0,-1 0-77 0 0,0 1 0 0 0,0-1-1 0 0,0 0 1 0 0,-1 0 0 0 0,1 0 0 0 0,-1 1 0 0 0,0-1 0 0 0,1 0 0 0 0,-2-5-1 0 0,1-46-1836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0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1681 0 0,'0'0'1707'0'0,"-5"1"-279"0"0,-8 1-996 0 0,9-1 271 0 0,8 0-27 0 0,9 1-313 0 0,69 4-97 0 0,-68-7-293 0 0,0 2 1 0 0,0-1-1 0 0,0 2 0 0 0,0 0 1 0 0,-1 0-1 0 0,1 1 1 0 0,22 9-1 0 0,-27-8 39 0 0,1 0-1 0 0,-1 1 0 0 0,0 0 0 0 0,-1 1 1 0 0,0 0-1 0 0,0 0 0 0 0,0 1 1 0 0,0 0-1 0 0,-1 0 0 0 0,7 10 1 0 0,2 6 80 0 0,-2 0 0 0 0,19 41 0 0 0,-18-33-26 0 0,-12-26-58 0 0,-1 0 0 0 0,0 0 1 0 0,0 1-1 0 0,0-1 0 0 0,-1 0 0 0 0,0 1 0 0 0,0-1 0 0 0,0 1 0 0 0,0-1 1 0 0,-1 1-1 0 0,0 0 0 0 0,0-1 0 0 0,-1 1 0 0 0,0-1 0 0 0,-1 6 0 0 0,-3 4 20 0 0,0-1-1 0 0,-1 0 0 0 0,-1-1 1 0 0,-12 21-1 0 0,14-26 6 0 0,1 0 1 0 0,-2 0-1 0 0,1-1 0 0 0,-1 0 1 0 0,0 0-1 0 0,-12 10 0 0 0,13-13-21 0 0,0-1 0 0 0,0 0-1 0 0,0-1 1 0 0,0 1 0 0 0,-1-1-1 0 0,1 0 1 0 0,-1 0 0 0 0,1-1-1 0 0,-1 1 1 0 0,0-1 0 0 0,-11 0-1 0 0,-2 0-14 0 0,-1 0 1 0 0,1-2-1 0 0,-1-1 0 0 0,1 0 0 0 0,0-1 0 0 0,0-1 0 0 0,-20-7 0 0 0,27 7 0 0 0,0-1-1 0 0,0 0 1 0 0,0-1 0 0 0,1 0-1 0 0,0 0 1 0 0,0-2 0 0 0,1 1-1 0 0,0-1 1 0 0,0-1 0 0 0,0 0-1 0 0,1 0 1 0 0,-8-12 0 0 0,4 4-2 0 0,3 6-10 0 0,1-2 0 0 0,-14-24 1 0 0,22 35 12 0 0,0 0 1 0 0,0 0 0 0 0,0 0 0 0 0,0 0-1 0 0,0-1 1 0 0,0 1 0 0 0,1 0 0 0 0,-1-1-1 0 0,1 1 1 0 0,-1 0 0 0 0,1-1 0 0 0,0 1 0 0 0,0-1-1 0 0,0 1 1 0 0,0-1 0 0 0,1 1 0 0 0,-1 0-1 0 0,1-1 1 0 0,-1 1 0 0 0,1 0 0 0 0,0-1-1 0 0,0 1 1 0 0,0 0 0 0 0,2-3 0 0 0,-2 3 0 0 0,1 0 0 0 0,-1 0 1 0 0,1 0-1 0 0,0 0 0 0 0,0 1 1 0 0,-1-1-1 0 0,1 1 0 0 0,0-1 1 0 0,0 1-1 0 0,1 0 0 0 0,-1 0 1 0 0,0 0-1 0 0,0 0 0 0 0,1 0 1 0 0,-1 0-1 0 0,0 1 0 0 0,1-1 1 0 0,-1 1-1 0 0,0-1 1 0 0,1 1-1 0 0,-1 0 0 0 0,1 0 1 0 0,-1 0-1 0 0,1 0 0 0 0,-1 1 1 0 0,5 0-1 0 0,5 3 2 0 0,-1 1 0 0 0,1 0 0 0 0,-1 1-1 0 0,18 11 1 0 0,-10-5 13 0 0,192 132 146 0 0,-200-134-142 0 0,-2-1 0 0 0,1 2 0 0 0,11 15 0 0 0,-18-22-23 0 0,0 1 1 0 0,0-1 0 0 0,0 0 0 0 0,1 0-1 0 0,-1-1 1 0 0,1 1 0 0 0,0-1 0 0 0,0 1-1 0 0,0-1 1 0 0,0-1 0 0 0,1 1-1 0 0,-1-1 1 0 0,1 1 0 0 0,0-1 0 0 0,0 0-1 0 0,0-1 1 0 0,-1 1 0 0 0,1-1 0 0 0,7 1-1 0 0,-2-1-83 0 0,1-1 0 0 0,-1 0 0 0 0,0-1-1 0 0,1 0 1 0 0,-1 0 0 0 0,18-6 0 0 0,-22 6-49 0 0,0-1 0 0 0,-1 1 1 0 0,1-2-1 0 0,-1 1 0 0 0,1 0 1 0 0,-1-1-1 0 0,0 0 0 0 0,0 0 1 0 0,0-1-1 0 0,-1 0 0 0 0,1 1 1 0 0,-1-1-1 0 0,0-1 0 0 0,6-6 1 0 0,5-20-2012 0 0,35-11-627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1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63 1601 0 0,'0'0'2748'0'0,"-5"0"-1788"0"0,0 1-798 0 0,0 0 0 0 0,0 0 0 0 0,0 0 0 0 0,0 1-1 0 0,0-1 1 0 0,0 1 0 0 0,-5 4 0 0 0,-36 12 144 0 0,31-14-194 0 0,-1 1 1 0 0,0 1 0 0 0,1 1-1 0 0,1 0 1 0 0,-1 1 0 0 0,1 1-1 0 0,0 0 1 0 0,-13 11 0 0 0,3 0 76 0 0,13-12-99 0 0,1 0-1 0 0,0 1 0 0 0,-14 16 1 0 0,23-24-87 0 0,1 0 0 0 0,0-1 1 0 0,-1 1-1 0 0,1 0 1 0 0,0 0-1 0 0,-1 0 1 0 0,1-1-1 0 0,0 1 1 0 0,0 0-1 0 0,0 0 0 0 0,-1 0 1 0 0,1 0-1 0 0,0 0 1 0 0,0 0-1 0 0,1 0 1 0 0,-1-1-1 0 0,0 1 1 0 0,0 0-1 0 0,0 0 0 0 0,0 0 1 0 0,1 0-1 0 0,-1 0 1 0 0,0-1-1 0 0,1 1 1 0 0,-1 0-1 0 0,1 0 1 0 0,-1-1-1 0 0,1 1 1 0 0,-1 0-1 0 0,1 0 0 0 0,0-1 1 0 0,-1 1-1 0 0,1-1 1 0 0,0 1-1 0 0,-1-1 1 0 0,1 1-1 0 0,0-1 1 0 0,0 1-1 0 0,-1-1 0 0 0,1 0 1 0 0,1 1-1 0 0,37 13 93 0 0,3-5-86 0 0,-22-3-9 0 0,-1-2 1 0 0,1 0 0 0 0,0-1-1 0 0,0-1 1 0 0,0-1 0 0 0,0-1-1 0 0,0-1 1 0 0,0 0 0 0 0,35-8-1 0 0,-39 6 11 0 0,1-2 0 0 0,-1 0 0 0 0,-1 0 0 0 0,21-11-1 0 0,-33 15-10 0 0,-1-1 0 0 0,0 1 0 0 0,1 0 0 0 0,-1-1 0 0 0,0 0 0 0 0,0 1 0 0 0,0-1 0 0 0,0 0 0 0 0,0 0 0 0 0,-1 0 0 0 0,1-1 0 0 0,0 1 0 0 0,-1 0 0 0 0,0 0 0 0 0,2-4 0 0 0,-3 4 2 0 0,0 0 0 0 0,0 0 1 0 0,0 0-1 0 0,0 0 1 0 0,0 0-1 0 0,0 1 1 0 0,-1-1-1 0 0,1 0 0 0 0,-1 0 1 0 0,1 0-1 0 0,-1 0 1 0 0,0 1-1 0 0,0-1 1 0 0,1 0-1 0 0,-1 1 1 0 0,-1-1-1 0 0,1 1 0 0 0,0-1 1 0 0,0 1-1 0 0,0-1 1 0 0,-1 1-1 0 0,1 0 1 0 0,-1-1-1 0 0,-2-1 0 0 0,-21-16 52 0 0,0 1 0 0 0,-1 1 0 0 0,-1 1-1 0 0,-1 1 1 0 0,-34-13 0 0 0,-153-44 150 0 0,156 65-365 0 0,65 9 13 0 0,0 0 0 0 0,-1 0 0 0 0,1 1 1 0 0,-1 0-1 0 0,10 7 0 0 0,27 14-1000 0 0,43 17-1694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7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31 161 1681 0 0,'-1'0'150'0'0,"1"1"0"0"0,-1 0 1 0 0,1-1-1 0 0,-1 1 0 0 0,0 0 0 0 0,1-1 1 0 0,-1 1-1 0 0,0-1 0 0 0,1 1 0 0 0,-1-1 1 0 0,0 1-1 0 0,0-1 0 0 0,1 0 0 0 0,-1 1 1 0 0,0-1-1 0 0,0 0 0 0 0,0 0 1 0 0,0 0-1 0 0,0 1 0 0 0,1-1 0 0 0,-1 0 1 0 0,0 0-1 0 0,0 0 0 0 0,0 0 0 0 0,0-1 1 0 0,0 1-1 0 0,0 0 0 0 0,-1-1 0 0 0,1 1 202 0 0,-4-1 448 0 0,10-5-573 0 0,-1 5-224 0 0,1-1-1 0 0,-1 0 1 0 0,0 0 0 0 0,0 0 0 0 0,1 0 0 0 0,-1-1 0 0 0,-1 0 0 0 0,1 1 0 0 0,4-5 0 0 0,-3 2 8 0 0,86-79 202 0 0,-88 67-196 0 0,-3 17-17 0 0,0-1-1 0 0,-1 0 1 0 0,1 0 0 0 0,0 0 0 0 0,0 0 0 0 0,0 0 0 0 0,1 0 0 0 0,-1 0-1 0 0,0 0 1 0 0,0 0 0 0 0,0 0 0 0 0,1 0 0 0 0,-1 0 0 0 0,0 1 0 0 0,1-1-1 0 0,-1 0 1 0 0,1 0 0 0 0,-1 0 0 0 0,1 0 0 0 0,0 1 0 0 0,-1-1 0 0 0,2-1 0 0 0,0 1 4 0 0,-1 0 0 0 0,1 0 1 0 0,0 0-1 0 0,0 1 1 0 0,0-1-1 0 0,0 0 0 0 0,0 1 1 0 0,0-1-1 0 0,0 1 1 0 0,0 0-1 0 0,0 0 1 0 0,1 0-1 0 0,-1 0 0 0 0,0 0 1 0 0,0 0-1 0 0,0 0 1 0 0,0 1-1 0 0,0-1 1 0 0,3 1-1 0 0,-1 3 21 0 0,0-1 1 0 0,0 0-1 0 0,-1 1 1 0 0,1 0-1 0 0,-1-1 1 0 0,1 2-1 0 0,3 6 1 0 0,12 14 68 0 0,-3-6-32 0 0,3 5 42 0 0,-1 0 1 0 0,-1 0 0 0 0,24 48 0 0 0,-28-44-39 0 0,2-2 1 0 0,0 1 0 0 0,33 40-1 0 0,-23-35-12 0 0,-25-32-64 0 0,1 1 0 0 0,-1-1 0 0 0,1 1 0 0 0,-1-1 0 0 0,1 0 0 0 0,0 1 1 0 0,-1-1-1 0 0,1 0 0 0 0,-1 1 0 0 0,1-1 0 0 0,0 0 0 0 0,-1 0 0 0 0,1 0 0 0 0,0 0 1 0 0,-1 1-1 0 0,1-1 0 0 0,0 0 0 0 0,-1 0 0 0 0,1 0 0 0 0,0 0 0 0 0,0-1 0 0 0,-1 1 1 0 0,1 0-1 0 0,0 0 0 0 0,-1 0 0 0 0,1-1 0 0 0,-1 1 0 0 0,1 0 0 0 0,0 0 0 0 0,-1-1 1 0 0,1 1-1 0 0,-1-1 0 0 0,1 1 0 0 0,-1 0 0 0 0,2-2 0 0 0,27-18-151 0 0,-21 13 64 0 0,-6 6 72 0 0,1-1 0 0 0,-1 1 1 0 0,0-1-1 0 0,0 1 0 0 0,1-1 0 0 0,-1 0 0 0 0,-1 0 0 0 0,1 0 0 0 0,0 0 1 0 0,0 0-1 0 0,-1-1 0 0 0,1 1 0 0 0,-1 0 0 0 0,2-6 0 0 0,-3 6-23 0 0,0 0 0 0 0,0 0 0 0 0,0 0-1 0 0,0 0 1 0 0,-1 0 0 0 0,1 0 0 0 0,-1 0-1 0 0,1 0 1 0 0,-1 0 0 0 0,0 0 0 0 0,0 0-1 0 0,0 0 1 0 0,-1-2 0 0 0,-10-21-811 0 0,10 17 309 0 0,1 1 0 0 0,0-1 1 0 0,0 0-1 0 0,1-15 1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38 800 0 0,'0'49'6683'0'0,"0"-48"-6016"0"0,-5-1-493 0 0,-19-2 39 0 0,21-2-190 0 0,0-3-19 0 0,1 6-1 0 0,1 0 0 0 0,-1 0 0 0 0,0-1 0 0 0,1 1 1 0 0,-1 0-1 0 0,1-1 0 0 0,-1 1 0 0 0,1 0 0 0 0,0-1 0 0 0,0 0 0 0 0,0 1 0 0 0,0-1 0 0 0,0 0 1 0 0,-1-2-1 0 0,-2-35 30 0 0,2 34-34 0 0,3 5 2 0 0,0-1-1 0 0,0 0 1 0 0,1 0 0 0 0,-1 1-1 0 0,0-1 1 0 0,0 1 0 0 0,0-1 0 0 0,1 1-1 0 0,-1-1 1 0 0,0 1 0 0 0,1 0-1 0 0,-1 0 1 0 0,0-1 0 0 0,1 1 0 0 0,-1 0-1 0 0,0 0 1 0 0,1 0 0 0 0,-1 1 0 0 0,2-1-1 0 0,7 7 80 0 0,30 25 94 0 0,-13-14-101 0 0,21 15 85 0 0,-2 1 1 0 0,-2 2-1 0 0,78 82 1 0 0,-97-82-106 0 0,-23-33-47 0 0,0 0 1 0 0,0 1-1 0 0,0-1 1 0 0,1 0-1 0 0,-1 0 0 0 0,1-1 1 0 0,-1 1-1 0 0,1 0 1 0 0,0-1-1 0 0,0 1 0 0 0,0-1 1 0 0,0 0-1 0 0,1 0 1 0 0,-1-1-1 0 0,6 3 0 0 0,-2-1-72 0 0,1-1 0 0 0,0 0 0 0 0,0 0-1 0 0,0-1 1 0 0,0 0 0 0 0,0-1-1 0 0,10 0 1 0 0,-1-1-164 0 0,1-1 0 0 0,-1-1 0 0 0,0 0 0 0 0,0-1 0 0 0,-1-1 0 0 0,1-1 0 0 0,18-9 0 0 0,-33 14 105 0 0,-1 1 0 0 0,0-1-1 0 0,1 1 1 0 0,-1-1 0 0 0,0 0 0 0 0,1 1-1 0 0,-1-1 1 0 0,0 0 0 0 0,0 0-1 0 0,0 0 1 0 0,1 0 0 0 0,-1 0-1 0 0,0 0 1 0 0,0 0 0 0 0,-1 0-1 0 0,1-1 1 0 0,0 1 0 0 0,0 0 0 0 0,-1 0-1 0 0,1-1 1 0 0,0 1 0 0 0,-1-1-1 0 0,1 1 1 0 0,-1 0 0 0 0,0-1-1 0 0,1 1 1 0 0,-1-1 0 0 0,0 1-1 0 0,0-1 1 0 0,0 1 0 0 0,0-1-1 0 0,-1-2 1 0 0,1-14-1942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8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96 640 0 0,'7'-2'422'0'0,"-6"3"-298"0"0,0-1 0 0 0,0 0 0 0 0,0 0 0 0 0,-1 0 0 0 0,1 0 0 0 0,0-1 0 0 0,0 1 0 0 0,0 0 0 0 0,0 0 0 0 0,0 0 0 0 0,0-1 0 0 0,-1 1 0 0 0,1-1 0 0 0,0 1 0 0 0,0 0 0 0 0,0-1 0 0 0,-1 1 0 0 0,1-1 0 0 0,0 0 0 0 0,-1 1 0 0 0,1-1 0 0 0,0 0 0 0 0,-1 1 0 0 0,1-1 0 0 0,-1 0 0 0 0,1 1 0 0 0,-1-1 0 0 0,1 0 0 0 0,-1 0 0 0 0,0 0 0 0 0,1 0 0 0 0,-1 1 0 0 0,0-1 0 0 0,0 0 0 0 0,1 0 0 0 0,-1 0 0 0 0,0 0 0 0 0,0 0 0 0 0,0 0 0 0 0,0 0 0 0 0,-1-1 0 0 0,2 2-99 0 0,-1-1 1 0 0,0 1 0 0 0,0-1 0 0 0,0 1 0 0 0,0-1 0 0 0,1 1 0 0 0,-1-1-1 0 0,0 1 1 0 0,1-1 0 0 0,-1 1 0 0 0,0-1 0 0 0,1 1 0 0 0,-1 0 0 0 0,1-1-1 0 0,-1 1 1 0 0,0-1 0 0 0,1 1 0 0 0,-1 0 0 0 0,1 0 0 0 0,-1-1 0 0 0,1 1-1 0 0,-1 0 1 0 0,1 0 0 0 0,-1-1 0 0 0,1 1 0 0 0,-1 0 0 0 0,1 0 0 0 0,0 0-1 0 0,-1 0 1 0 0,1 0 0 0 0,-1 0 0 0 0,1 0 0 0 0,-1 0 0 0 0,2 0 0 0 0,-2 0-15 0 0,1 0 1 0 0,-1 0-1 0 0,1 1 1 0 0,0-1-1 0 0,-1 0 0 0 0,1 0 1 0 0,-1-1-1 0 0,1 1 1 0 0,-1 0-1 0 0,1 0 1 0 0,-1 0-1 0 0,1 0 1 0 0,-1 0-1 0 0,1-1 1 0 0,-1 1-1 0 0,1 0 1 0 0,-1 0-1 0 0,1-1 1 0 0,-1 1-1 0 0,0 0 1 0 0,1-1-1 0 0,-1 1 1 0 0,1 0-1 0 0,-1-1 1 0 0,0 1-1 0 0,1 0 1 0 0,-1-1-1 0 0,0 1 1 0 0,0-1-1 0 0,1 1 1 0 0,-1-1-1 0 0,0 1 1 0 0,0-1-1 0 0,1 0 1 0 0,4-6 81 0 0,15 1-79 0 0,-20 6-13 0 0,1 0 1 0 0,-1 0-1 0 0,0-1 1 0 0,1 1-1 0 0,-1 0 1 0 0,0 0-1 0 0,1-1 1 0 0,-1 1-1 0 0,0 0 1 0 0,1 0-1 0 0,-1-1 1 0 0,0 1-1 0 0,1 0 1 0 0,-1-1-1 0 0,0 1 1 0 0,0 0-1 0 0,1-1 1 0 0,-1 1-1 0 0,0-1 1 0 0,0 1-1 0 0,0 0 1 0 0,0-1-1 0 0,1 1 1 0 0,-1-1-1 0 0,0 1 1 0 0,0 0-1 0 0,0-1 1 0 0,0 1-1 0 0,0-1 1 0 0,0 1 0 0 0,0-1-1 0 0,0 1 1 0 0,0 0-1 0 0,0-1 1 0 0,-1 1-1 0 0,1-1 1 0 0,0 1-1 0 0,0 0 1 0 0,0-1-1 0 0,0 1 1 0 0,-1-1-1 0 0,1 1 1 0 0,0 0 0 0 0,0-1 0 0 0,-1 1 0 0 0,1 0 0 0 0,0 0 0 0 0,0-1 0 0 0,0 1 0 0 0,0 0 0 0 0,0-1 0 0 0,0 1 0 0 0,0 0 0 0 0,0 0 0 0 0,0-1 0 0 0,0 1 0 0 0,0 0 0 0 0,0-1 0 0 0,0 1 0 0 0,0 0 0 0 0,0 0 0 0 0,0-1 0 0 0,0 1-1 0 0,0 0 1 0 0,0-1 0 0 0,0 1 0 0 0,0 0 0 0 0,0 0 0 0 0,0-1 0 0 0,1 1 0 0 0,-1 0 0 0 0,0 0 0 0 0,0-1 0 0 0,0 1 0 0 0,0 0 0 0 0,1 0 0 0 0,-1 0 0 0 0,0-1 0 0 0,0 1 0 0 0,1 0 0 0 0,-1 0 0 0 0,0 0 0 0 0,0 0 0 0 0,1 0 0 0 0,-1-1 0 0 0,0 1 0 0 0,0 0 0 0 0,1 0 0 0 0,-1 0 0 0 0,1 0 0 0 0,8-3 81 0 0,-16 0 48 0 0,-39-1 208 0 0,-66 3 148 0 0,65 8-167 0 0,0 1 0 0 0,-54 19 1 0 0,100-27-318 0 0,0 1 1 0 0,0-1 0 0 0,1 1 0 0 0,-1-1 0 0 0,0 1 0 0 0,1-1 0 0 0,-1 1 0 0 0,0-1 0 0 0,1 1 0 0 0,-1 0 0 0 0,1-1 0 0 0,-1 1 0 0 0,1 0 0 0 0,-1 0 0 0 0,1-1 0 0 0,0 1 0 0 0,-1 0-1 0 0,1 0 1 0 0,0 0 0 0 0,0-1 0 0 0,-1 1 0 0 0,1 0 0 0 0,0 0 0 0 0,0 0 0 0 0,0 0 0 0 0,0-1 0 0 0,0 1 0 0 0,0 0 0 0 0,0 0 0 0 0,0 0 0 0 0,1 0 0 0 0,-1-1 0 0 0,0 1 0 0 0,0 0-1 0 0,1 0 1 0 0,-1 0 0 0 0,1-1 0 0 0,-1 1 0 0 0,0 0 0 0 0,1-1 0 0 0,-1 1 0 0 0,1 0 0 0 0,1 0 0 0 0,111 8-18 0 0,-26-3 15 0 0,-78-5 2 0 0,251 38-35 0 0,-231-33 46 0 0,0 2-1 0 0,-1 1 1 0 0,0 1-1 0 0,-1 2 1 0 0,0 0 0 0 0,44 30-1 0 0,-67-39 1 0 0,0 0-1 0 0,-1 1 1 0 0,1 0-1 0 0,-1 0 0 0 0,0 0 1 0 0,0 0-1 0 0,-1 0 1 0 0,1 1-1 0 0,-1-1 0 0 0,0 1 1 0 0,0-1-1 0 0,0 1 1 0 0,-1 0-1 0 0,1 0 0 0 0,-1 0 1 0 0,0 0-1 0 0,-1 0 1 0 0,1 0-1 0 0,-1 0 1 0 0,0 0-1 0 0,-1 0 0 0 0,1 0 1 0 0,-1 0-1 0 0,0 0 1 0 0,0 0-1 0 0,-3 8 0 0 0,2-7 4 0 0,0 1 1 0 0,0-1-1 0 0,0 0 0 0 0,-1 1 0 0 0,0-1 0 0 0,-1-1 0 0 0,1 1 0 0 0,-1 0 0 0 0,0-1 0 0 0,-1 0 0 0 0,1 0 0 0 0,-1 0 0 0 0,0 0 0 0 0,0-1 0 0 0,0 0 0 0 0,-1 0 0 0 0,0 0 0 0 0,1-1 0 0 0,-1 0 1 0 0,-8 3-1 0 0,-6-2-77 0 0,0-1 0 0 0,0-1 0 0 0,0-1 0 0 0,0-1-1 0 0,-1-1 1 0 0,1-1 0 0 0,0 0 0 0 0,1-2 0 0 0,-38-11 0 0 0,47 12-37 0 0,-1 0 0 0 0,1-1 0 0 0,0-1 0 0 0,1 0 0 0 0,-1 0 0 0 0,1-1 1 0 0,-16-13-1 0 0,3 0-494 0 0,-30-37 0 0 0,4 3-693 0 0,-38-20-2465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4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1361 0 0,'-8'3'816'0'0,"7"-3"-698"0"0,0 0 1 0 0,0 0 0 0 0,0 1-1 0 0,0-1 1 0 0,0 0-1 0 0,0 1 1 0 0,0-1 0 0 0,0 1-1 0 0,0-1 1 0 0,0 1-1 0 0,0-1 1 0 0,0 1 0 0 0,1-1-1 0 0,-1 1 1 0 0,0 0-1 0 0,0 0 1 0 0,1 0-1 0 0,-1-1 1 0 0,0 1 0 0 0,1 0-1 0 0,-1 0 1 0 0,1 0-1 0 0,-1 0 1 0 0,1 0 0 0 0,-1 0-1 0 0,1 0 1 0 0,0 0-1 0 0,-1 2 1 0 0,-4-2 161 0 0,-15-1-160 0 0,-10-6 427 0 0,28 6-501 0 0,1 0 1 0 0,0 1-1 0 0,-1-1 1 0 0,1 0-1 0 0,0 1 0 0 0,-1-1 1 0 0,1 1-1 0 0,0-1 0 0 0,0 1 1 0 0,-1 0-1 0 0,1 0 1 0 0,0-1-1 0 0,0 1 0 0 0,0 0 1 0 0,-2 2-1 0 0,0-2 12 0 0,10 1 88 0 0,-19-2-52 0 0,10-1 18 0 0,-5-4 152 0 0,46 3 81 0 0,86 17-252 0 0,49 3 201 0 0,246-6-1 0 0,-129-5-173 0 0,-285-7-123 0 0,33-2-145 0 0,-38 2 139 0 0,0 0 1 0 0,0 0-1 0 0,0-1 0 0 0,-1 1 1 0 0,1 0-1 0 0,0 0 1 0 0,0 0-1 0 0,0-1 0 0 0,0 1 1 0 0,-1 0-1 0 0,1-1 1 0 0,0 1-1 0 0,0 0 0 0 0,-1-1 1 0 0,1 1-1 0 0,0-1 0 0 0,-1 1 1 0 0,1-1-1 0 0,-1 0 1 0 0,1 1-1 0 0,0-1 0 0 0,-1 0 1 0 0,1 1-1 0 0,-1-1 1 0 0,0 0-1 0 0,1 0 0 0 0,-1 1 1 0 0,0-1-1 0 0,1 0 1 0 0,-1 0-1 0 0,0-1 0 0 0,0 1-48 0 0,-1 0-1 0 0,0 0 0 0 0,1 0 1 0 0,-1 0-1 0 0,0 0 0 0 0,0 0 0 0 0,0 0 1 0 0,0 0-1 0 0,0 0 0 0 0,0 0 1 0 0,0 0-1 0 0,0 1 0 0 0,0-1 1 0 0,0 0-1 0 0,0 1 0 0 0,0-1 0 0 0,-1 1 1 0 0,1-1-1 0 0,0 1 0 0 0,0-1 1 0 0,-1 1-1 0 0,1 0 0 0 0,-2 0 1 0 0,-1-1-239 0 0,-26-6-1759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4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1281 0 0,'0'-6'2561'0'0,"31"6"-480"0"0,-31 6 480 0 0,30-6-1921 0 0,-30 6-320 0 0,30-6-160 0 0,0-6-640 0 0,-30 0-880 0 0,30-7-881 0 0,-30-1-241 0 0,-30 3 321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4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83 400 0 0,'-24'-33'6083'0'0,"-6"22"-2561"0"0,0 5-3282 0 0,30-2-1921 0 0,30 2-400 0 0,-30-7-320 0 0,30 7 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6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 4722 0 0,'-61'13'2801'0'0,"61"-26"-3681"0"0,31 1-3042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1 160 960 0 0,'0'-14'2482'0'0,"0"3"-642"0"0,0-8-559 0 0,0-1-561 0 0,0-12-720 0 0,30-32-2241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3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182 121 720 0 0,'0'0'5523'0'0,"0"-1"-5456"0"0,30 2 426 0 0,-30-2-413 0 0,0-2 0 0 0,0 2 80 0 0,-5 1-93 0 0,-15-1-40 0 0,19 1-25 0 0,-1 0 1 0 0,1 0-1 0 0,-1 0 1 0 0,1 0-1 0 0,0 0 1 0 0,-1-1-1 0 0,1 1 1 0 0,0 0-1 0 0,-1-1 1 0 0,1 1-1 0 0,0-1 1 0 0,-1 1-1 0 0,1-1 1 0 0,0 1-1 0 0,0-1 1 0 0,-1 0-1 0 0,1 0 1 0 0,0 0-1 0 0,0 0 1 0 0,0 0-1 0 0,0 0 1 0 0,0 0-1 0 0,0 0 1 0 0,1 0-1 0 0,-1 0 1 0 0,0 0-1 0 0,0-1 1 0 0,1 1-1 0 0,-1 0 1 0 0,1 0-1 0 0,-1-3 1 0 0,0 3-1 0 0,1 0 1 0 0,-1 0 0 0 0,0 0 0 0 0,0 0 0 0 0,0 0-1 0 0,1 0 1 0 0,-1 0 0 0 0,0 0 0 0 0,0 0 0 0 0,0 1-1 0 0,0-1 1 0 0,-1 0 0 0 0,1 0 0 0 0,0 1 0 0 0,0-1-1 0 0,0 1 1 0 0,0-1 0 0 0,-1 1 0 0 0,1 0 0 0 0,0-1-1 0 0,-1 1 1 0 0,1 0 0 0 0,-3 0 0 0 0,3 0-1 0 0,-1 0 1 0 0,1 0-1 0 0,-1-1 1 0 0,1 1 0 0 0,-1 0-1 0 0,1-1 1 0 0,0 1-1 0 0,-1-1 1 0 0,1 1-1 0 0,-1-1 1 0 0,1 1-1 0 0,0-1 1 0 0,-1 0-1 0 0,1 0 1 0 0,0 0 0 0 0,0 0-1 0 0,0 0 1 0 0,0 0-1 0 0,0 0 1 0 0,0 0-1 0 0,0 0 1 0 0,0-1-1 0 0,0 1 1 0 0,0 0 0 0 0,0-3-1 0 0,-5-3 11 0 0,4 6-9 0 0,1 1-1 0 0,0 0 0 0 0,0 0 0 0 0,0 0 0 0 0,-1 0 0 0 0,1 0 0 0 0,0-1 0 0 0,0 1 0 0 0,0 0 0 0 0,0-1 0 0 0,0 1 0 0 0,0-1 0 0 0,-1 0 0 0 0,1 1 0 0 0,0-1 0 0 0,1 0 0 0 0,-1 0 0 0 0,0 1 0 0 0,0-1 0 0 0,0 0 0 0 0,-1-1 0 0 0,2 1-1 0 0,0 1 0 0 0,0-1 0 0 0,0 1 0 0 0,0-1 0 0 0,-1 0 0 0 0,1 1 0 0 0,0-1 0 0 0,0 1 0 0 0,-1 0 0 0 0,1-1 0 0 0,0 1 0 0 0,-1-1-1 0 0,1 1 1 0 0,0-1 0 0 0,-1 1 0 0 0,1 0 0 0 0,-1-1 0 0 0,1 1 0 0 0,-1 0 0 0 0,1-1 0 0 0,0 1 0 0 0,-1 0 0 0 0,0 0 0 0 0,1-1 0 0 0,-1 1 0 0 0,1 0 0 0 0,-1 0 0 0 0,1 0 0 0 0,-1 0 0 0 0,0 0 0 0 0,0 0 6 0 0,0-1 1 0 0,0 1 0 0 0,1 0-1 0 0,-1 0 1 0 0,0 0 0 0 0,0-1-1 0 0,0 1 1 0 0,1 0 0 0 0,-1-1-1 0 0,0 1 1 0 0,0-1 0 0 0,1 1-1 0 0,-1-1 1 0 0,0 1 0 0 0,1-1-1 0 0,-1 0 1 0 0,1 1 0 0 0,-1-1-1 0 0,1 0 1 0 0,-1 1 0 0 0,1-1-1 0 0,-1 0 1 0 0,1 1 0 0 0,0-1 0 0 0,-1 0-1 0 0,1 0 1 0 0,0 0 0 0 0,0 1-1 0 0,-1-1 1 0 0,1 0 0 0 0,0 0-1 0 0,0-1 1 0 0,0 0 538 0 0,-5 4-467 0 0,4-2-71 0 0,0 0 1 0 0,0 0 0 0 0,-1 1-1 0 0,1-1 1 0 0,0 0-1 0 0,0 1 1 0 0,0-1-1 0 0,0 1 1 0 0,0 0 0 0 0,0-1-1 0 0,0 1 1 0 0,0 0-1 0 0,0 0 1 0 0,0-1-1 0 0,0 1 1 0 0,1 0 0 0 0,-1 0-1 0 0,0 0 1 0 0,0 0-1 0 0,1 0 1 0 0,-1 0-1 0 0,0 2 1 0 0,-2 33 271 0 0,3-33-289 0 0,0-2 11 0 0,0 0-1 0 0,0 0 0 0 0,0 0 0 0 0,0 0 1 0 0,0 0-1 0 0,1 0 0 0 0,-1 0 0 0 0,0 0 1 0 0,1 0-1 0 0,-1 0 0 0 0,0 0 0 0 0,1 0 1 0 0,-1 0-1 0 0,1 0 0 0 0,0 0 0 0 0,-1 0 1 0 0,1-1-1 0 0,0 1 0 0 0,-1 0 0 0 0,1 0 0 0 0,0-1 1 0 0,0 1-1 0 0,0-1 0 0 0,0 1 0 0 0,-1 0 1 0 0,1-1-1 0 0,1 1 0 0 0,-1-1-1 0 0,0 1-1 0 0,0-1 1 0 0,0 0 0 0 0,0 1-1 0 0,0 0 1 0 0,-1-1 0 0 0,1 1-1 0 0,0-1 1 0 0,0 1 0 0 0,-1 0-1 0 0,1-1 1 0 0,0 1 0 0 0,-1 0-1 0 0,1 0 1 0 0,-1 0-1 0 0,1-1 1 0 0,-1 1 0 0 0,0 0-1 0 0,1 0 1 0 0,-1 0 0 0 0,0 0-1 0 0,1 0 1 0 0,-1 0 0 0 0,0 0-1 0 0,0 0 1 0 0,0 1-1 0 0,0-1 2 0 0,0 0 0 0 0,0 0 0 0 0,0 0 0 0 0,0 0 0 0 0,0 0 0 0 0,1 0-1 0 0,-1-1 1 0 0,0 1 0 0 0,0 0 0 0 0,1 0 0 0 0,-1 0 0 0 0,1-1 0 0 0,-1 1-1 0 0,1 0 1 0 0,-1 0 0 0 0,1-1 0 0 0,-1 1 0 0 0,1 0 0 0 0,-1-1 0 0 0,1 1-1 0 0,0-1 1 0 0,-1 1 0 0 0,1-1 0 0 0,0 1 0 0 0,0-1 0 0 0,-1 1 0 0 0,1-1-1 0 0,0 0 1 0 0,0 1 0 0 0,0-1 0 0 0,1 0 0 0 0,6 4 5 0 0,-3 7-7 0 0,1 15 0 0 0,6-20 0 0 0,-5-4 0 0 0,-5 0 9 0 0,-1 1 1 0 0,0-1-1 0 0,-1 0 0 0 0,1 1 1 0 0,0-1-1 0 0,-1 1 0 0 0,1-1 0 0 0,-1 1 1 0 0,0-1-1 0 0,0 1 0 0 0,0-1 0 0 0,0 1 1 0 0,0-1-1 0 0,-1 5 0 0 0,1 8 12 0 0,1-13-22 0 0,0-1-1 0 0,1 0 0 0 0,-1 0 1 0 0,0-1-1 0 0,1 1 0 0 0,-1 0 1 0 0,1 0-1 0 0,0-1 1 0 0,-1 1-1 0 0,1-1 0 0 0,0 1 1 0 0,-1-1-1 0 0,1 0 0 0 0,0 1 1 0 0,-1-1-1 0 0,1 0 1 0 0,0 0-1 0 0,0-1 0 0 0,-1 1 1 0 0,1 0-1 0 0,0 0 0 0 0,-1-1 1 0 0,4 0-1 0 0,44-7 41 0 0,-33 5-29 0 0,59-13-13 0 0,0-3 0 0 0,91-37-1 0 0,-164 55 4 0 0,0 0 0 0 0,0 1 0 0 0,-1-1 1 0 0,1 0-1 0 0,0 0 0 0 0,0 0 0 0 0,-1 0 0 0 0,1 0 0 0 0,-1 0 0 0 0,1-1 0 0 0,-1 1 0 0 0,1 0 0 0 0,-1-1 0 0 0,0 1 0 0 0,2-3 0 0 0,0-30-11 0 0,-3 30 8 0 0,0 3 2 0 0,0 1 0 0 0,0-1 0 0 0,0 0 1 0 0,0 0-1 0 0,0 0 0 0 0,0 1 0 0 0,0-1 0 0 0,-1 0 0 0 0,1 0 1 0 0,0 1-1 0 0,-1-1 0 0 0,1 0 0 0 0,0 0 0 0 0,-1 1 0 0 0,1-1 1 0 0,-1 0-1 0 0,1 1 0 0 0,-1-1 0 0 0,1 1 0 0 0,-1-1 0 0 0,0 1 1 0 0,1-1-1 0 0,-1 1 0 0 0,0-1 0 0 0,1 1 0 0 0,-1-1 0 0 0,0 1 1 0 0,0 0-1 0 0,1-1 0 0 0,-1 1 0 0 0,-1 0 0 0 0,1 0 3 0 0,0-1-1 0 0,1 1 0 0 0,-1 0 0 0 0,0 0 1 0 0,0-1-1 0 0,1 1 0 0 0,-1 0 0 0 0,0-1 1 0 0,1 1-1 0 0,-1 0 0 0 0,1-1 0 0 0,-1 1 1 0 0,0-1-1 0 0,1 1 0 0 0,-1-1 0 0 0,1 0 1 0 0,-1 1-1 0 0,1-1 0 0 0,0 1 0 0 0,-1-1 1 0 0,1 0-1 0 0,0 1 0 0 0,-1-1 0 0 0,1 0 1 0 0,0 1-1 0 0,0-1 0 0 0,-1 0 0 0 0,1 0 0 0 0,0 1 1 0 0,0-1-1 0 0,0-1 0 0 0,-1 0-1 0 0,-1 1 0 0 0,1-1 0 0 0,-1 1 0 0 0,1-1 0 0 0,-1 1 0 0 0,0-1 0 0 0,0 1 0 0 0,1 0 0 0 0,-1 0 0 0 0,0 0 0 0 0,0 0 0 0 0,0 0 0 0 0,0 1 0 0 0,-1-1 0 0 0,1 1 0 0 0,-4-1 0 0 0,-19-1 0 0 0,-1-1 0 0 0,19 3 0 0 0,5 4 0 0 0,1-4 0 0 0,0 0 0 0 0,0 0 0 0 0,0 0 0 0 0,0 0 0 0 0,1 0 0 0 0,-1 1 0 0 0,0-1 0 0 0,0 0 0 0 0,1 1 0 0 0,-1-1 0 0 0,0 1 0 0 0,0-1 0 0 0,1 1 0 0 0,-1-1 0 0 0,1 1 0 0 0,-1-1 0 0 0,0 1 0 0 0,1-1 0 0 0,-1 1 0 0 0,1 0 0 0 0,-1-1 0 0 0,1 1 0 0 0,0 0 0 0 0,-1 0 0 0 0,1-1 0 0 0,0 1 0 0 0,-1 0 0 0 0,1 0 0 0 0,0 0 0 0 0,0-1 0 0 0,0 1 0 0 0,0 0 0 0 0,-1 1 0 0 0,22 28 11 0 0,-18-27-8 0 0,112 141 143 0 0,-102-127-105 0 0,-1 0-1 0 0,17 34 1 0 0,-22-37-21 0 0,1-1-1 0 0,0 0 1 0 0,1 0 0 0 0,0 0 0 0 0,16 15-1 0 0,0-5 35 0 0,-24-23-92 0 0,0 1-1 0 0,0-1 1 0 0,0 0 0 0 0,1 0 0 0 0,-1 0 0 0 0,0 0 0 0 0,0 0-1 0 0,0 0 1 0 0,0 0 0 0 0,0 0 0 0 0,0-1 0 0 0,0 1-1 0 0,0 0 1 0 0,0-1 0 0 0,0 1 0 0 0,0-1 0 0 0,0 1 0 0 0,0-1-1 0 0,0 1 1 0 0,0-1 0 0 0,0 1 0 0 0,0-1 0 0 0,-1 0-1 0 0,1 0 1 0 0,0 1 0 0 0,1-3 0 0 0,27-25-1641 0 0,-25 24 1401 0 0,-4 3 188 0 0,1 0 1 0 0,0 0-1 0 0,-1-1 1 0 0,1 1-1 0 0,-1 0 1 0 0,1 0 0 0 0,-1 0-1 0 0,0-1 1 0 0,1 1-1 0 0,-1 0 1 0 0,0 0-1 0 0,0-1 1 0 0,0 1-1 0 0,0 0 1 0 0,0 0 0 0 0,0-3-1 0 0,0-37-2738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3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9 80 0 0,'4'5'5905'0'0,"16"-5"-5914"0"0,-19 0 409 0 0,4 0 347 0 0,0 0-680 0 0,3-1-57 0 0,-5-1 2 0 0,0 1 1 0 0,0 1-1 0 0,0-1 1 0 0,0 0 0 0 0,0 1-1 0 0,0-1 1 0 0,0 1-1 0 0,0 0 1 0 0,0 0 0 0 0,0 0-1 0 0,0 0 1 0 0,3 2-1 0 0,4-9 68 0 0,2 7-85 0 0,-10-1 21 0 0,-16 1 67 0 0,8 1-29 0 0,7 0-41 0 0,-2 3-13 0 0,-28-2 80 0 0,9 0 35 0 0,-1 2 1 0 0,1 1-1 0 0,1 0 1 0 0,-1 1 0 0 0,1 1-1 0 0,0 1 1 0 0,1 1-1 0 0,-32 20 1 0 0,49-29-113 0 0,1 0-1 0 0,-1 1 1 0 0,1-1 0 0 0,0 0 0 0 0,-1 0-1 0 0,1 1 1 0 0,0-1 0 0 0,-1 0 0 0 0,1 1-1 0 0,0-1 1 0 0,0 0 0 0 0,-1 1 0 0 0,1-1-1 0 0,0 0 1 0 0,0 1 0 0 0,-1-1-1 0 0,1 0 1 0 0,0 1 0 0 0,0-1 0 0 0,0 1-1 0 0,0-1 1 0 0,0 0 0 0 0,0 1 0 0 0,-1-1-1 0 0,1 1 1 0 0,0-1 0 0 0,0 1-1 0 0,0-1 1 0 0,1 0 0 0 0,-1 1 0 0 0,0-1-1 0 0,0 1 1 0 0,0-1 0 0 0,0 1 0 0 0,0-1-1 0 0,0 0 1 0 0,0 1 0 0 0,1-1 0 0 0,-1 0-1 0 0,0 1 1 0 0,0-1 0 0 0,1 1-1 0 0,-1-1 1 0 0,0 0 0 0 0,1 0 0 0 0,-1 1-1 0 0,0-1 1 0 0,1 0 0 0 0,-1 1 0 0 0,0-1-1 0 0,1 0 1 0 0,-1 0 0 0 0,0 0-1 0 0,1 0 1 0 0,0 1 0 0 0,25 11-6 0 0,-23-11 0 0 0,52 12-51 0 0,30-3 40 0 0,-74-11 14 0 0,0 1 0 0 0,0 1 0 0 0,0 0 1 0 0,0 0-1 0 0,0 1 0 0 0,0 1 0 0 0,-1 0 0 0 0,1 0 0 0 0,-1 1 0 0 0,0 0 0 0 0,0 1 0 0 0,19 12 0 0 0,-15-6 18 0 0,1 1 1 0 0,-2 1-1 0 0,1 0 0 0 0,-2 1 1 0 0,0 0-1 0 0,-1 1 0 0 0,18 31 1 0 0,-19-27-15 0 0,-2-8 7 0 0,-2 1-1 0 0,1 1 0 0 0,-2-1 0 0 0,0 1 0 0 0,0 0 1 0 0,-1 0-1 0 0,-1 1 0 0 0,0-1 0 0 0,2 22 0 0 0,-5-18 7 0 0,1-12-9 0 0,-1-1 1 0 0,0 0-1 0 0,0 1 0 0 0,0-1 1 0 0,-1 0-1 0 0,1 0 1 0 0,-3 8-1 0 0,2-10-9 0 0,0-1 0 0 0,0 0 0 0 0,1 1 0 0 0,-1-1 0 0 0,0 0-1 0 0,0 0 1 0 0,-1 0 0 0 0,1 0 0 0 0,0 0 0 0 0,0 0 0 0 0,0 0 0 0 0,-1 0 0 0 0,1-1-1 0 0,-1 1 1 0 0,1 0 0 0 0,0-1 0 0 0,-1 1 0 0 0,1-1 0 0 0,-1 1 0 0 0,1-1 0 0 0,-1 0-1 0 0,1 0 1 0 0,-1 0 0 0 0,1 0 0 0 0,-1 0 0 0 0,-2 0 0 0 0,1 0-13 0 0,-1 0-11 0 0,0 0 0 0 0,0 0 1 0 0,0 0-1 0 0,0 0 0 0 0,-1-1 1 0 0,2 0-1 0 0,-1 1 1 0 0,0-2-1 0 0,0 1 0 0 0,0 0 1 0 0,0-1-1 0 0,1 0 0 0 0,-1 1 1 0 0,1-1-1 0 0,-1-1 0 0 0,1 1 1 0 0,0-1-1 0 0,0 1 1 0 0,-4-5-1 0 0,-1-5-166 0 0,0-1 1 0 0,1 0-1 0 0,-9-23 0 0 0,-10-20-580 0 0,-30-30-1097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3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97 109 1361 0 0,'-52'30'4851'0'0,"25"-14"-2636"0"0,10-6-1678 0 0,69-23-475 0 0,82-17 9 0 0,67-15-1018 0 0,-194 44 652 0 0,-1-1 0 0 0,0 1 0 0 0,1-1 0 0 0,-1 0 0 0 0,0 0 0 0 0,0-1 0 0 0,0 1 0 0 0,-1-1 0 0 0,1-1 0 0 0,-1 1 0 0 0,1-1 0 0 0,-1 0 0 0 0,0 0 0 0 0,-1-1 0 0 0,1 1 0 0 0,4-7 0 0 0,16-8-1960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0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1121 0 0,'-30'27'3361'0'0,"30"28"-79"0"0,0 17-1922 0 0,0 4-1120 0 0,60 7-80 0 0,-30 0 161 0 0,0-1-81 0 0,31-18-80 0 0,-61-33-400 0 0,30-31-881 0 0,30-20-1600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1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121 190 80 0 0,'-6'-5'869'0'0,"-1"-1"-1"0"0,1 1 1 0 0,0-1 0 0 0,-10-12-1 0 0,2 1 71 0 0,12 14-821 0 0,1 0 0 0 0,0-1 0 0 0,0 1 0 0 0,0-1 0 0 0,0 1 0 0 0,0-1 0 0 0,1 1 0 0 0,0-1 0 0 0,-1 0 0 0 0,1 1 0 0 0,1-1 0 0 0,-1 0 0 0 0,2-5 0 0 0,-1-7 71 0 0,-1-12-49 0 0,0 19-32 0 0,0 23-36 0 0,0 109 569 0 0,0-118-626 0 0,-1-1 0 0 0,0 0 0 0 0,1 0 0 0 0,-1 0 0 0 0,0 0 0 0 0,-1 0 0 0 0,1 0 0 0 0,-1 0 1 0 0,0 0-1 0 0,0 0 0 0 0,0-1 0 0 0,0 1 0 0 0,-1-1 0 0 0,0 0 0 0 0,-5 7 0 0 0,5-8-4 0 0,0 1 0 0 0,1 0-1 0 0,-1 0 1 0 0,1 0 0 0 0,0 1 0 0 0,0-1-1 0 0,0 0 1 0 0,0 1 0 0 0,0 0 0 0 0,1-1 0 0 0,0 1-1 0 0,-1 0 1 0 0,1 0 0 0 0,1 0 0 0 0,-2 7-1 0 0,2 77 510 0 0,5-82-560 0 0,6-4 37 0 0,-1-1 0 0 0,1-1 0 0 0,-1 0 0 0 0,1 0 0 0 0,-1-1 0 0 0,12-3 0 0 0,71-15-64 0 0,-69 14 49 0 0,-12 3-7 0 0,1 0-1 0 0,-1-2 1 0 0,0 1 0 0 0,0-1 0 0 0,0-1 0 0 0,-1 0-1 0 0,1-1 1 0 0,17-12 0 0 0,-26 16 17 0 0,-1 0 0 0 0,1 0 0 0 0,-1 0 0 0 0,0-1 0 0 0,0 1 0 0 0,0 0 0 0 0,0-1 0 0 0,0 1 1 0 0,-1-1-1 0 0,1 0 0 0 0,-1 0 0 0 0,0 0 0 0 0,1 1 0 0 0,-2-1 0 0 0,1 0 0 0 0,0 0 0 0 0,0-1 0 0 0,-1 1 0 0 0,0 0 0 0 0,1 0 0 0 0,-1 0 0 0 0,0 0 0 0 0,-1 0 0 0 0,1 0 0 0 0,0 0 1 0 0,-1 0-1 0 0,0 0 0 0 0,0 0 0 0 0,0 0 0 0 0,0 0 0 0 0,-2-3 0 0 0,-2-8-25 0 0,-2 1-1 0 0,1 0 1 0 0,-2 0 0 0 0,1 1 0 0 0,-17-19-1 0 0,9 15 21 0 0,0 0 0 0 0,-1 0-1 0 0,-1 2 1 0 0,-1 0 0 0 0,0 0-1 0 0,-24-12 1 0 0,37 23 66 0 0,5-1-53 0 0,15 18-66 0 0,1-2 92 0 0,55 76 176 0 0,-36-43-83 0 0,45 43 1 0 0,-5-13-27 0 0,-26-6-13 0 0,-11-37-36 0 0,-31-28-36 0 0,0 1-1 0 0,-1 0 1 0 0,0 0 0 0 0,0 1-1 0 0,0 0 1 0 0,-1 0-1 0 0,0 0 1 0 0,0 0 0 0 0,5 9-1 0 0,-7-9-21 0 0,8 13-225 0 0,-10-18 226 0 0,-1-1-1 0 0,0 0 1 0 0,1 1 0 0 0,-1-1-1 0 0,1 0 1 0 0,-1 0 0 0 0,1 0-1 0 0,-1 0 1 0 0,0 1 0 0 0,1-1-1 0 0,-1 0 1 0 0,1 0 0 0 0,-1 0-1 0 0,1 0 1 0 0,-1 0-1 0 0,1 0 1 0 0,-1 0 0 0 0,1 0-1 0 0,-1 0 1 0 0,1 0 0 0 0,-1 0-1 0 0,1-1 1 0 0,-1 1 0 0 0,1 0-1 0 0,-1 0 1 0 0,1 0 0 0 0,-1-1-1 0 0,0 1 1 0 0,1 0 0 0 0,-1 0-1 0 0,1-1 1 0 0,-1 1-1 0 0,0 0 1 0 0,1-1 0 0 0,-1 0-1 0 0,1 1-20 0 0,-1-1 0 0 0,1 0 0 0 0,-1 1 0 0 0,1-1-1 0 0,-1 0 1 0 0,0 0 0 0 0,1 1 0 0 0,-1-1 0 0 0,0 0 0 0 0,0 0-1 0 0,0 0 1 0 0,1 1 0 0 0,-1-1 0 0 0,0 0 0 0 0,0 0-1 0 0,0 0 1 0 0,0 1 0 0 0,0-1 0 0 0,-1 0 0 0 0,1 0-1 0 0,0 0 1 0 0,0 1 0 0 0,0-1 0 0 0,-1 0 0 0 0,1 0-1 0 0,0 0 1 0 0,-1 1 0 0 0,1-1 0 0 0,-1 0 0 0 0,-18-28-1069 0 0,12 20 430 0 0,-23-41-3115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63 149 1841 0 0,'-1'3'258'0'0,"0"0"0"0"0,-1 0-1 0 0,0 0 1 0 0,1-1 0 0 0,-1 1 0 0 0,0 0 0 0 0,0-1 0 0 0,0 0-1 0 0,-1 0 1 0 0,1 1 0 0 0,0-1 0 0 0,-1 0 0 0 0,-2 1 0 0 0,-20 21 894 0 0,23-20-1089 0 0,1-1 0 0 0,0 1 0 0 0,0 0 0 0 0,0-1-1 0 0,0 1 1 0 0,1 0 0 0 0,-1 0 0 0 0,1 0 0 0 0,0 0 0 0 0,0-1 0 0 0,1 1 0 0 0,-1 0 0 0 0,1 0-1 0 0,0 0 1 0 0,0-1 0 0 0,0 1 0 0 0,0 0 0 0 0,1-1 0 0 0,-1 1 0 0 0,3 3 0 0 0,13 5-11 0 0,1-1 0 0 0,0-1 0 0 0,0 0 1 0 0,1-2-1 0 0,1 0 0 0 0,-1-1 0 0 0,1-1 1 0 0,0 0-1 0 0,1-2 0 0 0,-1-1 0 0 0,36 2 1 0 0,-7-7-67 0 0,1-3 1 0 0,-1-2 0 0 0,1-2-1 0 0,68-22 1 0 0,-105 27 7 0 0,0 0 0 0 0,0 0 0 0 0,-1-2 0 0 0,0 1 0 0 0,18-13 0 0 0,-27 16 4 0 0,-1 1 0 0 0,0-1 0 0 0,0 0 1 0 0,0 0-1 0 0,0 0 0 0 0,0 0 1 0 0,0 0-1 0 0,-1 0 0 0 0,1 0 0 0 0,-1-1 1 0 0,1 1-1 0 0,-1-1 0 0 0,0 1 0 0 0,0-1 1 0 0,0 1-1 0 0,0-1 0 0 0,0 0 0 0 0,-1 1 1 0 0,1-1-1 0 0,-1 0 0 0 0,0 0 1 0 0,0 1-1 0 0,0-1 0 0 0,0 0 0 0 0,0 0 1 0 0,-1 1-1 0 0,1-1 0 0 0,-1 0 0 0 0,0 0 1 0 0,1 1-1 0 0,-1-1 0 0 0,-2-2 1 0 0,-2-6-2 0 0,-2 0 0 0 0,1 0 1 0 0,-1 0-1 0 0,-1 1 1 0 0,0 0-1 0 0,0 1 1 0 0,-1-1-1 0 0,0 2 0 0 0,-1-1 1 0 0,0 1-1 0 0,0 1 1 0 0,-1 0-1 0 0,-22-11 1 0 0,7 6 48 0 0,-1 1 0 0 0,0 1 0 0 0,-1 2 0 0 0,0 1 0 0 0,-42-6 0 0 0,57 12-29 0 0,-1 0 0 0 0,1 1-1 0 0,0 1 1 0 0,-1 0 0 0 0,1 1 0 0 0,0 0 0 0 0,-20 6 0 0 0,-21 4-86 0 0,44-9-183 0 0,16-1 85 0 0,5 0-52 0 0,0 0 0 0 0,-1 1 0 0 0,0 1 0 0 0,0-1-1 0 0,12 8 1 0 0,63 24-2129 0 0,26-1-1627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2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0 3362 0 0,'-18'6'3993'0'0,"-13"-5"-3985"0"0,26 3-128 0 0,-1-3 160 0 0,-14-1 54 0 0,20 0-91 0 0,0 0 0 0 0,0 0 0 0 0,0-1 0 0 0,0 1 1 0 0,0 0-1 0 0,0 0 0 0 0,-1 0 0 0 0,1 0 0 0 0,0 0 0 0 0,0 0 0 0 0,0 0 1 0 0,0 0-1 0 0,0 0 0 0 0,-1 0 0 0 0,1 0 0 0 0,0 0 0 0 0,0 0 1 0 0,0 0-1 0 0,0 0 0 0 0,0 0 0 0 0,-1 0 0 0 0,1 0 0 0 0,0 0 1 0 0,0 0-1 0 0,0 0 0 0 0,0 0 0 0 0,0 1 0 0 0,0-1 0 0 0,-1 0 1 0 0,1 0-1 0 0,0 0 0 0 0,0 0 0 0 0,0 0 0 0 0,0 0 0 0 0,0 0 1 0 0,0 0-1 0 0,0 0 0 0 0,0 1 0 0 0,-1-1 0 0 0,1 0 0 0 0,0 0 1 0 0,0 0-1 0 0,0 0 0 0 0,0 0 0 0 0,0 1 0 0 0,0-1 0 0 0,0 0 1 0 0,0 0-1 0 0,0 0 0 0 0,0 0 0 0 0,0 0 0 0 0,0 0 0 0 0,0 1 0 0 0,0-1 1 0 0,0 0-1 0 0,0 0 0 0 0,0 0 0 0 0,0 0 0 0 0,0 1 0 0 0,0-1-1 0 0,0 0 0 0 0,0 0 0 0 0,1 0 0 0 0,-1 0 0 0 0,0 0 0 0 0,0 1 0 0 0,0-1 0 0 0,0 0 0 0 0,0 0 0 0 0,0 0 0 0 0,0 0 0 0 0,0 0 0 0 0,0 1 0 0 0,0-1 0 0 0,-1 0 0 0 0,1 0 0 0 0,0 0 0 0 0,0 0 0 0 0,0 0-1 0 0,0 0 1 0 0,0 1 0 0 0,0-1 0 0 0,0 0 0 0 0,0 0 0 0 0,0 0 0 0 0,0 0 0 0 0,0 0 0 0 0,0 0 0 0 0,-1 0 0 0 0,1 1 0 0 0,0-1 0 0 0,0 0 0 0 0,0 0 0 0 0,0 0 0 0 0,0 0 0 0 0,0 0 0 0 0,-1 0 0 0 0,1 0 0 0 0,0 0-1 0 0,0 0 1 0 0,0 0 0 0 0,0 0 0 0 0,0 0 0 0 0,-1 0 0 0 0,1 0 0 0 0,0 0 0 0 0,0 0 0 0 0,0 0 0 0 0,0 0 0 0 0,0 0 0 0 0,-1 0 0 0 0,1 0 0 0 0,0 0 0 0 0,0 0 0 0 0,0 0 0 0 0,0 0 0 0 0,0 0 0 0 0,0 0 0 0 0,-1-1 0 0 0,-24 1 478 0 0,26 8-258 0 0,-2-7-218 0 0,1-1 1 0 0,0 1 0 0 0,0-1 0 0 0,0 1 0 0 0,-1-1-1 0 0,1 1 1 0 0,0-1 0 0 0,0 1 0 0 0,0-1 0 0 0,0 1 0 0 0,0-1-1 0 0,0 1 1 0 0,0-1 0 0 0,0 1 0 0 0,0-1 0 0 0,0 1-1 0 0,0-1 1 0 0,0 0 0 0 0,1 1 0 0 0,-1-1 0 0 0,0 1 0 0 0,0-1-1 0 0,0 1 1 0 0,1-1 0 0 0,-1 1 0 0 0,0-1 0 0 0,0 0 0 0 0,1 1-1 0 0,-1-1 1 0 0,0 0 0 0 0,1 1 0 0 0,-1-1 0 0 0,0 0-1 0 0,1 1 1 0 0,-1-1 0 0 0,1 0 0 0 0,70 6 76 0 0,-16-4-69 0 0,889 15-118 0 0,-892-19-148 0 0,62-13 1 0 0,-114 16 234 0 0,1-1 0 0 0,0 0 0 0 0,-1 0 0 0 0,1 0 0 0 0,-1 0 1 0 0,1 0-1 0 0,0 0 0 0 0,-1 0 0 0 0,1-1 0 0 0,-1 1 0 0 0,1 0 1 0 0,0 0-1 0 0,-1 0 0 0 0,1-1 0 0 0,-1 1 0 0 0,1 0 0 0 0,-1-1 0 0 0,1 1 1 0 0,-1 0-1 0 0,1-1 0 0 0,-1 1 0 0 0,1-1 0 0 0,-1 1 0 0 0,0 0 0 0 0,1-1 1 0 0,-1 1-1 0 0,0-1 0 0 0,1 1 0 0 0,-1-1 0 0 0,0 0 0 0 0,1 1 1 0 0,-1-1-1 0 0,0 1 0 0 0,0-2 0 0 0,-6-6-362 0 0,-49-7-2407 0 0,24-2 254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42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4962 0 0,'0'49'3602'0'0,"0"3"-3042"0"0,30 18-640 0 0,0 1 160 0 0,0-16 320 0 0,0-16-160 0 0,0-14-320 0 0,-30-12-240 0 0,0-26-2401 0 0,-30-4-2962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80 1121 0 0,'-28'6'911'0'0,"-1"-2"1"0"0,-30 0-1 0 0,20 0-279 0 0,23-1-539 0 0,-1 0-1 0 0,0-2 0 0 0,0 0 1 0 0,-22-2-1 0 0,34 3-145 0 0,0 3 39 0 0,-55 6 70 0 0,40-8-18 0 0,20-3-34 0 0,-1 0 0 0 0,1 0 0 0 0,0 0 0 0 0,0 0 1 0 0,0 0-1 0 0,-1 0 0 0 0,1 0 0 0 0,0 0 0 0 0,0 0 1 0 0,0 0-1 0 0,-1 0 0 0 0,1 1 0 0 0,0-1 0 0 0,0 0 1 0 0,0 0-1 0 0,-1 0 0 0 0,1 0 0 0 0,0 0 0 0 0,0 1 1 0 0,0-1-1 0 0,0 0 0 0 0,0 0 0 0 0,-1 0 0 0 0,1 1 1 0 0,0-1-1 0 0,0 0 0 0 0,0 0 0 0 0,0 0 0 0 0,0 1 1 0 0,0-1-1 0 0,0 0 0 0 0,0 0 0 0 0,0 1 0 0 0,0-1 1 0 0,0 0-1 0 0,0 0 0 0 0,0 1 0 0 0,0-1 0 0 0,0 0 1 0 0,0 1-1 0 0,0-1 2 0 0,0 0 0 0 0,0 0 0 0 0,0 0 0 0 0,0 0 1 0 0,0 1-1 0 0,0-1 0 0 0,0 0 0 0 0,0 0 0 0 0,0 0 0 0 0,0 1 1 0 0,0-1-1 0 0,0 0 0 0 0,0 0 0 0 0,0 0 0 0 0,0 0 0 0 0,0 1 1 0 0,0-1-1 0 0,0 0 0 0 0,0 0 0 0 0,0 0 0 0 0,0 0 0 0 0,0 1 1 0 0,-1-1-1 0 0,1 0 0 0 0,0 0 0 0 0,0 0 0 0 0,0 0 0 0 0,0 0 0 0 0,0 0 1 0 0,-1 1-1 0 0,1-1 0 0 0,0 0 0 0 0,0 0 0 0 0,0 0 0 0 0,0 0 1 0 0,-1 0-1 0 0,1 0 0 0 0,0 0 0 0 0,0 0 0 0 0,0 0 0 0 0,0 0 1 0 0,-1 0-1 0 0,1 0 0 0 0,0 0 0 0 0,0 0 0 0 0,0 0 0 0 0,-1 0 1 0 0,1 0-1 0 0,0 0 0 0 0,-17 1 382 0 0,34-3-243 0 0,-17 2-143 0 0,0 0-1 0 0,1 0 0 0 0,-1 0 1 0 0,0 0-1 0 0,0 0 0 0 0,1 0 1 0 0,-1-1-1 0 0,0 1 0 0 0,0 0 0 0 0,0 0 1 0 0,1 0-1 0 0,-1 0 0 0 0,0 0 1 0 0,0 0-1 0 0,0-1 0 0 0,1 1 0 0 0,-1 0 1 0 0,0 0-1 0 0,0 0 0 0 0,0 0 1 0 0,0-1-1 0 0,1 1 0 0 0,-1 0 1 0 0,0 0-1 0 0,0-1 0 0 0,0 1 0 0 0,0 0 1 0 0,0 0-1 0 0,0 0 0 0 0,0-1 1 0 0,0 1-1 0 0,0 0 0 0 0,0 0 1 0 0,0-1-1 0 0,0 1 0 0 0,0 0 0 0 0,0 0 1 0 0,0-1-1 0 0,0 1 0 0 0,0 0 1 0 0,0 0-1 0 0,0-1 0 0 0,0 1 1 0 0,0-1-1 0 0,0 1 0 0 0,0-1 0 0 0,0 1 1 0 0,0 0-1 0 0,0-1 0 0 0,0 1 0 0 0,0-1 1 0 0,0 1-1 0 0,0-1 0 0 0,0 1 0 0 0,0 0 1 0 0,0-1-1 0 0,0 1 0 0 0,0-1 0 0 0,1 1 1 0 0,-1 0-1 0 0,0-1 0 0 0,0 1 0 0 0,0 0 1 0 0,1-1-1 0 0,-1 1 0 0 0,0 0 0 0 0,1-1 1 0 0,-1 1-1 0 0,0 0 0 0 0,1-1 0 0 0,-1 1 1 0 0,1 0-1 0 0,18-11 11 0 0,22-16 42 0 0,-33 22-52 0 0,0 0 0 0 0,0 1-1 0 0,0-1 1 0 0,0 2-1 0 0,1-1 1 0 0,0 1 0 0 0,0 0-1 0 0,12-2 1 0 0,1-1-3 0 0,-21 6 1 0 0,42-12 18 0 0,48-8 1 0 0,-78 18-13 0 0,0 1 0 0 0,0 0 1 0 0,1 0-1 0 0,-1 2 0 0 0,1 0 0 0 0,-1 0 1 0 0,0 1-1 0 0,18 5 0 0 0,-21-3 10 0 0,0 1 1 0 0,-1 0-1 0 0,1 1 0 0 0,-1 0 1 0 0,0 0-1 0 0,0 1 0 0 0,-1 0 1 0 0,0 0-1 0 0,0 1 0 0 0,-1 0 1 0 0,0 1-1 0 0,0 0 0 0 0,-1 0 0 0 0,0 0 1 0 0,-1 1-1 0 0,0-1 0 0 0,8 21 1 0 0,-12-24-3 0 0,1 1 0 0 0,-1-1 0 0 0,0 0 1 0 0,-1 1-1 0 0,0-1 0 0 0,0 1 1 0 0,0-1-1 0 0,0 0 0 0 0,-1 1 0 0 0,0-1 1 0 0,-1 0-1 0 0,0 1 0 0 0,1-1 0 0 0,-2 0 1 0 0,1 0-1 0 0,-1 0 0 0 0,0-1 0 0 0,0 1 1 0 0,-1-1-1 0 0,1 1 0 0 0,-1-1 0 0 0,0 0 1 0 0,-1-1-1 0 0,1 1 0 0 0,-6 4 0 0 0,-2 0 61 0 0,-1 0 0 0 0,0 0 0 0 0,0-1 0 0 0,-1-1 0 0 0,0 0 0 0 0,0-1 0 0 0,-1 0 0 0 0,0-1 0 0 0,-24 4 0 0 0,-71 9 352 0 0,109-18-424 0 0,1 0 0 0 0,0-1 0 0 0,-1 1 0 0 0,1 0-1 0 0,0 0 1 0 0,-1-1 0 0 0,1 1 0 0 0,0 0 0 0 0,0 0 0 0 0,-1-1 0 0 0,1 1 0 0 0,0 0-1 0 0,0-1 1 0 0,0 1 0 0 0,-1 0 0 0 0,1-1 0 0 0,0 1 0 0 0,0 0 0 0 0,0-1 0 0 0,0 1-1 0 0,0 0 1 0 0,0-1 0 0 0,0 1 0 0 0,0-1 0 0 0,0 1 0 0 0,0 0 0 0 0,0-1 0 0 0,0 1-1 0 0,0 0 1 0 0,0-1 0 0 0,0 1 0 0 0,0-1 0 0 0,0 1 0 0 0,0 0 0 0 0,0-1 0 0 0,0 1 0 0 0,1 0-1 0 0,-1-1 1 0 0,0 1 0 0 0,0 0 0 0 0,1-1 0 0 0,-1 1 0 0 0,0 0 0 0 0,0 0 0 0 0,1-1-1 0 0,-1 1 1 0 0,0 0 0 0 0,0 0 0 0 0,1 0 0 0 0,0-1 0 0 0,21-13-19 0 0,2 0 0 0 0,0 2 0 0 0,0 0 0 0 0,27-8 0 0 0,-18 11 2 0 0,0 1 0 0 0,1 1 0 0 0,0 2 0 0 0,-1 1 1 0 0,43 1-1 0 0,-56 3 9 0 0,0 1 0 0 0,1 1 0 0 0,-1 1 0 0 0,0 0 0 0 0,0 2-1 0 0,-1 0 1 0 0,1 1 0 0 0,-1 2 0 0 0,27 13 0 0 0,-41-19 17 0 0,0 1-1 0 0,-1-1 0 0 0,0 1 0 0 0,0 0 0 0 0,0 0 1 0 0,0 0-1 0 0,0 1 0 0 0,0-1 0 0 0,-1 1 0 0 0,0 0 1 0 0,0 0-1 0 0,0 0 0 0 0,0 1 0 0 0,0-1 0 0 0,-1 1 1 0 0,0-1-1 0 0,0 1 0 0 0,0 0 0 0 0,-1 0 0 0 0,1 0 1 0 0,-1 0-1 0 0,0 0 0 0 0,-1 0 0 0 0,1 7 0 0 0,-1-9-7 0 0,0-1-1 0 0,0 1 0 0 0,0-1 0 0 0,-1 1 0 0 0,1-1 1 0 0,-1 0-1 0 0,1 1 0 0 0,-1-1 0 0 0,0 1 0 0 0,0-1 0 0 0,0 0 1 0 0,0 0-1 0 0,0 0 0 0 0,-1 0 0 0 0,1 0 0 0 0,-1 0 0 0 0,1 0 1 0 0,-1 0-1 0 0,0 0 0 0 0,1 0 0 0 0,-1-1 0 0 0,0 1 0 0 0,0-1 1 0 0,0 0-1 0 0,0 1 0 0 0,-1-1 0 0 0,1 0 0 0 0,-4 1 1 0 0,-9 6-3 0 0,-10 6-134 0 0,-2-2 0 0 0,0-1 1 0 0,0-1-1 0 0,-1-1 0 0 0,0-1 1 0 0,0-2-1 0 0,-1-1 0 0 0,0-1 1 0 0,0-1-1 0 0,0-2 0 0 0,0-1 1 0 0,0-1-1 0 0,0-2 0 0 0,0 0 0 0 0,0-2 1 0 0,1-2-1 0 0,0 0 0 0 0,-33-14 1 0 0,-4-16-842 0 0,4-7-894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2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32 400 0 0,'1'1'91'0'0,"0"0"1"0"0,0-1-1 0 0,0 1 0 0 0,0-1 0 0 0,0 1 0 0 0,0 0 0 0 0,0-1 1 0 0,0 0-1 0 0,0 1 0 0 0,0-1 0 0 0,1 0 0 0 0,-1 1 1 0 0,0-1-1 0 0,0 0 0 0 0,0 0 0 0 0,0 0 0 0 0,0 0 0 0 0,0 0 1 0 0,1 0-1 0 0,-1 0 0 0 0,1-1 0 0 0,-1 1 24 0 0,4 0 619 0 0,0 0-174 0 0,20 0 347 0 0,-25-2-699 0 0,0 1-205 0 0,0 1 0 0 0,0 0-1 0 0,0 0 1 0 0,0-1 0 0 0,0 1-1 0 0,0 0 1 0 0,1-1 0 0 0,-1 1-1 0 0,0 0 1 0 0,0-1 0 0 0,0 1-1 0 0,0 0 1 0 0,0 0 0 0 0,0-1-1 0 0,-1 1 1 0 0,1 0 0 0 0,0-1-1 0 0,0 1 1 0 0,0 0 0 0 0,0 0-1 0 0,0-1 1 0 0,0 1 0 0 0,0 0-1 0 0,-1-1 1 0 0,1 1 0 0 0,0 0-1 0 0,0 0 1 0 0,0-1 0 0 0,-1 1-1 0 0,1 0 1 0 0,0 0 0 0 0,0 0-1 0 0,-1-1 1 0 0,1 1 0 0 0,0 0-1 0 0,0 0 1 0 0,-1 0 0 0 0,1 0-1 0 0,0 0 1 0 0,0 0 0 0 0,-1-1-1 0 0,-1 1 12 0 0,1 0-11 0 0,0 0 1 0 0,0 0-1 0 0,0 0 1 0 0,0 0-1 0 0,0 0 1 0 0,-1 0-1 0 0,1 0 1 0 0,0-1-1 0 0,0 1 1 0 0,0 0-1 0 0,0-1 0 0 0,0 1 1 0 0,0-1-1 0 0,0 1 1 0 0,0-1-1 0 0,0 0 1 0 0,1 1-1 0 0,-1-1 1 0 0,0 0-1 0 0,0 0 1 0 0,0 0-1 0 0,0-1 1 0 0,-4 0 62 0 0,-22-3 155 0 0,1 2 0 0 0,-1 1-1 0 0,-32 1 1 0 0,53 0-147 0 0,-1 1 1 0 0,0 1-1 0 0,0-1 0 0 0,1 1 1 0 0,-1 0-1 0 0,0 1 0 0 0,1 0 0 0 0,-1 0 1 0 0,1 0-1 0 0,0 1 0 0 0,0 0 1 0 0,0 0-1 0 0,0 0 0 0 0,0 1 1 0 0,1 0-1 0 0,-1 0 0 0 0,1 0 0 0 0,-6 7 1 0 0,9-9-48 0 0,0 0 1 0 0,0 0 0 0 0,1 1-1 0 0,-1-1 1 0 0,1 0 0 0 0,-1 0-1 0 0,1 1 1 0 0,0-1 0 0 0,0 1-1 0 0,0-1 1 0 0,0 1 0 0 0,0 0-1 0 0,0-1 1 0 0,1 1 0 0 0,-1 3-1 0 0,3-3-17 0 0,1-1-1 0 0,-1 0 1 0 0,1 0-1 0 0,0 0 0 0 0,0-1 1 0 0,0 1-1 0 0,0-1 0 0 0,0 1 1 0 0,0-1-1 0 0,0 0 0 0 0,0 0 1 0 0,0 0-1 0 0,5 0 0 0 0,24 6-22 0 0,-1-1-1 0 0,1-2 0 0 0,0-1 0 0 0,1-2 0 0 0,60-4 0 0 0,-39 0-187 0 0,54 6-1 0 0,-93-2 166 0 0,1 1 0 0 0,-1 1 0 0 0,0 0 0 0 0,0 1 0 0 0,0 1 0 0 0,0 0 1 0 0,27 15-1 0 0,-38-18 38 0 0,-1 0 1 0 0,1 1 0 0 0,0-1-1 0 0,-1 1 1 0 0,1 0 0 0 0,-1 0-1 0 0,0 0 1 0 0,0 0 0 0 0,0 1-1 0 0,0 0 1 0 0,0-1 0 0 0,-1 1-1 0 0,0 0 1 0 0,0 0 0 0 0,3 7-1 0 0,-5-8 13 0 0,1 0 0 0 0,-1-1 0 0 0,1 1 0 0 0,-1 0 0 0 0,0 0 0 0 0,0 0-1 0 0,0 0 1 0 0,-1 0 0 0 0,1-1 0 0 0,-1 1 0 0 0,0 0 0 0 0,1 0 0 0 0,-1-1 0 0 0,0 1 0 0 0,-1 0 0 0 0,1-1 0 0 0,0 1-1 0 0,-1-1 1 0 0,1 1 0 0 0,-1-1 0 0 0,0 0 0 0 0,0 0 0 0 0,-3 3 0 0 0,-26 25 425 0 0,2 1 0 0 0,-26 35 0 0 0,49-58-403 0 0,0-1 0 0 0,-1 0 0 0 0,1 0 0 0 0,-2 0-1 0 0,1-1 1 0 0,-1 0 0 0 0,0-1 0 0 0,0 0 0 0 0,0 0-1 0 0,-1-1 1 0 0,1 0 0 0 0,-1 0 0 0 0,-12 3-1 0 0,7-4-62 0 0,-1 0 0 0 0,1 0 0 0 0,-1-2 0 0 0,0 1 0 0 0,0-2 0 0 0,0 0 0 0 0,1-1 0 0 0,-17-3 0 0 0,28 4-33 0 0,0-1 1 0 0,-1 0-1 0 0,1 1 1 0 0,0-1-1 0 0,0-1 1 0 0,-1 1 0 0 0,1 0-1 0 0,0-1 1 0 0,0 0-1 0 0,0 1 1 0 0,1-1-1 0 0,-1 0 1 0 0,0-1 0 0 0,1 1-1 0 0,-1 0 1 0 0,1-1-1 0 0,0 1 1 0 0,0-1-1 0 0,-4-5 1 0 0,1-3-324 0 0,1 0 0 0 0,0-1 0 0 0,0 1 0 0 0,-3-21 0 0 0,6 27 299 0 0,-4-64-1851 0 0,5-1-1468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1281 0 0,'-55'12'5442'0'0,"50"-12"-4962"0"0,10 0-333 0 0,35-1 59 0 0,66 3 68 0 0,-70 1-259 0 0,28 4-420 0 0,1-3 0 0 0,96-7 0 0 0,-106 3-2490 0 0,-50 1 921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3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72 2081 0 0,'-30'30'4402'0'0,"0"-10"-2881"0"0,0-13-1201 0 0,0-1-160 0 0,60-6 0 0 0,30 0 0 0 0,1 0-80 0 0,-1-6 0 0 0,0-1-80 0 0,31-18-320 0 0,60-14-881 0 0,-61 1-1280 0 0,-29 18-320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3:54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89 5442 0 0,'0'-19'1921'0'0,"0"-20"-3281"0"0,-30 9-1922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56 800 0 0,'0'-1'117'0'0,"0"0"0"0"0,0 0 0 0 0,0 0 0 0 0,0 0 0 0 0,-1 0 0 0 0,1 0-1 0 0,0 0 1 0 0,-1 0 0 0 0,1 0 0 0 0,-1 0 0 0 0,1 1 0 0 0,0-1 0 0 0,-1 0-1 0 0,0 0 1 0 0,1 0 0 0 0,-1 0 0 0 0,0 1 0 0 0,1-1 0 0 0,-1 0 0 0 0,0 1-1 0 0,0-1 1 0 0,0 1 0 0 0,1-1 0 0 0,-2 0 0 0 0,1 0 48 0 0,-1 1 0 0 0,1-1-1 0 0,0 0 1 0 0,0 0 0 0 0,0 0 0 0 0,0 0 0 0 0,0 0 0 0 0,0 0 0 0 0,0 0 0 0 0,0 0-1 0 0,1-1 1 0 0,-1 1 0 0 0,0 0 0 0 0,1 0 0 0 0,-1-1 0 0 0,0 1 0 0 0,1 0 0 0 0,0-1-1 0 0,-1 1 1 0 0,1-1 0 0 0,0 1 0 0 0,0 0 0 0 0,0-1 0 0 0,0-2 0 0 0,-2 4-156 0 0,1-1 1 0 0,0 1-1 0 0,-1 0 1 0 0,1-1-1 0 0,0 1 1 0 0,-1 0-1 0 0,1 0 1 0 0,-1 0-1 0 0,1 0 1 0 0,-1 0-1 0 0,1 0 1 0 0,0 0-1 0 0,-1 1 1 0 0,1-1-1 0 0,-3 1 1 0 0,4-1-2 0 0,-5 1 72 0 0,0 1 0 0 0,-16 3 0 0 0,16-4 160 0 0,10-1-160 0 0,16 0 13 0 0,-16 0 41 0 0,-5 1-117 0 0,0 0 1 0 0,0 0 0 0 0,1 0-1 0 0,-1-1 1 0 0,0 1-1 0 0,0 0 1 0 0,0 0 0 0 0,0 0-1 0 0,0 0 1 0 0,0 0-1 0 0,0 0 1 0 0,-1 0 0 0 0,1 0-1 0 0,0-1 1 0 0,0 1-1 0 0,-1 0 1 0 0,1 0 0 0 0,0 0-1 0 0,-1 0 1 0 0,1-1-1 0 0,-1 1 1 0 0,1 0 0 0 0,-1 0-1 0 0,0 0 1 0 0,-2 2 22 0 0,-14 13 92 0 0,17-15-125 0 0,-1-1-1 0 0,1 1 1 0 0,0-1-1 0 0,-1 1 1 0 0,1-1-1 0 0,-1 1 1 0 0,1 0-1 0 0,0-1 1 0 0,0 1-1 0 0,-1-1 1 0 0,1 1-1 0 0,0 0 1 0 0,0-1-1 0 0,0 1 1 0 0,0 0-1 0 0,0-1 1 0 0,0 1-1 0 0,0 0 1 0 0,0-1-1 0 0,0 1 1 0 0,0 0-1 0 0,0-1 1 0 0,0 1-1 0 0,0 0 1 0 0,1-1-1 0 0,-1 1 1 0 0,0 0-1 0 0,0-1 1 0 0,1 1-1 0 0,-1-1 1 0 0,0 1-1 0 0,1 0 1 0 0,9 8 65 0 0,-9-9-40 0 0,1 1 0 0 0,-1 0-1 0 0,0 0 1 0 0,0 1 0 0 0,0-1 0 0 0,0 0 0 0 0,0 0-1 0 0,0 1 1 0 0,0-1 0 0 0,0 0 0 0 0,0 1 0 0 0,-1-1-1 0 0,1 1 1 0 0,-1-1 0 0 0,1 1 0 0 0,-1-1 0 0 0,1 1-1 0 0,-1-1 1 0 0,0 1 0 0 0,0-1 0 0 0,0 1-1 0 0,0-1 1 0 0,0 1 0 0 0,0 3 0 0 0,-1-3 30 0 0,1-1-48 0 0,0 0 0 0 0,0 0 0 0 0,-1 0 0 0 0,1 0 0 0 0,0 0 1 0 0,0 0-1 0 0,0 0 0 0 0,0 0 0 0 0,0 0 0 0 0,0 0 0 0 0,1-1 0 0 0,-1 1 0 0 0,0 0 0 0 0,0 0 0 0 0,1 0 0 0 0,-1 0 0 0 0,0 0 1 0 0,1 0-1 0 0,-1 0 0 0 0,1 0 0 0 0,-1-1 0 0 0,1 1 0 0 0,1 1 0 0 0,32 11-16 0 0,-25-13 2 0 0,-2 0 15 0 0,15 6 1 0 0,0-1-1 0 0,0 0 1 0 0,33 1 0 0 0,-25-3-12 0 0,-10 0-4 0 0,1-1 0 0 0,27-1 0 0 0,-11-1 0 0 0,77-7-173 0 0,-88 1 106 0 0,-26 5 64 0 0,1 0 0 0 0,0 0 0 0 0,-1-1 0 0 0,1 1 1 0 0,0 0-1 0 0,-1 0 0 0 0,0-1 0 0 0,1 1 0 0 0,-1 0 0 0 0,0-1 0 0 0,1 1 1 0 0,-1 0-1 0 0,0-1 0 0 0,0 1 0 0 0,0 0 0 0 0,0-1 0 0 0,-1 1 0 0 0,1 0 1 0 0,0-1-1 0 0,0 1 0 0 0,-1 0 0 0 0,1-1 0 0 0,-1 1 0 0 0,1 0 0 0 0,-1 0 1 0 0,0 0-1 0 0,0-2 0 0 0,-6 1 4 0 0,7 2 2 0 0,-1 0-1 0 0,0 0 1 0 0,0 0-1 0 0,0 0 1 0 0,1 0 0 0 0,-1 0-1 0 0,0 0 1 0 0,0-1 0 0 0,1 1-1 0 0,-1 0 1 0 0,0 0 0 0 0,1-1-1 0 0,-1 1 1 0 0,0-1-1 0 0,1 1 1 0 0,-1-1 0 0 0,0 1-1 0 0,1-1 1 0 0,-1 1 0 0 0,1-1-1 0 0,-1 1 1 0 0,1-1 0 0 0,-1 1-1 0 0,1-1 1 0 0,0 0 0 0 0,-1 1-1 0 0,1-1 1 0 0,0 0-1 0 0,-1 0 1 0 0,1 1 0 0 0,0-1-1 0 0,0 0 1 0 0,0 0 0 0 0,-1 0-1 0 0,1 0 65 0 0,5 9 173 0 0,22 17-56 0 0,-2 2-1 0 0,-1 1 1 0 0,-1 1 0 0 0,20 36-1 0 0,-22-33-214 0 0,1-1-1 0 0,2-1 1 0 0,1 0-1 0 0,33 30 0 0 0,-57-60-55 0 0,1 1 0 0 0,-1 0-1 0 0,0-1 1 0 0,0 1-1 0 0,1 0 1 0 0,-1-1 0 0 0,0 0-1 0 0,1 1 1 0 0,-1-1-1 0 0,0 0 1 0 0,1 1 0 0 0,-1-1-1 0 0,0 0 1 0 0,1 0-1 0 0,-1 0 1 0 0,1 0 0 0 0,-1-1-1 0 0,0 1 1 0 0,1 0-1 0 0,-1 0 1 0 0,0-1 0 0 0,1 1-1 0 0,1-2 1 0 0,3 0-297 0 0,1 1 188 0 0,0 0-1 0 0,0-1 1 0 0,-1 0-1 0 0,1 0 1 0 0,-1 0 0 0 0,1-1-1 0 0,-1 0 1 0 0,0 0-1 0 0,0-1 1 0 0,10-8-1 0 0,-1-5-479 0 0,-13 16 509 0 0,0-1-1 0 0,-1 0 1 0 0,1 1 0 0 0,-1-1 0 0 0,1 0-1 0 0,-1 0 1 0 0,1 0 0 0 0,-1 0 0 0 0,0-1-1 0 0,0 1 1 0 0,0 0 0 0 0,0 0 0 0 0,-1-1-1 0 0,1 1 1 0 0,-1 0 0 0 0,1-1 0 0 0,-1 1-1 0 0,0-1 1 0 0,0 1 0 0 0,0-3 0 0 0,0-13-1447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1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83 560 0 0,'0'-12'1872'0'0,"0"14"79"0"0,0 30-185 0 0,-5 40-352 0 0,-1-46-1045 0 0,4-22-332 0 0,1 0 0 0 0,0 0 1 0 0,0-1-1 0 0,0 1 0 0 0,0 0 1 0 0,1 0-1 0 0,-1 0 0 0 0,1 0 1 0 0,0 0-1 0 0,0 0 0 0 0,0 0 1 0 0,1-1-1 0 0,-1 1 1 0 0,1 0-1 0 0,0 0 0 0 0,0 0 1 0 0,1-1-1 0 0,-1 1 0 0 0,1 0 1 0 0,0-1-1 0 0,0 1 0 0 0,4 5 1 0 0,12 15 113 0 0,-15-19-87 0 0,1-1 0 0 0,-1 1 0 0 0,1 0 0 0 0,0-1 0 0 0,0 0-1 0 0,0 0 1 0 0,1 0 0 0 0,-1 0 0 0 0,1-1 0 0 0,0 0 0 0 0,0 0 0 0 0,0 0 0 0 0,1 0 0 0 0,-1-1 0 0 0,7 2 0 0 0,1-1-40 0 0,0-1 1 0 0,0 0 0 0 0,1-1 0 0 0,-1 0-1 0 0,0-1 1 0 0,1-1 0 0 0,-1 0 0 0 0,0 0 0 0 0,1-2-1 0 0,-1 0 1 0 0,0 0 0 0 0,-1-1 0 0 0,17-7-1 0 0,-25 8-27 0 0,0-1 0 0 0,1 1-1 0 0,-1-1 1 0 0,-1 0 0 0 0,1 0 0 0 0,-1 0-1 0 0,1 0 1 0 0,-1-1 0 0 0,-1 1-1 0 0,1-1 1 0 0,0 0 0 0 0,-1 0 0 0 0,0 0-1 0 0,0 0 1 0 0,-1 0 0 0 0,1 0-1 0 0,-1-1 1 0 0,0-7 0 0 0,2-1 20 0 0,-2 0 0 0 0,0-1 0 0 0,-1 1 0 0 0,0 0 0 0 0,-3-19 0 0 0,2 27 28 0 0,-1-1-1 0 0,0 1 1 0 0,-1 0-1 0 0,1 0 1 0 0,-1 0-1 0 0,0 0 1 0 0,-1 0-1 0 0,1 0 1 0 0,-1 1-1 0 0,0-1 1 0 0,-1 1-1 0 0,1 0 1 0 0,-1 1-1 0 0,0-1 1 0 0,0 1-1 0 0,-1 0 1 0 0,1 0-1 0 0,-1 1 1 0 0,0-1-1 0 0,-10-3 1 0 0,-10-4 325 0 0,0 2 0 0 0,0 1 0 0 0,-43-8 0 0 0,55 13-277 0 0,11 2-109 0 0,1 0 0 0 0,-1 0-1 0 0,1 0 1 0 0,-1 0 0 0 0,0 1-1 0 0,1-1 1 0 0,-1 1 0 0 0,0 0-1 0 0,1 0 1 0 0,-1 0 0 0 0,0 0 0 0 0,1 0-1 0 0,-1 1 1 0 0,0-1 0 0 0,1 1-1 0 0,-1-1 1 0 0,0 1 0 0 0,1 0-1 0 0,-1 0 1 0 0,1 0 0 0 0,0 1 0 0 0,-1-1-1 0 0,1 0 1 0 0,0 1 0 0 0,0 0-1 0 0,-3 2 1 0 0,-1 0-265 0 0,6-3 254 0 0,-1-1-1 0 0,1 0 1 0 0,-1 0-1 0 0,1 0 1 0 0,0 0-1 0 0,-1 1 1 0 0,1-1-1 0 0,0 0 0 0 0,-1 0 1 0 0,1 1-1 0 0,0-1 1 0 0,-1 0-1 0 0,1 1 1 0 0,0-1-1 0 0,-1 0 1 0 0,1 1-1 0 0,0-1 1 0 0,0 0-1 0 0,0 1 1 0 0,-1-1-1 0 0,1 0 1 0 0,0 1-1 0 0,0-1 1 0 0,0 1-1 0 0,0-1 0 0 0,0 1 1 0 0,0-1-1 0 0,0 0 1 0 0,0 1-1 0 0,0-1 1 0 0,0 1-1 0 0,0 0 1 0 0,28 18-1785 0 0,53 23-2964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3842 0 0,'-121'20'4882'0'0,"61"-1"-3041"0"0,30-19-801 0 0,30 7 881 0 0,0-14-2001 0 0,30 7 0 0 0,0-6-80 0 0,0 6-80 0 0,31-6-160 0 0,-1-1-241 0 0,31 1-479 0 0,23 6-321 0 0,-23 0-960 0 0,-31 6-560 0 0,-30-6 240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4642 0 0,'0'83'4402'0'0,"30"-6"-3121"0"0,0-14-1201 0 0,0 0-160 0 0,1-5 160 0 0,-1-14 80 0 0,-6-5-160 0 0,6-20-560 0 0,30-19-1041 0 0,1-33-2881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3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303 120 1281 0 0,'-5'-12'3410'0'0,"-11"10"-2654"0"0,12 3-414 0 0,-6 5 899 0 0,-20-4-641 0 0,29-2-580 0 0,-1 0 0 0 0,1 1 0 0 0,0-1 0 0 0,0 0 0 0 0,0 0 0 0 0,0 0 0 0 0,0 0 0 0 0,-1-1 0 0 0,1 1 0 0 0,0 0 0 0 0,0 0 0 0 0,0-1 0 0 0,0 1 0 0 0,0-1 0 0 0,0 1 0 0 0,0-1 0 0 0,0 1 0 0 0,0-1 0 0 0,0 0 0 0 0,0 1 0 0 0,-1-2 0 0 0,-3 1 74 0 0,4 1-79 0 0,0 0-6 0 0,1 0 0 0 0,-1 0 0 0 0,0 1 0 0 0,0-1 0 0 0,-1 0 0 0 0,1 0 0 0 0,0 0 0 0 0,0 0 0 0 0,0 0 0 0 0,0 0 0 0 0,0-1 0 0 0,0 1 0 0 0,0 0 0 0 0,1 0 0 0 0,-1-1 0 0 0,0 1 0 0 0,0-1 0 0 0,0 1 0 0 0,0-1 0 0 0,0 1 0 0 0,0-1 0 0 0,0 1 0 0 0,1-1 0 0 0,-2-1 0 0 0,0 0-2 0 0,-1 0 0 0 0,1 0-1 0 0,0 1 1 0 0,-1-1 0 0 0,1 1 0 0 0,-1-1 0 0 0,1 1 0 0 0,-1 0 0 0 0,0 0-1 0 0,-4-1 1 0 0,3 1-2 0 0,-3-2-5 0 0,4 2 0 0 0,1 1 0 0 0,0-1 0 0 0,-1 1 0 0 0,1-1 0 0 0,0 0 0 0 0,0 0 0 0 0,-1 0 0 0 0,1 0 0 0 0,0-1 0 0 0,0 1 0 0 0,0-1 0 0 0,0 1 0 0 0,0-1 0 0 0,1 0 0 0 0,-1 1 0 0 0,0-1 0 0 0,1 0 0 0 0,0 0 0 0 0,-1 0 0 0 0,1 0 0 0 0,0 0 0 0 0,0-1 0 0 0,0 1 0 0 0,0 0 0 0 0,0-1 0 0 0,0 1 0 0 0,1 0 0 0 0,-1-1 0 0 0,1 1 0 0 0,0-1 0 0 0,0 1 0 0 0,0-1 0 0 0,0-2 0 0 0,0-12 13 0 0,0 18-9 0 0,0 0 1 0 0,-1 0-1 0 0,1 0 0 0 0,0 0 0 0 0,-1-1 0 0 0,1 1 0 0 0,0 0 0 0 0,-1 0 1 0 0,1-1-1 0 0,-1 1 0 0 0,0 0 0 0 0,1 0 0 0 0,-1-1 0 0 0,1 1 0 0 0,-1-1 1 0 0,0 1-1 0 0,0-1 0 0 0,1 1 0 0 0,-1-1 0 0 0,0 1 0 0 0,0-1 1 0 0,0 0-1 0 0,1 1 0 0 0,-1-1 0 0 0,0 0 0 0 0,0 1 0 0 0,0-1 0 0 0,0 0 1 0 0,0 0-1 0 0,0 0 0 0 0,-1 0 0 0 0,-1 0 10 0 0,2 1-1 0 0,1 0 0 0 0,-1 0 0 0 0,0 0-1 0 0,1 0 1 0 0,-1-1 0 0 0,1 1 0 0 0,-1 0 0 0 0,1 0 0 0 0,0 0 0 0 0,-1 0 0 0 0,1 0-1 0 0,0 0 1 0 0,0 1 0 0 0,-1-1 0 0 0,1 0 0 0 0,0 0 0 0 0,0 0 0 0 0,0 0 0 0 0,1 0-1 0 0,-1 0 1 0 0,0 0 0 0 0,1 2 0 0 0,-1-1 11 0 0,0 0-15 0 0,0-1-1 0 0,0 1 1 0 0,0 0-1 0 0,0-1 1 0 0,0 1-1 0 0,0-1 1 0 0,0 1-1 0 0,-1 0 0 0 0,1-1 1 0 0,0 1-1 0 0,-1-1 1 0 0,0 1-1 0 0,1-1 1 0 0,-1 1-1 0 0,0-1 1 0 0,0 0-1 0 0,1 1 1 0 0,-1-1-1 0 0,0 0 1 0 0,-1 0-1 0 0,1 1 1 0 0,0-1-1 0 0,0 0 1 0 0,0 0-1 0 0,-3 1 1 0 0,-3 4 10 0 0,6-6-14 0 0,1 1 0 0 0,-1 0 0 0 0,0-1-1 0 0,1 1 1 0 0,0 0 0 0 0,-1-1 0 0 0,1 1 0 0 0,-1 0 0 0 0,1 0-1 0 0,0 0 1 0 0,-1-1 0 0 0,1 1 0 0 0,0 0 0 0 0,0 0-1 0 0,0 0 1 0 0,0 0 0 0 0,0-1 0 0 0,0 1 0 0 0,0 2 0 0 0,-4 12 58 0 0,-4-7-30 0 0,7-7-29 0 0,0 0-1 0 0,-1 0 1 0 0,1 1-1 0 0,0-1 1 0 0,-1 0-1 0 0,1 1 0 0 0,0-1 1 0 0,0 0-1 0 0,0 1 1 0 0,0-1-1 0 0,0 1 1 0 0,0 0-1 0 0,1-1 1 0 0,-1 1-1 0 0,1 0 0 0 0,-1 0 1 0 0,1-1-1 0 0,-1 1 1 0 0,1 0-1 0 0,0 0 1 0 0,0-1-1 0 0,0 1 1 0 0,0 0-1 0 0,0 0 0 0 0,0 0 1 0 0,1-1-1 0 0,-1 1 1 0 0,0 0-1 0 0,1 0 1 0 0,0-1-1 0 0,-1 1 1 0 0,3 3-1 0 0,-1-1 2 0 0,1 1 0 0 0,0-1 0 0 0,0 1 0 0 0,1-1 0 0 0,0 0 0 0 0,-1 0-1 0 0,1 0 1 0 0,0-1 0 0 0,1 0 0 0 0,-1 1 0 0 0,1-1 0 0 0,-1-1 0 0 0,1 1 0 0 0,0-1 0 0 0,0 0 0 0 0,0 0 0 0 0,0 0-1 0 0,7 1 1 0 0,21 2-15 0 0,-1-2 0 0 0,1-1-1 0 0,0-1 1 0 0,0-2 0 0 0,0-1-1 0 0,0-2 1 0 0,-1-1-1 0 0,62-18 1 0 0,-84 20 10 0 0,-2 2-25 0 0,1-1-1 0 0,0 0 0 0 0,0-1 1 0 0,-1 0-1 0 0,1-1 1 0 0,-1 0-1 0 0,0 0 1 0 0,0 0-1 0 0,-1-1 0 0 0,1-1 1 0 0,7-6-1 0 0,-13 10 17 0 0,0 0 0 0 0,0-1-1 0 0,-1 1 1 0 0,1-1 0 0 0,-1 1 0 0 0,1-1-1 0 0,-1 1 1 0 0,0-1 0 0 0,0 0 0 0 0,0 0-1 0 0,0 1 1 0 0,-1-1 0 0 0,1 0 0 0 0,-1 0-1 0 0,0 0 1 0 0,1 0 0 0 0,-1 0-1 0 0,-1-4 1 0 0,0 4 7 0 0,0 0-1 0 0,0 0 0 0 0,-1 0 1 0 0,1 0-1 0 0,-1 1 0 0 0,0-1 0 0 0,0 1 1 0 0,0-1-1 0 0,0 1 0 0 0,0-1 1 0 0,-1 1-1 0 0,1 0 0 0 0,0 0 1 0 0,-1 0-1 0 0,0 1 0 0 0,1-1 1 0 0,-1 1-1 0 0,-4-3 0 0 0,-12-6 50 0 0,12 6-32 0 0,-1-1-1 0 0,0 1 0 0 0,0 1 0 0 0,0-1 1 0 0,0 1-1 0 0,-17-3 0 0 0,30 26 160 0 0,10 8-71 0 0,34 50 1 0 0,3 4-18 0 0,-45-69-126 0 0,1 0 0 0 0,0-1 0 0 0,0 0 0 0 0,1 0 0 0 0,1-1 0 0 0,0 0 0 0 0,1-1 0 0 0,0 0 0 0 0,0-1 0 0 0,17 11 0 0 0,-25-19-28 0 0,1 1 0 0 0,0-1 1 0 0,-1 0-1 0 0,1-1 0 0 0,0 1 0 0 0,0-1 0 0 0,0 1 1 0 0,-1-1-1 0 0,1 0 0 0 0,0 0 0 0 0,0-1 0 0 0,0 1 1 0 0,-1-1-1 0 0,1 0 0 0 0,0 0 0 0 0,-1 0 1 0 0,8-3-1 0 0,5-2-219 0 0,8 0-78 0 0,-13 4-333 0 0,0 0-1 0 0,-1-1 0 0 0,1 0 0 0 0,-1-1 0 0 0,0 0 1 0 0,19-11-1 0 0,-24 1-1289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1601 0 0,'0'0'73'0'0,"0"1"0"0"0,0-1 0 0 0,0 1 0 0 0,0-1 0 0 0,0 1 0 0 0,-1-1 0 0 0,1 1 0 0 0,0-1 0 0 0,0 1 0 0 0,0-1 0 0 0,-1 1 0 0 0,1-1 0 0 0,0 0 0 0 0,0 1 0 0 0,-1-1 0 0 0,1 0 0 0 0,0 1 0 0 0,-1-1 0 0 0,1 0 0 0 0,-1 1 0 0 0,1-1 0 0 0,0 0 0 0 0,-1 1 0 0 0,1-1 0 0 0,-1 0 0 0 0,1 0 0 0 0,-1 0 0 0 0,1 0 0 0 0,-1 1 0 0 0,1-1 0 0 0,-1 0 0 0 0,1 0 0 0 0,-1 0 0 0 0,1 0 0 0 0,0 0 0 0 0,-2 0 0 0 0,1 0-26 0 0,1 0-1 0 0,-1 0 0 0 0,0 0 1 0 0,1 0-1 0 0,-1 0 0 0 0,0 0 1 0 0,1 0-1 0 0,-1 1 0 0 0,0-1 1 0 0,1 0-1 0 0,-1 0 0 0 0,0 1 1 0 0,1-1-1 0 0,-1 0 0 0 0,0 1 1 0 0,1-1-1 0 0,-1 1 0 0 0,1-1 1 0 0,-1 1-1 0 0,1-1 0 0 0,-1 1 1 0 0,1-1-1 0 0,0 1 0 0 0,-1-1 1 0 0,1 1-1 0 0,-1 0 0 0 0,1-1 1 0 0,0 1-1 0 0,0-1 0 0 0,-1 1 1 0 0,1 0-1 0 0,0 0 0 0 0,0-1 1 0 0,0 1-1 0 0,0 0 0 0 0,0-1 1 0 0,0 1-1 0 0,0 1 0 0 0,-1 7 51 0 0,1 0 0 0 0,0 0 1 0 0,1 1-1 0 0,0-1 0 0 0,1 0 0 0 0,-1 0 0 0 0,2 0 0 0 0,-1-1 0 0 0,1 1 0 0 0,1 0 0 0 0,-1-1 0 0 0,1 0 0 0 0,1 0 0 0 0,0 0 0 0 0,0 0 0 0 0,0-1 0 0 0,1 0 0 0 0,0 0 0 0 0,0 0 0 0 0,1-1 0 0 0,10 8 0 0 0,11 7-33 0 0,1-1-1 0 0,1-2 1 0 0,0-1 0 0 0,37 15 0 0 0,-40-19-10 0 0,-17-8-39 0 0,3 2-2 0 0,1-1-1 0 0,29 9 1 0 0,-39-14-1 0 0,-1 0 0 0 0,1-1 0 0 0,-1 1 0 0 0,1-1 0 0 0,-1 1 0 0 0,1-1 0 0 0,0 0 0 0 0,-1-1 0 0 0,1 1 0 0 0,0 0 0 0 0,-1-1 0 0 0,1 0 0 0 0,-1 0 0 0 0,0 0-1 0 0,1 0 1 0 0,-1-1 0 0 0,0 1 0 0 0,5-4 0 0 0,-6 4 11 0 0,38-33 193 0 0,-39 33-211 0 0,0 0 0 0 0,1 0-1 0 0,-1-1 1 0 0,0 1 0 0 0,0 0 0 0 0,0-1 0 0 0,0 1 0 0 0,0 0-1 0 0,0-1 1 0 0,-1 1 0 0 0,1-1 0 0 0,0 1 0 0 0,-1-1-1 0 0,1 0 1 0 0,-1 1 0 0 0,1-1 0 0 0,-1 0 0 0 0,0 1 0 0 0,0-1-1 0 0,0 0 1 0 0,0 1 0 0 0,0-1 0 0 0,0 0 0 0 0,0 1-1 0 0,0-1 1 0 0,-1 0 0 0 0,0-1 0 0 0,-59-77 88 0 0,46 65-78 0 0,0 0 0 0 0,-1 1 0 0 0,0 1 0 0 0,-1 1-1 0 0,0 0 1 0 0,-1 1 0 0 0,-1 0 0 0 0,-23-9 0 0 0,31 14-154 0 0,0 1 1 0 0,0 1-1 0 0,0 0 1 0 0,-1 0 0 0 0,1 1-1 0 0,-1 1 1 0 0,0 0 0 0 0,1 0-1 0 0,-1 1 1 0 0,0 0-1 0 0,0 1 1 0 0,0 0 0 0 0,0 1-1 0 0,0 0 1 0 0,-17 4-1 0 0,25-3-229 0 0,-1 0 0 0 0,1-1 0 0 0,-1 1 0 0 0,1 1-1 0 0,0-1 1 0 0,0 0 0 0 0,0 1 0 0 0,0 0 0 0 0,-3 3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8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53 1361 0 0,'-10'2'895'0'0,"-14"4"-275"0"0,0 0 0 0 0,-1-2 0 0 0,0-1 0 0 0,0-1 0 0 0,0-1 0 0 0,0-1 1 0 0,-33-5-1 0 0,52 4-524 0 0,0-1 1 0 0,0 2-1 0 0,0-1 0 0 0,1 1 1 0 0,-1-1-1 0 0,0 1 1 0 0,0 1-1 0 0,0 0 1 0 0,0-1-1 0 0,0 2 1 0 0,0-1-1 0 0,-9 4 1 0 0,15-2 527 0 0,7-1-507 0 0,11-1-138 0 0,148-14 194 0 0,407-8 161 0 0,-554 21-359 0 0,192-4-898 0 0,-173 1-100 0 0,1-1 1 0 0,72-19 0 0 0,-72 9-2420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8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1601 0 0,'0'25'2801'0'0,"0"19"-560"0"0,0 14-1200 0 0,30 0-881 0 0,0-8-160 0 0,31 2 80 0 0,-31-8 0 0 0,30 6-80 0 0,-29-17 0 0 0,29-14-240 0 0,0-13-161 0 0,1-6-159 0 0,-1-12-1201 0 0,0-15-3201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9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4 560 0 0,'-2'2'244'0'0,"1"-1"0"0"0,-1 1 0 0 0,1-1 0 0 0,-1 0 0 0 0,0 0 0 0 0,1 1 0 0 0,-1-1 0 0 0,0 0 0 0 0,0-1 1 0 0,0 1-1 0 0,0 0 0 0 0,0 0 0 0 0,0-1 0 0 0,0 1 0 0 0,0-1 0 0 0,0 0 0 0 0,0 0 0 0 0,0 0 0 0 0,-4 0 0 0 0,-39 3 1011 0 0,10-3-348 0 0,35 0-840 0 0,5-6-53 0 0,8 3-14 0 0,0 0 0 0 0,1 1 0 0 0,-1 0 0 0 0,26 1 0 0 0,-20 0 0 0 0,139-3-44 0 0,-137 4 40 0 0,0 2 0 0 0,-1 0 0 0 0,0 2 1 0 0,1 0-1 0 0,20 7 0 0 0,-37-9 18 0 0,0-1-1 0 0,-1 0 1 0 0,1 1 0 0 0,0 0 0 0 0,-1 0-1 0 0,1 0 1 0 0,-1 0 0 0 0,1 1-1 0 0,-1-1 1 0 0,0 1 0 0 0,0 0 0 0 0,0 0-1 0 0,0 0 1 0 0,-1 0 0 0 0,1 0 0 0 0,3 7-1 0 0,-6-8 5 0 0,1 0-1 0 0,-1 1 1 0 0,0-1-1 0 0,0 0 0 0 0,0 0 1 0 0,0 1-1 0 0,0-1 1 0 0,0 0-1 0 0,0 0 1 0 0,-1 1-1 0 0,1-1 0 0 0,-1 0 1 0 0,0 0-1 0 0,1 0 1 0 0,-1 0-1 0 0,0 0 1 0 0,0 0-1 0 0,-1 0 0 0 0,1 0 1 0 0,0 0-1 0 0,-1 0 1 0 0,1-1-1 0 0,-1 1 1 0 0,1-1-1 0 0,-1 1 0 0 0,0-1 1 0 0,0 1-1 0 0,1-1 1 0 0,-1 0-1 0 0,-3 1 1 0 0,-116 61 942 0 0,71-49-627 0 0,45-9-279 0 0,5-4-108 0 0,3-3 43 0 0,0 1-1 0 0,1 0 1 0 0,-1 0-1 0 0,1 0 0 0 0,-1 1 1 0 0,1-1-1 0 0,-1 1 1 0 0,1-1-1 0 0,-1 1 0 0 0,1 1 1 0 0,3-1-1 0 0,8 0-9 0 0,33-7 7 0 0,-38 4 9 0 0,-1 1 0 0 0,0 1 0 0 0,1 0 0 0 0,-1 0 0 0 0,1 1 0 0 0,-1 0 0 0 0,1 0 0 0 0,-1 1 0 0 0,1 0 0 0 0,-1 1 0 0 0,0 0-1 0 0,11 4 1 0 0,-18-5 7 0 0,0 0 0 0 0,0 0 0 0 0,0 0-1 0 0,0 1 1 0 0,0-1 0 0 0,-1 1 0 0 0,1-1-1 0 0,0 1 1 0 0,-1-1 0 0 0,1 1 0 0 0,-1 0-1 0 0,0 0 1 0 0,0-1 0 0 0,0 1 0 0 0,0 0 0 0 0,0 0-1 0 0,0 0 1 0 0,0 0 0 0 0,0 1 0 0 0,-1-1-1 0 0,1 0 1 0 0,-1 0 0 0 0,0 0 0 0 0,1 3-1 0 0,4 17 22 0 0,1-5-15 0 0,-5-15-5 0 0,0-1-1 0 0,0 1 0 0 0,0 0 0 0 0,0 0 1 0 0,-1 0-1 0 0,1 0 0 0 0,0 0 1 0 0,-1 0-1 0 0,0 0 0 0 0,1 0 1 0 0,-1 0-1 0 0,0 0 0 0 0,0 0 0 0 0,0 1 1 0 0,0-1-1 0 0,0 0 0 0 0,-1 0 1 0 0,1 0-1 0 0,-1 0 0 0 0,1 0 1 0 0,-1 0-1 0 0,0 0 0 0 0,1 0 0 0 0,-1 0 1 0 0,0-1-1 0 0,0 1 0 0 0,-1 0 1 0 0,1 0-1 0 0,0-1 0 0 0,-1 1 1 0 0,1-1-1 0 0,-1 1 0 0 0,1-1 1 0 0,-1 1-1 0 0,1-1 0 0 0,-4 1 0 0 0,-6 6-30 0 0,-1-1 0 0 0,-1-1-1 0 0,1 1 1 0 0,-1-2 0 0 0,0 0-1 0 0,-1-1 1 0 0,1 0 0 0 0,-1-1-1 0 0,0 0 1 0 0,0-2 0 0 0,0 1-1 0 0,0-2 1 0 0,0 1 0 0 0,0-2-1 0 0,-18-2 1 0 0,30 2-3 0 0,1 1 0 0 0,-1 0 0 0 0,1-1 0 0 0,-1 1 1 0 0,0 0-1 0 0,1-1 0 0 0,-1 0 0 0 0,1 1 0 0 0,-1-1 0 0 0,1 0 0 0 0,-1 0 1 0 0,1 0-1 0 0,0 0 0 0 0,0 0 0 0 0,-1 0 0 0 0,1 0 0 0 0,0-1 1 0 0,0 1-1 0 0,0 0 0 0 0,0 0 0 0 0,0-1 0 0 0,0 1 0 0 0,1-1 0 0 0,-1 1 1 0 0,0-1-1 0 0,1 1 0 0 0,-1-1 0 0 0,1 0 0 0 0,-1 1 0 0 0,1-1 0 0 0,0 0 1 0 0,0 1-1 0 0,0-1 0 0 0,0 1 0 0 0,0-1 0 0 0,0-3 0 0 0,2-1-234 0 0,0-1-1 0 0,1 1 0 0 0,0 0 0 0 0,0 0 0 0 0,0 0 0 0 0,0 0 1 0 0,8-9-1 0 0,19-33-3216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29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33 720 0 0,'-3'-2'4527'0'0,"-24"-9"-3998"0"0,7 6-302 0 0,-2 0 0 0 0,1 1-1 0 0,0 1 1 0 0,-1 2 0 0 0,-28 0 0 0 0,0 2 85 0 0,0 3 0 0 0,1 1 0 0 0,-1 3 0 0 0,-62 18 0 0 0,76-8-72 0 0,36-18-237 0 0,0 0 0 0 0,-1 0-1 0 0,1 0 1 0 0,0 0-1 0 0,-1 0 1 0 0,1 0-1 0 0,0 0 1 0 0,-1 0-1 0 0,1 0 1 0 0,0 1-1 0 0,0-1 1 0 0,-1 0 0 0 0,1 0-1 0 0,0 0 1 0 0,0 1-1 0 0,-1-1 1 0 0,1 0-1 0 0,0 0 1 0 0,0 1-1 0 0,-1-1 1 0 0,1 0 0 0 0,0 0-1 0 0,0 1 1 0 0,0-1-1 0 0,0 0 1 0 0,0 1-1 0 0,-1-1 1 0 0,1 0-1 0 0,0 1 1 0 0,0-1-1 0 0,0 0 1 0 0,0 1 0 0 0,0-1-1 0 0,0 0 1 0 0,0 1-1 0 0,0-1 1 0 0,0 0-1 0 0,0 1 1 0 0,0-1-1 0 0,0 0 1 0 0,0 0 0 0 0,1 1-1 0 0,-1-1 1 0 0,0 0-1 0 0,0 1 1 0 0,0-1-1 0 0,0 0 1 0 0,1 1-1 0 0,-1-1 1 0 0,0 0-1 0 0,0 0 1 0 0,0 1 0 0 0,1-1-1 0 0,-1 0 1 0 0,0 0-1 0 0,0 0 1 0 0,1 1-1 0 0,-1-1 1 0 0,0 0-1 0 0,1 0 1 0 0,-1 0 0 0 0,0 0-1 0 0,0 0 1 0 0,1 0-1 0 0,-1 1 1 0 0,0-1-1 0 0,1 0 1 0 0,40 12-18 0 0,0-1 0 0 0,78 9 0 0 0,33 7-87 0 0,-112-17 42 0 0,-30-8 55 0 0,0 0 0 0 0,0 0-1 0 0,0 1 1 0 0,16 8 0 0 0,-23-9 8 0 0,0 0-1 0 0,0 0 1 0 0,0 0-1 0 0,-1 0 1 0 0,1 1 0 0 0,-1-1-1 0 0,1 1 1 0 0,-1-1-1 0 0,0 1 1 0 0,0 0-1 0 0,0 0 1 0 0,0 0-1 0 0,-1 0 1 0 0,1 0-1 0 0,-1 0 1 0 0,0 1 0 0 0,1 5-1 0 0,-1-4 19 0 0,0 0-1 0 0,0 0 0 0 0,-1-1 1 0 0,0 1-1 0 0,0 0 1 0 0,0 0-1 0 0,-1 0 1 0 0,1 0-1 0 0,-1 0 0 0 0,-1-1 1 0 0,1 1-1 0 0,0 0 1 0 0,-1-1-1 0 0,0 1 1 0 0,0-1-1 0 0,-1 1 0 0 0,1-1 1 0 0,-1 0-1 0 0,0 0 1 0 0,0 0-1 0 0,0-1 1 0 0,0 1-1 0 0,-1-1 0 0 0,0 1 1 0 0,1-1-1 0 0,-1 0 1 0 0,0-1-1 0 0,-6 4 1 0 0,-8 4 31 0 0,0 0 0 0 0,-1-1 1 0 0,-1-1-1 0 0,1-1 1 0 0,-30 7-1 0 0,23-8-74 0 0,-1 0-1 0 0,0-2 1 0 0,-46 2-1 0 0,61-6-64 0 0,0-1 0 0 0,0 0 0 0 0,0 0 0 0 0,0-1 0 0 0,1 0 0 0 0,-1-1 0 0 0,1-1 0 0 0,0 0 0 0 0,-1 0 0 0 0,2-1 0 0 0,-12-7 0 0 0,-38-36-1660 0 0,0-7-2402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121 141 3041 0 0,'-30'-12'2081'0'0,"0"-1"-880"0"0,-1 7-561 0 0,31-2-240 0 0,-30 8-240 0 0,60-6-80 0 0,-30-7-160 0 0,61-12-480 0 0,29-33-2321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64 2081 0 0,'-30'-20'2081'0'0,"0"9"-640"0"0,30 3-561 0 0,-30 2-320 0 0,30 1-400 0 0,30-3-800 0 0,0 8-1041 0 0,-30-6-400 0 0,-30 6-320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2801 0 0,'0'-7'3602'0'0,"0"14"-3042"0"0,0-1-1200 0 0,30-6-961 0 0,-30 6-480 0 0,0-12 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3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1761 0 0,'30'0'1761'0'0,"-30"5"-401"0"0,30 1-319 0 0,1 2-401 0 0,-1-2-240 0 0,0-6-1120 0 0,0 0-961 0 0,0 0-320 0 0,-60 5-160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5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72 160 0 0,'0'-1'176'0'0,"0"0"-1"0"0,0 0 1 0 0,1 0 0 0 0,-1 0 0 0 0,0 0-1 0 0,0 0 1 0 0,0 0 0 0 0,0 0-1 0 0,0 0 1 0 0,0 0 0 0 0,-1 0-1 0 0,1 0 1 0 0,0 0 0 0 0,0 0-1 0 0,-1 0 1 0 0,1 0 0 0 0,-1 0-1 0 0,1 0 1 0 0,-1 0 0 0 0,1 0 0 0 0,-1 0-1 0 0,1 0 1 0 0,-1 1 0 0 0,0-1-1 0 0,0 0 1 0 0,1 0 0 0 0,-1 1-1 0 0,0-1 1 0 0,0 1 0 0 0,0-1-1 0 0,0 0 1 0 0,-1 0 0 0 0,-2 1 132 0 0,1 1-1 0 0,-1-1 1 0 0,0 1 0 0 0,1 0 0 0 0,-1 0 0 0 0,1 0-1 0 0,0 0 1 0 0,-6 3 0 0 0,-6 2-325 0 0,12-5 159 0 0,2-1-110 0 0,0 0 1 0 0,0 0-1 0 0,1 0 1 0 0,-1 0-1 0 0,0 0 1 0 0,0 0 0 0 0,0 0-1 0 0,0 1 1 0 0,0-1-1 0 0,0 0 1 0 0,0 1-1 0 0,0-1 1 0 0,1 1 0 0 0,-1-1-1 0 0,0 1 1 0 0,0-1-1 0 0,1 1 1 0 0,-1-1-1 0 0,0 1 1 0 0,1 0 0 0 0,-1-1-1 0 0,0 1 1 0 0,1 0-1 0 0,-1 0 1 0 0,1-1-1 0 0,-1 1 1 0 0,0 2-1 0 0,8-1 42 0 0,0 0 0 0 0,0-1-1 0 0,0 1 1 0 0,1-1 0 0 0,11 0-1 0 0,-13-1-34 0 0,39 4 38 0 0,79-6 0 0 0,-77 0-71 0 0,158-10-81 0 0,-162 8-603 0 0,-1-2 1 0 0,69-20-1 0 0,-82 12-1883 0 0,-22 9 1747 0 0,-2-2-1427 0 0,-5 0 120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35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28 2081 0 0,'-12'4'825'0'0,"-13"4"301"0"0,1 1 0 0 0,-1 1 1 0 0,2 1-1 0 0,-29 18 0 0 0,39-20-846 0 0,-1-1 0 0 0,0-1 1 0 0,0 0-1 0 0,-1 0 0 0 0,-20 5 0 0 0,101-16 180 0 0,74-13 0 0 0,-116 12-415 0 0,0-1-1 0 0,-1-1 0 0 0,0-2 0 0 0,31-15 0 0 0,-19 8-541 0 0,58-18 0 0 0,-67 27-295 0 0,1 2 1 0 0,45-5-1 0 0,125 6-4717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61 213 880 0 0,'0'0'90'0'0,"-1"-1"0"0"0,1 0-1 0 0,-1 0 1 0 0,0 0-1 0 0,1 0 1 0 0,-1 1-1 0 0,0-1 1 0 0,1 0 0 0 0,-1 1-1 0 0,0-1 1 0 0,0 1-1 0 0,0-1 1 0 0,1 1 0 0 0,-1-1-1 0 0,0 1 1 0 0,0-1-1 0 0,0 1 1 0 0,0 0-1 0 0,0-1 1 0 0,0 1 0 0 0,0 0-1 0 0,0 0 1 0 0,0 0-1 0 0,0 0 1 0 0,0 0-1 0 0,-1 0 1 0 0,0 0 159 0 0,-4-7 1443 0 0,2-1-1423 0 0,2 7-236 0 0,0 0-1 0 0,1 0 1 0 0,-1-1 0 0 0,1 1-1 0 0,-1 0 1 0 0,1-1 0 0 0,-1 1-1 0 0,1 0 1 0 0,0-1 0 0 0,0 0-1 0 0,0 1 1 0 0,0-1 0 0 0,0 0-1 0 0,0 0 1 0 0,-1-2 0 0 0,-1-38 338 0 0,3-66 109 0 0,0 108-477 0 0,1-1 0 0 0,-1 0-1 0 0,1 1 1 0 0,-1-1 0 0 0,1 0-1 0 0,-1 1 1 0 0,1-1 0 0 0,0 1 0 0 0,-1-1-1 0 0,1 1 1 0 0,0-1 0 0 0,-1 1-1 0 0,1-1 1 0 0,0 1 0 0 0,0 0-1 0 0,-1-1 1 0 0,1 1 0 0 0,0 0 0 0 0,0 0-1 0 0,0 0 1 0 0,-1 0 0 0 0,1 0-1 0 0,0 0 1 0 0,0 0 0 0 0,0 0 0 0 0,0 0-1 0 0,-1 0 1 0 0,1 0 0 0 0,0 0-1 0 0,1 1 1 0 0,0-1 7 0 0,3 0 70 0 0,-5 1-60 0 0,-1-1 1 0 0,1 1 0 0 0,0 0 0 0 0,0 0-1 0 0,0 0 1 0 0,0-1 0 0 0,0 1 0 0 0,0 0-1 0 0,0 0 1 0 0,0 0 0 0 0,0-1 0 0 0,0 1-1 0 0,0 0 1 0 0,0 0 0 0 0,1-1 0 0 0,-1 1-1 0 0,0 0 1 0 0,0 0 0 0 0,1-1 0 0 0,-1 1-1 0 0,1 0 1 0 0,-1-1 0 0 0,1 1 0 0 0,-1 0-1 0 0,1-1 1 0 0,0 1 0 0 0,11 6 84 0 0,-9-6-81 0 0,-1 0 1 0 0,1 0-1 0 0,-1 1 1 0 0,1-1-1 0 0,-1 0 1 0 0,0 1-1 0 0,0-1 1 0 0,1 1-1 0 0,-1 0 1 0 0,0 0 0 0 0,0 0-1 0 0,-1 0 1 0 0,1 0-1 0 0,0 0 1 0 0,-1 0-1 0 0,1 1 1 0 0,-1-1-1 0 0,0 1 1 0 0,0-1-1 0 0,0 1 1 0 0,0-1-1 0 0,0 1 1 0 0,0 3-1 0 0,0 2 41 0 0,-1-6-37 0 0,1 1-1 0 0,-1 0 1 0 0,1-1-1 0 0,-1 1 1 0 0,0 0 0 0 0,0-1-1 0 0,-1 1 1 0 0,1 0 0 0 0,0-1-1 0 0,-1 1 1 0 0,0-1 0 0 0,1 1-1 0 0,-1 0 1 0 0,0-1 0 0 0,-2 3-1 0 0,2-4-14 0 0,-1 0-1 0 0,0 0 0 0 0,1 1 1 0 0,-1-1-1 0 0,1 0 0 0 0,-1 1 1 0 0,1-1-1 0 0,-1 0 0 0 0,1 1 1 0 0,0 0-1 0 0,0-1 0 0 0,0 1 1 0 0,0 0-1 0 0,0-1 0 0 0,-1 4 1 0 0,-1 38 163 0 0,3-41-164 0 0,0 1-1 0 0,0 0 1 0 0,0-1 0 0 0,0 1 0 0 0,0-1-1 0 0,1 1 1 0 0,-1-1 0 0 0,1 1 0 0 0,0-1-1 0 0,-1 1 1 0 0,1-1 0 0 0,0 0 0 0 0,1 1-1 0 0,-1-1 1 0 0,0 0 0 0 0,1 0 0 0 0,-1 0-1 0 0,1 0 1 0 0,-1 0 0 0 0,1 0 0 0 0,2 1 0 0 0,0 1-4 0 0,-3-3-4 0 0,0 0 1 0 0,0 1-1 0 0,0-1 1 0 0,-1 0-1 0 0,1 0 1 0 0,0 0-1 0 0,-1 1 1 0 0,1-1-1 0 0,-1 0 1 0 0,0 1-1 0 0,1-1 1 0 0,-1 0-1 0 0,0 1 1 0 0,0-1-1 0 0,1 0 1 0 0,-1 1-1 0 0,0-1 1 0 0,-1 1-1 0 0,1-1 1 0 0,0 0-1 0 0,0 1 1 0 0,0-1-1 0 0,-1 0 1 0 0,0 2-1 0 0,0 1 56 0 0,0 0-1 0 0,1-1 1 0 0,-1 1-1 0 0,1 0 1 0 0,0 0-1 0 0,0-1 0 0 0,0 1 1 0 0,1 0-1 0 0,0 5 1 0 0,24-9 33 0 0,8-3-97 0 0,-1-1-1 0 0,0-1 1 0 0,0-2-1 0 0,-1-1 1 0 0,31-13-1 0 0,-13 5 19 0 0,-36 12-13 0 0,0 0 1 0 0,0-2 0 0 0,-1 0-1 0 0,0 0 1 0 0,0-1 0 0 0,-1 0-1 0 0,19-16 1 0 0,-30 23 1 0 0,1 0 0 0 0,-1-1-1 0 0,1 1 1 0 0,-1 0 0 0 0,0-1 0 0 0,1 1-1 0 0,-1 0 1 0 0,1-1 0 0 0,-1 1 0 0 0,0-1 0 0 0,0 1-1 0 0,1 0 1 0 0,-1-1 0 0 0,0 1 0 0 0,0-1 0 0 0,1 1-1 0 0,-1-1 1 0 0,0 1 0 0 0,0-1 0 0 0,0 1-1 0 0,0-1 1 0 0,0 1 0 0 0,1-1 0 0 0,-1 1 0 0 0,0-1-1 0 0,0 1 1 0 0,-1-1 0 0 0,1 1 0 0 0,0-1-1 0 0,0 1 1 0 0,0-1 0 0 0,0 1 0 0 0,0-1 0 0 0,0 1-1 0 0,-1-1 1 0 0,1 1 0 0 0,-1-1 0 0 0,-16-13 88 0 0,5 3-48 0 0,7 8 10 0 0,4 2-50 0 0,0 1 0 0 0,0-1 0 0 0,1 1 0 0 0,-1 0 0 0 0,0-1-1 0 0,0 1 1 0 0,0 0 0 0 0,0 0 0 0 0,1-1 0 0 0,-1 1-1 0 0,0 0 1 0 0,0 0 0 0 0,0 0 0 0 0,0 0 0 0 0,0 0-1 0 0,1 1 1 0 0,-1-1 0 0 0,0 0 0 0 0,0 0 0 0 0,0 0-1 0 0,0 1 1 0 0,1-1 0 0 0,-1 0 0 0 0,0 1 0 0 0,0-1-1 0 0,1 1 1 0 0,-1-1 0 0 0,0 1 0 0 0,1-1 0 0 0,-1 1 0 0 0,0-1-1 0 0,1 1 1 0 0,-2 1 0 0 0,8 15 22 0 0,-4-14 1 0 0,33 67 278 0 0,10 23-154 0 0,-40-78-104 0 0,-3-10-37 0 0,-1 0 0 0 0,1-1 0 0 0,0 1 0 0 0,0 0 0 0 0,1-1 1 0 0,-1 1-1 0 0,1-1 0 0 0,0 0 0 0 0,0 0 0 0 0,4 4 1 0 0,-4-6-22 0 0,0 1 0 0 0,-1 0-1 0 0,1 0 1 0 0,-1 0 0 0 0,0 0 0 0 0,1 0 0 0 0,-2 0 0 0 0,1 1 0 0 0,0-1 0 0 0,-1 1 0 0 0,1-1 0 0 0,-1 1 0 0 0,0 0 0 0 0,0-1 0 0 0,0 1 0 0 0,-1 0 0 0 0,0 0 0 0 0,1-1 0 0 0,-2 7 0 0 0,6-10-1095 0 0,1-2 830 0 0,0-1 0 0 0,-1 1 0 0 0,0-1 0 0 0,0-1-1 0 0,0 1 1 0 0,0-1 0 0 0,0 0 0 0 0,-1 0 0 0 0,0 0 0 0 0,1-1-1 0 0,-2 1 1 0 0,1-1 0 0 0,0 0 0 0 0,-1 0 0 0 0,0 0 0 0 0,0-1-1 0 0,3-8 1 0 0,-5 9-54 0 0,1 0-1 0 0,-1 0 1 0 0,-1 0-1 0 0,1 0 0 0 0,-1 0 1 0 0,0-8-1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5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84 640 0 0,'0'32'1896'0'0,"-1"-24"-1692"0"0,0 1 0 0 0,1 0-1 0 0,0 0 1 0 0,0-1-1 0 0,1 1 1 0 0,0 0-1 0 0,0-1 1 0 0,1 1-1 0 0,0-1 1 0 0,1 0-1 0 0,0 1 1 0 0,0-1-1 0 0,1 0 1 0 0,9 14-1 0 0,-9-16-182 0 0,-1-1 1 0 0,1 1-1 0 0,-1 0 0 0 0,0 0 0 0 0,-1 1 0 0 0,4 10 0 0 0,-5-12 4 0 0,1 0 0 0 0,-1 0-1 0 0,1 0 1 0 0,0-1 0 0 0,1 1-1 0 0,-1 0 1 0 0,1-1 0 0 0,0 1-1 0 0,0-1 1 0 0,0 0 0 0 0,1 0-1 0 0,-1 0 1 0 0,5 3 0 0 0,2 1 31 0 0,1-1 0 0 0,0 0 0 0 0,0-1 0 0 0,0 0 0 0 0,1-1 0 0 0,0 0 0 0 0,18 5 0 0 0,-22-9 8 0 0,-1 1 1 0 0,1-1-1 0 0,-1-1 1 0 0,1 1-1 0 0,-1-1 0 0 0,1 0 1 0 0,0-1-1 0 0,-1 0 0 0 0,1 0 1 0 0,-1-1-1 0 0,1 1 1 0 0,-1-2-1 0 0,0 1 0 0 0,10-6 1 0 0,-5 3 56 0 0,-9 4-99 0 0,-1 0 1 0 0,1 0-1 0 0,0 0 0 0 0,-1 0 0 0 0,1-1 0 0 0,-1 1 1 0 0,1-1-1 0 0,-1 1 0 0 0,0-1 0 0 0,0 0 0 0 0,1 0 0 0 0,-1 0 1 0 0,0 0-1 0 0,-1 0 0 0 0,1 0 0 0 0,0-1 0 0 0,-1 1 1 0 0,1 0-1 0 0,-1-1 0 0 0,0 0 0 0 0,0 1 0 0 0,0-1 1 0 0,0 0-1 0 0,0 1 0 0 0,0-1 0 0 0,-1 0 0 0 0,1 0 1 0 0,-1 0-1 0 0,0 1 0 0 0,0-1 0 0 0,0 0 0 0 0,-1-6 0 0 0,1-7 54 0 0,-1 0 0 0 0,0 0 0 0 0,-1-1 0 0 0,-1 1 0 0 0,-7-25 0 0 0,7 34-60 0 0,0-1-1 0 0,0 1 1 0 0,-1 0 0 0 0,1 0 0 0 0,-2 1 0 0 0,1-1 0 0 0,-1 1 0 0 0,0 0 0 0 0,0 0 0 0 0,0 0 0 0 0,-1 1-1 0 0,0 0 1 0 0,0 0 0 0 0,-9-5 0 0 0,-126-63-256 0 0,132 67-51 0 0,-2 1 0 0 0,1 0-1 0 0,-1 0 1 0 0,1 1 0 0 0,-1 0 0 0 0,0 1-1 0 0,-1 1 1 0 0,1-1 0 0 0,0 2 0 0 0,-1 0-1 0 0,-20 0 1 0 0,-58 15-3337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0 1761 0 0,'-70'10'266'0'0,"46"-7"78"0"0,0 0 0 0 0,-1 2-1 0 0,-38 12 1 0 0,53-13-92 0 0,-1 0 0 0 0,0-1 0 0 0,0 0 0 0 0,0 0 0 0 0,-15 0 0 0 0,-15 3 343 0 0,-24 19 166 0 0,59-23-555 0 0,0 0 1 0 0,0 0 0 0 0,0 1 0 0 0,0 0-1 0 0,1 0 1 0 0,-1 1 0 0 0,-8 7 0 0 0,13-11-187 0 0,1 0 0 0 0,0 0 0 0 0,-1 1 0 0 0,1-1 0 0 0,0 0 0 0 0,0 0 0 0 0,-1 0 0 0 0,1 1 0 0 0,0-1 0 0 0,0 0 0 0 0,-1 0 0 0 0,1 1 0 0 0,0-1 0 0 0,0 0 0 0 0,0 1 0 0 0,0-1 0 0 0,-1 0 0 0 0,1 1 0 0 0,0-1 1 0 0,0 0-1 0 0,0 1 0 0 0,0-1 0 0 0,0 0 0 0 0,0 1 0 0 0,0-1 0 0 0,0 0 0 0 0,0 1 0 0 0,0-1 0 0 0,0 0 0 0 0,0 1 0 0 0,0-1 0 0 0,0 0 0 0 0,0 1 0 0 0,1-1 0 0 0,-1 0 0 0 0,0 1 0 0 0,0-1 0 0 0,0 0 0 0 0,0 1 0 0 0,1-1 0 0 0,-1 0 0 0 0,0 0 1 0 0,0 1-1 0 0,0-1 0 0 0,1 0 0 0 0,-1 0 0 0 0,0 1 0 0 0,1-1 0 0 0,-1 0 0 0 0,0 0 0 0 0,0 0 0 0 0,1 0 0 0 0,-1 0 0 0 0,0 1 0 0 0,1-1 0 0 0,-1 0 0 0 0,0 0 0 0 0,1 0 0 0 0,20 6 57 0 0,-19-6 11 0 0,60 9 324 0 0,1-2 1 0 0,122-3-1 0 0,-133-4-342 0 0,2 0-323 0 0,1-3-1 0 0,-1-1 1 0 0,79-18-1 0 0,-128 21 17 0 0,0 0-1 0 0,0 0 1 0 0,-1 0 0 0 0,1-1-1 0 0,0 0 1 0 0,-1 0-1 0 0,1 0 1 0 0,-1 0-1 0 0,0-1 1 0 0,1 0 0 0 0,-1 1-1 0 0,0-2 1 0 0,-1 1-1 0 0,1 0 1 0 0,-1-1-1 0 0,1 0 1 0 0,-1 1-1 0 0,0-1 1 0 0,3-7 0 0 0,-4 5-486 0 0,-1 0 0 0 0,0-1 1 0 0,0 1-1 0 0,-1 0 1 0 0,0-11-1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1281 0 0,'0'20'1280'0'0,"61"30"321"0"0,-1 19-321 0 0,1-4-959 0 0,29-1-321 0 0,-5 11-80 0 0,5 1 80 0 0,-29-12-321 0 0,-1-12-2160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1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298 132 1201 0 0,'-5'0'1467'0'0,"-20"-2"-661"0"0,1-2-1 0 0,0-1 1 0 0,0 0 0 0 0,-25-11-1 0 0,40 13-776 0 0,0-1 0 0 0,1 0 0 0 0,0-1 0 0 0,0 0 0 0 0,0 0 0 0 0,1-1 0 0 0,-10-9 0 0 0,-30-19 6 0 0,22 15-21 0 0,33 24 18 0 0,-5-3-28 0 0,0-1 0 0 0,0 0 1 0 0,0 1-1 0 0,-1 0 0 0 0,1 0 0 0 0,0 0 0 0 0,-1 0 1 0 0,0 0-1 0 0,1 0 0 0 0,-1 0 0 0 0,0 1 0 0 0,0-1 1 0 0,0 1-1 0 0,0 0 0 0 0,-1 0 0 0 0,1-1 0 0 0,-1 1 1 0 0,0 0-1 0 0,0 0 0 0 0,0 0 0 0 0,0 1 1 0 0,0-1-1 0 0,0 6 0 0 0,-1-8-2 0 0,0 0-1 0 0,0 0 1 0 0,0 0 0 0 0,0-1 0 0 0,0 1 0 0 0,1 0-1 0 0,-1 0 1 0 0,0 0 0 0 0,0 0 0 0 0,1 0-1 0 0,-1 0 1 0 0,1 0 0 0 0,-1 0 0 0 0,1-1 0 0 0,-1 1-1 0 0,1 0 1 0 0,-1 0 0 0 0,1-1 0 0 0,0 1-1 0 0,-1 0 1 0 0,1-1 0 0 0,0 1 0 0 0,0-1 0 0 0,-1 1-1 0 0,1-1 1 0 0,0 1 0 0 0,0-1 0 0 0,1 1-1 0 0,-1-1 1 0 0,0 1 0 0 0,0-1 0 0 0,0 1 0 0 0,-1-1 0 0 0,1 1 0 0 0,0-1 0 0 0,0 1 0 0 0,0 0 0 0 0,-1-1-1 0 0,1 1 1 0 0,0 0 0 0 0,-1-1 0 0 0,1 1 0 0 0,0 0 0 0 0,-1 0 0 0 0,1 0 0 0 0,-1-1 0 0 0,0 1 0 0 0,1 0-1 0 0,-1 0 1 0 0,0 0 0 0 0,1 0 0 0 0,-1 0 0 0 0,0 0 0 0 0,0 0 0 0 0,0 0 0 0 0,0 0 0 0 0,0 1 0 0 0,0 4 23 0 0,-1-4-22 0 0,1 0-1 0 0,0 0 1 0 0,-1 0-1 0 0,1 0 0 0 0,0 0 1 0 0,0 0-1 0 0,1 0 1 0 0,-1 0-1 0 0,0 0 1 0 0,0 0-1 0 0,1 0 0 0 0,0 0 1 0 0,-1 0-1 0 0,1 0 1 0 0,0 0-1 0 0,1 3 0 0 0,23 3-2 0 0,17-1 0 0 0,-31-11 0 0 0,-3 1 0 0 0,5 0 0 0 0,-9 2 0 0 0,-1 1 0 0 0,1-1 0 0 0,-1 0 0 0 0,1 0 0 0 0,-1 0 0 0 0,1 0 0 0 0,-1-1 0 0 0,0 1 0 0 0,1-1 0 0 0,-1 0 0 0 0,0 0 0 0 0,0 0 0 0 0,0-1 0 0 0,2-2 0 0 0,28-14-22 0 0,3 0-16 0 0,-35 18 37 0 0,0 0 0 0 0,1 0 0 0 0,-1 0 0 0 0,0 0 0 0 0,0 0 0 0 0,0-1 0 0 0,0 1 0 0 0,0 0 0 0 0,0 0 0 0 0,0-1 0 0 0,0 1 0 0 0,-1-1 0 0 0,1 1 0 0 0,0-1 0 0 0,-1 1 0 0 0,1-1 0 0 0,-1 1 0 0 0,0-1 0 0 0,1-2 0 0 0,-1 3 1 0 0,0 0 0 0 0,0 0 0 0 0,0 0 0 0 0,0 0 0 0 0,0 0 0 0 0,0 0 0 0 0,0 1 0 0 0,1-1 0 0 0,-1 0 0 0 0,0 0 0 0 0,1 0 0 0 0,-1 0 0 0 0,0 1 0 0 0,1-1 0 0 0,-1 0 0 0 0,1 0 0 0 0,-1 1 0 0 0,1-1 0 0 0,0 0 0 0 0,-1 1 0 0 0,1-1 0 0 0,0 1 0 0 0,-1-1 0 0 0,1 1 0 0 0,0-1 0 0 0,0 1 0 0 0,0-1 0 0 0,-1 1 0 0 0,2-1 0 0 0,-1 1 0 0 0,0 0 0 0 0,0-1 0 0 0,0 1 0 0 0,0-1 0 0 0,0 1 0 0 0,0-1 0 0 0,-1 1 0 0 0,1-1 0 0 0,0 0 0 0 0,-1 1 0 0 0,1-1 0 0 0,0 0 0 0 0,-1 1 0 0 0,1-1 0 0 0,0 0 0 0 0,-1 0 0 0 0,1 0 0 0 0,-1 0 0 0 0,0 1 0 0 0,1-1 0 0 0,-1 0 0 0 0,0 0 0 0 0,1 0 0 0 0,-1 0 0 0 0,0 0 0 0 0,0 0 0 0 0,0 0 0 0 0,0 0 0 0 0,0-1 0 0 0,1 7 8 0 0,0 1 0 0 0,0 0 0 0 0,0 0 0 0 0,1-1 0 0 0,0 1 0 0 0,0-1 0 0 0,0 1 0 0 0,1-1 0 0 0,0 0 0 0 0,0 0 0 0 0,7 9 0 0 0,49 53 159 0 0,-34-40-110 0 0,7 12-18 0 0,56 59 69 0 0,-65-76-139 0 0,-1 1 0 0 0,24 33 0 0 0,-40-48-60 0 0,0-1 0 0 0,0 0 0 0 0,1-1 0 0 0,0 1 1 0 0,0-1-1 0 0,0-1 0 0 0,1 1 0 0 0,0-1 0 0 0,0 0 0 0 0,0-1 1 0 0,1 0-1 0 0,-1 0 0 0 0,1-1 0 0 0,0 0 0 0 0,0-1 0 0 0,0 0 1 0 0,0 0-1 0 0,1-1 0 0 0,-1 0 0 0 0,13-1 0 0 0,8-4-1736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44 800 0 0,'0'-1'79'0'0,"-1"0"-1"0"0,1 0 0 0 0,0 0 1 0 0,0 0-1 0 0,0 0 0 0 0,0 0 1 0 0,0 0-1 0 0,0 0 0 0 0,0 0 1 0 0,0 0-1 0 0,1 0 0 0 0,-1 0 1 0 0,0 0-1 0 0,1 0 0 0 0,-1 0 1 0 0,1 0-1 0 0,-1 0 0 0 0,1 0 1 0 0,-1 1-1 0 0,1-1 0 0 0,-1 0 1 0 0,1 0-1 0 0,0 0 0 0 0,-1 1 1 0 0,1-1-1 0 0,0 0 0 0 0,0 1 1 0 0,0-1-1 0 0,-1 1 1 0 0,1-1-1 0 0,0 1 0 0 0,0-1 1 0 0,0 1-1 0 0,0 0 0 0 0,0-1 1 0 0,0 1-1 0 0,0 0 0 0 0,0 0 1 0 0,0 0-1 0 0,2 0 0 0 0,-1-1-102 0 0,4-9 1114 0 0,-7 6-731 0 0,1 9-207 0 0,-5-3-58 0 0,-10 2-54 0 0,0 2 0 0 0,0 0 0 0 0,0 0 0 0 0,1 1 0 0 0,0 1 0 0 0,0 1 0 0 0,1 0 0 0 0,0 0 0 0 0,1 1 0 0 0,0 1 0 0 0,1 0 0 0 0,0 1 0 0 0,-16 22 0 0 0,25-33-8 0 0,-4 11 50 0 0,7-11-74 0 0,0 0 1 0 0,0 0-1 0 0,0 0 0 0 0,0 0 1 0 0,1 0-1 0 0,-1-1 0 0 0,0 1 1 0 0,0 0-1 0 0,1-1 1 0 0,-1 1-1 0 0,1-1 0 0 0,-1 0 1 0 0,0 1-1 0 0,1-1 1 0 0,-1 0-1 0 0,1 0 0 0 0,-1 0 1 0 0,1 0-1 0 0,-1 0 1 0 0,1 0-1 0 0,-1 0 0 0 0,3-1 1 0 0,25 1-29 0 0,1-2 1 0 0,-1-1 0 0 0,32-7 0 0 0,-42 7-5 0 0,-1 0 1 0 0,36-1 0 0 0,-49 4 24 0 0,0 1 0 0 0,-1 0 1 0 0,1 0-1 0 0,-1 0 0 0 0,1 1 0 0 0,-1 0 0 0 0,0-1 0 0 0,0 1 1 0 0,0 1-1 0 0,0-1 0 0 0,0 1 0 0 0,0 0 0 0 0,5 5 1 0 0,37 41 74 0 0,-42-45-61 0 0,-1 0 0 0 0,0 0-1 0 0,0 1 1 0 0,0-1 0 0 0,0 1-1 0 0,-1 0 1 0 0,0 0 0 0 0,0 0-1 0 0,0 0 1 0 0,-1 0 0 0 0,1 0-1 0 0,-1 0 1 0 0,0 1 0 0 0,-1-1-1 0 0,1 0 1 0 0,-1 1 0 0 0,0-1-1 0 0,-1 1 1 0 0,-1 8 0 0 0,0-7-2 0 0,-1 0 0 0 0,0 0 1 0 0,-1-1-1 0 0,1 1 0 0 0,-1-1 1 0 0,-7 8-1 0 0,10-13-14 0 0,-1 0 0 0 0,1 0 0 0 0,-1 0 0 0 0,1 0 0 0 0,-1 0 0 0 0,0 0 0 0 0,1 0 1 0 0,-1 0-1 0 0,0-1 0 0 0,1 1 0 0 0,-1-1 0 0 0,0 0 0 0 0,-2 1 0 0 0,2-1-15 0 0,0 0 0 0 0,0 0-1 0 0,-1 0 1 0 0,1 0 0 0 0,0 0 0 0 0,0 0 0 0 0,0-1 0 0 0,0 1-1 0 0,0-1 1 0 0,0 0 0 0 0,0 1 0 0 0,0-1 0 0 0,0 0 0 0 0,0 0-1 0 0,1 0 1 0 0,-1 0 0 0 0,0-1 0 0 0,0 1 0 0 0,-1-2 0 0 0,1 0-172 0 0,-1-1 0 0 0,0 1 1 0 0,1-1-1 0 0,0 0 0 0 0,0 0 1 0 0,0 1-1 0 0,0-2 0 0 0,0 1 0 0 0,1 0 1 0 0,-2-7-1 0 0,-17-57-3734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1 160 0 0,'0'44'3282'0'0,"-31"8"-721"0"0,31-27-1681 0 0,31-6-800 0 0,59-7-80 0 0,1 1 240 0 0,24-7-160 0 0,5-6-80 0 0,1-19-80 0 0,-30-6-160 0 0,-31 0-160 0 0,-30-8-240 0 0,-30 2-1761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4322 0 0,'0'82'2081'0'0,"0"-5"-1921"0"0,0-13-400 0 0,0-14 240 0 0,0-18 80 0 0,0-20-160 0 0,30-5-640 0 0,-30-14-3122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3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29 720 0 0,'0'0'2908'0'0,"0"0"-2868"0"0,0 0 0 0 0,0-1 0 0 0,0 1-1 0 0,-1 0 1 0 0,1 0 0 0 0,0 0 0 0 0,0-1 0 0 0,0 1-1 0 0,0 0 1 0 0,0 0 0 0 0,0-1 0 0 0,0 1-1 0 0,0 0 1 0 0,0 0 0 0 0,0 0 0 0 0,0-1 0 0 0,0 1-1 0 0,0 0 1 0 0,0 0 0 0 0,0-1 0 0 0,0 1-1 0 0,0 0 1 0 0,0 0 0 0 0,0 0 0 0 0,0-1-1 0 0,0 1 1 0 0,1 0 0 0 0,-1 0 0 0 0,0 0 0 0 0,0-1-1 0 0,0 1 1 0 0,0 0 0 0 0,0 0 0 0 0,1 0-1 0 0,-1-1 1 0 0,0 1 0 0 0,0 0 0 0 0,0 0 0 0 0,0 0-1 0 0,1 0 1 0 0,-1 0 0 0 0,0 0 0 0 0,0 0-1 0 0,1-1 1 0 0,-1 1 0 0 0,0 0 0 0 0,0 0 0 0 0,0 0-1 0 0,1 0 1 0 0,-1 0 0 0 0,0 0 0 0 0,0 0-1 0 0,1 0 1 0 0,-1 0 0 0 0,12-2 87 0 0,11-3-128 0 0,0 0 0 0 0,0 2 0 0 0,1 0 0 0 0,-1 2 0 0 0,1 1 0 0 0,25 2 0 0 0,-48 0 12 0 0,0-1 1 0 0,0 0-1 0 0,-1 0 1 0 0,1 0-1 0 0,-1 1 0 0 0,1-1 1 0 0,-1 1-1 0 0,1-1 0 0 0,-1 0 1 0 0,0 1-1 0 0,0-1 0 0 0,1 1 1 0 0,-1-1-1 0 0,0 0 1 0 0,0 1-1 0 0,-1-1 0 0 0,1 1 1 0 0,0-1-1 0 0,0 0 0 0 0,-1 1 1 0 0,1-1-1 0 0,-1 0 0 0 0,1 1 1 0 0,-1-1-1 0 0,1 0 0 0 0,-3 3 1 0 0,2-2-9 0 0,-3 1 49 0 0,1 1 0 0 0,0-1 0 0 0,-1 0 0 0 0,0 0 0 0 0,0 0 0 0 0,0 0 0 0 0,0 0 0 0 0,0-1 0 0 0,0 0 0 0 0,-1 0 0 0 0,-6 2 0 0 0,-24 9 281 0 0,10-6-128 0 0,29-12-203 0 0,-3 4 18 0 0,44-7-57 0 0,53-2 0 0 0,-83 9 40 0 0,1 0-1 0 0,-1 2 1 0 0,0 0 0 0 0,0 0-1 0 0,0 2 1 0 0,0-1-1 0 0,22 9 1 0 0,-21 2 50 0 0,-14-11-41 0 0,0-1-1 0 0,0 1 1 0 0,0 0-1 0 0,-1 0 1 0 0,1 0-1 0 0,0 0 1 0 0,-1 0 0 0 0,1 0-1 0 0,-1 1 1 0 0,0-1-1 0 0,1 0 1 0 0,-1 1-1 0 0,0-1 1 0 0,-1 1-1 0 0,1-1 1 0 0,0 1 0 0 0,-1-1-1 0 0,1 1 1 0 0,-1-1-1 0 0,0 1 1 0 0,0 0-1 0 0,0-1 1 0 0,0 1 0 0 0,0 0-1 0 0,-1-1 1 0 0,1 1-1 0 0,-1-1 1 0 0,0 1-1 0 0,-1 4 1 0 0,-1-4 7 0 0,1 0 0 0 0,0 1 0 0 0,-1-1 1 0 0,0 0-1 0 0,0-1 0 0 0,0 1 0 0 0,0 0 0 0 0,0-1 0 0 0,-1 0 1 0 0,1 0-1 0 0,-1 0 0 0 0,1 0 0 0 0,-1 0 0 0 0,-5 1 0 0 0,-50 9 54 0 0,45-11-96 0 0,0-1 0 0 0,-1-1 0 0 0,1-1 0 0 0,0 0 1 0 0,0-1-1 0 0,1 0 0 0 0,-25-10 0 0 0,-87-44-357 0 0,84 37 143 0 0,22 10-186 0 0,1 1 1 0 0,-30-23-1 0 0,41 27-28 0 0,2 0 0 0 0,-1-1-1 0 0,1 0 1 0 0,-1 0 0 0 0,-6-11 0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4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37 1201 0 0,'-5'-1'1414'0'0,"-15"-4"-147"0"0,15 4 574 0 0,0 0-1268 0 0,-41-11 233 0 0,32 8-763 0 0,-1 0 1 0 0,0 1-1 0 0,0 1 1 0 0,0 0 0 0 0,-16 1-1 0 0,-34 2 308 0 0,-65 10 1 0 0,106-8-223 0 0,0 1 1 0 0,0 1 0 0 0,1 1 0 0 0,0 1-1 0 0,-30 14 1 0 0,52-21-129 0 0,0 0 1 0 0,0 1-1 0 0,1-1 0 0 0,-1 0 1 0 0,0 0-1 0 0,0 1 0 0 0,1-1 1 0 0,-1 0-1 0 0,0 1 0 0 0,1-1 1 0 0,-1 1-1 0 0,1-1 0 0 0,-1 1 1 0 0,0-1-1 0 0,1 1 0 0 0,-1-1 1 0 0,1 1-1 0 0,0 0 0 0 0,-1-1 1 0 0,1 1-1 0 0,-1 0 0 0 0,1-1 1 0 0,0 1-1 0 0,-1 0 0 0 0,1 0 1 0 0,0-1-1 0 0,0 1 0 0 0,0 0 1 0 0,0 0-1 0 0,0-1-1 0 0,0 0 0 0 0,-1 1 0 0 0,1-1 0 0 0,0 1 0 0 0,1-1 0 0 0,-1 1 0 0 0,0-1 0 0 0,0 0 0 0 0,0 1 0 0 0,0-1 0 0 0,0 1 0 0 0,0-1 0 0 0,0 0 0 0 0,1 1 0 0 0,-1-1 0 0 0,0 1 0 0 0,0-1 0 0 0,0 0 0 0 0,1 1 0 0 0,-1-1 0 0 0,0 0 0 0 0,1 1 0 0 0,-1-1 0 0 0,0 0 0 0 0,1 0 0 0 0,-1 1 0 0 0,0-1 0 0 0,1 0 0 0 0,-1 0 0 0 0,0 1 0 0 0,1-1 0 0 0,-1 0 0 0 0,1 0 0 0 0,-1 0 0 0 0,1 0 0 0 0,-1 0 0 0 0,0 0 0 0 0,2 0 0 0 0,20 6-24 0 0,1-1 0 0 0,44 2 0 0 0,116-8-219 0 0,-17 0 91 0 0,-159 1 150 0 0,37 7-13 0 0,-43-6 16 0 0,0-1 0 0 0,0 1 0 0 0,0-1 0 0 0,0 1-1 0 0,-1 0 1 0 0,1-1 0 0 0,0 1 0 0 0,0 0-1 0 0,-1-1 1 0 0,1 1 0 0 0,0 0 0 0 0,-1 0-1 0 0,1-1 1 0 0,-1 1 0 0 0,1 0 0 0 0,-1 0 0 0 0,0 0-1 0 0,1 0 1 0 0,-1 0 0 0 0,0 0 0 0 0,0 0-1 0 0,1 0 1 0 0,-1 0 0 0 0,0 0 0 0 0,0 0-1 0 0,0 0 1 0 0,0 0 0 0 0,0 0 0 0 0,0 0 0 0 0,-1 0-1 0 0,1 0 1 0 0,0 0 0 0 0,0 0 0 0 0,-1-1-1 0 0,1 1 1 0 0,-1 0 0 0 0,1 0 0 0 0,-1 1 0 0 0,-4 10 37 0 0,-1-1 0 0 0,0 0 0 0 0,-1 0 0 0 0,-12 15 1 0 0,10-15-17 0 0,0 0 1 0 0,-1 0 0 0 0,0-1 0 0 0,-1-1 0 0 0,0 0-1 0 0,-1 0 1 0 0,-19 10 0 0 0,6-3-223 0 0,26-16 171 0 0,0 0 0 0 0,0 0 1 0 0,0-1-1 0 0,0 1 0 0 0,0-1 1 0 0,0 1-1 0 0,0-1 0 0 0,0 1 0 0 0,0-1 1 0 0,0 1-1 0 0,-1-1 0 0 0,1 0 0 0 0,0 1 1 0 0,0-1-1 0 0,0 0 0 0 0,-1 0 0 0 0,1 0 1 0 0,0 0-1 0 0,-1 1 0 0 0,1-1 1 0 0,-1 0-1 0 0,1 0 0 0 0,-1 0 0 0 0,1-2 1 0 0,-2 1-73 0 0,1 0 0 0 0,-1 1 0 0 0,0-1 1 0 0,0 1-1 0 0,0-1 0 0 0,0 1 0 0 0,0 0 1 0 0,-1-1-1 0 0,1 1 0 0 0,0 0 0 0 0,-1 0 1 0 0,1 0-1 0 0,0 0 0 0 0,-1 0 0 0 0,0 0 1 0 0,1 0-1 0 0,-1 0 0 0 0,1 1 0 0 0,-1-1 1 0 0,0 0-1 0 0,-1 1 0 0 0,-53-23-3407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2081 0 0,'0'0'1841'0'0,"0"-6"800"0"0,0 12-1440 0 0,30-6-961 0 0,30 5-240 0 0,0 3-320 0 0,1-2-1841 0 0,60 0-1281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0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45 1201 0 0,'0'6'2401'0'0,"-30"-6"-400"0"0,-1 19 80 0 0,1-6-721 0 0,30 1-800 0 0,30-22-1040 0 0,-30-3 240 0 0,31 3-240 0 0,-1-4-801 0 0,-30-7-720 0 0,30 0-240 0 0,-30 0 160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14 320 0 0,'0'0'2561'0'0,"31"6"-640"0"0,-31 0-480 0 0,0 2-561 0 0,30-8-319 0 0,0 0-481 0 0,0 0-961 0 0,0-8-960 0 0,1-4-320 0 0,-1-1 80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2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70 480 0 0,'-15'2'1398'0'0,"1"-1"-1"0"0,-1 0 0 0 0,0-1 1 0 0,-25-3-1 0 0,27 2-1180 0 0,0 0 1 0 0,0 1 0 0 0,-24 2-1 0 0,-3 10 42 0 0,39-12-231 0 0,-1 0-1 0 0,1 0 1 0 0,0 1-1 0 0,0-1 1 0 0,0 1 0 0 0,0-1-1 0 0,0 1 1 0 0,0-1-1 0 0,0 1 1 0 0,0 0-1 0 0,1-1 1 0 0,-1 1-1 0 0,0 0 1 0 0,0 0 0 0 0,0 0-1 0 0,1 0 1 0 0,-1-1-1 0 0,0 1 1 0 0,1 0-1 0 0,-1 0 1 0 0,1 0-1 0 0,-1 1 1 0 0,0 1 0 0 0,6-2 78 0 0,11 0-60 0 0,0 0 0 0 0,28 8-1 0 0,-25-5-42 0 0,1 0-1 0 0,0-1 1 0 0,20 0-1 0 0,-18-3-93 0 0,0 0-1 0 0,-1-2 1 0 0,1 0-1 0 0,-1-2 1 0 0,1 0-1 0 0,30-10 1 0 0,-47 12 49 0 0,8-3-231 0 0,0 1 1 0 0,0-1 0 0 0,-1-1 0 0 0,1-1 0 0 0,-1 1-1 0 0,17-15 1 0 0,-28 20 120 0 0,0 0 0 0 0,0 0 0 0 0,-1 0 0 0 0,1 0 0 0 0,-1-1 0 0 0,1 1 0 0 0,-1 0 1 0 0,1 0-1 0 0,-1-1 0 0 0,0 1 0 0 0,0 0 0 0 0,1 0 0 0 0,-1-1 0 0 0,0 1 0 0 0,0 0 0 0 0,0-1 0 0 0,0 1 0 0 0,-1 0 0 0 0,1-2 0 0 0,-1-2-504 0 0,1-9-1291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3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3762 0 0,'-86'26'3735'0'0,"86"-26"-3727"0"0,0 0 0 0 0,-1 0 0 0 0,1 0 0 0 0,0 0 0 0 0,0 0 0 0 0,-1 1 0 0 0,1-1 0 0 0,0 0 1 0 0,0 0-1 0 0,0 0 0 0 0,-1 0 0 0 0,1 0 0 0 0,0 1 0 0 0,0-1 0 0 0,0 0 0 0 0,-1 0 0 0 0,1 1 0 0 0,0-1 0 0 0,0 0 0 0 0,0 0 1 0 0,0 1-1 0 0,-1-1 0 0 0,1 0 0 0 0,0 0 0 0 0,0 1 0 0 0,0-1 0 0 0,0 0 0 0 0,0 0 0 0 0,0 1 0 0 0,0-1 0 0 0,0 0 1 0 0,0 1-1 0 0,0-1 0 0 0,0 0 0 0 0,0 0 0 0 0,0 1 0 0 0,0-1 0 0 0,0 0 0 0 0,0 0 0 0 0,1 1 0 0 0,-1-1 2 0 0,0 1 0 0 0,0-1 0 0 0,0 0 0 0 0,0 1 0 0 0,0-1 0 0 0,0 0 0 0 0,0 0-1 0 0,0 1 1 0 0,0-1 0 0 0,0 0 0 0 0,0 1 0 0 0,0-1 0 0 0,0 0 0 0 0,0 1 0 0 0,0-1 0 0 0,0 0-1 0 0,0 1 1 0 0,0-1 0 0 0,0 0 0 0 0,0 0 0 0 0,-1 1 0 0 0,1-1 0 0 0,0 0 0 0 0,0 0 0 0 0,0 1 0 0 0,0-1-1 0 0,-1 0 1 0 0,1 0 0 0 0,0 1 0 0 0,0-1 0 0 0,-1 0 0 0 0,1 0 0 0 0,0 0 0 0 0,0 0 0 0 0,-1 1-1 0 0,1-1 1 0 0,0 0 0 0 0,-1 0 0 0 0,1 0 0 0 0,0 0 0 0 0,-1 0 0 0 0,-17 7 292 0 0,16 1-68 0 0,4-6-205 0 0,1 0 1 0 0,-1-1 0 0 0,0 1-1 0 0,1-1 1 0 0,0 1 0 0 0,-1-1-1 0 0,1 0 1 0 0,-1 0 0 0 0,6 1-1 0 0,78 17 113 0 0,-32-12-295 0 0,0-3 0 0 0,0-2 1 0 0,0-2-1 0 0,0-3 0 0 0,0-2 1 0 0,-1-3-1 0 0,1-2 0 0 0,78-25 1 0 0,-42 14-3197 0 0,-55 9 775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34 165 800 0 0,'-1'0'134'0'0,"0"1"0"0"0,-1-1 0 0 0,1 0 0 0 0,0 0 0 0 0,0 0 0 0 0,0-1 0 0 0,0 1 0 0 0,0 0 0 0 0,-1 0 0 0 0,1 0 0 0 0,0-1 0 0 0,0 1 0 0 0,0-1 0 0 0,0 1 0 0 0,0-1 0 0 0,0 1 0 0 0,0-1 0 0 0,0 0 0 0 0,0 1 0 0 0,0-1 0 0 0,0 0 0 0 0,1 0 0 0 0,-1 0 0 0 0,0 1 0 0 0,0-1 0 0 0,0-2-1 0 0,-2-30 3703 0 0,4 16-3872 0 0,-2 1 247 0 0,0 11-212 0 0,0 1-1 0 0,1 0 0 0 0,0 0 0 0 0,0-1 0 0 0,0 1 0 0 0,0 0 0 0 0,1 0 0 0 0,-1-1 0 0 0,1 1 1 0 0,0 0-1 0 0,0 0 0 0 0,3-5 0 0 0,5 3-35 0 0,-8 6 30 0 0,0 0 0 0 0,0 0-1 0 0,0-1 1 0 0,-1 1 0 0 0,1-1 0 0 0,0 1-1 0 0,0-1 1 0 0,0 1 0 0 0,-1-1-1 0 0,1 1 1 0 0,0-1 0 0 0,-1 0 0 0 0,1 1-1 0 0,-1-1 1 0 0,1 0 0 0 0,0 1 0 0 0,-1-1-1 0 0,0 0 1 0 0,1 0 0 0 0,-1 0 0 0 0,1 0-1 0 0,-1 1 1 0 0,0-1 0 0 0,0 0 0 0 0,1 0-1 0 0,-1 0 1 0 0,0-1 0 0 0,5 4-60 0 0,37 28 179 0 0,43 39-1 0 0,-36-28-14 0 0,-40-34-98 0 0,5 3 49 0 0,0 0 1 0 0,-2 1 0 0 0,1 0-1 0 0,-1 1 1 0 0,-1 0 0 0 0,0 1-1 0 0,0 0 1 0 0,-2 1-1 0 0,0 0 1 0 0,12 24 0 0 0,-16-21-111 0 0,-5-15 57 0 0,0-1-1 0 0,1 1 1 0 0,-1-1 0 0 0,0 1-1 0 0,1-1 1 0 0,-1 1-1 0 0,1-1 1 0 0,0 1 0 0 0,-1-1-1 0 0,1 0 1 0 0,0 1-1 0 0,0-1 1 0 0,0 0-1 0 0,0 0 1 0 0,0 1 0 0 0,0-1-1 0 0,0 0 1 0 0,0 0-1 0 0,1 0 1 0 0,-1 0 0 0 0,0 0-1 0 0,0-1 1 0 0,1 1-1 0 0,-1 0 1 0 0,1-1 0 0 0,-1 1-1 0 0,1-1 1 0 0,-1 1-1 0 0,1-1 1 0 0,-1 1-1 0 0,1-1 1 0 0,1 0 0 0 0,45-1-139 0 0,-47 1 107 0 0,1 0 1 0 0,0 0 0 0 0,-1 0 0 0 0,1-1-1 0 0,-1 1 1 0 0,1 0 0 0 0,-1-1 0 0 0,1 1 0 0 0,0-1-1 0 0,-1 1 1 0 0,0-1 0 0 0,1 0 0 0 0,-1 0-1 0 0,1 1 1 0 0,-1-1 0 0 0,0 0 0 0 0,0 0-1 0 0,1 0 1 0 0,-1-1 0 0 0,0 1 0 0 0,0 0 0 0 0,0 0-1 0 0,0-1 1 0 0,-1 1 0 0 0,1 0 0 0 0,0-1-1 0 0,0 1 1 0 0,-1-1 0 0 0,1 1 0 0 0,0-2-1 0 0,-1-42-4965 0 0,0 27 3041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9 640 0 0,'2'0'7000'0'0,"30"-4"-6676"0"0,35 0-357 0 0,121 8 0 0 0,-160-1 0 0 0,-1 1-1 0 0,0 1 1 0 0,1 1-1 0 0,-2 1 1 0 0,1 2-1 0 0,-1 1 1 0 0,28 15-1 0 0,-19-5 214 0 0,51 40 0 0 0,-83-58-157 0 0,-1 0-1 0 0,1 0 0 0 0,-1 0 0 0 0,0 0 0 0 0,0 0 0 0 0,0 0 1 0 0,0 0-1 0 0,0 1 0 0 0,0-1 0 0 0,0 1 0 0 0,-1 0 1 0 0,1-1-1 0 0,-1 1 0 0 0,0 0 0 0 0,1 3 0 0 0,-2-4-7 0 0,0 0 0 0 0,-1-1 0 0 0,1 1 0 0 0,0 0 0 0 0,-1 0 0 0 0,0-1 0 0 0,1 1 0 0 0,-1-1 0 0 0,0 1 0 0 0,0 0 0 0 0,0-1 0 0 0,0 0 0 0 0,0 1 0 0 0,0-1 0 0 0,-1 0 0 0 0,1 1 1 0 0,0-1-1 0 0,-1 0 0 0 0,1 0 0 0 0,0 0 0 0 0,-1 0 0 0 0,0 0 0 0 0,1 0 0 0 0,-1-1 0 0 0,1 1 0 0 0,-4 0 0 0 0,-15 8-8 0 0,0-2 1 0 0,-1 0-1 0 0,0-2 1 0 0,0 0-1 0 0,0-1 1 0 0,-1-1-1 0 0,-33 0 1 0 0,-151-13 355 0 0,201 9-346 0 0,-24-2 67 0 0,2-1 1 0 0,-38-12-1 0 0,41 8-24 0 0,38 9-40 0 0,77 8-45 0 0,-11-5 64 0 0,89 16 119 0 0,120 9-23 0 0,-286-29-149 0 0,1 1 1 0 0,0-1-1 0 0,0 1 0 0 0,0-1 0 0 0,0 0 0 0 0,-1-1 1 0 0,1 1-1 0 0,0-1 0 0 0,0 1 0 0 0,0-1 0 0 0,-1 0 1 0 0,1-1-1 0 0,-1 1 0 0 0,1-1 0 0 0,-1 1 0 0 0,1-1 1 0 0,-1 0-1 0 0,0-1 0 0 0,0 1 0 0 0,4-4 0 0 0,-4 1-168 0 0,-1 0 1 0 0,0 0-1 0 0,0 0 0 0 0,0 0 0 0 0,-1 0 0 0 0,1 0 0 0 0,-1 0 0 0 0,-1-1 0 0 0,1 1 0 0 0,-1-1 0 0 0,0 1 1 0 0,-1-7-1 0 0,1-36-3553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5:14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1361 0 0,'-10'3'2094'0'0,"-33"14"453"0"0,-72 38-1 0 0,57-25-1583 0 0,56-30-952 0 0,0 1 1 0 0,0-1-1 0 0,0 1 1 0 0,0 0-1 0 0,0 0 1 0 0,0 0-1 0 0,0 0 1 0 0,0 0-1 0 0,0 0 1 0 0,1 1-1 0 0,-1-1 1 0 0,0 0-1 0 0,1 1 1 0 0,-1-1-1 0 0,1 1 1 0 0,0 0-1 0 0,-1 0 1 0 0,1-1-1 0 0,0 1 1 0 0,0 0-1 0 0,0 0 0 0 0,0 0 1 0 0,0 0-1 0 0,1 0 1 0 0,-1 0-1 0 0,1 0 1 0 0,-1 0-1 0 0,1 1 1 0 0,0-1-1 0 0,0 0 1 0 0,0 0-1 0 0,0 0 1 0 0,0 0-1 0 0,1 4 1 0 0,-1-5 0 0 0,0 1-1 0 0,1 0 1 0 0,0 0 0 0 0,0 0 0 0 0,-1 0-1 0 0,1 0 1 0 0,0 0 0 0 0,1-1 0 0 0,-1 1 0 0 0,0-1-1 0 0,0 1 1 0 0,1 0 0 0 0,-1-1 0 0 0,1 0 0 0 0,-1 1-1 0 0,1-1 1 0 0,0 0 0 0 0,0 0 0 0 0,-1 0-1 0 0,1 0 1 0 0,0 0 0 0 0,0 0 0 0 0,0-1 0 0 0,0 1-1 0 0,0-1 1 0 0,0 1 0 0 0,0-1 0 0 0,0 0 0 0 0,3 0-1 0 0,8 4 74 0 0,33 9-10 0 0,0-2-1 0 0,1-2 0 0 0,83 6 0 0 0,134-13-171 0 0,-243-3 88 0 0,375-30-62 0 0,-310 12 5 0 0,-84 18 61 0 0,0 1 0 0 0,0-1 0 0 0,0 0 1 0 0,0 0-1 0 0,0 0 0 0 0,0 0 0 0 0,-1 0 0 0 0,1-1 1 0 0,0 1-1 0 0,0 0 0 0 0,-1-1 0 0 0,3-3 0 0 0,-3 5 2 0 0,-1-1 0 0 0,0 0-1 0 0,1 1 1 0 0,-1-1-1 0 0,0 0 1 0 0,0 1 0 0 0,0-1-1 0 0,0 0 1 0 0,1 1-1 0 0,-1-1 1 0 0,0 0 0 0 0,0 1-1 0 0,0-1 1 0 0,-1 0-1 0 0,1 0 1 0 0,0 1 0 0 0,0-1-1 0 0,0 0 1 0 0,0 1-1 0 0,-1-1 1 0 0,1 0 0 0 0,0 1-1 0 0,-1-1 1 0 0,1 1-1 0 0,0-1 1 0 0,-1 0 0 0 0,-3-3-4 0 0,1 1 0 0 0,-1 0 1 0 0,0 0-1 0 0,0 0 1 0 0,0 0-1 0 0,0 1 0 0 0,0-1 1 0 0,-1 1-1 0 0,1 0 1 0 0,-7-1-1 0 0,-20-8 41 0 0,0 3 1 0 0,-56-9-1 0 0,21 5-44 0 0,-53-9-717 0 0,-129-5 0 0 0,117 24-1767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00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3121 0 0,'0'0'1841'0'0,"0"5"-1441"0"0,0 3-960 0 0,30-8-320 0 0,-30-8-2562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03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 5042 0 0,'1'0'55'0'0,"-1"1"-1"0"0,0-1 0 0 0,0 0 0 0 0,0 1 1 0 0,0-1-1 0 0,0 1 0 0 0,0-1 0 0 0,0 0 1 0 0,0 1-1 0 0,-1-1 0 0 0,1 0 0 0 0,0 1 1 0 0,0-1-1 0 0,0 0 0 0 0,0 1 1 0 0,0-1-1 0 0,-1 0 0 0 0,1 1 0 0 0,0-1 1 0 0,0 0-1 0 0,0 0 0 0 0,-1 1 0 0 0,1-1 1 0 0,0 0-1 0 0,0 0 0 0 0,-1 1 0 0 0,1-1 1 0 0,0 0-1 0 0,-1 0 0 0 0,1 0 1 0 0,0 1-1 0 0,-1-1 0 0 0,1 0 0 0 0,0 0 1 0 0,-1 0-1 0 0,1 0 0 0 0,0 0 0 0 0,-1 0 1 0 0,1 0-1 0 0,0 0 0 0 0,-1 0 0 0 0,1 0 1 0 0,-1 0-1 0 0,1 0 0 0 0,0 0 0 0 0,-1 0 1 0 0,1 0-1 0 0,0 0 0 0 0,-1 0 1 0 0,1 0-1 0 0,0-1 0 0 0,-1 1 0 0 0,1 0 1 0 0,0 0-1 0 0,-1 0 0 0 0,1-1 0 0 0,0 1 1 0 0,0 0-1 0 0,-1 0 0 0 0,1-1 0 0 0,0 1 1 0 0,-1-1-1 0 0,-14-12-31 0 0,16 14 2 0 0,0 0 0 0 0,-1 1 0 0 0,1-1-1 0 0,0 0 1 0 0,0 1 0 0 0,0-1 0 0 0,0 0 0 0 0,0 0 0 0 0,0 0 0 0 0,0 0 0 0 0,0 0-1 0 0,0 0 1 0 0,1 0 0 0 0,-1 0 0 0 0,0 0 0 0 0,1-1 0 0 0,-1 1 0 0 0,1-1 0 0 0,-1 1-1 0 0,1-1 1 0 0,-1 1 0 0 0,1-1 0 0 0,1 1 0 0 0,55 12 97 0 0,-40-9-41 0 0,871 115 560 0 0,-649-111-553 0 0,-42-2-3 0 0,323 20 45 0 0,254-6-113 0 0,-256 16-92 0 0,-385-23 136 0 0,-4-3-53 0 0,-39-6-69 0 0,135 7 34 0 0,183-19-7 0 0,202 5 2 0 0,-73 15 685 0 0,323-20 2489 0 0,16 2-2682 0 0,-707 9-342 0 0,233 15 244 0 0,533 27 470 0 0,-350-27-450 0 0,-316-5 436 0 0,460 37 738 0 0,-483-21-1121 0 0,306 31 91 0 0,-506-55-484 0 0,-39-4-127 0 0,-23 0-166 0 0,10-1-89 0 0,1 0 0 0 0,0 0 0 0 0,-1-1 0 0 0,1 0 0 0 0,0 0 0 0 0,-1 0 0 0 0,1 0 0 0 0,0-1 0 0 0,0 1 0 0 0,0-1-1 0 0,-5-3 1 0 0,-16-7-1515 0 0,-80-38-5201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0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211 490 640 0 0,'-54'6'2890'0'0,"47"-5"-2443"0"0,0 1 1 0 0,0-1-1 0 0,-1 0 0 0 0,1-1 1 0 0,0 0-1 0 0,-1 0 0 0 0,1 0 1 0 0,-1-1-1 0 0,-12-3 1 0 0,19 2-442 0 0,1 1 0 0 0,-1 0 0 0 0,0-1-1 0 0,0 1 1 0 0,1 0 0 0 0,-1-1 0 0 0,1 1 0 0 0,-1-1 0 0 0,1 1 0 0 0,-1-1 0 0 0,1 0 0 0 0,0 1 0 0 0,0-1 0 0 0,0 1 0 0 0,0-1 0 0 0,0 1 0 0 0,0-1 0 0 0,1-2 0 0 0,-5-23 134 0 0,-12 9-31 0 0,13 15-84 0 0,-1-1 1 0 0,1 1-1 0 0,0-1 1 0 0,0 0-1 0 0,0 0 0 0 0,1 0 1 0 0,-1 0-1 0 0,1-1 0 0 0,0 1 1 0 0,0-1-1 0 0,-2-8 1 0 0,-1-25 93 0 0,2-1 1 0 0,1 0 0 0 0,5-53 0 0 0,-1 8-119 0 0,-2 81-1 0 0,0 0 0 0 0,0 0 0 0 0,1 0 0 0 0,-1 0 0 0 0,1 0 0 0 0,0 0 0 0 0,0 0 0 0 0,0 0 0 0 0,0 0 0 0 0,0 1 0 0 0,1-1 0 0 0,-1 0 0 0 0,1 1 0 0 0,0-1 0 0 0,0 1 0 0 0,0 0 0 0 0,0-1 0 0 0,0 1 0 0 0,0 0 0 0 0,1 0 0 0 0,-1 0 0 0 0,1 1 0 0 0,-1-1 0 0 0,1 0 0 0 0,0 1 0 0 0,-1 0 0 0 0,1 0 0 0 0,0 0 0 0 0,4-1 0 0 0,3 1 27 0 0,16 8-44 0 0,-23 0-10 0 0,-2-3 17 0 0,15 10 5 0 0,23 25 37 0 0,-10 7 75 0 0,38 79 0 0 0,-22-38-28 0 0,-28-52-9 0 0,23 70-1 0 0,-27-68-22 0 0,22 47 1 0 0,-29-72-74 0 0,1-1 0 0 0,0 0 0 0 0,1 0 0 0 0,0 0 0 0 0,0-1 1 0 0,1 0-1 0 0,19 15 0 0 0,-14-14-143 0 0,0 0-1 0 0,1-2 1 0 0,26 14 0 0 0,-35-20 25 0 0,0-1 0 0 0,0 1 0 0 0,1-1 0 0 0,-1-1 0 0 0,0 1 0 0 0,1-1 1 0 0,-1 0-1 0 0,1-1 0 0 0,-1 1 0 0 0,1-1 0 0 0,-1-1 0 0 0,10 0 0 0 0,19-15-3337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06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92 373 160 0 0,'0'3'288'0'0,"0"1"-1"0"0,-1-1 1 0 0,1 0-1 0 0,-1 1 0 0 0,0-1 1 0 0,0 0-1 0 0,0 1 1 0 0,0-1-1 0 0,-1 0 1 0 0,1 0-1 0 0,-1 0 1 0 0,0 0-1 0 0,0 0 1 0 0,0-1-1 0 0,0 1 1 0 0,0 0-1 0 0,-1-1 1 0 0,1 0-1 0 0,-1 1 1 0 0,1-1-1 0 0,-1 0 1 0 0,0 0-1 0 0,0-1 1 0 0,0 1-1 0 0,-3 1 1 0 0,0 0-79 0 0,1 3 137 0 0,4-7-347 0 0,0 0-1 0 0,1 0 0 0 0,-1 0 1 0 0,0 0-1 0 0,0 0 0 0 0,0 0 1 0 0,0 0-1 0 0,0 0 0 0 0,0 0 1 0 0,0 1-1 0 0,0-1 0 0 0,0 0 1 0 0,0 0-1 0 0,0 1 0 0 0,-2-1 1 0 0,-5-5 1 0 0,7 4 0 0 0,0 0 0 0 0,0 0 0 0 0,0 0 0 0 0,1 0 0 0 0,-1 0 0 0 0,1 0 0 0 0,-1 0 0 0 0,1-1 0 0 0,0 1 0 0 0,0 0 0 0 0,0 0 0 0 0,1-4 0 0 0,-1 6 0 0 0,0-301-14 0 0,0 296 11 0 0,0 0 0 0 0,0 1 0 0 0,1-1 0 0 0,0 1 0 0 0,0-1-1 0 0,0 1 1 0 0,0-1 0 0 0,1 1 0 0 0,0-1 0 0 0,0 1-1 0 0,0 0 1 0 0,0 0 0 0 0,1 0 0 0 0,-1 0 0 0 0,1 1 0 0 0,0-1-1 0 0,1 1 1 0 0,-1-1 0 0 0,5-3 0 0 0,6-7 0 0 0,-14 14 5 0 0,1 1 1 0 0,0 0 0 0 0,-1-1 0 0 0,1 1-1 0 0,-1 0 1 0 0,1-1 0 0 0,-1 1 0 0 0,0 0-1 0 0,1 0 1 0 0,-1-1 0 0 0,0 1-1 0 0,1 0 1 0 0,-1 0 0 0 0,0-1 0 0 0,0 1-1 0 0,0 0 1 0 0,0 0 0 0 0,0 0-1 0 0,0 0 1 0 0,0-1 0 0 0,0 1 0 0 0,0 0-1 0 0,0 0 1 0 0,0 0 0 0 0,-1 1 0 0 0,6 31 112 0 0,13 37 34 0 0,14 74 76 0 0,-28-108-174 0 0,7 36 58 0 0,31 30 55 0 0,-3-8-21 0 0,-34-77-117 0 0,-1-3-11 0 0,1 1 0 0 0,0-1 0 0 0,1 0 0 0 0,0 0 0 0 0,2-1 0 0 0,-1 1 0 0 0,12 14 1 0 0,-8-15-51 0 0,-1-1 1 0 0,2 0-1 0 0,0 0 1 0 0,0-1-1 0 0,1-1 1 0 0,0 0-1 0 0,1-1 1 0 0,0 0-1 0 0,0-1 1 0 0,1 0 0 0 0,16 5-1 0 0,-26-12-26 0 0,8 4-12 0 0,0-1 0 0 0,0-1 0 0 0,1 0 0 0 0,24 2 0 0 0,-34-5-58 0 0,1-1-1 0 0,-1 1 0 0 0,0 0 1 0 0,0-1-1 0 0,1 0 1 0 0,-1 0-1 0 0,0 0 0 0 0,0 0 1 0 0,0-1-1 0 0,0 0 0 0 0,0 0 1 0 0,-1 0-1 0 0,1 0 1 0 0,-1 0-1 0 0,1-1 0 0 0,-1 1 1 0 0,0-1-1 0 0,0 0 0 0 0,0 0 1 0 0,0-1-1 0 0,2-2 1 0 0,26-41-4752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0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0 4402 0 0,'0'7'3172'0'0,"1"7"-2350"0"0,-1-13-852 0 0,0 0 1 0 0,0 0-1 0 0,0-1 1 0 0,0 1-1 0 0,0 0 1 0 0,0 0 0 0 0,0 0-1 0 0,0 0 1 0 0,-1-1-1 0 0,1 1 1 0 0,0 0-1 0 0,0 0 1 0 0,-1-1-1 0 0,1 1 1 0 0,-1 0-1 0 0,1 0 1 0 0,-1-1-1 0 0,1 1 1 0 0,-1 0-1 0 0,0 0 1 0 0,-3 2 18 0 0,0 0 0 0 0,0 0 0 0 0,1 0 0 0 0,-1 0 0 0 0,1 1 0 0 0,-7 7-1 0 0,-18 22 117 0 0,20-27-65 0 0,1 1 1 0 0,-1 0 0 0 0,2 1 0 0 0,-1-1-1 0 0,1 2 1 0 0,0-1 0 0 0,1 0 0 0 0,0 1-1 0 0,0 0 1 0 0,1 0 0 0 0,0 1 0 0 0,1-1-1 0 0,0 1 1 0 0,0-1 0 0 0,1 1 0 0 0,1 0-1 0 0,-2 19 1 0 0,2-18-14 0 0,0 0-1 0 0,-1-1 1 0 0,-1 1-1 0 0,1-1 1 0 0,-2 1-1 0 0,1-1 0 0 0,-2 0 1 0 0,1-1-1 0 0,-1 1 1 0 0,-11 14-1 0 0,8-10 36 0 0,0 1 0 0 0,-12 28-1 0 0,18-36-45 0 0,1-1 0 0 0,-1 0 0 0 0,1 1 0 0 0,0-1 0 0 0,1 1 0 0 0,-1-1 0 0 0,1 1 0 0 0,1 0-1 0 0,-1-1 1 0 0,1 1 0 0 0,2 6 0 0 0,0-1 9 0 0,1 0 1 0 0,1 0-1 0 0,0 0 0 0 0,1-1 1 0 0,0 1-1 0 0,1-1 0 0 0,0-1 0 0 0,0 0 1 0 0,1 0-1 0 0,1 0 0 0 0,0-1 1 0 0,0 0-1 0 0,0-1 0 0 0,1 0 0 0 0,1 0 1 0 0,-1-1-1 0 0,1 0 0 0 0,15 6 0 0 0,-4-3 20 0 0,1-1-1 0 0,0 0 1 0 0,1-2-1 0 0,0-1 1 0 0,0 0-1 0 0,0-2 1 0 0,1-1-1 0 0,35 0 1 0 0,-26-3-47 0 0,57-8 0 0 0,-77 6 4 0 0,0-1-1 0 0,-1-1 0 0 0,16-6 0 0 0,13-12 11 0 0,-40 20-12 0 0,1 1 0 0 0,-1-1 0 0 0,1 0 0 0 0,-1 0 0 0 0,1 0 0 0 0,-1-1 0 0 0,0 1 0 0 0,0 0 0 0 0,0-1 0 0 0,-1 1 0 0 0,1-1 0 0 0,0 0 0 0 0,-1 0 0 0 0,0 0 0 0 0,0 1 0 0 0,0-1 0 0 0,0 0 0 0 0,0 0 0 0 0,0-1 0 0 0,-1 1 0 0 0,1 0 0 0 0,-1 0 0 0 0,0 0 0 0 0,0 0 0 0 0,0 0 0 0 0,-1-4 0 0 0,1 5-1 0 0,0 1 1 0 0,-1-1-1 0 0,1 1 1 0 0,0 0-1 0 0,-1-1 1 0 0,1 1-1 0 0,-1 0 1 0 0,1-1-1 0 0,-1 1 1 0 0,1 0-1 0 0,-1 0 1 0 0,0-1-1 0 0,0 1 1 0 0,0 0-1 0 0,1 0 1 0 0,-1 0-1 0 0,0 0 1 0 0,-1 0-1 0 0,1 0 1 0 0,0 0-1 0 0,0 0 1 0 0,0 1-1 0 0,0-1 0 0 0,-1 0 1 0 0,1 1-1 0 0,0-1 1 0 0,-1 1-1 0 0,1-1 1 0 0,0 1-1 0 0,-1 0 1 0 0,-1-1-1 0 0,-66-4 4 0 0,57 4-2 0 0,-95 0-2 0 0,-57 4-5 0 0,82 3-2 0 0,0 2-1 0 0,1 5 1 0 0,-101 28 0 0 0,83-10-75 0 0,-39 10-1675 0 0,133-43-603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16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990 282 1681 0 0,'0'0'132'0'0,"0"-1"0"0"0,0 1 1 0 0,0-1-1 0 0,0 0 0 0 0,0 1 0 0 0,0-1 1 0 0,-1 1-1 0 0,1-1 0 0 0,0 1 0 0 0,0-1 1 0 0,-1 0-1 0 0,1 1 0 0 0,0-1 0 0 0,-1 1 1 0 0,1-1-1 0 0,0 1 0 0 0,-1 0 1 0 0,1-1-1 0 0,-1 1 0 0 0,1-1 0 0 0,-1 1 1 0 0,1 0-1 0 0,-1-1 0 0 0,1 1 0 0 0,-1 0 1 0 0,1 0-1 0 0,-1-1 0 0 0,0 1 0 0 0,1 0 1 0 0,-1 0-1 0 0,1 0 0 0 0,-2-1 0 0 0,-24 1 149 0 0,10 0 89 0 0,-56-17-474 0 0,45 9 200 0 0,0 2 0 0 0,0 1 0 0 0,-35-2 1 0 0,-114 13 449 0 0,115 0-479 0 0,-29 2 13 0 0,-31 5-53 0 0,111-12 2 0 0,0-1 0 0 0,0 2 0 0 0,0-1 0 0 0,0 1 0 0 0,-11 4 0 0 0,1 0 10 0 0,12-4-27 0 0,7-2-12 0 0,0 0 0 0 0,0 0 0 0 0,1 0 0 0 0,-1 0 0 0 0,0 0 0 0 0,0 0 0 0 0,0 0 0 0 0,1 0 0 0 0,-1 0 0 0 0,0 0 0 0 0,0 1 0 0 0,1-1 0 0 0,-1 0 0 0 0,0 1 0 0 0,0-1 1 0 0,1 0-1 0 0,-1 1 0 0 0,0-1 0 0 0,1 1 0 0 0,-1-1 0 0 0,1 1 0 0 0,-1 0 0 0 0,0-1 0 0 0,1 1 0 0 0,-1-1 0 0 0,1 1 0 0 0,0 0 0 0 0,-1 0 0 0 0,1-1 0 0 0,0 1 0 0 0,-1 0 0 0 0,1-1 0 0 0,0 1 0 0 0,0 0 0 0 0,-1 0 1 0 0,1 0-1 0 0,0 1 0 0 0,0-2 0 0 0,0 1 0 0 0,0-1 0 0 0,0 1 0 0 0,0-1 0 0 0,0 1 0 0 0,-1-1 0 0 0,1 1 0 0 0,0-1 0 0 0,0 1 0 0 0,0-1 0 0 0,-1 1 0 0 0,1-1 0 0 0,0 1 0 0 0,-1-1 0 0 0,1 1 0 0 0,0-1 0 0 0,-1 0 0 0 0,1 1 0 0 0,-1-1 0 0 0,1 0 0 0 0,0 1 0 0 0,-1-1 0 0 0,1 0 0 0 0,-1 1 0 0 0,1-1 0 0 0,-1 0 0 0 0,1 0 0 0 0,-1 0 0 0 0,1 0 0 0 0,-1 1 0 0 0,0-1 0 0 0,1 0 0 0 0,-1 0 0 0 0,0 0 0 0 0,0 0 0 0 0,1 0 0 0 0,-1 0 0 0 0,0 0 0 0 0,0 0 0 0 0,1 1 0 0 0,-1-1 0 0 0,0 0 0 0 0,0 1 0 0 0,1-1 0 0 0,-1 0 0 0 0,0 1 0 0 0,1-1 0 0 0,-1 1 0 0 0,0-1 0 0 0,1 1 0 0 0,-1-1 0 0 0,1 1 0 0 0,-1-1 0 0 0,1 1 0 0 0,-1 0 0 0 0,1-1 0 0 0,-1 1 0 0 0,1 0 0 0 0,0-1 0 0 0,-1 1 0 0 0,1 0 0 0 0,0-1 0 0 0,-1 1 0 0 0,1 0 0 0 0,0 0 0 0 0,0 0 0 0 0,0-1 0 0 0,0 1 0 0 0,0 0 0 0 0,0 1 0 0 0,0-1 1 0 0,0-1 0 0 0,0 1 0 0 0,0-1 0 0 0,0 1 0 0 0,0-1 0 0 0,0 1 0 0 0,0 0 0 0 0,-1-1-1 0 0,1 1 1 0 0,0-1 0 0 0,0 1 0 0 0,0-1 0 0 0,-1 1 0 0 0,1-1 0 0 0,0 1 0 0 0,-1-1 0 0 0,1 1 0 0 0,0-1 0 0 0,-1 0 0 0 0,1 1 0 0 0,-1-1 0 0 0,1 1 0 0 0,0-1 0 0 0,-1 0 0 0 0,1 1 0 0 0,-1-1 0 0 0,1 0 0 0 0,-1 0 0 0 0,1 1 0 0 0,-1-1 0 0 0,0 0 0 0 0,1 0 0 0 0,-1 0 0 0 0,1 0 0 0 0,-1 0 0 0 0,1 0 0 0 0,-1 0 0 0 0,-1 0 0 0 0,2 0 0 0 0,-1 0 0 0 0,1 0 0 0 0,-1 0 0 0 0,0 0 0 0 0,1 1 0 0 0,-1-1 0 0 0,0 0 0 0 0,1 0 0 0 0,-1 0 0 0 0,1 0 0 0 0,-1 1 1 0 0,0-1-1 0 0,1 0 0 0 0,-1 1 0 0 0,1-1 0 0 0,-1 0 0 0 0,1 1 0 0 0,-1-1 0 0 0,1 1 0 0 0,-1-1 0 0 0,1 1 0 0 0,0-1 0 0 0,-1 1 0 0 0,1-1 0 0 0,0 1 0 0 0,-1-1 0 0 0,1 1 0 0 0,0-1 0 0 0,-1 1 0 0 0,1 0 0 0 0,0-1 0 0 0,0 1 0 0 0,0-1 0 0 0,0 1 0 0 0,0 0 1 0 0,0-1-1 0 0,0 1 0 0 0,0 0 0 0 0,0 0 0 0 0,-2 1 4 0 0,1 0 0 0 0,-1 0 1 0 0,0 0-1 0 0,0 0 0 0 0,0 0 1 0 0,0 0-1 0 0,0 0 0 0 0,0-1 1 0 0,-1 1-1 0 0,1-1 0 0 0,0 0 1 0 0,-1 0-1 0 0,1 0 0 0 0,-4 1 1 0 0,-1 0-6 0 0,7-2 0 0 0,-1 0 0 0 0,0 0 0 0 0,0 0 0 0 0,0 0 0 0 0,1 0 0 0 0,-1 0 0 0 0,0 0 0 0 0,0 1 0 0 0,1-1 0 0 0,-1 0 0 0 0,0 1 0 0 0,1-1 0 0 0,-1 0 0 0 0,0 1 0 0 0,1-1 0 0 0,-1 1 0 0 0,0-1 0 0 0,1 1 0 0 0,-1-1 0 0 0,1 1 0 0 0,-1-1 0 0 0,1 1 0 0 0,-1 0 0 0 0,1-1 0 0 0,0 1 0 0 0,-1 0 0 0 0,1-1 0 0 0,0 1 0 0 0,-1 0 0 0 0,1-1 0 0 0,0 1 0 0 0,0 0 0 0 0,0 0 0 0 0,-1-1 0 0 0,1 3 0 0 0,0-3 1 0 0,0 1 0 0 0,0-1 0 0 0,0 0 0 0 0,0 1 0 0 0,-1-1 0 0 0,1 1 0 0 0,0-1 0 0 0,0 1 1 0 0,-1-1-1 0 0,1 0 0 0 0,0 1 0 0 0,0-1 0 0 0,-1 1 0 0 0,1-1 0 0 0,-1 0 0 0 0,1 1 0 0 0,0-1 0 0 0,-1 0 0 0 0,1 0 1 0 0,-1 1-1 0 0,1-1 0 0 0,0 0 0 0 0,-1 0 0 0 0,1 0 0 0 0,-1 0 0 0 0,1 1 0 0 0,-1-1 0 0 0,1 0 0 0 0,-1 0 0 0 0,1 0 1 0 0,-1 0-1 0 0,1 0 0 0 0,-1 0 0 0 0,0 0 0 0 0,0 0-1 0 0,1 0 1 0 0,-1 0 0 0 0,0 0 0 0 0,0 0 0 0 0,1 0 0 0 0,-1 0-1 0 0,0 0 1 0 0,1 1 0 0 0,-1-1 0 0 0,0 0 0 0 0,1 0 0 0 0,-1 1-1 0 0,1-1 1 0 0,-1 1 0 0 0,0-1 0 0 0,1 0 0 0 0,-1 1-1 0 0,1-1 1 0 0,-1 1 0 0 0,1-1 0 0 0,0 1 0 0 0,-1-1 0 0 0,1 1-1 0 0,-1 0 1 0 0,1-1 0 0 0,0 1 0 0 0,-1 0 0 0 0,1-1-1 0 0,0 1 1 0 0,0 0 0 0 0,0-1 0 0 0,-1 1 0 0 0,1 0 0 0 0,0 1-1 0 0,0 0-3 0 0,0 1 1 0 0,1 0-1 0 0,-1 0 0 0 0,1 0 0 0 0,-1-1 0 0 0,1 1 0 0 0,0 0 0 0 0,0-1 0 0 0,0 1 0 0 0,0 0 0 0 0,1-1 0 0 0,-1 0 0 0 0,1 1 0 0 0,2 2 0 0 0,-3-3 2 0 0,1 0-1 0 0,-1 1 1 0 0,1-1-1 0 0,-1 0 1 0 0,0 1-1 0 0,0-1 1 0 0,0 0-1 0 0,0 1 1 0 0,0 0-1 0 0,0-1 1 0 0,-1 1-1 0 0,1-1 1 0 0,-1 1-1 0 0,0 3 1 0 0,0-4 1 0 0,0 0 0 0 0,1 0 0 0 0,-1 0 0 0 0,0 0 0 0 0,1 0 0 0 0,-1-1 0 0 0,1 1 0 0 0,-1 0 0 0 0,1 0 0 0 0,0 0 0 0 0,0-1 0 0 0,0 1 0 0 0,0 0 0 0 0,0-1 0 0 0,0 1 0 0 0,0-1 0 0 0,0 1 0 0 0,1-1 0 0 0,-1 0 0 0 0,1 0 0 0 0,2 2 0 0 0,1 1 0 0 0,-4-1 0 0 0,0 0 0 0 0,0 0 0 0 0,0 0 0 0 0,0 0 0 0 0,0-1 0 0 0,-1 1 0 0 0,1 0 0 0 0,-1 0 0 0 0,0 0 0 0 0,1 0 0 0 0,-1 0 0 0 0,-1 0 0 0 0,1 0 0 0 0,0 0 0 0 0,-2 3 0 0 0,2 3 0 0 0,-2 12 13 0 0,1-16-8 0 0,1 0 0 0 0,-1 0 0 0 0,1 0 0 0 0,0 0 0 0 0,0 0 1 0 0,0 0-1 0 0,1 0 0 0 0,-1 0 0 0 0,1-1 0 0 0,1 1 0 0 0,-1 0 1 0 0,3 5-1 0 0,16 8-5 0 0,-16-16 0 0 0,0 1 0 0 0,-1-1 0 0 0,0 1 0 0 0,1 0 0 0 0,-1 1 0 0 0,0-1 0 0 0,3 5 0 0 0,-2 1 0 0 0,22 31 0 0 0,-21-27 0 0 0,0-1 0 0 0,21 3 0 0 0,0 0 0 0 0,1-2 0 0 0,40 14 0 0 0,-17-2 0 0 0,-39-19 0 0 0,1 1 0 0 0,0-1 0 0 0,0-1 0 0 0,17 5 0 0 0,87 27 53 0 0,-45-16-107 0 0,-55-17 54 0 0,0 0 0 0 0,30 13 1 0 0,-10-5 10 0 0,-1-1 0 0 0,1-2-1 0 0,1-1 1 0 0,0-2 0 0 0,0-1 0 0 0,39-1 0 0 0,18 4-7 0 0,168 10 33 0 0,-107-11 6 0 0,-92-2-12 0 0,-1-4 0 0 0,119-13 0 0 0,-82-3 27 0 0,180-25-52 0 0,-94 19 77 0 0,52-12-2 0 0,-112 14-69 0 0,65-7 50 0 0,459-57 250 0 0,95 33-139 0 0,-409 28-151 0 0,295-7 36 0 0,-575 29-55 0 0,654 18 154 0 0,-396-2 26 0 0,-310-16-179 0 0,127 4 229 0 0,669-3 868 0 0,-662-10-976 0 0,234-7 150 0 0,-144 12-45 0 0,17 0-73 0 0,40-17 44 0 0,-140 5-82 0 0,383-23-92 0 0,-396 26-107 0 0,75-10 66 0 0,120 15 188 0 0,48 28 8 0 0,-296-15-151 0 0,491 40 76 0 0,-485-35-81 0 0,-27-2 68 0 0,94-1-1 0 0,1-3-112 0 0,127-7 199 0 0,-106-3-182 0 0,61-8 30 0 0,163-61 212 0 0,-345 56-244 0 0,-50 18-1 0 0,1 0 0 0 0,-1 0 0 0 0,1 0 0 0 0,-1 0 0 0 0,1-1 0 0 0,-1 1 0 0 0,0 0 0 0 0,0-1 0 0 0,0 0 0 0 0,0 1 0 0 0,0-1 1 0 0,0 0-1 0 0,0 0 0 0 0,-1 0 0 0 0,1 0 0 0 0,-1-1 0 0 0,3-3 0 0 0,-4 5 8 0 0,1-1-1 0 0,-1 1 1 0 0,1 0 0 0 0,-1 0-1 0 0,1-1 1 0 0,0 1 0 0 0,0 0 0 0 0,-1 0-1 0 0,1 0 1 0 0,0 0 0 0 0,0 0-1 0 0,0 0 1 0 0,0 0 0 0 0,0 0-1 0 0,1 0 1 0 0,0-1 0 0 0,-1 2 4 0 0,0 0 1 0 0,0-1 0 0 0,0 1 0 0 0,0-1-1 0 0,0 1 1 0 0,-1-1 0 0 0,1 1-1 0 0,0-1 1 0 0,0 1 0 0 0,-1-1-1 0 0,1 0 1 0 0,0 1 0 0 0,-1-1 0 0 0,1 0-1 0 0,-1 0 1 0 0,1 1 0 0 0,-1-1-1 0 0,1 0 1 0 0,-1 0 0 0 0,1 0 0 0 0,-1 0-1 0 0,0 0 1 0 0,1 0 0 0 0,-1 0-1 0 0,0 0 1 0 0,0 0 0 0 0,0 0-1 0 0,0 1 1 0 0,0-1 0 0 0,0 0 0 0 0,0 0-1 0 0,0 0 1 0 0,0 0 0 0 0,0 0-1 0 0,-1 0 1 0 0,1 0 0 0 0,0 0 0 0 0,-1 0-1 0 0,1 0 1 0 0,-1 0 0 0 0,1 1-1 0 0,-1-1 1 0 0,1 0 0 0 0,-1 0-1 0 0,0 0 1 0 0,-18-19 114 0 0,-2 2 1 0 0,0 0-1 0 0,-1 2 0 0 0,0 0 1 0 0,-49-24-1 0 0,16 8-55 0 0,52 32-73 0 0,0-1 15 0 0,29-11-93 0 0,-23 12 84 0 0,-2-1 0 0 0,-25-11 0 0 0,-28-8 19 0 0,-1 3-1 0 0,0 1 0 0 0,-66-9 1 0 0,64 13-12 0 0,-60-12-7 0 0,82 15-5 0 0,-5 0-57 0 0,-27 2-18 0 0,-90-22-1 0 0,43 7-12 0 0,83 16 67 0 0,-153-33-94 0 0,48 11 86 0 0,-234-20 1 0 0,242 29 21 0 0,-19-1-3 0 0,57 14 48 0 0,-297-8 94 0 0,-31 39-140 0 0,369-23 27 0 0,32-1-14 0 0,0 0 0 0 0,1 0-1 0 0,-21 6 1 0 0,18-4 16 0 0,-1-1 0 0 0,0 0 0 0 0,-20-1-1 0 0,21-1-14 0 0,-1 0 0 0 0,1 2 0 0 0,-21 3 0 0 0,-135 19-27 0 0,40-9 145 0 0,-127 5-124 0 0,77-9 10 0 0,61-5-9 0 0,-183-15 0 0 0,-47 1-68 0 0,54 17 122 0 0,-150-11-72 0 0,150 0-72 0 0,150 11 75 0 0,-63 26 7 0 0,208-35 16 0 0,-100 18-45 0 0,-101 22 95 0 0,132-24-54 0 0,0-2 0 0 0,-100 5 0 0 0,-9 0 80 0 0,-241 9-80 0 0,176-8 27 0 0,-233 8 13 0 0,-147-69-507 0 0,500 34 433 0 0,-1 5 1 0 0,-127 17-1 0 0,162-9-12 0 0,-224 31 112 0 0,281-32-65 0 0,21-2 3 0 0,1-2-1 0 0,-1 0 0 0 0,0 0 1 0 0,-16-3-1 0 0,-6 1 18 0 0,-1 1 0 0 0,-52 6 0 0 0,-29 7-47 0 0,0-6-1 0 0,-213-15 0 0 0,98-29 16 0 0,78 10-31 0 0,76 21-170 0 0,0 3-1 0 0,-141 14 1 0 0,151-6-192 0 0,-21-2-417 0 0,64-3 337 0 0,1 0 1 0 0,0 2 0 0 0,0 1-1 0 0,0 1 1 0 0,-25 8 0 0 0,42-8-338 0 0,11 0-199 0 0,22 8-1848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6 240 0 0,'0'0'1041'0'0,"0"-5"-321"0"0,30 5-800 0 0,-30 5-480 0 0,0 1-401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6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75 1201 0 0,'-30'-6'1680'0'0,"30"1"-159"0"0,-30-9-400 0 0,0 8-241 0 0,30-7-240 0 0,-31 7-240 0 0,31-2-79 0 0,0 3-81 0 0,0-1-240 0 0,31 0 0 0 0,-1 6-961 0 0,0 0-720 0 0,-30 6-319 0 0,30 13-81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8 400 0 0,'-31'0'1361'0'0,"31"-8"2401"0"0,31 8-4163 0 0,-1 0-2320 0 0,-30 8 1200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7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1281 0 0,'30'14'1920'0'0,"1"-14"-1359"0"0,-1-6-1202 0 0,-30-7-639 0 0,-30-20-321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4:09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1 262 640 0 0,'12'8'1080'0'0,"2"0"3"0"0,-10-5 2197 0 0,1-2-3107 0 0,15 3 41 0 0,-19-3-168 0 0,0 0 1 0 0,0 1 0 0 0,-1-1-1 0 0,1 0 1 0 0,-1 1 0 0 0,1-1-1 0 0,-1 1 1 0 0,1-1 0 0 0,-1 1 0 0 0,0-1-1 0 0,0 1 1 0 0,0-1 0 0 0,0 1-1 0 0,0 0 1 0 0,0-1 0 0 0,0 1-1 0 0,0-1 1 0 0,-1 1 0 0 0,1-1-1 0 0,-1 1 1 0 0,1-1 0 0 0,-1 0-1 0 0,1 1 1 0 0,-1-1 0 0 0,-1 2 0 0 0,-18-3 33 0 0,15 0 80 0 0,10 0-80 0 0,15 0 0 0 0,-15 0 480 0 0,-10 1-480 0 0,1-1-46 0 0,3 0-28 0 0,0 0 1 0 0,1 0-1 0 0,-1 0 0 0 0,0 0 1 0 0,0 0-1 0 0,1 0 1 0 0,-1 0-1 0 0,0 0 0 0 0,0 0 1 0 0,0 1-1 0 0,1-1 0 0 0,-1 0 1 0 0,0 0-1 0 0,0 1 0 0 0,1-1 1 0 0,-1 0-1 0 0,0 1 0 0 0,1-1 1 0 0,-1 1-1 0 0,1-1 1 0 0,-1 1-1 0 0,0-1 0 0 0,1 1 1 0 0,-1 0-1 0 0,1-1 0 0 0,-1 1 1 0 0,1 0-1 0 0,0-1 0 0 0,-1 1 1 0 0,1 0-1 0 0,0-1 0 0 0,-1 1 1 0 0,1 0-1 0 0,0 0 1 0 0,0 0-1 0 0,0-1 0 0 0,-1 1 1 0 0,1 0-1 0 0,0 0 0 0 0,0-1 1 0 0,0 1-1 0 0,0 0 0 0 0,1 0 1 0 0,-1 1-1 0 0,0-1 554 0 0,5-1-493 0 0,196 13 107 0 0,-166-12-98 0 0,-6 0-24 0 0,0-1-1 0 0,1-2 1 0 0,-1 0 0 0 0,0-2 0 0 0,37-10-1 0 0,-61 13-52 0 0,-1-1 0 0 0,1 1 0 0 0,-1-1 0 0 0,1 0 0 0 0,-1 0 0 0 0,0 0 0 0 0,1-1 0 0 0,-1 0 0 0 0,0 1 0 0 0,-1-1 0 0 0,1-1 0 0 0,0 1 0 0 0,-1-1 0 0 0,0 1 0 0 0,0-1 0 0 0,0 0 0 0 0,0 0 0 0 0,-1 0 0 0 0,1 0 0 0 0,-1-1 0 0 0,0 1 0 0 0,-1-1 0 0 0,1 1 0 0 0,-1-1 0 0 0,1 0 0 0 0,-2 0 0 0 0,2-8 0 0 0,-2-3-57 0 0,-1 1 0 0 0,-1-1-1 0 0,0 1 1 0 0,-1-1 0 0 0,-1 1 0 0 0,0 0 0 0 0,-7-16 0 0 0,5 14-146 0 0,-7-28-354 0 0,13 43 459 0 0,0 1 0 0 0,0-1 0 0 0,0 0 1 0 0,0 1-1 0 0,0-1 0 0 0,0 0 0 0 0,1 1 1 0 0,-1-1-1 0 0,0 1 0 0 0,1-1 0 0 0,0 1 1 0 0,-1-1-1 0 0,1 1 0 0 0,0-1 0 0 0,0 1 1 0 0,0-1-1 0 0,0 1 0 0 0,0 0 0 0 0,0 0 1 0 0,0-1-1 0 0,2-1 0 0 0,2-1-3903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6:2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205 249 3121 0 0,'-5'-16'1805'0'0,"-13"8"-613"0"0,16 8-1121 0 0,-3-1 650 0 0,-11-5 26 0 0,15 6-750 0 0,1 0-1 0 0,-1 0 1 0 0,0 0 0 0 0,1 0 0 0 0,-1 0 0 0 0,1 0-1 0 0,-1 0 1 0 0,0-1 0 0 0,1 1 0 0 0,-1 0 0 0 0,1 0 0 0 0,-1-1-1 0 0,1 1 1 0 0,-1 0 0 0 0,1-1 0 0 0,-1 1 0 0 0,1 0-1 0 0,-1-1 1 0 0,1 1 0 0 0,-1-1 0 0 0,1 1 0 0 0,-1-1-1 0 0,1 1 1 0 0,0-1 0 0 0,-1 1 0 0 0,1-1 0 0 0,0 1 0 0 0,0-1-1 0 0,-1 1 1 0 0,1-1 0 0 0,0 0 0 0 0,0 1 0 0 0,0-1-1 0 0,0 0 1 0 0,0 1 0 0 0,0-1 0 0 0,0 1 0 0 0,0-1-1 0 0,0 0 1 0 0,0 1 0 0 0,0-1 0 0 0,0 1 0 0 0,0-1-1 0 0,0 0 1 0 0,1 0 0 0 0,-1 0 1 0 0,0 1 0 0 0,0-1 0 0 0,0 0-1 0 0,0 0 1 0 0,-1 1 0 0 0,1-1 0 0 0,0 0 0 0 0,0 1-1 0 0,0-1 1 0 0,-1 0 0 0 0,1 1 0 0 0,0-1 0 0 0,-1 1 0 0 0,1-1-1 0 0,-1 0 1 0 0,1 1 0 0 0,-1-1 0 0 0,1 1 0 0 0,-1-1-1 0 0,1 1 1 0 0,-1 0 0 0 0,1-1 0 0 0,-1 1 0 0 0,1-1 0 0 0,-1 1-1 0 0,0 0 1 0 0,0-1 0 0 0,0 1 8 0 0,0-1 0 0 0,0 1 0 0 0,1 0 0 0 0,-1-1 0 0 0,0 1 0 0 0,0-1 0 0 0,1 0 0 0 0,-1 1 0 0 0,0-1 0 0 0,1 1 0 0 0,-1-1 0 0 0,1 0 0 0 0,-1 0 0 0 0,1 1 0 0 0,-1-1 0 0 0,1 0 0 0 0,-1 0 0 0 0,1 0 0 0 0,0 0 0 0 0,-1 1 0 0 0,1-1 0 0 0,0 0 0 0 0,0 0 0 0 0,0 0 0 0 0,0 0 0 0 0,0 0 0 0 0,0-1 0 0 0,3-25 421 0 0,-3 26-413 0 0,1 1-1 0 0,-1-1 0 0 0,1 0 1 0 0,-1 0-1 0 0,1 1 0 0 0,0-1 1 0 0,0 0-1 0 0,-1 1 0 0 0,1-1 0 0 0,0 1 1 0 0,0-1-1 0 0,0 1 0 0 0,-1-1 1 0 0,1 1-1 0 0,0 0 0 0 0,0-1 1 0 0,0 1-1 0 0,0 0 0 0 0,2-1 0 0 0,1-5 300 0 0,-4 6-310 0 0,0 0-1 0 0,0 0 0 0 0,0 0 0 0 0,0-1 0 0 0,0 1 0 0 0,0 0 0 0 0,0 0 1 0 0,0 0-1 0 0,0 0 0 0 0,0-1 0 0 0,0 1 0 0 0,0 0 0 0 0,0 0 0 0 0,0 0 1 0 0,0 0-1 0 0,0-1 0 0 0,0 1 0 0 0,0 0 0 0 0,1 0 0 0 0,-1 0 0 0 0,0 0 1 0 0,0-1-1 0 0,0 1 0 0 0,0 0 0 0 0,0 0 0 0 0,0 0 0 0 0,0 0 0 0 0,1 0 0 0 0,-1 0 1 0 0,0-1-1 0 0,0 1 0 0 0,0 0 0 0 0,0 0 0 0 0,1 0 0 0 0,-1 0 0 0 0,0 0 1 0 0,0 0-1 0 0,0 0 0 0 0,0 0 0 0 0,1 0 0 0 0,-1 0 0 0 0,0 0 0 0 0,0 0 1 0 0,0 0-1 0 0,0 0 0 0 0,1 0 0 0 0,3-1-23 0 0,11-5 211 0 0,-14 4-162 0 0,0 0 0 0 0,0 1 0 0 0,-1-1 0 0 0,1 0 0 0 0,0 0 0 0 0,-1 1 0 0 0,1-1 0 0 0,-1 0 0 0 0,0 0-1 0 0,0 0 1 0 0,0 0 0 0 0,0 0 0 0 0,0-2 0 0 0,1 3-23 0 0,0 0 0 0 0,0 0 0 0 0,0 0-1 0 0,0 0 1 0 0,0 1 0 0 0,1-1 0 0 0,-1 0-1 0 0,0 0 1 0 0,1 1 0 0 0,-1-1 0 0 0,0 1-1 0 0,1-1 1 0 0,-1 1 0 0 0,0 0 0 0 0,1-1-1 0 0,-1 1 1 0 0,3 0 0 0 0,-4 0 3 0 0,5-2 58 0 0,-5 1-62 0 0,0 1 0 0 0,0-1 0 0 0,0 1-1 0 0,0-1 1 0 0,1 1 0 0 0,-1-1-1 0 0,0 1 1 0 0,0-1 0 0 0,0 1 0 0 0,0-1-1 0 0,1 1 1 0 0,-1-1 0 0 0,0 1 0 0 0,1-1-1 0 0,-1 1 1 0 0,0 0 0 0 0,1-1-1 0 0,-1 1 1 0 0,0 0 0 0 0,1-1 0 0 0,-1 1-1 0 0,1 0 1 0 0,-1-1 0 0 0,0 1 0 0 0,1 0-1 0 0,-1 0 1 0 0,1-1 0 0 0,-1 1 0 0 0,1 0-1 0 0,-1 0 1 0 0,1 0 0 0 0,-1 0-1 0 0,1 0 1 0 0,-1 0 0 0 0,1 0 0 0 0,-1 0-1 0 0,1 0 1 0 0,-1 0 0 0 0,1 0 0 0 0,-1 0-1 0 0,1 0 1 0 0,-1 0 0 0 0,1 0 0 0 0,0 1-1 0 0,-1-1-3 0 0,1 0 0 0 0,-1 0 1 0 0,0 0-1 0 0,1 1 0 0 0,-1-1 0 0 0,1 0 0 0 0,-1 0 0 0 0,0 0 0 0 0,1 0 1 0 0,-1 0-1 0 0,1 0 0 0 0,-1 0 0 0 0,0 0 0 0 0,1 0 0 0 0,-1 0 0 0 0,1-1 0 0 0,-1 1 1 0 0,0 0-1 0 0,1 0 0 0 0,-1 0 0 0 0,1 0 0 0 0,-1 0 0 0 0,0-1 0 0 0,1 1 1 0 0,-1 0-1 0 0,0 0 0 0 0,0-1 0 0 0,1 1 0 0 0,-1 0 0 0 0,0-1 0 0 0,1 1 0 0 0,-1 0 1 0 0,0-1-1 0 0,0 1 0 0 0,0 0 0 0 0,1-1 0 0 0,-1 1 0 0 0,0 0 0 0 0,0-1 0 0 0,0 1 1 0 0,0-1-1 0 0,1 0 3 0 0,0 0 1 0 0,0 1-1 0 0,0-1 0 0 0,0 0 1 0 0,0 1-1 0 0,0-1 1 0 0,0 1-1 0 0,0-1 0 0 0,0 1 1 0 0,0-1-1 0 0,0 1 1 0 0,0 0-1 0 0,0 0 0 0 0,0-1 1 0 0,1 1-1 0 0,-1 0 1 0 0,0 0-1 0 0,0 0 0 0 0,0 0 1 0 0,2 1-1 0 0,-1-1 6 0 0,-3 0-8 0 0,1-1 0 0 0,0 1 0 0 0,0 0 0 0 0,0 0 0 0 0,0 0 0 0 0,0 0 0 0 0,0 0 0 0 0,0-1 0 0 0,0 1 0 0 0,-1 0 0 0 0,1 0 0 0 0,0 0 0 0 0,0 0 0 0 0,0-1 0 0 0,0 1 0 0 0,0 0 0 0 0,0 0 0 0 0,0 0 0 0 0,0 0 0 0 0,0-1 0 0 0,0 1 0 0 0,0 0 0 0 0,0 0 0 0 0,0 0 0 0 0,0 0 0 0 0,0-1 0 0 0,1 1 0 0 0,-1 0 0 0 0,0 0 0 0 0,0 0 0 0 0,0 0 0 0 0,0-1 0 0 0,0 1 1 0 0,0 0-1 0 0,0 0 0 0 0,0 0 0 0 0,1 0 0 0 0,-1 0 0 0 0,0 0 0 0 0,0-1 0 0 0,0 1 0 0 0,0 0 0 0 0,0 0 0 0 0,1 0 0 0 0,-1 0 0 0 0,0 0 0 0 0,0 0 0 0 0,0 0 0 0 0,0 0 0 0 0,1 0 0 0 0,-1 0 0 0 0,0 0 0 0 0,0 0 0 0 0,0 0 0 0 0,0 0 0 0 0,1 0 0 0 0,-1 0 0 0 0,0 0 0 0 0,0 0 0 0 0,0 0 0 0 0,1 0 0 0 0,-1 0 0 0 0,0 0 0 0 0,0 0 0 0 0,0-4 1 0 0,26 2 90 0 0,-21 1-39 0 0,-5-3-26 0 0,0 3 200 0 0,-5 2-147 0 0,-15 3 0 0 0,15-3 0 0 0,5 0-74 0 0,0-1 0 0 0,0 0 0 0 0,-1 1 0 0 0,1-1 0 0 0,0 1 0 0 0,0-1 0 0 0,0 0 0 0 0,0 1 0 0 0,0-1 0 0 0,0 0 0 0 0,-1 1 0 0 0,1-1 0 0 0,0 0 0 0 0,0 1 0 0 0,0-1 0 0 0,-1 0 0 0 0,1 1 0 0 0,0-1 0 0 0,0 0 0 0 0,-1 0 0 0 0,1 1 0 0 0,0-1 0 0 0,-1 0 0 0 0,1 0 0 0 0,0 0 0 0 0,-1 1 0 0 0,1-1 0 0 0,0 0 0 0 0,-1 0 0 0 0,1 0 1 0 0,-1 0-1 0 0,1 0 0 0 0,0 0 0 0 0,-1 0 0 0 0,1 0 0 0 0,-1 0 0 0 0,1 0 0 0 0,0 0 0 0 0,-1 0 0 0 0,1 0 0 0 0,0 0 0 0 0,-1 0 0 0 0,1 0 0 0 0,-1 0 0 0 0,1 0 0 0 0,-1-1 0 0 0,1 1-1 0 0,-1 0 1 0 0,1-1-1 0 0,-1 1 0 0 0,1 0 1 0 0,-1 0-1 0 0,1 0 1 0 0,-1 0-1 0 0,1 0 0 0 0,-1 0 1 0 0,1 0-1 0 0,-1 0 0 0 0,1 0 1 0 0,-1 0-1 0 0,1 0 1 0 0,-1 0-1 0 0,1 0 0 0 0,-1 0 1 0 0,1 1-1 0 0,-1-1 1 0 0,1 0-1 0 0,-1 0 0 0 0,1 1 1 0 0,-1-1-1 0 0,1 0 0 0 0,0 0 1 0 0,-1 1-1 0 0,1-1 1 0 0,-1 1-1 0 0,1-1 0 0 0,0 0 1 0 0,-1 1-1 0 0,1-1 1 0 0,0 1-1 0 0,0-1 0 0 0,-1 0 1 0 0,1 1-1 0 0,0-1 0 0 0,0 1 1 0 0,0-1-1 0 0,0 1 1 0 0,-1-1-1 0 0,1 1 0 0 0,0-1 1 0 0,0 1-1 0 0,0-1 1 0 0,0 1-1 0 0,0-1 0 0 0,0 2 1 0 0,0-2-6 0 0,0 1 0 0 0,0-1 1 0 0,-1 1-1 0 0,1-1 1 0 0,0 0-1 0 0,0 1 0 0 0,-1-1 1 0 0,1 1-1 0 0,-1-1 1 0 0,1 0-1 0 0,0 1 0 0 0,-1-1 1 0 0,1 0-1 0 0,-1 0 1 0 0,1 1-1 0 0,-1-1 0 0 0,1 0 1 0 0,0 0-1 0 0,-1 0 1 0 0,1 1-1 0 0,-1-1 0 0 0,1 0 1 0 0,-1 0-1 0 0,1 0 0 0 0,-1 0 1 0 0,1 0-1 0 0,-1 0 1 0 0,0 0-1 0 0,1 0 0 0 0,-1 0 1 0 0,1 0-1 0 0,-1 0 1 0 0,0-1-1 0 0,1 1 0 0 0,-1 0 1 0 0,1 0-1 0 0,-1-1 1 0 0,1 1-1 0 0,-1 0 0 0 0,1 0 1 0 0,-1 0-1 0 0,1 0 1 0 0,-1 0-1 0 0,1 0 0 0 0,-1 0 1 0 0,1 0-1 0 0,-1 0 0 0 0,1 1 1 0 0,-1-1-1 0 0,1 0 1 0 0,-1 0-1 0 0,1 0 0 0 0,-1 0 1 0 0,1 1-1 0 0,0-1 1 0 0,-1 0-1 0 0,1 0 0 0 0,-1 1 1 0 0,1-1-1 0 0,0 0 1 0 0,-1 1-1 0 0,1-1 0 0 0,0 1 1 0 0,-1-1-1 0 0,1 0 1 0 0,0 1-1 0 0,-1 0 0 0 0,0 1 10 0 0,-1 0 0 0 0,0 0-1 0 0,0-1 1 0 0,0 1 0 0 0,0 0-1 0 0,0-1 1 0 0,0 1-1 0 0,0-1 1 0 0,-1 0 0 0 0,1 0-1 0 0,0 0 1 0 0,-1 0 0 0 0,1 0-1 0 0,-1 0 1 0 0,1-1 0 0 0,-1 1-1 0 0,-2-1 1 0 0,-8 4 30 0 0,-41 29 120 0 0,53-33-158 0 0,1 0 0 0 0,-1 1 0 0 0,1-1 0 0 0,-1 0 0 0 0,1 1 1 0 0,0-1-1 0 0,-1 1 0 0 0,1-1 0 0 0,0 0 0 0 0,-1 1 0 0 0,1-1 0 0 0,0 1 0 0 0,0-1 0 0 0,0 1 0 0 0,-1-1 1 0 0,1 1-1 0 0,0 0 0 0 0,0-1 0 0 0,0 1 0 0 0,0-1 0 0 0,0 1 0 0 0,0-1 0 0 0,0 1 0 0 0,0-1 1 0 0,0 1-1 0 0,0 0 0 0 0,0 0 0 0 0,1-1 2 0 0,-1 1 0 0 0,0 0 1 0 0,0-1-1 0 0,0 1 0 0 0,0-1 0 0 0,0 1 1 0 0,0 0-1 0 0,0-1 0 0 0,0 1 0 0 0,0-1 1 0 0,0 1-1 0 0,-1-1 0 0 0,1 1 0 0 0,0 0 0 0 0,0-1 1 0 0,0 1-1 0 0,-1-1 0 0 0,1 1 0 0 0,0-1 1 0 0,-1 1-1 0 0,1-1 0 0 0,0 1 0 0 0,-1-1 1 0 0,1 1-1 0 0,-1-1 0 0 0,0 1 0 0 0,-7 3 18 0 0,7-3-8 0 0,0-1 0 0 0,0 1-1 0 0,0 0 1 0 0,0-1 0 0 0,0 1 0 0 0,0 0 0 0 0,0 0 0 0 0,0 0 0 0 0,0-1 0 0 0,0 1 0 0 0,0 0 0 0 0,1 0 0 0 0,-1 0 0 0 0,0 0 0 0 0,1 1-1 0 0,-1-1 1 0 0,0 0 0 0 0,1 0 0 0 0,0 0 0 0 0,-1 0 0 0 0,1 1 0 0 0,0-1 0 0 0,-1 0 0 0 0,1 0 0 0 0,0 1 0 0 0,0-1 0 0 0,0 0-1 0 0,0 0 1 0 0,0 1 0 0 0,1-1 0 0 0,-1 2 0 0 0,0-2-13 0 0,0-1-1 0 0,0 1 0 0 0,0-1 1 0 0,0 1-1 0 0,-1-1 0 0 0,1 1 1 0 0,0-1-1 0 0,0 1 1 0 0,-1-1-1 0 0,1 1 0 0 0,0-1 1 0 0,-1 1-1 0 0,1-1 0 0 0,-1 1 1 0 0,1-1-1 0 0,0 0 1 0 0,-1 1-1 0 0,1-1 0 0 0,-1 0 1 0 0,1 1-1 0 0,-1-1 0 0 0,1 0 1 0 0,-1 0-1 0 0,1 0 1 0 0,-1 1-1 0 0,1-1 0 0 0,-1 0 1 0 0,0 0-1 0 0,0 0 1 0 0,0 0 1 0 0,0 0 1 0 0,0 1-1 0 0,1-1 1 0 0,-1 0-1 0 0,0 1 1 0 0,0-1-1 0 0,0 0 1 0 0,0 1 0 0 0,1-1-1 0 0,-1 1 1 0 0,0-1-1 0 0,1 1 1 0 0,-1-1-1 0 0,0 1 1 0 0,1 0 0 0 0,-1-1-1 0 0,0 1 1 0 0,1 0-1 0 0,-1-1 1 0 0,1 1-1 0 0,-1 0 1 0 0,1 0-1 0 0,0 0 1 0 0,-1-1 0 0 0,1 1-1 0 0,0 0 1 0 0,0 0-1 0 0,-1 0 1 0 0,1 0-1 0 0,0 0 1 0 0,0 1 0 0 0,0 61 63 0 0,0-63-66 0 0,0 1-1 0 0,0 0 0 0 0,0-1 0 0 0,1 1 1 0 0,-1-1-1 0 0,0 1 0 0 0,0 0 0 0 0,0-1 1 0 0,1 1-1 0 0,-1-1 0 0 0,0 1 1 0 0,1 0-1 0 0,-1-1 0 0 0,0 1 0 0 0,1-1 1 0 0,-1 1-1 0 0,1-1 0 0 0,-1 0 1 0 0,1 1-1 0 0,-1-1 0 0 0,1 1 0 0 0,-1-1 1 0 0,1 0-1 0 0,-1 1 0 0 0,1-1 0 0 0,0 0 1 0 0,-1 0-1 0 0,1 1 0 0 0,-1-1 1 0 0,1 0-1 0 0,0 0 0 0 0,0 0 0 0 0,0 0 2 0 0,0 0-1 0 0,0 1 0 0 0,-1-1 1 0 0,1 0-1 0 0,0 0 0 0 0,-1 0 1 0 0,1 1-1 0 0,0-1 0 0 0,-1 0 0 0 0,1 1 1 0 0,0-1-1 0 0,-1 1 0 0 0,1-1 1 0 0,0 0-1 0 0,-1 1 0 0 0,1 0 1 0 0,-1-1-1 0 0,1 1 0 0 0,-1-1 1 0 0,0 1-1 0 0,1 0 0 0 0,-1-1 0 0 0,1 1 1 0 0,-1 0-1 0 0,0-1 0 0 0,0 1 1 0 0,1 0-1 0 0,-1-1 0 0 0,0 1 1 0 0,0 0-1 0 0,0 0 0 0 0,0-1 1 0 0,0 2-1 0 0,0 0-8 0 0,0-1 0 0 0,0 1-1 0 0,0-1 1 0 0,-1 1 0 0 0,2 0 0 0 0,-1-1 0 0 0,0 1-1 0 0,0 0 1 0 0,0-1 0 0 0,1 1 0 0 0,-1-1 0 0 0,1 1-1 0 0,-1-1 1 0 0,1 1 0 0 0,0-1 0 0 0,0 1 0 0 0,0-1-1 0 0,-1 1 1 0 0,1-1 0 0 0,1 0 0 0 0,-1 0 0 0 0,0 1 0 0 0,0-1-1 0 0,0 0 1 0 0,0 0 0 0 0,1 0 0 0 0,-1 0 0 0 0,3 1-1 0 0,0 0 33 0 0,-3-1-19 0 0,-1-1-1 0 0,1 0 0 0 0,-1 0 0 0 0,0 0 1 0 0,1 1-1 0 0,-1-1 0 0 0,0 0 0 0 0,0 1 0 0 0,1-1 1 0 0,-1 0-1 0 0,0 0 0 0 0,0 1 0 0 0,1-1 0 0 0,-1 1 1 0 0,0-1-1 0 0,0 0 0 0 0,0 1 0 0 0,1-1 1 0 0,-1 0-1 0 0,0 1 0 0 0,0-1 0 0 0,0 1 0 0 0,0-1 1 0 0,0 0-1 0 0,0 1 0 0 0,0-1 0 0 0,0 1 1 0 0,0-1-1 0 0,0 0 0 0 0,0 1 0 0 0,0 0 0 0 0,0-1-1 0 0,-1 0-1 0 0,1 1 1 0 0,0-1-1 0 0,0 0 0 0 0,0 0 1 0 0,0 1-1 0 0,0-1 1 0 0,0 0-1 0 0,0 1 1 0 0,0-1-1 0 0,0 0 0 0 0,0 0 1 0 0,0 1-1 0 0,1-1 1 0 0,-1 0-1 0 0,0 1 0 0 0,0-1 1 0 0,0 0-1 0 0,0 0 1 0 0,0 1-1 0 0,0-1 1 0 0,1 0-1 0 0,-1 0 0 0 0,0 1 1 0 0,0-1-1 0 0,0 0 1 0 0,1 0-1 0 0,-1 0 0 0 0,0 1 1 0 0,0-1-1 0 0,1 0 1 0 0,-1 0-1 0 0,0 0 1 0 0,0 0-1 0 0,1 0 0 0 0,-1 1 1 0 0,1-1-1 0 0,19 6 25 0 0,-20-6-26 0 0,0 0 0 0 0,1 0 0 0 0,-1 0 0 0 0,0 0 0 0 0,1 0 0 0 0,-1 0 0 0 0,0 0 0 0 0,0 0 0 0 0,1 1 0 0 0,-1-1 0 0 0,0 0 0 0 0,1 0 0 0 0,-1 0 0 0 0,0 0 0 0 0,0 1 0 0 0,0-1 0 0 0,1 0 0 0 0,-1 0 0 0 0,0 1 0 0 0,0-1 0 0 0,0 0 0 0 0,1 0 0 0 0,-1 1 0 0 0,0-1 0 0 0,0 0 0 0 0,0 0 0 0 0,0 1 0 0 0,0-1 0 0 0,0 0 0 0 0,0 1 0 0 0,1-1 0 0 0,-1 0 0 0 0,0 1 0 0 0,0-1 0 0 0,0 0 0 0 0,0 1 0 0 0,0-1 0 0 0,-1 0 0 0 0,1 1 0 0 0,0-1 0 0 0,0 0 0 0 0,0 0 0 0 0,0 1 0 0 0,0-1 0 0 0,0 0 0 0 0,-1 1 0 0 0,1-1-1 0 0,0 0 0 0 0,0 0 1 0 0,0 1-1 0 0,0-1 0 0 0,0 0 1 0 0,0 0-1 0 0,0 0 1 0 0,0 0-1 0 0,-1 1 0 0 0,1-1 1 0 0,0 0-1 0 0,0 0 0 0 0,0 0 1 0 0,0 0-1 0 0,0 1 1 0 0,0-1-1 0 0,0 0 0 0 0,0 0 1 0 0,0 0-1 0 0,0 1 1 0 0,0-1-1 0 0,0 0 0 0 0,0 0 1 0 0,1 0-1 0 0,-1 0 0 0 0,0 1 1 0 0,0-1-1 0 0,0 0 1 0 0,0 0-1 0 0,0 0 0 0 0,0 0 1 0 0,0 1-1 0 0,0-1 0 0 0,1 0 1 0 0,-1 0-1 0 0,0 0 1 0 0,0 0-1 0 0,0 0 0 0 0,0 0 1 0 0,0 0-1 0 0,1 1 0 0 0,-1-1 1 0 0,0 0-1 0 0,0 0 1 0 0,0 0-1 0 0,0 0 0 0 0,1 0 1 0 0,-1 0-1 0 0,0 0 0 0 0,0 0 1 0 0,0 0-1 0 0,1 0 1 0 0,1 0-2 0 0,-1 0 1 0 0,-1 0 1 0 0,1 0-1 0 0,0 0 1 0 0,0 0-1 0 0,-1 0 1 0 0,1 0 0 0 0,0 0-1 0 0,-1 0 1 0 0,1 0-1 0 0,0 0 1 0 0,0 0-1 0 0,-1 0 1 0 0,1 1-1 0 0,0-1 1 0 0,-1 0-1 0 0,1 1 1 0 0,0-1 0 0 0,-1 0-1 0 0,1 1 1 0 0,0-1-1 0 0,-1 1 1 0 0,1-1-1 0 0,-1 1 1 0 0,1-1-1 0 0,0 2 1 0 0,1 0 4 0 0,1 0-1 0 0,0 0 1 0 0,0-1 0 0 0,0 1-1 0 0,0-1 1 0 0,0 1 0 0 0,0-1-1 0 0,0 0 1 0 0,1 0 0 0 0,-1 0-1 0 0,0-1 1 0 0,1 1 0 0 0,3-1-1 0 0,1 2 11 0 0,67 21 137 0 0,11 6 83 0 0,-16-9-74 0 0,11 4-15 0 0,40 14 40 0 0,-107-33-162 0 0,0-2-1 0 0,1 1 1 0 0,0-2 0 0 0,-1 0-1 0 0,20 0 1 0 0,36 5-19 0 0,110 13 81 0 0,-94-14-79 0 0,130 8 60 0 0,226-4 187 0 0,-231-2-174 0 0,-25 3-80 0 0,20-3 80 0 0,422-41 227 0 0,-557 19-147 0 0,-53 9-120 0 0,1 1 0 0 0,0 0 0 0 0,0 2 0 0 0,1 0 0 0 0,20 1 0 0 0,130-1 17 0 0,143 3 112 0 0,-257 2-129 0 0,339 12-25 0 0,-12-25 437 0 0,-78-6 629 0 0,-2 0-174 0 0,319-9-200 0 0,-527 25-745 0 0,287 0 650 0 0,-80 19-386 0 0,-56-2-127 0 0,-109-4-11 0 0,43 6-21 0 0,57-7 140 0 0,-47-9-94 0 0,-129-3-46 0 0,-2 0-41 0 0,27-6 134 0 0,-73 6-142 0 0,1-1 0 0 0,0 0 0 0 0,0-1-1 0 0,-1 0 1 0 0,1-1 0 0 0,-1-1 0 0 0,0 0 0 0 0,25-12-1 0 0,-28 4 117 0 0,-4 10-114 0 0,-5 2-18 0 0,0 0 0 0 0,0-1 0 0 0,0 1 0 0 0,0 0 0 0 0,0 0 0 0 0,0-1 1 0 0,-1 1-1 0 0,1-1 0 0 0,0 1 0 0 0,0-1 0 0 0,0 1 0 0 0,-1-1 0 0 0,1 1 0 0 0,0-1 0 0 0,-1 1 0 0 0,1-1 0 0 0,-1 0 1 0 0,1 0-1 0 0,0 1 0 0 0,-1-1 0 0 0,0 0 0 0 0,1 0 0 0 0,-1 0 0 0 0,1 1 0 0 0,-1-1 0 0 0,0 0 0 0 0,0 0 1 0 0,1 0-1 0 0,-1 0 0 0 0,0 0 0 0 0,0 0 0 0 0,0 0 0 0 0,0 1 0 0 0,0-3 0 0 0,0 3-3 0 0,0 0 0 0 0,0-1 0 0 0,0 1 0 0 0,-1 0 0 0 0,1-1 0 0 0,0 1 0 0 0,0 0 0 0 0,1-1 0 0 0,-1 1 0 0 0,0 0 1 0 0,0-1-1 0 0,0 1 0 0 0,0 0 0 0 0,0 0 0 0 0,0-1 0 0 0,0 1 0 0 0,0 0 0 0 0,0-1 0 0 0,1 1 0 0 0,-1 0 0 0 0,0 0 0 0 0,0-1 0 0 0,0 1 0 0 0,1 0 0 0 0,-1 0 0 0 0,0 0 0 0 0,0-1 0 0 0,1 1 0 0 0,-1 0 0 0 0,0 0 0 0 0,0 0 0 0 0,1 0 0 0 0,-1-1 0 0 0,0 1 0 0 0,1 0 0 0 0,-1 0 0 0 0,0 0 0 0 0,0 0 0 0 0,1 0 0 0 0,-1 0 0 0 0,0 0 0 0 0,1 0 0 0 0,-1 0 0 0 0,0 0 0 0 0,1 0 0 0 0,-1 0 0 0 0,0 0 1 0 0,1 0-1 0 0,-1 0 0 0 0,0 0 0 0 0,1 1 0 0 0,12-4-72 0 0,-12 1 70 0 0,0 0-1 0 0,0 0 1 0 0,0 0-1 0 0,0 0 0 0 0,-1 0 1 0 0,1 0-1 0 0,-1 0 0 0 0,1 0 1 0 0,-1 0-1 0 0,0-1 1 0 0,0 1-1 0 0,0 0 0 0 0,0-3 1 0 0,0 4-64 0 0,5 2-93 0 0,15-2 147 0 0,-15 0-41 0 0,0-3 41 0 0,15 2 13 0 0,-15-4-13 0 0,-5 4-41 0 0,5-3 41 0 0,2 3 19 0 0,-6 2-4 0 0,0 0 0 0 0,0 0 0 0 0,0-1 0 0 0,0 1 0 0 0,0 0 0 0 0,0-1 0 0 0,0 1 0 0 0,-1-1 0 0 0,1 1 0 0 0,0-1 0 0 0,0 1-1 0 0,0-1 1 0 0,-1 0 0 0 0,1 1 0 0 0,0-1 0 0 0,-1 0 0 0 0,1 0 0 0 0,0 1 0 0 0,-1-1 0 0 0,1 0 0 0 0,-1 0 0 0 0,1 0 0 0 0,-1 0 0 0 0,0 0 0 0 0,1 0 0 0 0,-1 0 0 0 0,0 0 0 0 0,0 0 0 0 0,0 0-1 0 0,0 1 1 0 0,0-1 0 0 0,0 0 0 0 0,0 0 0 0 0,0 0 0 0 0,0 0 0 0 0,0 0 0 0 0,0-2 0 0 0,-1 3-2 0 0,1-1 0 0 0,0 1 0 0 0,0 0 0 0 0,0-1 0 0 0,0 1 1 0 0,0-1-1 0 0,0 1 0 0 0,0-1 0 0 0,0 1 0 0 0,1 0 0 0 0,-1-1 0 0 0,0 1 0 0 0,0-1 0 0 0,0 1 0 0 0,0 0 0 0 0,0-1 1 0 0,1 1-1 0 0,-1-1 0 0 0,0 1 0 0 0,0 0 0 0 0,1-1 0 0 0,-1 1 0 0 0,0 0 0 0 0,1 0 0 0 0,-1-1 0 0 0,0 1 1 0 0,1 0-1 0 0,-1 0 0 0 0,0-1 0 0 0,1 1 0 0 0,-1 0 0 0 0,1 0 0 0 0,-1 0 0 0 0,0-1 0 0 0,1 1 0 0 0,-1 0 0 0 0,1 0 1 0 0,-1 0-1 0 0,1 0 0 0 0,-1 0 0 0 0,0 0 0 0 0,1 0 0 0 0,0 0 0 0 0,11-5-3 0 0,-11 3-4 0 0,0 1 0 0 0,0-1 1 0 0,0 0-1 0 0,0 0 0 0 0,-1 1 0 0 0,1-1 1 0 0,-1 0-1 0 0,0 0 0 0 0,1 0 1 0 0,-1 0-1 0 0,0 0 0 0 0,0 0 0 0 0,0-2 1 0 0,1 3 2 0 0,-1 0 1 0 0,1 1 0 0 0,0-1 0 0 0,0 0 0 0 0,0 1 0 0 0,0-1 0 0 0,0 1 0 0 0,0-1 0 0 0,0 1 0 0 0,0-1-1 0 0,0 1 1 0 0,0 0 0 0 0,1 0 0 0 0,-1-1 0 0 0,0 1 0 0 0,0 0 0 0 0,0 0 0 0 0,0 0 0 0 0,0 0-1 0 0,3 1 1 0 0,-3-1 2 0 0,-1-1-1 0 0,1 1 1 0 0,-1 0-1 0 0,1-1 1 0 0,-1 1-1 0 0,1 0 1 0 0,-1-1 0 0 0,0 1-1 0 0,1-1 1 0 0,-1 1-1 0 0,0-1 1 0 0,1 1-1 0 0,-1 0 1 0 0,0-1-1 0 0,0 0 1 0 0,0 1-1 0 0,1-1 1 0 0,-1 1-1 0 0,0-1 1 0 0,0 1-1 0 0,0-1 1 0 0,0 1-1 0 0,0-1 1 0 0,0 1-1 0 0,0-1 1 0 0,0 0-1 0 0,0 0 1 0 0,-1-9-39 0 0,3 4 42 0 0,-3 0-2 0 0,-25-8-15 0 0,25 13 8 0 0,0 0 1 0 0,0 0-1 0 0,1 0 1 0 0,-1 0-1 0 0,0-1 1 0 0,1 1-1 0 0,-1 0 1 0 0,1-1 0 0 0,0 1-1 0 0,-1 0 1 0 0,1-1-1 0 0,0 1 1 0 0,0 0-1 0 0,0-1 1 0 0,0 1 0 0 0,0-1-1 0 0,0 1 1 0 0,0 0-1 0 0,0-1 1 0 0,1-1-1 0 0,0-6-84 0 0,-1 8 88 0 0,0 1-1 0 0,0-1 1 0 0,0 0 0 0 0,0 1 0 0 0,0-1 0 0 0,0 1 0 0 0,0-1 0 0 0,-1 0 0 0 0,1 1-1 0 0,0-1 1 0 0,0 0 0 0 0,0 1 0 0 0,-1-1 0 0 0,1 1 0 0 0,0-1 0 0 0,-1 1 0 0 0,1-1-1 0 0,0 1 1 0 0,-1-1 0 0 0,1 1 0 0 0,-1-1 0 0 0,1 1 0 0 0,-1-1 0 0 0,1 1 0 0 0,-1 0-1 0 0,1-1 1 0 0,-1 1 0 0 0,1 0 0 0 0,-1-1 0 0 0,0 1 0 0 0,1 0 0 0 0,-1 0 0 0 0,1 0-1 0 0,-1 0 1 0 0,0-1 0 0 0,1 1 0 0 0,-1 0 0 0 0,0 0 0 0 0,0 0 0 0 0,0 0-1 0 0,1 0 1 0 0,-1 0 0 0 0,1 0 0 0 0,-1 0-1 0 0,1 0 1 0 0,-1 0 0 0 0,0 0-1 0 0,1 0 1 0 0,-1 0 0 0 0,1 0-1 0 0,-1-1 1 0 0,1 1 0 0 0,-1 0 0 0 0,1 0-1 0 0,-1-1 1 0 0,1 1 0 0 0,-1 0-1 0 0,1-1 1 0 0,0 1 0 0 0,-1-1 0 0 0,1 1-1 0 0,-1 0 1 0 0,1-1 0 0 0,0 1-1 0 0,-1-1 1 0 0,1 1 0 0 0,0-1-1 0 0,0 1 1 0 0,-1-1 0 0 0,1 1 0 0 0,0-1-1 0 0,0 0 1 0 0,0 1 0 0 0,0-1-1 0 0,0 1 1 0 0,-1-1 0 0 0,1 1 0 0 0,1-2-1 0 0,-2 1-5 0 0,0 0 1 0 0,1 0-1 0 0,-1 0 0 0 0,0 0 0 0 0,1 1 0 0 0,-1-1 0 0 0,0 0 0 0 0,0 0 0 0 0,0 1 1 0 0,1-1-1 0 0,-1 1 0 0 0,0-1 0 0 0,0 0 0 0 0,0 1 0 0 0,0 0 0 0 0,0-1 0 0 0,0 1 1 0 0,0 0-1 0 0,0-1 0 0 0,0 1 0 0 0,-1 0 0 0 0,0 0 0 0 0,-2-1-27 0 0,-10-11-138 0 0,-7-1 41 0 0,-39-14-267 0 0,-26-11 160 0 0,76 27 240 0 0,-54-11-57 0 0,-22-8-19 0 0,31 18 49 0 0,40 8 27 0 0,1 0 0 0 0,-1 1 0 0 0,-28-3 0 0 0,-16-3 0 0 0,-83-19 40 0 0,-224-14 0 0 0,301 35-11 0 0,-25 1 22 0 0,-142 5 109 0 0,104 8 57 0 0,-145 14 46 0 0,231-16-204 0 0,-48 14 0 0 0,74-14 29 0 0,-1 0 0 0 0,1 2 0 0 0,0-1 0 0 0,0 2 0 0 0,0 0 0 0 0,-17 13 0 0 0,20-14-55 0 0,0 0 0 0 0,0 0 0 0 0,-1-1 1 0 0,0-1-1 0 0,0 0 0 0 0,-1-1 0 0 0,-26 4 0 0 0,-33 10 89 0 0,40-9-40 0 0,0-2 1 0 0,-58 5-1 0 0,7-1-9 0 0,-276 15 42 0 0,259-22-83 0 0,-13-1-155 0 0,-22 3 46 0 0,-62 5 288 0 0,47-4-436 0 0,-424 6 253 0 0,433-13-82 0 0,-163-20-26 0 0,242 19 80 0 0,-108-16 0 0 0,-130-9-240 0 0,152 8 166 0 0,74 11-137 0 0,0-4 0 0 0,-104-28 0 0 0,-147-46 64 0 0,314 80 147 0 0,-1 1 0 0 0,0 0 0 0 0,0 0 0 0 0,0 2 0 0 0,0 0 0 0 0,-19 0 0 0 0,15 3-4 0 0,0 0 1 0 0,0-2 0 0 0,-18-1-1 0 0,-1 3-22 0 0,3-1-1 0 0,13-2 23 0 0,-1 1-1 0 0,1 1 1 0 0,-1 1-1 0 0,0 1 1 0 0,1 1-1 0 0,0 1 1 0 0,-1 1 0 0 0,-36 13-1 0 0,47-15-15 0 0,0-1 1 0 0,0-1-1 0 0,0 0 0 0 0,0 0 0 0 0,0-1 1 0 0,-21-2-1 0 0,18 1 2 0 0,0 0 1 0 0,1 1-1 0 0,-1 0 0 0 0,-14 3 0 0 0,-3 1-7 0 0,-1-1 0 0 0,0-1 0 0 0,-36-4 0 0 0,35 0-7 0 0,-1 2 1 0 0,1 1-1 0 0,-41 8 1 0 0,-7 8-370 0 0,57-11 401 0 0,9-2 7 0 0,8 0-19 0 0,-36 7 4 0 0,-48 10-5 0 0,61-17-2 0 0,28-1 14 0 0,-1 0 3 0 0,-17 1-10 0 0,-106 11-37 0 0,10-6 112 0 0,56-4-201 0 0,55-5 201 0 0,0 0 0 0 0,-49-2-111 0 0,27 3 8 0 0,-3 0 49 0 0,25-1 40 0 0,0 0-93 0 0,-25 0-26 0 0,-80 6-295 0 0,105-6 85 0 0,-1 0-1 0 0,0 0 0 0 0,0 0 0 0 0,0 1 1 0 0,1 0-1 0 0,-1 0 0 0 0,-9 3 0 0 0,15-4 241 0 0,0 0 0 0 0,-1 0 0 0 0,1 0 0 0 0,0 0 0 0 0,0 0 0 0 0,0 0-1 0 0,0 0 1 0 0,-1 0 0 0 0,1 0 0 0 0,0 1 0 0 0,0-1 0 0 0,0 0 0 0 0,0 0 0 0 0,-1 0 0 0 0,1 0 0 0 0,0 0 0 0 0,0 0-1 0 0,0 0 1 0 0,0 1 0 0 0,0-1 0 0 0,0 0 0 0 0,0 0 0 0 0,-1 0 0 0 0,1 0 0 0 0,0 1 0 0 0,0-1 0 0 0,0 0 0 0 0,0 0-1 0 0,0 0 1 0 0,0 0 0 0 0,0 1 0 0 0,0-1 0 0 0,0 0 0 0 0,0 0 0 0 0,0 0 0 0 0,0 1 0 0 0,0-1 0 0 0,0 0 0 0 0,0 0-1 0 0,0 0 1 0 0,0 0 0 0 0,0 1 0 0 0,0-1 0 0 0,0 0 0 0 0,0 0 0 0 0,0 0 0 0 0,1 0 0 0 0,-1 1 0 0 0,0-1 0 0 0,0 0-1 0 0,0 0 1 0 0,0 0 0 0 0,0 0 0 0 0,0 0 0 0 0,1 0 0 0 0,-1 1 0 0 0,0-1 0 0 0,0 0 0 0 0,17 6-1398 0 0,3 1-472 0 0,61 36-5684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8:09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873 75 1521 0 0,'-17'-2'1032'0'0,"0"0"1"0"0,0 1 0 0 0,0 0 0 0 0,-29 4 0 0 0,-26 0 779 0 0,52-3-1678 0 0,15 0-41 0 0,0 0 0 0 0,-16 0 41 0 0,21 0-120 0 0,0 0 1 0 0,0 0 0 0 0,0 0-1 0 0,0 0 1 0 0,-1 0-1 0 0,1 0 1 0 0,0 0-1 0 0,0 0 1 0 0,0 0 0 0 0,-1 0-1 0 0,1 0 1 0 0,0 0-1 0 0,0 0 1 0 0,0 0-1 0 0,0 0 1 0 0,-1 0 0 0 0,1 0-1 0 0,0 0 1 0 0,0 0-1 0 0,0 0 1 0 0,0-1 0 0 0,-1 1-1 0 0,1 0 1 0 0,0 0-1 0 0,0 0 1 0 0,0 0-1 0 0,0 0 1 0 0,0 0 0 0 0,0-1-1 0 0,0 1 1 0 0,-1 0-1 0 0,1 0 1 0 0,0 0 0 0 0,0 0-1 0 0,0-1 1 0 0,0 1-1 0 0,0 0 1 0 0,0 0-1 0 0,0 0 1 0 0,0 0 0 0 0,0-1-1 0 0,0 1 1 0 0,0 0-1 0 0,0 0 1 0 0,0-1 0 0 0,-5-4 141 0 0,-15 4-76 0 0,15 1 53 0 0,5 0-130 0 0,0 0-1 0 0,1 0 1 0 0,-1 0-1 0 0,0 0 1 0 0,0 0-1 0 0,0 1 1 0 0,0-1-1 0 0,0 0 1 0 0,0 0-1 0 0,0 0 0 0 0,0 0 1 0 0,0 0-1 0 0,0 1 1 0 0,0-1-1 0 0,0 0 1 0 0,0 0-1 0 0,0 0 1 0 0,0 0-1 0 0,0 1 1 0 0,0-1-1 0 0,0 0 1 0 0,0 0-1 0 0,0 0 1 0 0,0 0-1 0 0,0 1 1 0 0,0-1-1 0 0,0 0 1 0 0,0 0-1 0 0,0 0 1 0 0,0 0-1 0 0,0 0 1 0 0,0 1-1 0 0,0-1 0 0 0,0 0 1 0 0,-1 0-1 0 0,1 0 1 0 0,0 0-1 0 0,0 0 1 0 0,0 0-1 0 0,0 1 1 0 0,0-1-1 0 0,0 0 1 0 0,-1 0-1 0 0,1 0 1 0 0,0 0-1 0 0,0 0 1 0 0,0 0-1 0 0,0 0 1 0 0,0 0-1 0 0,-1 0 1 0 0,1 0-1 0 0,0 0 1 0 0,0 0-1 0 0,0 0 1 0 0,0 0-1 0 0,-1 0 0 0 0,1 0 1 0 0,0 0-1 0 0,0 0 1 0 0,0 0-1 0 0,0 0 1 0 0,-1 0-1 0 0,1 0 1 0 0,0 0-1 0 0,0 0 1 0 0,0 0-1 0 0,0 0 1 0 0,-1 0-1 0 0,1-1 1 0 0,-24 3 95 0 0,0 0 0 0 0,-37 9 0 0 0,-6 1-59 0 0,48-8 14 0 0,0 0-1 0 0,1 2 1 0 0,-26 11-1 0 0,28-11-35 0 0,6 7-17 0 0,8-13 0 0 0,1 0 0 0 0,0 0 0 0 0,0 0 0 0 0,0 1 0 0 0,0-1 0 0 0,0 0 0 0 0,0 0 0 0 0,0 0 0 0 0,0 1 0 0 0,0-1 0 0 0,0 1 0 0 0,0-1 0 0 0,0 1 0 0 0,0-1 0 0 0,0 1 0 0 0,0-1 0 0 0,0 1 0 0 0,0 0 0 0 0,0 0 0 0 0,1-1 0 0 0,-1 1 0 0 0,0 0 0 0 0,0 0 0 0 0,0 1 0 0 0,0 1 0 0 0,-1-1 0 0 0,0 1 0 0 0,0-1 0 0 0,0 0 0 0 0,0 0 0 0 0,0 0 0 0 0,0 0 0 0 0,-1 0 0 0 0,1 0 0 0 0,-1-1 0 0 0,1 1 0 0 0,-1-1 0 0 0,-5 3 0 0 0,-6 5 0 0 0,-46 26 0 0 0,50-19 0 0 0,-70 21 0 0 0,75-31 0 0 0,5-5 0 0 0,0 0 0 0 0,0 0 0 0 0,1-1 0 0 0,-1 1 0 0 0,0 0 0 0 0,0 0 0 0 0,0 0 0 0 0,0-1 0 0 0,0 1 0 0 0,-1 0 0 0 0,1 0 0 0 0,0 0 0 0 0,0-1 0 0 0,0 1 0 0 0,-1 0 0 0 0,1 0 0 0 0,0-1 0 0 0,-1 1 0 0 0,1 0 0 0 0,-1-1 0 0 0,1 1 0 0 0,-1 0 0 0 0,1-1 0 0 0,-1 1 0 0 0,1-1 0 0 0,-1 1 0 0 0,1-1 0 0 0,-1 1 0 0 0,0-1 0 0 0,1 1 0 0 0,-1-1 0 0 0,0 0 0 0 0,1 1 0 0 0,-1-1 0 0 0,0 0 0 0 0,0 0 0 0 0,0 1 0 0 0,-10 5 0 0 0,10-4 4 0 0,0 0 0 0 0,0 0 0 0 0,1 0 0 0 0,-1 0 0 0 0,1 0-1 0 0,0 0 1 0 0,-1 0 0 0 0,1 0 0 0 0,0 0 0 0 0,0 0 0 0 0,0 0 0 0 0,0 0 0 0 0,1 3 0 0 0,0-3 1 0 0,-1 0 1 0 0,1 1-1 0 0,-1-1 0 0 0,0 0 1 0 0,0 0-1 0 0,0 0 1 0 0,0 1-1 0 0,-1-1 0 0 0,1 0 1 0 0,-1 0-1 0 0,1 0 1 0 0,-1 0-1 0 0,1 0 0 0 0,-1 0 1 0 0,0 0-1 0 0,-2 4 1 0 0,0-3-3 0 0,1-2-3 0 0,0 1 1 0 0,0 0-1 0 0,0 0 1 0 0,0 0-1 0 0,1 1 0 0 0,-1-1 1 0 0,0 0-1 0 0,1 0 1 0 0,0 1-1 0 0,0-1 1 0 0,0 1-1 0 0,0 0 0 0 0,0-1 1 0 0,0 1-1 0 0,0 0 1 0 0,1-1-1 0 0,0 1 0 0 0,-1 0 1 0 0,1-1-1 0 0,0 1 1 0 0,0 0-1 0 0,1 0 1 0 0,0 3-1 0 0,-2-1 4 0 0,0 3 4 0 0,0 0 1 0 0,1 1-1 0 0,0-1 1 0 0,0 0-1 0 0,1 0 1 0 0,0 0-1 0 0,0 1 1 0 0,4 8-1 0 0,45 21-8 0 0,-46-29 0 0 0,-5-9 0 0 0,1 1 0 0 0,0-1 0 0 0,0 0 0 0 0,0 1 0 0 0,0-1 0 0 0,0 0 0 0 0,0 1 0 0 0,0-1 0 0 0,0 0 0 0 0,0 1 0 0 0,0-1 0 0 0,0 1 0 0 0,0-1 0 0 0,0 0 0 0 0,1 1 0 0 0,-1-1 0 0 0,0 0 0 0 0,0 0 0 0 0,0 1 0 0 0,0-1 0 0 0,1 0 0 0 0,-1 1 0 0 0,0-1 0 0 0,0 0 0 0 0,0 0 0 0 0,1 1 0 0 0,-1-1 0 0 0,0 0 0 0 0,1 0 0 0 0,-1 1 0 0 0,0-1 0 0 0,0 0 0 0 0,1 0 0 0 0,-1 0 0 0 0,0 0 0 0 0,1 0 0 0 0,-1 1 0 0 0,1-1 0 0 0,2 0 0 0 0,-2 0 0 0 0,0 0 0 0 0,0 0 0 0 0,0 0 0 0 0,0 1 0 0 0,0-1 0 0 0,0 0 0 0 0,0 0 0 0 0,0 1 0 0 0,0-1 0 0 0,0 0 0 0 0,0 1 0 0 0,0-1 0 0 0,0 1 0 0 0,-1-1 0 0 0,1 1 0 0 0,0-1 0 0 0,0 1 0 0 0,0 0 0 0 0,-1-1 0 0 0,1 1 0 0 0,0 0 0 0 0,-1 0 0 0 0,1 0 0 0 0,0 1 0 0 0,-3 0 0 0 0,29 8 0 0 0,-9-2 5 0 0,0-1-1 0 0,1-1 1 0 0,25 6-1 0 0,98 6 58 0 0,160 3 352 0 0,-158-17-202 0 0,-103-5-109 0 0,0 1 1 0 0,1 3 0 0 0,46 9 0 0 0,-46-5-24 0 0,0-1 0 0 0,0-2 0 0 0,43-2 0 0 0,-56-4 16 0 0,1-1 1 0 0,-1-2 0 0 0,0-1-1 0 0,-1-1 1 0 0,0-1 0 0 0,53-24-1 0 0,27-8 175 0 0,-84 29-238 0 0,13-2 107 0 0,-27 12-120 0 0,1 0 0 0 0,0 0 0 0 0,-1-1 0 0 0,1-1 0 0 0,-1 1 0 0 0,0-2 0 0 0,0 1 0 0 0,0-2 0 0 0,0 1 0 0 0,-1-1 0 0 0,0-1 0 0 0,0 1 0 0 0,0-2 0 0 0,0 1 0 0 0,13-15 0 0 0,-22 21-20 0 0,1-1 0 0 0,0 0 0 0 0,-1 0 0 0 0,1 1 0 0 0,-1-1 0 0 0,1 0 0 0 0,-1 0 0 0 0,0 0 0 0 0,1 0 0 0 0,-1 0 0 0 0,0 0 0 0 0,0 0 0 0 0,1 0 0 0 0,-1 0 0 0 0,0 0 0 0 0,0 0 0 0 0,0-2 0 0 0,4-11 0 0 0,1 9-10 0 0,-4 5 13 0 0,1-1-1 0 0,-1 0 1 0 0,1 0-1 0 0,-1-1 1 0 0,1 1-1 0 0,-1 0 0 0 0,0 0 1 0 0,0-1-1 0 0,1 1 1 0 0,-1 0-1 0 0,0-1 1 0 0,0 0-1 0 0,-1 1 0 0 0,1-1 1 0 0,0 1-1 0 0,0-1 1 0 0,-1 0-1 0 0,1 0 1 0 0,-1 1-1 0 0,1-1 0 0 0,-1 0 1 0 0,0 0-1 0 0,0 1 1 0 0,0-1-1 0 0,0 0 1 0 0,0 0-1 0 0,0 0 1 0 0,0 1-1 0 0,-1-1 0 0 0,1 0 1 0 0,-1 0-1 0 0,1 1 1 0 0,-1-1-1 0 0,0 0 1 0 0,0 1-1 0 0,-1-4 0 0 0,-6-4 6 0 0,6 8-13 0 0,1-1 1 0 0,-1 1-1 0 0,1-1 1 0 0,0 0-1 0 0,-1 1 0 0 0,1-1 1 0 0,0 0-1 0 0,0 0 0 0 0,0 0 1 0 0,0 0-1 0 0,0 0 1 0 0,1 0-1 0 0,-1 0 0 0 0,1 0 1 0 0,-1 0-1 0 0,1 0 1 0 0,0 0-1 0 0,0-5 0 0 0,0 6 5 0 0,0 0 0 0 0,0 0 0 0 0,0 0 0 0 0,-1 0 0 0 0,1 0 0 0 0,0 0 0 0 0,0 0 0 0 0,-1 0 0 0 0,1 0 0 0 0,0 0 0 0 0,-1 0 0 0 0,1 0 0 0 0,-1 0 0 0 0,0 1 0 0 0,1-1 0 0 0,-1 0 0 0 0,0 0 0 0 0,1 0 0 0 0,-1 1 0 0 0,0-1 0 0 0,0 0 0 0 0,1 1 0 0 0,-1-1 0 0 0,0 1 0 0 0,0-1 0 0 0,-1 0 0 0 0,1 1 0 0 0,0 0 0 0 0,0-1 0 0 0,0 1 0 0 0,0-1 0 0 0,0 0 0 0 0,1 1 0 0 0,-1-1 0 0 0,0 0 0 0 0,0 1 0 0 0,1-1 0 0 0,-1 0 0 0 0,0 0 0 0 0,1 1 0 0 0,-1-1 0 0 0,1 0 0 0 0,-1 0 0 0 0,1 0 0 0 0,-1 0 0 0 0,1 0 0 0 0,0 0 0 0 0,-1 0 0 0 0,1 0 0 0 0,0 0 0 0 0,0 0 0 0 0,0 0 0 0 0,0-1 0 0 0,0 0 0 0 0,-1 1 0 0 0,1 0 0 0 0,0 0 0 0 0,0-1 0 0 0,0 1 0 0 0,-1 0 0 0 0,1 0 0 0 0,-1 0 0 0 0,1 0 0 0 0,-1-1 0 0 0,1 1 0 0 0,-1 0 0 0 0,0 0 0 0 0,0 0 0 0 0,1 0 0 0 0,-1 0 0 0 0,0 0 0 0 0,0 1 0 0 0,0-1 0 0 0,0 0 0 0 0,0 0 0 0 0,0 1 0 0 0,-2-2 0 0 0,-6-4 0 0 0,-21-37 67 0 0,30 42-64 0 0,-1 0 0 0 0,0 0-1 0 0,1 0 1 0 0,-1 0 0 0 0,1 0 0 0 0,-1-1 0 0 0,1 1-1 0 0,-1 0 1 0 0,1 0 0 0 0,0 0 0 0 0,0-1 0 0 0,-1 1-1 0 0,1 0 1 0 0,0-1 0 0 0,0 1 0 0 0,0 0 0 0 0,1 0-1 0 0,-1-1 1 0 0,1-1 0 0 0,-1 2-1 0 0,0 0-1 0 0,0 1 1 0 0,0-1 0 0 0,1 0-1 0 0,-1 0 1 0 0,0 0-1 0 0,0 0 1 0 0,0 0 0 0 0,0 0-1 0 0,0 0 1 0 0,-1 0 0 0 0,1 0-1 0 0,0 0 1 0 0,0 0-1 0 0,-1 0 1 0 0,1 0 0 0 0,0 0-1 0 0,-1 1 1 0 0,1-1 0 0 0,-1 0-1 0 0,1 0 1 0 0,-2 0-1 0 0,-18-18 62 0 0,-1 2 0 0 0,-1 1 0 0 0,0 1 0 0 0,-33-17 0 0 0,-11-8-57 0 0,20 26-12 0 0,1 1 78 0 0,21 5 24 0 0,-1 1 0 0 0,-48-8-1 0 0,44 9 32 0 0,-58-4 80 0 0,-177 0-1 0 0,209 12-188 0 0,1 3 0 0 0,-73 14 0 0 0,84-8-112 0 0,-73 27 1 0 0,28-6-894 0 0,74-28 162 0 0,0 0 1 0 0,0-1 0 0 0,0 0-1 0 0,-20 0 1 0 0,4-8-3311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8:3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152 340 2161 0 0,'-90'13'5336'0'0,"34"-20"-2428"0"0,51 7-1227 0 0,5 1-1601 0 0,0 5 0 0 0,0-6-73 0 0,0 1-1 0 0,0-1 1 0 0,0 1 0 0 0,0-1 0 0 0,0 1 0 0 0,0-1 0 0 0,0 1 0 0 0,0-1 0 0 0,0 1 0 0 0,0-1 0 0 0,0 1 0 0 0,1-1 0 0 0,-1 0 0 0 0,0 1 0 0 0,0-1 0 0 0,0 1-1 0 0,1-1 1 0 0,-1 0 0 0 0,0 1 0 0 0,0-1 0 0 0,1 1 0 0 0,-1-1 0 0 0,0 0 0 0 0,1 1 0 0 0,-1-1 0 0 0,0 0 0 0 0,1 0 0 0 0,-1 1 0 0 0,1-1 0 0 0,-1 0-1 0 0,0 0 1 0 0,1 0 0 0 0,-1 1 0 0 0,1-1 0 0 0,-1 0 0 0 0,1 0 0 0 0,17-4-40 0 0,-9 2 50 0 0,46-4 63 0 0,-30 5-67 0 0,-20 1 27 0 0,0 1-80 0 0,1 0 35 0 0,-3-1 11 0 0,1 0 1 0 0,-1 1-1 0 0,1-1 1 0 0,-1 1 0 0 0,1 0-1 0 0,-1 0 1 0 0,1 0-1 0 0,-1 0 1 0 0,1 0-1 0 0,-1 1 1 0 0,0 0 0 0 0,5 3-1 0 0,-7-4-3 0 0,-1-1-1 0 0,1 1 1 0 0,-1 0 0 0 0,1-1-1 0 0,0 1 1 0 0,-1-1-1 0 0,1 1 1 0 0,-1 0 0 0 0,1-1-1 0 0,0 0 1 0 0,0 1 0 0 0,-1-1-1 0 0,1 1 1 0 0,0-1-1 0 0,0 0 1 0 0,-1 1 0 0 0,1-1-1 0 0,0 0 1 0 0,0 0 0 0 0,0 0-1 0 0,0 0 1 0 0,-1 0-1 0 0,1 0 1 0 0,1 0 0 0 0,15 4 11 0 0,3 1 53 0 0,-15-3 0 0 0,0 3-54 0 0,20-3 67 0 0,-25-4 0 0 0,0-3 0 0 0,0 4 467 0 0,25 1-374 0 0,-15 6 1 0 0,46-3 133 0 0,-1-3 13 0 0,-50-1-240 0 0,19-1 160 0 0,-19-3-160 0 0,15 4 0 0 0,-8 1-37 0 0,0-1-1 0 0,-1 0 1 0 0,1 0 0 0 0,13-4 0 0 0,-7 1 7 0 0,1 1 1 0 0,0 0-1 0 0,-1 2 1 0 0,22 1 0 0 0,172-6 42 0 0,-97 6 67 0 0,-97-2-82 0 0,30-2 84 0 0,248-2 332 0 0,-266 6-442 0 0,-9-1-33 0 0,-7-4 43 0 0,6 4-35 0 0,-10 0 26 0 0,15-3-39 0 0,1 2-14 0 0,-16-2 13 0 0,10 2 40 0 0,-4-2-35 0 0,-12 2-28 0 0,36-17 96 0 0,-35 12-86 0 0,-5 7 0 0 0,0-1 0 0 0,1 0 0 0 0,-1 0 0 0 0,0 0 0 0 0,0 0 0 0 0,0 0 0 0 0,0 0 0 0 0,0 1 0 0 0,-1-1 0 0 0,1 0 0 0 0,0 0 0 0 0,0 0 0 0 0,0 0 0 0 0,-1 0 0 0 0,1 1 0 0 0,-1-1 0 0 0,1 0 0 0 0,0 0 0 0 0,-1 1 0 0 0,1-1 0 0 0,-1 0 0 0 0,0 1 0 0 0,1-1 0 0 0,-1 0 0 0 0,0 1 0 0 0,1-1 0 0 0,-1 1 0 0 0,0-1 0 0 0,1 1 0 0 0,-1-1 0 0 0,0 1 0 0 0,0 0 0 0 0,0-1 0 0 0,-1 1 0 0 0,1-1 0 0 0,1 1 0 0 0,-1 0 0 0 0,0-1 0 0 0,0 1 0 0 0,0 0 0 0 0,0-1 0 0 0,1 1 0 0 0,-1-1 0 0 0,0 0 0 0 0,0 1 0 0 0,1-1 0 0 0,-1 1 0 0 0,0-1 0 0 0,1 0 0 0 0,-1 0 0 0 0,1 1 0 0 0,-1-1 0 0 0,1 0 0 0 0,-1 0 0 0 0,1 0 0 0 0,0 0 0 0 0,-1 1 0 0 0,1-1 0 0 0,0 0 0 0 0,0 0 0 0 0,-1 0 0 0 0,1 0 0 0 0,0 0 0 0 0,0 0 0 0 0,0 0 0 0 0,0 0 0 0 0,0 0 0 0 0,0 0 0 0 0,1-1 0 0 0,-1-100-14 0 0,0 101 15 0 0,0 0 0 0 0,0 1-1 0 0,0-1 1 0 0,0 0 0 0 0,0 0-1 0 0,0 0 1 0 0,0 0 0 0 0,-1 0-1 0 0,1 0 1 0 0,0 0 0 0 0,-1 0-1 0 0,1 0 1 0 0,0 1 0 0 0,-1-1-1 0 0,1 0 1 0 0,-1 0 0 0 0,1 0-1 0 0,-1 1 1 0 0,0-1 0 0 0,1 0-1 0 0,-1 1 1 0 0,0-1 0 0 0,1 1-1 0 0,-1-1 1 0 0,0 0 0 0 0,0 1-1 0 0,1 0 1 0 0,-2-1 0 0 0,0 0-4 0 0,1 0 1 0 0,0 1-1 0 0,0-1 1 0 0,0 0-1 0 0,0 0 1 0 0,0 0-1 0 0,0 0 1 0 0,0 0-1 0 0,0 0 1 0 0,0 0-1 0 0,1 0 1 0 0,-1 0-1 0 0,0 0 1 0 0,0 0-1 0 0,1-1 1 0 0,-1 1-1 0 0,1 0 1 0 0,-1 0-1 0 0,1-1 1 0 0,0 1-1 0 0,0 0 1 0 0,-1-1-1 0 0,1 1 1 0 0,0 0-1 0 0,0-1 1 0 0,0 1-1 0 0,0 0 1 0 0,1-2-1 0 0,2 0-14 0 0,-41-8 21 0 0,17 7-18 0 0,21 4 13 0 0,0 0 0 0 0,0 0 0 0 0,-1 0 0 0 0,1 0 0 0 0,0 0 0 0 0,0 0 0 0 0,0 0 0 0 0,-1-1 0 0 0,1 1 0 0 0,0 0 0 0 0,0 0 0 0 0,-1 0 0 0 0,1 0-1 0 0,0 0 1 0 0,0 0 0 0 0,0 0 0 0 0,-1-1 0 0 0,1 1 0 0 0,0 0 0 0 0,0 0 0 0 0,0 0 0 0 0,0 0 0 0 0,0-1 0 0 0,-1 1 0 0 0,1 0 0 0 0,0 0 0 0 0,0 0-1 0 0,0-1 1 0 0,0 1 0 0 0,0 0 0 0 0,0 0 0 0 0,0-1 0 0 0,0 1 0 0 0,0 0 0 0 0,0 0 0 0 0,0-1 0 0 0,0 1 0 0 0,0 0 0 0 0,0 0 0 0 0,0 0 0 0 0,0-1-1 0 0,-5-5-19 0 0,4 6 20 0 0,0 0 2 0 0,-1 0-1 0 0,1 0 1 0 0,0 0 0 0 0,0 0 0 0 0,0 0-1 0 0,-1 0 1 0 0,1 0 0 0 0,0-1-1 0 0,0 1 1 0 0,0 0 0 0 0,0-1-1 0 0,0 1 1 0 0,-1-1 0 0 0,1 1 0 0 0,0-1-1 0 0,0 1 1 0 0,0-1 0 0 0,0 0-1 0 0,-1 0 1 0 0,-33-13 52 0 0,15 8-106 0 0,15 1 53 0 0,0 5 53 0 0,-15 0-53 0 0,10 0-53 0 0,-15-1 64 0 0,25 1-10 0 0,0 0 0 0 0,0-1 0 0 0,0 1 0 0 0,0 0-1 0 0,0 0 1 0 0,0 0 0 0 0,0 0 0 0 0,0 0 0 0 0,-1 0-1 0 0,1 0 1 0 0,0 0 0 0 0,0 0 0 0 0,0 0 0 0 0,0 0-1 0 0,0 0 1 0 0,0 0 0 0 0,0-1 0 0 0,0 1-1 0 0,0 0 1 0 0,0 0 0 0 0,0 0 0 0 0,0 0 0 0 0,0 0-1 0 0,0 0 1 0 0,0 0 0 0 0,0 0 0 0 0,0 0 0 0 0,0-1-1 0 0,0 1 1 0 0,0 0 0 0 0,0 0 0 0 0,0 0 0 0 0,0 0-1 0 0,0 0 1 0 0,0 0 0 0 0,0 0 0 0 0,0 0-1 0 0,0 0 1 0 0,0-1 0 0 0,0 1 0 0 0,0 0 0 0 0,0 0-1 0 0,0 0 1 0 0,0 0 0 0 0,-60-8 19 0 0,35 5-11 0 0,-60-1 35 0 0,82 4-44 0 0,-6 1-9 0 0,0-1 0 0 0,0-1 0 0 0,-1 1 0 0 0,1-2 1 0 0,-12-2-1 0 0,-4 3 9 0 0,-41 1-14 0 0,-49 0 28 0 0,54 0 66 0 0,31 0-80 0 0,0 0 0 0 0,0 0 0 0 0,0 0 13 0 0,4 0 27 0 0,9-1-31 0 0,17 1-5 0 0,-48 7 10 0 0,7-3-14 0 0,34-6 0 0 0,0 2 0 0 0,-64 10 67 0 0,26 3 39 0 0,41-12 121 0 0,5 1-102 0 0,-7 1-103 0 0,-135 16 84 0 0,136-16-52 0 0,0 2-28 0 0,-15-4 41 0 0,10-1-13 0 0,-15 1-94 0 0,-24 6 22 0 0,42-4 9 0 0,7-4 9 0 0,0 1 0 0 0,0 0 0 0 0,0 0 0 0 0,-1 0 0 0 0,1 0 1 0 0,0 0-1 0 0,0 0 0 0 0,0 0 0 0 0,-1 0 0 0 0,1 0 0 0 0,0 0 0 0 0,0 0 0 0 0,0 0 0 0 0,-1 1 1 0 0,1-1-1 0 0,0 0 0 0 0,0 0 0 0 0,0 0 0 0 0,0 0 0 0 0,-1 0 0 0 0,1 0 0 0 0,0 0 1 0 0,0 0-1 0 0,0 0 0 0 0,0 1 0 0 0,0-1 0 0 0,-1 0 0 0 0,1 0 0 0 0,0 0 0 0 0,0 0 0 0 0,0 1 1 0 0,0-1-1 0 0,0 0 0 0 0,0 0 0 0 0,0 0 0 0 0,0 0 0 0 0,0 1 0 0 0,0-1 0 0 0,0 0 1 0 0,0 0-1 0 0,-1 0 0 0 0,1 1 0 0 0,0-1 0 0 0,0 0 0 0 0,0 0 0 0 0,1 0 0 0 0,-1 0 0 0 0,0 1 1 0 0,0-1-1 0 0,0 0 0 0 0,0 3 101 0 0,-5 2-115 0 0,0-5 14 0 0,4 0 0 0 0,0 0 0 0 0,1 0 0 0 0,-1-1 0 0 0,1 1 0 0 0,-1 0 0 0 0,0 0 0 0 0,1 0 0 0 0,-1 0 0 0 0,0 0 0 0 0,1 1 0 0 0,-1-1 0 0 0,0 0 0 0 0,1 0 0 0 0,-1 0 0 0 0,0 1 0 0 0,1-1 0 0 0,-1 0 0 0 0,1 0 0 0 0,-1 1 0 0 0,0-1 0 0 0,1 1 0 0 0,-1-1 0 0 0,1 0 0 0 0,-1 1 0 0 0,1-1 0 0 0,0 1 0 0 0,-1-1 0 0 0,1 1 0 0 0,-1 0 0 0 0,1-1 0 0 0,0 1 0 0 0,-1-1 0 0 0,1 1 0 0 0,0 0 0 0 0,0-1 0 0 0,-1 1 0 0 0,1-1 0 0 0,0 1 0 0 0,0 1 0 0 0,0-1 2 0 0,0 0 0 0 0,0 1 0 0 0,-1-1 0 0 0,1 0 0 0 0,0 0 0 0 0,-1 1 0 0 0,1-1 0 0 0,-1 0 0 0 0,1 0 0 0 0,-1 0 0 0 0,0 1 0 0 0,1-1 1 0 0,-1 0-1 0 0,0 0 0 0 0,0 0 0 0 0,0 0 0 0 0,0 0 0 0 0,1-1 0 0 0,-1 1 0 0 0,-1 0 0 0 0,1 0 0 0 0,0-1 0 0 0,0 1 0 0 0,0 0 0 0 0,-2 0 0 0 0,-2 2 12 0 0,4-2-9 0 0,0 0 0 0 0,0 1 0 0 0,1-1 0 0 0,-1 1 0 0 0,0-1 0 0 0,1 0 0 0 0,-1 1 1 0 0,1-1-1 0 0,-1 1 0 0 0,1-1 0 0 0,0 1 0 0 0,0 0 0 0 0,0-1 0 0 0,0 1 0 0 0,0-1 0 0 0,0 1 0 0 0,0-1 0 0 0,0 1 0 0 0,1-1 1 0 0,0 4-1 0 0,-1 57 75 0 0,0-61-40 0 0,2 0-101 0 0,0-1 53 0 0,0 1 0 0 0,-1-1 0 0 0,1 1 1 0 0,0 0-1 0 0,0-1 0 0 0,-1 1 0 0 0,1 0 1 0 0,0 0-1 0 0,-1 0 0 0 0,1 1 0 0 0,-1-1 1 0 0,1 0-1 0 0,-1 1 0 0 0,0-1 0 0 0,1 0 1 0 0,-1 1-1 0 0,2 2 0 0 0,-1-1 8 0 0,0 0 0 0 0,1 0 0 0 0,-1-1 0 0 0,1 1 0 0 0,-1-1 0 0 0,1 1 0 0 0,0-1 0 0 0,0 0 1 0 0,1 0-1 0 0,2 1 0 0 0,32 9 19 0 0,57 10 1 0 0,-16-5 7 0 0,-20-5 67 0 0,-43-11-54 0 0,-15 2-255 0 0,0 0 1 0 0,0 0-1 0 0,0 1 1 0 0,0-1-1 0 0,-1 0 1 0 0,0 1-1 0 0,0-1 1 0 0,0 0-1 0 0,0 1 1 0 0,-1 5-1 0 0,1-2-814 0 0,-4 45-3399 0 0,-16 0-2295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06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72 160 0 0,'-21'3'1969'0'0,"17"-3"-1532"0"0,-1 1 1 0 0,1-1 0 0 0,0 1 0 0 0,0 0 0 0 0,0 1 0 0 0,0-1 0 0 0,0 1 0 0 0,-8 3-1 0 0,4-2-273 0 0,-1 0 0 0 0,0-1 0 0 0,0 0 0 0 0,0 0 0 0 0,0-1 0 0 0,-18 0 0 0 0,-29-4 1666 0 0,21 1-966 0 0,22 1 2356 0 0,12 1-3181 0 0,1 0 0 0 0,-1 0 0 0 0,0 0 0 0 0,0 0 1 0 0,0 0-1 0 0,0 0 0 0 0,0 0 0 0 0,0 0 0 0 0,0 0 0 0 0,1 1 0 0 0,-1-1 0 0 0,0 0 0 0 0,0 1 0 0 0,0-1 1 0 0,1 0-1 0 0,-1 1 0 0 0,0-1 0 0 0,0 1 0 0 0,0 0 0 0 0,0 0 40 0 0,0 0 1 0 0,0 0-1 0 0,0-1 0 0 0,-1 1 0 0 0,1 0 1 0 0,0-1-1 0 0,0 1 0 0 0,-1-1 0 0 0,1 1 1 0 0,0-1-1 0 0,-1 0 0 0 0,1 1 0 0 0,0-1 1 0 0,-1 0-1 0 0,1 0 0 0 0,-1 0 0 0 0,-1 0 1 0 0,-2-1 174 0 0,0 1 5215 0 0,10 0-5336 0 0,97 10 632 0 0,-80-6-637 0 0,1-2 0 0 0,-1 0 1 0 0,1-1-1 0 0,0-1 0 0 0,33-4 0 0 0,-17 0 108 0 0,0 2 0 0 0,55 5 0 0 0,-29-1 97 0 0,326-16 681 0 0,-124-4-201 0 0,-218 12-678 0 0,168-14 397 0 0,-184 18-489 0 0,45-7 0 0 0,27-4 18 0 0,548-13 873 0 0,-411 13-494 0 0,124 31-146 0 0,-195-3-121 0 0,-141-11-106 0 0,61 4 39 0 0,-31-1-26 0 0,-33-3 0 0 0,-8-1 13 0 0,1 0 1 0 0,0-2-1 0 0,20-1 1 0 0,-37-1-93 0 0,-1 1 0 0 0,1 0-1 0 0,0-1 1 0 0,0 1 0 0 0,-1 0 0 0 0,1 1 0 0 0,0-1-1 0 0,0 0 1 0 0,-1 1 0 0 0,1-1 0 0 0,0 1 0 0 0,-1 0-1 0 0,5 2 1 0 0,11 0 68 0 0,-11-5-59 0 0,42 5 87 0 0,-39-1-67 0 0,39 0 6 0 0,47 1 66 0 0,-45-1 47 0 0,69-6 1 0 0,-26 3-28 0 0,-70 2-29 0 0,-1-1-1 0 0,42-5 1 0 0,-54 3-24 0 0,1 1 1 0 0,-1 0-1 0 0,1 1 1 0 0,15 1 0 0 0,31-1 62 0 0,298-12-105 0 0,-299 17-613 0 0,-53-5 190 0 0,-1 1-1 0 0,1 0 1 0 0,0 0-1 0 0,0 0 1 0 0,0 1-1 0 0,-1-1 1 0 0,1 1-1 0 0,0 0 1 0 0,-1 0-1 0 0,0 0 1 0 0,1 1-1 0 0,-1-1 1 0 0,4 4-1 0 0,-7-5 218 0 0,0-1-1 0 0,1 0 0 0 0,-1 1 0 0 0,0-1 1 0 0,0 1-1 0 0,1-1 0 0 0,-1 1 0 0 0,0-1 0 0 0,0 0 1 0 0,0 1-1 0 0,0-1 0 0 0,1 1 0 0 0,-1-1 0 0 0,0 1 1 0 0,0-1-1 0 0,0 1 0 0 0,0-1 0 0 0,0 1 0 0 0,0-1 1 0 0,0 1-1 0 0,0-1 0 0 0,-1 1 0 0 0,1-1 0 0 0,0 1 1 0 0,0-1-1 0 0,0 1 0 0 0,0-1 0 0 0,-1 1 0 0 0,1-1 1 0 0,0 0-1 0 0,0 1 0 0 0,-1-1 0 0 0,1 1 1 0 0,0-1-1 0 0,-1 0 0 0 0,1 1 0 0 0,0-1 0 0 0,-1 0 1 0 0,1 1-1 0 0,-1-1 0 0 0,1 0 0 0 0,-1 0 0 0 0,1 1 1 0 0,0-1-1 0 0,-1 0 0 0 0,-50 19-12252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2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3201 0 0,'0'-20'5203'0'0,"0"13"-2882"0"0,0 14-2241 0 0,0-1-560 0 0,0 0 80 0 0,31-6-1601 0 0,-1 0-5523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6 640 0 0,'0'6'1761'0'0,"-30"-1"0"0"0,60-5-1681 0 0,-30-5-160 0 0,0-1-480 0 0,0 0-2242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5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2 302 2081 0 0,'0'0'4055'0'0,"0"0"-4041"0"0,0 0-1 0 0,0 0 1 0 0,0-1-1 0 0,-1 1 1 0 0,1 0 0 0 0,0 0-1 0 0,0-1 1 0 0,0 1-1 0 0,0 0 1 0 0,0 0 0 0 0,0 0-1 0 0,0-1 1 0 0,0 1-1 0 0,0 0 1 0 0,0 0-1 0 0,0-1 1 0 0,0 1 0 0 0,0 0-1 0 0,0 0 1 0 0,0 0-1 0 0,0-1 1 0 0,0 1 0 0 0,0 0-1 0 0,0 0 1 0 0,0-1-1 0 0,0 1 1 0 0,1 0-1 0 0,-1 0 1 0 0,0 0 0 0 0,0-1-1 0 0,0 1 1 0 0,0 0-1 0 0,0 0 1 0 0,1 0 0 0 0,-1 0-1 0 0,0-1 1 0 0,0 1-1 0 0,0 0 1 0 0,0 0-1 0 0,1 0 1 0 0,-1 0 0 0 0,0 0-1 0 0,0 0 1 0 0,0 0-1 0 0,1 0 1 0 0,-1-1 0 0 0,0 1-1 0 0,0 0 1 0 0,1 0-1 0 0,-1 0 1 0 0,0 0-1 0 0,0 0 1 0 0,1 0 0 0 0,-1 0-1 0 0,16-5 128 0 0,28-5 265 0 0,8 4 98 0 0,98-26-1 0 0,5-2 37 0 0,544-40 1196 0 0,1 47-850 0 0,-642 25-880 0 0,237-12 155 0 0,108-2-68 0 0,492 22 1814 0 0,-749-13-1573 0 0,35-19 306 0 0,-170 24-601 0 0,360-37 1421 0 0,-274 34-689 0 0,187 16 0 0 0,575 32 2004 0 0,-598-44-2521 0 0,11 3 57 0 0,-141-3 31 0 0,134-7-102 0 0,-33 2 54 0 0,91-2-1 0 0,72-3 147 0 0,-63 1-480 0 0,-124 6 321 0 0,-1 8-1 0 0,248 39 0 0 0,95 10 79 0 0,-352-38-145 0 0,59 4 55 0 0,265 26 303 0 0,227 52-479 0 0,-716-91-357 0 0,-25-4-91 0 0,-1 0 1 0 0,1-1-1 0 0,0 0 1 0 0,-1 0-1 0 0,1-1 1 0 0,0 0-1 0 0,0 0 1 0 0,12-3-1 0 0,-17 1-2069 0 0,-11-3-541 0 0,-52-16-3958 0 0,-45-19-1788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34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751 123 1201 0 0,'-12'2'445'0'0,"1"0"0"0"0,-1-1 1 0 0,-1 0-1 0 0,1-1 1 0 0,0 0-1 0 0,0-1 0 0 0,0 0 1 0 0,0-1-1 0 0,-11-3 0 0 0,14 3-256 0 0,9 2-180 0 0,0 0 0 0 0,0 0 0 0 0,-1 0-1 0 0,1 0 1 0 0,0 0 0 0 0,0 0 0 0 0,-1 0 0 0 0,1 0 0 0 0,0 0 0 0 0,0-1 0 0 0,-1 1 0 0 0,1 0 0 0 0,0 0 0 0 0,0 0 0 0 0,0 0 0 0 0,-1-1 0 0 0,1 1 0 0 0,0 0 0 0 0,0 0 0 0 0,0 0-1 0 0,-1-1 1 0 0,1 1 0 0 0,0 0 0 0 0,0 0 0 0 0,0-1 0 0 0,0 1 0 0 0,0 0 0 0 0,0 0 0 0 0,0-1 0 0 0,0 1 0 0 0,0 0 0 0 0,0 0 0 0 0,0-1 0 0 0,0 1 0 0 0,0 0 0 0 0,0-1 0 0 0,-5-6 47 0 0,-2 6-46 0 0,7 1-10 0 0,-1 0 1 0 0,0 0-1 0 0,0 0 0 0 0,0-1 1 0 0,1 1-1 0 0,-1 0 1 0 0,0 0-1 0 0,0 0 0 0 0,1-1 1 0 0,-1 1-1 0 0,0 0 1 0 0,0-1-1 0 0,1 1 0 0 0,-1-1 1 0 0,0 1-1 0 0,1-1 0 0 0,-1 1 1 0 0,1-1-1 0 0,-1 1 1 0 0,1-1-1 0 0,-1 0 0 0 0,1 1 1 0 0,-1-1-1 0 0,1 0 1 0 0,-1 1-1 0 0,1-1 0 0 0,0 0 1 0 0,-1 0-1 0 0,1 1 1 0 0,0-1-1 0 0,0 0 0 0 0,0 0 1 0 0,0 1-1 0 0,-1-1 0 0 0,1 0 1 0 0,0 0-1 0 0,0 0 1 0 0,1 1-1 0 0,-1-1 0 0 0,0 0 1 0 0,0-1-1 0 0,1 1 4 0 0,0 0-1 0 0,0 1 0 0 0,0-1 1 0 0,0 1-1 0 0,0-1 1 0 0,0 0-1 0 0,0 1 0 0 0,0 0 1 0 0,0-1-1 0 0,0 1 0 0 0,0 0 1 0 0,0-1-1 0 0,1 1 1 0 0,-1 0-1 0 0,0 0 0 0 0,0 0 1 0 0,0 0-1 0 0,0 0 1 0 0,0 0-1 0 0,1 0 0 0 0,0 1 1 0 0,-2-1 1 0 0,1 0 11 0 0,-1 0-1 0 0,0 0 1 0 0,1 0 0 0 0,-1 0-1 0 0,0 0 1 0 0,0 0-1 0 0,1-1 1 0 0,-1 1 0 0 0,0 0-1 0 0,0 0 1 0 0,1 0-1 0 0,-1 0 1 0 0,0-1 0 0 0,0 1-1 0 0,1 0 1 0 0,-1 0-1 0 0,0 0 1 0 0,0-1 0 0 0,0 1-1 0 0,0 0 1 0 0,1 0-1 0 0,-1-1 1 0 0,0 1 0 0 0,0 0-1 0 0,0-1 1 0 0,0 1-1 0 0,0 0 1 0 0,0 0 0 0 0,0-1-1 0 0,0 1 1 0 0,0 0-1 0 0,0-1 1 0 0,0 1 0 0 0,0 0-1 0 0,0 0 1 0 0,0-1-1 0 0,0 1 1 0 0,0 0 0 0 0,0-1-1 0 0,0 1 1 0 0,0 0-1 0 0,0 0 1 0 0,0-1-1 0 0,-1 1 1 0 0,1 0 0 0 0,0-1-1 0 0,0 1 1 0 0,0 0-1 0 0,0 0 1 0 0,-1 0 0 0 0,1-1-1 0 0,0 1 1 0 0,0 0-1 0 0,-1 0 1 0 0,1 0 0 0 0,0 0-1 0 0,0-1 1 0 0,-1 1-1 0 0,1 0 1 0 0,0 0 0 0 0,0 0-1 0 0,-1 0 1 0 0,1 0-1 0 0,-1 0 1 0 0,-19 0 91 0 0,20 0-94 0 0,0 0 0 0 0,-1 0 1 0 0,1-1-1 0 0,0 1 0 0 0,0 0 1 0 0,-1 0-1 0 0,1 0 0 0 0,0 0 1 0 0,0 0-1 0 0,-1 0 0 0 0,1 0 1 0 0,0-1-1 0 0,0 1 0 0 0,0 0 1 0 0,-1 0-1 0 0,1 0 0 0 0,0 0 1 0 0,0-1-1 0 0,0 1 0 0 0,-1 0 1 0 0,1 0-1 0 0,0-1 0 0 0,0 1 1 0 0,0 0-1 0 0,0 0 0 0 0,0-1 1 0 0,0 1-1 0 0,0 0 0 0 0,-1 0 0 0 0,1-1 1 0 0,0 1-1 0 0,0 0 0 0 0,0 0 1 0 0,0-1-1 0 0,0 1 0 0 0,0 0 1 0 0,0-1-1 0 0,0 1 0 0 0,0 0 1 0 0,1 0-1 0 0,-1-1 0 0 0,0 1 1 0 0,0 0-1 0 0,0 0 0 0 0,0-1 1 0 0,0 1 3 0 0,1 0 0 0 0,-1-1 1 0 0,0 1-1 0 0,0 0 1 0 0,0 0-1 0 0,0-1 1 0 0,0 1-1 0 0,0 0 0 0 0,0-1 1 0 0,0 1-1 0 0,0 0 1 0 0,0 0-1 0 0,0-1 0 0 0,0 1 1 0 0,0 0-1 0 0,0 0 1 0 0,0-1-1 0 0,0 1 1 0 0,0 0-1 0 0,0-1 0 0 0,0 1 1 0 0,0 0-1 0 0,-1 0 1 0 0,1-1-1 0 0,0 1 0 0 0,0 0 1 0 0,0 0-1 0 0,0 0 1 0 0,-1-1-1 0 0,1 1 1 0 0,0 0-1 0 0,0 0 0 0 0,0 0 1 0 0,-1-1-1 0 0,1 1 1 0 0,0 0-1 0 0,0 0 0 0 0,-1 0 1 0 0,1 0-1 0 0,0 0 1 0 0,0 0-1 0 0,-1 0 0 0 0,1 0 1 0 0,0-1-1 0 0,-1 1 1 0 0,1 0-5 0 0,-1 1-6 0 0,0-1 0 0 0,-1 0 1 0 0,1 0-1 0 0,0 0 0 0 0,0 0 0 0 0,0 0 1 0 0,0 0-1 0 0,0 0 0 0 0,0 0 1 0 0,-1 0-1 0 0,1 0 0 0 0,0-1 0 0 0,0 1 1 0 0,0 0-1 0 0,0-1 0 0 0,0 1 1 0 0,0-1-1 0 0,0 1 0 0 0,0-1 1 0 0,0 0-1 0 0,-1 0 0 0 0,1 0 0 0 0,1 0 0 0 0,-1 0 0 0 0,0 0 0 0 0,0 0 0 0 0,0 0 0 0 0,0 0 0 0 0,0 1 0 0 0,0-1 0 0 0,0 0 0 0 0,0 1 0 0 0,-1-1 0 0 0,1 1 0 0 0,0-1 0 0 0,0 1 0 0 0,0-1 0 0 0,-1 1 0 0 0,1 0 0 0 0,0 0 0 0 0,0 0 0 0 0,-2 0 0 0 0,2-1 6 0 0,-3 1 90 0 0,2-1-73 0 0,-1 1 0 0 0,1-1 0 0 0,0 1 0 0 0,-1-1 0 0 0,1 1 0 0 0,0-1 0 0 0,0 0 0 0 0,0 0 0 0 0,0 0 1 0 0,0-1-1 0 0,0 1 0 0 0,-3-3 0 0 0,4 4-19 0 0,0-1 1 0 0,1 0-1 0 0,-1 1 1 0 0,0-1-1 0 0,0 1 1 0 0,0-1-1 0 0,0 1 1 0 0,0-1-1 0 0,1 1 1 0 0,-1-1-1 0 0,0 1 1 0 0,0 0 0 0 0,0-1-1 0 0,0 1 1 0 0,0 0-1 0 0,0 0 1 0 0,0 0-1 0 0,0 0 1 0 0,0 0-1 0 0,0 0 1 0 0,0 0-1 0 0,0 0 1 0 0,-2 1-1 0 0,2-1 20 0 0,0 0-28 0 0,1 0 0 0 0,0 0 0 0 0,0 0 0 0 0,0 0 0 0 0,0 0 0 0 0,0-1 0 0 0,0 1 0 0 0,-1 0 0 0 0,1 0 1 0 0,0 0-1 0 0,0 0 0 0 0,0 0 0 0 0,0 0 0 0 0,0 0 0 0 0,-1 0 0 0 0,1 0 0 0 0,0 0 0 0 0,0 0 0 0 0,0 0 1 0 0,0 0-1 0 0,0 0 0 0 0,-1 0 0 0 0,1 0 0 0 0,0 1 0 0 0,0-1 0 0 0,0 0 0 0 0,0 0 0 0 0,0 0 0 0 0,0 0 1 0 0,-1 0-1 0 0,1 0 0 0 0,0 0 0 0 0,0 0 0 0 0,0 0 0 0 0,0 0 0 0 0,0 1 0 0 0,0-1 0 0 0,0 0 1 0 0,0 0-1 0 0,0 0 0 0 0,0 0 0 0 0,-1 0 0 0 0,1 0 0 0 0,0 1 0 0 0,0-1 0 0 0,0 0 0 0 0,0 0 0 0 0,0 0 1 0 0,0 0-1 0 0,0 0 0 0 0,0 1 0 0 0,0-1 0 0 0,0 0 0 0 0,0 0 0 0 0,0 0 0 0 0,0 0 0 0 0,0 0 0 0 0,0 1 1 0 0,1-1-1 0 0,-1 0 3 0 0,0 0 0 0 0,0 0 0 0 0,0 0 1 0 0,0 1-1 0 0,0-1 0 0 0,0 0 0 0 0,0 0 1 0 0,0 0-1 0 0,0 0 0 0 0,0 0 0 0 0,0 0 0 0 0,0 1 1 0 0,0-1-1 0 0,0 0 0 0 0,0 0 0 0 0,0 0 1 0 0,0 0-1 0 0,0 0 0 0 0,-1 1 0 0 0,1-1 1 0 0,0 0-1 0 0,0 0 0 0 0,0 0 0 0 0,0 0 1 0 0,0 0-1 0 0,0 0 0 0 0,0 0 0 0 0,0 1 1 0 0,0-1-1 0 0,-1 0 0 0 0,1 0 0 0 0,0 0 0 0 0,0 0 1 0 0,0 0-1 0 0,0 0 0 0 0,0 0 0 0 0,0 0 1 0 0,-1 0-1 0 0,1 0 0 0 0,0 0 0 0 0,0 0 1 0 0,0 0-1 0 0,0 0 0 0 0,0 0 0 0 0,-1 0 1 0 0,1 0-1 0 0,0 0 0 0 0,0 0 0 0 0,0 0 0 0 0,0 0 1 0 0,0 0-1 0 0,-1 0 0 0 0,1 0 0 0 0,0 0 1 0 0,0 0-1 0 0,0 0 0 0 0,0 0 0 0 0,0 0 1 0 0,-1 0-1 0 0,-29 5 392 0 0,29-5-389 0 0,-1 0-1 0 0,1 0 1 0 0,0 0 0 0 0,-1 1 0 0 0,1-1 0 0 0,0 0-1 0 0,0 1 1 0 0,-1-1 0 0 0,1 1 0 0 0,0 0-1 0 0,0-1 1 0 0,0 1 0 0 0,-1 0 0 0 0,1 0 0 0 0,0 0-1 0 0,0-1 1 0 0,0 1 0 0 0,0 0 0 0 0,-1 3-1 0 0,2-3 2 0 0,-1 0-1 0 0,0 0 0 0 0,0 0 0 0 0,1 0 0 0 0,-1 0 1 0 0,0 0-1 0 0,0 0 0 0 0,0 0 0 0 0,0 0 0 0 0,0-1 0 0 0,0 1 1 0 0,0 0-1 0 0,0 0 0 0 0,0-1 0 0 0,-1 1 0 0 0,1-1 1 0 0,0 1-1 0 0,-3 0 0 0 0,0 1 30 0 0,-11 8 49 0 0,14-10-90 0 0,-1 1 0 0 0,1-1 0 0 0,0 1 0 0 0,0 0 1 0 0,0-1-1 0 0,0 1 0 0 0,0 0 0 0 0,0 0 1 0 0,0-1-1 0 0,0 1 0 0 0,0 0 0 0 0,0 0 1 0 0,0 0-1 0 0,1 0 0 0 0,-1 1 0 0 0,0-1 1 0 0,1 0-1 0 0,-1 0 0 0 0,1 0 0 0 0,-1 0 0 0 0,1 1 1 0 0,0-1-1 0 0,-1 0 0 0 0,1 0 0 0 0,0 1 1 0 0,0 1-1 0 0,-1-2 10 0 0,1 0 0 0 0,-1 0 0 0 0,1 0 0 0 0,-1 0 0 0 0,0 0 0 0 0,0 0 0 0 0,1 0 0 0 0,-1 0 0 0 0,0 0 0 0 0,0-1 0 0 0,0 1 0 0 0,0 0 0 0 0,0-1 0 0 0,0 1 0 0 0,0 0 0 0 0,0-1 0 0 0,0 1 0 0 0,0-1 0 0 0,0 0 0 0 0,-1 1 0 0 0,1-1 0 0 0,0 0 0 0 0,-2 0 0 0 0,2 1 13 0 0,0 0-11 0 0,0 0 0 0 0,0 1-1 0 0,0-1 1 0 0,1 1 0 0 0,-1-1 0 0 0,1 0-1 0 0,-1 1 1 0 0,1-1 0 0 0,-1 1 0 0 0,1 0-1 0 0,0-1 1 0 0,0 1 0 0 0,0-1-1 0 0,0 1 1 0 0,0-1 0 0 0,0 1 0 0 0,0-1-1 0 0,0 1 1 0 0,1 2 0 0 0,0-2 22 0 0,-1 1-31 0 0,-1 0 0 0 0,1 0 0 0 0,0 0 0 0 0,-1 0 0 0 0,1 0 0 0 0,-1 0 0 0 0,0-1 0 0 0,0 1 0 0 0,0 0 0 0 0,-1 0 0 0 0,1-1 1 0 0,0 1-1 0 0,-4 4 0 0 0,3-5-1 0 0,0 1-1 0 0,0-1 1 0 0,1 1 0 0 0,0 0 0 0 0,-1-1 0 0 0,1 1 0 0 0,0 0 0 0 0,0 0 0 0 0,0 0 0 0 0,1 0 0 0 0,-1 0 0 0 0,1 0 0 0 0,-1 6-1 0 0,1-8 3 0 0,0 1 0 0 0,0 0 0 0 0,0-1 0 0 0,0 1 0 0 0,0-1 0 0 0,-1 1 0 0 0,1-1 0 0 0,-1 1-1 0 0,1-1 1 0 0,-1 1 0 0 0,0-1 0 0 0,1 0 0 0 0,-1 1 0 0 0,0-1 0 0 0,0 0 0 0 0,0 0 0 0 0,0 1-1 0 0,0-1 1 0 0,0 0 0 0 0,-2 1 0 0 0,1-1-4 0 0,1 0 0 0 0,0 1 0 0 0,0-1 1 0 0,0 0-1 0 0,-1 0 0 0 0,1 1 0 0 0,0-1 0 0 0,1 1 0 0 0,-1-1 0 0 0,0 1 0 0 0,0-1 0 0 0,1 1 1 0 0,-1-1-1 0 0,1 1 0 0 0,-1 0 0 0 0,1-1 0 0 0,0 1 0 0 0,-1 0 0 0 0,1-1 0 0 0,0 4 0 0 0,0 227 42 0 0,0-226 1 0 0,-1 0 0 0 0,0 0 0 0 0,0 0 0 0 0,0 0 0 0 0,-1 0-1 0 0,0 0 1 0 0,0 0 0 0 0,0 0 0 0 0,-1-1 0 0 0,0 1 0 0 0,0-1-1 0 0,-7 9 1 0 0,-14 27 95 0 0,21-32-139 0 0,1 0-1 0 0,0 1 0 0 0,1 0 0 0 0,0-1 0 0 0,1 1 1 0 0,-1 0-1 0 0,2-1 0 0 0,1 13 0 0 0,0 12 65 0 0,-2 81-61 0 0,0-113-4 0 0,0 1 1 0 0,0 0-1 0 0,-1 0 1 0 0,1-1-1 0 0,-1 1 1 0 0,0 0-1 0 0,1-1 0 0 0,-1 1 1 0 0,0 0-1 0 0,-1-1 1 0 0,1 1-1 0 0,0-1 0 0 0,-1 0 1 0 0,1 1-1 0 0,-3 1 1 0 0,3-2 6 0 0,-1 0 1 0 0,1 0 0 0 0,-1 0 0 0 0,1 0 0 0 0,0 1 0 0 0,0-1-1 0 0,0 0 1 0 0,0 1 0 0 0,0-1 0 0 0,0 1 0 0 0,1-1 0 0 0,-1 1-1 0 0,1-1 1 0 0,0 6 0 0 0,0-4 11 0 0,-1 0 0 0 0,1 1 0 0 0,-1-1 0 0 0,0 0 0 0 0,0 1 0 0 0,0-1 0 0 0,0 0 0 0 0,-1 0 0 0 0,0 0-1 0 0,-3 7 1 0 0,2-7 3 0 0,1 0 0 0 0,0 0 0 0 0,1 0 0 0 0,-1 0-1 0 0,1 1 1 0 0,0-1 0 0 0,0 1 0 0 0,0-1 0 0 0,0 0-1 0 0,0 9 1 0 0,1-10-21 0 0,0-1 0 0 0,0 0-1 0 0,0 1 1 0 0,-1-1 0 0 0,1 1-1 0 0,-1-1 1 0 0,0 0-1 0 0,0 1 1 0 0,0-1 0 0 0,0 0-1 0 0,0 0 1 0 0,0 0 0 0 0,-1 0-1 0 0,1 0 1 0 0,-3 3 0 0 0,3-3-2 0 0,-1-1 1 0 0,1 1 0 0 0,-1 0 0 0 0,1 0 0 0 0,0 0 0 0 0,0 0 0 0 0,0 1-1 0 0,0-1 1 0 0,0 0 0 0 0,0 0 0 0 0,1 1 0 0 0,-1-1 0 0 0,1 0 0 0 0,0 1-1 0 0,-1 2 1 0 0,2 7 40 0 0,0-10-35 0 0,-1 0 0 0 0,1 0 0 0 0,-1 1 0 0 0,0-1 0 0 0,0 0 0 0 0,0 0 0 0 0,0 1 0 0 0,0-1 0 0 0,-1 0 0 0 0,1 0 0 0 0,-1 0 0 0 0,1 0 0 0 0,-1 1 0 0 0,0-1 1 0 0,0 0-1 0 0,-2 3 0 0 0,1-2 0 0 0,-1-1 0 0 0,1 1 1 0 0,0-1-1 0 0,0 1 0 0 0,0 0 1 0 0,0 0-1 0 0,1 0 0 0 0,-1 0 1 0 0,1 0-1 0 0,-1 0 0 0 0,1 0 1 0 0,0 1-1 0 0,0-1 0 0 0,1 0 1 0 0,-1 1-1 0 0,1-1 0 0 0,0 0 1 0 0,0 1-1 0 0,0 6 0 0 0,0-10 0 0 0,0 1 0 0 0,0 0 0 0 0,0 0-1 0 0,0 0 1 0 0,0-1 0 0 0,0 1 0 0 0,0 0-1 0 0,0 0 1 0 0,-1 0 0 0 0,1 0 0 0 0,0-1 0 0 0,0 1-1 0 0,-1 0 1 0 0,1 0 0 0 0,-1-1 0 0 0,1 1-1 0 0,-1 0 1 0 0,1-1 0 0 0,-1 1 0 0 0,1 0 0 0 0,-1-1-1 0 0,1 1 1 0 0,-1-1 0 0 0,0 1 0 0 0,1-1-1 0 0,-1 1 1 0 0,0-1 0 0 0,0 0 0 0 0,1 1 0 0 0,-1-1-1 0 0,0 0 1 0 0,-1 1 0 0 0,1-1 0 0 0,0 0 0 0 0,0 1-1 0 0,1-1 1 0 0,-1 0 0 0 0,0 0 0 0 0,1 1 0 0 0,-1-1 0 0 0,0 1-1 0 0,0-1 1 0 0,1 1 0 0 0,-1-1 0 0 0,1 1 0 0 0,-1-1 0 0 0,0 1-1 0 0,1-1 1 0 0,-1 1 0 0 0,1 0 0 0 0,0-1 0 0 0,-1 1 0 0 0,1 0 0 0 0,-1-1-1 0 0,1 1 1 0 0,0 0 0 0 0,0 0 0 0 0,-1-1 0 0 0,1 1 0 0 0,0 0-1 0 0,0 0 1 0 0,0 0 0 0 0,0-1 0 0 0,0 1 0 0 0,0 1 0 0 0,0 0-2 0 0,0 0 1 0 0,0-1-1 0 0,0 1 1 0 0,0 0-1 0 0,0-1 1 0 0,0 1 0 0 0,-1 0-1 0 0,1-1 1 0 0,-1 1-1 0 0,1 0 1 0 0,-1-1-1 0 0,1 1 1 0 0,-1-1 0 0 0,0 1-1 0 0,0-1 1 0 0,0 0-1 0 0,0 1 1 0 0,0-1-1 0 0,0 0 1 0 0,0 1 0 0 0,0-1-1 0 0,-1 0 1 0 0,1 0-1 0 0,-3 1 1 0 0,-2 3-3 0 0,5-4 3 0 0,1-1 1 0 0,-1 0-1 0 0,1 0 0 0 0,-1 1 0 0 0,1-1 1 0 0,0 0-1 0 0,-1 1 0 0 0,1-1 0 0 0,0 0 1 0 0,-1 1-1 0 0,1-1 0 0 0,0 1 0 0 0,-1-1 1 0 0,1 0-1 0 0,0 1 0 0 0,0-1 0 0 0,-1 1 1 0 0,1-1-1 0 0,0 1 0 0 0,0-1 0 0 0,0 1 0 0 0,0-1 1 0 0,0 1-1 0 0,-1-1 0 0 0,1 1 0 0 0,0-1 1 0 0,0 1-1 0 0,0-1 0 0 0,1 1 0 0 0,-1-1 1 0 0,0 1-1 0 0,0-1 0 0 0,0 1 0 0 0,0-1 1 0 0,0 1-1 0 0,1-1 0 0 0,-1 1 0 0 0,0-1 0 0 0,1 1 1 0 0,17 11 11 0 0,-6-3-20 0 0,-12-9 5 0 0,0 1 1 0 0,0 0 0 0 0,-1-1 0 0 0,1 1-1 0 0,0 0 1 0 0,0-1 0 0 0,0 1 0 0 0,-1-1-1 0 0,1 1 1 0 0,0-1 0 0 0,-1 1 0 0 0,1-1-1 0 0,0 1 1 0 0,-1-1 0 0 0,1 1 0 0 0,-1-1 0 0 0,1 1-1 0 0,-1-1 1 0 0,1 1 0 0 0,-1-1 0 0 0,1 0-1 0 0,-1 1 1 0 0,1-1 0 0 0,-1 0 0 0 0,0 0-1 0 0,1 1 1 0 0,-1-1 0 0 0,1 0 0 0 0,-2 0-1 0 0,-5 6 4 0 0,14 1-1 0 0,-6-7 0 0 0,-1 0 0 0 0,1 1 0 0 0,0-1 0 0 0,0 1 0 0 0,-1-1 0 0 0,1 0 0 0 0,0 1 0 0 0,-1 0 0 0 0,1-1 0 0 0,0 1 0 0 0,-1-1 0 0 0,1 1 0 0 0,-1 0 0 0 0,1-1 0 0 0,-1 1 0 0 0,1 0 0 0 0,-1 0 0 0 0,0-1 0 0 0,1 1 0 0 0,-1 0 0 0 0,0 0 0 0 0,0-1 0 0 0,1 1 0 0 0,-1 0 0 0 0,0 1 0 0 0,-2 0-4 0 0,3 1 10 0 0,30 5-75 0 0,17 7 58 0 0,-36-11 22 0 0,104 29 123 0 0,-97-24-118 0 0,1-1-24 0 0,37-6 93 0 0,3-2-5 0 0,-30 1-93 0 0,35 5-26 0 0,36 9 110 0 0,-86-12-77 0 0,3 0 29 0 0,55 7 101 0 0,-67-9-104 0 0,-1-1 1 0 0,1 0-1 0 0,0 0 0 0 0,0-1 0 0 0,-1 0 0 0 0,1 0 1 0 0,5-2-1 0 0,-11 3-11 0 0,1 0 0 0 0,-1-1-1 0 0,0 1 1 0 0,0 0 0 0 0,1 0 0 0 0,-1-1 0 0 0,0 1 0 0 0,0 0-1 0 0,1-1 1 0 0,-1 1 0 0 0,0 0 0 0 0,0-1 0 0 0,0 1 0 0 0,1 0-1 0 0,-1-1 1 0 0,0 1 0 0 0,0 0 0 0 0,0-1 0 0 0,0 1 0 0 0,0-1-1 0 0,0 1 1 0 0,0 0 0 0 0,0-1 0 0 0,0 1 0 0 0,0-1 0 0 0,0 1-1 0 0,0 0 1 0 0,0-1 0 0 0,0 1 0 0 0,0 0 0 0 0,-1-1 0 0 0,1 1-1 0 0,0-1 1 0 0,0 1 0 0 0,0 0 0 0 0,0-1 0 0 0,-1 1 0 0 0,1-1-1 0 0,-1 1 2 0 0,1-1 0 0 0,0 1-1 0 0,-1-1 1 0 0,1 0-1 0 0,0 1 1 0 0,-1-1 0 0 0,1 0-1 0 0,0 1 1 0 0,0-1-1 0 0,0 0 1 0 0,0 0 0 0 0,0 1-1 0 0,0-1 1 0 0,0 0-1 0 0,0 1 1 0 0,0-1-1 0 0,0 0 1 0 0,0 0 0 0 0,0 1-1 0 0,0-1 1 0 0,1 0-1 0 0,-1 1 1 0 0,0-1 0 0 0,0 0-1 0 0,1 1 1 0 0,-1-1-1 0 0,1 1 1 0 0,-1-1 0 0 0,0 0-1 0 0,1 1 1 0 0,-1-1-1 0 0,1 1 1 0 0,-1-1 0 0 0,1 1-1 0 0,0-1 1 0 0,-1 1-1 0 0,1 0 1 0 0,0-1-1 0 0,6-2 80 0 0,-6 3-78 0 0,0 0-1 0 0,0 0 1 0 0,-1 0-1 0 0,1 0 1 0 0,0-1-1 0 0,0 1 1 0 0,0 0-1 0 0,-1-1 1 0 0,1 1-1 0 0,0 0 0 0 0,0-1 1 0 0,-1 1-1 0 0,1-1 1 0 0,0 1-1 0 0,-1-1 1 0 0,1 0-1 0 0,0 1 1 0 0,-1-1-1 0 0,1 1 1 0 0,-1-1-1 0 0,1 0 1 0 0,-1 0-1 0 0,1 1 1 0 0,-1-1-1 0 0,0 0 1 0 0,1 0-1 0 0,-1 0 1 0 0,0 1-1 0 0,0-1 1 0 0,1-1-1 0 0,-2 1-2 0 0,1 0 1 0 0,1 0-1 0 0,-1 0 0 0 0,0 1 0 0 0,0-1 1 0 0,0 0-1 0 0,0 0 0 0 0,1 1 1 0 0,-1-1-1 0 0,0 0 0 0 0,0 0 0 0 0,1 1 1 0 0,-1-1-1 0 0,1 0 0 0 0,-1 1 1 0 0,1-1-1 0 0,-1 0 0 0 0,1 1 0 0 0,-1-1 1 0 0,1 1-1 0 0,0-1 0 0 0,-1 1 1 0 0,1-1-1 0 0,0 1 0 0 0,-1-1 0 0 0,1 1 1 0 0,0-1-1 0 0,-1 1 0 0 0,1 0 1 0 0,0 0-1 0 0,1-1 0 0 0,-1 1-2 0 0,-1 0 0 0 0,1 0 0 0 0,0-1 0 0 0,0 1 0 0 0,-1 0 0 0 0,1-1-1 0 0,0 1 1 0 0,-1 0 0 0 0,1-1 0 0 0,0 1 0 0 0,-1-1 0 0 0,1 1 0 0 0,-1-1 0 0 0,1 1-1 0 0,0-1 1 0 0,-1 0 0 0 0,0 1 0 0 0,1-1 0 0 0,-1 0 0 0 0,1 1 0 0 0,-1-1 0 0 0,0 0 0 0 0,1 0-1 0 0,-1 1 1 0 0,0-1 0 0 0,0 0 0 0 0,0 0 0 0 0,1 1 0 0 0,-1-1 0 0 0,0 0 0 0 0,0-1 0 0 0,0 1 2 0 0,0-1 1 0 0,1 0 0 0 0,-1 1 0 0 0,1-1 0 0 0,0 1 0 0 0,-1-1 0 0 0,1 1-1 0 0,0-1 1 0 0,0 1 0 0 0,0-1 0 0 0,0 1 0 0 0,0 0 0 0 0,0-1 0 0 0,0 1 0 0 0,1 0-1 0 0,-1 0 1 0 0,0 0 0 0 0,1 0 0 0 0,-1 0 0 0 0,0 0 0 0 0,1 0 0 0 0,0 1-1 0 0,-1-1 1 0 0,1 1 0 0 0,2-2 0 0 0,-3 2 4 0 0,1 0 0 0 0,0-1 1 0 0,-1 0-1 0 0,1 1 0 0 0,-1-1 0 0 0,1 0 0 0 0,-1 0 1 0 0,1 0-1 0 0,-1 0 0 0 0,0 0 0 0 0,1 0 0 0 0,-1 0 1 0 0,0 0-1 0 0,0-1 0 0 0,0 1 0 0 0,0 0 0 0 0,0-1 1 0 0,0 1-1 0 0,0-1 0 0 0,0 1 0 0 0,0-1 0 0 0,-1 0 1 0 0,1 1-1 0 0,-1-1 0 0 0,1-2 0 0 0,-1 2 0 0 0,0 1 0 0 0,0-1-1 0 0,0 0 1 0 0,1 1 0 0 0,-1-1-1 0 0,1 0 1 0 0,-1 1 0 0 0,1-1 0 0 0,-1 0-1 0 0,1 1 1 0 0,0-1 0 0 0,0 1-1 0 0,-1 0 1 0 0,1-1 0 0 0,0 1 0 0 0,1 0-1 0 0,-1-1 1 0 0,0 1 0 0 0,2-2-1 0 0,-2 2-1 0 0,1 0 0 0 0,-1 0-1 0 0,0 0 1 0 0,0-1 0 0 0,0 1-1 0 0,0 0 1 0 0,0-1-1 0 0,0 1 1 0 0,0-1 0 0 0,0 1-1 0 0,-1-1 1 0 0,1 1 0 0 0,0-1-1 0 0,-1 0 1 0 0,0 1-1 0 0,1-1 1 0 0,-1 0 0 0 0,0 1-1 0 0,0-4 1 0 0,2-28 112 0 0,-1 23-91 0 0,0 0 0 0 0,0 0 1 0 0,-1-1-1 0 0,0 1 0 0 0,-1 0 1 0 0,0 0-1 0 0,-1 0 0 0 0,-4-14 1 0 0,-2 10-4 0 0,6 10-14 0 0,0 1 0 0 0,0-1 1 0 0,0 0-1 0 0,0 1 0 0 0,1-1 0 0 0,-1 0 0 0 0,1 0 0 0 0,0 0 1 0 0,0 0-1 0 0,1 0 0 0 0,-1-1 0 0 0,1-6 0 0 0,2-19-26 0 0,-1 22 4 0 0,0 0 0 0 0,-1 0 1 0 0,1 0-1 0 0,-2 0 0 0 0,1 0 0 0 0,-1 0 0 0 0,0 0 0 0 0,-1 1 0 0 0,-3-12 0 0 0,-4 5 14 0 0,7 11 0 0 0,0 0-1 0 0,0 0 0 0 0,1 0 0 0 0,-1-1 1 0 0,1 1-1 0 0,-1 0 0 0 0,1-1 0 0 0,0 1 0 0 0,0-1 1 0 0,1 1-1 0 0,-1-1 0 0 0,1 0 0 0 0,0 1 1 0 0,0-1-1 0 0,0-3 0 0 0,0 3 0 0 0,-1-1 0 0 0,1 1 0 0 0,-1 0 0 0 0,0 0 0 0 0,0 0 0 0 0,-1 0 0 0 0,1 0 0 0 0,-1 0 0 0 0,1 1 0 0 0,-4-5 0 0 0,3 4-7 0 0,0 0-1 0 0,0 0 1 0 0,0 0 0 0 0,1 0 0 0 0,-1 0 0 0 0,1-1 0 0 0,0 1 0 0 0,0-1 0 0 0,0 1-1 0 0,1-6 1 0 0,0 6-4 0 0,-1 1-1 0 0,1-1 1 0 0,-1 0 0 0 0,1 1-1 0 0,-1-1 1 0 0,0 0-1 0 0,-1 1 1 0 0,1-1 0 0 0,-1 1-1 0 0,1-1 1 0 0,-5-4-1 0 0,4 5 7 0 0,1 0 0 0 0,-1-1 0 0 0,0 1 0 0 0,1 0 0 0 0,-1 0 0 0 0,1-1 0 0 0,0 1 0 0 0,0-1 0 0 0,1 1 0 0 0,-1-1 0 0 0,1-6 0 0 0,0 9 1 0 0,0 0 0 0 0,0-1 0 0 0,-1 1-1 0 0,1-1 1 0 0,0 1 0 0 0,0 0 0 0 0,-1-1 0 0 0,1 1 0 0 0,-1-1 0 0 0,1 1 0 0 0,-1 0-1 0 0,1 0 1 0 0,-1-1 0 0 0,0 1 0 0 0,0 0 0 0 0,1 0 0 0 0,-1 0 0 0 0,0 0 0 0 0,0 0-1 0 0,0 0 1 0 0,0 0 0 0 0,0 0 0 0 0,-2-1 0 0 0,2 1-1 0 0,0 1 0 0 0,0-1 0 0 0,0 0 0 0 0,0 1-1 0 0,0-1 1 0 0,0 0 0 0 0,0 0 0 0 0,0 0 0 0 0,1 0 0 0 0,-1 0 0 0 0,0 0 0 0 0,1 0 0 0 0,-1 0 0 0 0,1 0 0 0 0,-1 0-1 0 0,1 0 1 0 0,-1 0 0 0 0,1-1 0 0 0,0 1 0 0 0,0 0 0 0 0,-1 0 0 0 0,1 0 0 0 0,0-2 0 0 0,0 1-2 0 0,-1 1-1 0 0,1-1 1 0 0,-1 1 0 0 0,1-1 0 0 0,-1 1 0 0 0,0-1 0 0 0,0 1 0 0 0,0 0 0 0 0,0-1-1 0 0,0 1 1 0 0,0 0 0 0 0,0 0 0 0 0,0 0 0 0 0,0-1 0 0 0,-1 1 0 0 0,1 1-1 0 0,0-1 1 0 0,-3-1 0 0 0,-24-13-40 0 0,27 15 37 0 0,1-1 5 0 0,-1 1-1 0 0,1 0 1 0 0,0 0 0 0 0,-1 0-1 0 0,1-1 1 0 0,0 1 0 0 0,-1 0-1 0 0,1 0 1 0 0,0-1 0 0 0,-1 1-1 0 0,1 0 1 0 0,0-1 0 0 0,0 1-1 0 0,-1 0 1 0 0,1-1-1 0 0,0 1 1 0 0,0 0 0 0 0,0-1-1 0 0,0 1 1 0 0,-1 0 0 0 0,1-1-1 0 0,0 1 1 0 0,0-1 0 0 0,0 1-1 0 0,0 0 1 0 0,0-1 0 0 0,0 1-1 0 0,0-1 1 0 0,0 1 0 0 0,0 0-1 0 0,0-1 1 0 0,0 1 0 0 0,0-1-1 0 0,0 1 1 0 0,1 0 0 0 0,-1-1-1 0 0,0 0 2 0 0,0 1 0 0 0,0-1 0 0 0,0 1-1 0 0,1-1 1 0 0,-1 1 0 0 0,0-1 0 0 0,0 1 0 0 0,0-1-1 0 0,0 1 1 0 0,0-1 0 0 0,0 1 0 0 0,0-1 0 0 0,-1 1-1 0 0,1-1 1 0 0,0 1 0 0 0,0-1 0 0 0,0 1 0 0 0,0-1-1 0 0,-1 1 1 0 0,1-1 0 0 0,0 1 0 0 0,0 0 0 0 0,-1-1-1 0 0,1 1 1 0 0,0-1 0 0 0,-1 1 0 0 0,1 0 0 0 0,-1-1-1 0 0,1 1 1 0 0,-1-1 0 0 0,-6-2 15 0 0,6 2-15 0 0,0 1 0 0 0,0 0 0 0 0,0-1 0 0 0,0 1 0 0 0,0-1 1 0 0,0 0-1 0 0,0 1 0 0 0,0-1 0 0 0,0 0 0 0 0,1 1 0 0 0,-1-1 0 0 0,0 0 0 0 0,0 0 0 0 0,1 0 1 0 0,-1 0-1 0 0,0 1 0 0 0,1-1 0 0 0,-1 0 0 0 0,1 0 0 0 0,-1 0 0 0 0,1 0 0 0 0,0-1 0 0 0,-1 1 0 0 0,1 0 1 0 0,0 0-1 0 0,0 0 0 0 0,0 0 0 0 0,0 0 0 0 0,0-2 0 0 0,0 2 0 0 0,0 0 1 0 0,0 0-1 0 0,0 1 0 0 0,0-1 0 0 0,-1 0 1 0 0,1 0-1 0 0,0 0 0 0 0,0 0 0 0 0,-1 1 1 0 0,1-1-1 0 0,0 0 0 0 0,-1 0 0 0 0,1 1 0 0 0,-1-1 1 0 0,1 0-1 0 0,-1 1 0 0 0,1-1 0 0 0,-1 0 1 0 0,1 1-1 0 0,-1-1 0 0 0,0 1 0 0 0,1-1 1 0 0,-1 1-1 0 0,0-1 0 0 0,1 1 0 0 0,-1-1 1 0 0,0 1-1 0 0,0 0 0 0 0,0-1 0 0 0,0 1-1 0 0,0 0-1 0 0,0-1 1 0 0,0 1-1 0 0,0-1 0 0 0,0 1 1 0 0,0-1-1 0 0,1 1 1 0 0,-1-1-1 0 0,0 0 1 0 0,0 1-1 0 0,1-1 0 0 0,-1 0 1 0 0,0 1-1 0 0,1-1 1 0 0,-1 0-1 0 0,1 0 1 0 0,-1 0-1 0 0,1 0 0 0 0,-1 1 1 0 0,1-1-1 0 0,0 0 1 0 0,-1 0-1 0 0,1 0 1 0 0,0 0-1 0 0,0 0 0 0 0,0 0 1 0 0,0 0-1 0 0,0 0 1 0 0,0-1-1 0 0,-1 1 0 0 0,1 0 1 0 0,0 0-1 0 0,-1 0 1 0 0,1 0-1 0 0,-1 0 0 0 0,1 0 1 0 0,-1 0-1 0 0,0 0 1 0 0,1 0-1 0 0,-1 1 0 0 0,0-1 1 0 0,1 0-1 0 0,-1 0 1 0 0,0 1-1 0 0,0-1 0 0 0,0 0 1 0 0,0 1-1 0 0,1-1 1 0 0,-1 1-1 0 0,0 0 0 0 0,0-1 1 0 0,0 1-1 0 0,-2-1 1 0 0,-4-2-38 0 0,-15-28-160 0 0,19 27 197 0 0,0-1-1 0 0,0 1 1 0 0,0 0 0 0 0,-1 0 0 0 0,1 0-1 0 0,-1 0 1 0 0,0 1 0 0 0,0-1 0 0 0,-8-4-1 0 0,-21-15 136 0 0,26 17-112 0 0,0 1-1 0 0,-1 0 1 0 0,1 0 0 0 0,-1 1-1 0 0,0 0 1 0 0,-10-4 0 0 0,-248-67 550 0 0,260 74-676 0 0,5 1 50 0 0,0 0 0 0 0,0 0 0 0 0,0 0 0 0 0,0 0 1 0 0,-1 0-1 0 0,1-1 0 0 0,0 1 0 0 0,0 0 0 0 0,0-1 0 0 0,0 1 0 0 0,-1 0 0 0 0,1-1 0 0 0,0 0 0 0 0,0 1 0 0 0,0-1 1 0 0,0 1-1 0 0,0-1 0 0 0,0 0 0 0 0,1 0 0 0 0,-1 0 0 0 0,-1-1 0 0 0,2 1-116 0 0,1 0 0 0 0,0 0 1 0 0,0 0-1 0 0,0 0 0 0 0,0 0 0 0 0,0 0 0 0 0,0 0 0 0 0,0 1 0 0 0,0-1 1 0 0,0 0-1 0 0,1 1 0 0 0,-1-1 0 0 0,0 1 0 0 0,0-1 0 0 0,1 1 1 0 0,-1 0-1 0 0,0-1 0 0 0,0 1 0 0 0,1 0 0 0 0,-1 0 0 0 0,0 0 0 0 0,2 0 1 0 0,5-1-684 0 0,138-25-6872 0 0,-56 8 3989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89 1681 0 0,'-5'0'363'0'0,"4"0"-274"0"0,0-1 0 0 0,0 1 0 0 0,0 0 0 0 0,0 0 0 0 0,0 0 0 0 0,0 0 0 0 0,0 0 0 0 0,0 0 0 0 0,0 0 0 0 0,0 0 0 0 0,0 0 0 0 0,0 0 0 0 0,0 1 0 0 0,0-1 0 0 0,0 0 0 0 0,0 1 0 0 0,0-1 0 0 0,0 0 0 0 0,0 1 0 0 0,0 0 0 0 0,1-1 0 0 0,-1 1 0 0 0,0-1 0 0 0,-1 3 0 0 0,-3-2 804 0 0,-46-1 495 0 0,46 0-655 0 0,0 0-493 0 0,-45 0 1028 0 0,20 7-535 0 0,30-7-731 0 0,-1-1 0 0 0,1 1 0 0 0,0 1-1 0 0,0-1 1 0 0,0 0 0 0 0,-1 0-1 0 0,1 0 1 0 0,0 0 0 0 0,0 0 0 0 0,0 0-1 0 0,-1 0 1 0 0,1 0 0 0 0,0 0-1 0 0,0 0 1 0 0,0 0 0 0 0,0 0 0 0 0,-1 1-1 0 0,1-1 1 0 0,0 0 0 0 0,0 0-1 0 0,0 0 1 0 0,0 0 0 0 0,0 0 0 0 0,-1 1-1 0 0,1-1 1 0 0,0 0 0 0 0,0 0-1 0 0,0 0 1 0 0,0 0 0 0 0,0 1 0 0 0,0-1-1 0 0,0 0 1 0 0,0 0 0 0 0,0 0-1 0 0,0 1 1 0 0,0-1 0 0 0,0 0 0 0 0,0 0-1 0 0,0 0 1 0 0,0 1 0 0 0,0-1 0 0 0,0 0-1 0 0,0 0 1 0 0,0 0 0 0 0,0 1-1 0 0,0-1 1 0 0,0 0 1 0 0,0 0 1 0 0,0 1-1 0 0,0-1 1 0 0,0 0-1 0 0,0 0 0 0 0,0 1 1 0 0,0-1-1 0 0,0 0 1 0 0,0 0-1 0 0,0 0 0 0 0,0 1 1 0 0,0-1-1 0 0,0 0 1 0 0,0 0-1 0 0,0 0 0 0 0,0 1 1 0 0,0-1-1 0 0,0 0 1 0 0,0 0-1 0 0,0 0 0 0 0,0 1 1 0 0,0-1-1 0 0,-1 0 0 0 0,1 0 1 0 0,0 0-1 0 0,0 1 1 0 0,0-1-1 0 0,0 0 0 0 0,0 0 1 0 0,-1 0-1 0 0,1 0 1 0 0,0 0-1 0 0,0 0 0 0 0,0 1 1 0 0,-1-1-1 0 0,1 0 1 0 0,0 0-1 0 0,0 0 0 0 0,0 0 1 0 0,-1 0-1 0 0,1 0 1 0 0,0 0-1 0 0,0 0 0 0 0,-1 0 1 0 0,1 0-1 0 0,0 0 0 0 0,-20 5 78 0 0,15 0-1 0 0,5-4 0 0 0,-1-1 29 0 0,1 1-105 0 0,1-1 0 0 0,-1 0 0 0 0,0 0 0 0 0,0 0 0 0 0,0 1 1 0 0,0-1-1 0 0,0 0 0 0 0,0 0 0 0 0,0 0 0 0 0,0 1 0 0 0,0-1 0 0 0,0 0 0 0 0,0 0 0 0 0,0 1 1 0 0,0-1-1 0 0,0 0 0 0 0,0 0 0 0 0,0 0 0 0 0,0 1 0 0 0,-1-1 0 0 0,1 0 0 0 0,0 0 1 0 0,0 0-1 0 0,0 0 0 0 0,0 1 0 0 0,0-1 0 0 0,0 0 0 0 0,0 0 0 0 0,-1 0 0 0 0,1 0 0 0 0,0 1 1 0 0,0-1-1 0 0,0 0 0 0 0,0 0 0 0 0,-1 0 0 0 0,1 0 0 0 0,0 0 0 0 0,0 0 0 0 0,0 0 0 0 0,-1 0 1 0 0,1 0-1 0 0,0 1 0 0 0,0-1 0 0 0,-1 0 0 0 0,1 0 0 0 0,0 0 0 0 0,0 0 0 0 0,-2 0 9 0 0,0 1-1 0 0,1 0 1 0 0,-1 0 0 0 0,1-1-1 0 0,-1 1 1 0 0,1 1-1 0 0,-1-1 1 0 0,1 0-1 0 0,0 0 1 0 0,-1 0-1 0 0,1 1 1 0 0,0-1-1 0 0,0 0 1 0 0,0 1-1 0 0,0-1 1 0 0,0 1-1 0 0,1 0 1 0 0,-1-1-1 0 0,0 1 1 0 0,1 0 0 0 0,-1-1-1 0 0,1 1 1 0 0,-1 0-1 0 0,1-1 1 0 0,0 1-1 0 0,0 0 1 0 0,0 0-1 0 0,0 0 1 0 0,0-1-1 0 0,0 1 1 0 0,0 0-1 0 0,1 2 1 0 0,-1-3-13 0 0,1-1 1 0 0,-1 1 0 0 0,0-1-1 0 0,0 1 1 0 0,0-1-1 0 0,0 0 1 0 0,0 1-1 0 0,1-1 1 0 0,-1 1-1 0 0,0-1 1 0 0,0 0-1 0 0,1 1 1 0 0,-1-1-1 0 0,0 1 1 0 0,1-1-1 0 0,-1 0 1 0 0,0 1 0 0 0,1-1-1 0 0,-1 0 1 0 0,0 0-1 0 0,1 1 1 0 0,-1-1-1 0 0,1 0 1 0 0,-1 0-1 0 0,1 0 1 0 0,-1 1-1 0 0,0-1 1 0 0,1 0-1 0 0,-1 0 1 0 0,1 0 0 0 0,-1 0-1 0 0,1 0 1 0 0,-1 0-1 0 0,1 0 1 0 0,-1 0-1 0 0,1 0 1 0 0,0 0 0 0 0,0 0 0 0 0,-1 0 0 0 0,1 0 1 0 0,0 0-1 0 0,-1 0 0 0 0,1 0 0 0 0,0 0 0 0 0,-1 0 1 0 0,1 0-1 0 0,0 0 0 0 0,-1 1 0 0 0,1-1 0 0 0,-1 0 1 0 0,1 1-1 0 0,-1-1 0 0 0,1 0 0 0 0,0 1 0 0 0,-1-1 1 0 0,1 0-1 0 0,-1 1 0 0 0,1-1 0 0 0,-1 1 0 0 0,0-1 1 0 0,1 1-1 0 0,-1-1 0 0 0,0 1 0 0 0,1-1 0 0 0,-1 1 1 0 0,0 0-1 0 0,1-1 0 0 0,-1 1 0 0 0,0-1 0 0 0,0 1 1 0 0,0 0-1 0 0,0-1 0 0 0,1 1 0 0 0,-1 0 0 0 0,0 1 1 0 0,-1-2-2 0 0,1 1 0 0 0,0 0 1 0 0,0 0-1 0 0,0 0 1 0 0,0-1-1 0 0,0 1 0 0 0,0 0 1 0 0,1 0-1 0 0,-1 0 0 0 0,0-1 1 0 0,0 1-1 0 0,1 0 1 0 0,-1 0-1 0 0,0-1 0 0 0,1 1 1 0 0,-1 0-1 0 0,0 0 0 0 0,1-1 1 0 0,-1 1-1 0 0,1 0 1 0 0,0-1-1 0 0,-1 1 0 0 0,1-1 1 0 0,-1 1-1 0 0,1-1 0 0 0,0 1 1 0 0,-1-1-1 0 0,1 1 1 0 0,0-1-1 0 0,0 0 0 0 0,-1 1 1 0 0,1-1-1 0 0,0 0 1 0 0,1 1-1 0 0,-1-1 0 0 0,-1 0 1 0 0,1 0-1 0 0,0 0 0 0 0,0 1 1 0 0,-1-1-1 0 0,1 0 1 0 0,0 1-1 0 0,-1-1 0 0 0,1 0 1 0 0,0 1-1 0 0,-1-1 0 0 0,1 1 1 0 0,0-1-1 0 0,-1 1 1 0 0,1-1-1 0 0,-1 1 0 0 0,1 0 1 0 0,-1-1-1 0 0,0 1 1 0 0,1 0-1 0 0,-1-1 0 0 0,1 1 1 0 0,-1 0-1 0 0,0 0 0 0 0,0-1 1 0 0,1 1-1 0 0,-1 0 1 0 0,0 0-1 0 0,0-1 0 0 0,0 1 1 0 0,0 0-1 0 0,0 0 1 0 0,0 0-1 0 0,0 0 0 0 0,5 3 80 0 0,-4-4-59 0 0,0 0-11 0 0,0 0 0 0 0,1 1 0 0 0,-1-1-1 0 0,0 1 1 0 0,1-1 0 0 0,-1 1 0 0 0,0-1 0 0 0,0 1-1 0 0,1 0 1 0 0,-1-1 0 0 0,0 1 0 0 0,0 0 0 0 0,0 0-1 0 0,0 0 1 0 0,0 0 0 0 0,0 0 0 0 0,0 0 0 0 0,0 0-1 0 0,-1 0 1 0 0,2 2 0 0 0,-2-3-6 0 0,0 1 0 0 0,0-1 1 0 0,0 1-1 0 0,0-1 0 0 0,0 1 0 0 0,1-1 0 0 0,-1 1 1 0 0,0-1-1 0 0,0 1 0 0 0,0-1 0 0 0,1 0 0 0 0,-1 1 1 0 0,0-1-1 0 0,0 1 0 0 0,1-1 0 0 0,-1 0 0 0 0,0 1 1 0 0,1-1-1 0 0,-1 0 0 0 0,1 0 0 0 0,-1 1 0 0 0,0-1 1 0 0,1 0-1 0 0,-1 0 0 0 0,1 1 0 0 0,-1-1 0 0 0,1 0 1 0 0,-1 0-1 0 0,0 0 0 0 0,1 0 0 0 0,-1 0 0 0 0,1 0 1 0 0,-1 0-1 0 0,1 0 0 0 0,-1 0 0 0 0,1 0 0 0 0,-1 0 1 0 0,1 0-1 0 0,0 0 1 0 0,-1 0 1 0 0,1 0 0 0 0,0 0-1 0 0,-1 0 1 0 0,1 0-1 0 0,0 0 1 0 0,-1 0-1 0 0,1 0 1 0 0,0 1 0 0 0,-1-1-1 0 0,1 0 1 0 0,-1 0-1 0 0,1 1 1 0 0,0-1-1 0 0,-1 0 1 0 0,1 1 0 0 0,-1-1-1 0 0,1 0 1 0 0,-1 1-1 0 0,1-1 1 0 0,-1 1 0 0 0,1-1-1 0 0,-1 1 1 0 0,0-1-1 0 0,1 1 1 0 0,-1-1-1 0 0,0 1 1 0 0,1-1 0 0 0,-1 1-1 0 0,0-1 1 0 0,0 1-1 0 0,1 0 1 0 0,-1-1-1 0 0,0 1 1 0 0,0 0 0 0 0,0-1-1 0 0,0 1 1 0 0,0-1-1 0 0,0 2 1 0 0,0-1-5 0 0,0-1 1 0 0,0 1-1 0 0,0-1 1 0 0,1 0-1 0 0,-1 1 1 0 0,0-1-1 0 0,0 1 1 0 0,0-1-1 0 0,1 1 1 0 0,-1-1-1 0 0,0 0 1 0 0,0 1-1 0 0,1-1 1 0 0,-1 0-1 0 0,0 1 1 0 0,1-1-1 0 0,-1 0 1 0 0,0 1-1 0 0,1-1 1 0 0,-1 0-1 0 0,1 0 1 0 0,-1 1-1 0 0,0-1 1 0 0,1 0-1 0 0,-1 0 1 0 0,1 0-1 0 0,-1 0 1 0 0,1 0-1 0 0,-1 1 1 0 0,1-1-1 0 0,-1 0 1 0 0,0 0-1 0 0,1 0 1 0 0,-1 0-1 0 0,1 0 1 0 0,0-1-1 0 0,0 1 4 0 0,-1 0 0 0 0,1 0-1 0 0,0 0 1 0 0,-1 0 0 0 0,1 0 0 0 0,0 0-1 0 0,-1 1 1 0 0,1-1 0 0 0,0 0 0 0 0,-1 0-1 0 0,1 0 1 0 0,-1 1 0 0 0,1-1 0 0 0,0 0-1 0 0,-1 0 1 0 0,1 1 0 0 0,-1-1-1 0 0,1 1 1 0 0,-1-1 0 0 0,1 0 0 0 0,-1 1-1 0 0,1-1 1 0 0,-1 1 0 0 0,0-1 0 0 0,1 1-1 0 0,-1 0 1 0 0,1-1 0 0 0,-1 1 0 0 0,0-1-1 0 0,0 1 1 0 0,1 0 0 0 0,-1-1 0 0 0,0 1-1 0 0,0-1 1 0 0,0 1 0 0 0,0 0 0 0 0,0-1-1 0 0,0 2 1 0 0,1 0 7 0 0,0 0 0 0 0,0 0 0 0 0,-1 0 0 0 0,1 0 0 0 0,0 0 0 0 0,1 0 0 0 0,-1 0 0 0 0,0 0 0 0 0,1-1 0 0 0,-1 1 0 0 0,1-1 0 0 0,-1 1 0 0 0,1-1 0 0 0,0 1 0 0 0,-1-1-1 0 0,1 0 1 0 0,0 0 0 0 0,0 0 0 0 0,0 0 0 0 0,0 0 0 0 0,0 0 0 0 0,0-1 0 0 0,4 2 0 0 0,10 5 101 0 0,-16-6-107 0 0,0-1-1 0 0,1 0 0 0 0,-1 0 0 0 0,1 1 1 0 0,-1-1-1 0 0,0 0 0 0 0,1 0 0 0 0,-1 1 1 0 0,0-1-1 0 0,1 0 0 0 0,-1 1 1 0 0,0-1-1 0 0,0 0 0 0 0,1 1 0 0 0,-1-1 1 0 0,0 1-1 0 0,0-1 0 0 0,0 0 1 0 0,1 1-1 0 0,-1-1 0 0 0,0 1 0 0 0,0-1 1 0 0,0 1-1 0 0,0-1 0 0 0,0 1 1 0 0,0-1-1 0 0,0 0 0 0 0,0 2 0 0 0,4 6 82 0 0,4-5-43 0 0,-8-3-40 0 0,1 0 0 0 0,0 0 0 0 0,0 0 0 0 0,0 0 1 0 0,-1 1-1 0 0,1-1 0 0 0,0 0 0 0 0,0 1 0 0 0,-1-1 1 0 0,1 0-1 0 0,0 1 0 0 0,-1-1 0 0 0,1 1 0 0 0,0-1 1 0 0,-1 1-1 0 0,1-1 0 0 0,-1 1 0 0 0,1-1 0 0 0,-1 1 1 0 0,1 0-1 0 0,-1-1 0 0 0,1 1 0 0 0,-1 0 0 0 0,0-1 1 0 0,1 1-1 0 0,-1 0 0 0 0,0 0 0 0 0,0-1 0 0 0,1 1 1 0 0,-1 1-1 0 0,0-1 3 0 0,1 1 1 0 0,0-1 0 0 0,0 0-1 0 0,-1 1 1 0 0,1-1 0 0 0,0 0-1 0 0,0 0 1 0 0,0 0 0 0 0,0 0-1 0 0,0 0 1 0 0,1 0 0 0 0,-1 0-1 0 0,0 0 1 0 0,0 0 0 0 0,1 0-1 0 0,-1-1 1 0 0,0 1 0 0 0,1 0-1 0 0,1 0 1 0 0,9 5 146 0 0,-10-5-124 0 0,0 0-20 0 0,-1-1 0 0 0,1 0 1 0 0,-1 1-1 0 0,0-1 0 0 0,0 1 1 0 0,1 0-1 0 0,-1-1 0 0 0,0 1 1 0 0,0 0-1 0 0,1 0 0 0 0,-1 0 1 0 0,0 0-1 0 0,0 0 1 0 0,0 0-1 0 0,0 0 0 0 0,0 0 1 0 0,-1 0-1 0 0,2 2 0 0 0,0-1 0 0 0,-1 0-1 0 0,1-1 0 0 0,0 1 0 0 0,-1-1 0 0 0,1 0 1 0 0,0 1-1 0 0,0-1 0 0 0,0 0 0 0 0,0 0 1 0 0,0 0-1 0 0,0-1 0 0 0,0 1 0 0 0,4 1 1 0 0,-1 0 47 0 0,1-1-32 0 0,-5-1-21 0 0,0 0 1 0 0,0 0-1 0 0,-1 0 0 0 0,1 0 0 0 0,0 1 1 0 0,0-1-1 0 0,0 0 0 0 0,-1 0 0 0 0,1 1 0 0 0,0-1 1 0 0,0 0-1 0 0,-1 1 0 0 0,1-1 0 0 0,0 1 0 0 0,0-1 1 0 0,-1 1-1 0 0,1-1 0 0 0,-1 1 0 0 0,1 0 1 0 0,0-1-1 0 0,-1 1 0 0 0,1 0 0 0 0,-1-1 0 0 0,0 1 1 0 0,1 0-1 0 0,-1 0 0 0 0,1-1 0 0 0,-1 1 0 0 0,0 0 1 0 0,0 0-1 0 0,1 1 0 0 0,-1-1 1 0 0,1 0-1 0 0,0 0 0 0 0,-1 0 1 0 0,1-1-1 0 0,0 1 0 0 0,0 0 1 0 0,0 0-1 0 0,0 0 0 0 0,-1-1 1 0 0,1 1-1 0 0,0 0 0 0 0,1-1 1 0 0,-1 1-1 0 0,0-1 1 0 0,0 1-1 0 0,0-1 0 0 0,0 1 1 0 0,2-1-1 0 0,13 8 60 0 0,-10-5-50 0 0,-5-3-11 0 0,0 0 0 0 0,0 0-1 0 0,0 1 1 0 0,0-1 0 0 0,0 0-1 0 0,0 1 1 0 0,0-1-1 0 0,0 1 1 0 0,-1-1 0 0 0,1 1-1 0 0,0-1 1 0 0,0 1 0 0 0,-1 0-1 0 0,1-1 1 0 0,0 1-1 0 0,-1 0 1 0 0,1 0 0 0 0,-1-1-1 0 0,1 1 1 0 0,-1 0 0 0 0,1 0-1 0 0,-1 0 1 0 0,1 0 0 0 0,-1 0-1 0 0,0 0 1 0 0,0-1-1 0 0,1 1 1 0 0,-1 0 0 0 0,0 2-1 0 0,0-2 3 0 0,0-1-1 0 0,0 1 0 0 0,1 0 1 0 0,-1-1-1 0 0,0 1 0 0 0,0 0 0 0 0,1-1 1 0 0,-1 1-1 0 0,0-1 0 0 0,1 1 1 0 0,-1-1-1 0 0,0 1 0 0 0,1 0 1 0 0,-1-1-1 0 0,1 1 0 0 0,-1-1 1 0 0,1 0-1 0 0,-1 1 0 0 0,1-1 1 0 0,-1 1-1 0 0,1-1 0 0 0,0 0 1 0 0,-1 0-1 0 0,1 1 0 0 0,-1-1 1 0 0,1 0-1 0 0,0 0 0 0 0,-1 0 0 0 0,2 1 1 0 0,-1-1-4 0 0,-1 0 0 0 0,1 0 0 0 0,0 0 0 0 0,0 1 0 0 0,0-1 0 0 0,-1 0 0 0 0,1 1 0 0 0,0-1 0 0 0,-1 0 0 0 0,1 1 0 0 0,0-1 0 0 0,-1 1 0 0 0,1-1 0 0 0,0 1 0 0 0,-1-1 0 0 0,1 1 0 0 0,-1 0 0 0 0,1-1 0 0 0,-1 1 0 0 0,1 0-1 0 0,-1-1 1 0 0,0 1 0 0 0,1 0 0 0 0,-1 0 0 0 0,0-1 0 0 0,1 1 0 0 0,-1 0 0 0 0,0 0 0 0 0,0 0 0 0 0,0 0 0 0 0,0 0-1 0 0,0 0 0 0 0,0-1 0 0 0,1 1 0 0 0,-1-1-1 0 0,0 1 1 0 0,0-1 0 0 0,0 1 0 0 0,0-1 0 0 0,1 1 0 0 0,-1-1-1 0 0,0 1 1 0 0,1-1 0 0 0,-1 1 0 0 0,0-1 0 0 0,1 0 0 0 0,-1 1-1 0 0,0-1 1 0 0,1 0 0 0 0,-1 1 0 0 0,1-1 0 0 0,-1 0-1 0 0,1 1 1 0 0,-1-1 0 0 0,1 0 0 0 0,-1 0 0 0 0,1 1 0 0 0,0-1-1 0 0,0 0 4 0 0,0 0 0 0 0,0 1 0 0 0,-1-1 0 0 0,1 1 0 0 0,0-1-1 0 0,0 1 1 0 0,-1-1 0 0 0,1 1 0 0 0,0-1 0 0 0,-1 1 0 0 0,1-1-1 0 0,0 1 1 0 0,-1 0 0 0 0,1-1 0 0 0,-1 1 0 0 0,1 0 0 0 0,-1-1-1 0 0,0 1 1 0 0,1 0 0 0 0,-1 0 0 0 0,0 0 0 0 0,1-1 0 0 0,-1 1-1 0 0,0 0 1 0 0,0 0 0 0 0,0 0 0 0 0,0 0 0 0 0,0 0 0 0 0,0 0-1 0 0,0 6 48 0 0,3 28 138 0 0,-2-34-184 0 0,-1 0-1 0 0,1 0 0 0 0,-1 0 1 0 0,1 0-1 0 0,0 0 1 0 0,0-1-1 0 0,-1 1 1 0 0,1 0-1 0 0,0 0 0 0 0,0-1 1 0 0,0 1-1 0 0,-1 0 1 0 0,1-1-1 0 0,0 1 1 0 0,0-1-1 0 0,0 1 1 0 0,0-1-1 0 0,0 1 0 0 0,0-1 1 0 0,1 0-1 0 0,-1 1 1 0 0,0-1-1 0 0,1 0 1 0 0,-1 0-2 0 0,-1 0 0 0 0,0 0 0 0 0,1 0 0 0 0,-1 0 0 0 0,0 1 0 0 0,0-1 0 0 0,1 0 0 0 0,-1 0 0 0 0,0 0 0 0 0,0 0 0 0 0,1 0 0 0 0,-1 1 1 0 0,0-1-1 0 0,0 0 0 0 0,1 0 0 0 0,-1 0 0 0 0,0 0 0 0 0,0 1 0 0 0,0-1 0 0 0,0 0 0 0 0,1 0 0 0 0,-1 1 0 0 0,0-1 0 0 0,0 0 1 0 0,0 0-1 0 0,0 1 0 0 0,0-1 0 0 0,0 0 0 0 0,0 1 0 0 0,0-1 0 0 0,0 0 0 0 0,1 0 0 0 0,-1 1 0 0 0,0-1 0 0 0,-1 0 0 0 0,1 1 0 0 0,0-1 1 0 0,0 0-1 0 0,0 0 0 0 0,0 1 0 0 0,0-1 0 0 0,0 1 0 0 0,0-1 0 0 0,0 0-1 0 0,0 1 1 0 0,-1-1-1 0 0,1 0 1 0 0,0 1 0 0 0,0-1-1 0 0,0 0 1 0 0,0 1 0 0 0,0-1-1 0 0,0 0 1 0 0,0 1 0 0 0,0-1-1 0 0,0 0 1 0 0,1 1 0 0 0,-1-1-1 0 0,0 1 1 0 0,0-1-1 0 0,0 0 1 0 0,0 0 0 0 0,0 1-1 0 0,1-1 1 0 0,-1 0 0 0 0,0 1-1 0 0,0-1 1 0 0,0 0 0 0 0,1 0-1 0 0,-1 1 1 0 0,0-1-1 0 0,0 0 1 0 0,1 0 0 0 0,-1 1-1 0 0,0-1 1 0 0,1 0 0 0 0,0 0-1 0 0,0 1 5 0 0,0-2-6 0 0,0 1 0 0 0,0 0 0 0 0,0 0 1 0 0,0 0-1 0 0,0 1 0 0 0,0-1 1 0 0,0 0-1 0 0,0 0 0 0 0,0 0 0 0 0,0 1 1 0 0,-1-1-1 0 0,1 1 0 0 0,0-1 0 0 0,0 0 1 0 0,0 1-1 0 0,0-1 0 0 0,-1 1 0 0 0,1 0 1 0 0,0-1-1 0 0,0 1 0 0 0,-1 0 0 0 0,1-1 1 0 0,-1 1-1 0 0,1 0 0 0 0,-1 0 1 0 0,1 0-1 0 0,-1-1 0 0 0,1 1 0 0 0,0 1 1 0 0,-1 1 4 0 0,0 0 1 0 0,1-1 0 0 0,-1 1-1 0 0,1-1 1 0 0,-1 1 0 0 0,1-1 0 0 0,0 1-1 0 0,0-1 1 0 0,0 0 0 0 0,1 1-1 0 0,-1-1 1 0 0,0 0 0 0 0,3 2 0 0 0,-2-1 16 0 0,-1-1-1 0 0,1 1 1 0 0,0 0 0 0 0,-1 0 0 0 0,1-1 0 0 0,-1 1 0 0 0,0 0 0 0 0,0 0 0 0 0,0 0 0 0 0,-1 0 0 0 0,1 1 0 0 0,-1-1 0 0 0,1 4-1 0 0,-1-6-20 0 0,0-1-1 0 0,0 1 1 0 0,0 0-1 0 0,1-1 1 0 0,-1 1-1 0 0,0-1 1 0 0,0 1-1 0 0,0-1 1 0 0,1 1-1 0 0,-1-1 1 0 0,0 1-1 0 0,1-1 1 0 0,-1 1-1 0 0,1-1 1 0 0,-1 1-1 0 0,0-1 0 0 0,1 1 1 0 0,-1-1-1 0 0,1 0 1 0 0,-1 1-1 0 0,1-1 1 0 0,-1 0-1 0 0,1 1 1 0 0,0-1-1 0 0,-1 0 1 0 0,1 0-1 0 0,-1 0 1 0 0,1 1-1 0 0,-1-1 1 0 0,1 0-1 0 0,0 0 1 0 0,0 0 1 0 0,0 0 0 0 0,0 0-1 0 0,-1 0 1 0 0,1 1 0 0 0,0-1 0 0 0,0 0 0 0 0,-1 0 0 0 0,1 1 0 0 0,0-1 0 0 0,0 1 0 0 0,-1-1 0 0 0,1 0 0 0 0,-1 1 0 0 0,1-1 0 0 0,0 1 0 0 0,-1 0 0 0 0,1-1 0 0 0,-1 1 0 0 0,1-1 0 0 0,-1 1 0 0 0,1 0 0 0 0,-1-1 0 0 0,0 1 0 0 0,1 0 0 0 0,-1 0 0 0 0,0-1 0 0 0,0 1 0 0 0,1 0 0 0 0,-1 0 0 0 0,0-1 0 0 0,0 1 0 0 0,0 1-1 0 0,0 0 4 0 0,0 0-1 0 0,0-1 0 0 0,0 1 0 0 0,0 0 0 0 0,1 0 0 0 0,-1-1 0 0 0,0 1 1 0 0,1 0-1 0 0,0-1 0 0 0,-1 1 0 0 0,1-1 0 0 0,0 1 0 0 0,0 0 0 0 0,-1-1 0 0 0,1 0 1 0 0,0 1-1 0 0,1-1 0 0 0,-1 0 0 0 0,0 1 0 0 0,2 0 0 0 0,-2-1 1 0 0,1 1 0 0 0,-1-1 0 0 0,0 1-1 0 0,0-1 1 0 0,0 1 0 0 0,1-1 0 0 0,-1 1-1 0 0,-1 0 1 0 0,1-1 0 0 0,0 1 0 0 0,0 0-1 0 0,-1 0 1 0 0,1-1 0 0 0,-1 1 0 0 0,1 0-1 0 0,-1 0 1 0 0,0 0 0 0 0,0 0 0 0 0,0 0-1 0 0,0 2 1 0 0,0-3-3 0 0,0 0 0 0 0,-1 0 0 0 0,1 0 0 0 0,0 0-1 0 0,0 1 1 0 0,0-1 0 0 0,0 0 0 0 0,0 0 0 0 0,0 0 0 0 0,0 0-1 0 0,0 0 1 0 0,1 0 0 0 0,-1 1 0 0 0,0-1 0 0 0,1 0 0 0 0,-1 0-1 0 0,1 0 1 0 0,-1 0 0 0 0,1 0 0 0 0,-1 0 0 0 0,1 0 0 0 0,0-1-1 0 0,-1 1 1 0 0,1 0 0 0 0,0 0 0 0 0,0 0 0 0 0,0-1 0 0 0,0 1-1 0 0,-1 0 1 0 0,1-1 0 0 0,0 1 0 0 0,0-1 0 0 0,0 1 0 0 0,1-1 0 0 0,1 1-1 0 0,3 2 13 0 0,-5-3-12 0 0,-1 1 0 0 0,1-1 0 0 0,-1 1 0 0 0,1-1 0 0 0,-1 0 0 0 0,1 1 0 0 0,-1-1 0 0 0,0 1 0 0 0,1-1 0 0 0,-1 1 0 0 0,0-1 0 0 0,1 1 0 0 0,-1 0 0 0 0,0-1 0 0 0,0 1 0 0 0,1-1 0 0 0,-1 1 0 0 0,0-1 0 0 0,0 1 0 0 0,0 0 0 0 0,0-1 0 0 0,0 1 0 0 0,0-1 0 0 0,0 1 0 0 0,0 0 0 0 0,0-1 0 0 0,0 1 0 0 0,0 0 0 0 0,0-1 0 0 0,-1 1 0 0 0,1-1 0 0 0,0 2 0 0 0,-1-2 0 0 0,1 1 1 0 0,0 0-1 0 0,0 0 1 0 0,-1-1-1 0 0,1 1 0 0 0,0 0 1 0 0,0 0-1 0 0,0-1 1 0 0,0 1-1 0 0,0 0 1 0 0,0 0-1 0 0,0-1 0 0 0,0 1 1 0 0,0 0-1 0 0,1 0 1 0 0,-1-1-1 0 0,0 1 0 0 0,0 0 1 0 0,1 0-1 0 0,-1-1 1 0 0,1 1-1 0 0,-1 0 1 0 0,0-1-1 0 0,1 1 0 0 0,-1-1 1 0 0,1 1-1 0 0,0 1 1 0 0,4 0 4 0 0,-3-1-7 0 0,-1 0 0 0 0,0 0 1 0 0,1 0-1 0 0,-1 0 0 0 0,0 0 0 0 0,1 0 0 0 0,-1 0 1 0 0,0 0-1 0 0,0 0 0 0 0,0 0 0 0 0,0 1 0 0 0,0-1 1 0 0,0 0-1 0 0,-1 1 0 0 0,1-1 0 0 0,0 1 0 0 0,-1-1 1 0 0,1 1-1 0 0,-1-1 0 0 0,1 1 0 0 0,-1 0 1 0 0,0-1-1 0 0,0 1 0 0 0,0-1 0 0 0,0 1 0 0 0,0 0 1 0 0,0-1-1 0 0,0 4 0 0 0,0-5 1 0 0,0 1-1 0 0,0 0 1 0 0,0-1 0 0 0,0 1-1 0 0,0 0 1 0 0,0-1 0 0 0,0 1-1 0 0,1-1 1 0 0,-1 1-1 0 0,0 0 1 0 0,0-1 0 0 0,1 1-1 0 0,-1-1 1 0 0,0 1 0 0 0,1-1-1 0 0,-1 1 1 0 0,1-1 0 0 0,-1 1-1 0 0,1-1 1 0 0,-1 1 0 0 0,1-1-1 0 0,-1 0 1 0 0,1 1 0 0 0,-1-1-1 0 0,1 0 1 0 0,-1 1 0 0 0,1-1-1 0 0,0 0 1 0 0,-1 0-1 0 0,1 0 1 0 0,-1 1 0 0 0,1-1-1 0 0,0 0 1 0 0,-1 0 0 0 0,2 0-1 0 0,-2 0 2 0 0,1 0-1 0 0,0 0 0 0 0,-1 0 0 0 0,1 0 0 0 0,0 0 1 0 0,-1 0-1 0 0,1 1 0 0 0,-1-1 0 0 0,1 0 0 0 0,0 0 1 0 0,-1 1-1 0 0,1-1 0 0 0,-1 0 0 0 0,1 1 0 0 0,-1-1 1 0 0,1 0-1 0 0,-1 1 0 0 0,1-1 0 0 0,-1 1 0 0 0,1-1 1 0 0,-1 1-1 0 0,0-1 0 0 0,1 1 0 0 0,-1-1 0 0 0,0 1 1 0 0,1-1-1 0 0,-1 1 0 0 0,0 0 0 0 0,0-1 0 0 0,0 1 1 0 0,1-1-1 0 0,-1 1 0 0 0,0 0 0 0 0,0-1 0 0 0,0 2 1 0 0,0-1 0 0 0,0-1-1 0 0,0 1 1 0 0,0 0 0 0 0,0 0 0 0 0,0-1 0 0 0,1 1-1 0 0,-1 0 1 0 0,0-1 0 0 0,0 1 0 0 0,1 0 0 0 0,-1 0 0 0 0,1-1-1 0 0,-1 1 1 0 0,0-1 0 0 0,1 1 0 0 0,-1 0 0 0 0,1-1-1 0 0,0 1 1 0 0,-1-1 0 0 0,1 1 0 0 0,-1-1 0 0 0,1 0 0 0 0,0 1-1 0 0,-1-1 1 0 0,1 1 0 0 0,0-1 0 0 0,-1 0 0 0 0,1 0-1 0 0,0 1 1 0 0,1-1 0 0 0,-1 0-1 0 0,-1 0 0 0 0,1 0 1 0 0,0 1-1 0 0,0-1 0 0 0,-1 0 0 0 0,1 0 0 0 0,0 1 1 0 0,-1-1-1 0 0,1 1 0 0 0,0-1 0 0 0,-1 1 0 0 0,1-1 1 0 0,-1 1-1 0 0,1-1 0 0 0,-1 1 0 0 0,1-1 0 0 0,-1 1 1 0 0,1-1-1 0 0,-1 1 0 0 0,1 0 0 0 0,-1-1 0 0 0,0 1 1 0 0,1 0-1 0 0,-1 0 0 0 0,0-1 0 0 0,0 1 0 0 0,1 0 0 0 0,-1 0 1 0 0,0-1-1 0 0,0 2 0 0 0,0 1 0 0 0,1-1 0 0 0,-1 0 0 0 0,0 0 0 0 0,1 0 0 0 0,0 0 0 0 0,0 0 0 0 0,-1 0 0 0 0,1 0 0 0 0,0 0 0 0 0,1 0 0 0 0,-1 0 0 0 0,0-1 0 0 0,0 1 0 0 0,1 0 0 0 0,-1-1 0 0 0,1 1 0 0 0,-1-1 0 0 0,1 1 0 0 0,0-1 0 0 0,0 0 0 0 0,-1 0 0 0 0,1 0 0 0 0,3 1 0 0 0,-3-1 1 0 0,0 0-1 0 0,-1 0 1 0 0,1 0 0 0 0,0 0 0 0 0,0 1 0 0 0,-1-1-1 0 0,1 0 1 0 0,-1 1 0 0 0,1-1 0 0 0,-1 1 0 0 0,0-1-1 0 0,1 1 1 0 0,-1 0 0 0 0,0-1 0 0 0,0 1-1 0 0,0 0 1 0 0,0 0 0 0 0,0 0 0 0 0,-1 0 0 0 0,1 0-1 0 0,-1 0 1 0 0,1 0 0 0 0,-1 2 0 0 0,0-3 0 0 0,0 0 0 0 0,1 1 0 0 0,-1-1 0 0 0,0 0 1 0 0,0 0-1 0 0,0 0 0 0 0,1 0 0 0 0,-1 0 0 0 0,1 0 0 0 0,-1 1 0 0 0,1-1 1 0 0,-1 0-1 0 0,1 0 0 0 0,-1-1 0 0 0,1 1 0 0 0,0 0 0 0 0,0 0 1 0 0,0 0-1 0 0,-1 0 0 0 0,1 0 0 0 0,0-1 0 0 0,0 1 0 0 0,0 0 0 0 0,0-1 1 0 0,1 1-1 0 0,8 6 22 0 0,20 25 56 0 0,-30-32-76 0 0,1 1-1 0 0,0 0 1 0 0,-1 0 0 0 0,1 0 0 0 0,-1 0 0 0 0,1 0-1 0 0,-1 0 1 0 0,1 0 0 0 0,-1-1 0 0 0,0 1 0 0 0,1 1-1 0 0,-1-1 1 0 0,0 0 0 0 0,0 0 0 0 0,0 0 0 0 0,0 0 0 0 0,0 0-1 0 0,0 0 1 0 0,0 0 0 0 0,0 0 0 0 0,0 0 0 0 0,0 0-1 0 0,-1 2 1 0 0,0-2 3 0 0,1 0 0 0 0,0 0-1 0 0,0 0 1 0 0,-1 0 0 0 0,1 0 0 0 0,0 0-1 0 0,0 0 1 0 0,0 0 0 0 0,0 0 0 0 0,0 0-1 0 0,0 0 1 0 0,1 0 0 0 0,-1 0 0 0 0,0 0-1 0 0,0 0 1 0 0,1 0 0 0 0,-1 0 0 0 0,1 0 0 0 0,-1 0-1 0 0,1 0 1 0 0,-1 0 0 0 0,1 0 0 0 0,1 1-1 0 0,6 4 16 0 0,-7-6-17 0 0,0 1 0 0 0,0 0 0 0 0,0 0 0 0 0,1 0 1 0 0,-1-1-1 0 0,0 1 0 0 0,0 0 0 0 0,0 0 0 0 0,-1 1 0 0 0,1-1 0 0 0,0 0 0 0 0,0 0 1 0 0,-1 0-1 0 0,1 0 0 0 0,0 1 0 0 0,-1-1 0 0 0,1 0 0 0 0,-1 1 0 0 0,0-1 0 0 0,1 0 1 0 0,-1 1-1 0 0,0-1 0 0 0,0 1 0 0 0,0-1 0 0 0,0 0 0 0 0,0 3 0 0 0,0-2-5 0 0,0-1 0 0 0,0 0 0 0 0,0 0 0 0 0,0 1 0 0 0,1-1 0 0 0,-1 0 0 0 0,0 1 0 0 0,1-1 0 0 0,-1 0 0 0 0,1 0 0 0 0,-1 0 0 0 0,1 0 0 0 0,0 1 0 0 0,0-1 0 0 0,-1 0 0 0 0,1 0 0 0 0,0 0 0 0 0,0 0 0 0 0,0-1-1 0 0,0 1 1 0 0,0 0 0 0 0,1 1 0 0 0,-1-2 1 0 0,1 1 0 0 0,-1 0-1 0 0,0 0 1 0 0,0 0-1 0 0,0 0 1 0 0,0 1 0 0 0,0-1-1 0 0,0 0 1 0 0,0 0 0 0 0,0 1-1 0 0,-1-1 1 0 0,1 0-1 0 0,0 1 1 0 0,-1-1 0 0 0,1 0-1 0 0,-1 1 1 0 0,0-1 0 0 0,1 1-1 0 0,-1-1 1 0 0,0 1-1 0 0,0-1 1 0 0,0 3 0 0 0,0-1 8 0 0,1 1-1 0 0,-1-1 1 0 0,1 0 0 0 0,-1 0 0 0 0,1 1-1 0 0,0-1 1 0 0,1 0 0 0 0,-1 0 0 0 0,0 0 0 0 0,1 0-1 0 0,3 5 1 0 0,-3-5 1 0 0,0 0 0 0 0,0 0 1 0 0,-1 0-1 0 0,1 0 0 0 0,-1 0 0 0 0,0 0 0 0 0,0 0 0 0 0,0 0 0 0 0,0 0 0 0 0,-1 1 0 0 0,1 5 0 0 0,-1 113 84 0 0,0-121-95 0 0,0 0 1 0 0,1 0-1 0 0,-1 0 1 0 0,0 0-1 0 0,0 0 1 0 0,0 0-1 0 0,1 0 1 0 0,-1 0-1 0 0,0-1 1 0 0,1 1-1 0 0,-1 0 1 0 0,1 0-1 0 0,-1 0 1 0 0,1-1-1 0 0,-1 1 1 0 0,1 0-1 0 0,0-1 0 0 0,-1 1 1 0 0,1 0-1 0 0,0-1 1 0 0,0 1-1 0 0,-1-1 1 0 0,1 1-1 0 0,0-1 1 0 0,1 1-1 0 0,9 8 2 0 0,20 38-1 0 0,-30-46 0 0 0,-1 1 0 0 0,1-1 0 0 0,0 1 0 0 0,-1-1 0 0 0,1 0 0 0 0,-1 1 0 0 0,1-1 0 0 0,-1 1 0 0 0,0-1 0 0 0,0 1 0 0 0,0-1 0 0 0,1 1 0 0 0,-1 0 0 0 0,-1-1 0 0 0,1 1 0 0 0,0-1 0 0 0,0 1 0 0 0,-1 1 0 0 0,0-1 0 0 0,1-1 0 0 0,0 0 0 0 0,0 0 0 0 0,-1 0 0 0 0,1 0 0 0 0,0 1 0 0 0,0-1 0 0 0,0 0 0 0 0,0 0 0 0 0,0 0 0 0 0,0 1 0 0 0,0-1 0 0 0,1 0 0 0 0,-1 0 0 0 0,0 0 0 0 0,1 0 0 0 0,-1 0 0 0 0,1 1 0 0 0,-1-1 0 0 0,1 0 0 0 0,-1 0 0 0 0,1 0 0 0 0,0 0 0 0 0,1 1 0 0 0,4 1 0 0 0,-5-2 0 0 0,1-1 0 0 0,-1 0 0 0 0,0 1 0 0 0,0 0 0 0 0,0-1 0 0 0,0 1 0 0 0,0 0 0 0 0,0-1 0 0 0,-1 1 0 0 0,1 0 0 0 0,0 0 0 0 0,0 0 0 0 0,0 0 0 0 0,-1-1 0 0 0,1 1 0 0 0,0 0 0 0 0,-1 1 0 0 0,1-1 0 0 0,-1 0 0 0 0,1 0 0 0 0,-1 0 0 0 0,0 0 0 0 0,1 0 0 0 0,-1 0 0 0 0,0 1 0 0 0,0-1 0 0 0,0 0 0 0 0,0 0 0 0 0,0 0 0 0 0,0 2 0 0 0,0 2 4 0 0,1 0 0 0 0,0-1 1 0 0,0 1-1 0 0,0 0 1 0 0,0-1-1 0 0,1 1 0 0 0,-1 0 1 0 0,6 7-1 0 0,-5-7 1 0 0,0-1-1 0 0,0 1 1 0 0,0-1-1 0 0,0 1 1 0 0,-1-1-1 0 0,0 1 1 0 0,0 0-1 0 0,1 10 1 0 0,-2-15-8 0 0,0 1 1 0 0,0-1 0 0 0,-1 1-1 0 0,1-1 1 0 0,0 1 0 0 0,0 0-1 0 0,0-1 1 0 0,0 1 0 0 0,0-1-1 0 0,0 1 1 0 0,0 0 0 0 0,0-1-1 0 0,0 1 1 0 0,1-1 0 0 0,-1 1-1 0 0,0-1 1 0 0,0 1 0 0 0,0 0 0 0 0,1-1-1 0 0,-1 1 1 0 0,0-1 0 0 0,1 1-1 0 0,-1-1 1 0 0,0 1 0 0 0,1-1-1 0 0,-1 0 1 0 0,1 1 0 0 0,-1-1-1 0 0,1 1 1 0 0,-1-1 0 0 0,1 0-1 0 0,-1 1 1 0 0,1-1 0 0 0,-1 0-1 0 0,1 0 1 0 0,-1 0 0 0 0,1 1-1 0 0,-1-1 1 0 0,1 0 0 0 0,0 0 0 0 0,-1 0-1 0 0,2 0 1 0 0,10 6-93 0 0,-11-4 91 0 0,0 0 0 0 0,-1 0 1 0 0,1 1-1 0 0,0-1 0 0 0,-1 0 0 0 0,1 0 0 0 0,-1 1 1 0 0,0-1-1 0 0,1 0 0 0 0,-1 1 0 0 0,-1 2 0 0 0,2-4 5 0 0,0 0-1 0 0,0-1 1 0 0,0 1-1 0 0,0 0 1 0 0,0-1-1 0 0,0 1 1 0 0,0-1-1 0 0,0 1 1 0 0,0-1-1 0 0,0 0 1 0 0,0 1-1 0 0,0-1 1 0 0,1 0-1 0 0,-1 0 1 0 0,0 0-1 0 0,0 0 1 0 0,0 0-1 0 0,0 0 1 0 0,0 0-1 0 0,1 0 1 0 0,0-1-1 0 0,-2 1 3 0 0,10 6 50 0 0,0-3-64 0 0,26 5-57 0 0,58 6 0 0 0,-33-12 68 0 0,-47-2 55 0 0,0 0 0 0 0,0-1 0 0 0,0-1 1 0 0,0 0-1 0 0,0 0 0 0 0,0-2 0 0 0,14-5 0 0 0,-22 7-23 0 0,0-1 1 0 0,0 0-1 0 0,0-1 1 0 0,-1 0-1 0 0,1 0 1 0 0,-1 0-1 0 0,0 0 1 0 0,-1-1-1 0 0,1 0 1 0 0,-1 0-1 0 0,0 0 1 0 0,0 0-1 0 0,0-1 1 0 0,-1 1-1 0 0,4-10 1 0 0,3-19 127 0 0,0 14-73 0 0,-8 17-68 0 0,0-1 1 0 0,0 0-1 0 0,0 1 0 0 0,-1-1 1 0 0,1 0-1 0 0,-1 0 1 0 0,0 0-1 0 0,0 0 1 0 0,-1 0-1 0 0,1 0 1 0 0,-1-4-1 0 0,0-166 635 0 0,0 172-648 0 0,0 0 0 0 0,0-1 0 0 0,0 1 0 0 0,-1 0 0 0 0,1 0 1 0 0,-1-1-1 0 0,0 1 0 0 0,0 0 0 0 0,1 0 0 0 0,-1 0 0 0 0,-1 0 0 0 0,1 0 1 0 0,0 0-1 0 0,0 0 0 0 0,-1 0 0 0 0,-1-1 0 0 0,2 1 2 0 0,-1 0 0 0 0,1 0 0 0 0,-1 0 0 0 0,1 0 0 0 0,0 0 0 0 0,0 0 0 0 0,0 0 0 0 0,0 0 0 0 0,0 0 0 0 0,0 0 0 0 0,1 0 0 0 0,-1-1 0 0 0,1 1 0 0 0,-1 0 0 0 0,1-1 0 0 0,0-1 0 0 0,2-19 101 0 0,-1 17-92 0 0,-1 0 0 0 0,1 0 0 0 0,-1 0-1 0 0,0 0 1 0 0,0 0 0 0 0,-1 0-1 0 0,0 1 1 0 0,0-1 0 0 0,0 0 0 0 0,-4-10-1 0 0,-75-140 304 0 0,75 135-320 0 0,5 20-3 0 0,0 0-1 0 0,0 0 0 0 0,0 0 1 0 0,0 0-1 0 0,0 0 0 0 0,0 0 1 0 0,-1 0-1 0 0,1 0 0 0 0,0 0 0 0 0,0 0 1 0 0,-1 0-1 0 0,1 1 0 0 0,-1-1 1 0 0,1 0-1 0 0,-1 0 0 0 0,1 0 0 0 0,-2-1 1 0 0,-48-30-77 0 0,33 15 119 0 0,0 0 0 0 0,-1 1 0 0 0,-1 1 0 0 0,-1 0 0 0 0,-30-17 0 0 0,35 23-100 0 0,-20-19 99 0 0,30 23-22 0 0,-1 0-1 0 0,1 0 1 0 0,-1 1-1 0 0,0-1 1 0 0,0 1-1 0 0,-9-4 1 0 0,-106-37 131 0 0,32 7 184 0 0,2 1-102 0 0,-130-39 91 0 0,152 50-307 0 0,62 25-8 0 0,2 1-3 0 0,0 0 0 0 0,0 0 0 0 0,0 0 0 0 0,0 0 0 0 0,0 0 0 0 0,0 0 0 0 0,0-1 0 0 0,0 1-1 0 0,0 0 1 0 0,0-1 0 0 0,0 1 0 0 0,0-1 0 0 0,0 1 0 0 0,1-1 0 0 0,-1 1 0 0 0,0-1 0 0 0,0 0 0 0 0,0 1 0 0 0,1-1 0 0 0,-1 0 0 0 0,0 1 0 0 0,1-1 0 0 0,-1 0 0 0 0,0-1 0 0 0,3-1-2 0 0,-29-7 0 0 0,21 1-56 0 0,2-2-8 0 0,-47-26 50 0 0,42 24 21 0 0,8 11-2 0 0,0 0 0 0 0,0 0 0 0 0,-1 1 0 0 0,1-1 0 0 0,-1 0 0 0 0,1 1 0 0 0,-1-1 0 0 0,1 1 0 0 0,-1 0 0 0 0,0-1 0 0 0,-3-1 0 0 0,-22-17 2 0 0,-30-28-1 0 0,57 48-6 0 0,-5-12 12 0 0,0 0 43 0 0,3 11-52 0 0,0 0 0 0 0,0 0-1 0 0,0 0 1 0 0,1-1 0 0 0,-1 1 0 0 0,1 0 0 0 0,-1-1 0 0 0,1 1-1 0 0,-1-1 1 0 0,1 0 0 0 0,0 1 0 0 0,-2-3 0 0 0,-1-34 120 0 0,5 36-122 0 0,-1 0-1 0 0,0 0 1 0 0,0-1-1 0 0,0 1 1 0 0,0 0-1 0 0,0 0 1 0 0,-1 0-1 0 0,1 0 1 0 0,0 0-1 0 0,-1 0 1 0 0,0 0-1 0 0,1 1 1 0 0,-1-1-1 0 0,0 0 1 0 0,0 0 0 0 0,0 0-1 0 0,0 1 1 0 0,-1-1-1 0 0,1 0 1 0 0,0 1-1 0 0,-1-1 1 0 0,-2-1-1 0 0,-4-5 1 0 0,8 7-1 0 0,-1 0 0 0 0,0 0 0 0 0,0 0 0 0 0,1 0 0 0 0,-1-1 0 0 0,1 1 0 0 0,-1 0 0 0 0,1 0 0 0 0,0 0 0 0 0,-1-1 0 0 0,1 1 0 0 0,0 0 0 0 0,0 0 0 0 0,0-1 0 0 0,0 1 0 0 0,0 0 0 0 0,0-1 0 0 0,0 0 0 0 0,-4-27 0 0 0,-2 12 28 0 0,1 0 0 0 0,0 0-1 0 0,1-1 1 0 0,1 1-1 0 0,0-1 1 0 0,2 0-1 0 0,0 1 1 0 0,1-1-1 0 0,2-20 1 0 0,-1-15 30 0 0,-1 52-58 0 0,0 0 0 0 0,0-1-1 0 0,0 1 1 0 0,0 0 0 0 0,-1 0 0 0 0,1 0 0 0 0,0 0-1 0 0,-1 0 1 0 0,1 0 0 0 0,0-1 0 0 0,-1 1 0 0 0,1 0 0 0 0,-1 0-1 0 0,0 0 1 0 0,1 0 0 0 0,-1 1 0 0 0,0-1 0 0 0,0 0-1 0 0,0 0 1 0 0,1 0 0 0 0,-1 0 0 0 0,0 1 0 0 0,0-1 0 0 0,-1 0-1 0 0,0 0 4 0 0,1 1 0 0 0,0-1 0 0 0,0 0 0 0 0,0 0 0 0 0,0 0-1 0 0,0 0 1 0 0,0 0 0 0 0,1 0 0 0 0,-1 0 0 0 0,0 0 0 0 0,0 0 0 0 0,1 0-1 0 0,-1 0 1 0 0,0 0 0 0 0,1-1 0 0 0,-1 1 0 0 0,1 0 0 0 0,0 0-1 0 0,-1-1 1 0 0,1 1 0 0 0,0 0 0 0 0,0-1 0 0 0,0 1 0 0 0,0-2 0 0 0,0-59 383 0 0,0 61-452 0 0,-5 1-94 0 0,-15 0-454 0 0,19 0 509 0 0,1 0-1 0 0,-1 0 1 0 0,1 1-1 0 0,0-1 0 0 0,-1 0 1 0 0,1 1-1 0 0,-1-1 1 0 0,1 0-1 0 0,0 1 1 0 0,-1-1-1 0 0,1 0 1 0 0,0 1-1 0 0,0-1 1 0 0,-1 1-1 0 0,1-1 1 0 0,0 1-1 0 0,0-1 1 0 0,0 1-1 0 0,-1-1 1 0 0,1 1-1 0 0,0-1 1 0 0,0 1-1 0 0,0-1 1 0 0,0 1-1 0 0,0-1 1 0 0,0 1-1 0 0,0-1 1 0 0,0 1-1 0 0,0-1 1 0 0,0 1-1 0 0,0-1 1 0 0,0 1-1 0 0,1-1 1 0 0,-1 0-1 0 0,0 2 1 0 0,1 4-1339 0 0,-1 54-8388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44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172 1281 0 0,'-4'-21'4181'0'0,"3"20"-4129"0"0,1 0 0 0 0,-1 1 0 0 0,0-1 0 0 0,0 0 1 0 0,0 1-1 0 0,0-1 0 0 0,1 1 0 0 0,-1-1 0 0 0,0 1 0 0 0,0-1 0 0 0,0 1 0 0 0,0-1 0 0 0,0 1 0 0 0,0 0 1 0 0,0 0-1 0 0,-1-1 0 0 0,0 1 0 0 0,-1 0 18 0 0,3 0-53 0 0,0 0 1 0 0,-1 0-1 0 0,1-1 1 0 0,0 1-1 0 0,-1 0 1 0 0,1 0-1 0 0,0 0 1 0 0,0 0-1 0 0,-1 0 1 0 0,1 0-1 0 0,0-1 1 0 0,0 1-1 0 0,0 0 1 0 0,-1 0-1 0 0,1 0 1 0 0,0-1-1 0 0,0 1 1 0 0,0 0-1 0 0,-1 0 1 0 0,1-1-1 0 0,0 1 1 0 0,0 0-1 0 0,0 0 1 0 0,0-1-1 0 0,0 1 1 0 0,0 0-1 0 0,0-1 1 0 0,0 1-1 0 0,0 0 1 0 0,0 0-1 0 0,0-1 1 0 0,0 1-1 0 0,0 0 1 0 0,0-1-1 0 0,0 1 1 0 0,0 0-1 0 0,0 0 1 0 0,0-1-1 0 0,0 1 1 0 0,0 0-1 0 0,0 0 1 0 0,0-1-1 0 0,0 1 1 0 0,0 0-1 0 0,1-1 1 0 0,-1 1 0 0 0,0 0-1 0 0,0 0 1 0 0,0 0-1 0 0,1-1 1 0 0,-1 1-1 0 0,0 0 1 0 0,0 0-1 0 0,0 0 1 0 0,1 0-1 0 0,-1-1 1 0 0,0 1-1 0 0,0 0 1 0 0,1 0-1 0 0,-1 0 1 0 0,0 0-1 0 0,1 0 1 0 0,-1 0-1 0 0,25-2 1264 0 0,-25 2-1274 0 0,1 0 1 0 0,-1-1 0 0 0,0 1 0 0 0,0 0 0 0 0,0 0-1 0 0,0-1 1 0 0,0 1 0 0 0,0 0 0 0 0,0-1-1 0 0,1 1 1 0 0,-1 0 0 0 0,0-1 0 0 0,0 1-1 0 0,0 0 1 0 0,0-1 0 0 0,-1 1 0 0 0,1-1-1 0 0,0 1 1 0 0,0 0 0 0 0,0 0 0 0 0,0-1-1 0 0,0 1 1 0 0,0 0 0 0 0,0-1 0 0 0,-1 1-1 0 0,1 0 1 0 0,0-1 0 0 0,0 1 0 0 0,0 0-1 0 0,-1 0 1 0 0,1-1 0 0 0,0 1 0 0 0,0 0-1 0 0,-1 0 1 0 0,1 0 0 0 0,0-1 0 0 0,-1 1-1 0 0,1 0 1 0 0,0 0 0 0 0,0 0 0 0 0,-1 0-1 0 0,0-1 1 0 0,-6-1 18 0 0,7 2-22 0 0,-1 0 0 0 0,0 0 1 0 0,0-1-1 0 0,0 1 0 0 0,0 0 0 0 0,0-1 1 0 0,0 1-1 0 0,1 0 0 0 0,-1-1 0 0 0,0 1 0 0 0,0-1 1 0 0,1 0-1 0 0,-1 1 0 0 0,0-1 0 0 0,1 1 1 0 0,-1-1-1 0 0,0 0 0 0 0,1 1 0 0 0,-1-1 0 0 0,1 0 1 0 0,-1 0-1 0 0,1 0 0 0 0,0 1 0 0 0,-1-1 0 0 0,1 0 1 0 0,0 0-1 0 0,-1 0 0 0 0,1 0 0 0 0,0 0 1 0 0,0 0-1 0 0,0 0 0 0 0,0 1 0 0 0,0-1 0 0 0,0-2 1 0 0,-1 2 1 0 0,1 0 0 0 0,-1 1 0 0 0,0-1 0 0 0,0 0 0 0 0,0 0 1 0 0,0 0-1 0 0,0 1 0 0 0,0-1 0 0 0,0 1 0 0 0,0-1 0 0 0,0 0 1 0 0,0 1-1 0 0,0 0 0 0 0,0-1 0 0 0,0 1 0 0 0,0 0 0 0 0,-1 0 1 0 0,1-1-1 0 0,0 1 0 0 0,0 0 0 0 0,-2 0 0 0 0,2 0 5 0 0,-7 0 54 0 0,0 0-1 0 0,1 1 0 0 0,-1-1 0 0 0,0 2 1 0 0,0-1-1 0 0,1 1 0 0 0,-1 0 0 0 0,1 0 1 0 0,0 1-1 0 0,-1 0 0 0 0,1 1 0 0 0,1-1 0 0 0,-1 1 1 0 0,0 1-1 0 0,1-1 0 0 0,0 1 0 0 0,0 0 1 0 0,-8 9-1 0 0,-2 2 133 0 0,1 0-1 0 0,0 1 1 0 0,1 1 0 0 0,0 0 0 0 0,-16 30-1 0 0,19-26-153 0 0,-1-2 0 0 0,-1 0 0 0 0,0 0-1 0 0,-28 29 1 0 0,2 7 11 0 0,34-47-23 0 0,1-2 0 0 0,-1 1 0 0 0,-1 0 0 0 0,0-1 0 0 0,-9 9 0 0 0,15-15-22 0 0,-1-1 0 0 0,1 0 0 0 0,0 1 0 0 0,-1-1 1 0 0,1 1-1 0 0,0-1 0 0 0,-1 0 0 0 0,1 1 0 0 0,0-1 0 0 0,-1 1 0 0 0,1-1 0 0 0,0 1 1 0 0,0-1-1 0 0,-1 1 0 0 0,1 0 0 0 0,0-1 0 0 0,0 1 0 0 0,0-1 0 0 0,0 1 0 0 0,0-1 1 0 0,0 1-1 0 0,0-1 0 0 0,0 1 0 0 0,0 0 0 0 0,0-1 0 0 0,0 1 0 0 0,0-1 0 0 0,0 1 1 0 0,1 0-1 0 0,-1-1-8 0 0,0 1 1 0 0,0-1 0 0 0,0 0 0 0 0,0 1 0 0 0,0-1-1 0 0,1 0 1 0 0,-1 1 0 0 0,0-1 0 0 0,0 0 0 0 0,0 1-1 0 0,0-1 1 0 0,0 1 0 0 0,0-1 0 0 0,0 0-1 0 0,0 1 1 0 0,-1-1 0 0 0,1 0 0 0 0,0 1 0 0 0,0-1-1 0 0,0 0 1 0 0,0 1 0 0 0,0-1 0 0 0,-1 0 0 0 0,1 1-1 0 0,0-1 1 0 0,0 0 0 0 0,0 0 0 0 0,-1 1-1 0 0,1-1 1 0 0,0 0 0 0 0,0 0 0 0 0,-1 1 0 0 0,1-1-1 0 0,0 0 1 0 0,-1 0 0 0 0,1 0 0 0 0,0 0-1 0 0,-1 1 1 0 0,1-1 0 0 0,-1 0 0 0 0,-16 7-2 0 0,14-7 9 0 0,1 1-1 0 0,-1 0 1 0 0,1 0-1 0 0,0 0 1 0 0,-1 1-1 0 0,1-1 1 0 0,0 1-1 0 0,-1-1 1 0 0,1 1-1 0 0,0 0 0 0 0,0-1 1 0 0,1 1-1 0 0,-1 0 1 0 0,0 0-1 0 0,0 1 1 0 0,1-1-1 0 0,-1 0 1 0 0,1 0-1 0 0,0 1 1 0 0,0-1-1 0 0,-1 3 1 0 0,-7 12-71 0 0,-2-2 0 0 0,1 1 1 0 0,-19 19-1 0 0,-28 41 455 0 0,35-44-93 0 0,-1-1 0 0 0,-2 0 0 0 0,-43 40-1 0 0,25-28 130 0 0,-12 26-216 0 0,45-42 107 0 0,3-20-231 0 0,3-3-80 0 0,-1-1 0 0 0,1 1-1 0 0,0 0 1 0 0,1 0-1 0 0,-1 1 1 0 0,1-1 0 0 0,0 1-1 0 0,0 0 1 0 0,0 0-1 0 0,1 0 1 0 0,0 0 0 0 0,0 0-1 0 0,0 0 1 0 0,0 1-1 0 0,-1 8 1 0 0,3-9-9 0 0,0 0 0 0 0,-1-1 1 0 0,0 1-1 0 0,0 0 0 0 0,0 0 0 0 0,-1-1 0 0 0,1 1 0 0 0,-1-1 1 0 0,-4 8-1 0 0,-4 8 65 0 0,0 5-23 0 0,6-16-34 0 0,-1 1-1 0 0,2-1 0 0 0,0 1 0 0 0,0 0 1 0 0,0 0-1 0 0,-1 20 0 0 0,4-26-2 0 0,0-1 0 0 0,-1 0 0 0 0,1 0-1 0 0,-1 0 1 0 0,1 1 0 0 0,-1-1 0 0 0,0 0 0 0 0,0 0 0 0 0,-1 0-1 0 0,1 0 1 0 0,-1 0 0 0 0,1-1 0 0 0,-3 4 0 0 0,2-4-1 0 0,0 1 1 0 0,0 0 0 0 0,1 0-1 0 0,0-1 1 0 0,-1 1 0 0 0,1 0 0 0 0,0 0-1 0 0,0 0 1 0 0,1 0 0 0 0,-1 0-1 0 0,0 0 1 0 0,1 1 0 0 0,0 2 0 0 0,0 66 248 0 0,0-71-254 0 0,-1 0-1 0 0,1 0 1 0 0,0 0-1 0 0,0 0 1 0 0,-1 0 0 0 0,1 0-1 0 0,-1 0 1 0 0,1 0-1 0 0,-1 0 1 0 0,1 0 0 0 0,-1 0-1 0 0,0 0 1 0 0,1 0-1 0 0,-1-1 1 0 0,0 1 0 0 0,0 0-1 0 0,0 0 1 0 0,0-1-1 0 0,1 1 1 0 0,-1-1 0 0 0,0 1-1 0 0,-2 0 1 0 0,2 0-1 0 0,0-1-1 0 0,1 0 1 0 0,-1 0 0 0 0,0 1 0 0 0,0-1-1 0 0,1 0 1 0 0,-1 1 0 0 0,0-1 0 0 0,1 1-1 0 0,-1-1 1 0 0,1 1 0 0 0,-1 0 0 0 0,1-1-1 0 0,-1 1 1 0 0,1-1 0 0 0,-1 1 0 0 0,1 0-1 0 0,-1-1 1 0 0,1 1 0 0 0,0 0 0 0 0,-1 0-1 0 0,1-1 1 0 0,0 1 0 0 0,0 0 0 0 0,-1 0-1 0 0,1-1 1 0 0,0 1 0 0 0,0 0 0 0 0,0 0-1 0 0,0 0 1 0 0,0-1 0 0 0,0 1 0 0 0,0 0-1 0 0,1 0 1 0 0,-1 0 0 0 0,0-1 0 0 0,0 1-1 0 0,0 0 1 0 0,1 0 0 0 0,-1-1 0 0 0,1 1-1 0 0,-1 0 1 0 0,0-1 0 0 0,2 2 0 0 0,0 2-11 0 0,1 0 25 0 0,0 1-1 0 0,-1-1 1 0 0,1 1-1 0 0,-1 0 1 0 0,0-1-1 0 0,0 1 1 0 0,-1 0-1 0 0,1 0 1 0 0,-1 0-1 0 0,0 0 1 0 0,-1 1-1 0 0,1-1 1 0 0,-1 0-1 0 0,0 6 1 0 0,0 187-92 0 0,0-196 78 0 0,0 0-1 0 0,0 1 1 0 0,1-1 0 0 0,-1 0 0 0 0,1 0 0 0 0,-1 0 0 0 0,1 1 0 0 0,0-1 0 0 0,0 0 0 0 0,0 0-1 0 0,0 0 1 0 0,0 0 0 0 0,0 0 0 0 0,1-1 0 0 0,1 3 0 0 0,-1-2-2 0 0,-1 0 0 0 0,1 1 1 0 0,-1-1-1 0 0,1 0 0 0 0,-1 0 1 0 0,0 1-1 0 0,0-1 0 0 0,0 1 0 0 0,0-1 1 0 0,0 1-1 0 0,0-1 0 0 0,-1 1 0 0 0,0-1 1 0 0,1 1-1 0 0,-1 4 0 0 0,-1 1 4 0 0,1-6 0 0 0,-1 1 0 0 0,1-1 0 0 0,0 0 0 0 0,0 1 0 0 0,0-1 0 0 0,0 1 0 0 0,0-1 0 0 0,0 0 0 0 0,1 1 0 0 0,-1-1 0 0 0,1 0 0 0 0,0 1 0 0 0,-1-1 0 0 0,1 0 0 0 0,2 4 0 0 0,17 6 0 0 0,-15-6-13 0 0,-5-3 7 0 0,-1 0-1 0 0,1 0 1 0 0,0 0-1 0 0,0 1 1 0 0,0-1 0 0 0,0 0-1 0 0,1 0 1 0 0,-1 0-1 0 0,1 0 1 0 0,0 0 0 0 0,0 0-1 0 0,0 0 1 0 0,0 0 0 0 0,1 0-1 0 0,-1 0 1 0 0,1 0-1 0 0,0-1 1 0 0,-1 1 0 0 0,1-1-1 0 0,0 1 1 0 0,1-1 0 0 0,2 3-1 0 0,-4-4 7 0 0,0 0 0 0 0,-1 0 0 0 0,1 0 0 0 0,0 0 0 0 0,-1 0 0 0 0,1 0 0 0 0,-1 0 0 0 0,1 0 0 0 0,-1 0 0 0 0,0 0 0 0 0,0 0 0 0 0,1 1 0 0 0,-1-1 0 0 0,0 0-1 0 0,0 0 1 0 0,0 0 0 0 0,0 0 0 0 0,0 0 0 0 0,0 0 0 0 0,-1 3 0 0 0,0 9-79 0 0,6-12 12 0 0,16-1 41 0 0,9-5-134 0 0,-20-1 26 0 0,6-1 127 0 0,-12 6 20 0 0,0 0 0 0 0,-1-1 0 0 0,1 1 0 0 0,0-1-1 0 0,-1 0 1 0 0,1 0 0 0 0,-1 0 0 0 0,0-1 0 0 0,0 1-1 0 0,0-1 1 0 0,3-3 0 0 0,4-2 57 0 0,0 0 1 0 0,0 0-1 0 0,18-10 1 0 0,-20 13-11 0 0,1 0 0 0 0,-1 0-1 0 0,0-1 1 0 0,0 0 0 0 0,0 0 0 0 0,-1-1 0 0 0,0 0 0 0 0,-1 0 0 0 0,8-11-1 0 0,-5 0 44 0 0,-8 14-82 0 0,1 1 0 0 0,-1-1 0 0 0,1 1 0 0 0,0 0 0 0 0,0 0 0 0 0,0 0 0 0 0,0 0 0 0 0,1 0 0 0 0,-1 0 0 0 0,5-3 0 0 0,2-3 68 0 0,-1-1 0 0 0,0 0 1 0 0,0 0-1 0 0,-2 0 0 0 0,1-1 0 0 0,7-17 0 0 0,17-26 154 0 0,-25 44-197 0 0,-1-1 0 0 0,0 1 0 0 0,-1-1 0 0 0,6-19-1 0 0,-7 18 11 0 0,1-1-1 0 0,1 1 1 0 0,0 0-1 0 0,8-13 1 0 0,-4 9 42 0 0,0-2-1 0 0,9-30 1 0 0,2-1-18 0 0,-11-3-66 0 0,-7 46-6 0 0,1 0 0 0 0,0 0 1 0 0,0 0-1 0 0,1 1 0 0 0,0-1 1 0 0,0 1-1 0 0,0 0 0 0 0,1 0 1 0 0,0 0-1 0 0,-1 1 0 0 0,2-1 1 0 0,-1 1-1 0 0,0 1 0 0 0,1-1 1 0 0,11-5-1 0 0,-14 8-3 0 0,0 0 1 0 0,0 0-1 0 0,-1-1 1 0 0,1 1-1 0 0,0-1 0 0 0,-1 0 1 0 0,1 0-1 0 0,-1 0 0 0 0,0 0 1 0 0,3-3-1 0 0,-2 2-1 0 0,-1 0 0 0 0,1 1 0 0 0,0 0-1 0 0,-1-1 1 0 0,1 1 0 0 0,0 0 0 0 0,0 1 0 0 0,4-3 0 0 0,114-49 9 0 0,-35 15 134 0 0,-80 32-147 0 0,-2 2 0 0 0,-1 4 1 0 0,-3 1-1 0 0,1-1 1 0 0,0 0-1 0 0,0 0 1 0 0,0 0-1 0 0,0 0 0 0 0,0 0 1 0 0,0 0-1 0 0,0 0 1 0 0,-1 0-1 0 0,1 0 1 0 0,0-1-1 0 0,0 1 1 0 0,0 0-1 0 0,0 0 0 0 0,-1-1 1 0 0,1 1-1 0 0,0-1 1 0 0,0 1-1 0 0,0 0 1 0 0,-1-1-1 0 0,1 0 1 0 0,0 1-1 0 0,-1-1 1 0 0,1 1-1 0 0,0-1 0 0 0,0-1 1 0 0,-1 2 1 0 0,0-1 0 0 0,0 1 0 0 0,0-1 0 0 0,1 1 0 0 0,-1-1 0 0 0,0 1 0 0 0,0-1 0 0 0,0 1 0 0 0,1-1 0 0 0,-1 1 1 0 0,0 0-1 0 0,1-1 0 0 0,-1 1 0 0 0,0 0 0 0 0,1-1 0 0 0,-1 1 0 0 0,1 0 0 0 0,-1-1 0 0 0,0 1 0 0 0,1 0 0 0 0,-1 0 0 0 0,1-1 0 0 0,-1 1 0 0 0,1 0 0 0 0,-1 0 0 0 0,1 0 0 0 0,-1 0 0 0 0,1 0 0 0 0,-1-1 1 0 0,1 1-1 0 0,-1 0 0 0 0,1 0 0 0 0,0 1 0 0 0,0-1-2 0 0,-1 0 0 0 0,1 0 0 0 0,0 0-1 0 0,-1-1 1 0 0,1 1 0 0 0,0 0 0 0 0,-1 0 0 0 0,1 0 0 0 0,0 0 0 0 0,-1-1 0 0 0,1 1 0 0 0,0 0 0 0 0,-1 0 0 0 0,1-1-1 0 0,-1 1 1 0 0,1-1 0 0 0,-1 1 0 0 0,1-1 0 0 0,-1 1 0 0 0,1 0 0 0 0,-1-1 0 0 0,1 0 0 0 0,-1 1 0 0 0,1-1 0 0 0,-1 1 0 0 0,0-1-1 0 0,1 1 1 0 0,-1-1 0 0 0,0 0 0 0 0,0 1 0 0 0,1-1 0 0 0,-1 0 0 0 0,0 1 0 0 0,0-1 0 0 0,0 0 0 0 0,0 0 0 0 0,0 0 0 0 0,0 0 0 0 0,0 0 0 0 0,1 0 0 0 0,-1 0 0 0 0,0 0 0 0 0,0 0 0 0 0,1 0 0 0 0,-1 0 0 0 0,1 0 0 0 0,-1 1 0 0 0,1-1 0 0 0,-1 0 0 0 0,1 0 0 0 0,-1 0 0 0 0,1 1 0 0 0,0-1 0 0 0,-1 0 0 0 0,1 1 0 0 0,0-1 0 0 0,0 0 0 0 0,-1 1 0 0 0,1-1 0 0 0,0 1 0 0 0,0-1 0 0 0,0 1 0 0 0,1-1 0 0 0,7-4 0 0 0,21-28 0 0 0,-25 15 15 0 0,1 0 36 0 0,3 9-43 0 0,-7 8-5 0 0,-1 1 1 0 0,0-1-1 0 0,0-1 1 0 0,0 1-1 0 0,0 0 0 0 0,0 0 1 0 0,0 0-1 0 0,0 0 1 0 0,0-1-1 0 0,0 1 1 0 0,0-1-1 0 0,-1 1 0 0 0,1 0 1 0 0,-1-1-1 0 0,1 1 1 0 0,-1-1-1 0 0,1 1 1 0 0,-1-1-1 0 0,0 1 1 0 0,0-1-1 0 0,0 0 0 0 0,0 1 1 0 0,0-1-1 0 0,0-2 1 0 0,0 3-4 0 0,0 0 0 0 0,0 0 0 0 0,0 0 0 0 0,0 0 0 0 0,0 0 0 0 0,1 0 0 0 0,-1 0 0 0 0,0 1 1 0 0,1-1-1 0 0,-1 0 0 0 0,0 0 0 0 0,1 0 0 0 0,-1 1 0 0 0,1-1 0 0 0,0 0 0 0 0,-1 0 0 0 0,1 1 0 0 0,-1-1 0 0 0,1 0 1 0 0,0 1-1 0 0,0-1 0 0 0,-1 1 0 0 0,1-1 0 0 0,0 1 0 0 0,0-1 0 0 0,1 0 0 0 0,-1 1 3 0 0,0 0-1 0 0,0-1 0 0 0,0 1 1 0 0,0-1-1 0 0,0 0 0 0 0,0 1 1 0 0,-1-1-1 0 0,1 0 1 0 0,0 1-1 0 0,0-1 0 0 0,-1 0 1 0 0,1 0-1 0 0,0 0 1 0 0,-1 0-1 0 0,1 0 0 0 0,-1 1 1 0 0,1-1-1 0 0,-1 0 0 0 0,1 0 1 0 0,-1 0-1 0 0,0 0 1 0 0,0-1-1 0 0,1 1 0 0 0,-1 0 1 0 0,0 0-1 0 0,0-2 0 0 0,-1-12 12 0 0,0 12-13 0 0,1 0 0 0 0,-1 0 0 0 0,1 0-1 0 0,0-1 1 0 0,0 1 0 0 0,0 0 0 0 0,1 0 0 0 0,-1 0 0 0 0,1 0 0 0 0,0 0 0 0 0,0 0 0 0 0,0 0 0 0 0,2-5 0 0 0,6-2 22 0 0,-8 9-20 0 0,0 0-1 0 0,1 0 0 0 0,-1-1 0 0 0,0 1 0 0 0,0 0 0 0 0,1-1 1 0 0,-1 1-1 0 0,-1-1 0 0 0,1 0 0 0 0,0 1 0 0 0,0-1 0 0 0,0 0 1 0 0,-1 1-1 0 0,1-1 0 0 0,-1 0 0 0 0,0 0 0 0 0,1 0 0 0 0,-1 0 1 0 0,0-1-1 0 0,0 1-2 0 0,0 0 0 0 0,0 0 0 0 0,1 0 0 0 0,-1 0 0 0 0,0 0 0 0 0,1 0 0 0 0,0 0 0 0 0,-1 0 0 0 0,1 0 0 0 0,0 0 0 0 0,0 1 0 0 0,0-1 0 0 0,0 0 0 0 0,0 1 0 0 0,0-1 0 0 0,1 0 0 0 0,1 0 0 0 0,-2 0 0 0 0,1 0 0 0 0,-1 1 0 0 0,0-1 0 0 0,1 0 0 0 0,-1 0 0 0 0,0 0 0 0 0,0 1 0 0 0,0-1 0 0 0,0 0 0 0 0,0-1 0 0 0,-1 1 0 0 0,1 0 0 0 0,-1 0 0 0 0,1 0 0 0 0,-1 0 0 0 0,0 0 0 0 0,0-3 0 0 0,0 4 0 0 0,0 0 0 0 0,0 0 0 0 0,1 0 0 0 0,-1 0-1 0 0,0 0 1 0 0,0 0 0 0 0,0 1 0 0 0,1-1 0 0 0,-1 0 0 0 0,1 0 0 0 0,-1 0 0 0 0,1 0 0 0 0,-1 1 0 0 0,1-1 0 0 0,-1 0 0 0 0,1 0 0 0 0,-1 1 0 0 0,1-1 0 0 0,0 0 0 0 0,-1 1 0 0 0,1-1 0 0 0,0 1 0 0 0,0-1-1 0 0,0 1 1 0 0,-1-1 0 0 0,3 0 0 0 0,-2 1-3 0 0,0 0 0 0 0,-1-1 1 0 0,1 1-1 0 0,0-1 0 0 0,0 0 0 0 0,0 1 0 0 0,0-1 0 0 0,0 0 0 0 0,-1 1 0 0 0,1-1 0 0 0,0 0 0 0 0,0 0 0 0 0,-1 0 1 0 0,1 0-1 0 0,-1 1 0 0 0,1-1 0 0 0,-1 0 0 0 0,1 0 0 0 0,-1 0 0 0 0,0 0 0 0 0,1 0 0 0 0,-1 0 0 0 0,0-1 0 0 0,0 1 1 0 0,0 0-1 0 0,0-2 0 0 0,0-377 69 0 0,0 375-64 0 0,0 0-1 0 0,-1-1 1 0 0,0 1-1 0 0,0 0 1 0 0,0 0-1 0 0,-1 0 1 0 0,1 0-1 0 0,-1 0 1 0 0,-4-7-1 0 0,3 8 6 0 0,1 0-1 0 0,0-1 1 0 0,1 1-1 0 0,-1-1 1 0 0,1 1-1 0 0,0-1 1 0 0,0 1-1 0 0,0-1 1 0 0,0-6-1 0 0,2-3 7 0 0,-1 11-13 0 0,1-1 0 0 0,-1 1 0 0 0,0-1 0 0 0,0 1 1 0 0,-1-1-1 0 0,1 1 0 0 0,-1-1 0 0 0,1 1 0 0 0,-1-1 0 0 0,-3-5 0 0 0,-5-5 0 0 0,7 12 0 0 0,1 0 0 0 0,-1 0 0 0 0,0 0 0 0 0,1-1 0 0 0,0 1 0 0 0,0-1 0 0 0,0 1 0 0 0,0-1 0 0 0,0 1 0 0 0,0-1 0 0 0,0 0 0 0 0,1 1 0 0 0,-1-1 0 0 0,1 0 0 0 0,0-3 0 0 0,0 3 0 0 0,0-1 0 0 0,-1 0 0 0 0,0 0 0 0 0,1 0 0 0 0,-1 1 0 0 0,-1-1 0 0 0,1 0 0 0 0,0 1 0 0 0,-1-1 0 0 0,0 1 0 0 0,0-1 0 0 0,0 1 0 0 0,-4-5 0 0 0,2 2 0 0 0,3 5 0 0 0,0-1 0 0 0,1 1 0 0 0,-1 0 0 0 0,0-1 0 0 0,1 1 0 0 0,-1-1 0 0 0,1 1 0 0 0,0-1 0 0 0,-1 1 0 0 0,1-1 0 0 0,0 1 0 0 0,0-1 0 0 0,0 1 0 0 0,0-1 0 0 0,0 0 0 0 0,1-1 0 0 0,-1 2 0 0 0,0 0 0 0 0,0 1 0 0 0,0-1 0 0 0,0 0 0 0 0,0 0 0 0 0,0 1 0 0 0,0-1 0 0 0,0 0 0 0 0,0 0 0 0 0,0 0 0 0 0,0 1 0 0 0,0-1 0 0 0,0 0 0 0 0,-1 0 0 0 0,1 1 0 0 0,0-1 0 0 0,0 0 0 0 0,-1 1 0 0 0,1-1 0 0 0,-1 0 0 0 0,1 1 0 0 0,-1-1 0 0 0,0-1 0 0 0,-19-5-14 0 0,15 6-106 0 0,5 3-1821 0 0,0 0 1520 0 0,-1 0 0 0 0,1 0 0 0 0,0 0 0 0 0,-1 0 0 0 0,1 0 0 0 0,-1 0 0 0 0,1 0 0 0 0,-1 0 0 0 0,0 0 0 0 0,0 0 1 0 0,0-1-1 0 0,0 1 0 0 0,-3 3 0 0 0,-9 22-2630 0 0,10-9 428 0 0,1-1 0 0 0,2 30-1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4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0 1841 0 0,'0'0'72'0'0,"0"0"1"0"0,0 1-1 0 0,0-1 0 0 0,0 0 1 0 0,0 0-1 0 0,0 0 1 0 0,0 0-1 0 0,0 1 1 0 0,1-1-1 0 0,-1 0 0 0 0,0 0 1 0 0,0 0-1 0 0,0 0 1 0 0,0 1-1 0 0,0-1 0 0 0,0 0 1 0 0,0 0-1 0 0,0 0 1 0 0,0 1-1 0 0,0-1 1 0 0,0 0-1 0 0,0 0 0 0 0,-1 0 1 0 0,1 0-1 0 0,0 1 1 0 0,0-1-1 0 0,0 0 0 0 0,0 0 1 0 0,0 0-1 0 0,0 0 1 0 0,0 0-1 0 0,0 1 1 0 0,0-1-1 0 0,-1 0 0 0 0,1 0 1 0 0,0 0-1 0 0,0 0 1 0 0,0 0-1 0 0,0 0 0 0 0,0 0 1 0 0,-1 1-1 0 0,1-1 1 0 0,0 0-1 0 0,0 0 0 0 0,0 0 1 0 0,0 0-1 0 0,-1 0 1 0 0,1 0-1 0 0,0 0 1 0 0,0 0-1 0 0,0 0 0 0 0,-1 0 1 0 0,1 0-1 0 0,0 0 1 0 0,0 0-1 0 0,-14 1 516 0 0,32-3 305 0 0,-22 2-680 0 0,-12 0-39 0 0,12 0 146 0 0,-22 0 0 0 0,-34-5 494 0 0,0 10-187 0 0,55-3-508 0 0,0 3 2 0 0,-51 25 279 0 0,-9-2 0 0 0,24-17-142 0 0,26-6-168 0 0,-1-1 0 0 0,1 0-1 0 0,-1-1 1 0 0,-22 1 0 0 0,35-4-60 0 0,0 1 1 0 0,0-1-1 0 0,0 1 0 0 0,0-1 1 0 0,0 1-1 0 0,1 0 0 0 0,-1 0 1 0 0,0 0-1 0 0,0 1 0 0 0,-3 2 0 0 0,5-3-26 0 0,1-1 0 0 0,0 1-1 0 0,-1 0 1 0 0,1 0 0 0 0,-1-1 0 0 0,1 1-1 0 0,-1 0 1 0 0,1-1 0 0 0,-1 1-1 0 0,1 0 1 0 0,-1-1 0 0 0,0 1-1 0 0,1-1 1 0 0,-1 1 0 0 0,0-1-1 0 0,0 0 1 0 0,1 1 0 0 0,-1-1-1 0 0,0 0 1 0 0,0 1 0 0 0,0-1-1 0 0,0 0 1 0 0,1 0 0 0 0,-1 0-1 0 0,0 1 1 0 0,0-1 0 0 0,0 0-1 0 0,0 0 1 0 0,1 0 0 0 0,-1-1-1 0 0,-1 1 1 0 0,-10 2 39 0 0,-9 2 50 0 0,2-3 179 0 0,18-1-265 0 0,1-1 0 0 0,-1 1 0 0 0,1 0 0 0 0,0 0 0 0 0,-1 0 0 0 0,1 0 0 0 0,-1 0 0 0 0,1 0 1 0 0,-1 0-1 0 0,1 0 0 0 0,-1 0 0 0 0,1 0 0 0 0,-1 0 0 0 0,1 0 0 0 0,-1 0 0 0 0,1 0 0 0 0,-1 0 0 0 0,1 0 0 0 0,0 0 0 0 0,-1 1 0 0 0,1-1 0 0 0,-1 0 0 0 0,1 0 0 0 0,-1 1 0 0 0,1-1 0 0 0,0 0 0 0 0,-1 0 0 0 0,1 1 0 0 0,0-1 0 0 0,-1 0 0 0 0,1 1 1 0 0,0-1-1 0 0,-1 1 0 0 0,1-1 0 0 0,0 0 0 0 0,0 1 0 0 0,0-1 0 0 0,-1 1 0 0 0,-4 0 140 0 0,-75 6 13 0 0,72-6-155 0 0,7-1-4 0 0,-1 0 0 0 0,1 0 1 0 0,-1 1-1 0 0,1-1 0 0 0,-1 0 0 0 0,1 0 0 0 0,-1 1 0 0 0,1-1 0 0 0,-1 1 0 0 0,1-1 0 0 0,0 1 1 0 0,-1-1-1 0 0,1 1 0 0 0,0 0 0 0 0,0 0 0 0 0,-1 0 0 0 0,1 0 0 0 0,-2 1 0 0 0,2 0 6 0 0,-1-1-1 0 0,1 1 0 0 0,-1-1 0 0 0,1 1 1 0 0,-1-1-1 0 0,0 0 0 0 0,0 0 0 0 0,0 0 1 0 0,0 0-1 0 0,0 0 0 0 0,0 0 0 0 0,-3 0 0 0 0,-4 3 60 0 0,6-3-49 0 0,0 0-18 0 0,1-1 1 0 0,-1 1-1 0 0,1 0 1 0 0,-1 0-1 0 0,1 0 1 0 0,0 1-1 0 0,0-1 1 0 0,-1 0-1 0 0,1 1 1 0 0,0 0-1 0 0,0-1 1 0 0,1 1-1 0 0,-1 0 1 0 0,0 0-1 0 0,0 0 1 0 0,1 0-1 0 0,-1 0 1 0 0,1 0-1 0 0,0 1 1 0 0,0-1-1 0 0,0 0 1 0 0,0 1-1 0 0,0-1 1 0 0,0 1-1 0 0,0-1 1 0 0,1 1-1 0 0,0-1 1 0 0,-1 1-1 0 0,1-1 1 0 0,0 1-1 0 0,0 0 1 0 0,1 4-1 0 0,-1 70 228 0 0,0-77-230 0 0,0 0 1 0 0,0 1-1 0 0,0-1 0 0 0,0 0 1 0 0,0 1-1 0 0,0-1 1 0 0,0 1-1 0 0,0-1 0 0 0,1 0 1 0 0,-1 1-1 0 0,0-1 0 0 0,0 0 1 0 0,0 1-1 0 0,0-1 1 0 0,1 0-1 0 0,-1 0 0 0 0,0 1 1 0 0,0-1-1 0 0,1 0 1 0 0,-1 0-1 0 0,0 1 0 0 0,0-1 1 0 0,1 0-1 0 0,-1 0 0 0 0,0 0 1 0 0,1 1-1 0 0,-1-1 1 0 0,0 0-1 0 0,1 0 0 0 0,-1 0 1 0 0,0 0-1 0 0,1 0 1 0 0,-1 0-1 0 0,0 0 0 0 0,1 0 1 0 0,-1 0-1 0 0,1 0 0 0 0,-1 0 1 0 0,0 0-1 0 0,1 0 1 0 0,0 0 1 0 0,-1 0 0 0 0,1 0 1 0 0,-1 0-1 0 0,1 0 1 0 0,-1 0-1 0 0,1 0 0 0 0,0 1 1 0 0,-1-1-1 0 0,1 0 0 0 0,-1 0 1 0 0,1 0-1 0 0,-1 1 1 0 0,1-1-1 0 0,-1 0 0 0 0,1 0 1 0 0,-1 1-1 0 0,1-1 0 0 0,-1 0 1 0 0,0 1-1 0 0,1-1 1 0 0,-1 1-1 0 0,1-1 0 0 0,-1 0 1 0 0,0 1-1 0 0,1-1 0 0 0,-1 1 1 0 0,0-1-1 0 0,0 1 1 0 0,1-1-1 0 0,-1 1 0 0 0,0 0 1 0 0,0-1-1 0 0,0 1 0 0 0,0-1 1 0 0,0 1-1 0 0,0-1 1 0 0,0 1-1 0 0,0-1 0 0 0,0 1 1 0 0,0 0-1 0 0,0 0 0 0 0,5 1 55 0 0,15 3-28 0 0,-19-5-23 0 0,-1 0 0 0 0,0 0 0 0 0,0 0 0 0 0,1 0-1 0 0,-1 0 1 0 0,0 0 0 0 0,1 0 0 0 0,-1 0-1 0 0,0 1 1 0 0,0-1 0 0 0,1 0 0 0 0,-1 0-1 0 0,0 0 1 0 0,1 0 0 0 0,-1 0 0 0 0,0 1 0 0 0,0-1-1 0 0,0 0 1 0 0,1 0 0 0 0,-1 1 0 0 0,0-1-1 0 0,0 0 1 0 0,0 0 0 0 0,1 1 0 0 0,-1-1-1 0 0,0 0 1 0 0,0 0 0 0 0,0 1 0 0 0,0-1-1 0 0,0 0 1 0 0,0 1 0 0 0,0-1 0 0 0,0 0 0 0 0,1 0-1 0 0,-1 1 1 0 0,0-1 0 0 0,0 0 0 0 0,0 1-1 0 0,-1-1 1 0 0,1 1 0 0 0,3 3 17 0 0,48 15-7 0 0,-14-7 40 0 0,0-2-1 0 0,2-2 1 0 0,-1-2 0 0 0,59 3-1 0 0,-49-5 5 0 0,-8 0 7 0 0,-3 1-1 0 0,0-3 1 0 0,71-3-1 0 0,14-9 610 0 0,233 10 1 0 0,-174 8-434 0 0,-144-6-70 0 0,54-2 0 0 0,-43-1-16 0 0,35-8 514 0 0,-46 4-456 0 0,174-13 575 0 0,0 12-547 0 0,-173 5-134 0 0,25 2 81 0 0,77 9 0 0 0,-114-7-140 0 0,18 1 10 0 0,62-2 0 0 0,-16-2-44 0 0,1 0 147 0 0,-78-1-122 0 0,0 0 1 0 0,0-1-1 0 0,0 0 0 0 0,-1-1 1 0 0,1 0-1 0 0,-1-1 0 0 0,15-7 1 0 0,-17-2 121 0 0,-8 12-147 0 0,-1 0 0 0 0,1 0 0 0 0,0 0 0 0 0,-1 0 0 0 0,1-1 0 0 0,-1 1 0 0 0,1-1 0 0 0,-1 1 0 0 0,0-1 0 0 0,0 1 0 0 0,1-1 0 0 0,-1 0 1 0 0,1-3-1 0 0,2-34 271 0 0,-4-56 63 0 0,-1 91-342 0 0,-1 0 1 0 0,0 1 0 0 0,0-1 0 0 0,0 1 0 0 0,0 0 0 0 0,0-1 0 0 0,-1 1 0 0 0,1 0 0 0 0,-1 1 0 0 0,0-1 0 0 0,0 0-1 0 0,0 1 1 0 0,0-1 0 0 0,0 1 0 0 0,-6-3 0 0 0,-1-2 33 0 0,1 0-23 0 0,4 2 5 0 0,-1 0 1 0 0,1 0-1 0 0,-1 1 0 0 0,-1 0 1 0 0,1 0-1 0 0,-1 1 0 0 0,-8-4 1 0 0,-12-6 37 0 0,-6 0 15 0 0,-49-8 50 0 0,61 15-103 0 0,1 0 0 0 0,-38-4 0 0 0,-33-4 206 0 0,79 13-203 0 0,-272-12 258 0 0,133 13-415 0 0,111 0 186 0 0,-15-1 27 0 0,-61 8 0 0 0,-85 6-80 0 0,141-8-51 0 0,19-2 70 0 0,-79 15 0 0 0,82-12 40 0 0,-1-2 0 0 0,-73-1 0 0 0,100-3-116 0 0,7 0 97 0 0,0 1-187 0 0,-75 12-4495 0 0,79-13 4474 0 0,1 0-1 0 0,0 1 0 0 0,-1-1 1 0 0,1 0-1 0 0,0 1 0 0 0,-1-1 1 0 0,1 0-1 0 0,0 0 0 0 0,-1 1 0 0 0,1-1 1 0 0,0 1-1 0 0,0-1 0 0 0,-1 0 1 0 0,1 1-1 0 0,0-1 0 0 0,0 1 1 0 0,0-1-1 0 0,0 0 0 0 0,-1 1 1 0 0,1-1-1 0 0,0 1 0 0 0,0-1 1 0 0,0 1-1 0 0,0-1 0 0 0,0 0 0 0 0,0 1 1 0 0,0-1-1 0 0,0 1 0 0 0,0-1 1 0 0,1 1-1 0 0,-1-1 0 0 0,0 0 1 0 0,0 1-1 0 0,0-1 0 0 0,0 1 1 0 0,1-1-1 0 0,-1 0 0 0 0,0 1 1 0 0,0-1-1 0 0,1 0 0 0 0,-1 1 0 0 0,0-1 1 0 0,1 0-1 0 0,-1 1 0 0 0,0-1 1 0 0,1 0-1 0 0,0 1 0 0 0,24 11-5887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14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4765 59 3362 0 0,'-61'-6'2641'0'0,"36"5"-2548"0"0,20 1 227 0 0,0 0 0 0 0,-6-1-151 0 0,3 1-22 0 0,0-1 0 0 0,0 1 1 0 0,-1 0-1 0 0,1 1 1 0 0,0 0-1 0 0,0 0 0 0 0,-14 5 1 0 0,9-2-121 0 0,0-1 1 0 0,0 0 0 0 0,0-1 0 0 0,-13 0 0 0 0,-17 3 73 0 0,-394 59 539 0 0,354-56-640 0 0,35-5 0 0 0,-71 0 167 0 0,-93 9 413 0 0,-230 77 514 0 0,170-15-641 0 0,206-50-328 0 0,49-16-86 0 0,-2-1-1 0 0,-24 6 1 0 0,-193 19 187 0 0,197-26-191 0 0,0 1 0 0 0,1 2 0 0 0,0 2 0 0 0,-52 22 0 0 0,57-21-23 0 0,1 2 22 0 0,-54 34-1 0 0,33-18 194 0 0,37-21-196 0 0,1 1 0 0 0,0 1 1 0 0,1 1-1 0 0,-26 25 1 0 0,-15 13 11 0 0,47-44-22 0 0,1 1 0 0 0,0 1 1 0 0,1-1-1 0 0,0 1 1 0 0,0 0-1 0 0,0 1 0 0 0,-6 14 1 0 0,-21 29 113 0 0,28-44-117 0 0,-1 0 0 0 0,1 1-1 0 0,0 0 1 0 0,-5 15-1 0 0,6-14-39 0 0,0 0 0 0 0,-1 1 0 0 0,-11 15 0 0 0,9-17-9 0 0,-2 3 8 0 0,0 0 0 0 0,1 0 0 0 0,1 1 0 0 0,-8 17 0 0 0,-16 59-17 0 0,29-77 88 0 0,-1 0 1 0 0,2 1 0 0 0,-1-1-1 0 0,2 1 1 0 0,0 0 0 0 0,2 18-1 0 0,-1 8-41 0 0,0-30-20 0 0,-1 1 1 0 0,-1-1 0 0 0,0 0 0 0 0,0 1 0 0 0,0-1 0 0 0,-2 0 0 0 0,1 0 0 0 0,-1 0-1 0 0,0 0 1 0 0,-8 14 0 0 0,10-20 34 0 0,-1 0 0 0 0,1 1-1 0 0,0-1 1 0 0,0 1 0 0 0,1-1-1 0 0,-1 1 1 0 0,1-1 0 0 0,-1 1 0 0 0,1-1-1 0 0,0 1 1 0 0,1 4 0 0 0,-1-7-23 0 0,0 0 1 0 0,1 1-1 0 0,-1-1 0 0 0,0 1 1 0 0,0-1-1 0 0,0 1 1 0 0,0-1-1 0 0,0 1 1 0 0,0-1-1 0 0,0 1 1 0 0,-1-1-1 0 0,1 1 1 0 0,-1-1-1 0 0,1 1 1 0 0,-1-1-1 0 0,1 0 1 0 0,-1 1-1 0 0,0-1 0 0 0,0 0 1 0 0,1 0-1 0 0,-1 1 1 0 0,0-1-1 0 0,0 0 1 0 0,0 0-1 0 0,0 0 1 0 0,-1 0-1 0 0,1 0 1 0 0,0 0-1 0 0,0-1 1 0 0,0 1-1 0 0,-1 0 0 0 0,1-1 1 0 0,0 1-1 0 0,-1 0 1 0 0,1-1-1 0 0,-1 0 1 0 0,-1 1-1 0 0,-57 32-79 0 0,38-23 102 0 0,17-7-20 0 0,-1 0 0 0 0,0-1-1 0 0,0 1 1 0 0,0-1-1 0 0,0-1 1 0 0,-1 1 0 0 0,1-1-1 0 0,0 0 1 0 0,-1 0 0 0 0,-6-1-1 0 0,-6 0-58 0 0,1-1 0 0 0,-1-1-1 0 0,-27-7 1 0 0,38 7 80 0 0,-1 0 1 0 0,1-1-1 0 0,0 0 0 0 0,0 0 0 0 0,0-1 1 0 0,1 0-1 0 0,-1-1 0 0 0,1 1 0 0 0,0-2 1 0 0,-8-6-1 0 0,-46-38-10 0 0,42 35-29 0 0,3 2 19 0 0,18 9-3 0 0,-3 4 0 0 0,0-1 0 0 0,0 1 0 0 0,0-1 0 0 0,-1 1 0 0 0,1-1 0 0 0,0 1 0 0 0,0 0 0 0 0,0 0 0 0 0,-1-1 0 0 0,1 1 0 0 0,0 0 0 0 0,0 0 0 0 0,0 0 0 0 0,-1 0 0 0 0,1 0 0 0 0,0 1 0 0 0,0-1 0 0 0,0 0 0 0 0,-1 1 0 0 0,1-1 0 0 0,-1 1 0 0 0,1 0-6 0 0,1 0 0 0 0,-1 0 0 0 0,0 0 0 0 0,1 0 0 0 0,-1 0 0 0 0,1 0 0 0 0,-1 0 0 0 0,1 0 0 0 0,0 0 0 0 0,-1 0 0 0 0,1 0 0 0 0,0 0 1 0 0,0 0-1 0 0,0 0 0 0 0,-1 0 0 0 0,1 0 0 0 0,0 1 0 0 0,1-1 0 0 0,-1 0 0 0 0,0 0 0 0 0,0 0 0 0 0,1 2 0 0 0,-1-2-4 0 0,0 252-270 0 0,0-251 271 0 0,0 0 1 0 0,-1 0-1 0 0,1 0 0 0 0,-1 0 1 0 0,1 0-1 0 0,-1 0 0 0 0,1 0 1 0 0,-1 0-1 0 0,0-1 1 0 0,0 1-1 0 0,0 0 0 0 0,0 0 1 0 0,-1-1-1 0 0,1 1 0 0 0,0 0 1 0 0,-1-1-1 0 0,1 1 0 0 0,-1-1 1 0 0,1 0-1 0 0,-1 0 0 0 0,0 1 1 0 0,1-1-1 0 0,-1 0 0 0 0,-4 1 1 0 0,-18 18 157 0 0,14 11 572 0 0,-1-13-313 0 0,10-16-378 0 0,-1 0 0 0 0,0 1 1 0 0,1-1-1 0 0,-1 1 0 0 0,1 0 0 0 0,0-1 0 0 0,0 1 0 0 0,0 0 0 0 0,0 0 1 0 0,1 0-1 0 0,-1-1 0 0 0,0 7 0 0 0,1-8-33 0 0,0 1 0 0 0,0-1 0 0 0,0 1 0 0 0,0-1-1 0 0,0 1 1 0 0,-1-1 0 0 0,1 1 0 0 0,-1-1 0 0 0,1 1 0 0 0,-1-1 0 0 0,0 0 0 0 0,0 1-1 0 0,1-1 1 0 0,-1 0 0 0 0,0 1 0 0 0,0-1 0 0 0,0 0 0 0 0,0 0 0 0 0,0 0 0 0 0,-3 2-1 0 0,-6 7 3 0 0,-20 45 81 0 0,28-49-98 0 0,0-1-1 0 0,1 1 0 0 0,0 0 0 0 0,0-1 1 0 0,0 1-1 0 0,0 0 0 0 0,1 0 0 0 0,0 0 0 0 0,1 0 1 0 0,0 9-1 0 0,1 12-81 0 0,-2-20 82 0 0,-1 0 0 0 0,0 1 0 0 0,-1-1 1 0 0,1 0-1 0 0,-1 1 0 0 0,-6 11 1 0 0,5-12 0 0 0,1 1 0 0 0,-1-1 1 0 0,1 1-1 0 0,0-1 1 0 0,1 1-1 0 0,-1 14 1 0 0,2-4 5 0 0,1-12 19 0 0,-1 0 0 0 0,0 0 0 0 0,0 0 0 0 0,0 0 0 0 0,-1 0 0 0 0,0 0 0 0 0,-3 10 0 0 0,-1-3-23 0 0,-1-1 1 0 0,0 0-1 0 0,-1 0 0 0 0,-1 0 0 0 0,1-1 1 0 0,-2 0-1 0 0,1-1 0 0 0,-2 0 1 0 0,-15 14-1 0 0,16-17 16 0 0,4-4-7 0 0,1 1 1 0 0,-1-1 0 0 0,1 1 0 0 0,0 0 0 0 0,0 0 0 0 0,1 0-1 0 0,-1 1 1 0 0,1-1 0 0 0,0 1 0 0 0,0 0 0 0 0,0 0 0 0 0,-3 9-1 0 0,3-9 3 0 0,0-1-1 0 0,0 1 0 0 0,0 0 0 0 0,-1-1 1 0 0,0 0-1 0 0,1 0 0 0 0,-2 0 0 0 0,1-1 1 0 0,0 1-1 0 0,-1-1 0 0 0,1 0 0 0 0,-1 0 0 0 0,-8 3 1 0 0,-76 28 55 0 0,41-16 2 0 0,25-9-45 0 0,1 2 1 0 0,0 0-1 0 0,0 2 1 0 0,1 0-1 0 0,1 1 1 0 0,-31 29-1 0 0,46-37-9 0 0,0-1 0 0 0,1 1 0 0 0,0 0-1 0 0,0 0 1 0 0,0 1 0 0 0,-3 7-1 0 0,-21 32 17 0 0,24-41-20 0 0,2-3 1 0 0,-1 1 0 0 0,1-1 0 0 0,0 1 0 0 0,0 0 0 0 0,0 0 0 0 0,0 0 0 0 0,0 0 0 0 0,1 0 1 0 0,-1 1-1 0 0,1-1 0 0 0,0 0 0 0 0,0 1 0 0 0,0-1 0 0 0,0 1 0 0 0,1-1 0 0 0,-1 7 0 0 0,1-6 5 0 0,0-1-1 0 0,-1 1 1 0 0,0 0-1 0 0,1-1 1 0 0,-1 1-1 0 0,-1 0 1 0 0,1-1-1 0 0,0 0 1 0 0,-1 1-1 0 0,0-1 1 0 0,1 0-1 0 0,-1 0 1 0 0,-4 5-1 0 0,-38 35 60 0 0,37-37-63 0 0,0 0 0 0 0,0 1 0 0 0,0 0 0 0 0,1 0-1 0 0,0 1 1 0 0,-6 8 0 0 0,9-9 12 0 0,0 0 1 0 0,0-1-1 0 0,-1 1 0 0 0,0-1 0 0 0,0 0 1 0 0,-1 0-1 0 0,0-1 0 0 0,0 1 1 0 0,0-1-1 0 0,-1 0 0 0 0,1-1 0 0 0,-8 6 1 0 0,-12 11 47 0 0,22-18-40 0 0,1-1 0 0 0,-1 1 0 0 0,0-1 1 0 0,0 0-1 0 0,0 0 0 0 0,0 0 0 0 0,0 0 0 0 0,0 0 0 0 0,-6 2 1 0 0,-1-1-9 0 0,9-3-13 0 0,0 0 0 0 0,0 0-1 0 0,1 0 1 0 0,-1 0 0 0 0,0 0 0 0 0,0 0 0 0 0,0 1 0 0 0,0-1 0 0 0,0 0 0 0 0,1 1 0 0 0,-1-1 0 0 0,0 0 0 0 0,0 1 0 0 0,1-1 0 0 0,-1 1 0 0 0,0 0-1 0 0,1-1 1 0 0,-1 1 0 0 0,0-1 0 0 0,1 1 0 0 0,-1 0 0 0 0,1-1 0 0 0,-1 1 0 0 0,1 0 0 0 0,-1 0 0 0 0,1-1 0 0 0,0 1 0 0 0,-1 0 0 0 0,1 0 0 0 0,0 0-1 0 0,0 0 1 0 0,-1 0 0 0 0,1-1 0 0 0,0 1 0 0 0,0 0 0 0 0,0 0 0 0 0,0 1 0 0 0,0-1 30 0 0,-1 1-51 0 0,7 2-19 0 0,26 6 7 0 0,27 10 5 0 0,10 9-12 0 0,2-3-1 0 0,74 18 1 0 0,38 12 13 0 0,489 148-197 0 0,-568-182 359 0 0,130 13 0 0 0,118-8 108 0 0,-263-22-223 0 0,516-9 323 0 0,11-52 364 0 0,-188 14-575 0 0,171-40 598 0 0,-467 54-493 0 0,-2-6-1 0 0,194-77 1 0 0,-286 96-175 0 0,-1-2-1 0 0,0-1 1 0 0,-1-2 0 0 0,57-44-1 0 0,-49 32-4 0 0,50-27 0 0 0,35-26 105 0 0,-39 20-159 0 0,-84 60 11 0 0,0-1-1 0 0,-1 0 1 0 0,0 0 0 0 0,0-1 0 0 0,0 0-1 0 0,-1 1 1 0 0,0-1 0 0 0,0-1-1 0 0,-1 1 1 0 0,5-14 0 0 0,-3 6 18 0 0,-3 12-18 0 0,-1-1 0 0 0,0 0 0 0 0,0 1 0 0 0,-1-1 0 0 0,1 0 0 0 0,-1 0 0 0 0,0-6 0 0 0,5-23 34 0 0,4 15-66 0 0,-7 14 13 0 0,0 1-1 0 0,0 0 1 0 0,0 0 0 0 0,-1-1 0 0 0,1 1 0 0 0,-1-1-1 0 0,0 1 1 0 0,0-1 0 0 0,-1 1 0 0 0,1-1-1 0 0,0-6 1 0 0,-2-11 2 0 0,0 15 16 0 0,1 0-1 0 0,-1-1 1 0 0,1 1-1 0 0,1 0 1 0 0,-1 0-1 0 0,1-1 1 0 0,0 1 0 0 0,4-10-1 0 0,3 1 17 0 0,-5 11-23 0 0,-1 1-1 0 0,0-1 0 0 0,-1 0 0 0 0,1 1 0 0 0,0-1 0 0 0,-1 0 0 0 0,0 0 0 0 0,0 0 0 0 0,0 0 0 0 0,-1 0 0 0 0,1 0 0 0 0,-1-8 1 0 0,1 0-12 0 0,0 0 1 0 0,1 1-1 0 0,1-1 1 0 0,0 0-1 0 0,0 1 1 0 0,1-1 0 0 0,8-15-1 0 0,14-46-17 0 0,14-138 26 0 0,-31 175-12 0 0,-4 18-19 0 0,-1-2 1 0 0,-1 1 0 0 0,2-37 0 0 0,-5-357-1491 0 0,-1 400 1535 0 0,-1 1 0 0 0,0-1 0 0 0,-1 0 1 0 0,0 1-1 0 0,-1 0 0 0 0,-1 0 0 0 0,0 0 0 0 0,0 0 0 0 0,-1 1 0 0 0,0-1 1 0 0,-10-11-1 0 0,-17-35 83 0 0,-5-26 127 0 0,23 48-268 0 0,-1 0 1 0 0,-41-62-1 0 0,34 64 68 0 0,-2 2 0 0 0,-2 0 0 0 0,-1 1 0 0 0,-45-37 0 0 0,-100-59-65 0 0,-36-28 229 0 0,151 108-182 0 0,-100-77-225 0 0,69 57 94 0 0,37 27 104 0 0,-2 2 1 0 0,-82-43-1 0 0,68 50-81 0 0,-2 3-1 0 0,-114-29 1 0 0,125 42 5 0 0,-113-23-459 0 0,159 36 355 0 0,-1 0-1 0 0,1 1 1 0 0,0 1-1 0 0,-1 0 1 0 0,1 1-1 0 0,-1 0 1 0 0,1 1-1 0 0,0 1 1 0 0,-23 7-1 0 0,28-5-103 0 0,-1 0 0 0 0,1 1 0 0 0,0-1 0 0 0,1 2 0 0 0,0-1 0 0 0,0 1 0 0 0,0 1 0 0 0,1-1 0 0 0,0 1 0 0 0,0 0 0 0 0,-6 13 0 0 0,7-15 83 0 0,1 2-79 0 0,-1 0 0 0 0,1 1 0 0 0,0-1 0 0 0,1 1 0 0 0,0-1 0 0 0,-4 18 0 0 0,2 56-2487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3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6643 0 0,'-55'7'2614'0'0,"-41"3"-572"0"0,121-4-695 0 0,-24-5-1280 0 0,0 0 0 0 0,-1 0 0 0 0,1-1-1 0 0,-1 1 1 0 0,1 0 0 0 0,-1 0 0 0 0,1 0 0 0 0,-1 0 0 0 0,1 0 0 0 0,-1 0 0 0 0,0 0 0 0 0,1 0 0 0 0,-1 0 0 0 0,0 0-1 0 0,0 0 1 0 0,0 0 0 0 0,0 0 0 0 0,0 0 0 0 0,0 0 0 0 0,0 0 0 0 0,0 0 0 0 0,0 0 0 0 0,-1 0 0 0 0,1 1-1 0 0,-1 3 183 0 0,1 1-169 0 0,1-1 1 0 0,0 1 0 0 0,0 0-1 0 0,0-1 1 0 0,0 1 0 0 0,1-1-1 0 0,0 1 1 0 0,0-1 0 0 0,1 0 0 0 0,-1 0-1 0 0,1 0 1 0 0,0 0 0 0 0,1 0-1 0 0,-1 0 1 0 0,8 7 0 0 0,5 3 84 0 0,1 0 1 0 0,36 23 0 0 0,2 2 113 0 0,36 29 55 0 0,-77-55-190 0 0,0 0 0 0 0,-1 0 0 0 0,0 1 0 0 0,18 29 0 0 0,-30-42-134 0 0,0 0 1 0 0,0-1-1 0 0,0 1 1 0 0,-1-1-1 0 0,1 1 0 0 0,-1 0 1 0 0,1 0-1 0 0,-1-1 0 0 0,0 1 1 0 0,0 0-1 0 0,0 0 0 0 0,0-1 1 0 0,0 1-1 0 0,0 0 0 0 0,-1 2 1 0 0,1-2-3 0 0,0 0 0 0 0,0-1 0 0 0,0 1 0 0 0,0 0 0 0 0,0 0 0 0 0,0 0 0 0 0,0-1 0 0 0,0 1 0 0 0,1 0 0 0 0,-1 0 0 0 0,1-1 0 0 0,-1 1 0 0 0,1 0 0 0 0,0-1 0 0 0,1 3 0 0 0,18 18 2 0 0,-16-19 2 0 0,0 1 0 0 0,0 0-1 0 0,-1-1 1 0 0,1 2 0 0 0,-1-1 0 0 0,5 9 0 0 0,7 30 132 0 0,-12-33-119 0 0,0 0 0 0 0,1 0 1 0 0,0-1-1 0 0,0 0 1 0 0,1 1-1 0 0,0-2 0 0 0,11 16 1 0 0,-13-21-14 0 0,0 0-1 0 0,0 0 1 0 0,-1 0 0 0 0,1 0 0 0 0,-1 1-1 0 0,0 0 1 0 0,0-1 0 0 0,0 1 0 0 0,0 0-1 0 0,-1 0 1 0 0,0 0 0 0 0,0 0 0 0 0,0 0 0 0 0,0 0-1 0 0,0 0 1 0 0,-1 8 0 0 0,1-7-14 0 0,-1-1 0 0 0,1 1 0 0 0,0-1 0 0 0,0 0 0 0 0,0 1 0 0 0,0-1 0 0 0,1 0 0 0 0,-1 0 0 0 0,5 7 0 0 0,-3-7 4 0 0,-1 0 0 0 0,0 0 0 0 0,-1 0 0 0 0,1 1 0 0 0,-1-1 0 0 0,1 0 0 0 0,-1 1 0 0 0,-1-1 0 0 0,2 9 0 0 0,-1 16 11 0 0,0-22-19 0 0,0 0 0 0 0,0 0 0 0 0,-1 0 0 0 0,0 0 0 0 0,0 1 0 0 0,-1-1 0 0 0,0 0 0 0 0,-1 0 0 0 0,1 0 0 0 0,-3 7-1 0 0,-4-4 8 0 0,6-9-1 0 0,1 0 0 0 0,0 0 0 0 0,0 0 0 0 0,0 0 0 0 0,0 0 0 0 0,0 0 0 0 0,0 0 0 0 0,0 1 0 0 0,0-1 0 0 0,1 0 0 0 0,-1 1 0 0 0,0-1 0 0 0,1 1 0 0 0,-1-1 0 0 0,1 0 0 0 0,-1 1 0 0 0,1-1 0 0 0,0 1 0 0 0,0 0 0 0 0,0-1 0 0 0,0 1 0 0 0,0-1 0 0 0,0 1 0 0 0,0-1 0 0 0,0 1 0 0 0,0-1 0 0 0,1 1 0 0 0,-1-1 0 0 0,1 3 0 0 0,8 9 7 0 0,-7-11-3 0 0,0 0 0 0 0,-1 1 0 0 0,1-1 0 0 0,-1 1 0 0 0,1 0 0 0 0,-1-1 0 0 0,0 1 0 0 0,0 0 0 0 0,0 0 0 0 0,0 0 0 0 0,-1 0-1 0 0,1 0 1 0 0,-1 0 0 0 0,1 3 0 0 0,-3 19 7 0 0,1-18-17 0 0,0 0-1 0 0,1 0 1 0 0,0 0 0 0 0,0 0-1 0 0,0 0 1 0 0,1 0-1 0 0,0 0 1 0 0,0 0-1 0 0,5 12 1 0 0,0-9-4 0 0,-3-6 15 0 0,-1-1-1 0 0,0 0 1 0 0,0 1-1 0 0,-1-1 1 0 0,1 1-1 0 0,-1-1 1 0 0,1 1-1 0 0,-1 0 1 0 0,0 0-1 0 0,-1-1 1 0 0,1 1-1 0 0,-1 0 1 0 0,1 7-1 0 0,-1 309 90 0 0,0-318-107 0 0,1 0 0 0 0,-1 0 0 0 0,1 0 0 0 0,-1 0 0 0 0,1 0 1 0 0,0-1-1 0 0,0 1 0 0 0,0 0 0 0 0,0 0 0 0 0,0-1 0 0 0,0 1 0 0 0,1-1 1 0 0,-1 1-1 0 0,0-1 0 0 0,1 1 0 0 0,-1-1 0 0 0,1 0 0 0 0,-1 0 1 0 0,1 0-1 0 0,0 0 0 0 0,0 0 0 0 0,2 1 0 0 0,-1 0-12 0 0,-1-1 0 0 0,1 1 0 0 0,-1 0 0 0 0,1-1-1 0 0,-1 1 1 0 0,0 0 0 0 0,0 1 0 0 0,0-1 0 0 0,3 4 0 0 0,-3-2 42 0 0,-1 0 0 0 0,0 0 1 0 0,0 0-1 0 0,0 1 0 0 0,-1-1 1 0 0,1 0-1 0 0,-1 0 0 0 0,0 1 0 0 0,0-1 1 0 0,-1 7-1 0 0,0-6-13 0 0,0 0 0 0 0,1 0 0 0 0,0 0 0 0 0,0 0 0 0 0,1 1 0 0 0,0-1 0 0 0,-1 0 0 0 0,4 9 0 0 0,5 2-37 0 0,-7-13 37 0 0,0 0-1 0 0,0 0 1 0 0,0 0-1 0 0,-1 0 1 0 0,1 0 0 0 0,-1 0-1 0 0,0 1 1 0 0,0-1-1 0 0,0 0 1 0 0,-1 1 0 0 0,1-1-1 0 0,-1 6 1 0 0,0 4 47 0 0,-1-9-41 0 0,1 0-1 0 0,0 1 1 0 0,0-1-1 0 0,0 0 1 0 0,1 1-1 0 0,-1-1 1 0 0,1 0-1 0 0,0 1 1 0 0,2 5 0 0 0,7 5-10 0 0,-8-12 0 0 0,-1 0 0 0 0,1 0 0 0 0,0 0 0 0 0,-1 0 0 0 0,1 0 0 0 0,-1 0 0 0 0,0 1 0 0 0,0-1 0 0 0,0 0 0 0 0,-1 1 0 0 0,1-1 0 0 0,-1 1 0 0 0,0 4 0 0 0,0 164 146 0 0,1-167-147 0 0,-1-1 0 0 0,1 1 0 0 0,0 0 0 0 0,0 0 0 0 0,0-1 0 0 0,0 1 0 0 0,1 0 0 0 0,0-1 0 0 0,3 7 1 0 0,-2-6-4 0 0,-1-1 1 0 0,0 1 0 0 0,0-1 0 0 0,-1 1 0 0 0,1 0 0 0 0,-1 0 0 0 0,0-1 0 0 0,0 1 0 0 0,0 8 0 0 0,-1 165 310 0 0,0-176-294 0 0,0 1-1 0 0,0-1 1 0 0,0 0-1 0 0,1 0 1 0 0,-1 1 0 0 0,1-1-1 0 0,0 0 1 0 0,0 0-1 0 0,0 0 1 0 0,0 0 0 0 0,0 0-1 0 0,0 0 1 0 0,0 0-1 0 0,3 3 1 0 0,1 5 65 0 0,-18 1 29 0 0,8-9-41 0 0,5-4-106 0 0,0-3 40 0 0,0 4 387 0 0,0 0-307 0 0,0-3 0 0 0,0 3 187 0 0,5 1-574 0 0,1 2-52 0 0,2-3 235 0 0,23-15-3381 0 0,70-38-4232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1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2001 0 0,'1'1'184'0'0,"0"1"0"0"0,0-1 0 0 0,0 1 0 0 0,0-1 0 0 0,1 0-1 0 0,-1 0 1 0 0,0 0 0 0 0,0 1 0 0 0,1-1 0 0 0,-1-1 0 0 0,1 1 0 0 0,-1 0 0 0 0,1 0 0 0 0,-1 0 0 0 0,1-1 0 0 0,3 2 0 0 0,29 10 660 0 0,-33-12-773 0 0,48 14 455 0 0,1-3 1 0 0,1-2-1 0 0,52 2 0 0 0,96 16 130 0 0,-94-1-109 0 0,197 74 0 0 0,-278-89-466 0 0,0 1-1 0 0,38 27 1 0 0,23 13 117 0 0,-11-21 75 0 0,105 29 0 0 0,-44-17 222 0 0,-83-24-301 0 0,-10-3 69 0 0,75 19 0 0 0,-106-33-236 0 0,21 4 146 0 0,0 2 0 0 0,38 14 1 0 0,134 48 483 0 0,-21-7-354 0 0,319 121 1231 0 0,-430-151-1239 0 0,-51-23-175 0 0,0 0-1 0 0,26 8 1 0 0,-26-12-53 0 0,-2-1 47 0 0,0 1-1 0 0,-1 1 0 0 0,26 13 0 0 0,73 28 175 0 0,-77-33-125 0 0,75 37 0 0 0,-89-39-74 0 0,-16-9-24 0 0,0 1 0 0 0,-1 0-1 0 0,0 0 1 0 0,11 9 0 0 0,-6-4-33 0 0,0 0-1 0 0,0 0 0 0 0,17 7 1 0 0,17 10 109 0 0,340 190 673 0 0,-297-164-476 0 0,-64-35-260 0 0,2-1 1 0 0,39 16-1 0 0,26 6 138 0 0,134 49-152 0 0,-155-61-79 0 0,81 42 0 0 0,-84-36 197 0 0,85 29 0 0 0,-40-20-182 0 0,-97-38 59 0 0,-19-6-307 0 0,-32-14-1458 0 0,14 7 279 0 0,-50-22-2388 0 0,-62-31-2414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1 320 0 0,'0'19'6496'0'0,"5"-18"-6349"0"0,21 4 166 0 0,-1 0 1 0 0,1-2-1 0 0,0-1 0 0 0,27-2 0 0 0,118-12 737 0 0,-21 1-544 0 0,514 30 1232 0 0,-46 1-368 0 0,-307-20-943 0 0,353 6 745 0 0,-167 2-330 0 0,218 14 385 0 0,7 0 80 0 0,-280-10-840 0 0,-418-11-680 0 0,-37 4-691 0 0,12-5 834 0 0,-6-3-3244 0 0,4-1 2399 0 0,-27-9-2459 0 0,-26-10-1429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 0 0,'7'16'6101'0'0,"22"1"-5380"0"0,0 0-406 0 0,-20-11-225 0 0,0-1 1 0 0,0 0-1 0 0,1 0 0 0 0,-1-1 1 0 0,21 6-1 0 0,15 7 181 0 0,50 18 162 0 0,-58-22-190 0 0,0 1-1 0 0,61 32 1 0 0,-63-25-120 0 0,2-3 1 0 0,0 0-1 0 0,64 19 1 0 0,226 68 300 0 0,69 21 526 0 0,-265-87-470 0 0,86 23 120 0 0,119 43-317 0 0,-109-29-192 0 0,-178-66-742 0 0,-48-10 562 0 0,0 0 0 0 0,0 0-1 0 0,0 0 1 0 0,-1 0 0 0 0,1 0 0 0 0,0 0-1 0 0,0 0 1 0 0,-1-1 0 0 0,1 1 0 0 0,0 0 0 0 0,0 0-1 0 0,-1-1 1 0 0,1 1 0 0 0,0 0 0 0 0,0-1-1 0 0,-1 1 1 0 0,1-1 0 0 0,-1 1 0 0 0,1-1 0 0 0,0 1-1 0 0,-1-1 1 0 0,1 0 0 0 0,-1 1 0 0 0,1-1-1 0 0,-1 0 1 0 0,0 1 0 0 0,1-1 0 0 0,-1 0 0 0 0,0 1-1 0 0,1-1 1 0 0,-1 0 0 0 0,0 0 0 0 0,0 1-1 0 0,1-1 1 0 0,-1 0 0 0 0,0 0 0 0 0,0 0 0 0 0,0 1-1 0 0,0-1 1 0 0,0-1 0 0 0,0-22-3953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5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61 165 80 0 0,'36'-7'2663'0'0,"-25"4"-1984"0"0,0 0-1 0 0,0 1 1 0 0,1 1 0 0 0,17-1-1 0 0,-9 3 313 0 0,-5-3-274 0 0,10-4-10 0 0,-20 6 26 0 0,-5 1-721 0 0,0-1-1 0 0,0 1 1 0 0,-1-1-1 0 0,1 1 1 0 0,0-1-1 0 0,0 1 1 0 0,-1-1-1 0 0,1 1 1 0 0,0-1-1 0 0,-1 1 1 0 0,1-1-1 0 0,-1 0 1 0 0,1 1-1 0 0,0-1 1 0 0,-1 0-1 0 0,1 1 1 0 0,-1-1-1 0 0,1 0 1 0 0,-1 0-1 0 0,1 1 1 0 0,-1-1-1 0 0,1 0 1 0 0,-1 0-1 0 0,1 0 1 0 0,-1 0-1 0 0,0 1 1 0 0,1-1-1 0 0,-1 0 1 0 0,1 0-1 0 0,-1 0 1 0 0,1 0-1 0 0,-2-1 1 0 0,2 1-7 0 0,-1 0 0 0 0,1 0 0 0 0,-1 0 0 0 0,0 0 0 0 0,1 0 0 0 0,-1 0 0 0 0,1 0 0 0 0,-1 0 0 0 0,1 0 0 0 0,-1 0 0 0 0,1 1 0 0 0,-1-1 1 0 0,1 0-1 0 0,-1 0 0 0 0,1 0 0 0 0,-1 1 0 0 0,1-1 0 0 0,-1 0 0 0 0,1 1 0 0 0,-1-1 0 0 0,1 0 0 0 0,-1 1 0 0 0,1-1 0 0 0,0 1 1 0 0,-1-1-1 0 0,1 0 0 0 0,0 1 0 0 0,-1-1 0 0 0,1 1 0 0 0,0-1 0 0 0,0 1 0 0 0,-1 0 0 0 0,-4 1 89 0 0,8-2-21 0 0,-7 0-83 0 0,-10 0-78 0 0,12 0 102 0 0,7 0 100 0 0,42 0 596 0 0,41-10-334 0 0,-25 1-205 0 0,-2 2-11 0 0,24-5 320 0 0,-80 11-146 0 0,-10 0-94 0 0,-28-3 133 0 0,0 1-1 0 0,0 2 1 0 0,0 1 0 0 0,-64 9-1 0 0,-147 35-247 0 0,234-42-127 0 0,2 0 14 0 0,12-1 14 0 0,6 1 4 0 0,-5 4-30 0 0,20-4-66 0 0,-1 1 92 0 0,0 2 1 0 0,28 8 0 0 0,32 10-76 0 0,0 4 0 0 0,-2 3 0 0 0,-2 4 0 0 0,0 4 0 0 0,94 60 0 0 0,-170-95 36 0 0,1 0-1 0 0,0 0 0 0 0,-1 1 1 0 0,0 0-1 0 0,0 0 0 0 0,0 0 1 0 0,0 0-1 0 0,-1 1 0 0 0,0-1 1 0 0,0 1-1 0 0,0 0 1 0 0,0 0-1 0 0,-1 0 0 0 0,1 0 1 0 0,-2 0-1 0 0,1 1 0 0 0,2 8 1 0 0,-4-11-16 0 0,0 0 1 0 0,-1 1 0 0 0,1-1-1 0 0,0 1 1 0 0,-1-1 0 0 0,0 0-1 0 0,0 0 1 0 0,0 1 0 0 0,0-1-1 0 0,0 0 1 0 0,-1 0 0 0 0,1 0-1 0 0,-1 0 1 0 0,0-1 0 0 0,0 1-1 0 0,0 0 1 0 0,0-1 0 0 0,0 1-1 0 0,-1-1 1 0 0,1 0 0 0 0,-1 1-1 0 0,0-1 1 0 0,1-1 0 0 0,-1 1-1 0 0,0 0 1 0 0,0-1 0 0 0,0 1-1 0 0,-6 1 1 0 0,-10 3-43 0 0,1 0 0 0 0,-1-1 0 0 0,1-1 0 0 0,-1-1 0 0 0,0-1 0 0 0,-35 0 0 0 0,-122-13-341 0 0,135 7 387 0 0,22 2 154 0 0,0-1 0 0 0,1-1 0 0 0,-1 0 0 0 0,1-2 0 0 0,-20-7 0 0 0,25 6 75 0 0,23-2-88 0 0,-7 7-103 0 0,-2 1-5 0 0,0 1 0 0 0,-1 0 0 0 0,1-1 0 0 0,-1 1 0 0 0,1-1-1 0 0,-1 0 1 0 0,1 1 0 0 0,-1-1 0 0 0,0 1 0 0 0,1-1-1 0 0,-1 0 1 0 0,0 1 0 0 0,1-1 0 0 0,-1 0 0 0 0,0 1-1 0 0,0-1 1 0 0,1 0 0 0 0,-1 1 0 0 0,0-1 0 0 0,0 0 0 0 0,0 0-1 0 0,0 1 1 0 0,0-2 0 0 0,3-9 45 0 0,1 6-35 0 0,0 1 1 0 0,0 0 0 0 0,1 0-1 0 0,0 0 1 0 0,0 1 0 0 0,0-1-1 0 0,0 1 1 0 0,1 1 0 0 0,5-3-1 0 0,20-12 49 0 0,-23 11-38 0 0,0-1 1 0 0,-1 0-1 0 0,1 0 0 0 0,-1-1 1 0 0,-1 1-1 0 0,0-1 0 0 0,0-1 1 0 0,0 1-1 0 0,-1-1 0 0 0,-1 0 1 0 0,1 0-1 0 0,-1-1 1 0 0,-1 1-1 0 0,5-19 0 0 0,-6 21-16 0 0,1-1 0 0 0,-1 1-1 0 0,0-1 1 0 0,-1 0 0 0 0,1 1 0 0 0,-2-1-1 0 0,1 0 1 0 0,-2-14 0 0 0,0 17-18 0 0,0 0 0 0 0,-1 0 0 0 0,0 1 0 0 0,0-1 0 0 0,0 1 0 0 0,0-1 0 0 0,-1 1 0 0 0,0 0 0 0 0,0 0 0 0 0,0 0 0 0 0,0 0 0 0 0,-1 1 0 0 0,1-1 0 0 0,-6-3 0 0 0,-12-12-22 0 0,8 6 74 0 0,0 1-1 0 0,-1 0 1 0 0,0 1 0 0 0,-1 1 0 0 0,-1 0 0 0 0,1 1-1 0 0,-20-7 1 0 0,-161-65 367 0 0,157 70-342 0 0,39 11-102 0 0,-1-1-1 0 0,0 1 1 0 0,1 0-1 0 0,-1 0 1 0 0,0-1 0 0 0,1 1-1 0 0,-1 0 1 0 0,0 0-1 0 0,0 0 1 0 0,1 0 0 0 0,-1 0-1 0 0,0 0 1 0 0,0 0-1 0 0,0 0 1 0 0,1 0 0 0 0,-1 0-1 0 0,0 0 1 0 0,0 1-1 0 0,1-1 1 0 0,-1 0 0 0 0,0 0-1 0 0,1 1 1 0 0,-1-1-1 0 0,0 1 1 0 0,1-1 0 0 0,-1 0-1 0 0,1 1 1 0 0,-1-1-1 0 0,0 1 1 0 0,1 0 0 0 0,-1-1-1 0 0,1 1 1 0 0,-1-1-1 0 0,1 1 1 0 0,0 0 0 0 0,-1-1-1 0 0,1 1 1 0 0,0 0 0 0 0,-1-1-1 0 0,1 2 1 0 0,0-1-34 0 0,0 0 0 0 0,0-1 0 0 0,0 1 1 0 0,0 0-1 0 0,0-1 0 0 0,0 1 0 0 0,1 0 1 0 0,-1-1-1 0 0,0 1 0 0 0,0 0 0 0 0,1-1 1 0 0,-1 1-1 0 0,0-1 0 0 0,1 1 0 0 0,-1 0 1 0 0,1-1-1 0 0,-1 1 0 0 0,0-1 0 0 0,1 1 1 0 0,-1-1-1 0 0,1 1 0 0 0,0-1 0 0 0,-1 0 1 0 0,2 1-1 0 0,23 8-851 0 0,-15-6 462 0 0,91 25-3162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8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37 160 0 0,'-5'0'1441'0'0,"-76"-7"613"0"0,76 2-1925 0 0,0-2-258 0 0,-45-10-1819 0 0,45 16 1562 0 0,0 1 199 0 0,-20 0 1134 0 0,-1 6 480 0 0,21-6-1013 0 0,4 2 219 0 0,7 1-479 0 0,8-3 146 0 0,-11 0-226 0 0,1 0 0 0 0,-1-1 0 0 0,0 1 0 0 0,0 0 0 0 0,0 1 0 0 0,0-1 0 0 0,1 1 0 0 0,-1-1-1 0 0,0 1 1 0 0,0 0 0 0 0,4 2 0 0 0,-2-2 113 0 0,45-6 293 0 0,-45 4-320 0 0,-5 0-80 0 0,0-3 0 0 0,0 3 160 0 0,0 7 561 0 0,0-6-793 0 0,1 1 1 0 0,-1 0-1 0 0,0-1 1 0 0,0 1-1 0 0,1-1 1 0 0,-1 1-1 0 0,1-1 1 0 0,-1 0-1 0 0,0 1 0 0 0,1-1 1 0 0,-1 1-1 0 0,1-1 1 0 0,-1 0-1 0 0,1 1 1 0 0,-1-1-1 0 0,1 0 1 0 0,-1 1-1 0 0,1-1 1 0 0,-1 0-1 0 0,1 0 1 0 0,-1 1-1 0 0,1-1 1 0 0,0 0-1 0 0,-1 0 1 0 0,1 0-1 0 0,-1 0 1 0 0,2 0-1 0 0,-2 0-1 0 0,1 0-1 0 0,-1 0 0 0 0,1 0 1 0 0,-1 0-1 0 0,1 0 0 0 0,0 0 1 0 0,-1 0-1 0 0,1 0 1 0 0,-1 0-1 0 0,1 0 0 0 0,-1 0 1 0 0,1 0-1 0 0,-1 1 0 0 0,1-1 1 0 0,-1 0-1 0 0,1 0 0 0 0,-1 1 1 0 0,0-1-1 0 0,1 0 1 0 0,-1 1-1 0 0,1-1 0 0 0,-1 0 1 0 0,0 1-1 0 0,1-1 0 0 0,-1 1 1 0 0,0-1-1 0 0,1 0 0 0 0,-1 1 1 0 0,0-1-1 0 0,1 1 0 0 0,-1-1 1 0 0,0 1-1 0 0,0-1 1 0 0,0 1-1 0 0,0-1 0 0 0,0 1 1 0 0,1-1-1 0 0,-1 1 0 0 0,0-1 1 0 0,0 1-1 0 0,0 0 0 0 0,0-1 1 0 0,0 1-1 0 0,-1-1 1 0 0,1 1-1 0 0,0-1 0 0 0,0 1 1 0 0,0-1-1 0 0,0 1 0 0 0,-1-1 1 0 0,1 1-1 0 0,0-1 0 0 0,0 1 1 0 0,-1-1-1 0 0,1 0 1 0 0,-1 1-1 0 0,-20 32 396 0 0,13-23-305 0 0,1 0-1 0 0,0 1 1 0 0,0-1-1 0 0,1 1 1 0 0,1 1-1 0 0,0-1 1 0 0,0 1 0 0 0,1 0-1 0 0,1 0 1 0 0,0 0-1 0 0,-1 14 1 0 0,3 8 80 0 0,0-22-118 0 0,0 0-1 0 0,1 1 0 0 0,0-1 0 0 0,1 0 0 0 0,0 0 0 0 0,1 0 0 0 0,1 0 1 0 0,-1 0-1 0 0,2 0 0 0 0,0-1 0 0 0,0 1 0 0 0,8 12 0 0 0,13 19-111 0 0,-22-36-16 0 0,-3-6 43 0 0,0 0 1 0 0,0 0-1 0 0,1-1 0 0 0,-1 1 1 0 0,0 0-1 0 0,0 0 1 0 0,0-1-1 0 0,1 1 0 0 0,-1 0 1 0 0,0 0-1 0 0,1-1 0 0 0,-1 1 1 0 0,1 0-1 0 0,-1-1 0 0 0,1 1 1 0 0,-1-1-1 0 0,1 1 0 0 0,-1 0 1 0 0,1-1-1 0 0,-1 1 0 0 0,1-1 1 0 0,0 0-1 0 0,-1 1 0 0 0,1-1 1 0 0,0 1-1 0 0,0-1 0 0 0,-1 0 1 0 0,1 0-1 0 0,0 1 1 0 0,0-1-1 0 0,-1 0 0 0 0,1 0 1 0 0,0 0-1 0 0,0 0 0 0 0,0 0 1 0 0,-1 0-1 0 0,1 0 0 0 0,0 0 1 0 0,0 0-1 0 0,0 0 0 0 0,-1 0 1 0 0,1-1-1 0 0,0 1 0 0 0,0 0 1 0 0,-1-1-1 0 0,1 1 0 0 0,0-1 1 0 0,8 0-196 0 0,6 0-294 0 0,-12 1 261 0 0,1 0 1 0 0,-1 0-1 0 0,0 0 0 0 0,0 0 0 0 0,0-1 0 0 0,0 0 0 0 0,0 1 1 0 0,0-1-1 0 0,0 0 0 0 0,0-1 0 0 0,-1 1 0 0 0,1 0 1 0 0,4-3-1 0 0,18-8-3281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0 135 560 0 0,'89'-18'2168'0'0,"94"-15"480"0"0,-123 28-1688 0 0,-60 2-662 0 0,0 3-282 0 0,0 0 0 0 0,0-1 0 0 0,0 1 0 0 0,0 0 0 0 0,0 0-1 0 0,0-1 1 0 0,0 1 0 0 0,-1 0 0 0 0,1-1 0 0 0,0 1 0 0 0,0 0 0 0 0,0 0-1 0 0,0-1 1 0 0,0 1 0 0 0,0 0 0 0 0,0-1 0 0 0,1 1 0 0 0,-1 0 0 0 0,0 0-1 0 0,0-1 1 0 0,0 1 0 0 0,0 0 0 0 0,0 0 0 0 0,0-1 0 0 0,0 1-1 0 0,1 0 1 0 0,-1 0 0 0 0,0-1 0 0 0,0 1 0 0 0,0 0 0 0 0,0 0 0 0 0,1-1-1 0 0,-1 1 1 0 0,0 0 0 0 0,0 0 0 0 0,1 0 0 0 0,-1 0 0 0 0,0 0-1 0 0,0-1 1 0 0,1 1 0 0 0,-1 0 0 0 0,0 0 0 0 0,0 0 0 0 0,1 0 0 0 0,-1 0-1 0 0,21 0 132 0 0,-11-6 93 0 0,-1 2-173 0 0,-4 3-41 0 0,-1 0 1 0 0,0 0 0 0 0,0-1 0 0 0,0 0-1 0 0,0 1 1 0 0,0-2 0 0 0,0 1-1 0 0,-1 0 1 0 0,7-5 0 0 0,-9 6-21 0 0,-1 0 1 0 0,1 0 0 0 0,0 0 0 0 0,0 0-1 0 0,0 0 1 0 0,0 1 0 0 0,0-1-1 0 0,0 0 1 0 0,0 1 0 0 0,0-1 0 0 0,0 1-1 0 0,0-1 1 0 0,0 1 0 0 0,0 0 0 0 0,0-1-1 0 0,0 1 1 0 0,1 0 0 0 0,-1 0-1 0 0,0 0 1 0 0,0 0 0 0 0,3 0 0 0 0,-4 0 5 0 0,0 0-11 0 0,0 0 1 0 0,1 0-1 0 0,-1 0 1 0 0,0 0-1 0 0,0 0 1 0 0,0 0 0 0 0,0 0-1 0 0,1 0 1 0 0,-1 0-1 0 0,0 0 1 0 0,0 0-1 0 0,0 0 1 0 0,0 0-1 0 0,1 0 1 0 0,-1 0-1 0 0,0 0 1 0 0,0-1-1 0 0,0 1 1 0 0,0 0-1 0 0,1 0 1 0 0,-1 0 0 0 0,0 0-1 0 0,0 0 1 0 0,0 0-1 0 0,0 0 1 0 0,0 0-1 0 0,1-1 1 0 0,-1 1-1 0 0,0 0 1 0 0,0 0-1 0 0,0 0 1 0 0,0 0-1 0 0,0 0 1 0 0,0-1 0 0 0,0 1-1 0 0,0 0 1 0 0,0 0-1 0 0,0 0 1 0 0,0 0-1 0 0,0-1 1 0 0,0 1-1 0 0,0 0 1 0 0,0 0-1 0 0,0 0 1 0 0,0 0-1 0 0,0-1 1 0 0,0 1 0 0 0,0 0-1 0 0,0 0 1 0 0,0 0-1 0 0,0-1 1 0 0,5-2 78 0 0,15 2-13 0 0,-15-3-41 0 0,-5 3 41 0 0,5 1 13 0 0,15 0 0 0 0,-14 0 13 0 0,-7 0-80 0 0,1-1-1 0 0,0 1 0 0 0,-1-1 0 0 0,1 1 1 0 0,0-1-1 0 0,-1 1 0 0 0,1-1 0 0 0,0 1 1 0 0,-1 0-1 0 0,1-1 0 0 0,-1 1 1 0 0,1 0-1 0 0,0-1 0 0 0,-1 1 0 0 0,1 0 1 0 0,-1-1-1 0 0,1 1 0 0 0,-1 0 0 0 0,1 0 1 0 0,-1 0-1 0 0,0 0 0 0 0,1-1 0 0 0,-1 1 1 0 0,1 0-1 0 0,-1 0 0 0 0,1 0 1 0 0,-1 0-1 0 0,1 0 0 0 0,-1 0 0 0 0,0 0 1 0 0,1 1-1 0 0,-1-1 0 0 0,1 0 0 0 0,-1 0 1 0 0,1 0-1 0 0,-1 0 0 0 0,1 1 0 0 0,-1-1 1 0 0,1 0-1 0 0,-1 1 0 0 0,1-1 1 0 0,-1 0-1 0 0,1 1 0 0 0,0-1 0 0 0,-1 1 1 0 0,-13 2 276 0 0,-8-3-183 0 0,-10-1 89 0 0,1 1 0 0 0,0 2 0 0 0,0 1 0 0 0,-58 14 0 0 0,86-16-166 0 0,0 0 0 0 0,1 0 1 0 0,-1 1-1 0 0,1-1 0 0 0,-1 1 1 0 0,1-1-1 0 0,-1 1 0 0 0,1 0 0 0 0,0 0 1 0 0,-3 4-1 0 0,3-4-2 0 0,0 0-1 0 0,0 0 0 0 0,0 0 1 0 0,-1 0-1 0 0,1 0 1 0 0,0 0-1 0 0,-1-1 1 0 0,0 1-1 0 0,1-1 1 0 0,-6 2-1 0 0,0-1 40 0 0,7-2-54 0 0,0 0-1 0 0,0 0 1 0 0,0 0-1 0 0,0 0 1 0 0,1 0-1 0 0,-1 0 1 0 0,0 1-1 0 0,0-1 1 0 0,0 0-1 0 0,0 0 1 0 0,1 1-1 0 0,-1-1 1 0 0,0 0-1 0 0,0 1 1 0 0,1-1-1 0 0,-1 1 1 0 0,0-1-1 0 0,1 1 1 0 0,-1-1-1 0 0,1 1 1 0 0,-1 0-1 0 0,0-1 1 0 0,1 1-1 0 0,-1 0 1 0 0,1-1-1 0 0,0 1 1 0 0,-1 0-1 0 0,1 0 1 0 0,0 0-1 0 0,-1-1 1 0 0,1 1-1 0 0,0 0 1 0 0,0 0-1 0 0,-1 0 1 0 0,1 1-1 0 0,2-1 24 0 0,-29 10 77 0 0,27-11-112 0 0,-1 1 0 0 0,1-1 0 0 0,-1 0 0 0 0,1 1 0 0 0,-1-1 0 0 0,1 0 0 0 0,-1 1 0 0 0,1-1 0 0 0,0 1 0 0 0,-1-1 0 0 0,1 1 0 0 0,0-1 1 0 0,-1 1-1 0 0,1-1 0 0 0,0 1 0 0 0,0-1 0 0 0,-1 1 0 0 0,1 0 0 0 0,0-1 0 0 0,0 1 0 0 0,0-1 0 0 0,0 1 0 0 0,0-1 0 0 0,0 1 0 0 0,0 0 0 0 0,0-1 0 0 0,0 1 0 0 0,0-1 0 0 0,0 1 0 0 0,0 0 0 0 0,0-1 0 0 0,0 1 0 0 0,1-1 0 0 0,-1 1 0 0 0,0-1 0 0 0,0 1 0 0 0,1-1 0 0 0,-1 1 0 0 0,0-1 0 0 0,1 1 0 0 0,-1-1 0 0 0,1 1 0 0 0,-1-1 0 0 0,0 1 0 0 0,1-1 0 0 0,-1 0 0 0 0,1 1 0 0 0,-1-1 0 0 0,1 0 1 0 0,0 1-1 0 0,18 14 78 0 0,1 7-66 0 0,-15-16-12 0 0,1 1 1 0 0,0-1-1 0 0,0 1 0 0 0,0-2 0 0 0,1 1 0 0 0,0-1 0 0 0,0 0 0 0 0,14 7 1 0 0,23 12-1 0 0,-30-21 0 0 0,23 0 0 0 0,-12 0 0 0 0,-3-1 0 0 0,1 0 0 0 0,29-2 0 0 0,-43-1 0 0 0,0 0 0 0 0,-1-1 0 0 0,1 0 0 0 0,0 0 0 0 0,-1-1 0 0 0,0 0 0 0 0,0-1 0 0 0,0 1 0 0 0,11-8 0 0 0,2 0 0 0 0,-19 11 0 0 0,0 0 0 0 0,-1-1 0 0 0,1 0 0 0 0,0 1 0 0 0,-1-1 0 0 0,1 0 0 0 0,0 0 0 0 0,-1 0 0 0 0,1 0 0 0 0,-1 0 0 0 0,1 0 0 0 0,-1 0 0 0 0,0-1 0 0 0,1 1 0 0 0,-1 0 0 0 0,0-1 0 0 0,0 1 0 0 0,0-1 0 0 0,0 1 0 0 0,0-1 0 0 0,0 0 0 0 0,-1 1 0 0 0,1-1 0 0 0,-1 0 0 0 0,1 0 0 0 0,-1 1 0 0 0,1-1 0 0 0,-1 0 0 0 0,0 0 0 0 0,0 0 0 0 0,0-2 0 0 0,-1 1 0 0 0,0 0 0 0 0,-1 0 0 0 0,1 0 0 0 0,-1 1 0 0 0,0-1 0 0 0,0 1 0 0 0,0-1 0 0 0,0 1 0 0 0,0 0 0 0 0,-1-1 0 0 0,1 1 0 0 0,-1 0 0 0 0,1 1 0 0 0,-1-1 0 0 0,0 0 0 0 0,1 1 0 0 0,-1-1 0 0 0,-5-1 0 0 0,-6-4 0 0 0,-2-3-18 0 0,-1 1 0 0 0,0 1 0 0 0,0 1 0 0 0,-1 0 1 0 0,0 1-1 0 0,0 1 0 0 0,0 1 0 0 0,0 1 0 0 0,-1 0 1 0 0,0 1-1 0 0,1 1 0 0 0,-1 1 0 0 0,0 1 1 0 0,-32 5-1 0 0,26 3-286 0 0,17 1-162 0 0,8-9 422 0 0,1 0 0 0 0,-1 0 0 0 0,0-1 0 0 0,1 1 1 0 0,-1 0-1 0 0,0-1 0 0 0,1 1 0 0 0,-1 0 0 0 0,1-1 0 0 0,-1 1 1 0 0,1-1-1 0 0,0 1 0 0 0,-1 0 0 0 0,1-1 0 0 0,0 0 1 0 0,-1 1-1 0 0,1-1 0 0 0,0 1 0 0 0,-1-1 0 0 0,1 0 0 0 0,1 1 1 0 0,20 10-949 0 0,1-2 0 0 0,0 0 1 0 0,1-1-1 0 0,-1-2 1 0 0,33 5-1 0 0,4-9-1862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4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42 1521 0 0,'0'1'122'0'0,"0"0"1"0"0,0 0-1 0 0,0 0 1 0 0,0 0-1 0 0,0 0 0 0 0,0 0 1 0 0,0 0-1 0 0,-1 0 1 0 0,1 0-1 0 0,0-1 1 0 0,-1 1-1 0 0,1 0 1 0 0,0 0-1 0 0,-1 0 1 0 0,1 0-1 0 0,-1-1 1 0 0,1 1-1 0 0,-1 0 0 0 0,0-1 1 0 0,1 1-1 0 0,-1 0 1 0 0,0-1-1 0 0,1 1 1 0 0,-1-1-1 0 0,0 1 1 0 0,0-1-1 0 0,0 1 1 0 0,1-1-1 0 0,-1 1 1 0 0,0-1-1 0 0,0 0 0 0 0,0 0 1 0 0,0 1-1 0 0,0-1 1 0 0,0 0-1 0 0,0 0 1 0 0,-1 0-1 0 0,-1 0-133 0 0,-27 9 1678 0 0,23-5-1306 0 0,4-1-295 0 0,-14 5 89 0 0,-17 10 170 0 0,25-6-155 0 0,-1-1-1 0 0,0 0 0 0 0,-19 15 1 0 0,27-25-154 0 0,-3 4 48 0 0,2-4-37 0 0,1 1 1 0 0,0-1-1 0 0,0 1 1 0 0,0 0-1 0 0,0 0 1 0 0,0-1-1 0 0,1 1 1 0 0,-1 0-1 0 0,0 1 1 0 0,1-1-1 0 0,0 0 1 0 0,-1 0-1 0 0,1 1 1 0 0,0-1-1 0 0,0 1 1 0 0,0-1-1 0 0,1 1 1 0 0,-1-1-1 0 0,0 6 1 0 0,1-8-25 0 0,0 1 1 0 0,0-1 0 0 0,0 1-1 0 0,0-1 1 0 0,0 1-1 0 0,0-1 1 0 0,0 1 0 0 0,0-1-1 0 0,0 1 1 0 0,1-1 0 0 0,-1 1-1 0 0,0-1 1 0 0,0 1 0 0 0,1-1-1 0 0,-1 0 1 0 0,0 1-1 0 0,1-1 1 0 0,-1 1 0 0 0,0-1-1 0 0,1 0 1 0 0,-1 1 0 0 0,0-1-1 0 0,1 0 1 0 0,-1 0 0 0 0,1 1-1 0 0,-1-1 1 0 0,1 0-1 0 0,-1 0 1 0 0,0 0 0 0 0,1 1-1 0 0,-1-1 1 0 0,2 0 0 0 0,20 8 41 0 0,0 0 0 0 0,1-2 0 0 0,0-1 1 0 0,0-1-1 0 0,37 3 0 0 0,-45-6-41 0 0,1-1-1 0 0,0-1 1 0 0,-1 0-1 0 0,1 0 1 0 0,0-2-1 0 0,-1 0 1 0 0,0-1-1 0 0,0 0 1 0 0,25-12-1 0 0,-37 14-13 0 0,-1 1 0 0 0,1-1 1 0 0,-1 0-1 0 0,0 0 0 0 0,1-1 0 0 0,-1 1 0 0 0,0 0 0 0 0,0-1 0 0 0,-1 0 0 0 0,1 1 0 0 0,0-1 0 0 0,-1 0 0 0 0,0 0 0 0 0,0 0 0 0 0,1 1 0 0 0,-2-1 0 0 0,1 0 0 0 0,0-1 0 0 0,-1 1 0 0 0,1 0 0 0 0,-1 0 0 0 0,0 0 0 0 0,0 0 0 0 0,0 0 0 0 0,0 0 0 0 0,-1-4 0 0 0,0 1-25 0 0,0 0 1 0 0,-1 0-1 0 0,1 0 1 0 0,-1 0-1 0 0,0 0 1 0 0,0 0-1 0 0,-1 1 1 0 0,0-1-1 0 0,0 1 1 0 0,0 0-1 0 0,-1 0 1 0 0,1 0-1 0 0,-1 0 1 0 0,-5-4-1 0 0,-2 0-81 0 0,0 1-1 0 0,0 0 0 0 0,-1 1 1 0 0,0 0-1 0 0,-1 1 0 0 0,0 0 0 0 0,1 1 1 0 0,-2 1-1 0 0,1 0 0 0 0,0 0 1 0 0,-1 1-1 0 0,0 1 0 0 0,0 1 0 0 0,1 0 1 0 0,-28 1-1 0 0,-45 17-2204 0 0,21 7-2535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5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925 337 5202 0 0,'-5'2'211'0'0,"-1"1"-1"0"0,1-1 0 0 0,0-1 1 0 0,-1 1-1 0 0,1-1 0 0 0,-1 0 1 0 0,1 0-1 0 0,-1 0 1 0 0,0-1-1 0 0,1 0 0 0 0,-1 0 1 0 0,-8-1-1 0 0,-82-25 417 0 0,36 19-387 0 0,-33-5-57 0 0,52 6 286 0 0,-61 0 0 0 0,67 8-227 0 0,-26 8-18 0 0,48-9-133 0 0,0 1 0 0 0,0 1 0 0 0,0 0-1 0 0,0 0 1 0 0,1 1 0 0 0,-1 1-1 0 0,1 0 1 0 0,0 1 0 0 0,-20 13 0 0 0,16-12 170 0 0,15-7-255 0 0,0 0 0 0 0,0 0 0 0 0,0 1 0 0 0,0-1 0 0 0,1 0 0 0 0,-1 0 0 0 0,0 1 0 0 0,0-1 0 0 0,0 1 0 0 0,1-1 0 0 0,-1 1 0 0 0,0-1 0 0 0,0 1 0 0 0,1-1 0 0 0,-1 1 0 0 0,0 0 0 0 0,1-1 0 0 0,-1 1 0 0 0,1 0 0 0 0,-1-1 0 0 0,1 1 0 0 0,-1 0 0 0 0,1 0 0 0 0,0 0 0 0 0,-1-1 0 0 0,1 1 0 0 0,0 0 0 0 0,-1 0 0 0 0,1 0 0 0 0,0 0 0 0 0,0 1 0 0 0,0-1-6 0 0,0 1 1 0 0,-1-1-1 0 0,1 1 0 0 0,0-1 1 0 0,-1 1-1 0 0,1-1 0 0 0,-1 0 1 0 0,1 1-1 0 0,-1-1 0 0 0,1 1 1 0 0,-1-1-1 0 0,0 0 0 0 0,0 0 1 0 0,0 1-1 0 0,-2 1 0 0 0,2-2 9 0 0,-1 1 0 0 0,1-1 1 0 0,0 1-1 0 0,0 0 0 0 0,0-1 0 0 0,0 1 0 0 0,0 0 0 0 0,0 0 0 0 0,0 0 0 0 0,1 0 0 0 0,-1 0 1 0 0,1 0-1 0 0,-1 0 0 0 0,1 0 0 0 0,0 0 0 0 0,0 2 0 0 0,-1 0-4 0 0,1-1 0 0 0,0 1 1 0 0,0-1-1 0 0,1 1 0 0 0,-1-1 0 0 0,1 1 0 0 0,-1-1 1 0 0,1 1-1 0 0,0-1 0 0 0,1 0 0 0 0,-1 1 0 0 0,0-1 1 0 0,1 0-1 0 0,0 0 0 0 0,0 0 0 0 0,0 0 0 0 0,3 4 0 0 0,-4-4 0 0 0,0 1 0 0 0,0-1-1 0 0,0 1 1 0 0,0-1 0 0 0,-1 1-1 0 0,1-1 1 0 0,-1 1-1 0 0,0 0 1 0 0,0-1 0 0 0,0 1-1 0 0,-1 4 1 0 0,0 6 100 0 0,1-13-104 0 0,0-1 1 0 0,0 1 0 0 0,0 0 0 0 0,0-1-1 0 0,0 1 1 0 0,1 0 0 0 0,-1-1 0 0 0,0 1-1 0 0,0-1 1 0 0,1 1 0 0 0,-1 0 0 0 0,0-1 0 0 0,1 1-1 0 0,-1-1 1 0 0,0 1 0 0 0,1-1 0 0 0,-1 1-1 0 0,1-1 1 0 0,-1 1 0 0 0,1-1 0 0 0,-1 0-1 0 0,1 1 1 0 0,-1-1 0 0 0,1 0 0 0 0,0 1 0 0 0,-1-1-1 0 0,1 0 1 0 0,-1 0 0 0 0,1 0 0 0 0,0 1-1 0 0,-1-1 1 0 0,2 0 0 0 0,-1 0-1 0 0,0 0-1 0 0,-1 0 1 0 0,1 0-1 0 0,0 1 1 0 0,0-1 0 0 0,-1 0-1 0 0,1 1 1 0 0,0-1 0 0 0,-1 0-1 0 0,1 1 1 0 0,0-1 0 0 0,-1 1-1 0 0,1-1 1 0 0,-1 1-1 0 0,1-1 1 0 0,0 1 0 0 0,-1-1-1 0 0,0 1 1 0 0,1-1 0 0 0,-1 1-1 0 0,1 0 1 0 0,-1-1 0 0 0,0 1-1 0 0,1 0 1 0 0,-1-1-1 0 0,0 1 1 0 0,1 0 0 0 0,-1 0-1 0 0,0-1 1 0 0,0 1 0 0 0,0 0-1 0 0,0 0 1 0 0,0 0 0 0 0,1 5 13 0 0,0 0 1 0 0,1 0-1 0 0,0-1 1 0 0,0 1-1 0 0,0-1 1 0 0,0 1-1 0 0,1-1 1 0 0,0 0 0 0 0,0 0-1 0 0,1 0 1 0 0,-1 0-1 0 0,1-1 1 0 0,0 0-1 0 0,0 1 1 0 0,0-1-1 0 0,8 5 1 0 0,23 27 71 0 0,-9 9-30 0 0,-23-37-41 0 0,1-1 0 0 0,0 1 0 0 0,1-1 1 0 0,0 0-1 0 0,8 10 0 0 0,36 43 31 0 0,-39-45-41 0 0,1-1 0 0 0,1 0-1 0 0,0-1 1 0 0,1 0 0 0 0,0-1 0 0 0,23 17 0 0 0,-16-16-8 0 0,-8-4 2 0 0,-1-1-1 0 0,2-1 1 0 0,-1 0 0 0 0,1 0 0 0 0,0-1 0 0 0,0-1 0 0 0,1 0 0 0 0,16 3 0 0 0,10-1-26 0 0,61 18 0 0 0,-42-6 48 0 0,2-3 0 0 0,0-2 0 0 0,0-3 0 0 0,1-3 0 0 0,1-2 0 0 0,112-5 0 0 0,-157-1-17 0 0,-1-1 0 0 0,1-1 0 0 0,-1 0 1 0 0,0-2-1 0 0,0 0 0 0 0,0 0 0 0 0,0-2 0 0 0,-1 0 0 0 0,0-1 1 0 0,0-1-1 0 0,0 0 0 0 0,-1-1 0 0 0,-1 0 0 0 0,0-2 0 0 0,17-14 1 0 0,-13 9-24 0 0,-1-1 0 0 0,-1-1 0 0 0,0-1 0 0 0,18-27 1 0 0,-31 41 14 0 0,0 1 1 0 0,0-1-1 0 0,0 0 1 0 0,-1 0 0 0 0,0 0-1 0 0,0-1 1 0 0,0 1-1 0 0,-1 0 1 0 0,1-1-1 0 0,-1 1 1 0 0,0-1-1 0 0,-1 0 1 0 0,0 1 0 0 0,1-1-1 0 0,-2 1 1 0 0,1-1-1 0 0,-1 0 1 0 0,0 1-1 0 0,0-1 1 0 0,0 1-1 0 0,-1 0 1 0 0,0-1 0 0 0,0 1-1 0 0,0 0 1 0 0,-1 0-1 0 0,-2-5 1 0 0,-47-55 584 0 0,-116-113 0 0 0,152 162-463 0 0,-52-50 451 0 0,-3 3-1 0 0,-2 3 0 0 0,-94-58 0 0 0,113 86-310 0 0,0 2 1 0 0,-2 3-1 0 0,-1 2 1 0 0,-1 3-1 0 0,-1 2 1 0 0,-63-12-1 0 0,-176-10-438 0 0,98 33-4268 0 0,110 12 246 0 0,25 13-1334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58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 1040 0 0,'56'0'4256'0'0,"-51"0"-2589"0"0,0 0-1600 0 0,45 0 680 0 0,-45 0 187 0 0,-5 0-921 0 0,1 0 0 0 0,-1 1 0 0 0,0-1 0 0 0,0 0 0 0 0,0 1 0 0 0,0-1 0 0 0,0 1 0 0 0,0-1 0 0 0,0 0 0 0 0,0 1 0 0 0,0-1 0 0 0,0 1 0 0 0,0-1 0 0 0,0 0 0 0 0,0 1 0 0 0,0-1 0 0 0,0 1 0 0 0,0-1 0 0 0,0 0 0 0 0,0 1 0 0 0,0-1 0 0 0,-1 1 0 0 0,1-1 0 0 0,0 0 0 0 0,0 1 0 0 0,0-1 0 0 0,-1 0 0 0 0,1 1 0 0 0,0-1 0 0 0,-1 0 0 0 0,1 0 0 0 0,0 1 0 0 0,0-1 0 0 0,-1 0 0 0 0,1 0 0 0 0,0 1 0 0 0,-1-1 0 0 0,0 0 0 0 0,0 0 13 0 0,-1 0-16 0 0,1 0-1 0 0,0 0 1 0 0,0 1-1 0 0,0-1 1 0 0,-1 0-1 0 0,1 0 1 0 0,0 1-1 0 0,0-1 1 0 0,0 1 0 0 0,0-1-1 0 0,0 1 1 0 0,0-1-1 0 0,-1 1 1 0 0,1-1-1 0 0,1 1 1 0 0,-1 0-1 0 0,0 0 1 0 0,0 0-1 0 0,0-1 1 0 0,-1 3-1 0 0,1-1-4 0 0,0-1 1 0 0,0 1-1 0 0,0-1 0 0 0,0 0 0 0 0,0 1 0 0 0,0-1 1 0 0,0 0-1 0 0,0 0 0 0 0,-1 1 0 0 0,1-1 0 0 0,-1 0 0 0 0,1 0 1 0 0,-1-1-1 0 0,1 1 0 0 0,-1 0 0 0 0,-2 1 0 0 0,-7 4 54 0 0,-4 4-58 0 0,-9 6 83 0 0,-1-2 0 0 0,-32 15 1 0 0,30-20-43 0 0,-26 13 62 0 0,52-22-103 0 0,1 1-1 0 0,-1-1 1 0 0,1 0-1 0 0,-1 0 1 0 0,1 1-1 0 0,0-1 1 0 0,-1 0-1 0 0,1 1 1 0 0,0-1-1 0 0,-1 0 1 0 0,1 1-1 0 0,0-1 1 0 0,0 1-1 0 0,-1-1 1 0 0,1 0-1 0 0,0 1 1 0 0,0-1-1 0 0,0 1 1 0 0,-1-1-1 0 0,1 1 1 0 0,0-1-1 0 0,0 1 1 0 0,0-1-1 0 0,0 1 1 0 0,0-1-1 0 0,0 1 1 0 0,-4 8-15 0 0,-2-4 6 0 0,5-4 8 0 0,-1 0 0 0 0,1 0 0 0 0,0 1-1 0 0,-1-1 1 0 0,1 0 0 0 0,0 1 0 0 0,-1-1 0 0 0,1 1-1 0 0,0-1 1 0 0,0 1 0 0 0,0-1 0 0 0,0 1 0 0 0,1 0-1 0 0,-1 0 1 0 0,0-1 0 0 0,1 1 0 0 0,-1 0 0 0 0,1 0-1 0 0,0 0 1 0 0,0 0 0 0 0,-1-1 0 0 0,1 1 0 0 0,0 0-1 0 0,0 0 1 0 0,1 0 0 0 0,-1 2 0 0 0,0-3-1 0 0,0 0 0 0 0,0 0 0 0 0,0 0-1 0 0,0 0 1 0 0,0 0 0 0 0,0 0 0 0 0,0 1 0 0 0,-1-1 0 0 0,1 0 0 0 0,-1 0 0 0 0,1 0-1 0 0,-1 0 1 0 0,1 0 0 0 0,-1 0 0 0 0,1 0 0 0 0,-1-1 0 0 0,0 1 0 0 0,1 0 0 0 0,-1 0 0 0 0,0 0-1 0 0,0 0 1 0 0,0-1 0 0 0,0 1 0 0 0,1 0 0 0 0,-3 0 0 0 0,2 0 0 0 0,0-1 1 0 0,-1 1 0 0 0,1 0-1 0 0,1-1 1 0 0,-1 1-1 0 0,0 0 1 0 0,0 0-1 0 0,0 0 1 0 0,0 0 0 0 0,0 0-1 0 0,1 0 1 0 0,-1 0-1 0 0,0 0 1 0 0,1 0-1 0 0,-1 0 1 0 0,1 0 0 0 0,-1 0-1 0 0,1 1 1 0 0,0-1-1 0 0,-1 0 1 0 0,1 0 0 0 0,0 0-1 0 0,0 1 1 0 0,0-1-1 0 0,0 2 1 0 0,0 8 21 0 0,-1-8-17 0 0,1 0 0 0 0,0 1 0 0 0,0-1-1 0 0,0 1 1 0 0,0-1 0 0 0,0 1 0 0 0,1-1 0 0 0,0 0-1 0 0,0 1 1 0 0,0-1 0 0 0,1 4 0 0 0,3 0-6 0 0,-3-3 2 0 0,1 0-1 0 0,-1 0 0 0 0,0 1 0 0 0,0-1 0 0 0,0 1 0 0 0,0-1 0 0 0,-1 1 0 0 0,0 0 0 0 0,0-1 0 0 0,0 1 0 0 0,0 0 0 0 0,-1 8 0 0 0,-4 16-68 0 0,-12-19 82 0 0,11-8-10 0 0,5-2-2 0 0,0 0 1 0 0,-1 0 0 0 0,1 0-1 0 0,0 0 1 0 0,-1 0 0 0 0,1 0-1 0 0,0 0 1 0 0,0 1-1 0 0,-1-1 1 0 0,1 0 0 0 0,0 0-1 0 0,0 0 1 0 0,-1 1-1 0 0,1-1 1 0 0,0 0 0 0 0,0 0-1 0 0,0 0 1 0 0,0 1-1 0 0,-1-1 1 0 0,1 0 0 0 0,0 0-1 0 0,0 1 1 0 0,0-1 0 0 0,0 0-1 0 0,0 1 1 0 0,0-1-1 0 0,0 0 1 0 0,0 0 0 0 0,0 1-1 0 0,-1-1 1 0 0,1 0-1 0 0,0 1 1 0 0,1-1 0 0 0,-1 0-1 0 0,0 1 1 0 0,0-1-1 0 0,0 0 1 0 0,0 0 0 0 0,0 1-1 0 0,0-1-1 0 0,0 1 0 0 0,0-1 0 0 0,1 0 0 0 0,-1 1 1 0 0,0-1-1 0 0,0 0 0 0 0,0 1 0 0 0,0-1 0 0 0,0 0 0 0 0,0 0 0 0 0,0 1 0 0 0,0-1 0 0 0,0 0 0 0 0,0 1 0 0 0,-1-1 0 0 0,1 0 0 0 0,0 0 0 0 0,0 1 0 0 0,0-1 0 0 0,0 0 0 0 0,0 1 1 0 0,0-1-1 0 0,-1 0 0 0 0,1 0 0 0 0,0 1 0 0 0,0-1 0 0 0,0 0 0 0 0,-1 0 0 0 0,1 0 0 0 0,0 1 0 0 0,0-1 0 0 0,-1 0 0 0 0,1 0 0 0 0,0 0 0 0 0,0 0 0 0 0,-1 0 0 0 0,1 1 0 0 0,0-1 1 0 0,-1 0-1 0 0,-3 1 0 0 0,3-1 0 0 0,1 0 0 0 0,-1 0 0 0 0,0 0 0 0 0,0 0 0 0 0,1 0 0 0 0,-1 0 0 0 0,0 0 0 0 0,0 0 0 0 0,1 0 0 0 0,-1 1 0 0 0,0-1 0 0 0,1 0 0 0 0,-1 1 0 0 0,0-1 0 0 0,1 0 0 0 0,-1 1 0 0 0,1-1 0 0 0,-1 1 0 0 0,0-1 0 0 0,1 0 0 0 0,-1 1 0 0 0,1 0 0 0 0,-1-1 0 0 0,1 1 0 0 0,0-1 0 0 0,-1 1 0 0 0,1 0 0 0 0,0-1 0 0 0,-1 1 0 0 0,1 0 0 0 0,0-1 0 0 0,0 1 0 0 0,-1 0 0 0 0,1-1 0 0 0,0 1 0 0 0,0 0 0 0 0,0-1 0 0 0,0 1 0 0 0,0 0 0 0 0,0 0 0 0 0,0-1 0 0 0,0 1 0 0 0,0 0 0 0 0,0 0 0 0 0,1-1 0 0 0,-1 1 0 0 0,0 0 0 0 0,0-1 0 0 0,1 1 0 0 0,-1 0 0 0 0,1 0 0 0 0,2 4 0 0 0,1 1 0 0 0,-1-1 0 0 0,-1 1 0 0 0,1 0 0 0 0,-1 0 0 0 0,0 0 0 0 0,0 0 0 0 0,-1 0 0 0 0,0 1 0 0 0,0-1 0 0 0,0 0 0 0 0,-1 10 0 0 0,0-12-1 0 0,1 0 1 0 0,-1 1 0 0 0,1-1-1 0 0,0 0 1 0 0,0 0 0 0 0,1 1-1 0 0,-1-1 1 0 0,1 0 0 0 0,0 0-1 0 0,2 4 1 0 0,-2-4-6 0 0,0 0 1 0 0,0 0-1 0 0,0 0 0 0 0,0 0 0 0 0,-1 0 1 0 0,0 1-1 0 0,0-1 0 0 0,0 0 0 0 0,0 1 1 0 0,-1 4-1 0 0,0 99 139 0 0,0-107-132 0 0,0 0-1 0 0,0 0 1 0 0,0 0-1 0 0,0 0 1 0 0,0 0-1 0 0,0 0 1 0 0,0 0-1 0 0,-1 0 0 0 0,1 0 1 0 0,0 0-1 0 0,-1 0 1 0 0,1-1-1 0 0,0 1 1 0 0,-1 0-1 0 0,1 0 1 0 0,-1 0-1 0 0,0-1 1 0 0,1 1-1 0 0,-1 0 1 0 0,0 0-1 0 0,1-1 0 0 0,-1 1 1 0 0,0-1-1 0 0,0 1 1 0 0,1-1-1 0 0,-3 2 1 0 0,-4 6-14 0 0,11-1-3 0 0,1 0 0 0 0,0 0-1 0 0,0-1 1 0 0,0 0 0 0 0,1 0-1 0 0,0 0 1 0 0,0-1 0 0 0,8 5 0 0 0,2-1 29 0 0,0-1 1 0 0,1 0 0 0 0,0-2 0 0 0,0 0-1 0 0,1-1 1 0 0,0 0 0 0 0,0-2 0 0 0,23 3-1 0 0,164 1 158 0 0,-166-8-159 0 0,20 2-2 0 0,-15 1 11 0 0,-1-3 0 0 0,1-1 0 0 0,52-10 0 0 0,-83 8-22 0 0,1 0 1 0 0,-1 0 0 0 0,0-1-1 0 0,-1-1 1 0 0,1 0 0 0 0,21-15-1 0 0,-28 17 4 0 0,0-1-1 0 0,0 1 0 0 0,0-1 0 0 0,-1 0 1 0 0,0-1-1 0 0,0 1 0 0 0,0-1 0 0 0,0 0 0 0 0,-1 0 1 0 0,0-1-1 0 0,0 1 0 0 0,4-12 0 0 0,2-31 158 0 0,-5 35-83 0 0,-4 12-59 0 0,0-1 1 0 0,0 1-1 0 0,0 0 0 0 0,0-1 1 0 0,0 1-1 0 0,-1-1 1 0 0,0 1-1 0 0,1-1 1 0 0,-1 1-1 0 0,0-1 0 0 0,0 0 1 0 0,0 1-1 0 0,0-1 1 0 0,-1 1-1 0 0,1-1 0 0 0,-1 1 1 0 0,0-1-1 0 0,1 1 1 0 0,-1-1-1 0 0,0 1 1 0 0,-1 0-1 0 0,1-1 0 0 0,0 1 1 0 0,-1 0-1 0 0,1 0 1 0 0,-4-4-1 0 0,-35-69 534 0 0,30 52-428 0 0,-2-1-1 0 0,-1 2 0 0 0,-1 0 0 0 0,0 1 0 0 0,-2 0 0 0 0,-21-22 0 0 0,-8 0 54 0 0,11 9-4 0 0,-2 1-1 0 0,-1 2 1 0 0,-42-27-1 0 0,52 44-76 0 0,-1 1 0 0 0,0 1-1 0 0,0 1 1 0 0,-1 2 0 0 0,-37-8 0 0 0,1 1 103 0 0,49 11-215 0 0,0 1-1 0 0,0 1 1 0 0,0 0 0 0 0,0 2-1 0 0,0 0 1 0 0,-1 0 0 0 0,1 1-1 0 0,-26 5 1 0 0,42-5-11 0 0,-1 0-1 0 0,1 0 1 0 0,-1 0 0 0 0,1 0-1 0 0,0 0 1 0 0,-1 0 0 0 0,1 0-1 0 0,0 1 1 0 0,-1-1 0 0 0,1 0-1 0 0,0 0 1 0 0,0 0 0 0 0,-1 1-1 0 0,1-1 1 0 0,0 0 0 0 0,-1 0-1 0 0,1 1 1 0 0,0-1 0 0 0,0 0-1 0 0,0 1 1 0 0,-1-1 0 0 0,1 0-1 0 0,0 1 1 0 0,0-1 0 0 0,0 0-1 0 0,0 1 1 0 0,0-1 0 0 0,-1 0-1 0 0,1 1 1 0 0,0-1 0 0 0,0 1-1 0 0,0-1 1 0 0,0 0 0 0 0,0 1-1 0 0,0-1 1 0 0,0 0 0 0 0,0 1-1 0 0,1-1 1 0 0,-1 0 0 0 0,0 1-1 0 0,0-1 1 0 0,0 1 0 0 0,0-1-1 0 0,0 0 1 0 0,1 1 0 0 0,-1-1-1 0 0,0 0 1 0 0,0 0 0 0 0,0 1-1 0 0,1-1 1 0 0,-1 0-1 0 0,0 1 1 0 0,1-1 0 0 0,-1 0-1 0 0,0 0 1 0 0,0 0 0 0 0,1 1-1 0 0,-1-1 1 0 0,0 0 0 0 0,1 0-1 0 0,-1 0 1 0 0,0 0 0 0 0,1 0-1 0 0,0 1 1 0 0,24 13-1317 0 0,35 5-564 0 0,26 0-253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5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539 103 1601 0 0,'85'-37'4589'0'0,"-60"25"-3799"0"0,-20 12-673 0 0,-4 0-103 0 0,-1-1 0 0 0,0 1 0 0 0,1 0 1 0 0,-1 0-1 0 0,0 0 0 0 0,1 0 0 0 0,-1 0 1 0 0,0-1-1 0 0,0 1 0 0 0,1 0 0 0 0,-1 0 1 0 0,0-1-1 0 0,0 1 0 0 0,1 0 0 0 0,-1 0 0 0 0,0-1 1 0 0,0 1-1 0 0,0 0 0 0 0,1-1 0 0 0,-1 1 1 0 0,0 0-1 0 0,0 0 0 0 0,0-1 0 0 0,0 1 1 0 0,0 0-1 0 0,0-1 0 0 0,0 1 0 0 0,0-1 1 0 0,0 1-1 0 0,0 0 0 0 0,0-1 0 0 0,0 1 1 0 0,0 0-1 0 0,0-1 0 0 0,0 1 0 0 0,0 0 1 0 0,0-1-1 0 0,0 1 0 0 0,0 0 0 0 0,0-1 1 0 0,-1 1-1 0 0,1 0 0 0 0,0 0 0 0 0,0-1 1 0 0,0 1-1 0 0,-1 0 0 0 0,1 0 0 0 0,0-1 1 0 0,0 1-1 0 0,-1 0 0 0 0,1 0 0 0 0,0-1 1 0 0,0 1-1 0 0,-1 0 0 0 0,1 0 0 0 0,0 0 0 0 0,-1 0 1 0 0,0-1-1 0 0,-51-13 623 0 0,35 8-520 0 0,0 1 1 0 0,0 1 0 0 0,-25-3-1 0 0,-25 5 459 0 0,-85 9 0 0 0,110-5-381 0 0,12 2 48 0 0,1 0-1 0 0,0 2 0 0 0,1 1 1 0 0,-1 1-1 0 0,-43 19 0 0 0,71-27-232 0 0,-1 1 0 0 0,0 0-1 0 0,0 0 1 0 0,1 0 0 0 0,-1 0-1 0 0,1 0 1 0 0,-1 0-1 0 0,1 0 1 0 0,-1 0 0 0 0,1 1-1 0 0,0-1 1 0 0,-1 1-1 0 0,1-1 1 0 0,0 1 0 0 0,0-1-1 0 0,0 1 1 0 0,0 0 0 0 0,1 0-1 0 0,-2 3 1 0 0,-1 39-134 0 0,3-25-131 0 0,0 201 455 0 0,1-215-202 0 0,1-1 0 0 0,-1 0 0 0 0,1 0 1 0 0,-1 0-1 0 0,1 0 0 0 0,1 0 0 0 0,-1 0 0 0 0,0 0 1 0 0,1-1-1 0 0,0 1 0 0 0,0-1 0 0 0,0 0 0 0 0,0 1 1 0 0,0-1-1 0 0,1-1 0 0 0,0 1 0 0 0,-1-1 0 0 0,1 1 1 0 0,6 2-1 0 0,7 5 21 0 0,0-1 0 0 0,1-1 0 0 0,22 7 0 0 0,7-2-3 0 0,63 10 0 0 0,-21-6-22 0 0,469 58 73 0 0,-509-70-99 0 0,-1-2-1 0 0,1-2 1 0 0,0-3 0 0 0,0-1-1 0 0,-1-3 1 0 0,77-19-1 0 0,-118 23 29 0 0,-1 0 0 0 0,1-1 0 0 0,0 0 0 0 0,-1 0-1 0 0,0 0 1 0 0,1-1 0 0 0,-1 0 0 0 0,-1 0 0 0 0,1-1-1 0 0,-1 0 1 0 0,0 0 0 0 0,10-11 0 0 0,-14 14 9 0 0,0 0 0 0 0,0 0 0 0 0,0 0 0 0 0,0 0 0 0 0,0 0 0 0 0,0 0 0 0 0,0-1 0 0 0,-1 1 0 0 0,1 0 0 0 0,-1-1 0 0 0,1 1 0 0 0,-1 0 0 0 0,0-1 0 0 0,0 1 0 0 0,0-1 0 0 0,-1 1 0 0 0,1-3 0 0 0,-2 2 6 0 0,1-1 0 0 0,0 1 0 0 0,-1 0 0 0 0,0 0 0 0 0,0 0 0 0 0,0 0 0 0 0,0 0 0 0 0,0 0 0 0 0,0 0 0 0 0,-1 1 0 0 0,0-1 0 0 0,1 1 0 0 0,-1 0 0 0 0,-5-4-1 0 0,-27-16 225 0 0,-56-26 0 0 0,47 26-104 0 0,-15-8 10 0 0,-2 3 1 0 0,0 2 0 0 0,-2 3 0 0 0,-1 3-1 0 0,0 3 1 0 0,-1 2 0 0 0,-71-4 0 0 0,91 17-1893 0 0,39 2-750 0 0,26 2 296 0 0,11 0-703 0 0,-1 3-66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31 152 7123 0 0,'60'0'4322'0'0,"-60"6"-3201"0"0,-30-6-1121 0 0,0 8-320 0 0,-1-8 480 0 0,31-8 0 0 0,0 2-80 0 0,0-5-160 0 0,31-16-240 0 0,-1-4-721 0 0,0-1-800 0 0,0 1-720 0 0,0 17-240 0 0,0 9 160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2881 0 0,'0'19'3522'0'0,"30"-13"-2322"0"0,-30-12-879 0 0,0 0-161 0 0,0-1 240 0 0,-30 14 160 0 0,30-14-320 0 0,30 1-320 0 0,-30-27-800 0 0,0-3-1841 0 0,0-35-2322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7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 3201 0 0,'-30'14'1761'0'0,"30"-28"-3602"0"0,0-3-720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51 2801 0 0,'-60'6'5123'0'0,"30"-6"-3443"0"0,-31 0-1359 0 0,31 13 1039 0 0,60-19-1840 0 0,-30-1-561 0 0,91-18-2080 0 0,-31-6-561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4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19 160 0 0,'24'-9'2619'0'0,"-43"10"-49"0"0,14 0-1276 0 0,5-1-1256 0 0,0 0 0 0 0,0-1 0 0 0,0 1 0 0 0,0 0 0 0 0,0 0 0 0 0,0 0-1 0 0,0 0 1 0 0,1 0 0 0 0,-1-1 0 0 0,0 1 0 0 0,0 0 0 0 0,0 0 0 0 0,0 0 0 0 0,0 0 0 0 0,0-1 0 0 0,0 1 0 0 0,0 0 0 0 0,0 0 0 0 0,0 0-1 0 0,0 0 1 0 0,0-1 0 0 0,0 1 0 0 0,0 0 0 0 0,0 0 0 0 0,0 0 0 0 0,0 0 0 0 0,0-1 0 0 0,0 1 0 0 0,-1 0 0 0 0,1 0 0 0 0,0 0 0 0 0,0 0-1 0 0,0 0 1 0 0,0-1 0 0 0,0 1 0 0 0,0 0 0 0 0,0 0 0 0 0,0 0 0 0 0,-1 0 0 0 0,1 0 0 0 0,0 0 0 0 0,0 0 0 0 0,0 0 0 0 0,0-1 0 0 0,0 1-1 0 0,-1 0 1 0 0,1 0 0 0 0,0 0 0 0 0,0 0 0 0 0,0 0 0 0 0,0 0 0 0 0,-1 0 0 0 0,1 0 0 0 0,0 0 0 0 0,0 0 0 0 0,0 0 0 0 0,0 0 0 0 0,-1 0-1 0 0,1 0 1 0 0,0 0 0 0 0,0 0 0 0 0,0 0 0 0 0,0 0 0 0 0,-1 0 0 0 0,1 1 0 0 0,0-1 0 0 0,0 0 0 0 0,0 0 0 0 0,0 0 0 0 0,-1 0-25 0 0,0 0-1 0 0,0-1 0 0 0,-1 1 0 0 0,1 0-1 0 0,0 0 1 0 0,-1 0 0 0 0,1 0 0 0 0,0 0 0 0 0,-1 1 0 0 0,1-1 0 0 0,0 0-1 0 0,-1 1 1 0 0,1-1 0 0 0,0 0 0 0 0,-1 1 0 0 0,1 0 0 0 0,0-1 0 0 0,-2 2-1 0 0,3-1 69 0 0,-5-1-13 0 0,4 0-58 0 0,0-1-5 0 0,0 1-1 0 0,0 0 1 0 0,0 0-1 0 0,0 0 1 0 0,0 0-1 0 0,0 0 1 0 0,0 0-1 0 0,0 0 1 0 0,0 0-1 0 0,0 0 1 0 0,0 0-1 0 0,0 0 1 0 0,0 1-1 0 0,0-1 1 0 0,0 0-1 0 0,0 1 1 0 0,1-1-1 0 0,-1 1 1 0 0,0-1-1 0 0,0 1 1 0 0,0-1-1 0 0,0 1 1 0 0,-1 1-1 0 0,-3-1 78 0 0,-55-1 225 0 0,35 0-292 0 0,-7-1-17 0 0,33-3 13 0 0,-1 3 156 0 0,187 12 394 0 0,-116-10-424 0 0,88-10 0 0 0,22-1-21 0 0,-168 8-118 0 0,30-2 100 0 0,-47 5-74 0 0,0 0 0 0 0,0 0 0 0 0,0 0 0 0 0,0 1 0 0 0,0 0 0 0 0,1-1 0 0 0,-1 1 0 0 0,1 1 0 0 0,-1-1 1 0 0,1 0-1 0 0,0 1 0 0 0,0-1 0 0 0,0 1 0 0 0,0 0 0 0 0,1 0 0 0 0,-4 5 0 0 0,-44 63 158 0 0,45-62-128 0 0,-2 1-12 0 0,-12 20 44 0 0,19-29-84 0 0,-1 0 0 0 0,1 0 0 0 0,-1 0 0 0 0,1 0-1 0 0,0 0 1 0 0,-1 1 0 0 0,1-1 0 0 0,0 0 0 0 0,0 0 0 0 0,0 0 0 0 0,-1 1 0 0 0,1-1-1 0 0,1 0 1 0 0,-1 0 0 0 0,0 0 0 0 0,0 0 0 0 0,0 1 0 0 0,1-1 0 0 0,-1 0 0 0 0,0 0 0 0 0,1 0-1 0 0,-1 0 1 0 0,2 2 0 0 0,17 15-54 0 0,-15-16 58 0 0,-1 0 0 0 0,1 1 0 0 0,-1 0-1 0 0,0 0 1 0 0,0 0 0 0 0,0 0 0 0 0,-1 0 0 0 0,1 1 0 0 0,-1-1-1 0 0,4 8 1 0 0,-5-10-7 0 0,-1 0-1 0 0,1-1 1 0 0,-1 1 0 0 0,1 0-1 0 0,0 0 1 0 0,-1-1-1 0 0,1 1 1 0 0,0 0-1 0 0,0-1 1 0 0,0 1 0 0 0,-1-1-1 0 0,1 1 1 0 0,0-1-1 0 0,0 1 1 0 0,0-1-1 0 0,0 1 1 0 0,0-1 0 0 0,0 0-1 0 0,0 0 1 0 0,0 0-1 0 0,1 1 1 0 0,30 5-174 0 0,-23-4 45 0 0,193 37-8273 0 0,-192-33 5336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1 720 0 0,'-5'2'473'0'0,"4"-1"-337"0"0,0-1 1 0 0,-1 0-1 0 0,1 1 0 0 0,0-1 0 0 0,0 1 0 0 0,0-1 0 0 0,-1 1 0 0 0,1-1 0 0 0,0 1 1 0 0,0 0-1 0 0,0 0 0 0 0,0-1 0 0 0,0 1 0 0 0,0 0 0 0 0,0 0 0 0 0,1 0 0 0 0,-1 0 1 0 0,0 0-1 0 0,0 0 0 0 0,1 0 0 0 0,-1 1 0 0 0,1-1 0 0 0,-1 0 0 0 0,1 0 0 0 0,-1 0 0 0 0,1 1 1 0 0,0-1-1 0 0,0 0 0 0 0,-1 0 0 0 0,1 1 0 0 0,0 1 0 0 0,-5-3 238 0 0,-15 0-54 0 0,15 0 0 0 0,5-1-301 0 0,0 0 1 0 0,0 1-1 0 0,0-1 0 0 0,0 1 0 0 0,0-1 1 0 0,0 1-1 0 0,0-1 0 0 0,0 1 0 0 0,-1-1 1 0 0,1 0-1 0 0,0 1 0 0 0,0-1 0 0 0,-1 1 1 0 0,1-1-1 0 0,0 1 0 0 0,-1 0 0 0 0,1-1 1 0 0,0 1-1 0 0,-1-1 0 0 0,1 1 0 0 0,0-1 1 0 0,-1 1-1 0 0,1 0 0 0 0,-1-1 0 0 0,1 1 1 0 0,-1 0-1 0 0,1 0 0 0 0,-1-1 0 0 0,1 1 1 0 0,-1 0-1 0 0,1 0 0 0 0,-1 0 1 0 0,0 0-1 0 0,1 0 0 0 0,-1-1 0 0 0,1 1 1 0 0,-1 0-1 0 0,1 0 0 0 0,-1 0 0 0 0,0 1 1 0 0,1-1-1 0 0,-1 0 0 0 0,1 0 0 0 0,-1 0 1 0 0,0 0 7 0 0,1 1 0 0 0,-1-1 0 0 0,1 0 0 0 0,0 0 0 0 0,-1 0 0 0 0,1 0 0 0 0,0 0 0 0 0,-1 0 0 0 0,1 0 0 0 0,-1 0 0 0 0,1 0 0 0 0,0 0 0 0 0,-1 0 0 0 0,1 0 0 0 0,0 0 0 0 0,-1 0 0 0 0,1 0 0 0 0,-1-1 0 0 0,1 1 0 0 0,0 0 0 0 0,-1 0 0 0 0,1 0 0 0 0,0 0 0 0 0,-1-1 0 0 0,1 1 0 0 0,0 0 0 0 0,0 0 0 0 0,-1-1 0 0 0,1 1 0 0 0,0 0 0 0 0,-1-1 0 0 0,1 1 0 0 0,0 0 0 0 0,0-1 0 0 0,0 1 0 0 0,0 0 0 0 0,-1-1 0 0 0,1 1 0 0 0,0 0 0 0 0,0-1 0 0 0,0 0 0 0 0,-3-1 10 0 0,36 5 6 0 0,-2 5-11 0 0,-28-2-13 0 0,-2-1-3 0 0,12 7-2 0 0,-16-8 12 0 0,2-4-24 0 0,0 0-1 0 0,0 1 1 0 0,0-1 0 0 0,1 0-1 0 0,-1 1 1 0 0,0-1-1 0 0,0 1 1 0 0,1-1 0 0 0,-1 1-1 0 0,1-1 1 0 0,-1 1-1 0 0,0-1 1 0 0,1 1 0 0 0,-1-1-1 0 0,1 1 1 0 0,-1 0-1 0 0,1-1 1 0 0,-1 1 0 0 0,1 0-1 0 0,0 0 1 0 0,-1-1-1 0 0,1 1 1 0 0,0 0 0 0 0,0 0-1 0 0,-1 0 1 0 0,1-1-1 0 0,0 1 1 0 0,0 0 0 0 0,0 0-1 0 0,0 0 1 0 0,0 0-1 0 0,0 1 1 0 0,0-1-2 0 0,-1-1 1 0 0,1 1-1 0 0,-1 0 0 0 0,0 0 0 0 0,1 0 1 0 0,-1-1-1 0 0,0 1 0 0 0,0 0 1 0 0,1-1-1 0 0,-1 1 0 0 0,0-1 0 0 0,0 1 1 0 0,0-1-1 0 0,0 1 0 0 0,0-1 1 0 0,0 0-1 0 0,0 1 0 0 0,0-1 0 0 0,0 0 1 0 0,0 0-1 0 0,-1 1 0 0 0,-30 5 38 0 0,23-4-15 0 0,-6 1 57 0 0,1-1 0 0 0,-1 0 0 0 0,0-1 0 0 0,0-1 0 0 0,-27-2 0 0 0,42 2-80 0 0,0 0 1 0 0,1 0-1 0 0,-1 0 1 0 0,0 0-1 0 0,0 0 1 0 0,0 0-1 0 0,0 0 0 0 0,0 0 1 0 0,0-1-1 0 0,1 1 1 0 0,-1 0-1 0 0,0 0 1 0 0,0 0-1 0 0,0 0 1 0 0,0 0-1 0 0,0 0 0 0 0,0 0 1 0 0,0 0-1 0 0,0-1 1 0 0,0 1-1 0 0,0 0 1 0 0,0 0-1 0 0,1 0 0 0 0,-1 0 1 0 0,0 0-1 0 0,0 0 1 0 0,0-1-1 0 0,0 1 1 0 0,0 0-1 0 0,0 0 1 0 0,0 0-1 0 0,0 0 0 0 0,0 0 1 0 0,0-1-1 0 0,0 1 1 0 0,0 0-1 0 0,0 0 1 0 0,-1 0-1 0 0,1 0 0 0 0,0 0 1 0 0,0 0-1 0 0,0-1 1 0 0,0 1-1 0 0,0 0 1 0 0,0 0-1 0 0,0 0 1 0 0,0 0-1 0 0,0 0 0 0 0,0 0 1 0 0,0 0-1 0 0,-1 0 1 0 0,1-1-1 0 0,0 1 1 0 0,0 0-1 0 0,0 0 0 0 0,0 0 1 0 0,0 0-1 0 0,0 0 1 0 0,0 0-1 0 0,-1 0 1 0 0,7-2 19 0 0,-5 3-16 0 0,0-2-1 0 0,-1 1 1 0 0,1 0 0 0 0,0 0-1 0 0,0 0 1 0 0,0 0 0 0 0,-1 0 0 0 0,1-1-1 0 0,0 1 1 0 0,0 0 0 0 0,-1-1 0 0 0,1 1-1 0 0,0 0 1 0 0,-1-1 0 0 0,1 1-1 0 0,0-1 1 0 0,-1 1 0 0 0,1-1 0 0 0,0 0-1 0 0,-1 1 1 0 0,1-1 0 0 0,-1 0-1 0 0,0 1 1 0 0,1-1 0 0 0,-1 0 0 0 0,1 1-1 0 0,-1-1 1 0 0,0 0 0 0 0,1 0-1 0 0,-1 1 1 0 0,0-1 0 0 0,0 0 0 0 0,0-1-1 0 0,4-1 12 0 0,-1 0 0 0 0,1 1 0 0 0,-1-1 0 0 0,1 1 0 0 0,0 0 0 0 0,0 0 0 0 0,0 1-1 0 0,0-1 1 0 0,8-1 0 0 0,-2-1 10 0 0,-5 2 13 0 0,1 0 0 0 0,0 0 1 0 0,0 1-1 0 0,0-1 1 0 0,1 1-1 0 0,-1 0 0 0 0,12 1 1 0 0,-13 0 748 0 0,-10 1-747 0 0,-15 2-267 0 0,20-3 201 0 0,0 1 1 0 0,0-1-1 0 0,1 0 0 0 0,-1 0 1 0 0,0 0-1 0 0,0 0 0 0 0,0 0 1 0 0,0 0-1 0 0,0 0 1 0 0,1 0-1 0 0,-1 0 0 0 0,0 1 1 0 0,0-1-1 0 0,0 0 0 0 0,0 0 1 0 0,0 0-1 0 0,0 0 1 0 0,0 0-1 0 0,0 1 0 0 0,1-1 1 0 0,-1 0-1 0 0,0 0 0 0 0,0 0 1 0 0,0 0-1 0 0,0 1 0 0 0,0-1 1 0 0,0 0-1 0 0,0 0 1 0 0,0 0-1 0 0,0 0 0 0 0,0 1 1 0 0,0-1-1 0 0,0 0 0 0 0,0 0 1 0 0,0 0-1 0 0,0 0 1 0 0,0 1-1 0 0,-1-1 0 0 0,1 0 1 0 0,0 0-1 0 0,0 0 0 0 0,0 0 1 0 0,0 1-1 0 0,0-1 1 0 0,0 0-1 0 0,0 0 0 0 0,0 0 1 0 0,-1 0-1 0 0,1 0 0 0 0,0 0 1 0 0,0 0-1 0 0,0 1 0 0 0,0-1 1 0 0,0 0-1 0 0,-1 0 1 0 0,1 0-1 0 0,0 0 0 0 0,0 0 1 0 0,-1 0-1 0 0,2 0-90 0 0,15 11-1450 0 0,-2-2-1497 0 0,11 3 342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3121 0 0,'-55'12'3202'0'0,"50"-10"-3269"0"0,5-1 1 0 0,0 192 839 0 0,-1-184-755 0 0,0-1 0 0 0,0 1 0 0 0,0-1 0 0 0,-1 0 0 0 0,-1 0 0 0 0,-4 12 0 0 0,4-12 1 0 0,0-1-1 0 0,1 1 0 0 0,0-1 0 0 0,0 1 0 0 0,1 0 0 0 0,-1 11 1 0 0,2-11 5 0 0,-1 1 1 0 0,0-1 0 0 0,0 0 0 0 0,-1 1-1 0 0,0-1 1 0 0,-4 9 0 0 0,-6 24 28 0 0,8 32 42 0 0,4-55-24 0 0,0 0-1 0 0,-6 31 1 0 0,-44 132 423 0 0,45-129-343 0 0,6-44-125 0 0,-2 0 0 0 0,1 0 0 0 0,-1 0 0 0 0,0-1 0 0 0,-2 9 0 0 0,-7 11 30 0 0,7-22-41 0 0,1 0 0 0 0,-1 0 0 0 0,2 0-1 0 0,-1 0 1 0 0,0 1 0 0 0,1-1-1 0 0,0 1 1 0 0,0-1 0 0 0,1 1-1 0 0,0-1 1 0 0,0 1 0 0 0,0-1 0 0 0,0 1-1 0 0,1-1 1 0 0,0 1 0 0 0,3 9-1 0 0,5 4 10 0 0,-6-15-17 0 0,-1 0-1 0 0,0 0 0 0 0,-1 0 1 0 0,1 0-1 0 0,-1 0 0 0 0,0 0 1 0 0,0 0-1 0 0,0 1 0 0 0,0-1 0 0 0,0 9 1 0 0,-3 18 21 0 0,1-21-20 0 0,1 1 0 0 0,-1-1 0 0 0,2 1 0 0 0,-1-1 1 0 0,1 1-1 0 0,1-1 0 0 0,3 12 0 0 0,2-3-8 0 0,-3-12 0 0 0,-1 0 0 0 0,-1 1 0 0 0,0 0 0 0 0,0-1 0 0 0,0 1 0 0 0,-1 0 0 0 0,1 12 0 0 0,-2 376 160 0 0,0-388-160 0 0,1 1 0 0 0,0-1 0 0 0,1 1 0 0 0,0-1 0 0 0,0 0 0 0 0,5 13 0 0 0,-4-13 0 0 0,0 0 0 0 0,-1 0 0 0 0,1 0 0 0 0,-2 1 0 0 0,1-1 0 0 0,-1 14 0 0 0,-1 1-1 0 0,-1-11 4 0 0,1 0 0 0 0,0 0 0 0 0,1 0 0 0 0,4 20 0 0 0,4-4 22 0 0,-5-17-7 0 0,-1 0 0 0 0,0-1 0 0 0,-1 1 0 0 0,0 0 0 0 0,0 19 0 0 0,0-13 32 0 0,1 1 1 0 0,1 0-1 0 0,0-1 1 0 0,2 0-1 0 0,-1 0 0 0 0,2 0 1 0 0,0-1-1 0 0,19 30 1 0 0,1 7 175 0 0,28 58 375 0 0,-25-25-175 0 0,-15-8 201 0 0,-3-43-441 0 0,2 0-1 0 0,2-1 0 0 0,1 0 0 0 0,31 44 1 0 0,101 123 448 0 0,-128-173-509 0 0,-1 2-1 0 0,30 56 1 0 0,-30-52-46 0 0,5 7 84 0 0,-24-41-170 0 0,-1 1-1 0 0,0-1 0 0 0,0 0 1 0 0,1 0-1 0 0,-1 1 0 0 0,0-1 1 0 0,0 0-1 0 0,0 1 0 0 0,1-1 1 0 0,-1 0-1 0 0,0 1 0 0 0,0-1 1 0 0,0 0-1 0 0,0 1 0 0 0,0-1 1 0 0,0 0-1 0 0,1 1 0 0 0,-1-1 1 0 0,0 1-1 0 0,0-1 0 0 0,0 0 1 0 0,0 1-1 0 0,0-1 0 0 0,0 0 1 0 0,-1 1-1 0 0,1-1 0 0 0,0 1 1 0 0,0-1-1 0 0,0 0 1 0 0,0 1-1 0 0,0-1 0 0 0,0 0 1 0 0,-1 1-1 0 0,1-1 0 0 0,0 0 1 0 0,0 1-1 0 0,-1-1 0 0 0,1 0 1 0 0,0 0-1 0 0,0 1 0 0 0,-1-1 1 0 0,1 0-1 0 0,0 0 0 0 0,-1 0 1 0 0,1 1-1 0 0,0-1 0 0 0,-1 0 1 0 0,1 0-1 0 0,0 0 0 0 0,-1 0 1 0 0,1 0-1 0 0,0 0 0 0 0,-1 1 1 0 0,1-1-1 0 0,0 0 0 0 0,-1 0 1 0 0,1 0-1 0 0,-1 0 0 0 0,1 0 1 0 0,0 0-1 0 0,-1-1 0 0 0,1 1 1 0 0,0 0-1 0 0,-1 0 0 0 0,1 0 1 0 0,0 0-1 0 0,-1 0 0 0 0,1 0 1 0 0,-1-1-1 0 0,-9-15-1606 0 0,-20-35-1334 0 0,-26-31-1334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34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40 2641 0 0,'-56'-5'3415'0'0,"51"4"-3161"0"0,0 0-81 0 0,-40-14 316 0 0,37 12-315 0 0,1 0 0 0 0,-2 0 0 0 0,1 1 1 0 0,0 0-1 0 0,-17-2 0 0 0,20 4 1680 0 0,0 0-1467 0 0,3 0-306 0 0,1 0-52 0 0,0 0 1 0 0,0-1-1 0 0,0 1 0 0 0,0 0 1 0 0,0 0-1 0 0,0 0 1 0 0,0 0-1 0 0,0 0 1 0 0,0 0-1 0 0,0 0 0 0 0,0 1 1 0 0,0-1-1 0 0,0 0 1 0 0,0 0-1 0 0,0 1 1 0 0,1-1-1 0 0,-1 1 0 0 0,0-1 1 0 0,0 1-1 0 0,0-1 1 0 0,0 1-1 0 0,0-1 1 0 0,-1 3-1 0 0,2-2 291 0 0,-1-1-301 0 0,0 0 0 0 0,0 0 0 0 0,0 0 0 0 0,-1 0 0 0 0,1 0 0 0 0,0 0 0 0 0,0 1 0 0 0,0-1 0 0 0,0 1 0 0 0,0-1 0 0 0,-1 0-1 0 0,1 1 1 0 0,0 0 0 0 0,0-1 0 0 0,0 1 0 0 0,0 0 0 0 0,0-1 0 0 0,1 1 0 0 0,-1 0 0 0 0,0 0 0 0 0,0 0 0 0 0,0 0 0 0 0,1 0 0 0 0,-1 0 0 0 0,0 0 0 0 0,1 0 0 0 0,-1 0-1 0 0,1 0 1 0 0,0 0 0 0 0,-1 0 0 0 0,1 0 0 0 0,0 1 0 0 0,-1-1 0 0 0,1 0 0 0 0,0 0 0 0 0,0 0 0 0 0,0 0 0 0 0,0 1 0 0 0,0-1 0 0 0,0 1 0 0 0,-6 25 151 0 0,-1-13-136 0 0,4-9-6 0 0,1-1 1 0 0,0 1-1 0 0,-1 0 0 0 0,2 1 1 0 0,-1-1-1 0 0,1 0 0 0 0,-1 0 1 0 0,1 1-1 0 0,1-1 0 0 0,-1 1 1 0 0,1 5-1 0 0,-2 33-107 0 0,0-30 107 0 0,1 0 1 0 0,1-1-1 0 0,0 1 0 0 0,1 0 1 0 0,1 0-1 0 0,5 24 1 0 0,0-19 106 0 0,-3-11-70 0 0,-1-1 0 0 0,-1 1 0 0 0,1-1-1 0 0,-1 1 1 0 0,-1 0 0 0 0,0 0 0 0 0,1 12-1 0 0,-1-13-59 0 0,-1 0-1 0 0,1 0 0 0 0,0 1 0 0 0,1-1 1 0 0,0 0-1 0 0,0-1 0 0 0,4 9 0 0 0,-3-8-13 0 0,0 0 0 0 0,-1 0 0 0 0,0 1-1 0 0,0-1 1 0 0,-1 1 0 0 0,0-1 0 0 0,0 10-1 0 0,2 12 5 0 0,0-1 0 0 0,2 1 0 0 0,12 42 0 0 0,-9-41 119 0 0,16 27 58 0 0,2 2-24 0 0,-16 68 25 0 0,15-57-105 0 0,-19-59-56 0 0,-2 0-1 0 0,1 0 1 0 0,-2 1-1 0 0,1-1 1 0 0,-2 1-1 0 0,1 0 1 0 0,0 21-1 0 0,-3 285 243 0 0,1-311-246 0 0,-1 0 0 0 0,1-1 0 0 0,0 0 0 0 0,1 1 1 0 0,0-1-1 0 0,0 0 0 0 0,5 11 0 0 0,-5-12 11 0 0,1 1-1 0 0,-1 0 1 0 0,0 0-1 0 0,-1 0 1 0 0,1 1-1 0 0,-1-1 1 0 0,0 11-1 0 0,0-13-10 0 0,-1-1-1 0 0,0 1 0 0 0,1 0 1 0 0,0 0-1 0 0,0 0 1 0 0,0 0-1 0 0,0-1 0 0 0,1 1 1 0 0,-1 0-1 0 0,1-1 0 0 0,3 5 1 0 0,-3-5-19 0 0,0 0 0 0 0,-1 1 1 0 0,1-1-1 0 0,0 1 0 0 0,-1 0 1 0 0,0-1-1 0 0,0 1 0 0 0,0 0 0 0 0,0 0 1 0 0,-1 0-1 0 0,1 5 0 0 0,-1-4 10 0 0,0-1 0 0 0,1 1-1 0 0,0 0 1 0 0,0 0 0 0 0,1 0 0 0 0,-1-1-1 0 0,1 1 1 0 0,0-1 0 0 0,0 1-1 0 0,0-1 1 0 0,1 0 0 0 0,0 0 0 0 0,3 5-1 0 0,18 35 60 0 0,-19-27-48 0 0,-2-8-7 0 0,0 0 0 0 0,0 0 0 0 0,1 0-1 0 0,0 0 1 0 0,8 12 0 0 0,-3-5 39 0 0,-1 0-1 0 0,-1 1 1 0 0,0-1 0 0 0,-2 2-1 0 0,6 20 1 0 0,-2-6-12 0 0,-7-21-41 0 0,0-1 0 0 0,-1 1 0 0 0,0 0 0 0 0,-1 0 0 0 0,-1 18-1 0 0,0-17-4 0 0,1-1 0 0 0,0 1 0 0 0,1 0 0 0 0,4 19 0 0 0,15 32-37 0 0,-13-26 46 0 0,-4-23 59 0 0,0 1 0 0 0,0-1 0 0 0,2 1 1 0 0,9 21-1 0 0,-9-26 17 0 0,0 0 0 0 0,-1 1 0 0 0,0-1 0 0 0,-1 1 0 0 0,0 0 0 0 0,-1 0 0 0 0,0 0 1 0 0,-1 0-1 0 0,0 0 0 0 0,-1 19 0 0 0,0-25-52 0 0,1 1 0 0 0,0-1 0 0 0,0 1 1 0 0,0 0-1 0 0,1-1 0 0 0,-1 0 0 0 0,1 1 0 0 0,3 4 0 0 0,6 20 269 0 0,-6-1-28 0 0,-2-1-1 0 0,-1 0 1 0 0,-1 0-1 0 0,-4 40 1 0 0,0 2-212 0 0,3-44-6 0 0,-1-12-16 0 0,1-1 0 0 0,1 1 0 0 0,0-1 0 0 0,3 18 0 0 0,4-2 14 0 0,-3-15-11 0 0,-2 0 0 0 0,1 0 0 0 0,-2 1 0 0 0,1 25 1 0 0,-3 205 345 0 0,0-239-374 0 0,0-1-1 0 0,-1 1 0 0 0,0 0 1 0 0,0-1-1 0 0,0 1 1 0 0,-1-1-1 0 0,0 0 1 0 0,0 1-1 0 0,0-1 1 0 0,-1 0-1 0 0,0 0 1 0 0,0-1-1 0 0,0 1 1 0 0,-4 4-1 0 0,-17 30-15 0 0,23-34-94 0 0,-1-1-1 0 0,0 0 1 0 0,0 0-1 0 0,0 0 1 0 0,0 0 0 0 0,-1 0-1 0 0,1 0 1 0 0,-1-1 0 0 0,0 1-1 0 0,0-1 1 0 0,-1 0-1 0 0,1 0 1 0 0,-1 0 0 0 0,1 0-1 0 0,-1 0 1 0 0,0-1-1 0 0,0 0 1 0 0,0 0 0 0 0,-6 3-1 0 0,-8 6-2600 0 0,31-16-1219 0 0,-13 5 3697 0 0,1-1-1 0 0,-1 0 0 0 0,1 1 1 0 0,-1-1-1 0 0,1 1 0 0 0,-1-1 1 0 0,0 0-1 0 0,1 1 0 0 0,-1-1 1 0 0,0 0-1 0 0,0 0 0 0 0,1 1 1 0 0,-1-1-1 0 0,0 0 0 0 0,0 1 1 0 0,0-1-1 0 0,0 0 1 0 0,0 0-1 0 0,0 0 0 0 0,0 1 1 0 0,0-2-1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3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0 240 0 0,'-56'6'4509'0'0,"46"0"-3202"0"0,-11-2-894 0 0,13-4-270 0 0,0 1 1 0 0,1 0-1 0 0,-1 1 1 0 0,0 0-1 0 0,1 0 1 0 0,0 1-1 0 0,-9 4 1 0 0,-65 29 616 0 0,80-34-731 0 0,0 1 0 0 0,0-1 0 0 0,0 0 0 0 0,0 1-1 0 0,1-1 1 0 0,-1 0 0 0 0,1 1 0 0 0,-1-1 0 0 0,1 1 0 0 0,0-1-1 0 0,0 1 1 0 0,0-1 0 0 0,0 1 0 0 0,0-1 0 0 0,2 6 0 0 0,-2 0 16 0 0,-1 28-35 0 0,0-25-5 0 0,0 0 1 0 0,1 0-1 0 0,0 0 1 0 0,1 0-1 0 0,0 0 1 0 0,0 0-1 0 0,4 11 0 0 0,7 9-3 0 0,2 6-10 0 0,11 43 1 0 0,15 138-113 0 0,-30-184 166 0 0,-7-24-27 0 0,0-1 0 0 0,0 1 0 0 0,-1 0 0 0 0,0-1 0 0 0,0 17 0 0 0,-1-17-4 0 0,-1 0-1 0 0,2 0 1 0 0,-1 0-1 0 0,1 0 1 0 0,1 0-1 0 0,4 10 1 0 0,-4-11-7 0 0,-1 0 1 0 0,1 0-1 0 0,-1 1 0 0 0,-1-1 1 0 0,1 0-1 0 0,-1 11 0 0 0,-1-13-3 0 0,1 1 0 0 0,0 0 0 0 0,0 0 0 0 0,0-1 0 0 0,1 1 0 0 0,0 0 0 0 0,0-1 0 0 0,5 9 0 0 0,1 5 17 0 0,19 49-9 0 0,16 49 67 0 0,-19-73-30 0 0,-3-9-86 0 0,19 78 36 0 0,-29-94 27 0 0,-9-18-24 0 0,-1 1 1 0 0,1 0-1 0 0,0 0 0 0 0,-1 1 0 0 0,0-1 1 0 0,1 0-1 0 0,-1 0 0 0 0,-1 1 1 0 0,1-1-1 0 0,0 0 0 0 0,-1 7 0 0 0,1-6 0 0 0,0 0 0 0 0,-1 0 0 0 0,1 0 0 0 0,0 1 0 0 0,1-1 0 0 0,-1-1 0 0 0,1 1 0 0 0,0 0 0 0 0,0 0 0 0 0,2 3 0 0 0,-2-5-2 0 0,0 0 0 0 0,-1 1 1 0 0,1-1-1 0 0,-1 0 0 0 0,0 1 1 0 0,0-1-1 0 0,0 0 0 0 0,0 1 0 0 0,0-1 1 0 0,0 1-1 0 0,-1 0 0 0 0,1-1 1 0 0,-1 1-1 0 0,0 0 0 0 0,0-1 1 0 0,0 1-1 0 0,0 0 0 0 0,0-1 1 0 0,0 1-1 0 0,-1-1 0 0 0,0 1 1 0 0,1 0-1 0 0,-1-1 0 0 0,0 1 1 0 0,-1 2-1 0 0,-3 3-31 0 0,2-5 32 0 0,1 0 0 0 0,-1 1 0 0 0,1-1-1 0 0,0 1 1 0 0,1-1 0 0 0,-1 1 0 0 0,0-1 0 0 0,1 1-1 0 0,0 0 1 0 0,0 0 0 0 0,0 0 0 0 0,0 0 0 0 0,1 0-1 0 0,0 0 1 0 0,0 0 0 0 0,0 0 0 0 0,0 0 0 0 0,0 0-1 0 0,1-1 1 0 0,-1 1 0 0 0,1 0 0 0 0,0 0 0 0 0,3 5-1 0 0,3 1-1 0 0,-6-9 0 0 0,1 0 0 0 0,-1 1 0 0 0,0-1 0 0 0,0 0 0 0 0,0 1 0 0 0,1-1 0 0 0,-2 1 0 0 0,1 0 0 0 0,0-1 0 0 0,0 1 0 0 0,0 0 0 0 0,-1-1 0 0 0,1 1 0 0 0,-1 0 0 0 0,1 0 0 0 0,-1-1 0 0 0,0 1 0 0 0,0 0 0 0 0,0 0 0 0 0,0 0 0 0 0,0 0 0 0 0,0-1 0 0 0,0 1 0 0 0,-1 0 0 0 0,1 0 0 0 0,-1 2 0 0 0,-7 8 1 0 0,6-10-1 0 0,1-1 1 0 0,-1 1 0 0 0,1-1-1 0 0,0 1 1 0 0,0 0-1 0 0,0 0 1 0 0,0 0-1 0 0,0-1 1 0 0,0 1-1 0 0,0 0 1 0 0,1 0-1 0 0,-1 0 1 0 0,1 0-1 0 0,-1 1 1 0 0,1-1-1 0 0,0 0 1 0 0,0 0-1 0 0,0 0 1 0 0,0 0-1 0 0,0 0 1 0 0,0 0-1 0 0,0 0 1 0 0,1 0-1 0 0,1 4 1 0 0,5 9 16 0 0,-4-10-12 0 0,-1 1 0 0 0,1-1 0 0 0,-1 1 0 0 0,0 0 0 0 0,-1 0 0 0 0,1 0 0 0 0,-1 0 0 0 0,0 0-1 0 0,0 8 1 0 0,-2 9 0 0 0,1-12 10 0 0,0 0 0 0 0,0 0 0 0 0,1-1 0 0 0,4 21 0 0 0,45 172 399 0 0,-49-191-346 0 0,0 0 0 0 0,0 0 0 0 0,-2 0 0 0 0,1 1 1 0 0,-2-1-1 0 0,1 0 0 0 0,-2 0 0 0 0,-4 16 0 0 0,-2 9 159 0 0,0 14 81 0 0,3-18-73 0 0,0-1 1 0 0,-13 34-1 0 0,10-41-36 0 0,5-10-5 0 0,-1 1 0 0 0,0-1 1 0 0,-2 0-1 0 0,1-1 0 0 0,-2 1 1 0 0,0-1-1 0 0,-1-1 0 0 0,-16 20 1 0 0,7-15-114 0 0,13-15-36 0 0,1 1 1 0 0,0 0-1 0 0,0 1 1 0 0,0-1 0 0 0,0 1-1 0 0,-3 6 1 0 0,-9 12 159 0 0,14-21-191 0 0,0 0 0 0 0,1 1 0 0 0,-1-1 0 0 0,0 0 0 0 0,1 1 0 0 0,0-1-1 0 0,-1 1 1 0 0,1 0 0 0 0,0-1 0 0 0,0 1 0 0 0,0 0 0 0 0,1 0 0 0 0,-1-1 0 0 0,1 4-1 0 0,0-2-33 0 0,0-1 0 0 0,1 0 0 0 0,0 0-1 0 0,-1 1 1 0 0,1-1 0 0 0,1 0 0 0 0,-1 0-1 0 0,0 0 1 0 0,1 0 0 0 0,-1 0 0 0 0,1 0-1 0 0,0-1 1 0 0,0 1 0 0 0,0 0 0 0 0,4 2-1 0 0,41 34-949 0 0,-33-28 530 0 0,4 2-331 0 0,1-1-1 0 0,0-1 1 0 0,0-1-1 0 0,1 0 1 0 0,30 9-1 0 0,15 2-2376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38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2241 0 0,'0'2'64'0'0,"1"0"0"0"0,-1 0 0 0 0,0 0 0 0 0,0 0 0 0 0,0 0 0 0 0,0 0 0 0 0,0 1 0 0 0,0-1 0 0 0,0 0 0 0 0,0 0 0 0 0,-1 0 0 0 0,0 0 0 0 0,1 0 0 0 0,-1 0 0 0 0,0 0 0 0 0,0 0 1 0 0,0 0-1 0 0,0-1 0 0 0,0 1 0 0 0,0 0 0 0 0,0 0 0 0 0,-1-1 0 0 0,1 1 0 0 0,-1-1 0 0 0,1 1 0 0 0,-1-1 0 0 0,1 0 0 0 0,-1 0 0 0 0,-3 2 0 0 0,4-2-56 0 0,1-1-1 0 0,-1 0 1 0 0,1 0 0 0 0,0 0 0 0 0,-1 1-1 0 0,1-1 1 0 0,0 0 0 0 0,-1 0-1 0 0,1 1 1 0 0,0-1 0 0 0,-1 0 0 0 0,1 1-1 0 0,0-1 1 0 0,0 0 0 0 0,0 1 0 0 0,-1-1-1 0 0,1 1 1 0 0,0-1 0 0 0,0 0-1 0 0,0 1 1 0 0,0-1 0 0 0,0 1 0 0 0,-1-1-1 0 0,1 1 1 0 0,0-1 0 0 0,0 0-1 0 0,0 1 1 0 0,0-1 0 0 0,0 1 0 0 0,1-1-1 0 0,-1 1 1 0 0,0-1 0 0 0,0 0 0 0 0,0 1-1 0 0,0-1 1 0 0,0 1 0 0 0,0-1-1 0 0,1 0 1 0 0,-1 1 0 0 0,0-1 0 0 0,0 0-1 0 0,1 1 1 0 0,-1-1 0 0 0,0 0 0 0 0,1 1-1 0 0,-1-1 1 0 0,0 0 0 0 0,0 0-1 0 0,1 1 1 0 0,-1-1 0 0 0,1 0 0 0 0,18 12 137 0 0,-17-12-105 0 0,-1 2-7 0 0,0 0 1 0 0,0 0-1 0 0,-1 0 1 0 0,1 0-1 0 0,0 0 1 0 0,-1 0-1 0 0,1 0 1 0 0,-1 0-1 0 0,0 1 0 0 0,0-1 1 0 0,0 0-1 0 0,0 0 1 0 0,0 0-1 0 0,-1 4 1 0 0,1 12 291 0 0,5-17-365 0 0,-5-1 25 0 0,1 1 3 0 0,0-1 1 0 0,0 0-1 0 0,0 0 1 0 0,0 0-1 0 0,1 0 1 0 0,-1 0-1 0 0,0 0 0 0 0,0 0 1 0 0,0 0-1 0 0,0 0 1 0 0,0 0-1 0 0,0-1 1 0 0,0 1-1 0 0,0 0 1 0 0,0-1-1 0 0,0 1 1 0 0,0-1-1 0 0,0 1 1 0 0,0-1-1 0 0,0 1 1 0 0,0-1-1 0 0,1-1 1 0 0,0 0-139 0 0,1 0 1 0 0,-1 0 0 0 0,1 0 0 0 0,0 0-1 0 0,0 1 1 0 0,0-1 0 0 0,0 1 0 0 0,0 0-1 0 0,0 0 1 0 0,0 0 0 0 0,0 0 0 0 0,4 0-1 0 0,7-4-951 0 0,-9-3-713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3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1 160 0 0,'0'81'3535'0'0,"0"-79"-3498"0"0,0 0-1 0 0,0 0 1 0 0,0 0-1 0 0,0 0 1 0 0,-1-1-1 0 0,1 1 1 0 0,-1 0-1 0 0,1 0 1 0 0,-1 0-1 0 0,0 0 1 0 0,0-1-1 0 0,1 1 1 0 0,-1 0-1 0 0,0-1 1 0 0,-1 1-1 0 0,1-1 1 0 0,0 1 0 0 0,-3 1-1 0 0,3-1-10 0 0,-1-1 0 0 0,1 1 0 0 0,0-1 0 0 0,0 1 0 0 0,-1-1 0 0 0,1 1 0 0 0,0 0 0 0 0,0 0 0 0 0,1 0 0 0 0,-1-1 0 0 0,0 1 0 0 0,1 0-1 0 0,-1 0 1 0 0,1 0 0 0 0,-1 0 0 0 0,1 0 0 0 0,0 0 0 0 0,0 4 0 0 0,0 75 761 0 0,0-81-780 0 0,0 1 0 0 0,-1-1 0 0 0,1 1 0 0 0,0 0 0 0 0,0-1 0 0 0,0 1 0 0 0,0 0 0 0 0,0-1 0 0 0,1 1-1 0 0,-1-1 1 0 0,0 1 0 0 0,0 0 0 0 0,0-1 0 0 0,0 1 0 0 0,1-1 0 0 0,-1 1 0 0 0,0 0 0 0 0,1-1 0 0 0,-1 1 0 0 0,0-1 0 0 0,1 1-1 0 0,-1-1 1 0 0,1 1 0 0 0,-1-1 0 0 0,1 0 0 0 0,-1 1 0 0 0,1-1 0 0 0,-1 1 0 0 0,1-1 0 0 0,-1 0 0 0 0,1 1 0 0 0,-1-1 0 0 0,1 0-1 0 0,0 0 1 0 0,-1 0 0 0 0,1 1 0 0 0,-1-1 0 0 0,1 0 0 0 0,0 0 0 0 0,-1 0 0 0 0,2 0 0 0 0,0 2 102 0 0,-14 10-15 0 0,11-11-84 0 0,0-1 1 0 0,1 1 0 0 0,-1 0-1 0 0,0-1 1 0 0,1 1-1 0 0,-1 0 1 0 0,1 0-1 0 0,-1 0 1 0 0,1-1 0 0 0,0 1-1 0 0,-1 0 1 0 0,1 0-1 0 0,0 0 1 0 0,-1 0-1 0 0,1 0 1 0 0,0 0 0 0 0,0 0-1 0 0,0 0 1 0 0,0 0-1 0 0,0 0 1 0 0,0 0 0 0 0,0 0-1 0 0,0 0 1 0 0,0 0-1 0 0,0-1 1 0 0,1 1-1 0 0,-1 0 1 0 0,0 0 0 0 0,1 0-1 0 0,-1 0 1 0 0,1 1-1 0 0,19 22 111 0 0,-15-18-100 0 0,-3-3-13 0 0,-1 0-1 0 0,0 0 1 0 0,0 1 0 0 0,0-1-1 0 0,0 1 1 0 0,0-1 0 0 0,-1 1 0 0 0,1-1-1 0 0,-1 1 1 0 0,0-1 0 0 0,0 1-1 0 0,-1-1 1 0 0,1 1 0 0 0,-1 0-1 0 0,0 3 1 0 0,0-3 5 0 0,0 0 0 0 0,0 0 0 0 0,1 0 1 0 0,0 0-1 0 0,-1 0 0 0 0,2 0 0 0 0,-1 0 0 0 0,0 0 0 0 0,1-1 0 0 0,0 1 0 0 0,-1 0 1 0 0,2 0-1 0 0,1 5 0 0 0,4 2-6 0 0,-5-7 4 0 0,0-1 0 0 0,0 1 0 0 0,0-1 0 0 0,0 1 0 0 0,0 0 0 0 0,-1 0-1 0 0,0 0 1 0 0,0 0 0 0 0,0 0 0 0 0,0 0 0 0 0,0 0 0 0 0,-1 0 0 0 0,0 5 0 0 0,0 13 41 0 0,-1-12-32 0 0,1 0 0 0 0,0 0 1 0 0,1 0-1 0 0,0 0 0 0 0,3 13 0 0 0,6 3 25 0 0,-7-19-20 0 0,0 0-1 0 0,-1 1 0 0 0,0-1 1 0 0,0 1-1 0 0,-1-1 1 0 0,0 1-1 0 0,0 10 0 0 0,-1 8 49 0 0,-1-14-39 0 0,1 1-1 0 0,0-1 1 0 0,1 1-1 0 0,4 22 1 0 0,3-9-1 0 0,-4-12-8 0 0,0 0 1 0 0,-1 1-1 0 0,0-1 0 0 0,1 28 1 0 0,-4-28-3 0 0,2 0 0 0 0,0 1 1 0 0,0-1-1 0 0,7 17 0 0 0,-5-16-1 0 0,-1-1 0 0 0,0 0 0 0 0,-1 1 0 0 0,1 18 0 0 0,-1-6-117 0 0,1-1 0 0 0,2 0 0 0 0,1-1 0 0 0,15 46 0 0 0,-3-13-523 0 0,-8-8-423 0 0,-8-45 799 0 0,1 0 0 0 0,0 0 0 0 0,0 0 0 0 0,0 0 0 0 0,0-1 0 0 0,5 6 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0 800 0 0,'-30'6'2081'0'0,"0"-6"-1440"0"0,6 0-81 0 0,-6 0-240 0 0,-1 0-160 0 0,1 0-80 0 0,0 0-80 0 0,0 0-320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152 101 240 0 0,'-81'0'4442'0'0,"67"0"-3750"0"0,-7-2 486 0 0,21 1-1159 0 0,-1 1 1 0 0,0-1-1 0 0,1 0 0 0 0,0 1 0 0 0,-1-1 1 0 0,1 0-1 0 0,-1 1 0 0 0,1-1 1 0 0,0 0-1 0 0,-1 0 0 0 0,1 0 1 0 0,0 1-1 0 0,0-1 0 0 0,0 0 0 0 0,0 0 1 0 0,-1 0-1 0 0,1 0 0 0 0,0 1 1 0 0,0-1-1 0 0,1 0 0 0 0,-1-1 1 0 0,0 2-8 0 0,0-1 0 0 0,0 1 0 0 0,-1-1 0 0 0,1 0 0 0 0,0 1 0 0 0,0-1 0 0 0,0 1 0 0 0,-1-1 0 0 0,1 1 0 0 0,0 0 0 0 0,-1-1 0 0 0,1 1 0 0 0,0-1 0 0 0,-1 1 0 0 0,1-1 0 0 0,0 1 0 0 0,-1 0 0 0 0,1-1 0 0 0,-1 1 0 0 0,1 0 0 0 0,-1-1 0 0 0,1 1 0 0 0,-1 0 0 0 0,1 0 0 0 0,-1 0 0 0 0,1-1 0 0 0,-1 1 0 0 0,1 0 0 0 0,-1 0 0 0 0,0 0 0 0 0,0 0 11 0 0,0 0 1 0 0,0 0-1 0 0,0-1 1 0 0,0 1-1 0 0,1 0 1 0 0,-1-1 0 0 0,0 1-1 0 0,0 0 1 0 0,0-1-1 0 0,1 1 1 0 0,-1-1 0 0 0,0 1-1 0 0,1-1 1 0 0,-1 1-1 0 0,0-1 1 0 0,1 0-1 0 0,-1 1 1 0 0,1-1 0 0 0,-1 0-1 0 0,1 1 1 0 0,-1-1-1 0 0,1 0 1 0 0,-1 0 0 0 0,1 0-1 0 0,0 1 1 0 0,-1-1-1 0 0,1 0 1 0 0,0 0-1 0 0,0 0 1 0 0,0 0 0 0 0,0 1-1 0 0,0-1 1 0 0,0-1-1 0 0,0 0 12 0 0,1 1-1 0 0,-1-1 0 0 0,1 1 0 0 0,0 0 1 0 0,0-1-1 0 0,0 1 0 0 0,0 0 0 0 0,0-1 1 0 0,0 1-1 0 0,0 0 0 0 0,0 0 0 0 0,0 0 1 0 0,1 0-1 0 0,-1 0 0 0 0,0 0 0 0 0,1 0 0 0 0,-1 1 1 0 0,1-1-1 0 0,-1 0 0 0 0,1 1 0 0 0,-1-1 1 0 0,1 1-1 0 0,-1-1 0 0 0,2 1 0 0 0,49-12 133 0 0,-44 10-136 0 0,14-1 41 0 0,0 0 0 0 0,26 0-1 0 0,-39 3-50 0 0,0 0-1 0 0,-1 0 1 0 0,1 1 0 0 0,0 1-1 0 0,-1-1 1 0 0,1 2-1 0 0,-1-1 1 0 0,12 5-1 0 0,-17-5-11 0 0,0 0 0 0 0,-1 0-1 0 0,1 1 1 0 0,-1-1 0 0 0,0 0-1 0 0,0 1 1 0 0,0 0-1 0 0,0-1 1 0 0,0 1 0 0 0,-1 0-1 0 0,1 0 1 0 0,-1 0 0 0 0,0 0-1 0 0,0 0 1 0 0,0 0-1 0 0,0 0 1 0 0,0 0 0 0 0,0 1-1 0 0,-1-1 1 0 0,0 0-1 0 0,0 5 1 0 0,1 2 2 0 0,-1 1-1 0 0,-1-1 1 0 0,0 1 0 0 0,0-1-1 0 0,-4 13 1 0 0,3-18-7 0 0,-1 0 0 0 0,1-1 1 0 0,-1 1-1 0 0,0-1 0 0 0,0 0 0 0 0,0 0 1 0 0,0 0-1 0 0,-1 0 0 0 0,1-1 0 0 0,-1 1 1 0 0,0-1-1 0 0,0 0 0 0 0,0 0 0 0 0,-1-1 1 0 0,1 1-1 0 0,-8 2 0 0 0,-3 4 4 0 0,-48 22 90 0 0,55-28-88 0 0,0 0 0 0 0,1 1 1 0 0,-1 0-1 0 0,1 0 1 0 0,-13 9-1 0 0,7-4 97 0 0,3-3-58 0 0,28-6 115 0 0,18-5-119 0 0,-1-2-1 0 0,45-13 0 0 0,-62 15-52 0 0,0 0 0 0 0,0 2-1 0 0,0 0 1 0 0,1 1 0 0 0,-1 1-1 0 0,1 0 1 0 0,20 3 0 0 0,-31-1 8 0 0,0 0 0 0 0,0 1 0 0 0,-1 0 0 0 0,1 0 0 0 0,-1 0 0 0 0,1 1 0 0 0,-1 0 0 0 0,10 7 0 0 0,-13-8 1 0 0,0 1 0 0 0,-1 0-1 0 0,1 0 1 0 0,-1 0 0 0 0,0 1 0 0 0,0-1 0 0 0,0 1 0 0 0,0-1-1 0 0,0 1 1 0 0,-1 0 0 0 0,0 0 0 0 0,0 0 0 0 0,0 1-1 0 0,0-1 1 0 0,1 6 0 0 0,-2-7 1 0 0,-1 0-1 0 0,1-1 0 0 0,-1 1 1 0 0,1 0-1 0 0,-1 0 1 0 0,0-1-1 0 0,0 1 1 0 0,0 0-1 0 0,-1 0 1 0 0,1-1-1 0 0,-1 1 1 0 0,1 0-1 0 0,-1-1 0 0 0,0 1 1 0 0,0-1-1 0 0,0 1 1 0 0,-1-1-1 0 0,1 1 1 0 0,0-1-1 0 0,-1 0 1 0 0,0 1-1 0 0,1-1 1 0 0,-1 0-1 0 0,-3 3 0 0 0,-1 0-4 0 0,-1-1-1 0 0,0 1 0 0 0,0-1 0 0 0,0 0 1 0 0,0-1-1 0 0,0 1 0 0 0,-1-1 0 0 0,-11 2 0 0 0,-11 2 21 0 0,-1-1-1 0 0,-1-1 0 0 0,-32 0 0 0 0,44-5-456 0 0,-1 0-1 0 0,0-1 1 0 0,-39-7 0 0 0,52 6 137 0 0,0 0-1 0 0,0 0 1 0 0,0 0 0 0 0,1-1 0 0 0,-1-1 0 0 0,1 1 0 0 0,0-1 0 0 0,0 0-1 0 0,0-1 1 0 0,-7-5 0 0 0,13 9 142 0 0,0 0-1 0 0,0 0 1 0 0,0 0 0 0 0,1 0-1 0 0,-1 0 1 0 0,0 0-1 0 0,1-1 1 0 0,-1 1 0 0 0,0 0-1 0 0,1 0 1 0 0,-1 0-1 0 0,1-1 1 0 0,0 1-1 0 0,-1 0 1 0 0,1-1 0 0 0,0 1-1 0 0,0 0 1 0 0,0-1-1 0 0,0-1 1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329 282 2001 0 0,'-60'26'2205'0'0,"-21"12"5"0"0,60-19-1865 0 0,20-17-333 0 0,-1 0 1 0 0,1 0-1 0 0,-1 0 0 0 0,0-1 1 0 0,0 1-1 0 0,0 0 0 0 0,0-1 0 0 0,0 1 1 0 0,0-1-1 0 0,-4 2 0 0 0,-10 5 149 0 0,0 0-1 0 0,1 1 0 0 0,0 1 0 0 0,1 0 0 0 0,-23 22 0 0 0,34-30-137 0 0,1 0 1 0 0,-1 1-1 0 0,1-1 0 0 0,0 1 0 0 0,0-1 0 0 0,0 1 0 0 0,0 0 0 0 0,0 0 0 0 0,1 0 0 0 0,-1 0 0 0 0,1 0 0 0 0,0 0 1 0 0,0 0-1 0 0,0 0 0 0 0,0 0 0 0 0,1 1 0 0 0,-1-1 0 0 0,1 0 0 0 0,0 0 0 0 0,0 1 0 0 0,0-1 0 0 0,0 0 0 0 0,1 1 1 0 0,-1-1-1 0 0,1 0 0 0 0,0 0 0 0 0,0 0 0 0 0,0 1 0 0 0,0-1 0 0 0,0 0 0 0 0,1 0 0 0 0,-1 0 0 0 0,1-1 0 0 0,0 1 1 0 0,0 0-1 0 0,0-1 0 0 0,0 1 0 0 0,1-1 0 0 0,-1 0 0 0 0,4 3 0 0 0,14 11 84 0 0,0-1 0 0 0,1-1-1 0 0,0-1 1 0 0,1 0 0 0 0,1-2 0 0 0,0-1 0 0 0,1-1-1 0 0,0 0 1 0 0,0-2 0 0 0,0-1 0 0 0,28 3 0 0 0,-11-3 55 0 0,0-2 0 0 0,0-2 0 0 0,0-2 0 0 0,1-1 0 0 0,72-13 0 0 0,-100 11-124 0 0,0 0 0 0 0,0 0 0 0 0,0-1 0 0 0,0-1 0 0 0,-1-1 0 0 0,1 0-1 0 0,-2 0 1 0 0,1-1 0 0 0,-1-1 0 0 0,0 0 0 0 0,0-1 0 0 0,18-17 0 0 0,-24 19-24 0 0,0-1 0 0 0,0 0 0 0 0,-1 0 0 0 0,0-1 0 0 0,0 1 0 0 0,-1-1 0 0 0,0 0 1 0 0,-1 0-1 0 0,0 0 0 0 0,0-1 0 0 0,-1 1 0 0 0,-1-1 0 0 0,1 1 0 0 0,-1-1 0 0 0,-1 0 0 0 0,0 1 1 0 0,0-1-1 0 0,-3-15 0 0 0,-3-18-72 0 0,-2-1 0 0 0,-13-42 0 0 0,17 71-48 0 0,-1 1-1 0 0,-1 0 0 0 0,0 0 1 0 0,-1 0-1 0 0,0 0 0 0 0,-1 1 0 0 0,-1 0 1 0 0,0 1-1 0 0,-20-21 0 0 0,16 22-5 0 0,-2 1 1 0 0,1 0-1 0 0,-2 1 0 0 0,1 1 1 0 0,-1 0-1 0 0,0 1 0 0 0,-1 1 0 0 0,1 0 1 0 0,-1 1-1 0 0,-19-3 0 0 0,-1 2-224 0 0,-2 1-1 0 0,1 2 1 0 0,-59 2 0 0 0,73 3-71 0 0,0 0 0 0 0,1 1 0 0 0,-27 8 0 0 0,-45 24-2367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7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211 254 2001 0 0,'-38'8'2050'0'0,"27"-5"-1671"0"0,0-1-1 0 0,0 0 1 0 0,1 0 0 0 0,-1-1-1 0 0,-13-1 1 0 0,39-6-206 0 0,-60-38 868 0 0,44 43-1028 0 0,0 0-1 0 0,1 1 1 0 0,-1-1 0 0 0,1 0 0 0 0,-1 0 0 0 0,1 0-1 0 0,0 0 1 0 0,-1 0 0 0 0,1 0 0 0 0,0 0 0 0 0,0 0-1 0 0,-1 0 1 0 0,1 0 0 0 0,0 0 0 0 0,0 0 0 0 0,0 0-1 0 0,0-1 1 0 0,-4-18 210 0 0,0 15-191 0 0,1-1 0 0 0,0 1 0 0 0,0 0 0 0 0,1-1 0 0 0,-1 0 0 0 0,1 0 0 0 0,1 0 0 0 0,-1 0 0 0 0,1 0 0 0 0,0 0 0 0 0,0 0 1 0 0,1 0-1 0 0,0 0 0 0 0,0-7 0 0 0,1 9-20 0 0,-1 1 1 0 0,1-1 0 0 0,-1 0-1 0 0,0 0 1 0 0,-1 1 0 0 0,1-1-1 0 0,-1 0 1 0 0,1 0 0 0 0,-1 1 0 0 0,0-1-1 0 0,0 1 1 0 0,-1-1 0 0 0,1 1-1 0 0,-1-1 1 0 0,0 1 0 0 0,0 0 0 0 0,0 0-1 0 0,0 0 1 0 0,0 0 0 0 0,-5-4-1 0 0,7 7-10 0 0,0 0-1 0 0,0 0 0 0 0,-1 0 0 0 0,1 0 0 0 0,0-1 1 0 0,0 1-1 0 0,0 0 0 0 0,-1 0 0 0 0,1 0 0 0 0,0 0 1 0 0,0-1-1 0 0,0 1 0 0 0,-1 0 0 0 0,1 0 1 0 0,0 0-1 0 0,0-1 0 0 0,0 1 0 0 0,0 0 0 0 0,0 0 1 0 0,0 0-1 0 0,0-1 0 0 0,0 1 0 0 0,-1 0 0 0 0,1 0 1 0 0,0-1-1 0 0,0 1 0 0 0,0 0 0 0 0,0 0 1 0 0,0-1-1 0 0,0 1 0 0 0,0 0 0 0 0,0 0 0 0 0,1-1 1 0 0,-1 1-1 0 0,0 0 0 0 0,0 0 0 0 0,0-1 0 0 0,0 1 1 0 0,0 0-1 0 0,0 0 0 0 0,0-1 0 0 0,0 1 0 0 0,1 0 1 0 0,-1 0-1 0 0,0 0 0 0 0,0-1 0 0 0,0 1 1 0 0,1 0-1 0 0,-1 0 0 0 0,0 0 0 0 0,0 0 0 0 0,0 0 1 0 0,1-1-1 0 0,-1 1 0 0 0,20-2 79 0 0,-15 2 0 0 0,-4 1-76 0 0,0 0 0 0 0,0 0 0 0 0,-1 0 0 0 0,1 0 0 0 0,0 0-1 0 0,0-1 1 0 0,0 1 0 0 0,0 0 0 0 0,0-1 0 0 0,0 1 0 0 0,0-1 0 0 0,0 1 0 0 0,0-1 0 0 0,0 1 0 0 0,0-1-1 0 0,0 0 1 0 0,0 1 0 0 0,2-1 0 0 0,3 2 2 0 0,34 49 74 0 0,-33-45-80 0 0,-5-5 0 0 0,-1 0 0 0 0,0 0 0 0 0,1 0 0 0 0,-1 0 0 0 0,0 0 0 0 0,0 1 0 0 0,0-1 0 0 0,0 0 0 0 0,0 0 0 0 0,0 1 0 0 0,0-1 0 0 0,-1 1 0 0 0,1-1 0 0 0,0 0 0 0 0,-1 1 0 0 0,1 0 0 0 0,-1-1 0 0 0,0 1 0 0 0,1-1 0 0 0,-1 3 0 0 0,0-3 0 0 0,0 0 0 0 0,0 0 0 0 0,0 0 0 0 0,0 0 0 0 0,0 0 0 0 0,0 0 0 0 0,1-1 0 0 0,-1 1 0 0 0,0 0 0 0 0,0 0 0 0 0,1 0 0 0 0,-1 0 0 0 0,1 0 0 0 0,-1 0 0 0 0,1-1 0 0 0,-1 1 0 0 0,1 0 0 0 0,-1 0 0 0 0,1-1 0 0 0,0 1 0 0 0,0 0 0 0 0,-1-1 0 0 0,1 1 0 0 0,0-1 0 0 0,0 1 0 0 0,1 0 0 0 0,5 8 0 0 0,-11-5 0 0 0,4-4 0 0 0,-1 0 0 0 0,0 0 0 0 0,0 1 0 0 0,1-1 0 0 0,-1 1 0 0 0,0-1 0 0 0,1 1 0 0 0,-1-1 0 0 0,1 1 0 0 0,-1-1 0 0 0,0 1 0 0 0,1 0 0 0 0,-1-1 0 0 0,1 1 0 0 0,0 0 0 0 0,-1-1 0 0 0,1 1 0 0 0,-1 0 0 0 0,1 0 0 0 0,0-1 0 0 0,0 1 0 0 0,-1 0 0 0 0,1 0 0 0 0,0 0 0 0 0,0-1 0 0 0,0 1 0 0 0,0 0 0 0 0,0 0 0 0 0,0 0 0 0 0,0-1 0 0 0,0 1 0 0 0,0 0 0 0 0,1 0 0 0 0,-1 0 0 0 0,2 1 4 0 0,0 0-1 0 0,0-1 0 0 0,0 1 1 0 0,0 0-1 0 0,0 0 0 0 0,-1 0 1 0 0,1 0-1 0 0,-1 0 0 0 0,1 0 1 0 0,-1 0-1 0 0,1 3 0 0 0,2 40 37 0 0,-4-42-40 0 0,-1 0-1 0 0,1 0 1 0 0,0 0-1 0 0,-1-1 1 0 0,2 1-1 0 0,-1 0 0 0 0,0 0 1 0 0,0 0-1 0 0,1 0 1 0 0,0 0-1 0 0,-1 0 1 0 0,1-1-1 0 0,0 1 1 0 0,0 0-1 0 0,1-1 1 0 0,-1 1-1 0 0,1-1 1 0 0,-1 1-1 0 0,1-1 1 0 0,0 0-1 0 0,0 1 0 0 0,0-1 1 0 0,0 0-1 0 0,3 3 1 0 0,0 8 14 0 0,0-1-15 0 0,5-8 3 0 0,-1 0 0 0 0,1 0 1 0 0,0-1-1 0 0,-1-1 0 0 0,1 1 0 0 0,1-2 0 0 0,-1 1 0 0 0,0-1 0 0 0,0-1 0 0 0,20-1 1 0 0,8-2 18 0 0,52-10 1 0 0,-88 13-21 0 0,1-1 0 0 0,-1 1 0 0 0,0-1 0 0 0,1 0 0 0 0,-1 1 1 0 0,0-1-1 0 0,0 0 0 0 0,0 0 0 0 0,0 0 0 0 0,0-1 0 0 0,3-1 0 0 0,6-4-1 0 0,-8 5 3 0 0,1 1-1 0 0,-1-1 0 0 0,0 0 1 0 0,0 0-1 0 0,0 0 0 0 0,-1 0 1 0 0,1 0-1 0 0,0 0 0 0 0,-1-1 1 0 0,0 1-1 0 0,1-1 1 0 0,-1 0-1 0 0,0 0 0 0 0,0 0 1 0 0,-1 0-1 0 0,1 0 0 0 0,-1 0 1 0 0,1 0-1 0 0,0-5 0 0 0,1-4 27 0 0,-1-1 1 0 0,-1 1-1 0 0,0-1 0 0 0,-1-17 0 0 0,0 16 5 0 0,2 58-47 0 0,14 83 1 0 0,-9-84 37 0 0,23 117 2 0 0,-28-147-14 0 0,0 0 0 0 0,0 0 1 0 0,-2 0-1 0 0,0 22 1 0 0,-1-7-41 0 0,10-36-389 0 0,-1 1 0 0 0,0-1 0 0 0,0-1 1 0 0,-1 1-1 0 0,8-13 0 0 0,-5-23-1158 0 0,16-21-2014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8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14 560 0 0,'-9'0'694'0'0,"-7"-1"3655"0"0,41-6-4016 0 0,-26 6-134 0 0,7-2-158 0 0,10 2 1149 0 0,-28 8-761 0 0,-47 16-366 0 0,44-17 96 0 0,-22 8 101 0 0,-52 28 1 0 0,77-35-155 0 0,1 0 1 0 0,0 1 0 0 0,0 0-1 0 0,0 0 1 0 0,1 1 0 0 0,0 1-1 0 0,0 0 1 0 0,-9 14 0 0 0,18-23-98 0 0,0 0 1 0 0,0 0 0 0 0,0 0-1 0 0,1 0 1 0 0,-1 0 0 0 0,1 0-1 0 0,-1 0 1 0 0,1 1 0 0 0,-1-1-1 0 0,1 0 1 0 0,-1 0 0 0 0,1 0-1 0 0,0 0 1 0 0,0 1 0 0 0,0-1-1 0 0,0 0 1 0 0,0 0-1 0 0,0 1 1 0 0,0-1 0 0 0,0 0-1 0 0,0 0 1 0 0,0 0 0 0 0,1 1-1 0 0,-1-1 1 0 0,1 0 0 0 0,-1 0-1 0 0,0 0 1 0 0,1 0 0 0 0,0 0-1 0 0,-1 0 1 0 0,1 0 0 0 0,0 0-1 0 0,0 0 1 0 0,-1 0 0 0 0,1 0-1 0 0,0 0 1 0 0,0 0 0 0 0,0 0-1 0 0,0-1 1 0 0,0 1 0 0 0,0 0-1 0 0,0-1 1 0 0,0 1 0 0 0,1-1-1 0 0,-1 1 1 0 0,1-1 0 0 0,8 4 25 0 0,1-1 1 0 0,-1 0 0 0 0,1 0 0 0 0,13 0-1 0 0,-13-1 0 0 0,397 30 329 0 0,-374-31-342 0 0,-13 0-18 0 0,1 2-1 0 0,-1 0 1 0 0,31 8-1 0 0,-50-11-3 0 0,0 1 0 0 0,0-1 0 0 0,0 1 0 0 0,-1-1 1 0 0,1 1-1 0 0,0 0 0 0 0,0 0 0 0 0,0 0 0 0 0,0 0 0 0 0,-1 0 0 0 0,1 0 0 0 0,0 0 1 0 0,-1 0-1 0 0,1 1 0 0 0,-1-1 0 0 0,0 1 0 0 0,1-1 0 0 0,1 4 0 0 0,-3-4 1 0 0,0 0-1 0 0,0 0 1 0 0,0 0-1 0 0,0 1 1 0 0,0-1-1 0 0,0 0 0 0 0,0 0 1 0 0,0 0-1 0 0,0 1 1 0 0,-1-1-1 0 0,1 0 1 0 0,0 0-1 0 0,-1 0 1 0 0,1 0-1 0 0,-1 0 0 0 0,1 0 1 0 0,-1 0-1 0 0,0 0 1 0 0,1 0-1 0 0,-1 0 1 0 0,0 0-1 0 0,-1 1 1 0 0,-8 7 10 0 0,0-1 0 0 0,0 0 1 0 0,-1 0-1 0 0,-16 7 1 0 0,15-8 11 0 0,-13 10 37 0 0,8-6-1 0 0,0-1-1 0 0,-1 0 0 0 0,-26 10 1 0 0,-113 31 74 0 0,129-44-306 0 0,0 0-1 0 0,0-2 1 0 0,-47 2-1 0 0,64-7-999 0 0,42-14-2723 0 0,-1-4 1055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49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15 1121 0 0,'0'-1'106'0'0,"-1"0"0"0"0,0 0 0 0 0,0 0 0 0 0,1 0 1 0 0,-1 0-1 0 0,0 0 0 0 0,0 0 0 0 0,0 0 1 0 0,0 1-1 0 0,0-1 0 0 0,0 0 0 0 0,0 1 0 0 0,0-1 1 0 0,0 1-1 0 0,0-1 0 0 0,0 1 0 0 0,0-1 1 0 0,-1 1-1 0 0,1 0 0 0 0,0 0 0 0 0,0 0 1 0 0,0-1-1 0 0,-1 1 0 0 0,1 0 0 0 0,-1 1 0 0 0,-36-2 1201 0 0,20 4-1120 0 0,0 0 0 0 0,1 1-1 0 0,-1 1 1 0 0,1 0 0 0 0,0 2 0 0 0,1 0-1 0 0,-1 0 1 0 0,-21 16 0 0 0,24-15-69 0 0,2 1 1 0 0,-1 1 0 0 0,1 0-1 0 0,1 1 1 0 0,0 0-1 0 0,0 1 1 0 0,1 0-1 0 0,-12 21 1 0 0,15-19-16 0 0,6-11-76 0 0,0 0 0 0 0,0 0 0 0 0,0-1 0 0 0,-1 1 0 0 0,0 0 0 0 0,1-1 0 0 0,-1 0 0 0 0,0 1 0 0 0,0-1 0 0 0,0 0-1 0 0,0 0 1 0 0,-1 0 0 0 0,-3 3 0 0 0,1-2 20 0 0,1 1 0 0 0,0 0 0 0 0,-1 0 0 0 0,2 0 0 0 0,-1 0 0 0 0,0 1 0 0 0,1-1 0 0 0,0 1 0 0 0,0 0 0 0 0,0 0 0 0 0,1 0 0 0 0,-4 10 0 0 0,-5 11 116 0 0,9-23-143 0 0,0 1 1 0 0,-1-1-1 0 0,1 0 1 0 0,-1 0-1 0 0,0 0 1 0 0,0 0-1 0 0,-5 3 1 0 0,-16 19 68 0 0,-6 38 218 0 0,29-60-268 0 0,0 1-1 0 0,0-1 1 0 0,0 1-1 0 0,0-1 1 0 0,1 1 0 0 0,-1-1-1 0 0,1 1 1 0 0,0 0-1 0 0,0-1 1 0 0,1 1-1 0 0,-1-1 1 0 0,1 1 0 0 0,0 0-1 0 0,0-1 1 0 0,0 0-1 0 0,0 1 1 0 0,0-1 0 0 0,1 0-1 0 0,0 1 1 0 0,-1-1-1 0 0,1 0 1 0 0,0 0-1 0 0,1 0 1 0 0,-1-1 0 0 0,0 1-1 0 0,6 4 1 0 0,2 3 96 0 0,1 0 1 0 0,1-1-1 0 0,-1-1 0 0 0,1 0 1 0 0,23 11-1 0 0,-4-6-47 0 0,1 0-1 0 0,0-3 0 0 0,1 0 1 0 0,0-3-1 0 0,1 0 1 0 0,61 3-1 0 0,-4-7-33 0 0,125-12 1 0 0,-183 7-33 0 0,-18 2-8 0 0,-1-1 0 0 0,0-1-1 0 0,0 1 1 0 0,0-2 0 0 0,-1 0 0 0 0,1-1 0 0 0,-1 0 0 0 0,19-10-1 0 0,-28 13-19 0 0,0-2 0 0 0,0 1-1 0 0,0 0 1 0 0,0-1-1 0 0,0 0 1 0 0,-1 1 0 0 0,0-1-1 0 0,1-1 1 0 0,-1 1 0 0 0,0 0-1 0 0,-1-1 1 0 0,1 0-1 0 0,0 0 1 0 0,-1 1 0 0 0,2-6-1 0 0,-2 3-32 0 0,-1 1 0 0 0,1-1-1 0 0,-1 0 1 0 0,-1 0 0 0 0,1 0-1 0 0,-1 0 1 0 0,0 0 0 0 0,0 0-1 0 0,-1 0 1 0 0,0 0-1 0 0,0 0 1 0 0,-2-8 0 0 0,-1 3 5 0 0,0-1 1 0 0,0 1 0 0 0,-1 0-1 0 0,0 0 1 0 0,-1 1 0 0 0,0-1 0 0 0,-1 1-1 0 0,0 0 1 0 0,-1 1 0 0 0,0 0-1 0 0,0 0 1 0 0,-1 1 0 0 0,0 0-1 0 0,0 0 1 0 0,-1 1 0 0 0,0 0-1 0 0,0 1 1 0 0,-1 0 0 0 0,-13-5-1 0 0,-16-5 40 0 0,0 3-1 0 0,-1 1 0 0 0,0 1 0 0 0,-45-4 0 0 0,5 4 122 0 0,-1 4 0 0 0,0 3 0 0 0,-146 13-1 0 0,205-8-95 0 0,-61 8 55 0 0,78-8-83 0 0,0 0 0 0 0,-1 0 0 0 0,1 1 0 0 0,0 0 0 0 0,1 0 0 0 0,-1 1 0 0 0,0 0 0 0 0,1 0 0 0 0,-10 6 0 0 0,15-8-9 0 0,-1-1 0 0 0,1 0 1 0 0,-1 1-1 0 0,1-1 0 0 0,-1 0 0 0 0,1 1 0 0 0,-1-1 0 0 0,1 1 1 0 0,-1-1-1 0 0,1 1 0 0 0,0-1 0 0 0,-1 1 0 0 0,1-1 0 0 0,0 1 1 0 0,0 0-1 0 0,-1-1 0 0 0,1 1 0 0 0,0-1 0 0 0,0 1 0 0 0,0 0 1 0 0,0-1-1 0 0,0 1 0 0 0,0 0 0 0 0,0-1 0 0 0,0 1 0 0 0,0-1 1 0 0,0 1-1 0 0,0 0 0 0 0,0-1 0 0 0,0 1 0 0 0,0-1 0 0 0,1 1 1 0 0,-1 0-1 0 0,0-1 0 0 0,0 1 0 0 0,1-1 0 0 0,-1 1 0 0 0,0-1 1 0 0,1 1-1 0 0,-1-1 0 0 0,0 1 0 0 0,1-1 0 0 0,-1 1 0 0 0,1-1 0 0 0,-1 0 1 0 0,1 1-1 0 0,0 0 0 0 0,12 7-254 0 0,0 0-1 0 0,0-1 1 0 0,1 0 0 0 0,0-1-1 0 0,0-1 1 0 0,0 0 0 0 0,1-1-1 0 0,23 4 1 0 0,1-1-435 0 0,-1-3 0 0 0,49 1-1 0 0,18-12-1358 0 0,36-10-2335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5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1761 0 0,'-12'0'681'0'0,"0"1"1"0"0,0 1 0 0 0,-1 0-1 0 0,1 1 1 0 0,0 0 0 0 0,1 1-1 0 0,-20 8 1 0 0,27-10-613 0 0,0-1-1 0 0,0 1 1 0 0,0 0-1 0 0,0 0 0 0 0,1 0 1 0 0,-1 1-1 0 0,1-1 1 0 0,0 1-1 0 0,0 0 1 0 0,0 0-1 0 0,0 0 1 0 0,0 0-1 0 0,0 1 1 0 0,1-1-1 0 0,0 1 1 0 0,0-1-1 0 0,0 1 1 0 0,0 0-1 0 0,0 0 1 0 0,1 0-1 0 0,-1 0 0 0 0,1 0 1 0 0,-1 6-1 0 0,1 21 262 0 0,0-24-253 0 0,0 0 0 0 0,1 0 0 0 0,0 0 0 0 0,0 0 0 0 0,1 0 0 0 0,-1 0 0 0 0,1 0 0 0 0,1 0 0 0 0,0 0 0 0 0,0 0 0 0 0,3 8 0 0 0,8 3 177 0 0,1 0-1 0 0,1-1 1 0 0,0 0-1 0 0,1-1 1 0 0,1-1-1 0 0,1 0 0 0 0,20 13 1 0 0,-10-15-117 0 0,0 0 0 0 0,1-2 1 0 0,1-1-1 0 0,-1-1 0 0 0,2-2 0 0 0,36 5 0 0 0,-6-1-57 0 0,2-3 0 0 0,-1-2 0 0 0,0-4 0 0 0,1-2 1 0 0,0-2-1 0 0,85-16 0 0 0,-132 15-101 0 0,0 0 0 0 0,0-2 1 0 0,-1 0-1 0 0,1 0 1 0 0,-1-2-1 0 0,-1 0 0 0 0,1 0 1 0 0,-1-2-1 0 0,0 0 0 0 0,16-13 1 0 0,-27 19-1 0 0,0 1-1 0 0,-1-1 1 0 0,1 0 0 0 0,-1 1 0 0 0,0-1 0 0 0,0 0 0 0 0,0 0-1 0 0,0 0 1 0 0,-1-1 0 0 0,1 1 0 0 0,-1 0 0 0 0,0-1 0 0 0,0 1-1 0 0,0-1 1 0 0,0 1 0 0 0,0-1 0 0 0,-1 1 0 0 0,0-1-1 0 0,1 0 1 0 0,-2-4 0 0 0,0 3-21 0 0,0 0 0 0 0,-1 0-1 0 0,1-1 1 0 0,-1 1 0 0 0,-1 0 0 0 0,1 1 0 0 0,-1-1-1 0 0,1 0 1 0 0,-2 1 0 0 0,1-1 0 0 0,0 1-1 0 0,-6-5 1 0 0,-4-3-122 0 0,0 0 0 0 0,-2 1-1 0 0,1 0 1 0 0,-1 1 0 0 0,-1 1 0 0 0,0 0-1 0 0,-22-8 1 0 0,-7 2-349 0 0,-1 1 1 0 0,0 3-1 0 0,-1 2 1 0 0,0 2-1 0 0,0 1 0 0 0,-61 2 1 0 0,-38 4-1743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5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172 146 560 0 0,'-110'59'5177'0'0,"49"-28"-3724"0"0,66-28-1302 0 0,1 0-1 0 0,-1 0 1 0 0,1-1-1 0 0,0 0 1 0 0,0 0-1 0 0,10 1 1 0 0,8 2-76 0 0,0-2 0 0 0,0-1 0 0 0,1-1 1 0 0,45-4-1 0 0,106-23 160 0 0,-56 8-113 0 0,571-58 344 0 0,9 42 923 0 0,-337 48 238 0 0,441 51 469 0 0,-116-4-897 0 0,130-10-239 0 0,-625-60-663 0 0,-155 6-260 0 0,315-49 261 0 0,-133 15-169 0 0,47 0-63 0 0,391-20 561 0 0,-28 36-514 0 0,-240 15 308 0 0,451-11 470 0 0,122-5-75 0 0,232-3 452 0 0,-1065 31-1076 0 0,454-1 203 0 0,-560-8-420 0 0,-50 2-1041 0 0,-2 0-325 0 0,-48-5-2304 0 0,-85-7-5029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0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92 103 880 0 0,'-55'7'4242'0'0,"50"-7"-3735"0"0,6 2-237 0 0,-7 1-246 0 0,-19-2 296 0 0,25-13 1521 0 0,0 11-1601 0 0,0 5 30 0 0,0-7-207 0 0,0 2 4 0 0,0-4 86 0 0,0 5-149 0 0,-1-1 1 0 0,1 1-1 0 0,0-1 1 0 0,0 1-1 0 0,0-1 1 0 0,0 1-1 0 0,0-1 1 0 0,0 1-1 0 0,0-1 1 0 0,0 1-1 0 0,0-1 1 0 0,0 1 0 0 0,0-1-1 0 0,0 1 1 0 0,0-1-1 0 0,0 1 1 0 0,0-1-1 0 0,0 1 1 0 0,1-1-1 0 0,-1 1 1 0 0,0-1-1 0 0,0 1 1 0 0,1-1-1 0 0,-1 1 1 0 0,0-1-1 0 0,0 1 1 0 0,1 0 0 0 0,-1-1-1 0 0,0 1 1 0 0,1 0-1 0 0,-1-1 1 0 0,1 1-1 0 0,0-1 1 0 0,19-7 24 0 0,-19 6-17 0 0,0 0 0 0 0,-1 0 0 0 0,1 0 0 0 0,0 0 0 0 0,-1 0 0 0 0,1 0 0 0 0,-1 0 0 0 0,0 0 0 0 0,0 0 0 0 0,0-1 0 0 0,0-3 0 0 0,-1 5-9 0 0,1-2 22 0 0,31-5 27 0 0,50-17 202 0 0,-77 24-201 0 0,-4-4-26 0 0,0 4 93 0 0,0 1-121 0 0,-1 0 1 0 0,1 0-1 0 0,0 0 0 0 0,0 0 1 0 0,0 1-1 0 0,0-1 0 0 0,0 0 1 0 0,0 0-1 0 0,0 0 1 0 0,-1 1-1 0 0,1-1 0 0 0,0 0 1 0 0,0 0-1 0 0,0 0 0 0 0,0 0 1 0 0,0 1-1 0 0,0-1 1 0 0,0 0-1 0 0,0 0 0 0 0,0 0 1 0 0,0 1-1 0 0,0-1 0 0 0,0 0 1 0 0,0 0-1 0 0,0 0 1 0 0,0 1-1 0 0,1-1 0 0 0,-1 0 1 0 0,0 0-1 0 0,0 0 0 0 0,0 0 1 0 0,0 1-1 0 0,0-1 1 0 0,0 0-1 0 0,0 0 0 0 0,1 0 1 0 0,-1 0-1 0 0,0 0 0 0 0,0 1 1 0 0,0-1-1 0 0,0 0 1 0 0,0 0-1 0 0,1 0 0 0 0,-1 0 1 0 0,0 0-1 0 0,0 0 0 0 0,0 0 1 0 0,1 0-1 0 0,-1 0 1 0 0,0 0-1 0 0,0 1 0 0 0,0-1 1 0 0,1 0-1 0 0,-1 0 0 0 0,0 0 1 0 0,0 0-1 0 0,0 0 1 0 0,0-1-1 0 0,1 1 0 0 0,-1 0 1 0 0,0 0-1 0 0,0 0 0 0 0,1 0 1 0 0,0 0 8 0 0,0 1 1 0 0,0-1-1 0 0,1 1 1 0 0,-1-1-1 0 0,0 1 0 0 0,0 0 1 0 0,0-1-1 0 0,0 1 1 0 0,0 0-1 0 0,0 0 1 0 0,0-1-1 0 0,0 1 0 0 0,0 0 1 0 0,0 0-1 0 0,0 0 1 0 0,0 0-1 0 0,-1 1 1 0 0,1-1-1 0 0,0 0 0 0 0,-1 0 1 0 0,1 0-1 0 0,-1 0 1 0 0,1 1-1 0 0,-1-1 1 0 0,0 0-1 0 0,1 1 1 0 0,-1-1-1 0 0,0 0 0 0 0,0 2 1 0 0,7 28 218 0 0,-1-11-107 0 0,0 1 0 0 0,-2 0 0 0 0,0-1 0 0 0,-2 2 0 0 0,1 22 0 0 0,-3-42-113 0 0,0 0-1 0 0,0 0 1 0 0,0 1-1 0 0,0-1 0 0 0,-1 0 1 0 0,1 0-1 0 0,-1 0 0 0 0,1 1 1 0 0,-1-1-1 0 0,0 0 1 0 0,0 0-1 0 0,0 0 0 0 0,0 0 1 0 0,0 0-1 0 0,0 0 1 0 0,-1-1-1 0 0,1 1 0 0 0,-1 0 1 0 0,1-1-1 0 0,-3 3 1 0 0,-2 2-35 0 0,-2 5-1599 0 0,11-34-508 0 0,-3-3 334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0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64 160 0 0,'-1'0'69'0'0,"0"0"0"0"0,0-1 0 0 0,-1 1 0 0 0,1 0 0 0 0,0 0 0 0 0,0-1 0 0 0,-1 1 0 0 0,1-1 0 0 0,0 1 0 0 0,0-1 0 0 0,0 1 0 0 0,0-1 0 0 0,0 0 0 0 0,0 0 0 0 0,0 1 0 0 0,0-1 0 0 0,0 0 0 0 0,0 0 0 0 0,0 0 0 0 0,0 0 0 0 0,0 0 0 0 0,0-2 0 0 0,1 2 29 0 0,0 0 1 0 0,0 0-1 0 0,0 0 1 0 0,1 0-1 0 0,-1 0 1 0 0,1 0 0 0 0,-1 0-1 0 0,1 0 1 0 0,-1 0-1 0 0,1 1 1 0 0,-1-1-1 0 0,1 0 1 0 0,0 0 0 0 0,-1 1-1 0 0,1-1 1 0 0,0 0-1 0 0,0 1 1 0 0,0-1-1 0 0,-1 0 1 0 0,1 1 0 0 0,2-1-1 0 0,4-3 322 0 0,0 0 1 0 0,1 1-1 0 0,-1 0 0 0 0,1 1 0 0 0,0-1 0 0 0,13-1 0 0 0,6 1-501 0 0,92-1-264 0 0,-95 7 423 0 0,-13 0-23 0 0,-11-2 25 0 0,0 8 77 0 0,0 1 1 0 0,0-1-1 0 0,-1 1 1 0 0,0-1-1 0 0,0 1 1 0 0,-6 16-1 0 0,4-22-82 0 0,1 1 0 0 0,-1-1-1 0 0,0 0 1 0 0,0 0 0 0 0,0 0-1 0 0,0 0 1 0 0,-1-1 0 0 0,0 1-1 0 0,1-1 1 0 0,-1 0 0 0 0,-1 0-1 0 0,1 0 1 0 0,-8 3 0 0 0,1 0 75 0 0,-1 0 1 0 0,0-1-1 0 0,0 0 1 0 0,0-1-1 0 0,-1-1 1 0 0,1 0-1 0 0,-1 0 1 0 0,-19 0-1 0 0,23-2-75 0 0,0-1 0 0 0,0 0-1 0 0,0-1 1 0 0,1 0 0 0 0,-1 0 0 0 0,0-1-1 0 0,1 0 1 0 0,-1-1 0 0 0,1 0 0 0 0,0 0-1 0 0,0-1 1 0 0,0 0 0 0 0,-12-8 0 0 0,-5-4-55 0 0,23 16-14 0 0,0-1-1 0 0,0 0 1 0 0,0 0 0 0 0,0-1 0 0 0,0 1-1 0 0,0 0 1 0 0,0-1 0 0 0,0 1 0 0 0,0-1-1 0 0,1 1 1 0 0,-1-1 0 0 0,1 0 0 0 0,-1 0-1 0 0,1 0 1 0 0,0 0 0 0 0,0 0 0 0 0,0 0-1 0 0,0 0 1 0 0,0 0 0 0 0,0 0 0 0 0,0 0-1 0 0,1-1 1 0 0,-1 1 0 0 0,1 0 0 0 0,0 0-1 0 0,-1-1 1 0 0,1 1 0 0 0,0-3 0 0 0,1 4-4 0 0,-1 0 1 0 0,1 0-1 0 0,-1 0 1 0 0,1 1-1 0 0,-1-1 1 0 0,1 0-1 0 0,-1 1 1 0 0,1-1-1 0 0,0 0 1 0 0,-1 1-1 0 0,1-1 1 0 0,0 1-1 0 0,-1-1 1 0 0,1 1-1 0 0,0-1 1 0 0,0 1-1 0 0,0 0 1 0 0,-1-1-1 0 0,1 1 1 0 0,0 0-1 0 0,0 0 1 0 0,0-1-1 0 0,0 1 1 0 0,0 0-1 0 0,0 0 1 0 0,-1 0-1 0 0,1 0 1 0 0,0 0-1 0 0,0 0 1 0 0,0 1-1 0 0,0-1 1 0 0,1 0-1 0 0,38 6 62 0 0,338 97 266 0 0,-229-59-126 0 0,-140-40-220 0 0,1-2 0 0 0,-1 0 1 0 0,1 0-1 0 0,-1 0 0 0 0,1-1 0 0 0,-1-1 1 0 0,1 1-1 0 0,0-2 0 0 0,-1 1 0 0 0,17-4 0 0 0,-24 4-48 0 0,-1-1-1 0 0,1 1 0 0 0,-1 0 0 0 0,1-1 0 0 0,0 1 0 0 0,-1-1 0 0 0,1 1 0 0 0,-1-1 0 0 0,1 0 0 0 0,-1 0 0 0 0,0 0 0 0 0,1 0 0 0 0,-1 0 1 0 0,0 0-1 0 0,1 0 0 0 0,-1 0 0 0 0,0 0 0 0 0,0 0 0 0 0,0-1 0 0 0,0 1 0 0 0,0 0 0 0 0,0-1 0 0 0,-1 1 0 0 0,1-1 0 0 0,0 1 1 0 0,-1-1-1 0 0,1 0 0 0 0,-1 1 0 0 0,0-1 0 0 0,1 1 0 0 0,-1-1 0 0 0,0 0 0 0 0,0 1 0 0 0,0-1 0 0 0,0 0 0 0 0,0 1 0 0 0,0-1 1 0 0,-1 0-1 0 0,1 1 0 0 0,0-1 0 0 0,-1 1 0 0 0,1-1 0 0 0,-1 1 0 0 0,-1-3 0 0 0,-23-64-4737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03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1441 0 0,'-36'11'2680'0'0,"18"-5"-941"0"0,37-4-1356 0 0,191 9 244 0 0,-155-3-601 0 0,-80 12 775 0 0,24-19-764 0 0,1 1-1 0 0,-1-1 1 0 0,0 0 0 0 0,0 1 0 0 0,0-1-1 0 0,0 0 1 0 0,0 0 0 0 0,-1 0 0 0 0,1 0-1 0 0,0 0 1 0 0,0 0 0 0 0,-1 0 0 0 0,1 0-1 0 0,-1 0 1 0 0,1 0 0 0 0,-1-1 0 0 0,1 1-1 0 0,-1-1 1 0 0,1 1 0 0 0,-1-1 0 0 0,1 0-1 0 0,-1 1 1 0 0,-2-1 0 0 0,2 0 2 0 0,1 0 1 0 0,0 0-1 0 0,-1 0 0 0 0,1 1 1 0 0,0-1-1 0 0,-1 0 0 0 0,1 1 1 0 0,0-1-1 0 0,-1 1 0 0 0,1 0 1 0 0,0-1-1 0 0,0 1 0 0 0,0 0 1 0 0,-1 0-1 0 0,1 0 0 0 0,0 0 1 0 0,0-1-1 0 0,0 2 0 0 0,0-1 1 0 0,1 0-1 0 0,-2 1 0 0 0,2 0 442 0 0,0-1-335 0 0,5 2-52 0 0,141 17 66 0 0,-138-18-140 0 0,1 0 0 0 0,0 1 0 0 0,-1 0 0 0 0,1 0 0 0 0,-1 1 0 0 0,14 7 0 0 0,-19-8 39 0 0,1 0 0 0 0,0 0 0 0 0,-1 0 0 0 0,0 1 0 0 0,0-1 1 0 0,0 1-1 0 0,0-1 0 0 0,0 1 0 0 0,-1 0 0 0 0,0 0 0 0 0,1 1 0 0 0,-2-1 1 0 0,1 0-1 0 0,1 6 0 0 0,-1-5 52 0 0,-1-1-1 0 0,1 1 1 0 0,-1-1 0 0 0,-1 1 0 0 0,1-1 0 0 0,-1 1-1 0 0,1-1 1 0 0,-1 1 0 0 0,-1 0 0 0 0,1-1 0 0 0,-1 1-1 0 0,1-1 1 0 0,-1 1 0 0 0,0-1 0 0 0,-1 1 0 0 0,1-1-1 0 0,-1 0 1 0 0,-3 7 0 0 0,0-6-19 0 0,1-1-1 0 0,0 1 1 0 0,-1-1 0 0 0,0 0 0 0 0,0 0 0 0 0,0 0-1 0 0,0 0 1 0 0,-1-1 0 0 0,0 0 0 0 0,1 0-1 0 0,-1-1 1 0 0,0 0 0 0 0,0 0 0 0 0,-10 2-1 0 0,-20 3-202 0 0,0-2 0 0 0,-1-2 0 0 0,1-1 0 0 0,-1-2 0 0 0,-37-5-1 0 0,45 1-849 0 0,-1-2-1 0 0,1-2 0 0 0,-33-12 0 0 0,26 8-179 0 0,-80-24-2434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0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60 1841 0 0,'0'0'3335'0'0,"-4"0"-2882"0"0,2 0-403 0 0,2 0-37 0 0,-1 0-1 0 0,0 1 1 0 0,1-1-1 0 0,-1 0 1 0 0,0 0-1 0 0,1 0 0 0 0,-1 0 1 0 0,0 0-1 0 0,0 0 1 0 0,1 0-1 0 0,-1 0 1 0 0,0 0-1 0 0,0 0 1 0 0,1-1-1 0 0,-1 1 1 0 0,0 0-1 0 0,1 0 1 0 0,-1-1-1 0 0,0 1 1 0 0,1 0-1 0 0,-1-1 1 0 0,1 1-1 0 0,-1-1 1 0 0,0 1-1 0 0,1 0 1 0 0,-2-2-1 0 0,2 1 308 0 0,1 1-313 0 0,-1 0 0 0 0,0 0 0 0 0,0 0 0 0 0,0-1 0 0 0,0 1 0 0 0,0 0 0 0 0,0 0 0 0 0,0 0 0 0 0,1 0 0 0 0,-1-1 0 0 0,0 1 0 0 0,0 0 0 0 0,0 0 0 0 0,0 0 0 0 0,0 0 0 0 0,0-1 0 0 0,0 1 0 0 0,0 0 0 0 0,0 0 0 0 0,0 0 0 0 0,0 0 0 0 0,0-1 0 0 0,0 1-1 0 0,0 0 1 0 0,0 0 0 0 0,0 0 0 0 0,0 0 0 0 0,-1-1 0 0 0,1 1 0 0 0,0 0 0 0 0,0 0 0 0 0,0 0 0 0 0,0 0 0 0 0,0-1 0 0 0,0 1 0 0 0,0 0 0 0 0,0 0 0 0 0,-1 0 0 0 0,1 0 0 0 0,0 0 0 0 0,0 0 0 0 0,0 0 0 0 0,0-1 0 0 0,-1 1 0 0 0,1 0 0 0 0,0 0 0 0 0,0 0 0 0 0,0 0 0 0 0,0 0 0 0 0,-1 0 0 0 0,1 0 0 0 0,0 0 0 0 0,0 0 0 0 0,0 0 0 0 0,0 0-1 0 0,-1 0 1 0 0,1 0 0 0 0,0 0 0 0 0,0 0 0 0 0,0 0 0 0 0,0 0 0 0 0,-1 0 0 0 0,1 0 0 0 0,0 0 0 0 0,0 0 0 0 0,-1 1 0 0 0,-19-3 233 0 0,15 2 0 0 0,5 0-219 0 0,0-1-1 0 0,-1 1 1 0 0,1-1-1 0 0,0 1 0 0 0,-1 0 1 0 0,1-1-1 0 0,0 1 1 0 0,-1-1-1 0 0,1 1 1 0 0,-1 0-1 0 0,1-1 1 0 0,0 1-1 0 0,-1 0 0 0 0,1-1 1 0 0,-1 1-1 0 0,1 0 1 0 0,-1 0-1 0 0,0 0 1 0 0,1-1-1 0 0,-1 1 0 0 0,1 0 1 0 0,-1 0-1 0 0,1 0 1 0 0,-1 0-1 0 0,1 0 1 0 0,-1 0-1 0 0,0 0 0 0 0,1 0 1 0 0,-1 0-1 0 0,1 0 1 0 0,-1 0-1 0 0,1 1 1 0 0,-1-1-1 0 0,1 0 0 0 0,-2 1 1 0 0,-10-1 844 0 0,67-20-78 0 0,-20 8-774 0 0,-10 11-13 0 0,-15-1 0 0 0,-7 1 1 0 0,1 0 0 0 0,-1 0 1 0 0,0 0-1 0 0,1 1 0 0 0,-1-1 0 0 0,0 1 0 0 0,1 0 0 0 0,-1 0 0 0 0,1 0 1 0 0,-1 0-1 0 0,5 1 0 0 0,-22 4 273 0 0,0 1 0 0 0,0 0 1 0 0,1 1-1 0 0,-23 16 0 0 0,16-11 209 0 0,-4 6 1251 0 0,220-89-4362 0 0,-194 68 2542 0 0,1 0 17 0 0,27 4-176 0 0,-29-1 245 0 0,0 0 0 0 0,0 0 0 0 0,0 0 0 0 0,0 0 0 0 0,0 0 0 0 0,1 0 0 0 0,-1 0 0 0 0,0 0 0 0 0,0 0 0 0 0,0 0 0 0 0,0 1 0 0 0,0-1 0 0 0,0 0 0 0 0,0 1 0 0 0,0-1 0 0 0,0 1 0 0 0,0-1 0 0 0,0 1 0 0 0,0 0 0 0 0,0-1 0 0 0,0 1 0 0 0,0 0 0 0 0,-1 0 0 0 0,1 0 0 0 0,0-1 0 0 0,-1 1 0 0 0,1 0 0 0 0,0 0 0 0 0,-1 0 0 0 0,1 0 0 0 0,-1 0 0 0 0,1 0 0 0 0,-1 0 0 0 0,0 0 0 0 0,0 0 0 0 0,1 1 0 0 0,-1-1 0 0 0,0 0 0 0 0,0 0 0 0 0,0 0 0 0 0,0 0 0 0 0,0 0 0 0 0,0 0 0 0 0,0 0 0 0 0,0 1 0 0 0,-1 0 0 0 0,1-1 12 0 0,0 1-1 0 0,0-1 1 0 0,1 1-1 0 0,-1-1 1 0 0,0 0-1 0 0,1 1 1 0 0,-1-1-1 0 0,1 0 1 0 0,0 1-1 0 0,-1-1 1 0 0,1 0-1 0 0,0 0 1 0 0,0 0 0 0 0,0 0-1 0 0,0 1 1 0 0,2 0-1 0 0,5 13 113 0 0,-12-1-6 0 0,-2 1 0 0 0,1-1 0 0 0,-2 0 0 0 0,0-1-1 0 0,-9 14 1 0 0,8-11 42 0 0,2-9-224 0 0,-10-16-219 0 0,15 8 180 0 0,0-1 0 0 0,0 0 0 0 0,0 0-1 0 0,0 0 1 0 0,1 0 0 0 0,-1 0 0 0 0,1 0 0 0 0,0 0-1 0 0,-1 0 1 0 0,1 0 0 0 0,0 0 0 0 0,0 0-1 0 0,0 0 1 0 0,1-1 0 0 0,-1 1 0 0 0,0 0-1 0 0,1 0 1 0 0,-1 0 0 0 0,1 0 0 0 0,0 0-1 0 0,0 1 1 0 0,1-3 0 0 0,28-29-4379 0 0,-5 19 1841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1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1 160 0 0,'0'0'69'0'0,"0"0"0"0"0,0 0 0 0 0,0 0 0 0 0,0 0 0 0 0,0 0 0 0 0,0 0 1 0 0,0 1-1 0 0,0-1 0 0 0,0 0 0 0 0,0 0 0 0 0,0 0 0 0 0,1 0 0 0 0,-1 0 0 0 0,0 1 0 0 0,0-1 0 0 0,0 0 0 0 0,0 0 0 0 0,0 0 0 0 0,0 0 0 0 0,0 1 0 0 0,0-1 0 0 0,0 0 1 0 0,-1 0-1 0 0,1 0 0 0 0,0 0 0 0 0,0 0 0 0 0,0 1 0 0 0,0-1 0 0 0,0 0 0 0 0,0 0 0 0 0,0 0 0 0 0,0 0 0 0 0,0 0 0 0 0,0 1 0 0 0,0-1 0 0 0,-1 0 0 0 0,1 0 0 0 0,0 0 1 0 0,0 0-1 0 0,0 0 0 0 0,0 0 0 0 0,0 0 0 0 0,0 0 0 0 0,-1 0 0 0 0,1 0 0 0 0,0 0 0 0 0,0 1 0 0 0,0-1 0 0 0,0 0 0 0 0,-1 0 0 0 0,1 0 0 0 0,0 0 0 0 0,0 0 1 0 0,0 0-1 0 0,0 0 0 0 0,0 0 0 0 0,-1 0 0 0 0,1 0 0 0 0,0 0 0 0 0,0-1 0 0 0,0 1 0 0 0,-12-1 683 0 0,28-3 1004 0 0,-11 4-1583 0 0,41-1-4 0 0,0 3-1 0 0,0 1 0 0 0,0 3 1 0 0,0 1-1 0 0,-1 3 1 0 0,0 2-1 0 0,47 18 1 0 0,-91-30-163 0 0,-1 1 1 0 0,1-1 0 0 0,-1 1-1 0 0,1-1 1 0 0,-1 1 0 0 0,1-1 0 0 0,-1 1-1 0 0,0-1 1 0 0,1 1 0 0 0,-1-1 0 0 0,0 1-1 0 0,1-1 1 0 0,-1 1 0 0 0,0-1 0 0 0,0 1-1 0 0,0 0 1 0 0,1-1 0 0 0,-1 1 0 0 0,0 0-1 0 0,0-1 1 0 0,0 1 0 0 0,0 0-1 0 0,0 0 1 0 0,3 12 98 0 0,1-7-27 0 0,0 1 1 0 0,-1-1-1 0 0,0 0 0 0 0,0 1 0 0 0,-1 0 0 0 0,0 0 0 0 0,3 13 0 0 0,-5-17-24 0 0,0 0 0 0 0,0 0 0 0 0,0 0 0 0 0,0 0 0 0 0,-1 0 0 0 0,1 0 0 0 0,-1 0 0 0 0,0-1 0 0 0,0 1 0 0 0,0 0 0 0 0,0 0 0 0 0,0 0-1 0 0,0-1 1 0 0,-1 1 0 0 0,1-1 0 0 0,-1 1 0 0 0,0-1 0 0 0,0 0 0 0 0,0 1 0 0 0,0-1 0 0 0,0 0 0 0 0,0 0 0 0 0,-1-1 0 0 0,1 1 0 0 0,-4 2 0 0 0,-12 6 197 0 0,0 0 1 0 0,-1-1-1 0 0,0-1 1 0 0,0-1-1 0 0,-1-1 1 0 0,0 0-1 0 0,0-2 1 0 0,-1 0-1 0 0,1-1 0 0 0,-1-1 1 0 0,1-1-1 0 0,-1-1 1 0 0,0-1-1 0 0,0 0 1 0 0,1-2-1 0 0,-1 0 1 0 0,1-2-1 0 0,0 0 0 0 0,-22-9 1 0 0,-34-11 495 0 0,76 25-733 0 0,-8-3 75 0 0,41-4 61 0 0,-7 4-136 0 0,0 1-1 0 0,-1 2 0 0 0,1 0 1 0 0,0 2-1 0 0,-1 0 0 0 0,1 2 1 0 0,30 8-1 0 0,0 6 33 0 0,-31-10-48 0 0,1 0 0 0 0,48 7 0 0 0,-72-15-83 0 0,-1 0-1 0 0,1 1 1 0 0,0-1-1 0 0,-1 0 1 0 0,1 0-1 0 0,0 0 1 0 0,0 0 0 0 0,-1 0-1 0 0,1-1 1 0 0,0 1-1 0 0,0 0 1 0 0,-1-1-1 0 0,1 1 1 0 0,-1-1-1 0 0,1 0 1 0 0,0 1 0 0 0,-1-1-1 0 0,1 0 1 0 0,-1 0-1 0 0,1 0 1 0 0,-1 0-1 0 0,0 0 1 0 0,1 0-1 0 0,-1-1 1 0 0,0 1 0 0 0,0 0-1 0 0,0-1 1 0 0,0 1-1 0 0,0-1 1 0 0,0 1-1 0 0,0-1 1 0 0,-1 1-1 0 0,1-1 1 0 0,0 0 0 0 0,-1 1-1 0 0,1-4 1 0 0,-2-3-771 0 0,-1-1 0 0 0,0 1 0 0 0,-1 0 0 0 0,0 0 0 0 0,-6-12 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18 195 4242 0 0,'-18'8'2614'0'0,"32"-9"-1520"0"0,-14 1-1075 0 0,1 0-1 0 0,-1 0 1 0 0,0 0-1 0 0,1 0 1 0 0,-1 0-1 0 0,0-1 1 0 0,0 1-1 0 0,1 0 1 0 0,-1 0-1 0 0,0 0 1 0 0,0-1-1 0 0,0 1 1 0 0,1 0-1 0 0,-1 0 0 0 0,0-1 1 0 0,0 1-1 0 0,0 0 1 0 0,0 0-1 0 0,1-1 1 0 0,-1 1-1 0 0,0 0 1 0 0,0-1-1 0 0,0 1 1 0 0,0 0-1 0 0,0-1 1 0 0,0 1-1 0 0,0 0 1 0 0,0 0-1 0 0,0-1 1 0 0,0 1-1 0 0,0 0 1 0 0,0-1-1 0 0,0 1 1 0 0,0 0-1 0 0,0-1 0 0 0,0 1 8 0 0,-1-1-1 0 0,1 1 1 0 0,0-1-1 0 0,0 1 1 0 0,0 0-1 0 0,0-1 1 0 0,0 1-1 0 0,0 0 1 0 0,0-1-1 0 0,0 1 1 0 0,0-1-1 0 0,0 1 1 0 0,1 0-1 0 0,-1-1 1 0 0,0 1-1 0 0,0 0 1 0 0,0-1-1 0 0,0 1 1 0 0,0 0-1 0 0,1-1 1 0 0,-1 1-1 0 0,0 0 1 0 0,0-1-1 0 0,1 1 1 0 0,-1 0-1 0 0,0 0 1 0 0,0-1-1 0 0,1 1 1 0 0,-1 0-1 0 0,0 0 1 0 0,1-1-1 0 0,5-1 66 0 0,-5 2-79 0 0,0 0 0 0 0,0 0 0 0 0,0 0 1 0 0,-1 0-1 0 0,1 0 0 0 0,0 0 0 0 0,0-1 0 0 0,0 1 1 0 0,-1 0-1 0 0,1-1 0 0 0,0 1 0 0 0,0 0 0 0 0,-1-1 1 0 0,1 1-1 0 0,0-1 0 0 0,-1 1 0 0 0,1-1 1 0 0,-1 0-1 0 0,1 1 0 0 0,-1-1 0 0 0,1 1 0 0 0,-1-1 1 0 0,1 0-1 0 0,-1 0 0 0 0,1 1 0 0 0,-1-1 0 0 0,0 0 1 0 0,0 0-1 0 0,1 1 0 0 0,-1-1 0 0 0,0 0 0 0 0,0-1 1 0 0,1 1 2 0 0,-1 0 1 0 0,0 0 0 0 0,1 0 0 0 0,-1 0 0 0 0,1 0 0 0 0,0 0 0 0 0,-1 0-1 0 0,1 0 1 0 0,0 0 0 0 0,-1 0 0 0 0,1 0 0 0 0,0 1 0 0 0,0-1-1 0 0,0 0 1 0 0,0 1 0 0 0,0-1 0 0 0,0 0 0 0 0,0 1 0 0 0,0-1 0 0 0,0 1-1 0 0,0-1 1 0 0,0 1 0 0 0,0 0 0 0 0,0 0 0 0 0,0-1 0 0 0,0 1 0 0 0,1 0-1 0 0,-1 0 1 0 0,2 0 0 0 0,-2 0-1 0 0,0 0 0 0 0,1 0 1 0 0,-1 0-1 0 0,0 0 0 0 0,1-1 0 0 0,-1 1 0 0 0,1 0 0 0 0,-1-1 0 0 0,0 1 1 0 0,0-1-1 0 0,1 1 0 0 0,-1-1 0 0 0,0 0 0 0 0,0 1 0 0 0,0-1 1 0 0,0 0-1 0 0,1 0 0 0 0,-1 0 0 0 0,0 0 0 0 0,-1 0 0 0 0,1 0 0 0 0,0 0 1 0 0,0 0-1 0 0,0 0 0 0 0,-1-1 0 0 0,1 1 0 0 0,0 0 0 0 0,-1 0 1 0 0,1-1-1 0 0,-1 1 0 0 0,1-2 0 0 0,-1 1-3 0 0,0 1 1 0 0,0 0-1 0 0,0 0 0 0 0,0 0 1 0 0,0 0-1 0 0,1 0 1 0 0,-1 0-1 0 0,0 0 0 0 0,1 0 1 0 0,-1 0-1 0 0,1 0 0 0 0,-1 0 1 0 0,1 0-1 0 0,-1 0 1 0 0,1 0-1 0 0,0 0 0 0 0,-1 1 1 0 0,1-1-1 0 0,0 0 0 0 0,0 0 1 0 0,-1 1-1 0 0,1-1 1 0 0,0 0-1 0 0,0 1 0 0 0,2-1 1 0 0,-2 0-5 0 0,0 1 1 0 0,0-1 0 0 0,0 0-1 0 0,0 1 1 0 0,-1-1 0 0 0,1 1-1 0 0,0-1 1 0 0,0 0 0 0 0,0 0-1 0 0,-1 0 1 0 0,1 1 0 0 0,0-1-1 0 0,-1 0 1 0 0,1 0 0 0 0,-1 0-1 0 0,1 0 1 0 0,-1 0 0 0 0,1 0-1 0 0,-1 0 1 0 0,0 0 0 0 0,0 0-1 0 0,1 0 1 0 0,-1 0 0 0 0,0-1-1 0 0,0 0 1 0 0,0 1-3 0 0,0 0 0 0 0,0 0 0 0 0,0-1 0 0 0,0 1 0 0 0,0 1 0 0 0,0-1 0 0 0,1 0 0 0 0,-1 0 0 0 0,0 0 0 0 0,1 0 0 0 0,-1 0 0 0 0,0 0 0 0 0,1 0 0 0 0,-1 0 0 0 0,1 0 0 0 0,0 0 0 0 0,-1 1 0 0 0,1-1 0 0 0,0 0 0 0 0,-1 0 0 0 0,1 1 0 0 0,0-1 0 0 0,0 1 0 0 0,0-1 0 0 0,-1 1-1 0 0,1-1 1 0 0,0 1 0 0 0,1-1 0 0 0,-1 0 0 0 0,0 1-1 0 0,0 0 0 0 0,0-1 0 0 0,0 1 0 0 0,-1-1 0 0 0,1 1 0 0 0,0-1 0 0 0,0 1 0 0 0,-1-1 0 0 0,1 0 0 0 0,0 1 0 0 0,-1-1 0 0 0,1 0 0 0 0,-1 0 0 0 0,1 1 0 0 0,-1-1 0 0 0,1 0 0 0 0,-1 0 0 0 0,1 0 1 0 0,-1 1-1 0 0,0-1 0 0 0,0 0 0 0 0,1 0 0 0 0,-1 0 0 0 0,0 0 0 0 0,0 0 0 0 0,0 0 0 0 0,0-1 0 0 0,1 1 7 0 0,0-1-1 0 0,-1 1 1 0 0,1-1 0 0 0,0 1 0 0 0,0-1-1 0 0,0 1 1 0 0,1 0 0 0 0,-1 0-1 0 0,0 0 1 0 0,0 0 0 0 0,1 0-1 0 0,-1 0 1 0 0,0 0 0 0 0,1 0 0 0 0,-1 0-1 0 0,1 0 1 0 0,-1 1 0 0 0,1-1-1 0 0,-1 1 1 0 0,1-1 0 0 0,0 1 0 0 0,-1 0-1 0 0,4-1 1 0 0,-4 1 174 0 0,8 12 0 0 0,0 1-1 0 0,-2 0 1 0 0,1 1-1 0 0,-2-1 1 0 0,0 1 0 0 0,0 1-1 0 0,-1-1 1 0 0,4 26-1 0 0,12 28 413 0 0,-13-47-436 0 0,-5-14-132 0 0,0-1-1 0 0,0 1 0 0 0,-1-1 1 0 0,1 1-1 0 0,-2 0 0 0 0,1 0 1 0 0,-1 0-1 0 0,0 0 0 0 0,-1 0 1 0 0,1 0-1 0 0,-1 0 1 0 0,-1 1-1 0 0,-1 10 0 0 0,-9 9 44 0 0,9-23-101 0 0,-1 1 1 0 0,2-1 0 0 0,-1 1-1 0 0,0-1 1 0 0,1 1 0 0 0,0 0-1 0 0,0 0 1 0 0,0 6 0 0 0,1-10-36 0 0,0 0 0 0 0,0-1 0 0 0,0 1 0 0 0,0-1 0 0 0,0 1-1 0 0,0 0 1 0 0,1-1 0 0 0,-1 1 0 0 0,0-1 0 0 0,0 1 0 0 0,1 0 0 0 0,-1-1 0 0 0,0 1 0 0 0,1-1 0 0 0,-1 1 0 0 0,0-1 0 0 0,1 1 0 0 0,-1-1 0 0 0,1 1 0 0 0,-1-1 0 0 0,1 0 0 0 0,-1 1 0 0 0,1-1-1 0 0,-1 0 1 0 0,1 1 0 0 0,-1-1 0 0 0,1 0 0 0 0,0 0 0 0 0,-1 1 0 0 0,1-1 0 0 0,-1 0 0 0 0,1 0 0 0 0,0 0 0 0 0,-1 0 0 0 0,1 0 0 0 0,0 0 0 0 0,-1 0 0 0 0,1 0 0 0 0,0 0 0 0 0,-1 0-1 0 0,1 0 1 0 0,-1 0 0 0 0,1-1 0 0 0,0 1 0 0 0,-1 0 0 0 0,1 0 0 0 0,-1-1 0 0 0,1 1 0 0 0,-1 0 0 0 0,1-1 0 0 0,-1 1 0 0 0,2-1 0 0 0,33-21-4145 0 0,-5-8-1128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2161 0 0,'0'1'68'0'0,"0"0"-1"0"0,0 0 1 0 0,-1 0-1 0 0,1 0 1 0 0,-1 0-1 0 0,1 0 1 0 0,-1 0-1 0 0,1 0 1 0 0,-1-1 0 0 0,1 1-1 0 0,-1 0 1 0 0,0 0-1 0 0,0 0 1 0 0,1-1-1 0 0,-1 1 1 0 0,0 0 0 0 0,0-1-1 0 0,0 1 1 0 0,0-1-1 0 0,0 1 1 0 0,0-1-1 0 0,0 1 1 0 0,0-1-1 0 0,0 0 1 0 0,-1 1 0 0 0,-33 8 1069 0 0,34-9-1096 0 0,-4 6 476 0 0,0-3 900 0 0,-11-6-1139 0 0,32 6-143 0 0,-6-3-55 0 0,9-3-36 0 0,20-6 8 0 0,2 2 1 0 0,-1 2-1 0 0,52 0 1 0 0,-56 2-27 0 0,-31 2-23 0 0,0 0-1 0 0,0 0 1 0 0,0 1 0 0 0,0 0-1 0 0,0 0 1 0 0,0 0 0 0 0,0 1 0 0 0,0-1-1 0 0,0 1 1 0 0,0 0 0 0 0,-1 1-1 0 0,1-1 1 0 0,0 1 0 0 0,5 3 0 0 0,-8-2 1 0 0,-1 0 0 0 0,0 0 1 0 0,0 0-1 0 0,-1 0 1 0 0,1 0-1 0 0,-1 0 1 0 0,1 0-1 0 0,-1 0 1 0 0,0 0-1 0 0,0 1 1 0 0,0-1-1 0 0,-1 0 0 0 0,1 0 1 0 0,-1 0-1 0 0,1 0 1 0 0,-1 0-1 0 0,-3 6 1 0 0,-31 11 100 0 0,10-8 43 0 0,16-8-50 0 0,0-1 1 0 0,-1-1-1 0 0,1 1 1 0 0,-13 0-1 0 0,0 1 104 0 0,17-2-42 0 0,8-4-153 0 0,1 1 1 0 0,-1 0-1 0 0,0-1 1 0 0,0 2-1 0 0,1-1 1 0 0,-1 0-1 0 0,1 1 1 0 0,-1-1-1 0 0,1 1 1 0 0,-1 0-1 0 0,7 0 1 0 0,4 0-5 0 0,21-3-3 0 0,-24 1 0 0 0,-1 1 0 0 0,1 0 0 0 0,0 1 0 0 0,17 2 0 0 0,-13-1 0 0 0,1 2 0 0 0,1 1 0 0 0,-1 1 0 0 0,0 0 0 0 0,0 1 0 0 0,18 10 0 0 0,-31-15 1 0 0,-1 0 0 0 0,0 0-1 0 0,0 0 1 0 0,0 0 0 0 0,0 1 0 0 0,0-1 0 0 0,0 1-1 0 0,0 0 1 0 0,0-1 0 0 0,-1 1 0 0 0,1 0-1 0 0,-1 0 1 0 0,1 0 0 0 0,-1 0 0 0 0,0 0-1 0 0,0 1 1 0 0,0-1 0 0 0,0 0 0 0 0,0 0 0 0 0,0 1-1 0 0,0-1 1 0 0,-1 1 0 0 0,0-1 0 0 0,1 0-1 0 0,-1 4 1 0 0,0-3 2 0 0,-1 0 0 0 0,1 0 0 0 0,-1 0 0 0 0,0 0-1 0 0,0 0 1 0 0,0 0 0 0 0,0 0 0 0 0,-1-1 0 0 0,1 1 0 0 0,-1 0 0 0 0,1-1-1 0 0,-1 1 1 0 0,0-1 0 0 0,0 1 0 0 0,0-1 0 0 0,0 0 0 0 0,-1 0 0 0 0,1 0-1 0 0,-1 0 1 0 0,-3 2 0 0 0,-10 5 20 0 0,0-1 1 0 0,0-1-1 0 0,-1 0 0 0 0,-1-1 0 0 0,1-1 0 0 0,-1 0 1 0 0,1-1-1 0 0,-1-1 0 0 0,0-1 0 0 0,-1-1 0 0 0,-30-1 0 0 0,39 0-137 0 0,0-1 0 0 0,1 0-1 0 0,-1 0 1 0 0,0-1-1 0 0,1 0 1 0 0,-1-1 0 0 0,1 0-1 0 0,0 0 1 0 0,0-1-1 0 0,0-1 1 0 0,0 1-1 0 0,1-1 1 0 0,-1-1 0 0 0,1 0-1 0 0,1 0 1 0 0,-1 0-1 0 0,1-1 1 0 0,0 0 0 0 0,1 0-1 0 0,-1-1 1 0 0,2 0-1 0 0,-1 0 1 0 0,-7-14-1 0 0,-16-44-2539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1441 0 0,'0'13'4482'0'0,"0"-19"-5203"0"0,55-1-1039 0 0,5-13-642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303 171 5362 0 0,'-151'39'3282'0'0,"30"-26"-3202"0"0,91-21-720 0 0,30-3 400 0 0,30-16 80 0 0,-30-29-241 0 0,61-1-719 0 0,29-7-3682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41 320 0 0,'-1'-1'136'0'0,"0"0"-1"0"0,0 0 1 0 0,1 0 0 0 0,-1 0-1 0 0,0 0 1 0 0,0 0-1 0 0,0 1 1 0 0,0-1 0 0 0,-1 0-1 0 0,1 1 1 0 0,0-1-1 0 0,0 1 1 0 0,0-1 0 0 0,0 1-1 0 0,-1 0 1 0 0,1-1-1 0 0,0 1 1 0 0,0 0-1 0 0,-1 0 1 0 0,-1 0 0 0 0,3 0 71 0 0,-5-2 2661 0 0,10 2-2788 0 0,11 1 228 0 0,-32-3-123 0 0,-15-7 509 0 0,26 8 360 0 0,31 1-94 0 0,-21 0 708 0 0,0 0-1495 0 0,371-6 2628 0 0,-285-2-2254 0 0,-56 7-667 0 0,30 3-2227 0 0,-33 3 1065 0 0,52 8-6254 0 0,-54-12 4428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18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77 1121 0 0,'-14'3'1197'0'0,"0"-2"0"0"0,0 0 0 0 0,-29-1 0 0 0,63-5-556 0 0,-15 5-468 0 0,-5-25 788 0 0,0 24-956 0 0,0 1 1 0 0,1-1-1 0 0,-1 1 1 0 0,0-1 0 0 0,0 1-1 0 0,0-1 1 0 0,1 1 0 0 0,-1-1-1 0 0,0 1 1 0 0,1-1 0 0 0,-1 1-1 0 0,0-1 1 0 0,1 1 0 0 0,-1 0-1 0 0,1-1 1 0 0,-1 1 0 0 0,1 0-1 0 0,-1-1 1 0 0,0 1 0 0 0,1 0-1 0 0,0 0 1 0 0,-1-1 0 0 0,1 1-1 0 0,-1 0 1 0 0,1 0 0 0 0,-1 0-1 0 0,1 0 1 0 0,-1 0 0 0 0,1-1-1 0 0,-1 1 1 0 0,1 0 0 0 0,0 0-1 0 0,-1 1 1 0 0,2-1 0 0 0,-2 0-1 0 0,1 0 0 0 0,-1 0 1 0 0,1 0-1 0 0,-1 0 1 0 0,1 0-1 0 0,-1 0 0 0 0,1 0 1 0 0,-1 0-1 0 0,1 0 0 0 0,-1 0 1 0 0,1 0-1 0 0,-1-1 1 0 0,1 1-1 0 0,-1 0 0 0 0,1 0 1 0 0,-1 0-1 0 0,1-1 1 0 0,-1 1-1 0 0,1 0 0 0 0,-1-1 1 0 0,1 1-1 0 0,-1 0 1 0 0,0-1-1 0 0,1 1 0 0 0,-1-1 1 0 0,0 1-1 0 0,1 0 1 0 0,-1-1-1 0 0,0 1 0 0 0,0-1 1 0 0,1 1-1 0 0,-1-1 1 0 0,0 1-1 0 0,0-1 0 0 0,3-2 24 0 0,1 1-1 0 0,-1 0 1 0 0,0 0 0 0 0,1 0-1 0 0,-1 0 1 0 0,1 0-1 0 0,0 1 1 0 0,-1 0-1 0 0,8-2 1 0 0,7-4 86 0 0,-13 3-101 0 0,43 2 106 0 0,-41 2-94 0 0,18 1-12 0 0,-22 1-11 0 0,-1 2 6 0 0,54 41 125 0 0,-51-40-128 0 0,1 1 1 0 0,-1 0 0 0 0,1 0 0 0 0,-2 0-1 0 0,1 0 1 0 0,-1 1 0 0 0,0-1 0 0 0,0 1-1 0 0,0 0 1 0 0,3 12 0 0 0,-6-17-1 0 0,1 4 1 0 0,-1 0 0 0 0,0 0 1 0 0,0 0-1 0 0,0 0 1 0 0,-1 0-1 0 0,0 0 0 0 0,-1 10 1 0 0,1-2 26 0 0,0-12-30 0 0,0 0-1 0 0,0 0 0 0 0,0 0 1 0 0,-1 0-1 0 0,1 0 1 0 0,-1 0-1 0 0,1 0 1 0 0,-1 0-1 0 0,1-1 1 0 0,-1 1-1 0 0,0 0 1 0 0,0 0-1 0 0,0 0 1 0 0,0-1-1 0 0,-1 1 0 0 0,1 0 1 0 0,0-1-1 0 0,-1 1 1 0 0,1-1-1 0 0,-3 2 1 0 0,-12 15 3 0 0,10-13 7 0 0,1 0-1 0 0,-1 0 0 0 0,0 0 1 0 0,0 0-1 0 0,0-1 0 0 0,-1 0 1 0 0,1-1-1 0 0,-1 1 1 0 0,0-1-1 0 0,0 0 0 0 0,0-1 1 0 0,-1 0-1 0 0,1 0 0 0 0,0 0 1 0 0,-1-1-1 0 0,1 0 1 0 0,-1-1-1 0 0,0 0 0 0 0,-9-1 1 0 0,-19-1 111 0 0,1-2 1 0 0,-63-15 0 0 0,92 18-117 0 0,-10-2 262 0 0,1 1 1 0 0,-1 1 0 0 0,-27 0 0 0 0,17 2 228 0 0,69-6 661 0 0,-33 3-1104 0 0,1 0 0 0 0,0 1-1 0 0,0 0 1 0 0,-1 1-1 0 0,1 0 1 0 0,0 1 0 0 0,17 3-1 0 0,71 15 628 0 0,73 19-914 0 0,-43-9-2307 0 0,-115-27 1647 0 0,0 0-1 0 0,0-1 1 0 0,0-1 0 0 0,0 0 0 0 0,0-1 0 0 0,-1 0 0 0 0,27-7 0 0 0,-10-4-2005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86 102 160 0 0,'-26'0'1502'0'0,"-34"1"1905"0"0,71 0-2797 0 0,0 0 1 0 0,-1-1-1 0 0,19-2 0 0 0,327-43 1551 0 0,152 44-1120 0 0,-362-4-1375 0 0,-145 6 232 0 0,1-1-1 0 0,-1 0 1 0 0,0 0-1 0 0,1 0 1 0 0,-1 0-1 0 0,0-1 1 0 0,0 1 0 0 0,1 0-1 0 0,-1 0 1 0 0,0-1-1 0 0,0 1 1 0 0,1-1-1 0 0,-1 1 1 0 0,0-1-1 0 0,0 1 1 0 0,0-1-1 0 0,0 0 1 0 0,0 0 0 0 0,0 1-1 0 0,0-1 1 0 0,0 0-1 0 0,0 0 1 0 0,0 0-1 0 0,1-2 1 0 0,-57-17-4900 0 0,25 1 2347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1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 1441 0 0,'0'0'1067'0'0,"-5"0"-267"0"0,-15 0-293 0 0,25-2 243 0 0,10-2-753 0 0,31 4 169 0 0,-22 0-105 0 0,-4 0-21 0 0,-9 6 200 0 0,9-1-40 0 0,-10 3 134 0 0,-9-7-316 0 0,1-1 1 0 0,-1 1-1 0 0,1-1 1 0 0,-1 1-1 0 0,1 0 1 0 0,-1 0-1 0 0,1 0 1 0 0,-1 0-1 0 0,0 0 1 0 0,1 0 0 0 0,-1 0-1 0 0,0 0 1 0 0,0 0-1 0 0,1 2 1 0 0,2 33 970 0 0,-5-35-952 0 0,0 1 1 0 0,0-1-1 0 0,0 0 1 0 0,0 0-1 0 0,0 1 1 0 0,0-1-1 0 0,0 0 1 0 0,0 0-1 0 0,0 0 1 0 0,-1 0-1 0 0,1 0 1 0 0,0 0-1 0 0,-1 0 1 0 0,1 0-1 0 0,-1-1 1 0 0,1 1-1 0 0,-3 0 1 0 0,-32 13 674 0 0,7-4-265 0 0,18-6-217 0 0,1-1-1 0 0,-1 1 1 0 0,0-2 0 0 0,0 1-1 0 0,-1-1 1 0 0,-14 0-1 0 0,-25-2 505 0 0,47 0-521 0 0,4-1-132 0 0,1 0-82 0 0,-1 0 0 0 0,0 0 0 0 0,0 1 0 0 0,0-1 0 0 0,0 0 0 0 0,1 0 0 0 0,-1 1 0 0 0,0-1 0 0 0,1 0 0 0 0,-1 1 0 0 0,1-1 0 0 0,-1 0 0 0 0,1 1 0 0 0,-1-1 0 0 0,1 1 0 0 0,-1-1 0 0 0,1 0 0 0 0,0 1 0 0 0,-1 0 0 0 0,1-1 0 0 0,0 1 0 0 0,-1-1 0 0 0,1 1 0 0 0,0 0 0 0 0,-1-1 0 0 0,1 1 0 0 0,0 0 0 0 0,0 0 0 0 0,0 0 0 0 0,0-1 0 0 0,29-1-76 0 0,-22 2 38 0 0,0-1 28 0 0,18-2-65 0 0,-1 1 0 0 0,1 1 0 0 0,-1 1 0 0 0,1 2 0 0 0,29 5 0 0 0,60 15-240 0 0,-48-8-281 0 0,0-2 0 0 0,102 4-1 0 0,-168-16 292 0 0,0 0 185 0 0,0 1-1 0 0,0-1 1 0 0,-1 0-1 0 0,1 0 1 0 0,0 0-1 0 0,0 0 1 0 0,0 0-1 0 0,0 0 1 0 0,0 0-1 0 0,0 0 1 0 0,0 0-1 0 0,-1 0 1 0 0,1-1-1 0 0,0 1 1 0 0,0 0-1 0 0,0 0 1 0 0,0-1-1 0 0,0 1 1 0 0,-1-1-1 0 0,1 1 1 0 0,0-1-1 0 0,0 1 0 0 0,-1-1 1 0 0,1 1-1 0 0,0-1 1 0 0,-1 0-1 0 0,2 0 1 0 0,-2-6-2467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5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47 3922 0 0,'-1'-2'3047'0'0,"1"2"-3048"0"0,0 0 0 0 0,0 0-1 0 0,0-1 1 0 0,0 1 0 0 0,0 0-1 0 0,0 0 1 0 0,0 0 0 0 0,0 0-1 0 0,0-1 1 0 0,0 1 0 0 0,0 0-1 0 0,0 0 1 0 0,0 0 0 0 0,0-1-1 0 0,0 1 1 0 0,0 0 0 0 0,0 0 0 0 0,0 0-1 0 0,0-1 1 0 0,0 1 0 0 0,0 0-1 0 0,0 0 1 0 0,0 0 0 0 0,1 0-1 0 0,-1-1 1 0 0,0 1 0 0 0,0 0-1 0 0,0 0 1 0 0,0 0 0 0 0,0 0-1 0 0,0 0 1 0 0,1 0 0 0 0,-1-1-1 0 0,0 1 1 0 0,0 0 0 0 0,0 0-1 0 0,1 0 1 0 0,-1 0 0 0 0,0 0-1 0 0,0 0 1 0 0,0 0 0 0 0,0 0-1 0 0,1 0 1 0 0,-1 0 0 0 0,0 0-1 0 0,0 0 1 0 0,0 0 0 0 0,1 0-1 0 0,-1 0 1 0 0,0 0 0 0 0,0 0-1 0 0,0 0 1 0 0,1 0 0 0 0,-1 0-1 0 0,426-19 2384 0 0,2 0-2242 0 0,-425 19-170 0 0,126 3-1289 0 0,-45 7-3655 0 0,-54-4 1959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19 2161 0 0,'2'-11'3669'0'0,"10"9"-3415"0"0,9 1-189 0 0,-15 0-61 0 0,0 0-1 0 0,0 0 1 0 0,0 0-1 0 0,0 1 0 0 0,-1 0 1 0 0,11 1-1 0 0,8 11 32 0 0,-14-6-13 0 0,-4-2-15 0 0,-2-1 1 0 0,1 1-1 0 0,0 0 1 0 0,-1 1 0 0 0,0-1-1 0 0,0 1 1 0 0,0-1-1 0 0,0 1 1 0 0,-1 1 0 0 0,0-1-1 0 0,0 0 1 0 0,0 1 0 0 0,-1-1-1 0 0,0 1 1 0 0,0 0-1 0 0,0 0 1 0 0,-1 0 0 0 0,2 11-1 0 0,-2-11 18 0 0,-1 0-1 0 0,1 0 0 0 0,-1-1 0 0 0,0 1 0 0 0,0 0 1 0 0,-1 0-1 0 0,0 0 0 0 0,0-1 0 0 0,0 1 1 0 0,-1 0-1 0 0,0-1 0 0 0,0 0 0 0 0,0 1 1 0 0,0-1-1 0 0,-1 0 0 0 0,0 0 0 0 0,0 0 0 0 0,-1 0 1 0 0,1-1-1 0 0,-7 7 0 0 0,1-4 36 0 0,0-1 0 0 0,-1 0-1 0 0,1 0 1 0 0,-1-1 0 0 0,0 0-1 0 0,-1-1 1 0 0,1 0 0 0 0,-1 0-1 0 0,1-1 1 0 0,-1-1 0 0 0,0 0-1 0 0,0 0 1 0 0,0-1 0 0 0,-1-1-1 0 0,1 0 1 0 0,0 0 0 0 0,0-1-1 0 0,-13-2 1 0 0,10 1-4 0 0,-113-19 705 0 0,111 18-623 0 0,-1-2-1 0 0,1 0 0 0 0,1-1 0 0 0,-1 0 1 0 0,-24-15-1 0 0,39 21-135 0 0,1 0 0 0 0,-1-1 0 0 0,1 1 0 0 0,0 0 0 0 0,-1 0 1 0 0,1-1-1 0 0,0 1 0 0 0,-1 0 0 0 0,1-1 0 0 0,0 1 0 0 0,-1-1 0 0 0,1 1 1 0 0,0 0-1 0 0,0-1 0 0 0,0 1 0 0 0,-1-1 0 0 0,1 1 0 0 0,0-1 0 0 0,0 1 0 0 0,0 0 1 0 0,0-1-1 0 0,0 1 0 0 0,0-1 0 0 0,0 1 0 0 0,0-1 0 0 0,0 1 0 0 0,0-1 1 0 0,0 1-1 0 0,0-1 0 0 0,0 1 0 0 0,0 0 0 0 0,0-1 0 0 0,0 1 0 0 0,1-1 0 0 0,-1 1 1 0 0,0-1-1 0 0,0 1 0 0 0,0 0 0 0 0,1-1 0 0 0,-1 1 0 0 0,0-1 0 0 0,1 1 1 0 0,-1 0-1 0 0,0-1 0 0 0,1 1 0 0 0,-1 0 0 0 0,0 0 0 0 0,1-1 0 0 0,0 1 0 0 0,13-2 27 0 0,0 0-1 0 0,0 2 1 0 0,0 0-1 0 0,0 0 0 0 0,1 1 1 0 0,-1 1-1 0 0,23 5 0 0 0,375 105 1066 0 0,-223-41-504 0 0,-7-3-113 0 0,-175-66-561 0 0,0 0-1 0 0,0 0 1 0 0,0-1-1 0 0,0 0 1 0 0,1 0-1 0 0,-1 0 1 0 0,0-1-1 0 0,0-1 1 0 0,0 1-1 0 0,1-1 1 0 0,-1 0-1 0 0,0 0 1 0 0,0-1-1 0 0,0 0 1 0 0,-1-1 0 0 0,1 1-1 0 0,0-1 1 0 0,-1 0-1 0 0,1-1 1 0 0,9-7-1 0 0,-10 8-174 0 0,-1-1-1 0 0,0 1 1 0 0,0-1 0 0 0,0 0-1 0 0,0 0 1 0 0,-1 0-1 0 0,0-1 1 0 0,8-9 0 0 0,-10 9-116 0 0,-1 0 1 0 0,1 0-1 0 0,-1 0 1 0 0,1 0-1 0 0,-1 0 1 0 0,-1 0-1 0 0,1 0 1 0 0,-1 0-1 0 0,0-9 1 0 0,0 12 237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6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5683 0 0,'0'0'2721'0'0,"30"-6"-2241"0"0,0-1-640 0 0,0 7 80 0 0,85 7 80 0 0,126 5 80 0 0,-29 1 80 0 0,-61-7-80 0 0,-67-6 0 0 0,-23 0-400 0 0,29-6-320 0 0,-60-13-161 0 0,-30 6-479 0 0,0 7-1041 0 0,0 0-401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 4882 0 0,'-20'9'1285'0'0,"-10"4"-14"0"0,29-11-1024 0 0,17-5-248 0 0,7-7 167 0 0,-6 0-106 0 0,8 3-46 0 0,-21 6-4 0 0,0 1 1 0 0,0-1 0 0 0,0 0 0 0 0,0 1-1 0 0,0 0 1 0 0,0 0 0 0 0,-1 0 0 0 0,1 0-1 0 0,0 1 1 0 0,0-1 0 0 0,0 1 0 0 0,0 0-1 0 0,0 0 1 0 0,-1 0 0 0 0,1 1 0 0 0,-1 0-1 0 0,7 3 1 0 0,-8-3 4 0 0,0 1 0 0 0,0-1 0 0 0,-1 0 1 0 0,1 1-1 0 0,-1-1 0 0 0,1 1 0 0 0,-1 0 0 0 0,0 0 0 0 0,0-1 0 0 0,0 1 1 0 0,-1 0-1 0 0,1 0 0 0 0,-1 0 0 0 0,1 0 0 0 0,-1 0 0 0 0,0-1 0 0 0,0 1 0 0 0,-1 0 1 0 0,1 0-1 0 0,0 0 0 0 0,-1 0 0 0 0,0 0 0 0 0,1 0 0 0 0,-1-1 0 0 0,-2 4 1 0 0,-1 8 93 0 0,-15 44 362 0 0,18-54-438 0 0,-1 0 0 0 0,0 0-1 0 0,0 0 1 0 0,0-1 0 0 0,0 1 0 0 0,-1-1 0 0 0,1 1-1 0 0,-1-1 1 0 0,0 0 0 0 0,0 0 0 0 0,-4 3-1 0 0,2-3-26 0 0,1-1-1 0 0,0 1 0 0 0,-1-1 0 0 0,0 0 0 0 0,1 0 1 0 0,-1-1-1 0 0,0 0 0 0 0,0 0 0 0 0,0 0 1 0 0,0 0-1 0 0,0-1 0 0 0,0 0 0 0 0,0 0 0 0 0,0 0 1 0 0,0 0-1 0 0,0-1 0 0 0,0 0 0 0 0,0 0 1 0 0,0 0-1 0 0,1-1 0 0 0,-1 0 0 0 0,-5-2 0 0 0,-1 0-17 0 0,0 0 0 0 0,0-1 0 0 0,0-1 0 0 0,-10-7 0 0 0,19 12 11 0 0,-1 0 0 0 0,1-1 1 0 0,0 0-1 0 0,0 0 0 0 0,0 1 0 0 0,0-1 0 0 0,0 0 0 0 0,1-1 0 0 0,-1 1 0 0 0,1 0 0 0 0,-1 0 0 0 0,1-1 0 0 0,0 1 0 0 0,0-1 0 0 0,0 1 0 0 0,0-1 0 0 0,0 1 0 0 0,1-1 0 0 0,-1 1 0 0 0,0-4 0 0 0,2 5 1 0 0,-1 0 0 0 0,0 0 0 0 0,1 0 0 0 0,-1 0 0 0 0,1 0 0 0 0,-1 0 0 0 0,1 0-1 0 0,0 0 1 0 0,-1 0 0 0 0,1 1 0 0 0,0-1 0 0 0,0 0 0 0 0,-1 0 0 0 0,1 1 0 0 0,0-1 0 0 0,0 1-1 0 0,0-1 1 0 0,0 0 0 0 0,0 1 0 0 0,0 0 0 0 0,0-1 0 0 0,0 1 0 0 0,0 0 0 0 0,0-1-1 0 0,0 1 1 0 0,0 0 0 0 0,0 0 0 0 0,2 0 0 0 0,38-3 17 0 0,1 5 44 0 0,1 1 0 0 0,70 16 0 0 0,-110-18-58 0 0,405 80 558 0 0,-383-74-857 0 0,1-2 0 0 0,0-1 1 0 0,0-2-1 0 0,0 0 0 0 0,0-2 1 0 0,0 0-1 0 0,0-2 0 0 0,0-1 0 0 0,0-1 1 0 0,0-1-1 0 0,30-11 0 0 0,9-9-4199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39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31 302 880 0 0,'0'0'2161'0'0,"-5"-1"-413"0"0,-15-4-521 0 0,15 3 1548 0 0,5 41-774 0 0,0-38-1998 0 0,0 0 0 0 0,1 0 0 0 0,-1 0 0 0 0,1 0 0 0 0,-1 0 0 0 0,1 0 0 0 0,0 0 0 0 0,-1 0 0 0 0,1-1 0 0 0,0 1 0 0 0,0 0 0 0 0,0 0 0 0 0,-1-1 0 0 0,1 1 0 0 0,0-1 0 0 0,0 1 0 0 0,0-1 1 0 0,0 1-1 0 0,0-1 0 0 0,0 1 0 0 0,2-1 0 0 0,4 4 36 0 0,23 33 175 0 0,-26-24-212 0 0,2-1-58 0 0,-3-11 45 0 0,-2-1 8 0 0,1 0 0 0 0,-1 0 0 0 0,0 0 0 0 0,0 1 0 0 0,0-1 0 0 0,0 1-1 0 0,0-1 1 0 0,0 0 0 0 0,0 1 0 0 0,0 0 0 0 0,0-1 0 0 0,0 1 0 0 0,0 0-1 0 0,0-1 1 0 0,0 1 0 0 0,0 0 0 0 0,0 0 0 0 0,-1 0 0 0 0,1 0 0 0 0,0 0-1 0 0,0 1 1 0 0,0-1 5 0 0,0 1-1 0 0,-1 0 0 0 0,1-1 0 0 0,0 1 0 0 0,0-1 0 0 0,0 0 0 0 0,0 1 1 0 0,0-1-1 0 0,1 0 0 0 0,-1 0 0 0 0,0 0 0 0 0,0 0 0 0 0,1 0 1 0 0,-1 0-1 0 0,1 0 0 0 0,-1 0 0 0 0,1 0 0 0 0,-1 0 0 0 0,1-1 1 0 0,1 1-1 0 0,-1 0 1 0 0,0-1 0 0 0,0 1-1 0 0,0 0 1 0 0,0 0 0 0 0,0 0 0 0 0,-1 0 0 0 0,1 0 0 0 0,0 0 0 0 0,-1 0 0 0 0,1 1 0 0 0,-1-1 0 0 0,1 1 0 0 0,-1-1 0 0 0,1 1 0 0 0,-1-1 0 0 0,0 1-1 0 0,0 0 1 0 0,0-1 0 0 0,0 1 0 0 0,0 0 0 0 0,1 3 0 0 0,-2-4-2 0 0,0 0 0 0 0,0 0 0 0 0,0-1 0 0 0,0 1 0 0 0,0 0 0 0 0,0 0 0 0 0,0 0 0 0 0,1-1 0 0 0,-1 1 0 0 0,0 0 0 0 0,0 0 0 0 0,1-1 0 0 0,-1 1 0 0 0,1 0 0 0 0,-1-1 0 0 0,1 1 0 0 0,-1-1 0 0 0,1 1 0 0 0,-1 0 0 0 0,1-1 0 0 0,0 1 0 0 0,-1-1 0 0 0,1 1 0 0 0,-1-1 0 0 0,1 0 0 0 0,0 1 0 0 0,0-1 0 0 0,-1 0 0 0 0,1 1 0 0 0,0-1 0 0 0,1 0 0 0 0,-2 0 0 0 0,1 1 0 0 0,0-1 0 0 0,0 0 0 0 0,-1 0 0 0 0,1 1 0 0 0,0-1 0 0 0,0 1 0 0 0,-1-1 0 0 0,1 0 0 0 0,0 1 0 0 0,-1-1 0 0 0,1 1 0 0 0,-1-1 0 0 0,1 1 0 0 0,0 0 0 0 0,-1-1 0 0 0,0 1 0 0 0,1 0 0 0 0,-1-1 0 0 0,1 1 0 0 0,-1 0 0 0 0,0 0 0 0 0,1-1 0 0 0,-1 1 0 0 0,0 0 0 0 0,0 0 0 0 0,1-1 0 0 0,-1 1 0 0 0,0 0 0 0 0,0 0 0 0 0,0 1 0 0 0,0-1 0 0 0,0 0 0 0 0,0 0 0 0 0,0 0 0 0 0,0-1 0 0 0,1 1 0 0 0,-1 0 0 0 0,0 0 0 0 0,0 0 0 0 0,1 0 0 0 0,-1 0 0 0 0,1 0 0 0 0,-1 0 0 0 0,1-1 0 0 0,-1 1 0 0 0,1 0 0 0 0,0 0 0 0 0,-1-1 0 0 0,1 1 0 0 0,0 0 0 0 0,0-1 0 0 0,-1 1 0 0 0,1-1 0 0 0,0 1 0 0 0,0-1 0 0 0,1 1 0 0 0,-1 0 0 0 0,0-1 0 0 0,0 1 0 0 0,0-1 0 0 0,0 1 0 0 0,0-1 0 0 0,0 1 0 0 0,0 0 0 0 0,-1-1 0 0 0,1 1 0 0 0,0 0 0 0 0,-1 0 0 0 0,1-1 0 0 0,0 1 0 0 0,-1 0 0 0 0,1 0 0 0 0,-1 0 0 0 0,1 0 0 0 0,-1 0 0 0 0,1 0 0 0 0,-1 0 0 0 0,0 0 0 0 0,0 0 0 0 0,1 0 0 0 0,-1 0 0 0 0,0 0 0 0 0,0 1 0 0 0,0 0-4 0 0,0 0 0 0 0,0 0 0 0 0,1 0 0 0 0,-1 0 0 0 0,0 0 0 0 0,1 0 0 0 0,0 0 1 0 0,-1 0-1 0 0,1 0 0 0 0,0-1 0 0 0,0 1 0 0 0,0 0 0 0 0,0 0 0 0 0,0-1 0 0 0,1 1 0 0 0,-1-1 0 0 0,0 1 0 0 0,1-1 0 0 0,-1 1 0 0 0,1-1 0 0 0,1 2 0 0 0,6 7 91 0 0,-10-14-18 0 0,1-1-1 0 0,-2 1 1 0 0,1-1-1 0 0,0 1 1 0 0,-1 0-1 0 0,0-1 1 0 0,0 1-1 0 0,0 0 1 0 0,0 0-1 0 0,-1 0 1 0 0,0 1-1 0 0,-4-6 1 0 0,-20-36 507 0 0,-8-72 558 0 0,-21 5-387 0 0,43 80-487 0 0,9 24-142 0 0,1 1 0 0 0,0-1 0 0 0,0 0 0 0 0,1 0 0 0 0,0 0 1 0 0,0 0-1 0 0,1 0 0 0 0,0-1 0 0 0,0-12 0 0 0,1 21-108 0 0,0-1 0 0 0,0 0 0 0 0,0 0 0 0 0,0 0 0 0 0,0 0 1 0 0,0 0-1 0 0,0 0 0 0 0,-1 1 0 0 0,1-1 0 0 0,0 0 0 0 0,-1 0 0 0 0,1 0 0 0 0,0 1 0 0 0,-1-1 1 0 0,1 0-1 0 0,-1 0 0 0 0,1 1 0 0 0,-1-1 0 0 0,1 0 0 0 0,-1 1 0 0 0,0-1 0 0 0,1 1 0 0 0,-1-1 1 0 0,0 0-1 0 0,0 1 0 0 0,1 0 0 0 0,-1-1 0 0 0,0 1 0 0 0,-1-1 0 0 0,1 1 17 0 0,0-1 1 0 0,0 1-1 0 0,0-1 0 0 0,0 0 0 0 0,0 1 1 0 0,0-1-1 0 0,0 0 0 0 0,1 0 0 0 0,-1 0 1 0 0,0 1-1 0 0,0-1 0 0 0,0 0 0 0 0,1 0 1 0 0,-1 0-1 0 0,1 0 0 0 0,-1 0 0 0 0,1 0 1 0 0,-1-1-1 0 0,1 1 0 0 0,-1 0 0 0 0,1 0 0 0 0,0 0 1 0 0,0 0-1 0 0,0 0 0 0 0,-1-1 0 0 0,1 1 1 0 0,0 0-1 0 0,0 0 0 0 0,1-2 0 0 0,-1-70 1427 0 0,5 72-1374 0 0,141-13 321 0 0,89 5-67 0 0,12-1-28 0 0,-139 8-287 0 0,116 3 55 0 0,-53 6 86 0 0,-87-7 227 0 0,-79 0-333 0 0,-5 4-900 0 0,0-3 813 0 0,0 0 1 0 0,0 0 0 0 0,0 0 0 0 0,0 0-1 0 0,0 0 1 0 0,0 1 0 0 0,1-1 0 0 0,-1 0-1 0 0,0 0 1 0 0,1 0 0 0 0,-1 0 0 0 0,0 0 0 0 0,1 0-1 0 0,-1-1 1 0 0,1 1 0 0 0,0 0 0 0 0,-1 0-1 0 0,1 0 1 0 0,0 0 0 0 0,0-1 0 0 0,-1 1-1 0 0,2 1 1 0 0,6 6 4 0 0,0 0 0 0 0,-1 0-1 0 0,0 1 1 0 0,0 0 0 0 0,-1 1 0 0 0,-1-1-1 0 0,1 1 1 0 0,-2 0 0 0 0,1 1 0 0 0,-1-1-1 0 0,-1 1 1 0 0,0 0 0 0 0,0-1 0 0 0,-1 1-1 0 0,-1 1 1 0 0,1 14 0 0 0,-2 0 798 0 0,0-28-2183 0 0,0-14-5347 0 0,0 8 2384 0 0,0-4 161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4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210 433 2001 0 0,'-55'12'3015'0'0,"54"-12"-2994"0"0,1 1 0 0 0,-1-1 1 0 0,0 1-1 0 0,1-1 1 0 0,0 1-1 0 0,-1-1 1 0 0,1 1-1 0 0,-1-1 0 0 0,1 1 1 0 0,0 0-1 0 0,-1-1 1 0 0,1 1-1 0 0,0-1 1 0 0,-1 1-1 0 0,1 0 0 0 0,0-1 1 0 0,0 1-1 0 0,0 0 1 0 0,0 0-1 0 0,0-1 1 0 0,0 1-1 0 0,0 0 0 0 0,0-1 1 0 0,0 1-1 0 0,0 0 1 0 0,0-1-1 0 0,0 1 1 0 0,1 1-1 0 0,-1-1 10 0 0,0 0 0 0 0,1 1 1 0 0,-1-1-1 0 0,0 0 0 0 0,0 0 0 0 0,0 0 0 0 0,0 0 0 0 0,-1 0 1 0 0,1 1-1 0 0,0-1 0 0 0,0 0 0 0 0,-1 0 0 0 0,1 0 1 0 0,-1 0-1 0 0,1 0 0 0 0,-1 0 0 0 0,1 0 0 0 0,-1 1 1 0 0,-3 1-7 0 0,3-2-12 0 0,-1-1-1 0 0,1 1 0 0 0,0 0 1 0 0,-1 0-1 0 0,1 0 0 0 0,0 0 1 0 0,0 0-1 0 0,0 0 0 0 0,0 0 0 0 0,0 0 1 0 0,0 0-1 0 0,0 0 0 0 0,0 1 1 0 0,0-1-1 0 0,0 0 0 0 0,1 1 1 0 0,-1-1-1 0 0,1 1 0 0 0,-1-1 1 0 0,1 0-1 0 0,-1 1 0 0 0,1-1 0 0 0,0 1 1 0 0,0-1-1 0 0,0 1 0 0 0,0 0 1 0 0,0-1-1 0 0,0 1 0 0 0,0-1 1 0 0,0 1-1 0 0,0-1 0 0 0,1 1 1 0 0,-1-1-1 0 0,1 1 0 0 0,-1-1 0 0 0,1 0 1 0 0,0 2-1 0 0,50 68 455 0 0,-50-67-444 0 0,1-1 0 0 0,0 1 0 0 0,0-1 0 0 0,0 1 0 0 0,0-1 0 0 0,1 0 0 0 0,-1 0 0 0 0,1 0 0 0 0,0 0 0 0 0,5 3 0 0 0,-3 6 44 0 0,-5-7-54 0 0,0-9-13 0 0,0 3 6 0 0,0 0 0 0 0,0 1-1 0 0,0-1 1 0 0,0 1 0 0 0,0-1 0 0 0,0 0-1 0 0,0 1 1 0 0,0-1 0 0 0,0 1-1 0 0,1-1 1 0 0,-1 0 0 0 0,0 1-1 0 0,0-1 1 0 0,1 1 0 0 0,-1-1-1 0 0,0 1 1 0 0,1-1 0 0 0,-1 1-1 0 0,1-1 1 0 0,-1 1 0 0 0,0-1-1 0 0,1 1 1 0 0,-1 0 0 0 0,1-1-1 0 0,-1 1 1 0 0,1 0 0 0 0,-1-1-1 0 0,1 1 1 0 0,-1 0 0 0 0,1 0-1 0 0,0-1 1 0 0,-1 1 0 0 0,1 0-1 0 0,-1 0 1 0 0,1 0 0 0 0,0 0-1 0 0,-1 0 1 0 0,2 0 0 0 0,-1 0 2 0 0,-1 0 1 0 0,1 0-1 0 0,-1 0 0 0 0,1 0 1 0 0,0-1-1 0 0,-1 1 0 0 0,1 0 1 0 0,0 0-1 0 0,-1 0 0 0 0,1 0 1 0 0,-1-1-1 0 0,1 1 0 0 0,-1 0 1 0 0,1-1-1 0 0,-1 1 0 0 0,1 0 1 0 0,-1-1-1 0 0,1 1 0 0 0,-1-1 1 0 0,1 1-1 0 0,-1-1 0 0 0,1 1 1 0 0,-1-1-1 0 0,0 1 1 0 0,1-1-1 0 0,-1 1 0 0 0,0-1 1 0 0,0 1-1 0 0,1-1 0 0 0,-1 0 1 0 0,0 1-1 0 0,0-1 0 0 0,0 1 1 0 0,0-1-1 0 0,0 0 0 0 0,0 1 1 0 0,0-1-1 0 0,0-1 0 0 0,0-13 149 0 0,-1 0 0 0 0,-1 0 0 0 0,0 0-1 0 0,-1 0 1 0 0,0 1 0 0 0,-1-1 0 0 0,-11-24-1 0 0,-2 0 173 0 0,10 24-170 0 0,0 0 0 0 0,1-1 0 0 0,0 0 0 0 0,1-1 0 0 0,1 1 0 0 0,1-1 0 0 0,-2-19 0 0 0,4 32-130 0 0,1 1 0 0 0,-1-1 0 0 0,1 0 0 0 0,-1 0 0 0 0,0 1 0 0 0,-1-1 0 0 0,1 0 0 0 0,-1 1 0 0 0,1-1 0 0 0,-1 1 0 0 0,0 0 1 0 0,0 0-1 0 0,-1-1 0 0 0,1 1 0 0 0,-1 1 0 0 0,1-1 0 0 0,-1 0 0 0 0,0 1 0 0 0,0-1 0 0 0,0 1 0 0 0,0 0 0 0 0,-1 0 0 0 0,1 0 0 0 0,-1 0 0 0 0,-5-1 0 0 0,4 0 7 0 0,0 1 0 0 0,0-1 0 0 0,1 0 0 0 0,-1 0 0 0 0,1 0 0 0 0,0-1 0 0 0,0 0 0 0 0,0 0 0 0 0,0 0 0 0 0,1 0 0 0 0,-5-7 0 0 0,5 5 66 0 0,-1 0 1 0 0,1 0-1 0 0,-1 0 0 0 0,0 0 1 0 0,-8-8-1 0 0,9 11 12 0 0,3 3-92 0 0,0 0 0 0 0,0 0 1 0 0,0 0-1 0 0,0 0 0 0 0,0 0 0 0 0,0 0 0 0 0,1 0 0 0 0,-1 0 0 0 0,0-1 0 0 0,0 1 0 0 0,0 0 0 0 0,0 0 0 0 0,0 0 0 0 0,0 0 0 0 0,0 0 1 0 0,0 0-1 0 0,0 0 0 0 0,0 0 0 0 0,0 0 0 0 0,0 0 0 0 0,1-1 0 0 0,-1 1 0 0 0,0 0 0 0 0,0 0 0 0 0,0 0 0 0 0,0 0 0 0 0,0 0 0 0 0,0 0 1 0 0,0 0-1 0 0,0 0 0 0 0,0-1 0 0 0,0 1 0 0 0,0 0 0 0 0,0 0 0 0 0,1 0 198 0 0,19 4-193 0 0,-5-2 2 0 0,0 0 0 0 0,0-2 0 0 0,0 1 0 0 0,17-3 0 0 0,2 0-28 0 0,490-24 403 0 0,-124 3-234 0 0,-183 22 43 0 0,-97-8-39 0 0,-5-22 306 0 0,-90 26-400 0 0,66-20 320 0 0,-61 18-226 0 0,-30 7-170 0 0,1 0 1 0 0,-1 0-1 0 0,0 0 1 0 0,0 0-1 0 0,1 0 1 0 0,-1 1-1 0 0,0-1 1 0 0,1 0-1 0 0,-1 0 1 0 0,0 0 0 0 0,0 0-1 0 0,1 0 1 0 0,-1 0-1 0 0,0 1 1 0 0,0-1-1 0 0,0 0 1 0 0,1 0-1 0 0,-1 0 1 0 0,0 1-1 0 0,0-1 1 0 0,0 0-1 0 0,0 0 1 0 0,1 1-1 0 0,-1-1 1 0 0,0 0 0 0 0,0 0-1 0 0,0 1 1 0 0,0-1-1 0 0,0 0 1 0 0,0 1-1 0 0,0-1 1 0 0,0 0-1 0 0,0 0 1 0 0,0 1-1 0 0,0-1 1 0 0,0 0-1 0 0,0 1 1 0 0,4 13 103 0 0,15 24 212 0 0,-2 1 0 0 0,-2 1 0 0 0,15 61 0 0 0,0 38 81 0 0,-28-129-378 0 0,-1-1 0 0 0,0 1 0 0 0,0 0 0 0 0,-1 13 1 0 0,0-11-60 0 0,0-12 20 0 0,0 0 1 0 0,0 0-1 0 0,0 0 1 0 0,0 0-1 0 0,-1 0 1 0 0,1 0 0 0 0,0 0-1 0 0,0 0 1 0 0,0-1-1 0 0,0 1 1 0 0,0 0-1 0 0,0 0 1 0 0,0 0 0 0 0,0 0-1 0 0,0 0 1 0 0,-1 0-1 0 0,1 0 1 0 0,0 0-1 0 0,0 0 1 0 0,0 0 0 0 0,0 0-1 0 0,0 0 1 0 0,0 0-1 0 0,-1 0 1 0 0,1 0-1 0 0,0 0 1 0 0,0 0 0 0 0,0 0-1 0 0,0 0 1 0 0,0 0-1 0 0,0 0 1 0 0,0 0-1 0 0,-1 0 1 0 0,1 0 0 0 0,0 0-1 0 0,0 0 1 0 0,0 0-1 0 0,0 0 1 0 0,0 0-1 0 0,0 0 1 0 0,0 0 0 0 0,0 0-1 0 0,-1 1 1 0 0,1-1-1 0 0,0 0 1 0 0,0 0-1 0 0,0 0 1 0 0,0 0 0 0 0,0 0-1 0 0,0 0 1 0 0,-6-6-647 0 0,0 0 1 0 0,0-1-1 0 0,1 0 1 0 0,0 0 0 0 0,0-1-1 0 0,1 1 1 0 0,0-1-1 0 0,0 0 1 0 0,1 0-1 0 0,0 0 1 0 0,-2-9 0 0 0,-25-91-7076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43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183 490 1521 0 0,'-1'1'108'0'0,"-1"-1"1"0"0,1 0 0 0 0,0 1 0 0 0,0-1 0 0 0,0 1-1 0 0,0-1 1 0 0,-1 1 0 0 0,1 0 0 0 0,0-1-1 0 0,0 1 1 0 0,0 0 0 0 0,0 0 0 0 0,0 0-1 0 0,0-1 1 0 0,1 1 0 0 0,-1 0 0 0 0,0 0 0 0 0,0 1-1 0 0,1-1 1 0 0,-1 0 0 0 0,0 0 0 0 0,1 0-1 0 0,-1 0 1 0 0,1 0 0 0 0,-1 3 0 0 0,2-1-55 0 0,0-1 1 0 0,0 1-1 0 0,0-1 0 0 0,0 1 1 0 0,0-1-1 0 0,0 0 1 0 0,1 1-1 0 0,-1-1 0 0 0,1 0 1 0 0,2 3-1 0 0,9 13-92 0 0,-9-13 96 0 0,1-1 1 0 0,-1 1-1 0 0,1-1 1 0 0,0 0-1 0 0,11 7 1 0 0,-11-8-12 0 0,0 0 0 0 0,0 1 0 0 0,0 0 0 0 0,0 0 0 0 0,-1 0 0 0 0,9 10 0 0 0,17 36 87 0 0,-26-34 15 0 0,-4-15-134 0 0,0 0-1 0 0,0 0 1 0 0,0-1-1 0 0,0 1 1 0 0,0 0-1 0 0,0 0 1 0 0,0 0-1 0 0,0 0 1 0 0,0 0-1 0 0,1-1 1 0 0,-1 1-1 0 0,0 0 1 0 0,1 0 0 0 0,-1 0-1 0 0,1-1 1 0 0,-1 1-1 0 0,1 0 1 0 0,-1-1-1 0 0,2 2 1 0 0,5 4-4 0 0,-5-5 33 0 0,-1 0 1 0 0,0-1-1 0 0,1 1 0 0 0,-1 0 0 0 0,0 1 0 0 0,0-1 0 0 0,0 0 0 0 0,0 0 0 0 0,0 0 0 0 0,0 1 0 0 0,0-1 0 0 0,-1 0 0 0 0,1 1 0 0 0,0-1 0 0 0,-1 1 0 0 0,1-1 0 0 0,-1 1 0 0 0,1-1 0 0 0,-1 1 0 0 0,0-1 0 0 0,0 1 0 0 0,0-1 0 0 0,1 1 0 0 0,-2 0 0 0 0,1-1 0 0 0,0 3 0 0 0,0-3 196 0 0,-1-3-112 0 0,7-1-95 0 0,-5 3-24 0 0,0 0 0 0 0,1 0 0 0 0,-1-1 1 0 0,0 1-1 0 0,0 0 0 0 0,1 0 1 0 0,-1-1-1 0 0,0 1 0 0 0,0-1 1 0 0,0 1-1 0 0,0-1 0 0 0,0 0 1 0 0,0 1-1 0 0,0-1 0 0 0,0 0 1 0 0,0 0-1 0 0,0 1 0 0 0,0-1 0 0 0,0 0 1 0 0,0 0-1 0 0,-1 0 0 0 0,1 0 1 0 0,0 0-1 0 0,-1 0 0 0 0,1 0 1 0 0,0-1-1 0 0,-1 1 0 0 0,0 0 1 0 0,1 0-1 0 0,-1 0 0 0 0,0 0 1 0 0,1-1-1 0 0,-1 1 0 0 0,0 0 0 0 0,0 0 1 0 0,0-1-1 0 0,0 1 0 0 0,0 0 1 0 0,-1 0-1 0 0,1-1 0 0 0,0 1 1 0 0,0 0-1 0 0,-1 0 0 0 0,1 0 1 0 0,-1 0-1 0 0,1-1 0 0 0,-1 1 1 0 0,1 0-1 0 0,-1 0 0 0 0,0 0 0 0 0,0 0 1 0 0,-1-1-1 0 0,-13-22 153 0 0,7 12-59 0 0,0 0 0 0 0,1-1 0 0 0,-10-25 0 0 0,8 13 83 0 0,-2 1 1 0 0,0 0 0 0 0,-1 1 0 0 0,-31-43-1 0 0,-38-55 830 0 0,6 11-551 0 0,20 60 109 0 0,49 35-119 0 0,6 10-186 0 0,1 9 2488 0 0,-2-5-2306 0 0,7-2-355 0 0,1 1 29 0 0,0-1 0 0 0,0 1 0 0 0,0-1 0 0 0,-1 0 0 0 0,9-6 0 0 0,-3 3 31 0 0,0 0 0 0 0,0 0 0 0 0,24-7 0 0 0,49-8 306 0 0,166-18-1 0 0,96 17-117 0 0,-70 15-37 0 0,-172 13-200 0 0,-101-6-67 0 0,-4 11-93 0 0,0-5 59 0 0,1 0 0 0 0,-1 0 1 0 0,1 0-1 0 0,0 0 0 0 0,1 0 0 0 0,-1 0 1 0 0,1 0-1 0 0,4 8 0 0 0,5 22 111 0 0,-7-12-42 0 0,-2-1 0 0 0,-1 0 0 0 0,-2 28 0 0 0,0-6-15 0 0,2-41-52 0 0,-1 0 0 0 0,1-1-1 0 0,-1 1 1 0 0,1 0 0 0 0,0 0-1 0 0,0 0 1 0 0,1 0-1 0 0,-1-1 1 0 0,1 1 0 0 0,0 0-1 0 0,3 3 1 0 0,-3-4-253 0 0,-1 0 0 0 0,1 0 1 0 0,-1 0-1 0 0,1 0 0 0 0,-1 0 0 0 0,0 0 0 0 0,0 0 1 0 0,0 0-1 0 0,0 0 0 0 0,0 7 0 0 0,-1-17-1494 0 0,0-1 686 0 0,0 1 0 0 0,0 0 0 0 0,-1-1 0 0 0,0 1 0 0 0,-2-8 0 0 0,-23-54-4830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45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298 464 800 0 0,'-50'11'3455'0'0,"48"-11"-3421"0"0,1 0-1 0 0,-1 0 0 0 0,1 1 1 0 0,-1-1-1 0 0,1 0 1 0 0,-1 1-1 0 0,1-1 0 0 0,-1 1 1 0 0,1-1-1 0 0,-1 1 0 0 0,1 0 1 0 0,0-1-1 0 0,-1 1 1 0 0,1 0-1 0 0,0 0 0 0 0,0 0 1 0 0,0 0-1 0 0,0 0 0 0 0,0 0 1 0 0,0 0-1 0 0,0 1 1 0 0,0-1-1 0 0,0 0 0 0 0,0 0 1 0 0,1 1-1 0 0,-1-1 0 0 0,0 1 1 0 0,1-1-1 0 0,-1 0 1 0 0,1 1-1 0 0,0-1 0 0 0,-1 1 1 0 0,1-1-1 0 0,0 1 0 0 0,0-1 1 0 0,0 1-1 0 0,0 0 1 0 0,0-1-1 0 0,0 1 0 0 0,1 1 1 0 0,-1 6 265 0 0,0-8-296 0 0,1-1 1 0 0,-1 1-1 0 0,0-1 1 0 0,0 0-1 0 0,0 1 1 0 0,0-1-1 0 0,0 1 1 0 0,0-1-1 0 0,1 1 1 0 0,-1-1-1 0 0,0 0 1 0 0,0 1 0 0 0,1-1-1 0 0,-1 0 1 0 0,0 1-1 0 0,0-1 1 0 0,1 0-1 0 0,-1 1 1 0 0,0-1-1 0 0,1 0 1 0 0,-1 0-1 0 0,1 1 1 0 0,-1-1-1 0 0,0 0 1 0 0,1 0-1 0 0,-1 0 1 0 0,1 0-1 0 0,-1 1 1 0 0,0-1-1 0 0,1 0 1 0 0,-1 0-1 0 0,1 0 1 0 0,-1 0 0 0 0,1 0-1 0 0,-1 0 1 0 0,1 0-1 0 0,0 0 0 0 0,-1 0 0 0 0,1 0 0 0 0,-1 0 0 0 0,1 0 0 0 0,-1 0-1 0 0,0 0 1 0 0,1 0 0 0 0,-1 0 0 0 0,1 0 0 0 0,-1 0 0 0 0,1 0 0 0 0,-1 0 0 0 0,1 1 0 0 0,-1-1-1 0 0,0 0 1 0 0,1 0 0 0 0,-1 1 0 0 0,1-1 0 0 0,-1 0 0 0 0,0 0 0 0 0,1 1 0 0 0,-1-1-1 0 0,0 0 1 0 0,0 1 0 0 0,1-1 0 0 0,-1 1 0 0 0,0-1 0 0 0,0 0 0 0 0,1 1 0 0 0,-1-1 0 0 0,0 1-1 0 0,0-1 1 0 0,0 0 0 0 0,0 1 0 0 0,0-1 0 0 0,0 1 0 0 0,1 0 0 0 0,-1 2 13 0 0,0-1 1 0 0,1 1 0 0 0,0 0-1 0 0,-1-1 1 0 0,1 1-1 0 0,0 0 1 0 0,1-1-1 0 0,-1 0 1 0 0,0 1-1 0 0,1-1 1 0 0,-1 1 0 0 0,1-1-1 0 0,3 3 1 0 0,34 33 138 0 0,-6-6 31 0 0,-25-24-135 0 0,1 3 49 0 0,0 0 1 0 0,1-1 0 0 0,15 11 0 0 0,20 20 325 0 0,-25-17 215 0 0,-25-36-573 0 0,0-4 11 0 0,-10-1-20 0 0,8 10-29 0 0,1-1 0 0 0,0 1 0 0 0,0-1 1 0 0,1 0-1 0 0,-5-11 0 0 0,2 3 8 0 0,-10-22 52 0 0,-2 0-1 0 0,-25-37 1 0 0,41 69-82 0 0,-4-3 16 0 0,1-1 1 0 0,0 0-1 0 0,1 0 1 0 0,0-1-1 0 0,0 1 1 0 0,1-1 0 0 0,1 0-1 0 0,0-1 1 0 0,-3-14-1 0 0,3 16 32 0 0,1 0 0 0 0,-2 0 0 0 0,-9-18 0 0 0,-6-15 227 0 0,9 2 152 0 0,7 27-190 0 0,0 0 0 0 0,-1 0-1 0 0,-11-24 1 0 0,14 36-213 0 0,1 0 1 0 0,-1-1-1 0 0,0 1 0 0 0,0 0 0 0 0,0 0 0 0 0,0 0 1 0 0,0 0-1 0 0,0 0 0 0 0,-1 1 0 0 0,1-1 0 0 0,-1 1 1 0 0,1-1-1 0 0,-1 1 0 0 0,1 0 0 0 0,-1 0 1 0 0,0 0-1 0 0,-5-1 0 0 0,5 1 3 0 0,-1 0 1 0 0,1 0-1 0 0,-1 0 1 0 0,1 0-1 0 0,0-1 1 0 0,0 1-1 0 0,0-1 0 0 0,0 0 1 0 0,0 0-1 0 0,0 0 1 0 0,0-1-1 0 0,-4-4 1 0 0,-1-3 42 0 0,6 9-21 0 0,1-1-1 0 0,-1 0 1 0 0,1 0 0 0 0,-1 0 0 0 0,1 0-1 0 0,0 0 1 0 0,0 0 0 0 0,0 0 0 0 0,0 0 0 0 0,0-1-1 0 0,0 1 1 0 0,0 0 0 0 0,1-1 0 0 0,0 1 0 0 0,-1 0-1 0 0,1-1 1 0 0,0 1 0 0 0,0 0 0 0 0,0-4-1 0 0,-5 5 145 0 0,-15 1-81 0 0,15 0 26 0 0,5 0-118 0 0,0-1-1 0 0,0 1 1 0 0,0 0-1 0 0,0 0 1 0 0,-1 0-1 0 0,1 0 0 0 0,0 0 1 0 0,0-1-1 0 0,0 1 1 0 0,0 0-1 0 0,0 0 1 0 0,0 0-1 0 0,0 0 1 0 0,0 0-1 0 0,0-1 0 0 0,0 1 1 0 0,0 0-1 0 0,0 0 1 0 0,0 0-1 0 0,0 0 1 0 0,0-1-1 0 0,0 1 0 0 0,0 0 1 0 0,0 0-1 0 0,0 0 1 0 0,0 0-1 0 0,0-1 1 0 0,0 1-1 0 0,0 0 1 0 0,0 0-1 0 0,0 0 0 0 0,1 0 1 0 0,-1 0-1 0 0,0-1 1 0 0,0 1-1 0 0,0 0 1 0 0,0 0-1 0 0,0 0 1 0 0,0 0-1 0 0,0 0 0 0 0,1 0 1 0 0,-1 0-1 0 0,0-1 1 0 0,0 1-1 0 0,0 0 1 0 0,0 0-1 0 0,1 0 1 0 0,-1 0-1 0 0,0 0 0 0 0,0 0 1 0 0,0 0-1 0 0,0 0 1 0 0,0 0-1 0 0,1 0 1 0 0,-1 0-1 0 0,0 0 1 0 0,0 0-1 0 0,0 0 0 0 0,0 0 1 0 0,1 0-1 0 0,-1 0 1 0 0,0 0-1 0 0,0 0 1 0 0,0 0-1 0 0,0 0 0 0 0,1 1 1 0 0,-1-1-1 0 0,0 0 1 0 0,0 0-1 0 0,20 0 120 0 0,-15 0 120 0 0,0 0-121 0 0,197-8 735 0 0,224 16 480 0 0,-406-9-1281 0 0,-15-4 0 0 0,0 2 0 0 0,-4 3-68 0 0,0 0-9 0 0,0 0 0 0 0,1 0 0 0 0,-1 0 0 0 0,0 0 0 0 0,0 0 0 0 0,0 0 0 0 0,0 0 0 0 0,0-1 1 0 0,1 1-1 0 0,-1 0 0 0 0,0-1 0 0 0,0 1 0 0 0,0-1 0 0 0,0 0 0 0 0,0 1 0 0 0,0-1 0 0 0,0 0 0 0 0,0 1 0 0 0,0-1 0 0 0,-1 0 1 0 0,3-2-1 0 0,-4 3-2 0 0,0-4 23 0 0,33-5 31 0 0,23-3 118 0 0,-45 12-120 0 0,33 10-39 0 0,-41-10-13 0 0,0 0 0 0 0,0 0 0 0 0,0 1 0 0 0,0-1 0 0 0,0 1-1 0 0,0-1 1 0 0,0 1 0 0 0,-1 0 0 0 0,1-1 0 0 0,0 1 0 0 0,0 0 0 0 0,-1 0 0 0 0,1 0 0 0 0,0 1 0 0 0,-1-1-1 0 0,1 0 1 0 0,-1 1 0 0 0,0-1 0 0 0,1 1 0 0 0,-1-1 0 0 0,0 1 0 0 0,2 2 0 0 0,0 0 4 0 0,111 166 289 0 0,-88-140-307 0 0,-26-29-26 0 0,0-1 0 0 0,0 1 0 0 0,0-1 1 0 0,1 1-1 0 0,-1-1 0 0 0,0 1 1 0 0,0-1-1 0 0,0 1 0 0 0,0-1 1 0 0,0 1-1 0 0,0-1 0 0 0,0 1 0 0 0,0-1 1 0 0,0 1-1 0 0,0-1 0 0 0,0 1 1 0 0,0-1-1 0 0,-1 1 0 0 0,1-1 1 0 0,0 1-1 0 0,0-1 0 0 0,0 1 0 0 0,-1-1 1 0 0,1 1-1 0 0,0-1 0 0 0,-1 0 1 0 0,1 1-1 0 0,0-1 0 0 0,-1 1 1 0 0,1-1-1 0 0,0 0 0 0 0,-1 1 0 0 0,1-1 1 0 0,-1 0-1 0 0,1 0 0 0 0,-1 1 1 0 0,1-1-1 0 0,-1 0 0 0 0,1 0 1 0 0,-1 0-1 0 0,1 1 0 0 0,-1-1 0 0 0,1 0 1 0 0,-1 0-1 0 0,1 0 0 0 0,-1 0 1 0 0,1 0-1 0 0,-1 0 0 0 0,1 0 1 0 0,-1 0-1 0 0,1 0 0 0 0,-1 0 0 0 0,1 0 1 0 0,-1-1-1 0 0,1 1 0 0 0,-1 0 1 0 0,1 0-1 0 0,-1 0 0 0 0,0-1 0 0 0,0 0-105 0 0,1 1 0 0 0,-1-1-1 0 0,1 1 1 0 0,-1 0-1 0 0,1-1 1 0 0,-1 1-1 0 0,1-1 1 0 0,-1 0-1 0 0,1 1 1 0 0,0-1-1 0 0,-1 1 1 0 0,1-1-1 0 0,0 0 1 0 0,-1 1-1 0 0,1-1 1 0 0,0 0 0 0 0,0 1-1 0 0,0-1 1 0 0,-1 0-1 0 0,1 1 1 0 0,0-1-1 0 0,0 0 1 0 0,0-1-1 0 0,-5-30-3390 0 0,-20-21-1454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7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39 3442 0 0,'-26'0'1587'0'0,"21"0"-813"0"0,5 0-735 0 0,0 0 0 0 0,0-1 0 0 0,0 1 0 0 0,0 0 1 0 0,0 0-1 0 0,-1-1 0 0 0,1 1 0 0 0,0 0 0 0 0,0 0 1 0 0,0-1-1 0 0,0 1 0 0 0,0 0 0 0 0,0-1 0 0 0,0 1 0 0 0,0 0 1 0 0,0 0-1 0 0,0-1 0 0 0,0 1 0 0 0,0 0 0 0 0,0-1 1 0 0,0 1-1 0 0,1 0 0 0 0,-1 0 0 0 0,0-1 0 0 0,0 1 0 0 0,0 0 1 0 0,0 0-1 0 0,0-1 0 0 0,1 1 0 0 0,-1 0 0 0 0,0 0 1 0 0,0-1-1 0 0,0 1 0 0 0,1 0 0 0 0,-1 0 0 0 0,0 0 0 0 0,0 0 1 0 0,1-1-1 0 0,-1 1 0 0 0,0 0 0 0 0,0 0 0 0 0,1 0 1 0 0,-1 0-1 0 0,0 0 0 0 0,0 0 0 0 0,1 0 0 0 0,-1 0 1 0 0,33-6 387 0 0,0 3 1 0 0,51 0-1 0 0,22 0-95 0 0,733-10-1373 0 0,-743 13-1133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8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1361 0 0,'6'2'443'0'0,"-4"-2"-361"0"0,-1 0 1 0 0,0 0-1 0 0,0 0 1 0 0,0 0-1 0 0,0 1 1 0 0,0-1-1 0 0,0 0 1 0 0,0 1-1 0 0,0-1 1 0 0,0 1-1 0 0,0-1 1 0 0,0 1-1 0 0,0 0 1 0 0,0-1-1 0 0,0 1 1 0 0,0 0-1 0 0,0 0 1 0 0,0 0-1 0 0,-1 0 1 0 0,1-1-1 0 0,0 1 1 0 0,-1 0-1 0 0,1 0 1 0 0,-1 0-1 0 0,2 2 0 0 0,-2-2-22 0 0,0 0-1 0 0,1 0 1 0 0,-1 0-1 0 0,1 0 0 0 0,-1 0 1 0 0,1 0-1 0 0,-1-1 1 0 0,1 1-1 0 0,0 0 0 0 0,-1-1 1 0 0,1 1-1 0 0,0 0 1 0 0,0-1-1 0 0,-1 1 1 0 0,1-1-1 0 0,0 1 0 0 0,0-1 1 0 0,0 1-1 0 0,1 0 1 0 0,-1-1-38 0 0,0 0 0 0 0,0 0 0 0 0,-1 0 0 0 0,1 0 0 0 0,0 1 0 0 0,0-1 0 0 0,-1 0 1 0 0,1 0-1 0 0,0 1 0 0 0,-1-1 0 0 0,1 1 0 0 0,0-1 0 0 0,-1 0 0 0 0,1 1 1 0 0,-1-1-1 0 0,1 1 0 0 0,-1-1 0 0 0,1 1 0 0 0,-1 0 0 0 0,1-1 0 0 0,-1 1 0 0 0,0 0 1 0 0,1-1-1 0 0,-1 1 0 0 0,0 0 0 0 0,1-1 0 0 0,-1 1 0 0 0,0 0 0 0 0,0-1 1 0 0,0 1-1 0 0,1 0 0 0 0,-1 0 0 0 0,0-1 0 0 0,0 1 0 0 0,0 0 0 0 0,0 0 0 0 0,-1-1 1 0 0,1 1-1 0 0,0 0 0 0 0,0 0 0 0 0,0-1 0 0 0,0 1 0 0 0,-1 0 0 0 0,1-1 0 0 0,0 1 1 0 0,-1 0-1 0 0,1-1 0 0 0,-1 1 0 0 0,1 0 0 0 0,0-1 0 0 0,-1 1 0 0 0,0 0 1 0 0,-55 75 1070 0 0,33-49-927 0 0,18-20-153 0 0,0-1 0 0 0,0 0-1 0 0,-1 0 1 0 0,1-1 0 0 0,-1 1 0 0 0,-1-1 0 0 0,1-1-1 0 0,-1 1 1 0 0,-8 4 0 0 0,11-7-3 0 0,1-1 0 0 0,-1 0 0 0 0,0 1 1 0 0,0-2-1 0 0,0 1 0 0 0,1 0 0 0 0,-1-1 0 0 0,0 1 0 0 0,0-1 0 0 0,0 0 1 0 0,0-1-1 0 0,0 1 0 0 0,0-1 0 0 0,0 1 0 0 0,1-1 0 0 0,-1 0 1 0 0,0-1-1 0 0,1 1 0 0 0,-1-1 0 0 0,-6-3 0 0 0,9 1 0 0 0,-1 0 0 0 0,1 0 0 0 0,0-1 0 0 0,1 1 0 0 0,-1 0 0 0 0,1-1 0 0 0,-1 1 0 0 0,1 0 0 0 0,0-1 0 0 0,1 1 0 0 0,-1 0 0 0 0,1-1 0 0 0,0 1 0 0 0,0 0 0 0 0,2-5 0 0 0,3 6 5 0 0,0 0-1 0 0,-1 0 0 0 0,1 0 0 0 0,0 1 1 0 0,1 0-1 0 0,-1 0 0 0 0,0 1 0 0 0,0 0 0 0 0,1 0 1 0 0,-1 0-1 0 0,1 1 0 0 0,-1 0 0 0 0,1 0 1 0 0,7 1-1 0 0,56 4 316 0 0,0 2 0 0 0,-1 3 0 0 0,104 29 0 0 0,-141-30-101 0 0,-1 0 0 0 0,0 3-1 0 0,-1 0 1 0 0,57 33 0 0 0,-43-14 248 0 0,-1 1 0 0 0,41 40 0 0 0,-77-66-454 0 0,1 1 1 0 0,-1-1-1 0 0,2-1 0 0 0,-1 1 1 0 0,1-2-1 0 0,-1 1 0 0 0,1-1 1 0 0,1 0-1 0 0,-1-1 0 0 0,0 0 1 0 0,13 2-1 0 0,-20-4-96 0 0,-1-1 1 0 0,0 0-1 0 0,0 1 1 0 0,1-1-1 0 0,-1 0 0 0 0,0 0 1 0 0,1 0-1 0 0,-1 0 0 0 0,0 0 1 0 0,0 0-1 0 0,1 0 0 0 0,-1-1 1 0 0,0 1-1 0 0,0 0 1 0 0,1-1-1 0 0,-1 1 0 0 0,0-1 1 0 0,0 1-1 0 0,0-1 0 0 0,1 1 1 0 0,-1-1-1 0 0,0 0 0 0 0,0 0 1 0 0,0 0-1 0 0,0 1 1 0 0,0-1-1 0 0,-1 0 0 0 0,2-2 1 0 0,-1 1-177 0 0,-1 0 1 0 0,1 0 0 0 0,-1 0-1 0 0,0 0 1 0 0,0 0 0 0 0,0 0-1 0 0,0 0 1 0 0,0 0 0 0 0,0 0-1 0 0,0 0 1 0 0,-1 0 0 0 0,1 0-1 0 0,-1 0 1 0 0,0 0 0 0 0,1 0-1 0 0,-1 0 1 0 0,-2-2 0 0 0,-22-27-4514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48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423 154 1040 0 0,'-1'1'62'0'0,"1"0"-1"0"0,-1 0 1 0 0,0 0-1 0 0,0 0 1 0 0,1 0-1 0 0,-1-1 0 0 0,0 1 1 0 0,0 0-1 0 0,0 0 1 0 0,0-1-1 0 0,0 1 0 0 0,0-1 1 0 0,0 1-1 0 0,0-1 1 0 0,0 1-1 0 0,-1-1 1 0 0,1 1-1 0 0,-2-1 0 0 0,-12 7 827 0 0,10-4-598 0 0,0 0 0 0 0,0-1 0 0 0,0 0 0 0 0,0 0 0 0 0,0 0 1 0 0,0-1-1 0 0,-10 2 0 0 0,10-3 924 0 0,6 2-1074 0 0,-8 1-120 0 0,-13-1-7 0 0,15 2 0 0 0,5-3 534 0 0,0-34 427 0 0,0 27-922 0 0,-1 0 0 0 0,0 0-1 0 0,-1 1 1 0 0,1-1 0 0 0,-1 0 0 0 0,0 1-1 0 0,-1 0 1 0 0,1-1 0 0 0,-1 1-1 0 0,0 0 1 0 0,0 0 0 0 0,-1 0 0 0 0,1 1-1 0 0,-1-1 1 0 0,0 1 0 0 0,-8-6-1 0 0,4 2-55 0 0,0 2 0 0 0,-1-1 0 0 0,0 1-1 0 0,0 1 1 0 0,-1-1 0 0 0,0 2-1 0 0,1-1 1 0 0,-20-4 0 0 0,-36-4-1130 0 0,-21 5-2188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5442 0 0,'0'0'2722'0'0,"0"-2"-2642"0"0,0-40-1574 0 0,0 41 693 0 0,0-6-4988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25 640 0 0,'61'-5'3042'0'0,"-31"-1"-321"0"0,0-2-640 0 0,0 8-560 0 0,1-6-881 0 0,-1 6-1040 0 0,0 6-1681 0 0,30-6-881 0 0,-30 14-319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4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1361 0 0,'0'0'2001'0'0,"0"7"720"0"0,30-7-1361 0 0,0-7-1440 0 0,-30 1-160 0 0,0 0-560 0 0,0-7-1041 0 0,0-6-480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5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2561 0 0,'0'-6'320'0'0,"0"-8"-1920"0"0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0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75 400 0 0,'0'-4'3375'0'0,"5"2"1267"0"0,16-2-4361 0 0,0-2-1 0 0,0 0 0 0 0,25-12 1 0 0,-34 14-202 0 0,38-11 481 0 0,-70 11 614 0 0,15 4-440 0 0,0-1-348 0 0,-13-3-123 0 0,0 1 0 0 0,0 1 0 0 0,0 1 0 0 0,0 1 0 0 0,0 0 0 0 0,-25 5 0 0 0,16-2-103 0 0,0 2 0 0 0,0 1 0 0 0,1 1 1 0 0,0 1-1 0 0,-41 19 0 0 0,11-3 427 0 0,51-22 13 0 0,10-2-493 0 0,19 0-75 0 0,-1 0 0 0 0,44 8 0 0 0,-36-4 18 0 0,9 3-10 0 0,-1 2 0 0 0,69 25-1 0 0,-85-25-54 0 0,0 0 0 0 0,-1 2-1 0 0,0 1 1 0 0,0 1-1 0 0,26 21 1 0 0,-45-32 17 0 0,0 0 0 0 0,0 0 0 0 0,0 1 1 0 0,0-1-1 0 0,-1 1 0 0 0,0-1 0 0 0,1 1 0 0 0,-1 0 0 0 0,0 0 1 0 0,0 0-1 0 0,0 0 0 0 0,-1 0 0 0 0,1 1 0 0 0,-1-1 0 0 0,0 0 1 0 0,0 1-1 0 0,0-1 0 0 0,0 1 0 0 0,0-1 0 0 0,-1 1 0 0 0,0-1 1 0 0,0 1-1 0 0,0-1 0 0 0,0 1 0 0 0,0 0 0 0 0,-2 6 0 0 0,-1-2 15 0 0,-1-1 0 0 0,0 1 0 0 0,-1-1 0 0 0,1 0 0 0 0,-1 0-1 0 0,-1 0 1 0 0,1 0 0 0 0,-1-1 0 0 0,-9 7 0 0 0,10-9-12 0 0,-1 1 1 0 0,1-1-1 0 0,-1 0 1 0 0,0-1 0 0 0,0 0-1 0 0,-1 0 1 0 0,1 0-1 0 0,-1-1 1 0 0,1 0-1 0 0,-1 0 1 0 0,0 0-1 0 0,0-1 1 0 0,-12 1 0 0 0,-10-2 11 0 0,1 0 1 0 0,-34-5-1 0 0,35 2-14 0 0,4 1-17 0 0,1 0-1 0 0,0-2 1 0 0,0-1-1 0 0,0 0 0 0 0,1-2 1 0 0,0 0-1 0 0,0-1 1 0 0,0-1-1 0 0,1-2 1 0 0,-26-16-1 0 0,38 21-6 0 0,-4-2-135 0 0,0 0-1 0 0,1-1 0 0 0,0 0 1 0 0,0-1-1 0 0,-14-17 1 0 0,23 26 72 0 0,1-1 1 0 0,0 1-1 0 0,0 0 1 0 0,0-1-1 0 0,0 1 1 0 0,0-1-1 0 0,0 0 1 0 0,0 1-1 0 0,1-1 1 0 0,-1 0 0 0 0,0 1-1 0 0,1-1 1 0 0,-1 0-1 0 0,1 0 1 0 0,0 1-1 0 0,0-1 1 0 0,0 0-1 0 0,0 0 1 0 0,0 0-1 0 0,0 1 1 0 0,0-1-1 0 0,0 0 1 0 0,1 0 0 0 0,-1 0-1 0 0,1 1 1 0 0,-1-1-1 0 0,1 0 1 0 0,0 1-1 0 0,0-1 1 0 0,0 1-1 0 0,0-1 1 0 0,0 1-1 0 0,1-3 1 0 0,5-3-446 0 0,1 1-1 0 0,-1-1 1 0 0,2 1 0 0 0,-1 1 0 0 0,13-7 0 0 0,12-9-1262 0 0,28-22-1744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1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55 1681 0 0,'-4'2'394'0'0,"0"0"1"0"0,-1 0 0 0 0,1 0-1 0 0,0 1 1 0 0,1-1 0 0 0,-1 1-1 0 0,0 0 1 0 0,1 0-1 0 0,-1 0 1 0 0,1 1 0 0 0,-5 7-1 0 0,9-9-365 0 0,0 1-1 0 0,1-1 0 0 0,0 0 1 0 0,-1 1-1 0 0,1-1 0 0 0,0 0 1 0 0,0 0-1 0 0,0 0 0 0 0,1 0 1 0 0,-1 0-1 0 0,0-1 0 0 0,1 1 1 0 0,-1-1-1 0 0,1 1 0 0 0,-1-1 1 0 0,1 0-1 0 0,4 2 1 0 0,66 24 167 0 0,-4-12-136 0 0,0-3 0 0 0,1-3 0 0 0,129-1 0 0 0,-149-14-61 0 0,-49 6 1 0 0,0 0 1 0 0,-1 0-1 0 0,1 0 0 0 0,0-1 1 0 0,0 1-1 0 0,0 0 0 0 0,-1-1 0 0 0,1 1 1 0 0,0-1-1 0 0,-1 1 0 0 0,1-1 1 0 0,0 1-1 0 0,-1-1 0 0 0,1 1 0 0 0,0-1 1 0 0,-1 1-1 0 0,1-1 0 0 0,-1 0 1 0 0,1 1-1 0 0,-1-1 0 0 0,1 0 0 0 0,-1 0 1 0 0,0 1-1 0 0,1-1 0 0 0,-1 0 1 0 0,0 0-1 0 0,0 0 0 0 0,0 1 0 0 0,1-1 1 0 0,-1 0-1 0 0,0 0 0 0 0,0 0 1 0 0,0 0-1 0 0,0 1 0 0 0,0-1 0 0 0,0 0 1 0 0,-1 0-1 0 0,1 0 0 0 0,0 0 1 0 0,0 1-1 0 0,-1-1 0 0 0,1 0 0 0 0,0 0 1 0 0,-1 1-1 0 0,1-1 0 0 0,-1 0 1 0 0,1 1-1 0 0,-1-1 0 0 0,1 0 0 0 0,-2 0 1 0 0,-5-7 9 0 0,-1 1 0 0 0,0 0 0 0 0,0 0 0 0 0,-1 1 1 0 0,0 0-1 0 0,0 0 0 0 0,0 1 0 0 0,-17-7 0 0 0,24 11-8 0 0,-13-6-16 0 0,-18-10 152 0 0,0 1 0 0 0,-2 1 0 0 0,0 3 0 0 0,-38-10 0 0 0,64 20-80 0 0,1 0 0 0 0,-1 0 0 0 0,0 1 0 0 0,0 0 0 0 0,1 1 0 0 0,-1 0 0 0 0,0 1 0 0 0,0-1 0 0 0,0 1 0 0 0,1 1 0 0 0,-1 0 0 0 0,1 0 0 0 0,-1 1 0 0 0,1 0 0 0 0,0 0 0 0 0,0 1 0 0 0,0 0 0 0 0,0 1 0 0 0,1-1 0 0 0,0 1 0 0 0,0 1 0 0 0,0-1 0 0 0,-11 13 0 0 0,14-13 7 0 0,1 0 0 0 0,-1 0 0 0 0,1 1 0 0 0,0-1 0 0 0,1 1 1 0 0,-1 0-1 0 0,1 0 0 0 0,0 0 0 0 0,1 0 0 0 0,-1 0 0 0 0,1 0 0 0 0,0 0 0 0 0,1 1 1 0 0,0 9-1 0 0,-9 46 518 0 0,7-55-538 0 0,0 0-1 0 0,0 0 0 0 0,0 0 1 0 0,1 1-1 0 0,1-1 0 0 0,-1 0 0 0 0,1 0 1 0 0,1 10-1 0 0,0-12-35 0 0,1 0 1 0 0,-1 0-1 0 0,1 0 0 0 0,1-1 0 0 0,-1 1 1 0 0,0-1-1 0 0,1 0 0 0 0,0 1 0 0 0,0-1 1 0 0,0 0-1 0 0,1-1 0 0 0,-1 1 1 0 0,1-1-1 0 0,0 1 0 0 0,5 2 0 0 0,3 2-196 0 0,0-1-1 0 0,0-1 0 0 0,1 0 1 0 0,0-1-1 0 0,0 0 0 0 0,0-1 0 0 0,1-1 1 0 0,0 0-1 0 0,-1 0 0 0 0,1-2 1 0 0,0 1-1 0 0,0-2 0 0 0,15-1 0 0 0,-21 1-123 0 0,0 0 0 0 0,0-1 0 0 0,0 0-1 0 0,0-1 1 0 0,9-2 0 0 0,17-20-2437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61 287 2881 0 0,'-25'7'3095'0'0,"15"-12"-1254"0"0,9 4-1812 0 0,0 1 1 0 0,0 0-1 0 0,-1 0 1 0 0,1-1-1 0 0,0 1 0 0 0,0-1 1 0 0,0 1-1 0 0,0-1 1 0 0,0 1-1 0 0,0-1 1 0 0,0 1-1 0 0,0-1 0 0 0,0 0 1 0 0,0 0-1 0 0,0 0 1 0 0,0 0-1 0 0,0 1 0 0 0,0-1 1 0 0,1 0-1 0 0,-2-2 1 0 0,-1-31 425 0 0,3 25-461 0 0,0 7 9 0 0,0 0-1 0 0,0 0 1 0 0,0-1-1 0 0,0 1 1 0 0,0 0-1 0 0,0 0 1 0 0,1-1-1 0 0,-1 1 1 0 0,1 0-1 0 0,0 0 1 0 0,-1 0-1 0 0,1 0 1 0 0,0 0-1 0 0,0 0 1 0 0,0 0-1 0 0,1 0 1 0 0,-1 0 0 0 0,0 1-1 0 0,1-1 1 0 0,-1 0-1 0 0,1 1 1 0 0,0-1-1 0 0,-1 1 1 0 0,1 0-1 0 0,0-1 1 0 0,0 1-1 0 0,0 0 1 0 0,3-1-1 0 0,18-15 5 0 0,-19 15-9 0 0,0-1 0 0 0,-1 1 0 0 0,1-1-1 0 0,0 1 1 0 0,0 0 0 0 0,0 1 0 0 0,1-1 0 0 0,-1 1 0 0 0,0 0-1 0 0,1 0 1 0 0,-1 0 0 0 0,0 0 0 0 0,1 1 0 0 0,-1 0 0 0 0,1 0-1 0 0,-1 0 1 0 0,1 0 0 0 0,-1 1 0 0 0,1-1 0 0 0,-1 1 0 0 0,0 0 0 0 0,1 1-1 0 0,-1-1 1 0 0,0 1 0 0 0,0 0 0 0 0,0 0 0 0 0,0 0 0 0 0,0 1-1 0 0,-1-1 1 0 0,1 1 0 0 0,-1 0 0 0 0,1 0 0 0 0,-1 0 0 0 0,0 0-1 0 0,0 1 1 0 0,3 4 0 0 0,-4-3 36 0 0,0-1 0 0 0,-1 1-1 0 0,0 0 1 0 0,0-1 0 0 0,0 1 0 0 0,-1 0 0 0 0,1 0-1 0 0,-1-1 1 0 0,0 1 0 0 0,-1 0 0 0 0,0 8-1 0 0,-1 5 136 0 0,-3-17 151 0 0,0-1-182 0 0,-1 0-1 0 0,0-1 1 0 0,1 1 0 0 0,-1-1 0 0 0,0 0-1 0 0,1-1 1 0 0,-1 1 0 0 0,1-1 0 0 0,0-1-1 0 0,0 1 1 0 0,-7-4 0 0 0,9 4-113 0 0,1 0 0 0 0,-1 0 0 0 0,1 0 0 0 0,-1-1-1 0 0,1 1 1 0 0,0 0 0 0 0,0-1 0 0 0,0 0 0 0 0,1 1 0 0 0,-1-1 0 0 0,0 0 0 0 0,1 0 0 0 0,0 0 0 0 0,0 0-1 0 0,0 0 1 0 0,0 0 0 0 0,0 0 0 0 0,0-1 0 0 0,1 1 0 0 0,0 0 0 0 0,0-5 0 0 0,2-3-10 0 0,1 0 0 0 0,1 1 0 0 0,-1-1-1 0 0,2 1 1 0 0,-1 0 0 0 0,2 0 0 0 0,-1 0 0 0 0,1 1 0 0 0,1 0 0 0 0,0 0 0 0 0,0 1 0 0 0,0 0 0 0 0,1 0 0 0 0,1 0-1 0 0,-1 1 1 0 0,11-7 0 0 0,-10 10 2 0 0,1 1-1 0 0,-1 0 1 0 0,1 0 0 0 0,0 0-1 0 0,-1 2 1 0 0,1-1-1 0 0,0 1 1 0 0,0 0 0 0 0,0 1-1 0 0,0 0 1 0 0,0 1-1 0 0,0 0 1 0 0,0 1 0 0 0,0 0-1 0 0,-1 0 1 0 0,1 1-1 0 0,15 7 1 0 0,-3-1 30 0 0,-2 1 0 0 0,0 1 0 0 0,0 1 0 0 0,-1 1-1 0 0,0 1 1 0 0,17 17 0 0 0,-19-15-66 0 0,-2 1 1 0 0,27 35-1 0 0,-16-17-578 0 0,-22-30 286 0 0,0-1 0 0 0,0 1 1 0 0,0-1-1 0 0,0 0 0 0 0,1 0 1 0 0,5 3-1 0 0,46 20-3317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5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1281 0 0,'0'0'2161'0'0,"0"-8"-481"0"0,30 2-639 0 0,31-5-1922 0 0,84-41-3841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3682 0 0,'-30'6'5522'0'0,"30"6"-4401"0"0,30-12-1281 0 0,-30 7-80 0 0,0-1 79 0 0,25 0-159 0 0,5 2-400 0 0,30 11-1521 0 0,31 6-2001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9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5042 0 0,'-30'0'2642'0'0,"0"13"-2642"0"0,30-7-321 0 0,30-6 81 0 0,-30-6 0 0 0,30 6-320 0 0,0 0-961 0 0,0 0-640 0 0,31 0-240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7 880 0 0,'-31'7'2081'0'0,"62"-14"-2961"0"0,-31 1-641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3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178 174 160 0 0,'50'-10'3539'0'0,"-40"9"-3052"0"0,-1 0-1 0 0,0 0 1 0 0,1-2-1 0 0,-1 1 1 0 0,0-1-1 0 0,0 0 1 0 0,-1-1-1 0 0,1 0 0 0 0,15-10 1 0 0,-16 8-440 0 0,-7 5-31 0 0,0 1 0 0 0,1-1 0 0 0,-1 0 0 0 0,0 0 0 0 0,0-1 0 0 0,0 1 0 0 0,0 0 0 0 0,0 0 0 0 0,0 0 0 0 0,0-1 0 0 0,0 1 0 0 0,0-1 0 0 0,-1 1 0 0 0,1 0 0 0 0,0-1 0 0 0,-1 1 1 0 0,1-1-1 0 0,-1 1 0 0 0,0-1 0 0 0,0 0 0 0 0,1 1 0 0 0,-1-1 0 0 0,0 1 0 0 0,0-1 0 0 0,0 0 0 0 0,-1-2 0 0 0,1 1-6 0 0,1 1-1 0 0,-1 0 0 0 0,0-1 1 0 0,0 1-1 0 0,0-1 0 0 0,0 1 1 0 0,0-1-1 0 0,0 1 1 0 0,-1 0-1 0 0,1-1 0 0 0,-1 1 1 0 0,0 0-1 0 0,1-1 1 0 0,-1 1-1 0 0,0 0 0 0 0,-1 0 1 0 0,1-1-1 0 0,0 1 1 0 0,0 0-1 0 0,-1 0 0 0 0,0 1 1 0 0,1-1-1 0 0,-1 0 0 0 0,0 0 1 0 0,0 1-1 0 0,-3-3 1 0 0,4 3-1 0 0,1 1 0 0 0,-1 0 0 0 0,1 0 1 0 0,-1-1-1 0 0,1 1 0 0 0,0 0 0 0 0,-1-1 1 0 0,1 1-1 0 0,0 0 0 0 0,-1-1 1 0 0,1 1-1 0 0,0-1 0 0 0,-1 1 0 0 0,1-1 1 0 0,0 1-1 0 0,0-1 0 0 0,0 1 0 0 0,-1-1 1 0 0,1 1-1 0 0,0-1 0 0 0,0 1 0 0 0,0-1 1 0 0,0 1-1 0 0,0-1 0 0 0,0 1 0 0 0,0-1 1 0 0,0 1-1 0 0,0-1 0 0 0,0 1 1 0 0,0-1-1 0 0,0 1 0 0 0,1-1 0 0 0,-1 1 1 0 0,0-1-1 0 0,0 1 0 0 0,1-1 0 0 0,-1 1-2 0 0,0 0 0 0 0,0 0 1 0 0,-1 0-1 0 0,1 0 0 0 0,0 0 0 0 0,0 0 0 0 0,0 0 0 0 0,0 0 0 0 0,0 0 0 0 0,-1 0 0 0 0,1 0 0 0 0,0 0 0 0 0,0 0 0 0 0,0 0 0 0 0,0 0 0 0 0,0 0 0 0 0,-1 0 0 0 0,1 0 0 0 0,0 0 0 0 0,0 0 0 0 0,0 0 1 0 0,0 0-1 0 0,-1 0 0 0 0,1 0 0 0 0,0 0 0 0 0,0 0 0 0 0,0 0 0 0 0,0 0 0 0 0,0 0 0 0 0,0 0 0 0 0,-1 0 0 0 0,1 0 0 0 0,0-1 0 0 0,0 1 0 0 0,0 0 0 0 0,0 0 0 0 0,0 0 0 0 0,0 0 0 0 0,0 0 0 0 0,0 0 0 0 0,-1-1 1 0 0,1 1-1 0 0,0 0 0 0 0,0 0 0 0 0,0 0 0 0 0,0 0 0 0 0,0 0 0 0 0,0-1 0 0 0,0 1 0 0 0,0 0 0 0 0,0 0 0 0 0,0 0 0 0 0,0 0 0 0 0,0 0 0 0 0,0-1 0 0 0,0 1 0 0 0,0 0 0 0 0,0 0 0 0 0,0 0 0 0 0,0 0 1 0 0,0 0-1 0 0,1-1 0 0 0,-10 3 109 0 0,-23 4 183 0 0,1 1-1 0 0,-44 16 1 0 0,65-20-179 0 0,1 2 1 0 0,-1-1-1 0 0,1 1 0 0 0,0 1 0 0 0,1 0 0 0 0,-1 0 0 0 0,1 0 0 0 0,0 1 1 0 0,1 1-1 0 0,-1-1 0 0 0,2 1 0 0 0,-8 10 0 0 0,-10 13 284 0 0,20-28-400 0 0,1 0 0 0 0,0 0-1 0 0,0 1 1 0 0,0 0 0 0 0,1-1-1 0 0,-1 1 1 0 0,1 0 0 0 0,0 0-1 0 0,0 0 1 0 0,0 0 0 0 0,1 1 0 0 0,-1-1-1 0 0,1 1 1 0 0,0-1 0 0 0,1 0-1 0 0,-1 6 1 0 0,0 17 221 0 0,0-18-183 0 0,1-1 1 0 0,0 1-1 0 0,0 0 0 0 0,1-1 1 0 0,0 1-1 0 0,4 13 0 0 0,-4-19-34 0 0,0 0 0 0 0,1 0 0 0 0,-1-1 1 0 0,1 1-1 0 0,0 0 0 0 0,0-1 0 0 0,0 1 0 0 0,0-1 0 0 0,1 0 0 0 0,-1 0 0 0 0,0 0 0 0 0,1 0 0 0 0,0 0 0 0 0,-1 0 0 0 0,1-1 0 0 0,0 1 1 0 0,0-1-1 0 0,0 0 0 0 0,0 0 0 0 0,0 0 0 0 0,0 0 0 0 0,5 1 0 0 0,25 2 5 0 0,1-2 1 0 0,-1 0-1 0 0,0-3 0 0 0,55-6 1 0 0,-88 7-14 0 0,37-6-637 0 0,-1-1 1 0 0,-1-2-1 0 0,1-1 1 0 0,-2-2-1 0 0,1-1 1 0 0,54-30-1 0 0,12-16-3605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8 1841 0 0,'-30'-4'1009'0'0,"0"1"0"0"0,0 2 0 0 0,0 1 1 0 0,-37 5-1 0 0,50-2-734 0 0,-1 0 0 0 0,1 2 1 0 0,1 0-1 0 0,-1 1 0 0 0,1 0 0 0 0,0 2 1 0 0,0 0-1 0 0,-21 14 0 0 0,8-3-10 0 0,13-11-65 0 0,2 2-1 0 0,-1 0 0 0 0,1 0 1 0 0,1 2-1 0 0,-15 14 1 0 0,27-24-139 0 0,-1 0 0 0 0,0 0 0 0 0,0 0 1 0 0,1 1-1 0 0,-1-1 0 0 0,1 1 0 0 0,0-1 1 0 0,-1 1-1 0 0,1-1 0 0 0,1 1 0 0 0,-1 0 0 0 0,0 0 1 0 0,1-1-1 0 0,-1 1 0 0 0,1 0 0 0 0,0 0 1 0 0,0 0-1 0 0,0-1 0 0 0,0 1 0 0 0,0 0 1 0 0,1 0-1 0 0,-1 0 0 0 0,1-1 0 0 0,0 1 1 0 0,0 0-1 0 0,0-1 0 0 0,0 1 0 0 0,0 0 1 0 0,0-1-1 0 0,1 1 0 0 0,-1-1 0 0 0,1 0 1 0 0,0 0-1 0 0,0 0 0 0 0,0 1 0 0 0,0-2 0 0 0,4 4 1 0 0,2 2-5 0 0,1-2 0 0 0,0 1 0 0 0,0-1 0 0 0,0 0 0 0 0,0-1 1 0 0,1 0-1 0 0,0-1 0 0 0,0 0 0 0 0,0 0 0 0 0,0-1 0 0 0,1 0 1 0 0,19 0-1 0 0,8 0-75 0 0,71-7 0 0 0,-93 4 24 0 0,1 0 1 0 0,-1-1 0 0 0,0-1-1 0 0,0 0 1 0 0,0-1 0 0 0,0-1-1 0 0,0 0 1 0 0,-1-2 0 0 0,22-11-1 0 0,-37 18-5 0 0,0 0 0 0 0,1 0 0 0 0,-1 0 0 0 0,0 0 0 0 0,0 0 0 0 0,1 0 0 0 0,-1 0 0 0 0,0-1 0 0 0,1 1 0 0 0,-1 0 0 0 0,0 0 0 0 0,0 0 0 0 0,1 0 0 0 0,-1-1 0 0 0,0 1 0 0 0,0 0 0 0 0,0 0 0 0 0,1 0 0 0 0,-1-1 0 0 0,0 1 0 0 0,0 0 0 0 0,0 0 0 0 0,0-1 0 0 0,1 1 0 0 0,-1 0 0 0 0,0 0-1 0 0,0-1 1 0 0,0 1 0 0 0,0 0 0 0 0,0-1 0 0 0,0 1 0 0 0,0 0 0 0 0,0 0 0 0 0,0-1 0 0 0,0 1 0 0 0,0 0 0 0 0,0-1 0 0 0,0 1 0 0 0,0 0 0 0 0,0 0 0 0 0,0-1 0 0 0,0 1 0 0 0,0 0 0 0 0,0-1 0 0 0,-1 1 0 0 0,1 0 0 0 0,0 0 0 0 0,0-1 0 0 0,0 1 0 0 0,0 0 0 0 0,-1 0 0 0 0,1 0 0 0 0,0-1 0 0 0,0 1 0 0 0,0 0 0 0 0,-1 0-1 0 0,1 0 1 0 0,0-1 0 0 0,0 1 0 0 0,-1 0 0 0 0,1 0 0 0 0,0 0 0 0 0,0 0 0 0 0,-1 0 0 0 0,1 0 0 0 0,0 0 0 0 0,-1 0 0 0 0,1 0 0 0 0,-15-3 22 0 0,0 1 0 0 0,0 0 0 0 0,-24 2 0 0 0,-23-3 45 0 0,-165-20-735 0 0,193 17-133 0 0,34 6 767 0 0,1 0 1 0 0,-1 0-1 0 0,0 0 1 0 0,0 0-1 0 0,0 0 1 0 0,0 0-1 0 0,0-1 1 0 0,1 1-1 0 0,-1 0 1 0 0,0 0-1 0 0,0 0 1 0 0,0 0-1 0 0,0 0 1 0 0,0 0-1 0 0,0-1 1 0 0,0 1-1 0 0,1 0 1 0 0,-1 0-1 0 0,0 0 1 0 0,0 0-1 0 0,0 0 1 0 0,0-1-1 0 0,0 1 1 0 0,0 0-1 0 0,0 0 1 0 0,0 0-1 0 0,0 0 1 0 0,0-1-1 0 0,0 1 1 0 0,0 0-1 0 0,0 0 1 0 0,0 0-1 0 0,0 0 1 0 0,0-1-1 0 0,0 1 1 0 0,0 0-1 0 0,0 0 1 0 0,0 0-1 0 0,0 0 1 0 0,0-1-1 0 0,-1 1 1 0 0,1 0-1 0 0,0 0 1 0 0,0 0-1 0 0,0 0 1 0 0,0 0-1 0 0,0-1 1 0 0,0 1 0 0 0,0 0-1 0 0,-1 0 1 0 0,1 0-1 0 0,0 0 1 0 0,0 0-1 0 0,0 0 1 0 0,0 0-1 0 0,-1 0 1 0 0,1 0-1 0 0,0-1 1 0 0,0 1-1 0 0,0 0-98 0 0,60-27-3791 0 0,-10-3 440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12 960 0 0,'-5'0'1761'0'0,"-51"-6"2094"0"0,21 0-3468 0 0,8 8-151 0 0,0 2-1 0 0,1 0 0 0 0,-1 2 0 0 0,1 1 1 0 0,-35 13-1 0 0,-1 0 114 0 0,58-19-332 0 0,1 0 0 0 0,-1 0 0 0 0,1 1 0 0 0,-1-1 0 0 0,1 1 0 0 0,0-1 0 0 0,0 1 0 0 0,0 0 0 0 0,0 0 0 0 0,0 0 0 0 0,0 1 0 0 0,1-1 0 0 0,-1 1 0 0 0,1-1 0 0 0,-1 1 0 0 0,1 0 0 0 0,0 0 0 0 0,0 0 0 0 0,0 0 0 0 0,1 1 0 0 0,-1-1 0 0 0,1 0 0 0 0,0 1 0 0 0,0-1 0 0 0,0 1 0 0 0,0-1 0 0 0,0 1 0 0 0,1-1 0 0 0,0 1 0 0 0,0-1 0 0 0,0 1 0 0 0,0 0 0 0 0,0-1 0 0 0,1 1 0 0 0,-1-1 0 0 0,1 1 0 0 0,0-1 0 0 0,0 1 0 0 0,0-1 0 0 0,1 1 0 0 0,-1-1 0 0 0,1 0 0 0 0,0 0 0 0 0,0 0 0 0 0,0 0 0 0 0,0 0 0 0 0,1 0 0 0 0,-1-1 0 0 0,1 1 0 0 0,2 2 0 0 0,20 21 29 0 0,16 12 188 0 0,-25-26-156 0 0,0-2-1 0 0,1 0 0 0 0,0 0 1 0 0,1-2-1 0 0,0 0 0 0 0,0-1 1 0 0,0-1-1 0 0,1-1 1 0 0,29 5-1 0 0,-27-8-50 0 0,-9-1 10 0 0,0 0 1 0 0,0-1-1 0 0,0-1 0 0 0,15-1 0 0 0,13-4 3 0 0,-39 5-35 0 0,0 1 1 0 0,0-1-1 0 0,-1 0 0 0 0,1 1 0 0 0,0-1 0 0 0,0 0 0 0 0,0 0 0 0 0,-1 0 0 0 0,1 1 0 0 0,-1-1 1 0 0,1 0-1 0 0,0 0 0 0 0,-1 0 0 0 0,0 0 0 0 0,1 0 0 0 0,-1 0 0 0 0,1 0 0 0 0,-1 0 0 0 0,0 0 1 0 0,0 0-1 0 0,0 0 0 0 0,0 0 0 0 0,0 0 0 0 0,0 0 0 0 0,0-1 0 0 0,0 0 0 0 0,-7-36 31 0 0,1 23-91 0 0,0 0 1 0 0,-1 0 0 0 0,-1 1-1 0 0,0 0 1 0 0,-1 0-1 0 0,0 1 1 0 0,-1 0 0 0 0,-1 1-1 0 0,0 0 1 0 0,-1 1 0 0 0,0 0-1 0 0,-20-14 1 0 0,29 23 37 0 0,-1 0 1 0 0,1 1 0 0 0,-1-1-1 0 0,0 1 1 0 0,1 0-1 0 0,-1 0 1 0 0,0 0 0 0 0,0 1-1 0 0,0-1 1 0 0,0 1 0 0 0,1 0-1 0 0,-1 0 1 0 0,0 0-1 0 0,0 1 1 0 0,0-1 0 0 0,0 1-1 0 0,1 0 1 0 0,-1 0 0 0 0,0 0-1 0 0,0 1 1 0 0,-6 3-1 0 0,8-4-22 0 0,2-1 10 0 0,0 0 0 0 0,0 0 1 0 0,0 1-1 0 0,0-1 1 0 0,0 0-1 0 0,0 0 1 0 0,0 1-1 0 0,0-1 1 0 0,0 0-1 0 0,0 0 0 0 0,0 0 1 0 0,0 1-1 0 0,0-1 1 0 0,0 0-1 0 0,0 0 1 0 0,0 1-1 0 0,0-1 1 0 0,0 0-1 0 0,0 0 0 0 0,0 1 1 0 0,1-1-1 0 0,-1 0 1 0 0,0 0-1 0 0,0 0 1 0 0,0 1-1 0 0,0-1 1 0 0,0 0-1 0 0,1 0 0 0 0,-1 0 1 0 0,0 0-1 0 0,0 1 1 0 0,0-1-1 0 0,1 0 1 0 0,-1 0-1 0 0,0 0 1 0 0,0 0-1 0 0,0 0 0 0 0,1 0 1 0 0,-1 0-1 0 0,0 0 1 0 0,0 1-1 0 0,1-1 1 0 0,-1 0-1 0 0,0 0 1 0 0,0 0-1 0 0,1 0 0 0 0,-1 0 1 0 0,0 0-1 0 0,0 0 1 0 0,0 0-1 0 0,1-1 1 0 0,-1 1-1 0 0,0 0 0 0 0,0 0 1 0 0,1 0-1 0 0,-1 0 1 0 0,18 5-505 0 0,-3-1-162 0 0,40 4-2572 0 0,26-7 465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04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78 560 0 0,'-59'-17'3563'0'0,"57"17"-3461"0"0,1-1 0 0 0,-1 0 0 0 0,0 0 0 0 0,0 1 0 0 0,1-2 0 0 0,-1 1 0 0 0,0 0 0 0 0,1 0 0 0 0,-1 0 0 0 0,1-1 0 0 0,0 1 0 0 0,-1-1 0 0 0,1 1 1 0 0,0-1-1 0 0,0 1 0 0 0,0-1 0 0 0,0 0 0 0 0,0 0 0 0 0,0 1 0 0 0,0-1 0 0 0,1 0 0 0 0,-1 0 0 0 0,1 0 0 0 0,-1 0 0 0 0,1-3 0 0 0,0 5-89 0 0,-1-1 0 0 0,1 1 0 0 0,0-1 0 0 0,0 1 0 0 0,0-1-1 0 0,-1 1 1 0 0,1-1 0 0 0,0 1 0 0 0,-1-1 0 0 0,1 1-1 0 0,0-1 1 0 0,-1 1 0 0 0,1-1 0 0 0,0 1 0 0 0,-1 0-1 0 0,1-1 1 0 0,-1 1 0 0 0,1 0 0 0 0,-1-1 0 0 0,1 1 0 0 0,-1 0-1 0 0,1 0 1 0 0,-1-1 0 0 0,1 1 0 0 0,-1 0 0 0 0,1 0-1 0 0,-1 0 1 0 0,0 0 0 0 0,1 0 0 0 0,-1 0 0 0 0,1 0-1 0 0,-1 0 1 0 0,1 0 0 0 0,-2 0 0 0 0,1 0-11 0 0,1 0 0 0 0,-1 0 0 0 0,1 0 0 0 0,-1 0 0 0 0,1 0 0 0 0,-1 0 0 0 0,1 0 0 0 0,-1 0 0 0 0,1 0 0 0 0,-1 0 0 0 0,1 0 0 0 0,-1 0 1 0 0,1-1-1 0 0,-1 1 0 0 0,1 0 0 0 0,-1 0 0 0 0,1-1 0 0 0,-1 1 0 0 0,1 0 0 0 0,0 0 0 0 0,-1-1 0 0 0,1 1 0 0 0,-1 0 0 0 0,1-1 0 0 0,0 1 0 0 0,-1-1 0 0 0,1 1 0 0 0,0-1 0 0 0,0 1 0 0 0,-1 0 0 0 0,1-1 1 0 0,0 1-1 0 0,0-1 0 0 0,-1 0 0 0 0,1 0 64 0 0,-14 2 103 0 0,-1 1 0 0 0,1 1 0 0 0,-1 1-1 0 0,1 0 1 0 0,-23 9 0 0 0,21-7 46 0 0,-3 2-22 0 0,1 0 0 0 0,1 1 1 0 0,-1 1-1 0 0,2 0 1 0 0,-26 21-1 0 0,41-30-183 0 0,0 0 0 0 0,0-1-1 0 0,0 1 1 0 0,0 0 0 0 0,0 0 0 0 0,0 0-1 0 0,0 0 1 0 0,0 0 0 0 0,0 0-1 0 0,1 0 1 0 0,-1 0 0 0 0,0 1 0 0 0,1-1-1 0 0,-1 0 1 0 0,1 0 0 0 0,-1 1 0 0 0,1-1-1 0 0,0 0 1 0 0,0 0 0 0 0,-1 1-1 0 0,1-1 1 0 0,0 0 0 0 0,0 1 0 0 0,0-1-1 0 0,0 0 1 0 0,1 1 0 0 0,-1-1 0 0 0,0 0-1 0 0,0 1 1 0 0,1-1 0 0 0,-1 0-1 0 0,1 0 1 0 0,-1 1 0 0 0,1-1 0 0 0,0 0-1 0 0,0 1 1 0 0,3 1 31 0 0,0 1-1 0 0,0-1 0 0 0,0-1 1 0 0,0 1-1 0 0,0-1 1 0 0,1 1-1 0 0,7 2 1 0 0,5 3 156 0 0,6 3-126 0 0,0 0 0 0 0,1-1 0 0 0,0-1 0 0 0,1-1 0 0 0,37 6 0 0 0,129 9-57 0 0,-55-10-108 0 0,-94-7-23 0 0,2-1-118 0 0,76 19 0 0 0,-117-23 245 0 0,1-1 0 0 0,0 1 1 0 0,-1 1-1 0 0,1-1 0 0 0,-1 1 0 0 0,0-1 0 0 0,1 1 0 0 0,-1 0 0 0 0,0 0 0 0 0,0 0 0 0 0,4 5 0 0 0,-6-6 12 0 0,-1 1 0 0 0,1-1 0 0 0,-1 1 0 0 0,0-1 0 0 0,0 1 0 0 0,1-1 0 0 0,-1 1 0 0 0,0 0 0 0 0,-1-1 0 0 0,1 1 1 0 0,0-1-1 0 0,0 1 0 0 0,-1-1 0 0 0,1 1 0 0 0,-1-1 0 0 0,1 1 0 0 0,-1-1 0 0 0,0 1 0 0 0,1-1 0 0 0,-1 0 0 0 0,0 1 0 0 0,0-1 0 0 0,0 0 0 0 0,0 0 1 0 0,0 1-1 0 0,0-1 0 0 0,0 0 0 0 0,-3 1 0 0 0,-11 14 284 0 0,-1-1 1 0 0,0-1 0 0 0,-1-1-1 0 0,0 0 1 0 0,-1-1 0 0 0,-1-1-1 0 0,0-1 1 0 0,0 0 0 0 0,-30 9-1 0 0,-9 0-16 0 0,-1-3-1 0 0,-71 10 1 0 0,-307 43-610 0 0,357-59-1254 0 0,67-13 103 0 0,16-4-500 0 0,22-17-3138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8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3922 0 0,'-91'12'4162'0'0,"31"1"-3522"0"0,60-7-560 0 0,-31 0-160 0 0,62-18-3202 0 0,29-13 401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2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2561 0 0,'0'6'4082'0'0,"0"-12"-3922"0"0,31 6-160 0 0,-7 6-160 0 0,36-6-1281 0 0,0 7-1440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21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3362 0 0,'-60'-11'6082'0'0,"30"22"-4881"0"0,60-3-1681 0 0,0-2-1 0 0,0-6 241 0 0,1 5-240 0 0,-1 3-881 0 0,30-2-960 0 0,1 0-400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22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2161 0 0,'0'-5'1521'0'0,"0"-1"-1201"0"0,30 0-1281 0 0,0-7-719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23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1601 0 0,'0'-8'-400'0'0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55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0 320 0 0,'0'6'2962'0'0,"0"0"-3043"0"0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5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1841 0 0,'-31'0'3682'0'0,"1"0"-641"0"0,0 0-560 0 0,0 6 2001 0 0,30-1-4002 0 0,30 1-2160 0 0,30-6-802 0 0,1 8-1679 0 0,60-2-2483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5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3041 0 0,'-91'64'6563'0'0,"91"-26"-4242"0"0,0-20-2000 0 0,61-11-321 0 0,-31-7-481 0 0,30-7-879 0 0,-30 1-401 0 0,1 0-720 0 0,-1-13-481 0 0,-30 0 81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207 109 400 0 0,'-2'-2'192'0'0,"1"0"-1"0"0,-1 0 1 0 0,0 0-1 0 0,1 0 1 0 0,-1 1 0 0 0,0-1-1 0 0,-1 0 1 0 0,1 1-1 0 0,0 0 1 0 0,0-1-1 0 0,0 1 1 0 0,-1 0-1 0 0,1 0 1 0 0,-1 0-1 0 0,1 0 1 0 0,-1 1 0 0 0,1-1-1 0 0,-1 1 1 0 0,1 0-1 0 0,-1-1 1 0 0,0 1-1 0 0,1 0 1 0 0,-1 0-1 0 0,-3 1 1 0 0,6-2-112 0 0,5-4-53 0 0,35-1 43 0 0,-20-1-60 0 0,-7 4 16 0 0,29-7 14 0 0,-43 7-43 0 0,27-1 20 0 0,-12 0 51 0 0,8 1 571 0 0,-22 2-602 0 0,0 1-33 0 0,0-1 0 0 0,-1 1 1 0 0,1 0-1 0 0,0-1 0 0 0,0 1 0 0 0,0-1 0 0 0,0 1 0 0 0,0 0 0 0 0,1-1 0 0 0,-1 1 0 0 0,0-1 0 0 0,0 1 0 0 0,0 0 0 0 0,0-1 1 0 0,0 1-1 0 0,1-1 0 0 0,-1 1 0 0 0,0 0 0 0 0,0-1 0 0 0,0 1 0 0 0,1 0 0 0 0,-1-1 0 0 0,0 1 0 0 0,1 0 0 0 0,-1 0 1 0 0,0-1-1 0 0,1 1 0 0 0,-1 0 0 0 0,1-1 0 0 0,1 1 12 0 0,-1 0-9 0 0,0 0 0 0 0,0 0 0 0 0,-1 0 1 0 0,1 0-1 0 0,0 0 0 0 0,0 0 0 0 0,0 0 1 0 0,0 0-1 0 0,0-1 0 0 0,0 1 0 0 0,0 0 1 0 0,-1-1-1 0 0,1 1 0 0 0,0-1 0 0 0,0 1 1 0 0,-1-1-1 0 0,1 1 0 0 0,0-1 0 0 0,0 1 1 0 0,-1-1-1 0 0,1 0 0 0 0,-1 1 0 0 0,1-1 1 0 0,0 0-1 0 0,-1 1 0 0 0,1-1 0 0 0,-1 0 1 0 0,0 0-1 0 0,1 0 0 0 0,-1 0 0 0 0,0 1 1 0 0,1-1-1 0 0,-1 0 0 0 0,0 0 0 0 0,0 0 1 0 0,0 0-1 0 0,0 0 0 0 0,0 0 0 0 0,0 0 1 0 0,0 1-1 0 0,0-2 0 0 0,-5 2 73 0 0,-15 0 0 0 0,3-2 317 0 0,-1 4 380 0 0,18-2-778 0 0,0 0 1 0 0,0 1-1 0 0,0-1 1 0 0,0 1-1 0 0,0-1 1 0 0,0 0-1 0 0,0 1 0 0 0,0-1 1 0 0,0 1-1 0 0,0-1 1 0 0,0 0-1 0 0,0 1 0 0 0,0-1 1 0 0,0 1-1 0 0,0-1 1 0 0,0 0-1 0 0,-1 1 1 0 0,1-1-1 0 0,0 1 0 0 0,0-1 1 0 0,0 0-1 0 0,0 1 1 0 0,-1-1-1 0 0,1 0 0 0 0,0 1 1 0 0,-1-1-1 0 0,1 0 1 0 0,0 0-1 0 0,0 1 1 0 0,-1-1-1 0 0,1 0 0 0 0,-1 0 1 0 0,1 1-1 0 0,0-1 1 0 0,-1 0-1 0 0,1 0 1 0 0,0 0-1 0 0,-1 0 0 0 0,1 0 1 0 0,-1 1-1 0 0,1-1 1 0 0,0 0-1 0 0,-1 0 0 0 0,1 0 1 0 0,-1 0-1 0 0,-15 4-25 0 0,12 5 26 0 0,-2 0 0 0 0,-1-8 2 0 0,7-1 0 0 0,-1 0-1 0 0,0 0 1 0 0,0 0-1 0 0,0 0 0 0 0,1 1 1 0 0,-1-1-1 0 0,0 0 1 0 0,0 0-1 0 0,0 1 1 0 0,1-1-1 0 0,-1 0 0 0 0,0 1 1 0 0,0-1-1 0 0,1 1 1 0 0,-1-1-1 0 0,0 1 1 0 0,1-1-1 0 0,-1 1 0 0 0,1-1 1 0 0,-1 1-1 0 0,1 0 1 0 0,-1-1-1 0 0,1 1 0 0 0,-1 0 1 0 0,1-1-1 0 0,-1 1 1 0 0,1 0-1 0 0,0 0 1 0 0,-1-1-1 0 0,1 1 0 0 0,0 0 1 0 0,0 0-1 0 0,0 0 1 0 0,0 0-1 0 0,0-1 1 0 0,0 1-1 0 0,0 0 0 0 0,0 0 1 0 0,0 0-1 0 0,0-1 1 0 0,0 1-1 0 0,0 0 0 0 0,0 0 1 0 0,1 1-1 0 0,-6 4 13 0 0,4-6-16 0 0,-1 1 0 0 0,1-1 0 0 0,0 1 1 0 0,-1-1-1 0 0,1 1 0 0 0,0 0 1 0 0,0 0-1 0 0,0 0 0 0 0,0-1 0 0 0,-1 1 1 0 0,1 0-1 0 0,0 0 0 0 0,0 0 1 0 0,1 1-1 0 0,-1-1 0 0 0,0 0 0 0 0,0 0 1 0 0,1 0-1 0 0,-2 3 0 0 0,-1 35-41 0 0,3-29 41 0 0,-1 13 3 0 0,0-17-2 0 0,1 1-1 0 0,0-1 0 0 0,0 0 1 0 0,0 1-1 0 0,1-1 0 0 0,-1 0 1 0 0,2 1-1 0 0,2 9 0 0 0,3-7-19 0 0,-6-8 19 0 0,0 0 0 0 0,0 0 1 0 0,1 0-1 0 0,-1 0 1 0 0,0 0-1 0 0,0 0 0 0 0,-1 1 1 0 0,1-1-1 0 0,0 0 0 0 0,0 1 1 0 0,0-1-1 0 0,-1 0 1 0 0,1 1-1 0 0,-1-1 0 0 0,1 1 1 0 0,-1-1-1 0 0,0 0 1 0 0,1 1-1 0 0,-1-1 0 0 0,0 1 1 0 0,0 0-1 0 0,0-1 1 0 0,0 1-1 0 0,0-1 0 0 0,0 1 1 0 0,-1-1-1 0 0,0 3 1 0 0,-9 4 9 0 0,9-8-8 0 0,0 1 0 0 0,0-1 0 0 0,0 1 0 0 0,0 0 1 0 0,1-1-1 0 0,-1 1 0 0 0,0 0 0 0 0,0 0 0 0 0,0 0 1 0 0,1 0-1 0 0,-1-1 0 0 0,0 1 0 0 0,1 0 0 0 0,-1 0 1 0 0,1 0-1 0 0,-1 0 0 0 0,1 1 0 0 0,-1-1 0 0 0,1 0 1 0 0,0 0-1 0 0,-1 0 0 0 0,1 0 0 0 0,0 0 1 0 0,0 0-1 0 0,0 3 0 0 0,-5 3-13 0 0,-15 4-2 0 0,17-10 12 0 0,1 0-1 0 0,-1 0 1 0 0,1 1-1 0 0,-1-1 1 0 0,1 1 0 0 0,-1 0-1 0 0,1 0 1 0 0,0 0-1 0 0,0 0 1 0 0,0 0-1 0 0,0 0 1 0 0,0 0-1 0 0,0 1 1 0 0,1-1-1 0 0,-1 1 1 0 0,1-1-1 0 0,-1 1 1 0 0,0 5 0 0 0,-16 41 3 0 0,13-32 0 0 0,-1 1 0 0 0,-1-1 0 0 0,-13 23 0 0 0,2-13-1 0 0,13-20 0 0 0,1-1 0 0 0,-1 0 0 0 0,1 1 0 0 0,0 0 0 0 0,1 0 0 0 0,0 0 0 0 0,0 1 0 0 0,0-1 0 0 0,1 1 0 0 0,0-1 0 0 0,0 1 0 0 0,0 12 0 0 0,2-17-17 0 0,0 0 0 0 0,0 0 0 0 0,-1 0 0 0 0,1 0 0 0 0,0 0-1 0 0,-1 0 1 0 0,0 0 0 0 0,0-1 0 0 0,0 1 0 0 0,0 0 0 0 0,0-1 0 0 0,-1 1-1 0 0,1-1 1 0 0,-1 1 0 0 0,1-1 0 0 0,-1 1 0 0 0,0-1 0 0 0,0 0 0 0 0,-3 3 0 0 0,4-4-7 0 0,0 2-759 0 0,9-4 390 0 0,15-7-415 0 0,32-21-1446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3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6723 0 0,'-31'6'1601'0'0,"31"1"-1921"0"0,-30-1 80 0 0,60-12-161 0 0,1-1-799 0 0,-1-5-1361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4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1601 0 0,'30'-13'2081'0'0,"-60"-6"-881"0"0,30 5-1040 0 0,30-5-1680 0 0,0 2-1122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39 560 0 0,'0'-33'4162'0'0,"0"28"0"0"0,0 10-4082 0 0,31 3-320 0 0,-31-2-560 0 0,30-6-1201 0 0,0 6-721 0 0,0-6-79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83 3041 0 0,'-61'6'2642'0'0,"31"-6"-882"0"0,0 6-639 0 0,30-12-721 0 0,0-13-720 0 0,121-50-4802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83 880 0 0,'0'13'2642'0'0,"0"-7"-641"0"0,0 0 240 0 0,30-12-1761 0 0,-30-8-400 0 0,30-3-400 0 0,0-10-641 0 0,1 8-1120 0 0,-1-6-480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0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3522 0 0,'0'19'4242'0'0,"0"-5"-3522"0"0,0-9-1280 0 0,0 1-161 0 0,30 2 321 0 0,30-16 80 0 0,-30 2-80 0 0,31-7-401 0 0,-31 1-1039 0 0,30-1-401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3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2721 0 0,'181'-44'-1280'0'0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34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182 160 1841 0 0,'-151'-6'7683'0'0,"120"-8"-6242"0"0,92-5-3282 0 0,90-25 801 0 0,90-33-4483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3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1040 0 0,'-30'19'2161'0'0,"30"-11"-3041"0"0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3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152 185 8564 0 0,'-151'-30'2401'0'0,"151"-16"-3281"0"0,60 1-81 0 0,121 15-159 0 0,30-3-2322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1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0 114 400 0 0,'0'-12'3202'0'0,"0"4"-721"0"0,0-3-640 0 0,0-3-1361 0 0,181-55-6803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89 560 0 0,'30'-6'1841'0'0,"-30"0"-320"0"0,30-7-481 0 0,-30 7-399 0 0,0-7-241 0 0,0 7-240 0 0,0-8-400 0 0,0 3-1121 0 0,0 3-800 0 0,0 2-160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27 166 2241 0 0,'-12'4'1135'0'0,"-2"2"491"0"0,14-6-1593 0 0,0 0-1 0 0,0 0 1 0 0,0 0 0 0 0,0 0-1 0 0,0 0 1 0 0,0 0-1 0 0,0 0 1 0 0,0 0 0 0 0,1 0-1 0 0,-1 0 1 0 0,0 0-1 0 0,0 0 1 0 0,0 0 0 0 0,0 0-1 0 0,0 0 1 0 0,0 0 0 0 0,0 0-1 0 0,0 0 1 0 0,0 1-1 0 0,0-1 1 0 0,0 0 0 0 0,0 0-1 0 0,0 0 1 0 0,0 0-1 0 0,0 0 1 0 0,0 0 0 0 0,0 0-1 0 0,0 0 1 0 0,0 0 0 0 0,0 0-1 0 0,0 0 1 0 0,0 0-1 0 0,0 1 1 0 0,0-1 0 0 0,0 0-1 0 0,25 0 342 0 0,0-7 679 0 0,-19 1-744 0 0,-2 0-137 0 0,67-18 460 0 0,-26 12-451 0 0,0 1-68 0 0,0 3 0 0 0,0 2 0 0 0,70-1 0 0 0,-99 6-98 0 0,159-8 172 0 0,253-8 267 0 0,-402 18-433 0 0,-11 0-78 0 0,0-1 0 0 0,-1-1 0 0 0,1 0 0 0 0,0 0 0 0 0,25-7 0 0 0,-39 7-10 0 0,-1 1-1 0 0,1-1 0 0 0,-1 1 0 0 0,0 0 1 0 0,1-1-1 0 0,-1 1 0 0 0,1-1 0 0 0,-1 0 0 0 0,0 1 1 0 0,1-1-1 0 0,-1 1 0 0 0,0-1 0 0 0,0 0 0 0 0,0 1 1 0 0,1-1-1 0 0,-1 1 0 0 0,0-1 0 0 0,0 0 1 0 0,0 1-1 0 0,0-1 0 0 0,0 0 0 0 0,0 1 0 0 0,0-1 1 0 0,0 0-1 0 0,0 1 0 0 0,-1-1 0 0 0,1 1 0 0 0,0-1 1 0 0,0 0-1 0 0,0 1 0 0 0,-1-1 0 0 0,1 1 0 0 0,0-1 1 0 0,-1 1-1 0 0,1-1 0 0 0,-1 1 0 0 0,1-1 1 0 0,0 1-1 0 0,-1-1 0 0 0,1 1 0 0 0,-1-1 0 0 0,1 1 1 0 0,-1 0-1 0 0,1-1 0 0 0,-1 1 0 0 0,0 0 0 0 0,1-1 1 0 0,-2 1-1 0 0,-48-28-4054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1:2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27 800 0 0,'12'0'722'0'0,"0"-2"-1"0"0,0 1 1 0 0,0-1-1 0 0,13-5 1 0 0,-13 3-457 0 0,1 2 1 0 0,-1-1 0 0 0,1 1-1 0 0,14 0 1 0 0,-16 1-220 0 0,39 3 68 0 0,-31-1-125 0 0,-18-1 14 0 0,1-1 0 0 0,-1 1 0 0 0,1 0 0 0 0,-1 0 0 0 0,0 0 0 0 0,1 0 0 0 0,-1 0 0 0 0,1 0 0 0 0,-1 0 0 0 0,1 0 0 0 0,-1 1 0 0 0,1-1 0 0 0,-1 0 0 0 0,0 1 0 0 0,1 0 0 0 0,-1-1 0 0 0,0 1 0 0 0,1 0 0 0 0,-1-1 0 0 0,0 1 0 0 0,0 0 0 0 0,0 0 0 0 0,0 0 0 0 0,0 0 0 0 0,0 0 0 0 0,0 0 0 0 0,0 0 0 0 0,0 0 0 0 0,0 1 0 0 0,0-1 0 0 0,-1 0 0 0 0,1 0 0 0 0,-1 1 0 0 0,1-1 0 0 0,-1 1 0 0 0,1-1 0 0 0,-1 0 0 0 0,0 1 0 0 0,1-1 0 0 0,-1 1 0 0 0,0-1 0 0 0,0 1 0 0 0,0-1 0 0 0,0 0 0 0 0,-1 1 0 0 0,1-1 0 0 0,-1 3 0 0 0,1 7 49 0 0,1-2 42 0 0,-1 0 0 0 0,-1 0 1 0 0,1 0-1 0 0,-1 0 0 0 0,-1 0 1 0 0,-2 9-1 0 0,2-15-51 0 0,1 1-1 0 0,-1-1 1 0 0,0 1 0 0 0,0-1 0 0 0,0 0-1 0 0,-1 0 1 0 0,1 0 0 0 0,-1-1 0 0 0,0 1-1 0 0,0 0 1 0 0,0-1 0 0 0,0 0-1 0 0,0 0 1 0 0,0 0 0 0 0,0 0 0 0 0,-1 0-1 0 0,-5 2 1 0 0,-12 4 169 0 0,1-2 0 0 0,-1 0-1 0 0,0 0 1 0 0,-1-2 0 0 0,1-1 0 0 0,-31 1-1 0 0,14-1 161 0 0,-18 0 195 0 0,0-2 0 0 0,0-3 0 0 0,-62-10 0 0 0,103 10-428 0 0,0-1 0 0 0,-26-9 0 0 0,37 11-112 0 0,1 0 0 0 0,0 0 0 0 0,0-1 1 0 0,-1 0-1 0 0,1 1 0 0 0,0-1 0 0 0,1-1 1 0 0,-1 1-1 0 0,0 0 0 0 0,1 0 0 0 0,-1-1 1 0 0,1 0-1 0 0,0 1 0 0 0,0-1 0 0 0,0 0 1 0 0,0 0-1 0 0,-2-5 0 0 0,3 7-18 0 0,1-1 1 0 0,-1 0-1 0 0,0 1 0 0 0,1-1 0 0 0,-1 0 1 0 0,1 1-1 0 0,0-1 0 0 0,0 0 1 0 0,0 1-1 0 0,0-1 0 0 0,0 0 0 0 0,0 0 1 0 0,0 1-1 0 0,0-1 0 0 0,0 0 1 0 0,1 1-1 0 0,-1-1 0 0 0,1 0 0 0 0,0 1 1 0 0,-1-1-1 0 0,1 0 0 0 0,0 1 0 0 0,0-1 1 0 0,0 1-1 0 0,0 0 0 0 0,0-1 1 0 0,0 1-1 0 0,0 0 0 0 0,1-1 0 0 0,-1 1 1 0 0,0 0-1 0 0,1 0 0 0 0,-1 0 0 0 0,3-1 1 0 0,4-2 7 0 0,1 1 0 0 0,-1-1 0 0 0,1 2 0 0 0,-1-1 1 0 0,13-1-1 0 0,-17 3-5 0 0,28-4 78 0 0,-1 0 0 0 0,1 3 1 0 0,62 2-1 0 0,-82 0-77 0 0,486 36-200 0 0,-156 29-2748 0 0,-227-36-66 0 0,-45-14-2228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7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 0 0,'30'6'2161'0'0,"0"-6"-2481"0"0,1 0-1841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2:17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34 6563 0 0,'-61'5'3121'0'0,"31"3"-2800"0"0,60-16-562 0 0,0 3-319 0 0,1-1-480 0 0,29-2-1041 0 0,-30 2-640 0 0,0-7-81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3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2881 0 0,'30'0'6163'0'0,"0"8"-4082"0"0,-30 4-1921 0 0,30-5-800 0 0,0-1-241 0 0,31-6-719 0 0,29-6-1522 0 0,-29-7-559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5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1201 0 0,'11'-2'693'0'0,"8"-2"3282"0"0,-19 7-3835 0 0,0-1 0 0 0,0 0 1 0 0,0 0-1 0 0,0 0 0 0 0,0 1 0 0 0,0-1 0 0 0,0 0 0 0 0,1 0 0 0 0,-1 0 0 0 0,1 0 0 0 0,0 0 0 0 0,0 0 0 0 0,0 3 0 0 0,60 81 367 0 0,-59-83-486 0 0,15 18 102 0 0,-1 1 0 0 0,-1 1-1 0 0,-1 0 1 0 0,-1 1 0 0 0,-1 1 0 0 0,10 27 0 0 0,8 49 250 0 0,-25-42-1013 0 0,-5-80-1588 0 0,0-3-373 0 0,0-3-400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5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206 167 2241 0 0,'-65'43'5033'0'0,"-46"27"-2449"0"0,109-69-2554 0 0,0 0 0 0 0,0 0 0 0 0,0 1 0 0 0,0-1 0 0 0,0 0 0 0 0,0 1 0 0 0,0 0 0 0 0,0-1 0 0 0,0 1 0 0 0,1 0 0 0 0,-1 0 0 0 0,1 0 0 0 0,-1 0 0 0 0,-1 3 0 0 0,3-4-12 0 0,0 0 0 0 0,0 0 1 0 0,0-1-1 0 0,0 1 0 0 0,0 0 0 0 0,0-1 1 0 0,0 1-1 0 0,1 0 0 0 0,-1 0 0 0 0,0-1 0 0 0,0 1 1 0 0,1-1-1 0 0,-1 1 0 0 0,0 0 0 0 0,1-1 1 0 0,-1 1-1 0 0,1-1 0 0 0,-1 1 0 0 0,1-1 1 0 0,-1 1-1 0 0,1-1 0 0 0,-1 1 0 0 0,1-1 0 0 0,0 1 1 0 0,-1-1-1 0 0,1 0 0 0 0,-1 1 0 0 0,1-1 1 0 0,0 0-1 0 0,1 1 0 0 0,7 2 96 0 0,0-1 0 0 0,0 0 0 0 0,1 0 1 0 0,-1-1-1 0 0,1 0 0 0 0,11-1 0 0 0,48-1-125 0 0,0-3-1 0 0,0-3 1 0 0,0-4-1 0 0,-1-2 1 0 0,-1-3-1 0 0,114-43 1 0 0,-143 42-683 0 0,70-22 1 0 0,-52 24 106 0 0,-55 14 542 0 0,0 1 1 0 0,0-1 0 0 0,-1 0-1 0 0,1 0 1 0 0,0 0 0 0 0,0 1-1 0 0,0-1 1 0 0,-1 0-1 0 0,1 0 1 0 0,0 0 0 0 0,-1 0-1 0 0,1-1 1 0 0,-1 1 0 0 0,1 0-1 0 0,-1 0 1 0 0,0 0-1 0 0,0 0 1 0 0,1 0 0 0 0,-1-1-1 0 0,0 1 1 0 0,0 0 0 0 0,0 0-1 0 0,0 0 1 0 0,0-3-1 0 0,-7-24-766 0 0,2 22 652 0 0,-1 0 1 0 0,0 0 0 0 0,1 1-1 0 0,-2 0 1 0 0,1 0-1 0 0,0 0 1 0 0,-9-4 0 0 0,-40-26-736 0 0,48 23 629 0 0,7 8 552 0 0,7 9 931 0 0,-4-1-1088 0 0,0 0 0 0 0,0 0 0 0 0,0 1 0 0 0,-1-1-1 0 0,0 1 1 0 0,0 0 0 0 0,0-1 0 0 0,0 1-1 0 0,-1 0 1 0 0,0 0 0 0 0,0 0 0 0 0,0 0-1 0 0,0 7 1 0 0,-1 77 1329 0 0,-2-45-839 0 0,2-22-399 0 0,2 1 1 0 0,0-2-1 0 0,1 1 1 0 0,1 0 0 0 0,2-1-1 0 0,0 1 1 0 0,1-1 0 0 0,0-1-1 0 0,2 0 1 0 0,1 0 0 0 0,0 0-1 0 0,15 18 1 0 0,65 118-62 0 0,-65-117-850 0 0,-24-37 558 0 0,1 0 0 0 0,-1-1-1 0 0,0 1 1 0 0,1-1 0 0 0,0 0 0 0 0,-1 0 0 0 0,1 1 0 0 0,0-1-1 0 0,0 0 1 0 0,-1 0 0 0 0,1 0 0 0 0,0-1 0 0 0,0 1-1 0 0,0 0 1 0 0,0-1 0 0 0,0 1 0 0 0,0-1 0 0 0,3 0-1 0 0,25-9-3495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03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830 26 2001 0 0,'-6'-14'4831'0'0,"-10"6"-4408"0"0,13 7 99 0 0,-3-1 198 0 0,1 3-560 0 0,-228 32 893 0 0,134-21-639 0 0,-147 36 0 0 0,212-36-343 0 0,46-9 6 0 0,21 4-38 0 0,-4 4-36 0 0,-18-6 12 0 0,0-1 0 0 0,0 0 0 0 0,1 0 0 0 0,0-1 0 0 0,17 2 0 0 0,-92-6 344 0 0,4 0 222 0 0,-80 9 0 0 0,114-7-514 0 0,25-1-65 0 0,-1 0 1 0 0,1 0-1 0 0,0 0 1 0 0,0 0-1 0 0,0 0 0 0 0,0 0 1 0 0,-1 0-1 0 0,1 0 1 0 0,0 0-1 0 0,0 0 1 0 0,0 0-1 0 0,-1 0 1 0 0,1 0-1 0 0,0 0 1 0 0,0 0-1 0 0,0 1 1 0 0,-1-1-1 0 0,1 0 0 0 0,0 0 1 0 0,0 0-1 0 0,0 0 1 0 0,0 0-1 0 0,-1 0 1 0 0,1 0-1 0 0,0 1 1 0 0,0-1-1 0 0,0 0 1 0 0,0 0-1 0 0,0 0 1 0 0,0 0-1 0 0,-1 1 0 0 0,1-1 1 0 0,0 0-1 0 0,0 0 1 0 0,0 0-1 0 0,0 0 1 0 0,0 1-1 0 0,0-1 1 0 0,0 0-1 0 0,0 0 1 0 0,0 0-1 0 0,0 1 1 0 0,0-1-1 0 0,0 0 0 0 0,0 0 1 0 0,0 0-1 0 0,0 1 1 0 0,0-1-1 0 0,0 0 1 0 0,0 0-1 0 0,0 0 1 0 0,1 1-1 0 0,-1 1 14 0 0,1 32-26 0 0,0-20-15 0 0,0 0 0 0 0,-1-1 0 0 0,-1 1 0 0 0,0-1 0 0 0,-5 26 0 0 0,-3-17 142 0 0,6-15-75 0 0,0 1 0 0 0,1-1 0 0 0,0 1 0 0 0,0-1 0 0 0,0 1 1 0 0,1 0-1 0 0,0 9 0 0 0,0-13-53 0 0,1 0 0 0 0,-1-1 0 0 0,1 1 0 0 0,-1-1 1 0 0,0 1-1 0 0,0-1 0 0 0,-1 1 0 0 0,-2 5 0 0 0,-5 21 16 0 0,9-26 3 0 0,1 1 0 0 0,1 0 1 0 0,-1-1-1 0 0,1 0 0 0 0,0 1 1 0 0,0-1-1 0 0,0 0 0 0 0,0 0 1 0 0,1 0-1 0 0,3 4 0 0 0,21 39-6 0 0,19 53 65 0 0,114 179-1 0 0,-136-247-5 0 0,0-1 0 0 0,58 53 0 0 0,-2-2-17 0 0,-58-59-44 0 0,1-2 0 0 0,0 0 0 0 0,2-2-1 0 0,51 32 1 0 0,32 22 14 0 0,-43-22 30 0 0,91 66 32 0 0,-21-28-216 0 0,4-5 0 0 0,4-7 0 0 0,163 64 0 0 0,-276-129 96 0 0,0-2-1 0 0,0 0 0 0 0,1-2 1 0 0,41 5-1 0 0,-63-12 49 0 0,0-1 0 0 0,0 0 0 0 0,0 0 0 0 0,0-1 0 0 0,0 0 0 0 0,0 0 0 0 0,-1-1 0 0 0,1-1 0 0 0,0 1 0 0 0,-1-1 0 0 0,0-1 0 0 0,0 1 0 0 0,0-1 0 0 0,0-1 0 0 0,0 0 0 0 0,-1 0 0 0 0,0 0 0 0 0,11-11 0 0 0,4-9-1 0 0,-2-1-1 0 0,-1-1 1 0 0,-1 0-1 0 0,-1-1 1 0 0,-2-1-1 0 0,-1-1 0 0 0,-1 0 1 0 0,-1 0-1 0 0,-2-1 1 0 0,6-34-1 0 0,-12 44-6 0 0,-2-1-1 0 0,0 1 1 0 0,-1-1-1 0 0,-1 0 1 0 0,-4-21-1 0 0,1 6-41 0 0,-2 0-1 0 0,-2 0 0 0 0,-18-56 1 0 0,0 31-317 0 0,-51-91 1 0 0,71 145 326 0 0,-34-65-454 0 0,-3 3-1 0 0,-76-97 0 0 0,92 136 400 0 0,-1 1 0 0 0,-1 1 0 0 0,-2 2 0 0 0,0 1 0 0 0,-2 1-1 0 0,-1 2 1 0 0,-45-24 0 0 0,38 29 48 0 0,-1 0 0 0 0,0 3-1 0 0,-57-13 1 0 0,-183-29-1011 0 0,10 36-2881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1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1636 1841 0 0,'0'1'109'0'0,"1"-1"-1"0"0,-1 1 1 0 0,0 0 0 0 0,0 0 0 0 0,0-1-1 0 0,0 1 1 0 0,1 0 0 0 0,-1 0 0 0 0,0-1-1 0 0,0 1 1 0 0,1 0 0 0 0,-1-1 0 0 0,1 1 0 0 0,-1 0-1 0 0,1-1 1 0 0,-1 1 0 0 0,1-1 0 0 0,-1 1-1 0 0,1-1 1 0 0,-1 1 0 0 0,1-1 0 0 0,0 1-1 0 0,-1-1 1 0 0,1 1 0 0 0,0-1 0 0 0,-1 0-1 0 0,1 1 1 0 0,0-1 0 0 0,0 0 0 0 0,-1 0 0 0 0,1 0-1 0 0,0 0 1 0 0,0 1 0 0 0,-1-1 0 0 0,1 0-1 0 0,0 0 1 0 0,1-1 0 0 0,3 2-27 0 0,0 0 505 0 0,-5-2-476 0 0,0 1 1 0 0,0-1-1 0 0,1 0 1 0 0,-1 1-1 0 0,0-1 1 0 0,0 1-1 0 0,0-1 1 0 0,0 0-1 0 0,0 1 1 0 0,0-1-1 0 0,0 0 0 0 0,0 1 1 0 0,0-1-1 0 0,0 0 1 0 0,0 1-1 0 0,0-1 1 0 0,-1 0-1 0 0,1 1 1 0 0,0-1-1 0 0,0 0 0 0 0,-1 1 1 0 0,1-1-1 0 0,0 1 1 0 0,-1-1-1 0 0,1 1 1 0 0,-1-1-1 0 0,1 1 1 0 0,-1-1-1 0 0,1 1 1 0 0,-1-1-1 0 0,-20 1 516 0 0,25-2-354 0 0,0 0-1 0 0,0 1 1 0 0,-1-1 0 0 0,1-1 0 0 0,-1 1-1 0 0,1-1 1 0 0,-1 1 0 0 0,0-1-1 0 0,0 0 1 0 0,0 0 0 0 0,3-5 0 0 0,0 2-50 0 0,0 0 0 0 0,0 0 0 0 0,0 1 0 0 0,12-9 1 0 0,-14 12-149 0 0,-1 0 0 0 0,1-1-1 0 0,-1 1 1 0 0,1-1 0 0 0,-1 0 0 0 0,0 0 0 0 0,3-4 0 0 0,24-19 526 0 0,31-18 360 0 0,-26 23-524 0 0,-28 16-330 0 0,0 0 0 0 0,0 1 1 0 0,0 0-1 0 0,15-6 0 0 0,68-36 694 0 0,-75 38-613 0 0,-1 0 0 0 0,24-16 1 0 0,16-11 126 0 0,-50 33-282 0 0,1-1 0 0 0,-1 0 0 0 0,0-1 0 0 0,0 1 0 0 0,0-1 0 0 0,4-5 0 0 0,19-16 123 0 0,184-147 644 0 0,-183 143-754 0 0,-24 24-37 0 0,-1 1 0 0 0,1 0-1 0 0,-1 0 1 0 0,1 0 0 0 0,0 0-1 0 0,7-4 1 0 0,-1 1 17 0 0,-1-1 1 0 0,1 1-1 0 0,-1-2 0 0 0,-1 1 1 0 0,12-16-1 0 0,-11 14 51 0 0,0 0 0 0 0,0 1 1 0 0,18-15-1 0 0,-13 14-24 0 0,-1 0 1 0 0,0-1-1 0 0,0 0 0 0 0,-2 0 1 0 0,1-2-1 0 0,-2 1 0 0 0,1-2 1 0 0,12-21-1 0 0,-10 17 2 0 0,1 2 0 0 0,0 0 0 0 0,1 1-1 0 0,0 0 1 0 0,33-23 0 0 0,-21 16 30 0 0,28-22 75 0 0,-47 34-126 0 0,-7 8-26 0 0,1 0 0 0 0,0 0 1 0 0,0 0-1 0 0,0 0 0 0 0,0 0 1 0 0,0 0-1 0 0,0 0 0 0 0,0 1 0 0 0,1-1 1 0 0,-1 1-1 0 0,4-2 0 0 0,54-39 99 0 0,31-18 106 0 0,-51 32-165 0 0,15-8 78 0 0,-39 29-91 0 0,-1 0 1 0 0,0-1-1 0 0,0-1 1 0 0,-1-1 0 0 0,0 0-1 0 0,-1-1 1 0 0,0 0-1 0 0,13-15 1 0 0,-18 17 8 0 0,0 0 0 0 0,0 0 1 0 0,1 1-1 0 0,0 1 0 0 0,0 0 0 0 0,1 0 1 0 0,0 0-1 0 0,15-6 0 0 0,29-21 185 0 0,8-16 35 0 0,27-18 205 0 0,-85 65-435 0 0,2 0 42 0 0,0 0 1 0 0,-1 0 0 0 0,0-1 0 0 0,0 0-1 0 0,0 0 1 0 0,0 0 0 0 0,-1 0-1 0 0,1-1 1 0 0,5-8 0 0 0,-5 9 96 0 0,15-1 27 0 0,-15 4 227 0 0,-10 1-347 0 0,-15 0 0 0 0,15 0 160 0 0,5 1-160 0 0,0 4 0 0 0,-5-3-13 0 0,-20 0-51 0 0,24 2-26 0 0,1-4 7 0 0,1 0 1 0 0,-1 0-1 0 0,0 1 0 0 0,0-1 1 0 0,0 0-1 0 0,0 0 0 0 0,0 0 1 0 0,0 0-1 0 0,0 0 0 0 0,0 1 0 0 0,0-1 1 0 0,0 0-1 0 0,0 0 0 0 0,1 0 1 0 0,-1 0-1 0 0,0 1 0 0 0,0-1 1 0 0,0 0-1 0 0,0 0 0 0 0,0 0 1 0 0,0 1-1 0 0,-1-1 0 0 0,1 0 1 0 0,0 0-1 0 0,0 0 0 0 0,0 0 1 0 0,0 1-1 0 0,0-1 0 0 0,0 0 1 0 0,0 0-1 0 0,0 0 0 0 0,0 0 1 0 0,0 0-1 0 0,0 1 0 0 0,-1-1 1 0 0,1 0-1 0 0,0 0 0 0 0,0 0 1 0 0,0 0-1 0 0,0 0 0 0 0,0 0 1 0 0,-1 0-1 0 0,1 0 0 0 0,0 1 1 0 0,0-1-1 0 0,0 0 0 0 0,0 0 1 0 0,0 0-1 0 0,-1 0 0 0 0,1 0 1 0 0,0 0-1 0 0,0 0 0 0 0,0 0 1 0 0,-1 0-1 0 0,1 0 0 0 0,0 0 1 0 0,0 0-1 0 0,0 0 0 0 0,0 0 0 0 0,-1 0 1 0 0,1 0-1 0 0,0 0-10 0 0,-22 10-132 0 0,22-10 138 0 0,-1 1 0 0 0,1-1 1 0 0,0 0-1 0 0,-1 0 1 0 0,1 1-1 0 0,-1-1 1 0 0,1 0-1 0 0,0 1 0 0 0,-1-1 1 0 0,1 0-1 0 0,0 1 1 0 0,-1-1-1 0 0,1 1 1 0 0,0-1-1 0 0,0 0 0 0 0,-1 1 1 0 0,1-1-1 0 0,0 1 1 0 0,0-1-1 0 0,0 1 1 0 0,0-1-1 0 0,0 1 0 0 0,-1-1 1 0 0,1 1-1 0 0,0-1 1 0 0,0 1-1 0 0,0-1 0 0 0,0 1 1 0 0,1-1-1 0 0,-1 1 1 0 0,0-1-1 0 0,0 1 1 0 0,0-1-1 0 0,0 1 0 0 0,0-1 1 0 0,1 1-1 0 0,-1-1 1 0 0,0 0-1 0 0,0 1 1 0 0,1-1-1 0 0,-1 1 0 0 0,0-1 1 0 0,1 0-1 0 0,-1 1 1 0 0,0-1-1 0 0,1 0 0 0 0,-1 1 1 0 0,0-1-1 0 0,1 0 1 0 0,-1 1-1 0 0,1-1 1 0 0,-1 0-1 0 0,1 0 0 0 0,0 1 1 0 0,5 2-11 0 0,-4-3 14 0 0,-1 1 0 0 0,0-1 1 0 0,0 1-1 0 0,0-1 1 0 0,0 1-1 0 0,0 0 1 0 0,0-1-1 0 0,0 1 1 0 0,0 0-1 0 0,-1 0 1 0 0,1 0-1 0 0,0-1 1 0 0,0 1-1 0 0,-1 0 0 0 0,1 0 1 0 0,0 0-1 0 0,-1 0 1 0 0,1 0-1 0 0,-1 0 1 0 0,1 1-1 0 0,-1-1 1 0 0,0 0-1 0 0,1 0 1 0 0,-1 0-1 0 0,0 0 1 0 0,0 0-1 0 0,0 1 1 0 0,0-1-1 0 0,0 2 0 0 0,0 0 0 0 0,1 0 0 0 0,-1-1 0 0 0,0 1 0 0 0,1 0 0 0 0,0 0 0 0 0,0-1 0 0 0,0 1-1 0 0,0 0 1 0 0,0-1 0 0 0,1 1 0 0 0,-1-1 0 0 0,1 1 0 0 0,-1-1 0 0 0,1 0-1 0 0,0 0 1 0 0,0 0 0 0 0,0 0 0 0 0,0 0 0 0 0,5 3 0 0 0,18 24 52 0 0,-14-8 9 0 0,-9-18-54 0 0,-1 1-1 0 0,1-1 1 0 0,0 0-1 0 0,-1 0 1 0 0,2 0-1 0 0,-1 0 1 0 0,0 0-1 0 0,0-1 1 0 0,6 5 0 0 0,52 48 98 0 0,-33-30-180 0 0,42 31 0 0 0,77 35 332 0 0,-82-53-280 0 0,76 60 0 0 0,-49-33 238 0 0,-61-45-206 0 0,-2 1 1 0 0,0 1 0 0 0,37 40-1 0 0,-59-56-6 0 0,0 0 0 0 0,0-1 0 0 0,1 0 0 0 0,-1 0 0 0 0,1 0 0 0 0,0-1 0 0 0,1 0 0 0 0,10 4 0 0 0,32 18 0 0 0,-42-22-6 0 0,0 0 0 0 0,0 0 0 0 0,0-1 0 0 0,14 4 0 0 0,-17-6 2 0 0,0 0 0 0 0,-1 0 1 0 0,1 1-1 0 0,-1 0 0 0 0,1 0 0 0 0,-1 0 0 0 0,0 0 0 0 0,0 1 1 0 0,0-1-1 0 0,0 1 0 0 0,0 0 0 0 0,6 6 0 0 0,-6-4 16 0 0,0 0 0 0 0,1-1 0 0 0,0 0 0 0 0,0 0-1 0 0,0 0 1 0 0,1-1 0 0 0,-1 0 0 0 0,1 0 0 0 0,0 0-1 0 0,-1 0 1 0 0,1-1 0 0 0,0 0 0 0 0,1 0 0 0 0,9 1-1 0 0,19 6-14 0 0,25 23-11 0 0,-39-23 17 0 0,284 145 234 0 0,-257-129-312 0 0,-39-21 51 0 0,0 0 1 0 0,-1 0-1 0 0,0 1 1 0 0,0 0-1 0 0,0 0 1 0 0,10 9-1 0 0,-9-2 34 0 0,-8-11-7 0 0,1 1 1 0 0,-1 0-1 0 0,1-1 1 0 0,-1 1-1 0 0,1-1 0 0 0,0 1 1 0 0,-1-1-1 0 0,1 0 0 0 0,0 0 1 0 0,0 0-1 0 0,0 0 0 0 0,4 2 1 0 0,10 4-31 0 0,1 2 1 0 0,-1 0-1 0 0,-1 1 1 0 0,15 13-1 0 0,27 17-107 0 0,-17-4 123 0 0,-20-15 169 0 0,17 18 145 0 0,-32-32-293 0 0,1 0-1 0 0,0 0 1 0 0,1 0-1 0 0,-1-1 0 0 0,12 7 1 0 0,50 41-22 0 0,-16-11 197 0 0,-31-26-97 0 0,-1 1 0 0 0,22 25 0 0 0,26 25 289 0 0,-61-62-358 0 0,0 2 1 0 0,-1-1 0 0 0,-1 1-1 0 0,1-1 1 0 0,-1 2 0 0 0,5 9 0 0 0,0-1-92 0 0,-10-16 67 0 0,0-1 0 0 0,0 0 0 0 0,0 0 0 0 0,0 0 0 0 0,0 1 0 0 0,0-1 0 0 0,1 0 0 0 0,-1 0 0 0 0,0 0 0 0 0,0 1 0 0 0,0-1 0 0 0,0 0-1 0 0,0 0 1 0 0,0 1 0 0 0,0-1 0 0 0,0 0 0 0 0,0 0 0 0 0,0 0 0 0 0,0 1 0 0 0,0-1 0 0 0,0 0 0 0 0,-1 0 0 0 0,1 1 0 0 0,0-1 0 0 0,0 0 0 0 0,0 0 0 0 0,0 0 0 0 0,0 1 0 0 0,0-1-1 0 0,-1 0 1 0 0,1 0 0 0 0,0 0 0 0 0,0 0 0 0 0,0 1 0 0 0,0-1 0 0 0,-1 0 0 0 0,1 0 0 0 0,0 0 0 0 0,0 0 0 0 0,0 0 0 0 0,-1 0 0 0 0,1 0 0 0 0,0 1 0 0 0,0-1 0 0 0,0 0-1 0 0,-1 0 1 0 0,1 0 0 0 0,0 0 0 0 0,0 0 0 0 0,-1 0 0 0 0,1 0 0 0 0,-4-1-304 0 0,1-1-1 0 0,0 1 1 0 0,-1-1 0 0 0,1 0-1 0 0,0 0 1 0 0,0 0 0 0 0,0 0-1 0 0,0 0 1 0 0,0-1 0 0 0,1 1-1 0 0,-5-6 1 0 0,-93-83-9776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1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57 1281 0 0,'-10'-1'431'0'0,"-1"0"0"0"0,1 0 0 0 0,0-1 0 0 0,-1 0 1 0 0,1-1-1 0 0,0 0 0 0 0,0-1 0 0 0,-15-8 1 0 0,16 8-232 0 0,-21-6 761 0 0,30 10-952 0 0,0 0 1 0 0,0 0-1 0 0,-1 0 0 0 0,1 0 1 0 0,0 0-1 0 0,0 0 0 0 0,0 0 1 0 0,0 0-1 0 0,-1 0 0 0 0,1 0 1 0 0,0 0-1 0 0,0 0 0 0 0,0 0 1 0 0,0 0-1 0 0,-1-1 0 0 0,1 1 1 0 0,0 0-1 0 0,0 0 0 0 0,0 0 1 0 0,0 0-1 0 0,-1 0 0 0 0,1 0 1 0 0,0 0-1 0 0,0 0 0 0 0,0 0 1 0 0,0-1-1 0 0,0 1 0 0 0,0 0 1 0 0,-1 0-1 0 0,1 0 0 0 0,0 0 1 0 0,0 0-1 0 0,0-1 0 0 0,0 1 1 0 0,0 0-1 0 0,0 0 0 0 0,0 0 1 0 0,0 0-1 0 0,0-1 0 0 0,0 1 1 0 0,0 0-1 0 0,0 0 0 0 0,0 0 1 0 0,0 0-1 0 0,0-1 0 0 0,0 1 1 0 0,0 0-1 0 0,0 0 0 0 0,0 0 1 0 0,0 0-1 0 0,0-1 0 0 0,-5-2 386 0 0,-15-2 152 0 0,40 9-440 0 0,15 6 280 0 0,-31-10-324 0 0,1 1 1 0 0,-1 1-1 0 0,0-1 1 0 0,0 1-1 0 0,-1-1 1 0 0,1 1-1 0 0,6 4 1 0 0,-9-5-11 0 0,1 0 0 0 0,-1 0 1 0 0,1 0-1 0 0,0 0 0 0 0,-1 0 0 0 0,0 0 1 0 0,1 0-1 0 0,-1 1 0 0 0,0-1 1 0 0,0 1-1 0 0,0-1 0 0 0,0 1 1 0 0,0-1-1 0 0,0 1 0 0 0,0 0 1 0 0,0-1-1 0 0,0 1 0 0 0,0 2 0 0 0,-1-3-8 0 0,1 1-1 0 0,0-1 0 0 0,0 0 0 0 0,0 1 1 0 0,-1-1-1 0 0,2 0 0 0 0,-1 0 0 0 0,0 0 0 0 0,0 1 1 0 0,0-1-1 0 0,0 0 0 0 0,1-1 0 0 0,-1 1 1 0 0,0 0-1 0 0,1 0 0 0 0,-1 0 0 0 0,1-1 0 0 0,-1 1 1 0 0,1-1-1 0 0,-1 1 0 0 0,1-1 0 0 0,-1 0 1 0 0,1 1-1 0 0,-1-1 0 0 0,1 0 0 0 0,0 0 0 0 0,1 0 1 0 0,49 3 1094 0 0,-51-3-1115 0 0,228-2 2749 0 0,195 3 190 0 0,-352 1-2708 0 0,580 23 877 0 0,-323-9-858 0 0,55 3-1 0 0,-357-17-247 0 0,55-4 0 0 0,0-2 28 0 0,169 3 134 0 0,423 7 478 0 0,-443-10-492 0 0,-76 16 19 0 0,27 0-66 0 0,18-6 46 0 0,120 21 251 0 0,-278-21-394 0 0,-40-6-28 0 0,37 6 9 0 0,-37-6-11 0 0,-1 0 1 0 0,0 1 0 0 0,1-1-1 0 0,-1 0 1 0 0,0 0 0 0 0,0 1-1 0 0,1-1 1 0 0,-1 0 0 0 0,0 1-1 0 0,0 0 1 0 0,0-1 0 0 0,1 1 0 0 0,-1 0-1 0 0,0-1 1 0 0,0 1 0 0 0,0 0-1 0 0,0 0 1 0 0,0 0 0 0 0,0 1-1 0 0,5-1 80 0 0,18 0 187 0 0,48 10 0 0 0,8 1-94 0 0,-49-7-41 0 0,-36-3-1029 0 0,-26-11-5981 0 0,-25-13-45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7 480 0 0,'0'-5'5523'0'0,"3"5"-4098"0"0,9-1-816 0 0,-11 1-601 0 0,-1 0 0 0 0,1 0 1 0 0,-1-1-1 0 0,1 1 0 0 0,-1 0 0 0 0,1 0 0 0 0,-1 0 1 0 0,1 0-1 0 0,-1 0 0 0 0,1 0 0 0 0,-1 1 0 0 0,1-1 1 0 0,-1 0-1 0 0,1 0 0 0 0,-1 0 0 0 0,1 0 0 0 0,-1 1 1 0 0,1-1-1 0 0,-1 0 0 0 0,1 0 0 0 0,-1 1 0 0 0,1-1 0 0 0,-1 0 1 0 0,0 1-1 0 0,1-1 0 0 0,-1 0 0 0 0,0 1 0 0 0,1-1 1 0 0,-1 1-1 0 0,0-1 0 0 0,0 1 0 0 0,1-1 0 0 0,-1 0 1 0 0,0 1-1 0 0,36 17 312 0 0,1-3-266 0 0,-31-14-50 0 0,1 1-1 0 0,-1 1 1 0 0,0-1 0 0 0,0 1 0 0 0,0 0-1 0 0,10 7 1 0 0,44 21 89 0 0,-13-6-44 0 0,-34-19-35 0 0,-1 0 0 0 0,1 1 0 0 0,-1 1 0 0 0,-1 0 0 0 0,0 0 0 0 0,15 15 0 0 0,19 17-70 0 0,-32-29 47 0 0,-1-1-1 0 0,0 2 1 0 0,17 21 0 0 0,-12-15 116 0 0,-16-17-99 0 0,1 1 0 0 0,-1-1 0 0 0,1 0 0 0 0,-1 1 0 0 0,1-1 0 0 0,-1 1 0 0 0,0 0 0 0 0,0-1 0 0 0,0 1 0 0 0,0 0 0 0 0,0 0 0 0 0,0 0 0 0 0,0 0 0 0 0,0 3-1 0 0,-1-4-7 0 0,0-1-1 0 0,0 1 1 0 0,0 0-1 0 0,0-1 0 0 0,0 1 1 0 0,0-1-1 0 0,0 1 1 0 0,0-1-1 0 0,1 1 0 0 0,-1-1 1 0 0,0 1-1 0 0,0-1 1 0 0,0 1-1 0 0,1-1 0 0 0,-1 1 1 0 0,0-1-1 0 0,0 1 1 0 0,1-1-1 0 0,-1 0 0 0 0,0 1 1 0 0,1-1-1 0 0,-1 1 1 0 0,1-1-1 0 0,-1 0 0 0 0,0 1 1 0 0,1-1-1 0 0,-1 0 1 0 0,1 0-1 0 0,-1 1 0 0 0,1-1 1 0 0,-1 0-1 0 0,1 0 1 0 0,-1 0-1 0 0,1 1 0 0 0,-1-1 1 0 0,1 0-1 0 0,0 0 1 0 0,-1 0-1 0 0,1 0 0 0 0,0 0 1 0 0,0 0-1 0 0,0 0 0 0 0,-1 0 1 0 0,1 0-1 0 0,0 0 0 0 0,-1 0 1 0 0,1 0-1 0 0,0 0 0 0 0,-1 0 1 0 0,1 1-1 0 0,-1-1 0 0 0,1 0 1 0 0,0 0-1 0 0,-1 1 0 0 0,1-1 1 0 0,-1 0-1 0 0,1 1 0 0 0,-1-1 1 0 0,1 1-1 0 0,-1-1 0 0 0,1 1 0 0 0,-1-1 1 0 0,1 1-1 0 0,-1-1 0 0 0,1 1 1 0 0,-1-1-1 0 0,0 1 0 0 0,0 0 1 0 0,1-1-1 0 0,-1 1 0 0 0,0-1 1 0 0,0 1-1 0 0,1 0 0 0 0,-1-1 1 0 0,0 1-1 0 0,0 0 0 0 0,0-1 1 0 0,0 1-1 0 0,0 0 0 0 0,0-1 0 0 0,0 1 1 0 0,-1 1-1 0 0,2 8-8 0 0,0-6 2 0 0,-1 0 1 0 0,0 0 0 0 0,0 0-1 0 0,0 0 1 0 0,0 0-1 0 0,0 0 1 0 0,-1 0-1 0 0,0 0 1 0 0,0 0 0 0 0,-3 8-1 0 0,1-8-1 0 0,0 1 0 0 0,0 0 0 0 0,1 0 0 0 0,-1 0 0 0 0,1 0 0 0 0,0 1 0 0 0,0-1 0 0 0,1 0 0 0 0,-1 1 0 0 0,1-1 0 0 0,1 1 0 0 0,-1 0 0 0 0,1-1 0 0 0,0 11 0 0 0,0-9-28 0 0,-3 33-794 0 0,2-38 735 0 0,0-1-1 0 0,0 1 1 0 0,0 0-1 0 0,0 0 1 0 0,0-1-1 0 0,0 1 0 0 0,0-1 1 0 0,0 1-1 0 0,-1-1 1 0 0,1 0-1 0 0,-1 1 1 0 0,1-1-1 0 0,-1 0 1 0 0,1 0-1 0 0,-1 0 0 0 0,0 0 1 0 0,1 0-1 0 0,-3 0 1 0 0,-26 9-2786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2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1 720 0 0,'0'0'48'0'0,"0"0"-1"0"0,-1 1 1 0 0,1-1-1 0 0,0 1 1 0 0,0-1-1 0 0,0 1 1 0 0,-1-1-1 0 0,1 1 1 0 0,0-1-1 0 0,0 0 1 0 0,-1 1-1 0 0,1-1 1 0 0,0 0-1 0 0,-1 1 0 0 0,1-1 1 0 0,0 0-1 0 0,-1 1 1 0 0,1-1-1 0 0,0 0 1 0 0,-1 0-1 0 0,1 1 1 0 0,-1-1-1 0 0,1 0 1 0 0,-1 0-1 0 0,1 0 1 0 0,-1 0-1 0 0,1 1 1 0 0,0-1-1 0 0,-1 0 1 0 0,1 0-1 0 0,-1 0 1 0 0,1 0-1 0 0,-1 0 1 0 0,0 0-1 0 0,0-1 3 0 0,0 1 1 0 0,1 0-1 0 0,-1 0 0 0 0,0 0 1 0 0,1 0-1 0 0,-1 1 0 0 0,1-1 1 0 0,-1 0-1 0 0,0 0 1 0 0,1 0-1 0 0,-1 0 0 0 0,0 1 1 0 0,1-1-1 0 0,-1 0 0 0 0,1 1 1 0 0,-1-1-1 0 0,1 0 0 0 0,-1 1 1 0 0,1-1-1 0 0,-1 1 0 0 0,1-1 1 0 0,-1 1-1 0 0,1-1 0 0 0,-1 1 1 0 0,1-1-1 0 0,0 1 0 0 0,-1-1 1 0 0,1 1-1 0 0,0 0 1 0 0,0-1-1 0 0,-1 1 0 0 0,1-1 1 0 0,0 1-1 0 0,0 0 0 0 0,0-1 1 0 0,0 1-1 0 0,0 2 2188 0 0,-1-4-2219 0 0,1 1 1 0 0,0 0-1 0 0,0 0 1 0 0,0 0-1 0 0,0 0 1 0 0,0 0-1 0 0,0-1 0 0 0,0 1 1 0 0,0 0-1 0 0,0 0 1 0 0,-1 0-1 0 0,1 0 1 0 0,0 0-1 0 0,0-1 1 0 0,0 1-1 0 0,0 0 0 0 0,0 0 1 0 0,0 0-1 0 0,0 0 1 0 0,0-1-1 0 0,0 1 1 0 0,0 0-1 0 0,0 0 0 0 0,0 0 1 0 0,0 0-1 0 0,1-1 1 0 0,-1 1-1 0 0,0 0 1 0 0,0 0-1 0 0,0 0 1 0 0,0 0-1 0 0,0 0 0 0 0,0-1 1 0 0,0 1-1 0 0,0 0 1 0 0,0 0-1 0 0,1 0 1 0 0,-1 0-1 0 0,0 0 0 0 0,0 0 1 0 0,0-1-1 0 0,0 1 1 0 0,0 0-1 0 0,0 0 1 0 0,1 0-1 0 0,-1 0 1 0 0,0 0-1 0 0,0 0 0 0 0,0 0 1 0 0,0 0-1 0 0,1 0 1 0 0,-1 0-1 0 0,0 0 1 0 0,0 0-1 0 0,0 0 0 0 0,0 0 1 0 0,1 0-1 0 0,-1 0 1 0 0,0 0-1 0 0,0 0 1 0 0,0 0-1 0 0,0 0 1 0 0,1 0-1 0 0,-1 0 0 0 0,0 0 1 0 0,0 0-1 0 0,0 0 1 0 0,0 1-1 0 0,1-1 1 0 0,24 0 220 0 0,-25 1-160 0 0,0 3 0 0 0,0-4-76 0 0,0 1 0 0 0,0 0 0 0 0,0 0 1 0 0,0 0-1 0 0,0 0 0 0 0,0 0 0 0 0,0 0 0 0 0,0-1 0 0 0,0 1 1 0 0,-1 0-1 0 0,1 0 0 0 0,0 0 0 0 0,0 0 0 0 0,-1-1 1 0 0,1 1-1 0 0,-1 0 0 0 0,1 0 0 0 0,-1 0 0 0 0,1-1 0 0 0,-1 1 1 0 0,1 0-1 0 0,-1-1 0 0 0,0 1 0 0 0,1-1 0 0 0,-1 1 1 0 0,0-1-1 0 0,1 1 0 0 0,-1-1 0 0 0,0 1 0 0 0,0-1 0 0 0,0 0 1 0 0,1 1-1 0 0,-1-1 0 0 0,0 0 0 0 0,0 0 0 0 0,0 1 1 0 0,0-1-1 0 0,0 0 0 0 0,1 0 0 0 0,-2 0 0 0 0,-2 1-2 0 0,3-1 9 0 0,1 0-1 0 0,-1 0 1 0 0,1 0-1 0 0,0 1 1 0 0,-1-1 0 0 0,1 0-1 0 0,0 0 1 0 0,-1 1-1 0 0,1-1 1 0 0,0 0-1 0 0,-1 1 1 0 0,1-1 0 0 0,0 0-1 0 0,0 1 1 0 0,-1-1-1 0 0,1 0 1 0 0,0 1-1 0 0,0-1 1 0 0,0 1 0 0 0,0-1-1 0 0,0 0 1 0 0,-1 1-1 0 0,1-1 1 0 0,0 1-1 0 0,0-1 1 0 0,0 1-1 0 0,0-1 1 0 0,0 0 0 0 0,0 1-1 0 0,0-1 1 0 0,0 1-1 0 0,0-1 1 0 0,1 1-1 0 0,-1-1 1 0 0,0 1 0 0 0,0-1-6 0 0,0 1 0 0 0,1-1 0 0 0,-1 1 1 0 0,0-1-1 0 0,0 1 0 0 0,0-1 1 0 0,0 0-1 0 0,0 1 0 0 0,0-1 0 0 0,0 1 1 0 0,0-1-1 0 0,0 1 0 0 0,0-1 1 0 0,0 0-1 0 0,0 1 0 0 0,0-1 1 0 0,-1 1-1 0 0,1-1 0 0 0,0 1 0 0 0,0-1 1 0 0,0 0-1 0 0,-1 1 0 0 0,1-1 1 0 0,0 0-1 0 0,0 1 0 0 0,-1-1 0 0 0,1 0 1 0 0,0 1-1 0 0,-1-1 0 0 0,1 0 1 0 0,0 0-1 0 0,-1 1 0 0 0,1-1 0 0 0,-13 2 32 0 0,14-1-10 0 0,11 3-11 0 0,-13-4-14 0 0,1 0-1 0 0,0 0 0 0 0,0 0 0 0 0,-1 0 0 0 0,1 0 0 0 0,0 1 1 0 0,0-1-1 0 0,0 0 0 0 0,-1 0 0 0 0,1 0 0 0 0,0 0 0 0 0,0 0 1 0 0,0 0-1 0 0,-1 0 0 0 0,1 1 0 0 0,0-1 0 0 0,0 0 0 0 0,0 0 1 0 0,0 0-1 0 0,-1 0 0 0 0,1 1 0 0 0,0-1 0 0 0,0 0 0 0 0,0 0 0 0 0,0 0 1 0 0,0 1-1 0 0,0-1 0 0 0,0 0 0 0 0,0 0 0 0 0,0 1 0 0 0,0-1 1 0 0,-1 0-1 0 0,1 0 0 0 0,0 0 0 0 0,0 1 0 0 0,0-1 0 0 0,1 0 1 0 0,-1 0-1 0 0,0 1 0 0 0,0-1 0 0 0,0 0 0 0 0,0 0 0 0 0,0 0 1 0 0,0 1-1 0 0,0-1 0 0 0,0 0 0 0 0,0 0 0 0 0,0 1 0 0 0,1-1 0 0 0,-1 0 1 0 0,0 0-1 0 0,0 0 0 0 0,0 0 0 0 0,0 1 0 0 0,1-1 0 0 0,-1 0 1 0 0,0 0-1 0 0,0 0 0 0 0,0 0 0 0 0,1 0 0 0 0,-1 0 0 0 0,0 0 1 0 0,0 1-1 0 0,0-1 0 0 0,1 0 0 0 0,-1 0 0 0 0,0 0 0 0 0,1 0 1 0 0,-3 0 1 0 0,1 0 0 0 0,0 0 0 0 0,0 0 0 0 0,0 1 0 0 0,0-1 0 0 0,0 0 1 0 0,0 1-1 0 0,0-1 0 0 0,0 1 0 0 0,0-1 0 0 0,0 1 0 0 0,0-1 0 0 0,0 1 1 0 0,0 0-1 0 0,0-1 0 0 0,0 1 0 0 0,1 0 0 0 0,-1 0 0 0 0,0 0 1 0 0,0 0-1 0 0,1 0 0 0 0,-2 1 0 0 0,-1 32 73 0 0,3-23-78 0 0,0 71 69 0 0,0-81-67 0 0,0 0 1 0 0,0 0-1 0 0,1 0 1 0 0,-1 0-1 0 0,0-1 0 0 0,0 1 1 0 0,0 0-1 0 0,1 0 1 0 0,-1 0-1 0 0,0-1 1 0 0,1 1-1 0 0,-1 0 0 0 0,0 0 1 0 0,1-1-1 0 0,-1 1 1 0 0,1 0-1 0 0,-1-1 0 0 0,1 1 1 0 0,0-1-1 0 0,-1 1 1 0 0,1-1-1 0 0,0 1 0 0 0,-1-1 1 0 0,1 1-1 0 0,0-1 1 0 0,0 1-1 0 0,-1-1 1 0 0,1 0-1 0 0,0 1 0 0 0,1-1 1 0 0,-1 0 1 0 0,0 0 0 0 0,-1 1 0 0 0,1-1 0 0 0,0 0 1 0 0,-1 0-1 0 0,1 1 0 0 0,0-1 0 0 0,-1 1 0 0 0,1-1 0 0 0,0 0 1 0 0,-1 1-1 0 0,1-1 0 0 0,-1 1 0 0 0,1-1 0 0 0,-1 1 0 0 0,1 0 1 0 0,-1-1-1 0 0,1 1 0 0 0,-1 0 0 0 0,1-1 0 0 0,-1 1 0 0 0,0 0 1 0 0,0-1-1 0 0,1 1 0 0 0,-1 0 0 0 0,0-1 0 0 0,0 1 0 0 0,0 0 1 0 0,0 0-1 0 0,1 1 0 0 0,-1-2-2 0 0,0 1 1 0 0,0 0-1 0 0,0-1 1 0 0,0 1-1 0 0,0-1 1 0 0,0 1-1 0 0,1 0 0 0 0,-1-1 1 0 0,0 1-1 0 0,1 0 1 0 0,-1-1-1 0 0,0 1 1 0 0,1-1-1 0 0,-1 1 1 0 0,1-1-1 0 0,-1 1 0 0 0,1-1 1 0 0,-1 1-1 0 0,1-1 1 0 0,-1 0-1 0 0,1 1 1 0 0,-1-1-1 0 0,1 1 0 0 0,0-1 1 0 0,-1 0-1 0 0,1 0 1 0 0,-1 1-1 0 0,1-1 1 0 0,0 0-1 0 0,1 0 1 0 0,-2 0-1 0 0,1 0 0 0 0,0 1 1 0 0,0-1-1 0 0,-1 0 1 0 0,1 0-1 0 0,0 1 0 0 0,0-1 1 0 0,-1 0-1 0 0,1 1 1 0 0,0-1-1 0 0,-1 1 0 0 0,1-1 1 0 0,0 1-1 0 0,-1-1 1 0 0,1 1-1 0 0,-1 0 1 0 0,1-1-1 0 0,-1 1 0 0 0,1-1 1 0 0,-1 1-1 0 0,1 0 1 0 0,-1 0-1 0 0,0-1 0 0 0,1 1 1 0 0,-1 0-1 0 0,0 0 1 0 0,0-1-1 0 0,0 1 0 0 0,1 0 1 0 0,-1 0-1 0 0,0 1 1 0 0,0 30 132 0 0,5-21-120 0 0,15-5 1 0 0,-7-1 91 0 0,-12-4-98 0 0,-1-1 0 0 0,0 0 0 0 0,1 1 0 0 0,-1-1-1 0 0,0 1 1 0 0,1-1 0 0 0,-1 0 0 0 0,1 1 0 0 0,-1-1 0 0 0,1 0 0 0 0,-1 0 0 0 0,1 1 0 0 0,-1-1-1 0 0,1 0 1 0 0,-1 0 0 0 0,1 0 0 0 0,-1 0 0 0 0,1 0 0 0 0,-1 1 0 0 0,1-1 0 0 0,-1 0 0 0 0,1 0 0 0 0,0 0-1 0 0,-1-1 1 0 0,1 1 0 0 0,-1 0 0 0 0,1 0 0 0 0,-1 0 0 0 0,1 0 0 0 0,-1 0 0 0 0,1-1 0 0 0,-1 1-1 0 0,1 0 1 0 0,-1 0 0 0 0,1-1 0 0 0,-1 1 0 0 0,1 0 0 0 0,-1-1 0 0 0,0 1 0 0 0,1 0 0 0 0,-1-1 0 0 0,0 1-1 0 0,1-1 1 0 0,-1 1 0 0 0,0-1 0 0 0,1 1 0 0 0,-1-1 0 0 0,0 1 0 0 0,0-1 0 0 0,1 1 0 0 0,-1-1-1 0 0,0 1 1 0 0,0-1 0 0 0,0 1 0 0 0,0-1 0 0 0,0 1 0 0 0,0-1 0 0 0,0 1 0 0 0,0-1 0 0 0,0 0 0 0 0,0 1-1 0 0,0-1 1 0 0,0 1 0 0 0,0-1 0 0 0,-1 0 0 0 0,0-1 11 0 0,1 1 1 0 0,-1-1-1 0 0,0 1 0 0 0,0-1 1 0 0,0 1-1 0 0,0-1 1 0 0,-1 1-1 0 0,1 0 0 0 0,0-1 1 0 0,-1 1-1 0 0,1 0 0 0 0,0 0 1 0 0,-1 0-1 0 0,1 0 0 0 0,-1 0 1 0 0,0 1-1 0 0,1-1 1 0 0,-1 0-1 0 0,0 1 0 0 0,1-1 1 0 0,-4 0-1 0 0,-18-11 125 0 0,14 3-49 0 0,4 3-89 0 0,0 0 0 0 0,0 1 0 0 0,0 0 0 0 0,-1 0 0 0 0,0 1 0 0 0,0-1-1 0 0,-13-5 1 0 0,-36-30-965 0 0,55 40 943 0 0,0 0 0 0 0,-1-1 0 0 0,1 1 0 0 0,0 0 1 0 0,0-1-1 0 0,-1 1 0 0 0,1 0 0 0 0,0-1 0 0 0,0 1 0 0 0,0 0 0 0 0,0-1 0 0 0,0 1 1 0 0,0 0-1 0 0,-1-1 0 0 0,1 1 0 0 0,0 0 0 0 0,0-1 0 0 0,0 1 0 0 0,0 0 1 0 0,0-1-1 0 0,0 1 0 0 0,0-1 0 0 0,1 1 0 0 0,-1 0 0 0 0,0-1 0 0 0,0 1 1 0 0,0 0-1 0 0,0-1 0 0 0,0 1 0 0 0,0 0 0 0 0,1-1 0 0 0,-1 1 0 0 0,0 0 0 0 0,0 0 1 0 0,1-1-1 0 0,-1 1 0 0 0,0 0 0 0 0,0-1 0 0 0,1 1 0 0 0,-1 0 0 0 0,0 0 1 0 0,1-1-1 0 0,14-9-366 0 0,-12 8 144 0 0,6-9-632 0 0,-7 9 611 0 0,0 0 1 0 0,0 0-1 0 0,0 0 0 0 0,0 0 0 0 0,0 0 1 0 0,0 1-1 0 0,1-1 0 0 0,-1 1 0 0 0,5-3 0 0 0,24-14-2141 0 0,-1-1 120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46 480 0 0,'0'1'82'0'0,"0"-1"0"0"0,-1 1-1 0 0,1-1 1 0 0,0 1 0 0 0,-1-1-1 0 0,1 1 1 0 0,-1-1 0 0 0,1 0-1 0 0,-1 1 1 0 0,1-1 0 0 0,-1 1 0 0 0,1-1-1 0 0,-1 0 1 0 0,1 0 0 0 0,-1 1-1 0 0,1-1 1 0 0,-1 0 0 0 0,0 0-1 0 0,1 0 1 0 0,-1 0 0 0 0,1 0-1 0 0,-1 0 1 0 0,0 0 0 0 0,1 0 0 0 0,-1 0-1 0 0,1 0 1 0 0,-1 0 0 0 0,1 0-1 0 0,-1 0 1 0 0,0 0 0 0 0,1 0-1 0 0,-2-1 1 0 0,-10 1 1891 0 0,5 2-1010 0 0,0-1-770 0 0,1 0-1 0 0,-1 1 0 0 0,1 0 1 0 0,0 0-1 0 0,-1 0 0 0 0,1 1 0 0 0,0 0 1 0 0,1 0-1 0 0,-1 0 0 0 0,1 1 0 0 0,-1 0 1 0 0,1 0-1 0 0,-6 5 0 0 0,7-4-131 0 0,0 0 1 0 0,0 0-1 0 0,-1 0 0 0 0,0-1 0 0 0,0 0 1 0 0,0 0-1 0 0,-1 0 0 0 0,1-1 0 0 0,-7 3 1 0 0,7-3-32 0 0,0 0 0 0 0,0 0 1 0 0,0 0-1 0 0,1 0 1 0 0,-1 1-1 0 0,1 0 0 0 0,0 0 1 0 0,-1 0-1 0 0,2 0 1 0 0,-7 9-1 0 0,9-12-27 0 0,1 0-1 0 0,-1 0 1 0 0,1 0-1 0 0,0 0 1 0 0,-1 0-1 0 0,1 0 1 0 0,0 0-1 0 0,0 0 1 0 0,-1 0-1 0 0,1 0 1 0 0,0 0-1 0 0,0 0 1 0 0,0 0-1 0 0,0-1 1 0 0,1 1-1 0 0,-1 0 1 0 0,0 0-1 0 0,0 0 1 0 0,0 0-1 0 0,1 0 1 0 0,-1 0-1 0 0,1 0 1 0 0,-1 0-1 0 0,0 0 1 0 0,1 0 0 0 0,0 0-1 0 0,-1-1 1 0 0,1 1-1 0 0,-1 0 1 0 0,1 0-1 0 0,0-1 1 0 0,0 1-1 0 0,-1-1 1 0 0,1 1-1 0 0,0 0 1 0 0,1 0-1 0 0,0 0 3 0 0,-1 0 0 0 0,0 0 0 0 0,0 0 0 0 0,0 0 0 0 0,0 0 0 0 0,0 0 0 0 0,0 0 0 0 0,0 0 0 0 0,0 0-1 0 0,0 1 1 0 0,-1-1 0 0 0,1 0 0 0 0,0 0 0 0 0,-1 1 0 0 0,1-1 0 0 0,-1 1 0 0 0,0-1 0 0 0,1 3 0 0 0,0-3 11 0 0,-1 1-1 0 0,1 0 1 0 0,0-1 0 0 0,-1 1 0 0 0,1-1-1 0 0,0 1 1 0 0,0-1 0 0 0,1 0 0 0 0,-1 1-1 0 0,0-1 1 0 0,0 0 0 0 0,1 0 0 0 0,-1 0-1 0 0,0 1 1 0 0,1-2 0 0 0,-1 1 0 0 0,1 0-1 0 0,-1 0 1 0 0,1 0 0 0 0,0-1 0 0 0,-1 1-1 0 0,4 0 1 0 0,49 15 127 0 0,-43-14-115 0 0,-1-1-17 0 0,0-1-1 0 0,1-1 1 0 0,-1 0-1 0 0,0 0 0 0 0,0-1 1 0 0,1 0-1 0 0,-1-1 0 0 0,18-7 1 0 0,-27 7-4 0 0,1 0 0 0 0,-1 1 0 0 0,-1-1 0 0 0,1 0 0 0 0,0 0 0 0 0,-1 0 0 0 0,1 0 0 0 0,-1 0 0 0 0,0 0 0 0 0,0 0 0 0 0,0 0 0 0 0,0 0 0 0 0,-1 0 0 0 0,1 0 0 0 0,-1 0 0 0 0,0 0 0 0 0,0 1 0 0 0,-2-6 0 0 0,-3-3-78 0 0,0-1-1 0 0,-1 1 0 0 0,-1 0 1 0 0,0 1-1 0 0,0-1 1 0 0,-19-16-1 0 0,-8-11-387 0 0,14 5-122 0 0,20 30 417 0 0,-1 0 1 0 0,1 0 0 0 0,-1 0 0 0 0,0 0 0 0 0,0 0-1 0 0,0 0 1 0 0,0 1 0 0 0,0-1 0 0 0,0 1 0 0 0,-1-1 0 0 0,1 1-1 0 0,-1 0 1 0 0,0 0 0 0 0,0 0 0 0 0,0 0 0 0 0,0 1-1 0 0,0-1 1 0 0,-6-1 0 0 0,-21 0-3252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0 560 0 0,'0'1'87'0'0,"0"-1"-1"0"0,0 0 1 0 0,0 0 0 0 0,1 0-1 0 0,-1 0 1 0 0,0 1-1 0 0,0-1 1 0 0,0 0 0 0 0,0 0-1 0 0,0 1 1 0 0,0-1-1 0 0,0 0 1 0 0,0 0-1 0 0,0 1 1 0 0,0-1 0 0 0,0 0-1 0 0,0 0 1 0 0,0 0-1 0 0,0 1 1 0 0,0-1 0 0 0,0 0-1 0 0,0 0 1 0 0,0 1-1 0 0,0-1 1 0 0,0 0-1 0 0,0 0 1 0 0,0 0 0 0 0,-1 1-1 0 0,1-1 1 0 0,0 0-1 0 0,0 0 1 0 0,0 0 0 0 0,0 0-1 0 0,0 1 1 0 0,-1-1-1 0 0,1 0 1 0 0,0 0-1 0 0,0 0 1 0 0,0 0 0 0 0,-1 0-1 0 0,1 1 1 0 0,0-1-1 0 0,0 0 1 0 0,0 0 0 0 0,-1 0-1 0 0,1 0 1 0 0,0 0-1 0 0,0 0 1 0 0,-1 0 0 0 0,1 0-1 0 0,0 0 1 0 0,0 0-1 0 0,-1 0 1 0 0,1 0-1 0 0,-20 4 942 0 0,10 4 279 0 0,-161 104 1214 0 0,169-112-2502 0 0,0 1 1 0 0,1 0-1 0 0,-1 0 1 0 0,1 0-1 0 0,-1 0 0 0 0,1 0 1 0 0,-1 0-1 0 0,1 0 0 0 0,0 0 1 0 0,-1 1-1 0 0,1-1 1 0 0,0 0-1 0 0,0 1 0 0 0,0-1 1 0 0,0 1-1 0 0,0 0 1 0 0,1-1-1 0 0,-1 1 0 0 0,0 0 1 0 0,1-1-1 0 0,-1 1 0 0 0,1 0 1 0 0,-1 0-1 0 0,1-1 1 0 0,0 1-1 0 0,0 0 0 0 0,0 0 1 0 0,0 0-1 0 0,0-1 0 0 0,0 1 1 0 0,1 0-1 0 0,-1 0 1 0 0,0-1-1 0 0,2 3 0 0 0,1 0 50 0 0,0 0 1 0 0,0 0-1 0 0,1 0 0 0 0,0 0 0 0 0,0-1 0 0 0,0 1 0 0 0,0-1 0 0 0,0 0 0 0 0,1 0 0 0 0,0-1 0 0 0,6 4 0 0 0,5 0 111 0 0,0 0 0 0 0,1 0 0 0 0,32 5 0 0 0,-6-2 248 0 0,-41-8-375 0 0,1-1 0 0 0,-1 0 1 0 0,0 1-1 0 0,1-1 0 0 0,-1 0 1 0 0,1 0-1 0 0,-1-1 0 0 0,1 1 1 0 0,-1 0-1 0 0,1-1 0 0 0,-1 0 1 0 0,0 1-1 0 0,1-1 1 0 0,-1 0-1 0 0,0 0 0 0 0,0 0 1 0 0,0-1-1 0 0,1 1 0 0 0,-1 0 1 0 0,-1-1-1 0 0,1 0 0 0 0,0 1 1 0 0,0-1-1 0 0,0 0 0 0 0,-1 0 1 0 0,1 0-1 0 0,-1 0 1 0 0,0 0-1 0 0,1 0 0 0 0,0-3 1 0 0,-2 2-36 0 0,-1 0 1 0 0,0 0 0 0 0,0 1 0 0 0,0-1 0 0 0,0 1 0 0 0,0-1-1 0 0,0 1 1 0 0,-1-1 0 0 0,1 1 0 0 0,-1 0 0 0 0,1 0 0 0 0,-1 0-1 0 0,0 0 1 0 0,0 0 0 0 0,0 0 0 0 0,-5-3 0 0 0,-46-31 275 0 0,39 27-268 0 0,-23-11-1245 0 0,0 1-1 0 0,0 1 1 0 0,-2 3 0 0 0,-73-20 0 0 0,107 35-1943 0 0,5 6-386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0,'0'15'5403'0'0,"0"14"-4643"0"0,0-28-753 0 0,0-1 1 0 0,1 1-1 0 0,-1 0 0 0 0,0-1 0 0 0,0 1 1 0 0,0-1-1 0 0,1 1 0 0 0,-1 0 0 0 0,0-1 1 0 0,1 1-1 0 0,-1-1 0 0 0,0 1 0 0 0,1-1 0 0 0,-1 1 1 0 0,1-1-1 0 0,-1 0 0 0 0,0 1 0 0 0,1-1 1 0 0,-1 0-1 0 0,1 1 0 0 0,-1-1 0 0 0,1 0 1 0 0,0 1-1 0 0,-1-1 0 0 0,1 0 0 0 0,-1 0 1 0 0,1 0-1 0 0,-1 1 0 0 0,1-1 0 0 0,0 0 1 0 0,-1 0-1 0 0,2 0 0 0 0,-1 0 0 0 0,-1 0 0 0 0,1 0 0 0 0,0 0 0 0 0,-1 0 0 0 0,1 0 1 0 0,-1 0-1 0 0,1 1 0 0 0,0-1 0 0 0,-1 0 0 0 0,1 0 0 0 0,0 1 0 0 0,-1-1 0 0 0,1 0 0 0 0,-1 1 0 0 0,1-1 1 0 0,-1 1-1 0 0,1-1 0 0 0,-1 0 0 0 0,1 1 0 0 0,-1-1 0 0 0,0 1 0 0 0,1-1 0 0 0,-1 1 0 0 0,1 0 0 0 0,-1-1 1 0 0,0 1-1 0 0,0-1 0 0 0,1 1 0 0 0,-1 0 0 0 0,0-1 0 0 0,0 1 0 0 0,0 0 0 0 0,0 0 0 0 0,0 2 22 0 0,-1 0 0 0 0,1-1 0 0 0,0 1 0 0 0,0 0-1 0 0,0 0 1 0 0,0 0 0 0 0,0 0 0 0 0,1 0 0 0 0,-1-1 0 0 0,1 1-1 0 0,0 0 1 0 0,-1 0 0 0 0,1-1 0 0 0,1 1 0 0 0,-1 0-1 0 0,0-1 1 0 0,1 1 0 0 0,-1-1 0 0 0,1 0 0 0 0,0 1-1 0 0,-1-1 1 0 0,1 0 0 0 0,0 0 0 0 0,5 3 0 0 0,-6-1-3 0 0,1 0 0 0 0,-1 0 0 0 0,0 0 0 0 0,0 0 0 0 0,0 1 0 0 0,-1-1 0 0 0,1 0 0 0 0,-1 0 0 0 0,0 1 0 0 0,0-1 1 0 0,0 0-1 0 0,-2 8 0 0 0,1 4 48 0 0,0-5-20 0 0,1-7-39 0 0,-1-1 1 0 0,1 1-1 0 0,0-1 1 0 0,0 0-1 0 0,0 1 1 0 0,1-1 0 0 0,-1 1-1 0 0,1-1 1 0 0,0 1-1 0 0,0-1 1 0 0,2 4-1 0 0,77 145 199 0 0,-78-148-217 0 0,-1 1-1 0 0,0-1 1 0 0,0 1 0 0 0,0 0 0 0 0,0-1-1 0 0,-1 1 1 0 0,0 0 0 0 0,0 0 0 0 0,-1 8-1 0 0,0 3-17 0 0,1-15 24 0 0,0 0-1 0 0,1 0 0 0 0,-1 0 0 0 0,0 0 0 0 0,0 0 1 0 0,1 0-1 0 0,-1 0 0 0 0,1 0 0 0 0,-1 0 0 0 0,1 0 1 0 0,-1-1-1 0 0,1 1 0 0 0,-1 0 0 0 0,1 0 0 0 0,0 0 0 0 0,-1-1 1 0 0,1 1-1 0 0,0 0 0 0 0,0-1 0 0 0,0 1 0 0 0,0-1 1 0 0,-1 1-1 0 0,1-1 0 0 0,0 1 0 0 0,2 0 0 0 0,5 4 8 0 0,23 28-10 0 0,-26-15-3 0 0,0 1 19 0 0,-3-17-10 0 0,0 1-6 0 0,0 0 0 0 0,1-1-1 0 0,-1 1 1 0 0,0 0 0 0 0,-1 0-1 0 0,1 0 1 0 0,0 0 0 0 0,-1 0 0 0 0,0 0-1 0 0,1 0 1 0 0,-1 1 0 0 0,-1-1-1 0 0,1 0 1 0 0,0 1 0 0 0,-1-1 0 0 0,0 1-1 0 0,1-1 1 0 0,-1 1 0 0 0,-1 5-1 0 0,1-4 6 0 0,1 1 1 0 0,0 0-1 0 0,1-1 0 0 0,-1 1 0 0 0,1-1 0 0 0,0 1 0 0 0,1-1 0 0 0,-1 0 0 0 0,6 9 0 0 0,5 10 11 0 0,-6-10-16 0 0,-4-9 0 0 0,-1 0 0 0 0,1 0 0 0 0,-1 0 0 0 0,0 1 0 0 0,-1-1 0 0 0,1 0 0 0 0,-1 1 0 0 0,0-1 0 0 0,0 1 0 0 0,-1-1 0 0 0,0 7 0 0 0,0 1 0 0 0,-1-9 0 0 0,1 1 0 0 0,0-1 0 0 0,0 1 0 0 0,0 0 0 0 0,1-1 0 0 0,-1 1 0 0 0,1-1 0 0 0,0 1 0 0 0,2 3 0 0 0,3 4-2 0 0,15 37-25 0 0,-21-46 25 0 0,1-1 0 0 0,0 1 0 0 0,-1 0 0 0 0,0 0 0 0 0,1-1 0 0 0,-1 1 0 0 0,0 0-1 0 0,0 0 1 0 0,-1 0 0 0 0,1-1 0 0 0,-1 1 0 0 0,1 0 0 0 0,-1-1 0 0 0,0 1 0 0 0,0 0 0 0 0,0-1 0 0 0,-3 5-1 0 0,3-6 3 0 0,0 0 0 0 0,0 0-1 0 0,1 0 1 0 0,-1 0-1 0 0,0 0 1 0 0,0 0 0 0 0,0 0-1 0 0,1 0 1 0 0,-1 0 0 0 0,0 0-1 0 0,1 0 1 0 0,-1 0-1 0 0,1 0 1 0 0,0 0 0 0 0,-1 1-1 0 0,1-1 1 0 0,0 0-1 0 0,0 0 1 0 0,-1 1 0 0 0,1-1-1 0 0,0 0 1 0 0,0 0-1 0 0,0 1 1 0 0,1-1 0 0 0,-1 0-1 0 0,0 0 1 0 0,0 0 0 0 0,1 1-1 0 0,-1-1 1 0 0,1 0-1 0 0,-1 0 1 0 0,1 0 0 0 0,-1 0-1 0 0,1 0 1 0 0,1 2-1 0 0,3 8 2 0 0,-2-1-1 0 0,-1-1 0 0 0,0 1 0 0 0,-1 0 0 0 0,0 0 0 0 0,0 0 0 0 0,-1-1 0 0 0,0 1 0 0 0,-3 14 0 0 0,1 13 0 0 0,2-35-11 0 0,0 1 0 0 0,-1-1 0 0 0,1 0 0 0 0,-1 0-1 0 0,1 1 1 0 0,-1-1 0 0 0,0 0 0 0 0,0 0 0 0 0,0 0 0 0 0,0 0 0 0 0,0 0-1 0 0,-1 0 1 0 0,1 0 0 0 0,-3 2 0 0 0,3-3 1 0 0,0 0 0 0 0,-1 0-1 0 0,1 1 1 0 0,0-1 0 0 0,0 0 0 0 0,1 1-1 0 0,-1-1 1 0 0,0 0 0 0 0,0 1 0 0 0,1-1 0 0 0,-1 1-1 0 0,0-1 1 0 0,1 1 0 0 0,0 0 0 0 0,-1-1-1 0 0,1 1 1 0 0,0-1 0 0 0,0 1 0 0 0,0 0-1 0 0,0-1 1 0 0,0 1 0 0 0,0 0 0 0 0,0-1-1 0 0,1 1 1 0 0,-1-1 0 0 0,1 1 0 0 0,0 2 0 0 0,3 5 54 0 0,0-1 0 0 0,0 1 0 0 0,-1 1 0 0 0,0-1 0 0 0,-1 0 0 0 0,0 1 0 0 0,-1 0 0 0 0,0-1 0 0 0,0 14 0 0 0,-1-17-50 0 0,0 1 1 0 0,1-1-1 0 0,0 0 1 0 0,0 1-1 0 0,0-1 1 0 0,0 1-1 0 0,1-1 1 0 0,0 0-1 0 0,1 0 1 0 0,-1 0-1 0 0,7 9 0 0 0,-7-10 6 0 0,0-1 0 0 0,-1-1 0 0 0,1 1 0 0 0,-1 0 0 0 0,-1 0 0 0 0,1-1 0 0 0,0 1 0 0 0,-1 0 0 0 0,0 0 0 0 0,0 0 0 0 0,0 0 0 0 0,0-1 0 0 0,-1 1 0 0 0,1 0 0 0 0,-1 0 0 0 0,0-1 0 0 0,0 1 0 0 0,0 0 0 0 0,-1-1 0 0 0,1 1 0 0 0,-1-1 0 0 0,0 1 0 0 0,0-1 0 0 0,0 0 0 0 0,0 0 0 0 0,-1 0 0 0 0,-4 4 0 0 0,2-4 8 0 0,4-1 20 0 0,27-1-11 0 0,-25-1-21 0 0,-1 0-1 0 0,0 0 0 0 0,1 0 0 0 0,-1 0 1 0 0,0 0-1 0 0,1 0 0 0 0,-1-1 1 0 0,0 1-1 0 0,0 0 0 0 0,1 0 0 0 0,-1 0 1 0 0,0-1-1 0 0,0 1 0 0 0,1 0 0 0 0,-1 0 1 0 0,0-1-1 0 0,0 1 0 0 0,0 0 0 0 0,1 0 1 0 0,-1-1-1 0 0,0 1 0 0 0,0 0 1 0 0,0-1-1 0 0,0 1 0 0 0,0 0 0 0 0,0 0 1 0 0,0-1-1 0 0,0 1 0 0 0,0 0 0 0 0,0-1 1 0 0,0 1-1 0 0,0 0 0 0 0,0-1 1 0 0,0 1-1 0 0,0 0 0 0 0,0-1 0 0 0,0 1 1 0 0,0 0-1 0 0,0-1 0 0 0,0 1 0 0 0,0 0 1 0 0,0 0-1 0 0,-1-1 0 0 0,1 1 0 0 0,0 0 1 0 0,0-1-1 0 0,0 1 0 0 0,-1 0 1 0 0,1 0-1 0 0,0 0 0 0 0,0-1 0 0 0,-1 1 1 0 0,1 0-1 0 0,0 0 0 0 0,0 0 0 0 0,-1-1 1 0 0,1 1-1 0 0,0 0 0 0 0,-1 0 0 0 0,1 0 1 0 0,-1 0-1 0 0,-1-2-51 0 0,0 0-61 0 0,0 0-1 0 0,1 0 1 0 0,-1-1 0 0 0,0 1-1 0 0,1 0 1 0 0,-1-1-1 0 0,1 1 1 0 0,0-1-1 0 0,0 1 1 0 0,-2-6 0 0 0,1-7-1027 0 0,0 0 0 0 0,1-1 0 0 0,1-16 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1 320 0 0,'-31'11'1921'0'0,"31"3"-480"0"0,0-1-481 0 0,-30-1-320 0 0,30 26-239 0 0,0 20 319 0 0,0-20-240 0 0,0-13-240 0 0,-30 8-80 0 0,30-2 0 0 0,0-6-160 0 0,-30-17-320 0 0,30-3-640 0 0,0-18-2082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0 480 0 0,'0'7'5589'0'0,"0"-8"-5108"0"0,5 1-339 0 0,-4 0-118 0 0,0 0-1 0 0,-1 1 0 0 0,1-1 1 0 0,-1 0-1 0 0,1 0 0 0 0,-1 0 1 0 0,1 0-1 0 0,0 0 0 0 0,-1 1 1 0 0,1-1-1 0 0,-1 0 1 0 0,1 0-1 0 0,-1-1 0 0 0,1 1 1 0 0,0 0-1 0 0,-1 0 0 0 0,1 0 1 0 0,-1 0-1 0 0,1 0 1 0 0,-1-1-1 0 0,1 1 0 0 0,-1 0 1 0 0,1 0-1 0 0,-1-1 0 0 0,1 1 1 0 0,-1 0-1 0 0,1-1 1 0 0,-1 1-1 0 0,1-1 0 0 0,-1 1 1 0 0,0-1-1 0 0,1 1 0 0 0,-1-1 1 0 0,1 0 239 0 0,-5 2-169 0 0,-41 9 626 0 0,4 9 307 0 0,37-18-1007 0 0,2-1-7 0 0,0 0 1 0 0,0 0-1 0 0,0 0 1 0 0,0 0-1 0 0,0 0 1 0 0,0 1-1 0 0,0-1 1 0 0,0 1-1 0 0,0 0 1 0 0,0-1-1 0 0,0 1 1 0 0,0 0-1 0 0,0 0 1 0 0,0 0-1 0 0,0 0 1 0 0,1 1-1 0 0,-1-1 1 0 0,1 0-1 0 0,-1 1 1 0 0,1-1-1 0 0,-1 1 1 0 0,1 0-1 0 0,0-1 1 0 0,0 1-1 0 0,-1 0 1 0 0,1 0-1 0 0,0 0 1 0 0,1 0 0 0 0,-1 0-1 0 0,0 0 1 0 0,1 0-1 0 0,-1 0 1 0 0,1 0-1 0 0,-1 0 1 0 0,1 0-1 0 0,0 0 1 0 0,0 0-1 0 0,0 0 1 0 0,0 0-1 0 0,1 3 1 0 0,-1 65 212 0 0,25-69-212 0 0,41-2-14 0 0,-34-3 42 0 0,-38-3 78 0 0,5 6-55 0 0,-80-17 95 0 0,81 18-213 0 0,-1-1 0 0 0,0 0 0 0 0,1 1 0 0 0,-1-1 0 0 0,1 0 0 0 0,0 0 0 0 0,-1 1 0 0 0,1-1 0 0 0,-1 0 0 0 0,1 0 0 0 0,0 0 0 0 0,0 1 0 0 0,-1-1 0 0 0,1 0 0 0 0,0 0 0 0 0,0 0 0 0 0,0 0 0 0 0,0 0 0 0 0,0 1 0 0 0,0-1 0 0 0,0 0 0 0 0,0 0 0 0 0,1 0 0 0 0,-1 0 0 0 0,0 1 0 0 0,0-1 0 0 0,1 0 0 0 0,-1 0 0 0 0,0 0 0 0 0,1 1 0 0 0,-1-1 0 0 0,1 0 0 0 0,-1 1 0 0 0,1-1 0 0 0,0 0 0 0 0,55-23-4189 0 0,-26 12 1681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6 560 0 0,'2'2'3797'0'0,"-9"1"-3378"0"0,-13-2 514 0 0,15-1-252 0 0,0 0-134 0 0,-3 0-386 0 0,0 1 1 0 0,0 0 0 0 0,1 0 0 0 0,-1 0 0 0 0,0 1 0 0 0,1 1 0 0 0,-1-1 0 0 0,1 1 0 0 0,0 0 0 0 0,-1 1 0 0 0,2 0 0 0 0,-1 0 0 0 0,-7 5 0 0 0,14-8-146 0 0,-1 0 0 0 0,0 0 0 0 0,0-1 0 0 0,0 1 0 0 0,1 0 0 0 0,-1 0 0 0 0,1 0 0 0 0,-1 0 0 0 0,0 0 0 0 0,1 0 0 0 0,0 0 0 0 0,-1 0 0 0 0,1 0 0 0 0,0 0 0 0 0,-1 0 0 0 0,1 1 0 0 0,0-1 0 0 0,0 0 0 0 0,0 0 0 0 0,0 0 0 0 0,0 0 0 0 0,0 0 0 0 0,0 0 0 0 0,0 1 0 0 0,1-1 0 0 0,-1 0 0 0 0,0 0 0 0 0,1 0 0 0 0,-1 0 0 0 0,1 0 0 0 0,-1 0 0 0 0,1 0 0 0 0,-1 0 0 0 0,1 0 0 0 0,0 1 0 0 0,28 23 129 0 0,-13-18-138 0 0,1-1 0 0 0,0-1 1 0 0,0-1-1 0 0,1 0 1 0 0,0-1-1 0 0,-1 0 0 0 0,1-2 1 0 0,25-1-1 0 0,-38 0-18 0 0,0 0 0 0 0,0 0 0 0 0,-1-1 0 0 0,1 0 0 0 0,0 0 0 0 0,0 0-1 0 0,5-3 1 0 0,-8 4-7 0 0,-1-1-1 0 0,0 1 1 0 0,0-1-1 0 0,-1 1 1 0 0,1-1-1 0 0,0 0 1 0 0,0 1-1 0 0,0-1 1 0 0,0 0-1 0 0,0 0 0 0 0,-1 0 1 0 0,1 1-1 0 0,0-1 1 0 0,-1 0-1 0 0,1 0 1 0 0,-1 0-1 0 0,1 0 1 0 0,-1 0-1 0 0,1 0 1 0 0,-1 0-1 0 0,0 0 1 0 0,1-1-1 0 0,-1 1 1 0 0,0 0-1 0 0,0 0 1 0 0,0 0-1 0 0,0 0 1 0 0,0 0-1 0 0,0 0 0 0 0,0-1 1 0 0,0 1-1 0 0,0 0 1 0 0,-1 0-1 0 0,1 0 1 0 0,0 0-1 0 0,-1 0 1 0 0,1 0-1 0 0,-1 0 1 0 0,1 0-1 0 0,-1 0 1 0 0,-1-2-1 0 0,-1-2-208 0 0,-1 0 1 0 0,0 0-1 0 0,0 1 0 0 0,0-1 0 0 0,0 1 1 0 0,-8-6-1 0 0,-69-49-3388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3:2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1761 0 0,'-18'3'1318'0'0,"-1"0"-471"0"0,1 0 1 0 0,0 1-1 0 0,0 1 0 0 0,1 1 1 0 0,0 1-1 0 0,0 0 0 0 0,-22 13 1 0 0,8-6-578 0 0,15-5-142 0 0,16-8-122 0 0,0-1 0 0 0,1 1 1 0 0,-1 0-1 0 0,1-1 0 0 0,-1 1 0 0 0,1 0 0 0 0,0-1 1 0 0,-1 1-1 0 0,1-1 0 0 0,-1 1 0 0 0,1-1 0 0 0,0 0 1 0 0,0 1-1 0 0,-1-1 0 0 0,1 1 0 0 0,0-1 0 0 0,0 0 1 0 0,-1 0-1 0 0,1 1 0 0 0,0-1 0 0 0,0 0 0 0 0,0 0 1 0 0,1 0-1 0 0,55 21 227 0 0,-45-15-181 0 0,0-1 0 0 0,0-1 1 0 0,1 0-1 0 0,-1-1 0 0 0,21 2 1 0 0,-31-4-52 0 0,0-1 0 0 0,0 1-1 0 0,0-1 1 0 0,0 0 0 0 0,1 0 0 0 0,-1 0 0 0 0,0 0 0 0 0,0 0 0 0 0,0 0 0 0 0,1-1 0 0 0,-1 1 0 0 0,0-1 0 0 0,2 0 0 0 0,-6-4-14 0 0,2 3-36 0 0,0-1 0 0 0,-1 0 0 0 0,1 1 0 0 0,-1-1 0 0 0,0 1 0 0 0,1-1 0 0 0,-1 1 0 0 0,0-1 0 0 0,-1 1 0 0 0,1 0 0 0 0,0-1 0 0 0,-1 1 0 0 0,1 0 0 0 0,-1 0 0 0 0,0 0 0 0 0,1 0 0 0 0,-1 0 0 0 0,0 0 0 0 0,0 1 0 0 0,0-1 0 0 0,-3-1 1 0 0,-6-3-537 0 0,1 0 0 0 0,-1 1 0 0 0,-17-6 0 0 0,22 8 267 0 0,-79-24-4658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06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605 8 1681 0 0,'-5'-4'3598'0'0,"-15"7"-3300"0"0,20-3-99 0 0,-5 1 41 0 0,5-1-226 0 0,0-1-1 0 0,0 1 1 0 0,0 0-1 0 0,0 0 1 0 0,0 0-1 0 0,0 0 1 0 0,0 0-1 0 0,0-1 1 0 0,0 1-1 0 0,1 0 1 0 0,-1 0-1 0 0,0 0 1 0 0,0 0 0 0 0,0-1-1 0 0,0 1 1 0 0,0 0-1 0 0,0 0 1 0 0,0 0-1 0 0,0 0 1 0 0,0-1-1 0 0,0 1 1 0 0,0 0-1 0 0,0 0 1 0 0,0 0-1 0 0,0 0 1 0 0,0-1-1 0 0,-1 1 1 0 0,1 0-1 0 0,0 0 1 0 0,0 0 0 0 0,0 0-1 0 0,0 0 1 0 0,0-1-1 0 0,0 1 1 0 0,0 0-1 0 0,0 0 1 0 0,0 0-1 0 0,-1 0 1 0 0,1 0-1 0 0,0 0 1 0 0,0 0-1 0 0,0-1 1 0 0,0 1-1 0 0,0 0 1 0 0,-1 0-1 0 0,1 0 1 0 0,0 0 0 0 0,0 0-1 0 0,0 0 1 0 0,0 0-1 0 0,-1 0 1 0 0,1 0-1 0 0,0 0 1 0 0,0 0-1 0 0,0 0 1 0 0,0 0-1 0 0,-1 0 1 0 0,1 0-1 0 0,0 0 1 0 0,0 0-1 0 0,0 0 1 0 0,0 0-1 0 0,-1 0 1 0 0,1 0 0 0 0,0 0-1 0 0,0 0 1 0 0,0 1-1 0 0,0-1 1 0 0,-1 0-1 0 0,-175 11 1815 0 0,173-11-1805 0 0,-1 0-1 0 0,0 1 1 0 0,1-1 0 0 0,-1 0 0 0 0,0 1 0 0 0,1 0 0 0 0,-1 0 0 0 0,0 0-1 0 0,1 0 1 0 0,0 1 0 0 0,-1 0 0 0 0,1-1 0 0 0,-6 5 0 0 0,5 2 22 0 0,1-2-13 0 0,-30 17 64 0 0,22-16-95 0 0,8-4 0 0 0,-1 0 0 0 0,1-1 1 0 0,-1 0-1 0 0,0 1 0 0 0,1-1 1 0 0,-1-1-1 0 0,0 1 0 0 0,0 0 0 0 0,-8 1 1 0 0,-13-3 49 0 0,19-1-16 0 0,1 1 0 0 0,-1 0 0 0 0,0 0 0 0 0,1 1 1 0 0,-1 0-1 0 0,1 0 0 0 0,-1 0 0 0 0,1 0 0 0 0,0 1 0 0 0,-1 0 0 0 0,1 0 1 0 0,0 1-1 0 0,0-1 0 0 0,0 1 0 0 0,-4 4 0 0 0,6-4-18 0 0,3-3-17 0 0,-27 5-3 0 0,-16 8 19 0 0,41-12-16 0 0,1-1 0 0 0,0 1 0 0 0,-1 0 0 0 0,1 0 0 0 0,0 0-1 0 0,-1 0 1 0 0,1 0 0 0 0,0 0 0 0 0,0 0 0 0 0,0 0 0 0 0,0 0 0 0 0,0 0-1 0 0,0 0 1 0 0,0 1 0 0 0,0-1 0 0 0,1 0 0 0 0,-1 1 0 0 0,0-1 0 0 0,1 1-1 0 0,-1-1 1 0 0,1 1 0 0 0,0-1 0 0 0,-1 3 0 0 0,1-3 0 0 0,0-1-1 0 0,0 1 1 0 0,0-1 0 0 0,0 1 0 0 0,0-1 0 0 0,-1 1 0 0 0,1-1-1 0 0,0 0 1 0 0,0 1 0 0 0,0-1 0 0 0,-1 1 0 0 0,1-1-1 0 0,0 1 1 0 0,-1-1 0 0 0,1 0 0 0 0,0 1 0 0 0,-1-1-1 0 0,1 0 1 0 0,0 1 0 0 0,-1-1 0 0 0,1 0 0 0 0,-1 0-1 0 0,1 1 1 0 0,0-1 0 0 0,-1 0 0 0 0,1 0 0 0 0,-1 0-1 0 0,1 0 1 0 0,-1 1 0 0 0,1-1 0 0 0,-1 0 0 0 0,0 0-1 0 0,0 0 2 0 0,0 0 0 0 0,0 0-1 0 0,0 1 1 0 0,0-1-1 0 0,0 0 1 0 0,0 1-1 0 0,1-1 1 0 0,-1 1-1 0 0,0-1 1 0 0,0 1 0 0 0,0-1-1 0 0,1 1 1 0 0,-1-1-1 0 0,0 1 1 0 0,0 0-1 0 0,1-1 1 0 0,-1 1-1 0 0,1 0 1 0 0,-1 0-1 0 0,1 0 1 0 0,-1-1 0 0 0,1 1-1 0 0,-1 0 1 0 0,1 0-1 0 0,0 0 1 0 0,-1 0-1 0 0,1 0 1 0 0,0 0-1 0 0,0 0 1 0 0,0 0-1 0 0,0 0 1 0 0,0 0 0 0 0,0 0-1 0 0,0 0 1 0 0,0 1-1 0 0,0 1-1 0 0,1 0 0 0 0,-1 0-1 0 0,1 0 1 0 0,-1 0 0 0 0,1 0-1 0 0,0 0 1 0 0,1 0 0 0 0,-1 0-1 0 0,0-1 1 0 0,1 1 0 0 0,2 4-1 0 0,-2-4 3 0 0,0 0-1 0 0,0 0 0 0 0,0 0 0 0 0,-1 0 0 0 0,0 0 1 0 0,1 1-1 0 0,-1-1 0 0 0,0 0 0 0 0,0 1 0 0 0,-1-1 1 0 0,1 7-1 0 0,-2 14 41 0 0,4 28-17 0 0,-3-50-27 0 0,1 1-1 0 0,-1-1 1 0 0,1 0 0 0 0,0 0 0 0 0,0 0-1 0 0,0 0 1 0 0,0 0 0 0 0,0 0 0 0 0,1 0-1 0 0,-1 0 1 0 0,0 0 0 0 0,1 0 0 0 0,0-1-1 0 0,-1 1 1 0 0,1-1 0 0 0,0 1 0 0 0,0-1-1 0 0,0 1 1 0 0,2 0 0 0 0,5 2-5 0 0,-7-4 10 0 0,-1 0 1 0 0,0 1-1 0 0,0-1 0 0 0,0 0 0 0 0,0 1 0 0 0,0-1 0 0 0,0 1 0 0 0,-1-1 0 0 0,1 1 0 0 0,0-1 0 0 0,0 1 1 0 0,0 0-1 0 0,0-1 0 0 0,0 1 0 0 0,-1 0 0 0 0,1 0 0 0 0,0 0 0 0 0,-1-1 0 0 0,1 1 0 0 0,-1 0 0 0 0,1 0 1 0 0,-1 0-1 0 0,1 0 0 0 0,-1 0 0 0 0,1 0 0 0 0,-1 0 0 0 0,0 0 0 0 0,1 2 0 0 0,-1 0 2 0 0,1-1-1 0 0,0 0 1 0 0,0 0-1 0 0,0 0 1 0 0,0 1-1 0 0,0-1 1 0 0,1 0-1 0 0,-1 0 1 0 0,1-1-1 0 0,-1 1 1 0 0,1 0-1 0 0,0 0 1 0 0,0-1-1 0 0,-1 1 1 0 0,1-1-1 0 0,0 0 1 0 0,0 1-1 0 0,1-1 1 0 0,-1 0-1 0 0,0 0 1 0 0,3 0-1 0 0,18 14 14 0 0,0 8-2 0 0,19 15 36 0 0,119 66-24 0 0,114 23-19 0 0,-177-86-29 0 0,-26-15 194 0 0,1-3 1 0 0,2-3 0 0 0,95 12-1 0 0,-4 0 320 0 0,120 36 99 0 0,-203-44-355 0 0,137 60 1 0 0,-176-66-125 0 0,1-2 0 0 0,52 12 0 0 0,-52-16-145 0 0,-22-5 6 0 0,-1 1 0 0 0,23 12 1 0 0,-20-9 35 0 0,-14-5 10 0 0,0 1 0 0 0,0-1 0 0 0,-1 2-1 0 0,1-1 1 0 0,-2 2 0 0 0,1-1 0 0 0,-1 1 0 0 0,8 11 0 0 0,10 8-52 0 0,-18-20 5 0 0,1 1 1 0 0,-1-1-1 0 0,-1 2 0 0 0,0-1 0 0 0,0 1 1 0 0,-1 1-1 0 0,0-1 0 0 0,-1 1 1 0 0,7 16-1 0 0,-7-6 99 0 0,-6-18-65 0 0,0-1 0 0 0,1 1 0 0 0,-1 0 0 0 0,1-1 0 0 0,0 1 0 0 0,0 0 0 0 0,0-1 0 0 0,0 1 0 0 0,1-1 1 0 0,-1 0-1 0 0,1 1 0 0 0,-1-1 0 0 0,1 0 0 0 0,0 0 0 0 0,0 0 0 0 0,0 0 0 0 0,0 0 0 0 0,0 0 0 0 0,3 2 1 0 0,51 23-102 0 0,-45-23 85 0 0,1-1-1 0 0,0 0 0 0 0,0 0 1 0 0,0-1-1 0 0,21 0 1 0 0,26 6 39 0 0,-49-13-96 0 0,136-35-3936 0 0,-144 38 4033 0 0,1 1 0 0 0,-1-1-1 0 0,1 1 1 0 0,-1-1 0 0 0,0 0 0 0 0,0 1 0 0 0,1-1-1 0 0,-1-1 1 0 0,0 1 0 0 0,-1 0 0 0 0,1 0 0 0 0,0-1-1 0 0,-1 1 1 0 0,1-1 0 0 0,-1 1 0 0 0,2-6 0 0 0,14-47 1117 0 0,-14 45-913 0 0,7-36 858 0 0,-9 36-833 0 0,2-1 0 0 0,-1 0 1 0 0,1 1-1 0 0,1 0 1 0 0,8-18-1 0 0,-2 10-30 0 0,-4 7-99 0 0,0 0-1 0 0,0-1 1 0 0,-1 1-1 0 0,-1-1 0 0 0,0 0 1 0 0,3-13-1 0 0,-6 19-110 0 0,-1-1 1 0 0,0 1-1 0 0,0 0 0 0 0,-1 0 0 0 0,1 0 1 0 0,-1-1-1 0 0,0 1 0 0 0,-1 0 0 0 0,0 0 0 0 0,0 0 1 0 0,0 1-1 0 0,-1-1 0 0 0,1 0 0 0 0,-1 1 1 0 0,-1 0-1 0 0,1 0 0 0 0,-5-5 0 0 0,-10-12 18 0 0,-1 0-1 0 0,-1 2 0 0 0,-1 0 0 0 0,-44-31 0 0 0,-114-60 111 0 0,116 75-135 0 0,-1 3 1 0 0,-1 4-1 0 0,-2 2 0 0 0,-131-34 1 0 0,192 60-15 0 0,-516-105 162 0 0,336 81-748 0 0,-251-2 0 0 0,417 28-100 0 0,1 0 0 0 0,-1 2 0 0 0,-31 7 0 0 0,46-9 263 0 0,1 1 0 0 0,-1-1 0 0 0,1 1 1 0 0,0 0-1 0 0,-1 0 0 0 0,1 1 0 0 0,0-1 0 0 0,-7 7 1 0 0,11-9 408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0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2039 1 4162 0 0,'-12'4'548'0'0,"0"-1"0"0"0,-1 0 0 0 0,1-1 0 0 0,-21 1 0 0 0,-15 3-180 0 0,-269 66 1633 0 0,246-50-1804 0 0,1 2-1 0 0,1 4 1 0 0,-103 57 0 0 0,145-67-174 0 0,1 1 0 0 0,0 2 0 0 0,2 1 0 0 0,0 0 0 0 0,-32 43 0 0 0,-43 37-1 0 0,50-59 25 0 0,-2-3-1 0 0,-2-2 1 0 0,-95 53 0 0 0,137-86-38 0 0,0 0 0 0 0,1 1-1 0 0,0 1 1 0 0,0 0 0 0 0,0 0 0 0 0,1 1 0 0 0,0 0 0 0 0,1 1 0 0 0,0 0 0 0 0,0 0 0 0 0,-8 13-1 0 0,-154 182 198 0 0,139-169-171 0 0,14-12-61 0 0,1 1 0 0 0,1 1 0 0 0,1 0 1 0 0,1 0-1 0 0,-16 49 0 0 0,7-19-6 0 0,0-9 43 0 0,15-32 3 0 0,0 1 0 0 0,1 0 0 0 0,-8 26 0 0 0,7 1-1 0 0,5-27-6 0 0,-1-1-1 0 0,-1 1 1 0 0,0-1 0 0 0,0 0-1 0 0,-12 23 1 0 0,-7 5-40 0 0,11-21-29 0 0,0 0-1 0 0,-11 33 1 0 0,20-44 36 0 0,0-1 0 0 0,1 1 0 0 0,0 0 0 0 0,0 0 0 0 0,1 0 0 0 0,1-1 0 0 0,-1 1 0 0 0,2 0 0 0 0,2 19 0 0 0,2-3 151 0 0,1 0 1 0 0,2-1-1 0 0,10 25 0 0 0,-13-37-109 0 0,1 0-1 0 0,0-1 1 0 0,1 0-1 0 0,0-1 0 0 0,1 1 1 0 0,1-1-1 0 0,-1-1 1 0 0,14 13-1 0 0,-11-16-34 0 0,1 0 0 0 0,-1-1 0 0 0,1-1 0 0 0,0 0 0 0 0,1 0 0 0 0,-1-1 1 0 0,1-1-1 0 0,-1 0 0 0 0,1 0 0 0 0,0-2 0 0 0,18 1 0 0 0,16 4 99 0 0,-2 1-65 0 0,46 8 24 0 0,140 5 1 0 0,-197-19-19 0 0,30 1-43 0 0,-1-3 1 0 0,82-11 0 0 0,-125 9 63 0 0,-1-1 0 0 0,0 0 1 0 0,0-1-1 0 0,0-1 0 0 0,-1-1 1 0 0,0-1-1 0 0,0-1 0 0 0,-1 0 0 0 0,0-1 1 0 0,0 0-1 0 0,-1-2 0 0 0,23-22 1 0 0,-23 17 81 0 0,-1-2 0 0 0,-1 0 0 0 0,0-1 0 0 0,-2 0 0 0 0,12-25 0 0 0,48-126 707 0 0,-57 134-686 0 0,46-99 198 0 0,-42 100-255 0 0,-1-2 1 0 0,-2 0-1 0 0,-2 0 0 0 0,-2-2 0 0 0,-1 1 0 0 0,8-58 1 0 0,-17 74-75 0 0,0 0 1 0 0,-1 0 0 0 0,-2 0-1 0 0,0 0 1 0 0,-2 0 0 0 0,0 0-1 0 0,-2 1 1 0 0,0-1 0 0 0,-13-31-1 0 0,7 27-134 0 0,-1 1 0 0 0,-1 1 0 0 0,-2 0 0 0 0,0 1 0 0 0,-33-39 0 0 0,43 58-194 0 0,1 1-1 0 0,-1-1 1 0 0,0 1-1 0 0,-1 0 1 0 0,1 0 0 0 0,-12-6-1 0 0,17 10 255 0 0,0 0-1 0 0,0 0 1 0 0,-1 0 0 0 0,1 0-1 0 0,0-1 1 0 0,-1 1-1 0 0,1 0 1 0 0,0 0 0 0 0,0 0-1 0 0,-1 0 1 0 0,1 0 0 0 0,0 0-1 0 0,-1 0 1 0 0,1 0-1 0 0,0 0 1 0 0,0 1 0 0 0,-1-1-1 0 0,1 0 1 0 0,0 0 0 0 0,-1 0-1 0 0,1 0 1 0 0,0 0-1 0 0,0 0 1 0 0,-1 1 0 0 0,1-1-1 0 0,0 0 1 0 0,0 0 0 0 0,-1 0-1 0 0,1 1 1 0 0,0-1-1 0 0,0 0 1 0 0,0 0 0 0 0,0 1-1 0 0,-1-1 1 0 0,1 0-1 0 0,0 0 1 0 0,0 1 0 0 0,0-1-1 0 0,0 0 1 0 0,0 0 0 0 0,0 1-1 0 0,0-1 1 0 0,0 0-1 0 0,0 1 1 0 0,-1-1 0 0 0,1 0-1 0 0,0 1 1 0 0,1-1 0 0 0,-1 0-1 0 0,0 0 1 0 0,0 1-1 0 0,0-1 1 0 0,0 0 0 0 0,0 1-1 0 0,0-1 1 0 0,0 1 0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1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1169 13 3041 0 0,'-5'-1'1374'0'0,"-58"-8"109"0"0,-45 7-1022 0 0,17 1-124 0 0,-150 1-243 0 0,220 3-41 0 0,0-1-1 0 0,1 2 1 0 0,-1 1 0 0 0,1 1 0 0 0,-35 14 0 0 0,26-8 235 0 0,-60 14 1 0 0,50-19-203 0 0,-63 3 1 0 0,96-11-57 0 0,0 1 0 0 0,0 0 1 0 0,0 1-1 0 0,0 0 0 0 0,0 0 0 0 0,0 0 1 0 0,0 0-1 0 0,1 1 0 0 0,-1 0 0 0 0,0 0 1 0 0,1 1-1 0 0,0 0 0 0 0,-1 0 0 0 0,-8 6 0 0 0,6-4 42 0 0,0 0-1 0 0,0-1 0 0 0,0 0 0 0 0,-14 4 0 0 0,16-7-60 0 0,1 1 1 0 0,0 0-1 0 0,-1 0 0 0 0,1 0 1 0 0,0 1-1 0 0,1 0 0 0 0,-1 0 1 0 0,0 0-1 0 0,1 0 0 0 0,-8 8 1 0 0,-18 34 1 0 0,29-44-11 0 0,1 1-1 0 0,-1 0 1 0 0,1 0-1 0 0,-1 0 1 0 0,1-1-1 0 0,0 1 1 0 0,0 0-1 0 0,0 0 1 0 0,0 0-1 0 0,0 0 1 0 0,1 0 0 0 0,-1 0-1 0 0,0-1 1 0 0,1 1-1 0 0,0 0 1 0 0,-1 0-1 0 0,1-1 1 0 0,0 1-1 0 0,0 0 1 0 0,0-1-1 0 0,0 1 1 0 0,0 0 0 0 0,0-1-1 0 0,0 0 1 0 0,0 1-1 0 0,3 1 1 0 0,42 39-27 0 0,-45-42 21 0 0,69 51 120 0 0,3-4 0 0 0,81 39-1 0 0,-100-59-101 0 0,1-2-1 0 0,2-3 0 0 0,108 27 1 0 0,-78-28 260 0 0,0-4 1 0 0,1-4 0 0 0,1-3 0 0 0,143-4 0 0 0,231-32 1619 0 0,35-25 173 0 0,160-2-79 0 0,-587 50-1715 0 0,128 14 1 0 0,765 54 740 0 0,-355-50-761 0 0,-452-3-133 0 0,-93-4-40 0 0,0-4 0 0 0,1-2 0 0 0,117-12 0 0 0,-54-2-7 0 0,-97 11-32 0 0,1-2 0 0 0,-1-1 1 0 0,0-1-1 0 0,0-1 0 0 0,43-15 0 0 0,11-19 53 0 0,-84 39-94 0 0,0 0 0 0 0,1 0 0 0 0,-1-1 0 0 0,0 1 0 0 0,-1 0 0 0 0,1-1 0 0 0,0 1 0 0 0,0-1 0 0 0,-1 1 0 0 0,1-1 0 0 0,-1 1 0 0 0,1-1 0 0 0,-1 1 0 0 0,1-1 0 0 0,-1 0 0 0 0,0 1 0 0 0,0-1 0 0 0,0 1 0 0 0,0-3 0 0 0,-7-35 0 0 0,2 26 1 0 0,-2 1 0 0 0,1 0 0 0 0,-2 1 1 0 0,1-1-1 0 0,-2 1 0 0 0,1 1 0 0 0,-1 0 1 0 0,-1 0-1 0 0,0 1 0 0 0,-21-16 0 0 0,15 14 7 0 0,0 1-1 0 0,-1 0 0 0 0,0 2 1 0 0,0-1-1 0 0,0 2 1 0 0,-1 1-1 0 0,0 0 0 0 0,-34-6 1 0 0,-57-18 5 0 0,-123-38 49 0 0,-3 11 1 0 0,-314-36-1 0 0,384 78-200 0 0,-1 6 0 0 0,-200 16 0 0 0,250 1-569 0 0,-136 27 0 0 0,33 24-2475 0 0,187-49 2376 0 0,-134 36-5344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8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177 491 1361 0 0,'-37'-13'2903'0'0,"25"9"-2309"0"0,0 1 0 0 0,1-1 0 0 0,0-1 1 0 0,0 0-1 0 0,0-1 0 0 0,1 0 0 0 0,-15-10 0 0 0,25 15-578 0 0,-1 0-1 0 0,0 1 0 0 0,1-1 0 0 0,-1 0 0 0 0,1 0 0 0 0,-1 1 1 0 0,1-1-1 0 0,0 0 0 0 0,-1 0 0 0 0,1 0 0 0 0,0 0 1 0 0,-1 0-1 0 0,1 1 0 0 0,0-1 0 0 0,0 0 0 0 0,0 0 0 0 0,0 0 1 0 0,0 0-1 0 0,0-1 0 0 0,-4-11 95 0 0,-5 5-70 0 0,8 8-25 0 0,-1-1-1 0 0,2 0 0 0 0,-1 1 1 0 0,0-1-1 0 0,0 0 0 0 0,0 1 1 0 0,0-1-1 0 0,0 0 1 0 0,0 0-1 0 0,1 0 0 0 0,-1 0 1 0 0,0 0-1 0 0,1 0 0 0 0,-1 0 1 0 0,1 0-1 0 0,-1 0 0 0 0,1 0 1 0 0,-1 0-1 0 0,1 0 0 0 0,0 0 1 0 0,-1 0-1 0 0,1 0 0 0 0,0 0 1 0 0,0-1-1 0 0,0 0 1 0 0,5 1 78 0 0,15 1 54 0 0,-15 0 39 0 0,-6 1-128 0 0,1-1 1 0 0,-1 1-1 0 0,0 0 0 0 0,0-1 0 0 0,0 1 0 0 0,1-1 0 0 0,-1 1 0 0 0,0-1 0 0 0,0 0 1 0 0,0 1-1 0 0,0-1 0 0 0,0 0 0 0 0,0 1 0 0 0,0-1 0 0 0,0 0 0 0 0,0 0 0 0 0,0 0 1 0 0,0 0-1 0 0,0 0 0 0 0,0 0 0 0 0,0 0 0 0 0,0 0 0 0 0,0-1 0 0 0,-1 1 0 0 0,1 0 50 0 0,-4 0 399 0 0,5 1-370 0 0,-1 0-1 0 0,1 0 1 0 0,0 1-1 0 0,0-1 1 0 0,0 0-1 0 0,0 1 1 0 0,0-1 0 0 0,0 0-1 0 0,0 1 1 0 0,0-1-1 0 0,0 0 1 0 0,1 1-1 0 0,-1-1 1 0 0,1 0 0 0 0,-1 0-1 0 0,1 1 1 0 0,-1-1-1 0 0,1 0 1 0 0,-1 0-1 0 0,2 1 1 0 0,0-1-94 0 0,0 0 0 0 0,-1 0 0 0 0,1 0 0 0 0,-1 1 0 0 0,1-1 0 0 0,-1 0 0 0 0,1 1 0 0 0,-1-1 0 0 0,0 1 0 0 0,0-1-1 0 0,1 1 1 0 0,-1-1 0 0 0,0 1 0 0 0,0 2 0 0 0,3 38 580 0 0,-3-31-554 0 0,1 0 0 0 0,0 0 0 0 0,1 0 0 0 0,0-1 0 0 0,1 1 0 0 0,0-1 0 0 0,9 17 0 0 0,6 15-167 0 0,40 84-302 0 0,-55-109 230 0 0,-4-15 169 0 0,0 0 0 0 0,1 0 0 0 0,-1 0 0 0 0,0-1 0 0 0,1 1 0 0 0,-1 0 0 0 0,1 0 0 0 0,0 0 0 0 0,-1-1 0 0 0,1 1 0 0 0,0 0 0 0 0,0-1 0 0 0,0 1 0 0 0,0-1 0 0 0,0 1 0 0 0,1-1 0 0 0,-1 0 0 0 0,0 1 0 0 0,1-1 0 0 0,-1 0 0 0 0,1 0 0 0 0,-1 0 0 0 0,1 0 0 0 0,-1 0 0 0 0,1 0 0 0 0,0 0 0 0 0,-1-1 0 0 0,1 1 0 0 0,0 0 0 0 0,2 0 0 0 0,6 1-1 0 0,0-1 0 0 0,0 0 0 0 0,0 0-1 0 0,0-1 1 0 0,0 0 0 0 0,16-2 0 0 0,-22 1-6 0 0,-1 0 0 0 0,1 0 0 0 0,-1 0 0 0 0,0 0 0 0 0,1 0 0 0 0,-1-1 0 0 0,0 0 0 0 0,0 1 0 0 0,0-1 0 0 0,0 0 0 0 0,0-1 0 0 0,0 1 0 0 0,0 0 0 0 0,-1-1 0 0 0,1 1-1 0 0,-1-1 1 0 0,0 0 0 0 0,0 0 0 0 0,0 0 0 0 0,0 0 0 0 0,0 0 0 0 0,1-5 0 0 0,5-20 161 0 0,-1-1 0 0 0,-2 0 0 0 0,0 0 0 0 0,-2 0 0 0 0,-2-1 0 0 0,0 1 0 0 0,-4-33 0 0 0,1-17 11 0 0,3 68-163 0 0,0 1 1 0 0,0-1-1 0 0,1 1 1 0 0,0 0-1 0 0,6-16 1 0 0,-4 16 12 0 0,-1 0 0 0 0,-1 0 0 0 0,1 0 0 0 0,-2 0 0 0 0,1-16 0 0 0,-2-99 226 0 0,0 124-243 0 0,1 1-1 0 0,-1-1 1 0 0,0 1 0 0 0,0-1-1 0 0,0 0 1 0 0,0 1 0 0 0,1-1-1 0 0,-1 1 1 0 0,0-1 0 0 0,0 1-1 0 0,1-1 1 0 0,-1 0-1 0 0,0 1 1 0 0,1-1 0 0 0,-1 1-1 0 0,1 0 1 0 0,-1-1 0 0 0,1 1-1 0 0,-1-1 1 0 0,1 1 0 0 0,-1 0-1 0 0,1-1 1 0 0,-1 1-1 0 0,1 0 1 0 0,0-1 0 0 0,-1 1-1 0 0,1 0 1 0 0,-1 0 0 0 0,1 0-1 0 0,0 0 1 0 0,-1 0 0 0 0,1-1-1 0 0,-1 1 1 0 0,1 0-1 0 0,0 0 1 0 0,-1 0 0 0 0,2 1-1 0 0,-2-1 4 0 0,1 0-1 0 0,-1 0 1 0 0,0 0-1 0 0,1 0 1 0 0,-1 0-1 0 0,1 0 1 0 0,-1 0-1 0 0,1 0 1 0 0,-1 0-1 0 0,1 0 0 0 0,-1 0 1 0 0,1-1-1 0 0,-1 1 1 0 0,0 0-1 0 0,1 0 1 0 0,-1 0-1 0 0,1-1 1 0 0,-1 1-1 0 0,1 0 1 0 0,-1 0-1 0 0,0-1 0 0 0,1 1 1 0 0,-1 0-1 0 0,0-1 1 0 0,1 1-1 0 0,-1 0 1 0 0,0-1-1 0 0,0 1 1 0 0,1-1-1 0 0,-1 1 1 0 0,0 0-1 0 0,0-1 1 0 0,0 1-1 0 0,1-1 0 0 0,4-1 68 0 0,32-9 152 0 0,-20 6-78 0 0,1 0-1 0 0,25-3 0 0 0,48-11 47 0 0,-87 18-535 0 0,1 0 0 0 0,-1 0 0 0 0,1-1 1 0 0,-1 1-1 0 0,1-1 0 0 0,-1 0 0 0 0,0 0 0 0 0,0 0 0 0 0,5-4 0 0 0,-4 3-721 0 0,0 0-1 0 0,0 0 1 0 0,0 0-1 0 0,0 1 1 0 0,0 0 0 0 0,7-2-1 0 0,19-3-2878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8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89 1521 0 0,'-14'4'969'0'0,"-2"0"-208"0"0,0 0 0 0 0,0-1 0 0 0,0-1 0 0 0,-1-1 0 0 0,1 0 0 0 0,-19-1 0 0 0,5-10-321 0 0,29 8-396 0 0,0-1-1 0 0,0 1 1 0 0,0 0-1 0 0,0-1 0 0 0,1 1 1 0 0,-1-1-1 0 0,1 1 1 0 0,0-1-1 0 0,-1 1 1 0 0,1-1-1 0 0,0 1 1 0 0,0-1-1 0 0,1 0 1 0 0,0-4-1 0 0,-1 4 12 0 0,0 2-52 0 0,0 0 1 0 0,0 1-1 0 0,0-1 0 0 0,0 0 0 0 0,0 1 1 0 0,1-1-1 0 0,-1 0 0 0 0,0 1 0 0 0,0-1 1 0 0,0 0-1 0 0,1 1 0 0 0,-1-1 0 0 0,0 1 1 0 0,1-1-1 0 0,-1 1 0 0 0,0-1 0 0 0,1 1 1 0 0,-1-1-1 0 0,1 1 0 0 0,-1-1 0 0 0,1 1 1 0 0,-1-1-1 0 0,1 1 0 0 0,-1 0 0 0 0,1-1 1 0 0,0 1-1 0 0,-1 0 0 0 0,1-1 0 0 0,-1 1 1 0 0,1 0-1 0 0,0 0 0 0 0,-1 0 0 0 0,1 0 1 0 0,0-1-1 0 0,-1 1 0 0 0,2 0 0 0 0,-2 0 3 0 0,1 0-1 0 0,-1 0 0 0 0,1 0 0 0 0,0 0 0 0 0,-1 0 0 0 0,1 0 1 0 0,0 0-1 0 0,-1-1 0 0 0,1 1 0 0 0,-1 0 0 0 0,1 0 1 0 0,-1-1-1 0 0,1 1 0 0 0,-1 0 0 0 0,1-1 0 0 0,-1 1 0 0 0,1 0 1 0 0,-1-1-1 0 0,1 1 0 0 0,-1-1 0 0 0,0 1 0 0 0,1-1 1 0 0,-1 1-1 0 0,1-1 0 0 0,-1 1 0 0 0,0-1 0 0 0,0 0 0 0 0,1 1 1 0 0,-1-1-1 0 0,0 1 0 0 0,0-1 0 0 0,0 0 0 0 0,0 1 1 0 0,0-1-1 0 0,0-1 0 0 0,1 2 3 0 0,-1-1-1 0 0,0 0 1 0 0,1 0 0 0 0,-1 1-1 0 0,1-1 1 0 0,-1 0 0 0 0,1 1-1 0 0,-1-1 1 0 0,1 1 0 0 0,-1-1-1 0 0,1 0 1 0 0,-1 1 0 0 0,1-1-1 0 0,0 1 1 0 0,0 0 0 0 0,-1-1-1 0 0,1 1 1 0 0,0-1 0 0 0,-1 1-1 0 0,1 0 1 0 0,0 0 0 0 0,0-1-1 0 0,0 1 1 0 0,-1 0 0 0 0,1 0-1 0 0,0 0 1 0 0,1 0 0 0 0,31-3 118 0 0,-24 3-67 0 0,-4-1-31 0 0,8-1 108 0 0,-1 1 0 0 0,0 0 0 0 0,1 0 0 0 0,-1 1 0 0 0,1 1 0 0 0,-1 0 0 0 0,0 1 0 0 0,1 0 0 0 0,16 6-1 0 0,-29-8-120 0 0,0 1-1 0 0,1-1 0 0 0,-1 0 1 0 0,1 0-1 0 0,-1 1 0 0 0,0-1 0 0 0,1 0 1 0 0,-1 1-1 0 0,0-1 0 0 0,1 0 1 0 0,-1 1-1 0 0,0-1 0 0 0,0 0 0 0 0,1 1 1 0 0,-1-1-1 0 0,0 1 0 0 0,0-1 1 0 0,0 1-1 0 0,0-1 0 0 0,0 1 0 0 0,1-1 1 0 0,-1 0-1 0 0,0 1 0 0 0,0-1 1 0 0,0 1-1 0 0,0-1 0 0 0,0 1 0 0 0,0-1 1 0 0,0 1-1 0 0,-1-1 0 0 0,1 1 1 0 0,0-1-1 0 0,0 0 0 0 0,0 1 0 0 0,0-1 1 0 0,-1 1-1 0 0,1-1 0 0 0,0 1 1 0 0,0-1-1 0 0,-1 0 0 0 0,1 1 0 0 0,0-1 1 0 0,0 0-1 0 0,-1 1 0 0 0,1-1 1 0 0,-1 0-1 0 0,1 1 0 0 0,0-1 0 0 0,-1 0 1 0 0,1 0-1 0 0,-1 0 0 0 0,1 1 1 0 0,0-1-1 0 0,-2 0 0 0 0,-15 11 214 0 0,2 4 78 0 0,14-13-282 0 0,0 0 0 0 0,-1-1 0 0 0,1 1 0 0 0,-1-1 0 0 0,1 0 0 0 0,-1 0-1 0 0,0 1 1 0 0,0-1 0 0 0,1 0 0 0 0,-1 0 0 0 0,0 0 0 0 0,0-1 0 0 0,-3 2-1 0 0,-30 10 105 0 0,26-13-105 0 0,3 0 13 0 0,1 2 164 0 0,10 1-240 0 0,33 4 28 0 0,1-1 0 0 0,72 0-1 0 0,-33-2 10 0 0,153 27 30 0 0,-227-26 186 0 0,-13-1-106 0 0,-32 5 127 0 0,-60 3 0 0 0,43-6-115 0 0,-51 3-1191 0 0,1-5 1 0 0,-183-20-1 0 0,274 16 554 0 0,-39-6-569 0 0,53 6 895 0 0,0 0-1 0 0,0 1 1 0 0,1-1-1 0 0,-1 0 1 0 0,1-1 0 0 0,-1 1-1 0 0,1 0 1 0 0,-1-1-1 0 0,1 1 1 0 0,0-1-1 0 0,0 0 1 0 0,0 0-1 0 0,0 0 1 0 0,0 0 0 0 0,0 0-1 0 0,0 0 1 0 0,-1-3-1 0 0,-2-25-5236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26 960 0 0,'-140'6'7337'0'0,"135"-6"-6817"0"0,10 1-373 0 0,15 2 158 0 0,0-1-1 0 0,0 0 0 0 0,30-3 1 0 0,-25 1 145 0 0,71-7 843 0 0,40 1-1675 0 0,-6-7-3904 0 0,-99 7 1511 0 0,-26 0-106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1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4322 0 0,'-55'6'3281'0'0,"25"-6"-2320"0"0,0 0-561 0 0,60 0 3202 0 0,0 0-2882 0 0,85 0 0 0 0,127 0 81 0 0,-1 0-1201 0 0,-120 0-2322 0 0,-37 0-1440 0 0,-23-6-2481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2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20 160 5042 0 0,'-5'5'3942'0'0,"-8"-9"-3404"0"0,11 4-135 0 0,10-2-287 0 0,-1 0 1 0 0,1 0 0 0 0,-1 0 0 0 0,0-1 0 0 0,0 0-1 0 0,9-6 1 0 0,5 0 186 0 0,159-69 1538 0 0,-178 77-1819 0 0,-1 0-1 0 0,1 0 1 0 0,0 0-1 0 0,-1 0 1 0 0,1-1 0 0 0,-1 1-1 0 0,1 0 1 0 0,-1-1 0 0 0,0 1-1 0 0,0-1 1 0 0,1 0-1 0 0,-1 1 1 0 0,0-1 0 0 0,0 0-1 0 0,0 1 1 0 0,-1-1 0 0 0,1 0-1 0 0,0 0 1 0 0,0-2-1 0 0,0-11 726 0 0,-1 15-715 0 0,0 0 0 0 0,0-1 0 0 0,0 1-1 0 0,0 0 1 0 0,0 0 0 0 0,0 0 0 0 0,0 0 0 0 0,0 0 0 0 0,0 0 0 0 0,0-1-1 0 0,0 1 1 0 0,0 0 0 0 0,0 0 0 0 0,0 0 0 0 0,0 0 0 0 0,0 0 0 0 0,0 0-1 0 0,0 0 1 0 0,-1 0 0 0 0,1-1 0 0 0,0 1 0 0 0,0 0 0 0 0,0 0 0 0 0,0 0-1 0 0,0 0 1 0 0,0 0 0 0 0,0 0 0 0 0,0 0 0 0 0,0 0 0 0 0,-1 0 0 0 0,1 0-1 0 0,0 0 1 0 0,0 0 0 0 0,0 0 0 0 0,0 0 0 0 0,0 0 0 0 0,0 0-1 0 0,0 0 1 0 0,-1 0 0 0 0,1 0 0 0 0,0 0 0 0 0,0 0 0 0 0,0 0 0 0 0,0 0-1 0 0,0 0 1 0 0,0 0 0 0 0,-1 0 0 0 0,1 0 0 0 0,0 0 0 0 0,0 0 0 0 0,0 0-1 0 0,0 0 1 0 0,0 0 0 0 0,0 0 0 0 0,0 0 0 0 0,0 0 0 0 0,-1 0 0 0 0,1 1-1 0 0,0-1 1 0 0,0 0 0 0 0,0 0 0 0 0,0 0 0 0 0,0 0 0 0 0,0 0 0 0 0,0 0-1 0 0,-9 11 169 0 0,0 0 0 0 0,1 0-1 0 0,0 0 1 0 0,1 1-1 0 0,0 1 1 0 0,1-1 0 0 0,0 1-1 0 0,-4 15 1 0 0,-3 18 123 0 0,-8 50 1 0 0,9-39-300 0 0,-8 9-90 0 0,13-35 21 0 0,5-17-42 0 0,-1 0-1 0 0,-1-1 1 0 0,0 1 0 0 0,-11 22 0 0 0,9-26-152 0 0,-14 32-485 0 0,20-41 582 0 0,-1 1 0 0 0,0 0 0 0 0,1-1 0 0 0,-1 1 0 0 0,1 0 0 0 0,-1 0 0 0 0,1-1 1 0 0,0 1-1 0 0,0 0 0 0 0,0 0 0 0 0,0 0 0 0 0,0-1 0 0 0,0 1 0 0 0,1 0 0 0 0,-1 0 0 0 0,0 0 0 0 0,1-1 0 0 0,-1 1 0 0 0,3 3 1 0 0,-2-4-12 0 0,0 0 1 0 0,0-1 0 0 0,0 1-1 0 0,0 0 1 0 0,0-1 0 0 0,0 1-1 0 0,0-1 1 0 0,1 1 0 0 0,-1-1 0 0 0,0 0-1 0 0,0 1 1 0 0,0-1 0 0 0,1 0-1 0 0,-1 0 1 0 0,0 0 0 0 0,1 0 0 0 0,-1 0-1 0 0,0 0 1 0 0,0 0 0 0 0,1 0-1 0 0,-1 0 1 0 0,0-1 0 0 0,2 0 0 0 0,52-19-4077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2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14 960 0 0,'-197'15'9818'0'0,"188"-13"-9423"0"0,-1 0 0 0 0,1 0 0 0 0,0 1 1 0 0,0 1-1 0 0,0-1 0 0 0,0 2 0 0 0,0-1 0 0 0,-12 10 0 0 0,-15 6 865 0 0,31-17-513 0 0,10-5-334 0 0,19-4-417 0 0,0 1 0 0 0,26-2 0 0 0,-2 0-250 0 0,37-17-467 0 0,-102 25 770 0 0,0 0-1 0 0,-28-2 1 0 0,-17 0-88 0 0,-59 5-3149 0 0,116-6-672 0 0,10-11 930 0 0,21-16-1845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21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2401 0 0,'0'0'2161'0'0,"-30"5"800"0"0,30 1-2080 0 0,30 8-241 0 0,-30 43 401 0 0,0-7 159 0 0,0-17-239 0 0,-30-2-401 0 0,30 1-160 0 0,-31 7-400 0 0,31 5-960 0 0,0-5-961 0 0,-30-20-400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2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62 153 560 0 0,'-55'-19'5363'0'0,"54"19"-5271"0"0,1-1 0 0 0,-1 1 0 0 0,1-1 0 0 0,-1 1 0 0 0,1-1 0 0 0,-1 0 0 0 0,1 1-1 0 0,0-1 1 0 0,-1 1 0 0 0,1-1 0 0 0,0 0 0 0 0,0 0 0 0 0,-1 1 0 0 0,1-1 0 0 0,0 0 0 0 0,0 1 0 0 0,0-1 0 0 0,0 0 0 0 0,0 0 0 0 0,0 1 0 0 0,0-1 0 0 0,0 0 0 0 0,0 0 0 0 0,0 1 0 0 0,0-1 0 0 0,1 0 0 0 0,-1 0 0 0 0,0 1 0 0 0,1-1 0 0 0,-1 0 0 0 0,0 1 0 0 0,1-1 0 0 0,-1 1 0 0 0,0-1 0 0 0,1 0 0 0 0,-1 1 0 0 0,2-2 0 0 0,12 1-27 0 0,-1-2 0 0 0,1 0 0 0 0,-1 0 0 0 0,0-2 0 0 0,0 1 0 0 0,0-2 0 0 0,13-7 0 0 0,66-23 68 0 0,19 9-39 0 0,-86 21-88 0 0,-20 6 1 0 0,0 0 73 0 0,-5 233 1721 0 0,-1-220-1741 0 0,0-1 0 0 0,0 0 0 0 0,-2 0 0 0 0,-6 24 0 0 0,5-25 93 0 0,1 1 1 0 0,0-1-1 0 0,1 1 1 0 0,-1 23-1 0 0,3-30-86 0 0,0 0 1 0 0,-1 0-1 0 0,0 0 1 0 0,0 1-1 0 0,0-1 1 0 0,0 0-1 0 0,-1 0 1 0 0,0 0-1 0 0,0-1 1 0 0,0 1-1 0 0,-1 0 1 0 0,-3 4-1 0 0,3-3-10 0 0,2-4-41 0 0,1-1 0 0 0,-1 1 0 0 0,0-1 0 0 0,0 1 0 0 0,1-1 0 0 0,-1 1 0 0 0,0-1 0 0 0,0 0 0 0 0,-1 1 0 0 0,1-1 0 0 0,0 0 0 0 0,0 0 0 0 0,0 0 0 0 0,-1 0 0 0 0,1 0 0 0 0,-1 0 0 0 0,1 0 0 0 0,-1 0 0 0 0,1-1 0 0 0,-2 2 0 0 0,-2-1 8 0 0,1 0-676 0 0,14-5-1057 0 0,9-6-572 0 0,-19-15-2281 0 0,0 14 1987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23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77 320 0 0,'30'6'2721'0'0,"0"0"161"0"0,91 7 479 0 0,175-1 1441 0 0,-25-12-3201 0 0,-89-25-2881 0 0,-31-19-2322 0 0,-37-1-1280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4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1623 2161 0 0,'-5'0'4029'0'0,"-11"0"-1895"0"0,32 0-1507 0 0,-16 0-597 0 0,0 0 0 0 0,0 0 1 0 0,0 0-1 0 0,0 0 0 0 0,-1 0 1 0 0,1-1-1 0 0,0 1 0 0 0,0 0 1 0 0,0 0-1 0 0,0 0 0 0 0,0 0 1 0 0,0 0-1 0 0,0-1 0 0 0,0 1 1 0 0,0 0-1 0 0,0 0 0 0 0,0 0 0 0 0,-1 0 1 0 0,1-1-1 0 0,0 1 0 0 0,0 0 1 0 0,0 0-1 0 0,0 0 0 0 0,0 0 1 0 0,0-1-1 0 0,0 1 0 0 0,1 0 1 0 0,-1 0-1 0 0,0 0 0 0 0,0 0 1 0 0,0-1-1 0 0,0 1 0 0 0,0 0 1 0 0,0 0-1 0 0,0 0 0 0 0,0 0 1 0 0,0 0-1 0 0,0-1 0 0 0,0 1 0 0 0,1 0 1 0 0,-1 0-1 0 0,0 0 0 0 0,0 0 1 0 0,-19 4 503 0 0,-6 1 954 0 0,24-3-861 0 0,16-1-342 0 0,-10-1 2263 0 0,9-5-2068 0 0,1-1 1 0 0,-1-1-1 0 0,-1 0 0 0 0,1-1 0 0 0,-1-1 1 0 0,-1 1-1 0 0,14-13 0 0 0,-22 17-421 0 0,-1-1 1 0 0,1 1-1 0 0,-1 0 0 0 0,1-1 0 0 0,-2 0 1 0 0,1 1-1 0 0,0-1 0 0 0,-1 0 1 0 0,2-6-1 0 0,-1 4 27 0 0,0 0-1 0 0,0 0 1 0 0,1 1 0 0 0,0-1-1 0 0,7-8 1 0 0,-1 4 40 0 0,-1 0 0 0 0,-1 0-1 0 0,0-1 1 0 0,0 1 0 0 0,-1-2 0 0 0,8-18 0 0 0,-9 21-73 0 0,0 1 0 0 0,1 0 0 0 0,1 1 0 0 0,-1 0 0 0 0,1 0 1 0 0,1 0-1 0 0,0 1 0 0 0,0 1 0 0 0,18-11 0 0 0,17-15 69 0 0,-10 3-28 0 0,-16 13-30 0 0,-1 1 0 0 0,2 1 0 0 0,0 1 0 0 0,30-16 0 0 0,-10 6 118 0 0,-2-1 0 0 0,63-55 1 0 0,-89 70-161 0 0,-4 4 11 0 0,-1 0 1 0 0,0-1-1 0 0,0 1 0 0 0,0-1 0 0 0,-1 0 0 0 0,0-1 0 0 0,0 1 0 0 0,4-9 0 0 0,-5 9-15 0 0,1 0 0 0 0,-1 1 0 0 0,1-1 0 0 0,1 1 0 0 0,-1 0 0 0 0,1 1 0 0 0,0-1-1 0 0,6-3 1 0 0,61-33 86 0 0,-28 16-36 0 0,-5-1 13 0 0,125-73 292 0 0,-103 69-295 0 0,93-43 337 0 0,-143 67-491 0 0,-1 0-1 0 0,1-1 1 0 0,-1-1-1 0 0,0 0 1 0 0,14-14-1 0 0,13-9-397 0 0,-9 4 190 0 0,8-5 74 0 0,13 7 290 0 0,-40 12 0 0 0,76-57 294 0 0,-56 40-353 0 0,-5 3 51 0 0,-16 18-30 0 0,0 0 1 0 0,-1-1-1 0 0,0 0 1 0 0,7-12-1 0 0,-10 14-15 0 0,0 0 0 0 0,0 1 0 0 0,1-1 0 0 0,0 1-1 0 0,1 0 1 0 0,0 1 0 0 0,0 0 0 0 0,0 0-1 0 0,9-5 1 0 0,-12 8-11 0 0,0 0-1 0 0,-1 1 0 0 0,1-1 1 0 0,0-1-1 0 0,-1 1 0 0 0,0 0 1 0 0,0-1-1 0 0,5-7 0 0 0,21-22 21 0 0,-22 29-16 0 0,-6 4-15 0 0,0-1 0 0 0,0 1 0 0 0,0-1 0 0 0,0 1-1 0 0,0-1 1 0 0,0 1 0 0 0,0-1 0 0 0,0 0 0 0 0,0 1 0 0 0,0-1 0 0 0,-1 0-1 0 0,1 0 1 0 0,0 1 0 0 0,-1-1 0 0 0,1 0 0 0 0,0 0 0 0 0,-1 0 0 0 0,1 0-1 0 0,-1 0 1 0 0,1 0 0 0 0,-1 0 0 0 0,0 0 0 0 0,1 0 0 0 0,-1 0-1 0 0,0-2 1 0 0,0 2-3 0 0,0 1 0 0 0,0-1 0 0 0,0 0 0 0 0,0 1 0 0 0,0-1 0 0 0,0 1 0 0 0,1-1 0 0 0,-1 0 0 0 0,0 1 0 0 0,0-1 0 0 0,0 1 0 0 0,1-1 0 0 0,-1 1 0 0 0,0-1 0 0 0,1 1 0 0 0,-1-1 0 0 0,0 1 0 0 0,1-1 0 0 0,-1 1 0 0 0,1-1 0 0 0,-1 1 0 0 0,1-1 0 0 0,-1 1 0 0 0,1 0-1 0 0,-1-1 1 0 0,1 1 0 0 0,-1 0 0 0 0,1 0 0 0 0,-1-1 0 0 0,1 1 0 0 0,-1 0 0 0 0,1 0 0 0 0,0 0 0 0 0,-1 0 0 0 0,1-1 0 0 0,-1 1 0 0 0,1 0 0 0 0,0 0 0 0 0,0 0 0 0 0,-1 0 0 0 0,1 0-1 0 0,0 0 1 0 0,-1 0 0 0 0,1 0 0 0 0,0 0 0 0 0,-1 0-1 0 0,1 0 1 0 0,-1 0 0 0 0,1-1 0 0 0,-1 1 0 0 0,1 0-1 0 0,0-1 1 0 0,-1 1 0 0 0,1 0 0 0 0,-1-1 0 0 0,1 1-1 0 0,-1 0 1 0 0,0-1 0 0 0,1 1 0 0 0,-1-1 0 0 0,1 1-1 0 0,-1-1 1 0 0,0 1 0 0 0,1-1 0 0 0,-1 1 0 0 0,0-1-1 0 0,1 0 1 0 0,-1 1 0 0 0,0-1 0 0 0,0 1 0 0 0,0-1-1 0 0,0 0 1 0 0,0 1 0 0 0,0-1 0 0 0,1 1 0 0 0,-1-1-1 0 0,-1 0 1 0 0,6-4 11 0 0,16 4 1 0 0,-16 1 52 0 0,-36 0 388 0 0,31 1-494 0 0,0 3 13 0 0,0-3-39 0 0,0 1-35 0 0,0 0 80 0 0,0 0 0 0 0,0 0 1 0 0,1 0-1 0 0,-1 0 0 0 0,0 0 1 0 0,1 0-1 0 0,-1 0 0 0 0,1-1 0 0 0,0 1 1 0 0,-1 0-1 0 0,1 0 0 0 0,0 0 1 0 0,0-1-1 0 0,0 1 0 0 0,0 0 0 0 0,1-1 1 0 0,1 3-1 0 0,9 11 14 0 0,-3 1-15 0 0,2-1 0 0 0,20 23 0 0 0,13 17-58 0 0,-23-28 111 0 0,2 0 0 0 0,0-1 0 0 0,2-2 0 0 0,0 0 0 0 0,39 26 0 0 0,-15-2-40 0 0,-7-5 45 0 0,29 20 72 0 0,118 95 1905 0 0,28 20-1880 0 0,49 113 195 0 0,-85-84-82 0 0,-154-179-206 0 0,2-1 0 0 0,0-2 0 0 0,42 28 0 0 0,-51-47 27 0 0,-13 3-36 0 0,-4-3-49 0 0,4 1 8 0 0,-5-6 15 0 0,-1 0 0 0 0,0-1 1 0 0,0 2-1 0 0,1-1 0 0 0,-1 0 1 0 0,0 0-1 0 0,0 0 0 0 0,0 0 1 0 0,0 1-1 0 0,0-1 0 0 0,-1 0 1 0 0,1 1-1 0 0,0-1 0 0 0,-1 1 1 0 0,1-1-1 0 0,-1 1 0 0 0,1-1 1 0 0,-1 1-1 0 0,0-1 0 0 0,1 1 1 0 0,-1 2-1 0 0,0-3-7 0 0,0 0 1 0 0,0 0 0 0 0,0 0-1 0 0,0 0 1 0 0,0 0-1 0 0,1 0 1 0 0,-1 0-1 0 0,0 0 1 0 0,1 0 0 0 0,-1 0-1 0 0,0 0 1 0 0,1 0-1 0 0,0 0 1 0 0,-1 0-1 0 0,1 0 1 0 0,-1 0 0 0 0,1 0-1 0 0,0 0 1 0 0,0-1-1 0 0,-1 1 1 0 0,1 0-1 0 0,0-1 1 0 0,0 1 0 0 0,0 0-1 0 0,1 0 1 0 0,9 8 11 0 0,5 20 77 0 0,-14-24-80 0 0,0-1 1 0 0,1 1-1 0 0,-1-1 1 0 0,1 0-1 0 0,0 1 1 0 0,0-1-1 0 0,3 3 1 0 0,7 5 11 0 0,0-1-1 0 0,0-1 1 0 0,1 0 0 0 0,19 11-1 0 0,2 6 48 0 0,-15-10-65 0 0,-15-11-14 0 0,-10-10-1 0 0,-8 3 112 0 0,3 0-426 0 0,0 0 1 0 0,0-1-1 0 0,0 0 1 0 0,1-1-1 0 0,-14-5 1 0 0,-158-57-6743 0 0,-31-32-4615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42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0 1281 0 0,'-52'20'3660'0'0,"24"-8"-2918"0"0,23-11-182 0 0,0-2-320 0 0,-29-5 827 0 0,0 2 0 0 0,-69 2 0 0 0,100 2-960 0 0,-1 0 0 0 0,0 1-1 0 0,1 0 1 0 0,-1 0-1 0 0,1 0 1 0 0,-1 0 0 0 0,1 1-1 0 0,0-1 1 0 0,-1 1-1 0 0,-4 3 1 0 0,-9 4 401 0 0,12-8-14 0 0,10-1 53 0 0,71 8 1518 0 0,-48-3-1217 0 0,44 1 0 0 0,495-8 1647 0 0,-344-10-1868 0 0,1 1-160 0 0,243-16 967 0 0,-416 22-1414 0 0,119-1 313 0 0,379 30 609 0 0,-529-22-870 0 0,33 4 46 0 0,19 0 17 0 0,255 7 279 0 0,-254-12-267 0 0,126 16-1 0 0,-139-11-186 0 0,175 14 254 0 0,-214-18-174 0 0,139 8 173 0 0,-9 3 174 0 0,110-7 267 0 0,-201-12-427 0 0,-92 27-3907 0 0,5 0-1938 0 0,-23 20-7175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46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1281 0 0,'0'11'2401'0'0,"0"-3"-881"0"0,-31-8-799 0 0,31-13-1602 0 0,0 1-1760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47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2001 0 0,'3'-7'1160'0'0,"-13"2"-735"0"0,-8 7-329 0 0,8 2-96 0 0,-24 9-131 0 0,25-9 10 0 0,1-1-41 0 0,3 4-732 0 0,5 5-840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74 720 0 0,'-3'1'2985'0'0,"-19"5"-2555"0"0,21-6-395 0 0,-1 1 1 0 0,1 0-1 0 0,0-1 0 0 0,-1 1 0 0 0,1-1 0 0 0,0 0 0 0 0,-1 0 0 0 0,1 1 1 0 0,-1-1-1 0 0,1 0 0 0 0,0 0 0 0 0,-1 0 0 0 0,1 0 0 0 0,-1 0 1 0 0,1-1-1 0 0,0 1 0 0 0,-3-1 0 0 0,4 0-26 0 0,1 1 0 0 0,-1 0 0 0 0,1-1-1 0 0,0 1 1 0 0,0 0 0 0 0,-1-1 0 0 0,1 1 0 0 0,0 0 0 0 0,-1 0-1 0 0,1 0 1 0 0,0-1 0 0 0,0 1 0 0 0,-1 0 0 0 0,1 0-1 0 0,0 0 1 0 0,0 0 0 0 0,0 1 0 0 0,-1-1 0 0 0,1 0 0 0 0,0 0-1 0 0,1 1 1 0 0,-22-6 71 0 0,15 3 14 0 0,5 1 39 0 0,0-2-40 0 0,-2-6-1 0 0,3 0-23 0 0,25-5-69 0 0,-16-5 240 0 0,6 19-50 0 0,-32 0-47 0 0,11 0-9 0 0,5-2-41 0 0,0-3-13 0 0,0-6 3218 0 0,0 40-2569 0 0,0 48-834 0 0,0-76 108 0 0,0 0 0 0 0,0 0 1 0 0,-1 0-1 0 0,1 0 0 0 0,0 0 1 0 0,0 0-1 0 0,-1 0 0 0 0,1 0 1 0 0,-1-1-1 0 0,1 1 0 0 0,-1 0 1 0 0,1 0-1 0 0,-1 0 1 0 0,1-1-1 0 0,-1 1 0 0 0,0 0 1 0 0,1 0-1 0 0,-1-1 0 0 0,0 1 1 0 0,0-1-1 0 0,1 1 0 0 0,-1 0 1 0 0,0-1-1 0 0,0 0 0 0 0,0 1 1 0 0,-1 0-1 0 0,-7 4 53 0 0,7-3-44 0 0,-18 22 130 0 0,20-23-139 0 0,0-1 0 0 0,0 1 0 0 0,0-1 0 0 0,0 1 0 0 0,0-1-1 0 0,0 1 1 0 0,0-1 0 0 0,1 1 0 0 0,-1-1 0 0 0,0 1 0 0 0,0-1 0 0 0,1 0-1 0 0,-1 1 1 0 0,0-1 0 0 0,0 1 0 0 0,1-1 0 0 0,-1 0 0 0 0,1 1-1 0 0,-1-1 1 0 0,0 0 0 0 0,1 1 0 0 0,-1-1 0 0 0,1 0 0 0 0,-1 0-1 0 0,0 1 1 0 0,1-1 0 0 0,-1 0 0 0 0,1 0 0 0 0,-1 0 0 0 0,1 0 0 0 0,-1 0-1 0 0,1 0 1 0 0,-1 0 0 0 0,2 0 0 0 0,-2 1 21 0 0,1-1 1 0 0,-1 1-1 0 0,1-1 1 0 0,-1 1-1 0 0,1-1 0 0 0,-1 1 1 0 0,1 0-1 0 0,-1-1 1 0 0,1 1-1 0 0,-1-1 1 0 0,0 1-1 0 0,0 0 0 0 0,1-1 1 0 0,-1 1-1 0 0,0 0 1 0 0,0 0-1 0 0,0-1 1 0 0,1 1-1 0 0,-1 0 0 0 0,0-1 1 0 0,0 1-1 0 0,0 0 1 0 0,0 0-1 0 0,0-1 1 0 0,-1 1-1 0 0,1 0 0 0 0,0-1 1 0 0,0 1-1 0 0,0 0 1 0 0,-1 0-1 0 0,1 0-1 0 0,-1 1 1 0 0,1-1-1 0 0,0 0 0 0 0,0 0 0 0 0,0 0 0 0 0,0 0 0 0 0,0 0 1 0 0,0 1-1 0 0,0-1 0 0 0,0 0 0 0 0,0 0 0 0 0,0 0 1 0 0,1 0-1 0 0,-1 0 0 0 0,0 0 0 0 0,1 0 0 0 0,-1 0 0 0 0,1 1 1 0 0,-1-1-1 0 0,1-1 0 0 0,1 3 0 0 0,0-1-3 0 0,0-1 0 0 0,0 1 1 0 0,-1 0-1 0 0,1 0 0 0 0,0 0 0 0 0,-1 0 0 0 0,1 0 0 0 0,-1 1 0 0 0,0-1 0 0 0,1 0 1 0 0,-1 1-1 0 0,0-1 0 0 0,-1 1 0 0 0,2 2 0 0 0,1 47 265 0 0,-3-50-285 0 0,0 65 307 0 0,0-66-303 0 0,0-1-1 0 0,0 1 1 0 0,0-1-1 0 0,0 1 1 0 0,0 0 0 0 0,0-1-1 0 0,1 1 1 0 0,-1-1 0 0 0,0 1-1 0 0,0-1 1 0 0,1 1 0 0 0,-1-1-1 0 0,0 1 1 0 0,0 0-1 0 0,1-1 1 0 0,-1 0 0 0 0,1 1-1 0 0,-1-1 1 0 0,1 1 0 0 0,-1-1-1 0 0,0 1 1 0 0,1-1 0 0 0,-1 0-1 0 0,1 1 1 0 0,0-1-1 0 0,-1 0 1 0 0,1 0 0 0 0,-1 1-1 0 0,1-1 1 0 0,-1 0 0 0 0,1 0-1 0 0,0 0 1 0 0,-1 0 0 0 0,2 0-1 0 0,-2 0 1 0 0,1 1 0 0 0,0-1 0 0 0,0 0 0 0 0,-1 0 0 0 0,1 0 0 0 0,0 1 0 0 0,0-1 0 0 0,-1 0 0 0 0,1 1 0 0 0,0-1 0 0 0,-1 0 0 0 0,1 1 0 0 0,0-1 0 0 0,-1 1 0 0 0,1-1 0 0 0,-1 1 0 0 0,1 0 0 0 0,-1-1 0 0 0,1 1 0 0 0,-1-1 0 0 0,1 1 0 0 0,-1 0 0 0 0,0 0 0 0 0,1-1 0 0 0,-1 1 0 0 0,0 0 0 0 0,1-1 0 0 0,-1 1 0 0 0,0 0 0 0 0,0 0 0 0 0,0 0 0 0 0,0-1 0 0 0,0 1 0 0 0,0 2 0 0 0,0 4 87 0 0,-1-5-77 0 0,1 0 0 0 0,0 0 1 0 0,-1 0-1 0 0,1 0 0 0 0,0 0 1 0 0,0 0-1 0 0,1 0 0 0 0,-1 1 1 0 0,0-1-1 0 0,1 0 0 0 0,-1 0 1 0 0,1 0-1 0 0,-1-1 0 0 0,1 1 1 0 0,2 4-1 0 0,0-4-8 0 0,-1-1 42 0 0,0 1 0 0 0,-1-1 0 0 0,1 0 1 0 0,-1 1-1 0 0,1-1 0 0 0,-1 1 0 0 0,1 0 0 0 0,-1-1 1 0 0,0 1-1 0 0,0 0 0 0 0,1 0 0 0 0,-1 0 0 0 0,-1 0 1 0 0,1 0-1 0 0,0 0 0 0 0,0 0 0 0 0,-1 0 0 0 0,1 0 1 0 0,-1 0-1 0 0,0 0 0 0 0,0 0 0 0 0,0 1 0 0 0,0-1 1 0 0,0 0-1 0 0,0 0 0 0 0,-1 3 0 0 0,1-3-22 0 0,0-1-1 0 0,0 0 1 0 0,1 1 0 0 0,-1-1-1 0 0,0 0 1 0 0,1 1 0 0 0,-1-1-1 0 0,1 0 1 0 0,-1 1 0 0 0,1-1-1 0 0,-1 0 1 0 0,1 0 0 0 0,0 0 0 0 0,0 1-1 0 0,-1-1 1 0 0,1 0 0 0 0,0 0-1 0 0,0 0 1 0 0,0 0 0 0 0,2 1-1 0 0,-1-1-19 0 0,-1 0 0 0 0,0 0 0 0 0,0 0-1 0 0,1 0 1 0 0,-1 0 0 0 0,0 1 0 0 0,0-1 0 0 0,0 0 0 0 0,-1 1-1 0 0,1-1 1 0 0,0 0 0 0 0,0 1 0 0 0,-1-1 0 0 0,1 1-1 0 0,-1-1 1 0 0,1 1 0 0 0,-1 0 0 0 0,0-1 0 0 0,0 1-1 0 0,0-1 1 0 0,0 3 0 0 0,0-1-3 0 0,-1 0-1 0 0,1 0 1 0 0,0 0 0 0 0,0 0-1 0 0,0 0 1 0 0,0 0 0 0 0,0 0-1 0 0,1 0 1 0 0,-1 0 0 0 0,1 0-1 0 0,0 0 1 0 0,0 0 0 0 0,0-1-1 0 0,0 1 1 0 0,0 0 0 0 0,1 0-1 0 0,-1-1 1 0 0,1 1 0 0 0,0-1-1 0 0,0 1 1 0 0,0-1 0 0 0,0 0-1 0 0,0 0 1 0 0,3 2 0 0 0,-4 0 9 0 0,0-1 1 0 0,1 1 0 0 0,-1-1 0 0 0,0 1-1 0 0,-1 0 1 0 0,1-1 0 0 0,-1 1-1 0 0,1 0 1 0 0,-1-1 0 0 0,0 1 0 0 0,0 0-1 0 0,-1 0 1 0 0,0 5 0 0 0,0 5-4 0 0,1 476 938 0 0,0-485-934 0 0,0 0 1 0 0,1-1 0 0 0,0 1 0 0 0,0-1-1 0 0,0 1 1 0 0,1-1 0 0 0,-1 1 0 0 0,1-1 0 0 0,3 6-1 0 0,-2-6-5 0 0,-1 1-1 0 0,0-1 1 0 0,0 1 0 0 0,-1 0-1 0 0,1 0 1 0 0,-1-1-1 0 0,0 1 1 0 0,0 0-1 0 0,0 8 1 0 0,-1 102-128 0 0,0-114 122 0 0,1 0 0 0 0,-1 1 0 0 0,1-1-1 0 0,-1 0 1 0 0,1 0 0 0 0,0 1 0 0 0,-1-1 0 0 0,1 0 0 0 0,0 0 0 0 0,0 0 0 0 0,0 0-1 0 0,0 0 1 0 0,0 0 0 0 0,0 0 0 0 0,0 0 0 0 0,0 0 0 0 0,1-1 0 0 0,-1 1-1 0 0,2 0 1 0 0,3 4 14 0 0,-5-3-15 0 0,0 0 0 0 0,0-1 0 0 0,-1 1 0 0 0,1 0 0 0 0,0 0-1 0 0,-1 0 1 0 0,1 0 0 0 0,-1 0 0 0 0,0 0 0 0 0,0 0 0 0 0,0 0-1 0 0,0 0 1 0 0,0 1 0 0 0,0-1 0 0 0,-1 3 0 0 0,1-3 4 0 0,-1 0 0 0 0,1 1 0 0 0,0-1 0 0 0,0 0 0 0 0,0 0 0 0 0,0 0 0 0 0,0 0 0 0 0,0 0 0 0 0,0 0 0 0 0,1 0 0 0 0,-1 0 0 0 0,1 0 0 0 0,0 0 0 0 0,-1 0 0 0 0,3 3 0 0 0,5 4 29 0 0,-6-7-28 0 0,-1 0 1 0 0,1 0-1 0 0,-1-1 1 0 0,1 2 0 0 0,-1-1-1 0 0,0 0 1 0 0,0 0 0 0 0,1 0-1 0 0,-2 0 1 0 0,1 1 0 0 0,0-1-1 0 0,0 1 1 0 0,-1-1 0 0 0,1 0-1 0 0,-1 1 1 0 0,0-1 0 0 0,0 1-1 0 0,0 4 1 0 0,0 109 606 0 0,0-115-611 0 0,-1 0-1 0 0,0 0 0 0 0,1-1 0 0 0,-1 1 1 0 0,0 0-1 0 0,0 0 0 0 0,0-1 0 0 0,0 1 1 0 0,1 0-1 0 0,-1-1 0 0 0,0 1 0 0 0,0-1 1 0 0,0 0-1 0 0,0 1 0 0 0,0-1 0 0 0,0 0 0 0 0,0 1 1 0 0,0-1-1 0 0,0 0 0 0 0,-1 0 0 0 0,1 0 1 0 0,-1 0-1 0 0,-6 2 157 0 0,8-2-104 0 0,0-10-2522 0 0,0-4 938 0 0,1 8 592 0 0,-1-1 1 0 0,0 1-1 0 0,0 0 0 0 0,-1 0 1 0 0,1 0-1 0 0,-1 0 1 0 0,-3-8-1 0 0,-21-34-3784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51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99 80 0 0,'-3'-15'5308'0'0,"-10"11"-3572"0"0,13 4-1725 0 0,-1 0 1 0 0,1 0 0 0 0,-1 0-1 0 0,1 0 1 0 0,-1 0-1 0 0,1 0 1 0 0,-1 0 0 0 0,1 0-1 0 0,-1 0 1 0 0,1 0 0 0 0,-1 0-1 0 0,1 0 1 0 0,-1 0-1 0 0,1-1 1 0 0,-1 1 0 0 0,1 0-1 0 0,0 0 1 0 0,-1-1 0 0 0,1 1-1 0 0,-1 0 1 0 0,1 0-1 0 0,0-1 1 0 0,-1 1 0 0 0,1-1-1 0 0,-1 1 1 0 0,1 0 0 0 0,0-1-1 0 0,0 1 1 0 0,-1-1 0 0 0,1 1-1 0 0,0-1 1 0 0,0 1-1 0 0,-1-1 1 0 0,1 1 0 0 0,0-1-1 0 0,0 1 1 0 0,0-1 0 0 0,0 1-1 0 0,0-1 1 0 0,0 1-1 0 0,0-1 1 0 0,0 1 0 0 0,0-1-1 0 0,0 1 1 0 0,0-1 0 0 0,0 0-1 0 0,-4 0 69 0 0,-1 0 0 0 0,0 0 0 0 0,1 0 0 0 0,-1 0 0 0 0,0 1 0 0 0,0 0 0 0 0,0 0 0 0 0,1 0 1 0 0,-9 1-1 0 0,7 2-46 0 0,0-1 0 0 0,1 1 1 0 0,-1 0-1 0 0,1 1 1 0 0,-1-1-1 0 0,1 1 1 0 0,0 0-1 0 0,1 0 0 0 0,-1 0 1 0 0,1 1-1 0 0,0 0 1 0 0,0 0-1 0 0,-4 6 1 0 0,-10 10 136 0 0,18-21-164 0 0,0 1 0 0 0,-1-1 0 0 0,1 1-1 0 0,-1-1 1 0 0,1 1 0 0 0,0-1 0 0 0,-1 1 0 0 0,1-1-1 0 0,0 1 1 0 0,0-1 0 0 0,-1 1 0 0 0,1-1-1 0 0,0 1 1 0 0,0 0 0 0 0,0-1 0 0 0,0 1 0 0 0,0-1-1 0 0,0 1 1 0 0,0 0 0 0 0,0-1 0 0 0,0 1 0 0 0,0-1-1 0 0,0 1 1 0 0,0 0 0 0 0,0-1 0 0 0,0 1 0 0 0,0-1-1 0 0,1 1 1 0 0,-1 0 0 0 0,0-1 0 0 0,1 1 0 0 0,-1-1-1 0 0,0 1 1 0 0,1-1 0 0 0,-1 1 0 0 0,0-1 0 0 0,1 0-1 0 0,-1 1 1 0 0,1-1 0 0 0,-1 1 0 0 0,1-1-1 0 0,-1 0 1 0 0,1 1 0 0 0,-1-1 0 0 0,1 0 0 0 0,-1 0-1 0 0,1 1 1 0 0,0-1 0 0 0,-1 0 0 0 0,1 0 0 0 0,-1 0-1 0 0,1 0 1 0 0,0 0 0 0 0,0 0 0 0 0,0 1-3 0 0,0-1 1 0 0,0 0-1 0 0,0 1 1 0 0,0-1-1 0 0,0 0 0 0 0,-1 1 1 0 0,1-1-1 0 0,0 1 1 0 0,0 0-1 0 0,-1-1 1 0 0,1 1-1 0 0,0 0 1 0 0,-1-1-1 0 0,1 1 0 0 0,0 0 1 0 0,-1-1-1 0 0,1 1 1 0 0,-1 0-1 0 0,1 0 1 0 0,0 1-1 0 0,-1-1-3 0 0,0 1-1 0 0,0-1 1 0 0,1 0-1 0 0,-1 0 1 0 0,1 0-1 0 0,-1 0 1 0 0,1 1-1 0 0,0-1 1 0 0,-1 0-1 0 0,1 0 1 0 0,0 0-1 0 0,0 0 0 0 0,-1 0 1 0 0,1-1-1 0 0,0 1 1 0 0,0 0-1 0 0,0 0 1 0 0,0-1-1 0 0,0 1 1 0 0,0 0-1 0 0,1-1 1 0 0,-1 1-1 0 0,0-1 1 0 0,0 1-1 0 0,0-1 1 0 0,0 0-1 0 0,1 0 1 0 0,-1 1-1 0 0,2-1 1 0 0,5 3 11 0 0,29 10 37 0 0,-12-5-26 0 0,1 2 0 0 0,-1 0 0 0 0,29 19 0 0 0,-49-27-18 0 0,0 1-1 0 0,0 0 1 0 0,-1 0-1 0 0,1 1 1 0 0,-1-1-1 0 0,0 1 1 0 0,0 0-1 0 0,-1 0 1 0 0,1 1-1 0 0,-1-1 0 0 0,0 1 1 0 0,0-1-1 0 0,0 1 1 0 0,-1 0-1 0 0,0 0 1 0 0,1 0-1 0 0,-2 1 1 0 0,1-1-1 0 0,-1 0 1 0 0,0 1-1 0 0,1 10 1 0 0,-2-15-4 0 0,0 0 1 0 0,0 0-1 0 0,-1 0 1 0 0,1 0 0 0 0,0 0-1 0 0,-1 0 1 0 0,1 0-1 0 0,-1 1 1 0 0,1-1-1 0 0,-1-1 1 0 0,1 1-1 0 0,-1 0 1 0 0,0 0-1 0 0,1 0 1 0 0,-1 0 0 0 0,0 0-1 0 0,0-1 1 0 0,0 1-1 0 0,0 0 1 0 0,0-1-1 0 0,0 1 1 0 0,0 0-1 0 0,0-1 1 0 0,0 1 0 0 0,-2 0-1 0 0,-33 8 25 0 0,31-8-25 0 0,-50 11 12 0 0,49-10 27 0 0,7-6-42 0 0,-1 1-1 0 0,0 0 1 0 0,1-1 0 0 0,-1 1 0 0 0,1 0-1 0 0,0 0 1 0 0,0 0 0 0 0,0 0-1 0 0,0 0 1 0 0,1 0 0 0 0,-1 0 0 0 0,4-5-1 0 0,-3 6 2 0 0,0-1 1 0 0,0 0-1 0 0,-1 0 0 0 0,1 0 0 0 0,-1 0 0 0 0,0-1 1 0 0,0 1-1 0 0,0 0 0 0 0,0-1 0 0 0,0 1 0 0 0,-1 0 1 0 0,1-7-1 0 0,-1-152 388 0 0,0 158-378 0 0,0 0 0 0 0,0 0 0 0 0,0 0-1 0 0,-1 0 1 0 0,1 0 0 0 0,-1 0 0 0 0,0 0 0 0 0,0 0 0 0 0,-1 1 0 0 0,1-1 0 0 0,-1 0 0 0 0,1 1 0 0 0,-1-1 0 0 0,0 1 0 0 0,-1 0 0 0 0,1-1 0 0 0,0 1 0 0 0,-1 0-1 0 0,0 0 1 0 0,0 1 0 0 0,0-1 0 0 0,0 0 0 0 0,0 1 0 0 0,0 0 0 0 0,-5-2 0 0 0,-33-30 79 0 0,-14-13 165 0 0,54 47-246 0 0,1-1-1 0 0,-1 1 0 0 0,1-1 0 0 0,-1 1 1 0 0,1 0-1 0 0,-1-1 0 0 0,0 1 0 0 0,1 0 1 0 0,-1-1-1 0 0,0 1 0 0 0,1 0 0 0 0,-1 0 1 0 0,0 0-1 0 0,1-1 0 0 0,-1 1 0 0 0,0 0 1 0 0,1 0-1 0 0,-1 0 0 0 0,0 0 0 0 0,1 0 1 0 0,-1 1-1 0 0,0-1 0 0 0,1 0 0 0 0,-1 0 1 0 0,0 0-1 0 0,1 0 0 0 0,-1 1 0 0 0,0-1 1 0 0,1 0-1 0 0,-1 1 0 0 0,1-1 1 0 0,-1 0-1 0 0,1 1 0 0 0,-1-1 0 0 0,1 1 1 0 0,-1-1-1 0 0,1 1 0 0 0,-1-1 0 0 0,1 1 1 0 0,-1-1-1 0 0,1 1 0 0 0,0 0 0 0 0,-1-1 1 0 0,1 1-1 0 0,0-1 0 0 0,0 1 0 0 0,-1 0 1 0 0,1 0-1 0 0,-1 2-168 0 0,0 0 0 0 0,0 0 0 0 0,0 1-1 0 0,1-1 1 0 0,-1 0 0 0 0,1 0 0 0 0,0 0 0 0 0,0 1 0 0 0,0-1 0 0 0,0 0 0 0 0,0 0 0 0 0,2 4-1 0 0,23 65-3812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5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39 1361 0 0,'0'0'1707'0'0,"0"0"-1670"0"0,0 0-1 0 0,0 0 1 0 0,0 0-1 0 0,0-1 1 0 0,0 1 0 0 0,0 0-1 0 0,0 0 1 0 0,0 0-1 0 0,0 0 1 0 0,1 0 0 0 0,-1 0-1 0 0,0-1 1 0 0,0 1-1 0 0,0 0 1 0 0,0 0-1 0 0,0 0 1 0 0,0 0 0 0 0,0 0-1 0 0,0 0 1 0 0,0-1-1 0 0,0 1 1 0 0,0 0 0 0 0,0 0-1 0 0,0 0 1 0 0,0 0-1 0 0,0 0 1 0 0,0-1 0 0 0,-1 1-1 0 0,1 0 1 0 0,0 0-1 0 0,0 0 1 0 0,0 0-1 0 0,0 0 1 0 0,0 0 0 0 0,0 0-1 0 0,0-1 1 0 0,0 1-1 0 0,0 0 1 0 0,0 0 0 0 0,-1 0-1 0 0,1 0 1 0 0,0 0-1 0 0,0 0 1 0 0,0 0 0 0 0,0 0-1 0 0,0 0 1 0 0,0 0-1 0 0,-1 0 1 0 0,1 0-1 0 0,0-1 1 0 0,0 1 0 0 0,0 0-1 0 0,0 0 1 0 0,0 0-1 0 0,0 0 1 0 0,-1 0 0 0 0,1 0-1 0 0,0 0 1 0 0,0 0-1 0 0,0 1 1 0 0,0-1 0 0 0,0 0-1 0 0,-1 0 1 0 0,1 0-1 0 0,0 0 1 0 0,0 0-1 0 0,0 0 1 0 0,0 0 0 0 0,0 0-1 0 0,-16-1 765 0 0,11 1-294 0 0,-30-8-1 0 0,12 1-404 0 0,21 4-83 0 0,-23 2 101 0 0,20 0-54 0 0,5-4-39 0 0,5 3 26 0 0,15 2-53 0 0,45-6-600 0 0,-65 7 640 0 0,0 0-44 0 0,0 0-1 0 0,0 0 1 0 0,0-1-1 0 0,0 1 1 0 0,0 0-1 0 0,0 0 1 0 0,0-1-1 0 0,0 1 1 0 0,0 0-1 0 0,0 0 1 0 0,0-1-1 0 0,1 1 1 0 0,-1 0 0 0 0,0-1-1 0 0,0 1 1 0 0,1 0-1 0 0,-1-1 1 0 0,0 1-1 0 0,1 0 1 0 0,-1-1-1 0 0,1 1 1 0 0,-1-1-1 0 0,1 1 1 0 0,-1-1-1 0 0,1 1 1 0 0,-1-1 0 0 0,1 1-1 0 0,0-1 1 0 0,-1 1-1 0 0,1-1 1 0 0,0 0-1 0 0,-1 1 1 0 0,1-1-1 0 0,0 0 1 0 0,-1 0-1 0 0,1 1 1 0 0,0-1-1 0 0,0 0 1 0 0,0 0-4 0 0,-1 0 1 0 0,1 0-1 0 0,-1 0 0 0 0,0 0 0 0 0,1 0 1 0 0,-1 0-1 0 0,0 0 0 0 0,1 0 1 0 0,-1 1-1 0 0,0-1 0 0 0,1 0 0 0 0,-1 0 1 0 0,0 0-1 0 0,1 0 0 0 0,-1 1 1 0 0,0-1-1 0 0,1 0 0 0 0,-1 0 1 0 0,0 1-1 0 0,0-1 0 0 0,1 0 0 0 0,-1 0 1 0 0,0 1-1 0 0,0-1 0 0 0,1 0 1 0 0,-1 1-1 0 0,0-1 0 0 0,0 0 0 0 0,0 1 1 0 0,0-1-1 0 0,0 0 0 0 0,0 1 1 0 0,1-1-1 0 0,-1 0 0 0 0,0 1 1 0 0,0-1-1 0 0,0 1 0 0 0,5 1-245 0 0,80 28-2175 0 0,-29-11-293 0 0,-56-19 2698 0 0,0 1 0 0 0,1-1 0 0 0,-1 0 0 0 0,0 0 0 0 0,1 1 0 0 0,-1-1 0 0 0,0 0 0 0 0,1 0 0 0 0,-1 1 0 0 0,0-1 1 0 0,0 0-1 0 0,1 1 0 0 0,-1-1 0 0 0,0 1 0 0 0,0-1 0 0 0,0 0 0 0 0,1 1 0 0 0,-1-1 0 0 0,0 1 0 0 0,0-1 0 0 0,0 0 0 0 0,0 1 1 0 0,0-1-1 0 0,0 1 0 0 0,0-1 0 0 0,0 1 0 0 0,0-1 0 0 0,0 1 0 0 0,0-1 0 0 0,0 0 0 0 0,0 1 0 0 0,0-1 0 0 0,0 1 0 0 0,-1 0 1 0 0,1-1 17 0 0,0 0 1 0 0,0 1 0 0 0,0-1-1 0 0,-1 0 1 0 0,1 1 0 0 0,0-1-1 0 0,0 0 1 0 0,0 1 0 0 0,0-1 0 0 0,0 1-1 0 0,0-1 1 0 0,0 0 0 0 0,0 1-1 0 0,0-1 1 0 0,0 1 0 0 0,0-1 0 0 0,0 0-1 0 0,1 1 1 0 0,-1-1 0 0 0,0 0-1 0 0,0 1 1 0 0,0-1 0 0 0,0 0 0 0 0,1 1-1 0 0,-1-1 1 0 0,0 0 0 0 0,0 1-1 0 0,1-1 1 0 0,-1 0 0 0 0,0 1-1 0 0,0-1 1 0 0,1 0 0 0 0,-1 0 0 0 0,0 0-1 0 0,1 1 1 0 0,-1-1 0 0 0,0 0-1 0 0,1 0 1 0 0,0 0 0 0 0,19 6 244 0 0,-15-5 694 0 0,-10-1-361 0 0,-51 6 2776 0 0,56-10-2651 0 0,0 4-672 0 0,1 0 1 0 0,-1 0-1 0 0,0-1 0 0 0,0 1 0 0 0,0 0 1 0 0,0 0-1 0 0,0-1 0 0 0,0 1 1 0 0,0 0-1 0 0,0-1 0 0 0,0 1 0 0 0,0 0 1 0 0,0 0-1 0 0,0-1 0 0 0,0 1 1 0 0,0 0-1 0 0,0-1 0 0 0,0 1 0 0 0,0 0 1 0 0,0 0-1 0 0,0-1 0 0 0,0 1 1 0 0,0 0-1 0 0,0-1 0 0 0,-1 1 0 0 0,1 0 1 0 0,0 0-1 0 0,0 0 0 0 0,0-1 1 0 0,0 1-1 0 0,-1 0 0 0 0,1 0 0 0 0,0 0 1 0 0,0-1-1 0 0,-1 1 0 0 0,1 0 1 0 0,0 0-1 0 0,0 0 0 0 0,-1 0 0 0 0,1 0 1 0 0,0-1-1 0 0,0 1 0 0 0,-1 0 1 0 0,1 0-1 0 0,-1 0 0 0 0,-19 0 147 0 0,15-5 84 0 0,0-3-193 0 0,0 6-34 0 0,4 1-28 0 0,0 1-1 0 0,-1 0 1 0 0,1-1 0 0 0,0 1 0 0 0,0-1 0 0 0,0 1 0 0 0,0-1 0 0 0,1 0-1 0 0,-1 1 1 0 0,0-1 0 0 0,0 0 0 0 0,0 0 0 0 0,0 1 0 0 0,1-1-1 0 0,-1 0 1 0 0,0 0 0 0 0,1 0 0 0 0,-1 0 0 0 0,1 0 0 0 0,-1 0 0 0 0,1 0-1 0 0,-1 0 1 0 0,1 0 0 0 0,0 0 0 0 0,-1 0 0 0 0,1-2 0 0 0,0 2-2 0 0,0 0-1 0 0,0 1 1 0 0,0-1 0 0 0,0 0 0 0 0,0 0 0 0 0,0 1 0 0 0,0-1 0 0 0,-1 0 0 0 0,1 0 0 0 0,0 1-1 0 0,-1-1 1 0 0,1 0 0 0 0,0 0 0 0 0,-1 1 0 0 0,1-1 0 0 0,-1 0 0 0 0,1 1 0 0 0,-1-1 0 0 0,1 1-1 0 0,-1-1 1 0 0,1 1 0 0 0,-1-1 0 0 0,1 1 0 0 0,-1-1 0 0 0,0 1 0 0 0,1-1 0 0 0,-1 1 0 0 0,0 0 0 0 0,-1-1-1 0 0,1 1 2 0 0,0-1-1 0 0,0 1 1 0 0,0-1 0 0 0,0 0-1 0 0,0 1 1 0 0,0-1-1 0 0,0 0 1 0 0,0 0-1 0 0,0 1 1 0 0,0-1-1 0 0,1 0 1 0 0,-1 0-1 0 0,0 0 1 0 0,1 0-1 0 0,-1 0 1 0 0,0 0 0 0 0,1 0-1 0 0,-1 0 1 0 0,1 0-1 0 0,0 0 1 0 0,-1 0-1 0 0,1-1 1 0 0,0 1-1 0 0,0 0 1 0 0,-1 0-1 0 0,1 0 1 0 0,0 0-1 0 0,0-1 1 0 0,0 1-1 0 0,1-1 1 0 0,-1 1 146 0 0,0 44 813 0 0,3-24-839 0 0,8-16 54 0 0,10 1-71 0 0,-18-2-100 0 0,0 0 0 0 0,0 0 0 0 0,0-1 0 0 0,0 0 0 0 0,0 1 0 0 0,0-1 0 0 0,0 0 0 0 0,1 0-1 0 0,-1-1 1 0 0,0 1 0 0 0,6 0 0 0 0,8 3 43 0 0,10 6 33 0 0,52 11 0 0 0,17 6 80 0 0,-50-13-31 0 0,-35-11-88 0 0,0 0-1 0 0,-1 0 1 0 0,0 1 0 0 0,1 1 0 0 0,10 6-1 0 0,-19-8-26 0 0,-1 0 0 0 0,0-1-1 0 0,0 1 1 0 0,0 0-1 0 0,-1-1 1 0 0,1 1-1 0 0,-1 0 1 0 0,1 0 0 0 0,-1 0-1 0 0,0 0 1 0 0,0 0-1 0 0,0-1 1 0 0,-1 1-1 0 0,0 4 1 0 0,0 0 36 0 0,1-5-30 0 0,-1 1 0 0 0,1-1 1 0 0,0 1-1 0 0,0-1 0 0 0,0 1 0 0 0,0 0 1 0 0,0-1-1 0 0,1 1 0 0 0,-1-1 0 0 0,1 1 1 0 0,-1-1-1 0 0,1 1 0 0 0,0-1 0 0 0,0 0 1 0 0,0 1-1 0 0,0-1 0 0 0,0 0 0 0 0,1 0 1 0 0,-1 1-1 0 0,1-1 0 0 0,0 0 0 0 0,-1 0 1 0 0,1-1-1 0 0,0 1 0 0 0,0 0 0 0 0,3 1 1 0 0,35 46 179 0 0,-20-28-119 0 0,-12-11-46 0 0,0-1 0 0 0,1 0 0 0 0,1 0-1 0 0,-1-1 1 0 0,2 0 0 0 0,-1 0 0 0 0,16 7 0 0 0,-32-15-177 0 0,-2-1-116 0 0,22-2-196 0 0,-14 3 359 0 0,0 0-1 0 0,0 0 0 0 0,1 0 1 0 0,-1 0-1 0 0,0 0 0 0 0,0 0 1 0 0,1 0-1 0 0,-1 0 0 0 0,0 0 0 0 0,0 0 1 0 0,1 1-1 0 0,-1-1 0 0 0,0 0 1 0 0,0 0-1 0 0,1 0 0 0 0,-1 0 1 0 0,0 1-1 0 0,0-1 0 0 0,0 0 1 0 0,1 0-1 0 0,-1 1 0 0 0,0-1 1 0 0,0 0-1 0 0,0 0 0 0 0,0 0 1 0 0,0 1-1 0 0,0-1 0 0 0,1 0 0 0 0,-1 1 1 0 0,0-1-1 0 0,0 0 0 0 0,0 0 1 0 0,0 1-1 0 0,0-1 0 0 0,0 0 1 0 0,0 1-1 0 0,0-1 0 0 0,0 0 1 0 0,0 0-1 0 0,0 1 0 0 0,-1-1 1 0 0,1 0-1 0 0,0 0 0 0 0,0 1 1 0 0,0-1-1 0 0,0 0 0 0 0,0 1-836 0 0,0 7-2296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29:5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1 880 0 0,'0'0'1521'0'0,"0"7"720"0"0,-30-7-1601 0 0,30 6 321 0 0,-30 0-721 0 0,-1 0-160 0 0,31 1-80 0 0,0-1-80 0 0,-30 0-320 0 0,30 2-1281 0 0,-24-3-2001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0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37 1201 0 0,'0'0'1440'0'0,"-5"0"-79"0"0,-16 0-387 0 0,16 0-401 0 0,5 0-553 0 0,0 0-1 0 0,0 0 1 0 0,0-1-1 0 0,0 1 0 0 0,0 0 1 0 0,-1 0-1 0 0,1-1 1 0 0,0 1-1 0 0,0 0 1 0 0,0 0-1 0 0,0-1 1 0 0,0 1-1 0 0,0 0 1 0 0,0-1-1 0 0,0 1 0 0 0,0 0 1 0 0,0 0-1 0 0,0-1 1 0 0,0 1-1 0 0,0 0 1 0 0,0-1-1 0 0,1 1 1 0 0,-1 0-1 0 0,0 0 1 0 0,0-1-1 0 0,0 1 0 0 0,0 0 1 0 0,0 0-1 0 0,1-1 1 0 0,-1 1-1 0 0,0 0 1 0 0,0 0-1 0 0,0 0 1 0 0,1-1-1 0 0,-1 1 1 0 0,0 0-1 0 0,0 0 0 0 0,1 0 1 0 0,-1 0-1 0 0,0-1 1 0 0,0 1-1 0 0,1 0 1 0 0,-1 0-1 0 0,0 0 1 0 0,0 0-1 0 0,1 0 1 0 0,-1 0-1 0 0,1 0 4 0 0,0 0-14 0 0,0 0-1 0 0,0 0 1 0 0,0 1 0 0 0,0-1-1 0 0,1 0 1 0 0,-1 0 0 0 0,0 0-1 0 0,0-1 1 0 0,0 1 0 0 0,0 0-1 0 0,0 0 1 0 0,-1 0 0 0 0,1-1-1 0 0,0 1 1 0 0,0-1 0 0 0,0 1 0 0 0,0 0-1 0 0,0-1 1 0 0,0 0 0 0 0,0 1-1 0 0,-1-1 1 0 0,1 0 0 0 0,0 1-1 0 0,1-2 1 0 0,-4-1 27 0 0,29-1 21 0 0,8-1 811 0 0,-36 3-673 0 0,3-1-203 0 0,-28 2 541 0 0,21 2-453 0 0,0 3 0 0 0,-46-3 93 0 0,21 4-26 0 0,20 3-54 0 0,9-8-88 0 0,-1 1 0 0 0,1-1 0 0 0,-1 1 0 0 0,1 0 0 0 0,0-1 0 0 0,-1 1 0 0 0,1 0 0 0 0,0 0 0 0 0,0 0-1 0 0,-1 0 1 0 0,1 0 0 0 0,0 0 0 0 0,0 1 0 0 0,0-1 0 0 0,0 0 0 0 0,-1 3 0 0 0,-1 34 58 0 0,3 57 31 0 0,5-94-41 0 0,1 0-50 0 0,-1-1 1 0 0,1 0-1 0 0,-1 0 1 0 0,1 0-1 0 0,-1-1 1 0 0,1 0-1 0 0,-1 0 1 0 0,0 0-1 0 0,1-1 1 0 0,5-2-1 0 0,4-1 39 0 0,-15 4-39 0 0,2 2 0 0 0,-1-1 0 0 0,1 0 0 0 0,-1-1 0 0 0,1 1 1 0 0,-1 0-1 0 0,0 0 0 0 0,1-1 0 0 0,-1 1 0 0 0,1-1 0 0 0,-1 1 0 0 0,0-1 0 0 0,1 1 0 0 0,-1-1 1 0 0,0 0-1 0 0,0 0 0 0 0,1 0 0 0 0,-1 0 0 0 0,0 0 0 0 0,0 0 0 0 0,0 0 0 0 0,0 0 1 0 0,0 0-1 0 0,0 0 0 0 0,-1 0 0 0 0,1-1 0 0 0,0 1 0 0 0,0 0 0 0 0,0-2 0 0 0,-6 2 51 0 0,-4 0-191 0 0,-21 1-1022 0 0,29 0 1103 0 0,1 0 0 0 0,-1 0 0 0 0,0 0 0 0 0,1 0 0 0 0,-1 0 0 0 0,0 0 0 0 0,1 0 0 0 0,-1 1 0 0 0,0-1 0 0 0,1 0 0 0 0,-1 1 0 0 0,0-1-1 0 0,1 0 1 0 0,-1 1 0 0 0,1-1 0 0 0,-1 0 0 0 0,1 1 0 0 0,-1-1 0 0 0,1 1 0 0 0,-1-1 0 0 0,1 1 0 0 0,-1 0 0 0 0,1-1 0 0 0,-1 1 0 0 0,1-1 0 0 0,0 1 0 0 0,0 0 0 0 0,-1-1 0 0 0,1 1-1 0 0,0 0 1 0 0,0-1 0 0 0,0 1 0 0 0,-1 1 0 0 0,1 8-2825 0 0,0-2 26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 1281 0 0,'-96'28'5509'0'0,"41"-4"-4936"0"0,47-23-466 0 0,1 2 0 0 0,0-1 0 0 0,0 1-1 0 0,0 0 1 0 0,-13 8 0 0 0,20-10-94 0 0,-1 0-1 0 0,0 0 1 0 0,1 0 0 0 0,-1 0 0 0 0,1 0 0 0 0,-1 0 0 0 0,1 0 0 0 0,-1 0 0 0 0,1 0 0 0 0,0 0 0 0 0,-1 0 0 0 0,1 0-1 0 0,0 0 1 0 0,0 0 0 0 0,0 1 0 0 0,0-1 0 0 0,0 0 0 0 0,0 0 0 0 0,0 0 0 0 0,0 0 0 0 0,1 0 0 0 0,-1 0 0 0 0,0 0-1 0 0,1 0 1 0 0,-1 0 0 0 0,1 0 0 0 0,-1 0 0 0 0,1 0 0 0 0,-1 0 0 0 0,2 2 0 0 0,4 0-2 0 0,-1 0-6 0 0,1-1 0 0 0,0 1 0 0 0,-1-1 0 0 0,1 0 0 0 0,0 0 1 0 0,0-1-1 0 0,0 1 0 0 0,0-1 0 0 0,0-1 0 0 0,0 1 0 0 0,1-1 1 0 0,-1 0-1 0 0,0 0 0 0 0,0-1 0 0 0,10-2 0 0 0,-16 3-3 0 0,1 0 0 0 0,-1 0 0 0 0,0 0-1 0 0,1 0 1 0 0,-1 0 0 0 0,0-1 0 0 0,0 1-1 0 0,1 0 1 0 0,-1 0 0 0 0,0 0 0 0 0,0-1 0 0 0,1 1-1 0 0,-1 0 1 0 0,0 0 0 0 0,0-1 0 0 0,0 1-1 0 0,1 0 1 0 0,-1 0 0 0 0,0-1 0 0 0,0 1 0 0 0,0 0-1 0 0,0 0 1 0 0,0-1 0 0 0,1 1 0 0 0,-1 0-1 0 0,0-1 1 0 0,0 1 0 0 0,0 0 0 0 0,0-1 0 0 0,0 1-1 0 0,0 0 1 0 0,0-1 0 0 0,4-8 19 0 0,-3 8-12 0 0,15-5 28 0 0,-15 5-35 0 0,-1 1-1 0 0,0 0 1 0 0,1 0 0 0 0,-1 0 0 0 0,0 0-1 0 0,0 0 1 0 0,1 0 0 0 0,-1-1-1 0 0,0 1 1 0 0,0 0 0 0 0,1 0 0 0 0,-1 0-1 0 0,0-1 1 0 0,0 1 0 0 0,1 0-1 0 0,-1 0 1 0 0,0-1 0 0 0,0 1 0 0 0,0 0-1 0 0,0 0 1 0 0,1-1 0 0 0,-1 1-1 0 0,0 0 1 0 0,0-1 0 0 0,0 1 0 0 0,0 0-1 0 0,0 0 1 0 0,0-1 0 0 0,0 1 0 0 0,0 0-1 0 0,0-1 1 0 0,0 1 0 0 0,0 0-1 0 0,0-1 1 0 0,0 1 0 0 0,0 0 0 0 0,0-1-1 0 0,0 1 1 0 0,0 0 0 0 0,0 0-1 0 0,-1-1 1 0 0,1 1 0 0 0,0 0 0 0 0,0-1-1 0 0,0 1 1 0 0,0 0 0 0 0,-1 0-1 0 0,1 0 1 0 0,0-1 0 0 0,-1 1 0 0 0,-6-6-17 0 0,5 5 12 0 0,1 0 1 0 0,0 0-1 0 0,0 0 1 0 0,-1 0 0 0 0,1 0-1 0 0,0 0 1 0 0,0 0-1 0 0,0 0 1 0 0,0-1 0 0 0,0 1-1 0 0,0 0 1 0 0,1-1-1 0 0,-1 1 1 0 0,0-1 0 0 0,1 1-1 0 0,-1-1 1 0 0,1 1-1 0 0,-1-1 1 0 0,1 1-1 0 0,0-1 1 0 0,0 0 0 0 0,-1 1-1 0 0,1-1 1 0 0,0 1-1 0 0,1-1 1 0 0,-1-2 0 0 0,-17-5-344 0 0,9 4-4431 0 0,33 1 2390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1 240 0 0,'-5'2'477'0'0,"0"0"0"0"0,0 0 1 0 0,1 0-1 0 0,-1 1 0 0 0,0 0 0 0 0,1 0 0 0 0,0 0 0 0 0,-1 1 0 0 0,1-1 1 0 0,1 1-1 0 0,-1 0 0 0 0,-3 5 0 0 0,-7 8 441 0 0,-2-1-761 0 0,16-15-153 0 0,-1-1 0 0 0,1 1 1 0 0,0-1-1 0 0,0 0 0 0 0,0 1 0 0 0,0-1 1 0 0,-1 1-1 0 0,1-1 0 0 0,0 1 0 0 0,0-1 1 0 0,0 1-1 0 0,0-1 0 0 0,0 1 0 0 0,0-1 1 0 0,0 1-1 0 0,0-1 0 0 0,0 0 0 0 0,0 1 1 0 0,1-1-1 0 0,-1 1 0 0 0,0-1 0 0 0,0 1 1 0 0,0-1-1 0 0,0 1 0 0 0,1-1 0 0 0,-1 0 1 0 0,0 1-1 0 0,0-1 0 0 0,1 0 0 0 0,-1 1 1 0 0,0-1-1 0 0,1 0 0 0 0,-1 1 0 0 0,0-1 1 0 0,1 0-1 0 0,-1 1 0 0 0,1-1 0 0 0,0 0 1 0 0,5 3 30 0 0,-5-3-26 0 0,0 0 0 0 0,0 0-1 0 0,0 0 1 0 0,0 0 0 0 0,-1 1 0 0 0,1-1 0 0 0,0 0 0 0 0,0 1 0 0 0,0-1 0 0 0,-1 0 0 0 0,1 1 0 0 0,0-1 0 0 0,-1 1-1 0 0,1-1 1 0 0,0 1 0 0 0,-1 0 0 0 0,1-1 0 0 0,0 1 0 0 0,-1 0 0 0 0,1-1 0 0 0,-1 1 0 0 0,0 0 0 0 0,1-1-1 0 0,-1 1 1 0 0,1 0 0 0 0,-1 0 0 0 0,0 0 0 0 0,0-1 0 0 0,1 1 0 0 0,-1 0 0 0 0,0 2 0 0 0,0-2 7 0 0,0 0-1 0 0,0 0 1 0 0,1 1 0 0 0,-1-1 0 0 0,0 0 0 0 0,1 0 0 0 0,-1 1 0 0 0,1-1 0 0 0,-1 0-1 0 0,1 0 1 0 0,0 0 0 0 0,-1 0 0 0 0,1 0 0 0 0,0 0 0 0 0,0 0 0 0 0,0 0 0 0 0,0 0-1 0 0,-1 0 1 0 0,1 0 0 0 0,1 0 0 0 0,-1 0 0 0 0,0-1 0 0 0,0 1 0 0 0,0-1 0 0 0,2 2-1 0 0,2 1 40 0 0,-4-3-43 0 0,0 1 0 0 0,0 0 0 0 0,-1-1 0 0 0,1 1 0 0 0,0-1 0 0 0,0 1 0 0 0,0-1 0 0 0,0 0 0 0 0,0 1 0 0 0,0-1 0 0 0,0 0 0 0 0,0 0 0 0 0,0 0 0 0 0,0 0 0 0 0,0 1 0 0 0,0-1 0 0 0,0-1 0 0 0,0 1 0 0 0,0 0 0 0 0,0 0 0 0 0,0 0 0 0 0,0 0 0 0 0,0-1 0 0 0,1 0 0 0 0,3 0 34 0 0,3-8 153 0 0,-6 4-171 0 0,4 1 2 0 0,-5 4-29 0 0,0 0 1 0 0,0 0-1 0 0,0 0 0 0 0,0-1 0 0 0,-1 1 0 0 0,1 0 0 0 0,0-1 0 0 0,0 1 0 0 0,-1-1 1 0 0,1 1-1 0 0,0-1 0 0 0,0 1 0 0 0,-1-1 0 0 0,1 1 0 0 0,-1-1 0 0 0,1 0 1 0 0,-1 1-1 0 0,1-1 0 0 0,-1 0 0 0 0,1 1 0 0 0,-1-1 0 0 0,1 0 0 0 0,-1 0 0 0 0,0 0 1 0 0,1 1-1 0 0,-1-1 0 0 0,0 0 0 0 0,0 0 0 0 0,0 0 0 0 0,0 0 0 0 0,0 1 1 0 0,0-1-1 0 0,0 0 0 0 0,0 0 0 0 0,0 0 0 0 0,0 0 0 0 0,0 0 0 0 0,0 1 0 0 0,-1-1 1 0 0,1 0-1 0 0,0 0 0 0 0,0 0 0 0 0,-1-1 0 0 0,-10-18-137 0 0,7 12-101 0 0,-1-1 0 0 0,1 1 0 0 0,-1 0 1 0 0,-1 0-1 0 0,-8-8 0 0 0,12 14 132 0 0,0 0 1 0 0,0 0 0 0 0,-1 0-1 0 0,0 0 1 0 0,1 0-1 0 0,-1 1 1 0 0,0-1-1 0 0,1 1 1 0 0,-1 0-1 0 0,0 0 1 0 0,0 0 0 0 0,0 0-1 0 0,0 0 1 0 0,0 1-1 0 0,0-1 1 0 0,-1 1-1 0 0,1 0 1 0 0,0 0-1 0 0,0 0 1 0 0,0 0 0 0 0,-5 2-1 0 0,-22 7-3323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3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32 640 0 0,'0'-1'229'0'0,"0"-1"0"0"0,1 1 0 0 0,-1 0 0 0 0,0 0 0 0 0,0 0 0 0 0,-1 0 0 0 0,1-1 0 0 0,0 1 0 0 0,0 0 0 0 0,-1 0 0 0 0,1 0 0 0 0,0 0 0 0 0,-1 0 0 0 0,1 0-1 0 0,-1 0 1 0 0,1 0 0 0 0,-1 0 0 0 0,0 0 0 0 0,1 0 0 0 0,-1 0 0 0 0,0 0 0 0 0,-1-1 0 0 0,-11-2 783 0 0,10 4-1234 0 0,-2-1 1450 0 0,6 3-1103 0 0,-7 1-104 0 0,-2-2-15 0 0,6-1 0 0 0,0 0 0 0 0,0 0 1 0 0,1 0-1 0 0,-1 0 0 0 0,0 0 0 0 0,0 1 0 0 0,0-1 0 0 0,0 1 1 0 0,1-1-1 0 0,-1 1 0 0 0,0 0 0 0 0,0-1 0 0 0,1 1 0 0 0,-1 0 1 0 0,1 0-1 0 0,-1 0 0 0 0,0 0 0 0 0,1 1 0 0 0,0-1 0 0 0,-1 0 1 0 0,1 1-1 0 0,0-1 0 0 0,0 1 0 0 0,0-1 0 0 0,0 1 0 0 0,0-1 1 0 0,0 1-1 0 0,0 0 0 0 0,0-1 0 0 0,1 1 0 0 0,-1 0 0 0 0,1 0 1 0 0,-1 0-1 0 0,1 0 0 0 0,0-1 0 0 0,0 1 0 0 0,0 3 0 0 0,0 5 5 0 0,0-7-11 0 0,1 0 0 0 0,-1 0 0 0 0,0 0 1 0 0,0 0-1 0 0,0 0 0 0 0,-1 0 1 0 0,1 0-1 0 0,-1 0 0 0 0,0-1 0 0 0,0 1 1 0 0,-1 5-1 0 0,-2-4-5 0 0,2 0 0 0 0,-1 0 0 0 0,0 0 0 0 0,1 1 0 0 0,0-1 0 0 0,0 1 0 0 0,0 0 0 0 0,1 0 0 0 0,-1-1 0 0 0,1 1 0 0 0,0 0 0 0 0,1 0 0 0 0,-1 0 0 0 0,1 0 0 0 0,0 8 0 0 0,0-6 13 0 0,0-1-1 0 0,-1 1 1 0 0,0-1 0 0 0,-1 1 0 0 0,1-1 0 0 0,-1 0-1 0 0,-1 1 1 0 0,-2 6 0 0 0,2-8-8 0 0,1 1-1 0 0,0-1 1 0 0,0 1-1 0 0,0 0 1 0 0,1 0 0 0 0,0-1-1 0 0,0 1 1 0 0,0 7-1 0 0,0-7-2 0 0,1 1 0 0 0,-2 0-1 0 0,1 0 1 0 0,-1-1-1 0 0,0 1 1 0 0,-1-1-1 0 0,-3 8 1 0 0,4-11 5 0 0,0 1 0 0 0,0 0 0 0 0,0 0 0 0 0,1 0 0 0 0,-1 0 0 0 0,1 0 0 0 0,0 0 0 0 0,0 1 0 0 0,1-1 0 0 0,-1 0 0 0 0,1 0 0 0 0,0 1 0 0 0,0-1 0 0 0,0 0 1 0 0,0 1-1 0 0,1-1 0 0 0,0 0 0 0 0,0 0 0 0 0,3 8 0 0 0,1-4-110 0 0,1 0 0 0 0,-1-1 0 0 0,1 1 0 0 0,1-1 0 0 0,-1-1 0 0 0,1 0-1 0 0,1 1 1 0 0,-1-2 0 0 0,17 10 0 0 0,-19-8-1532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19 560 0 0,'0'0'85'0'0,"0"-1"0"0"0,0 0 0 0 0,0 1 0 0 0,0-1 0 0 0,0 1 0 0 0,0-1 0 0 0,0 0-1 0 0,1 1 1 0 0,-1-1 0 0 0,0 1 0 0 0,0-1 0 0 0,1 1 0 0 0,-1-1 0 0 0,0 1 0 0 0,1-1 0 0 0,-1 1 0 0 0,0-1 0 0 0,1 1-1 0 0,-1-1 1 0 0,1 1 0 0 0,-1 0 0 0 0,1-1 0 0 0,-1 1 0 0 0,1 0 0 0 0,-1-1 0 0 0,1 1 0 0 0,-1 0 0 0 0,1 0-1 0 0,0-1 1 0 0,-1 1 0 0 0,1 0 0 0 0,-1 0 0 0 0,1 0 0 0 0,-1 0 0 0 0,1 0 0 0 0,0 0 0 0 0,-1 0 0 0 0,1 0-1 0 0,0 0 1 0 0,-1 0 0 0 0,1 0 0 0 0,-1 0 0 0 0,2 1 0 0 0,-2-1-45 0 0,0 0-1 0 0,1 0 1 0 0,-1 0 0 0 0,0 0-1 0 0,1 0 1 0 0,-1 0 0 0 0,0 1-1 0 0,1-1 1 0 0,-1 0-1 0 0,0 0 1 0 0,1 0 0 0 0,-1 0-1 0 0,0-1 1 0 0,1 1 0 0 0,-1 0-1 0 0,0 0 1 0 0,1 0 0 0 0,-1 0-1 0 0,0 0 1 0 0,1 0 0 0 0,-1 0-1 0 0,0-1 1 0 0,1 1 0 0 0,-1 0-1 0 0,0 0 1 0 0,0 0 0 0 0,1-1-1 0 0,-1 1 1 0 0,0 0-1 0 0,0 0 1 0 0,1-1 0 0 0,-1 1-1 0 0,0 0 1 0 0,0-1 0 0 0,0 1-1 0 0,1 0 1 0 0,-1-2 1881 0 0,0 3-1841 0 0,0 3 0 0 0,0-3 0 0 0,-5-1 0 0 0,-20 2 44 0 0,23 2-97 0 0,2-3-26 0 0,1-1-1 0 0,-1 0 1 0 0,0 0-1 0 0,0 0 1 0 0,0 0-1 0 0,0 1 1 0 0,0-1-1 0 0,0 0 1 0 0,0 0-1 0 0,0 0 0 0 0,0 1 1 0 0,0-1-1 0 0,0 0 1 0 0,0 0-1 0 0,0 0 1 0 0,0 1-1 0 0,0-1 1 0 0,0 0-1 0 0,0 0 0 0 0,0 0 1 0 0,0 0-1 0 0,0 1 1 0 0,0-1-1 0 0,0 0 1 0 0,-1 0-1 0 0,1 0 1 0 0,0 0-1 0 0,0 1 1 0 0,0-1-1 0 0,0 0 0 0 0,0 0 1 0 0,0 0-1 0 0,-1 0 1 0 0,1 0-1 0 0,0 1 1 0 0,0-1-1 0 0,0 0 1 0 0,0 0-1 0 0,-1 0 0 0 0,1 0 1 0 0,0 0-1 0 0,0 0 1 0 0,0 0-1 0 0,0 0 1 0 0,-1 0-1 0 0,1 0 1 0 0,0 0-1 0 0,-81 46 454 0 0,80-44-439 0 0,0 1 1 0 0,0 0 0 0 0,0 0 0 0 0,0 0-1 0 0,0 0 1 0 0,1 0 0 0 0,-1 0 0 0 0,1 0-1 0 0,0 0 1 0 0,0 0 0 0 0,0 0 0 0 0,0 0-1 0 0,2 5 1 0 0,-2 2 30 0 0,0-9-44 0 0,0-1-1 0 0,1 1 0 0 0,-1 0 1 0 0,0-1-1 0 0,0 1 1 0 0,1-1-1 0 0,-1 1 0 0 0,0 0 1 0 0,0-1-1 0 0,1 1 0 0 0,-1-1 1 0 0,1 1-1 0 0,-1-1 0 0 0,1 1 1 0 0,-1-1-1 0 0,1 0 0 0 0,-1 1 1 0 0,1-1-1 0 0,-1 0 0 0 0,1 1 1 0 0,-1-1-1 0 0,1 0 1 0 0,-1 1-1 0 0,1-1 0 0 0,0 0 1 0 0,-1 0-1 0 0,1 0 0 0 0,0 0 1 0 0,-1 1-1 0 0,1-1 0 0 0,0 0 1 0 0,0 0-2 0 0,0 0 1 0 0,-1 0 0 0 0,1 0 0 0 0,-1 0-1 0 0,1 0 1 0 0,0 0 0 0 0,-1 0 0 0 0,1 1-1 0 0,0-1 1 0 0,-1 0 0 0 0,1 0 0 0 0,-1 1-1 0 0,1-1 1 0 0,-1 0 0 0 0,1 1-1 0 0,-1-1 1 0 0,1 1 0 0 0,-1-1 0 0 0,1 1-1 0 0,-1-1 1 0 0,1 1 0 0 0,-1-1 0 0 0,0 1-1 0 0,1-1 1 0 0,-1 1 0 0 0,0-1-1 0 0,0 1 1 0 0,1-1 0 0 0,-1 1 0 0 0,0 0-1 0 0,0 0 1 0 0,-2 2-1 0 0,4-1 0 0 0,0-1 0 0 0,0 0 0 0 0,1 0 0 0 0,-1 0 0 0 0,0 0 0 0 0,1-1 0 0 0,-1 1 0 0 0,1-1 0 0 0,-1 1 0 0 0,1-1 0 0 0,4 0 0 0 0,28 2 67 0 0,-12-5 10 0 0,-18-4 26 0 0,-13-3 64 0 0,6 10-136 0 0,1 0-19 0 0,0 0-1 0 0,0-1 0 0 0,-1 1 1 0 0,1 0-1 0 0,0 0 0 0 0,0-1 1 0 0,0 1-1 0 0,0 0 1 0 0,0-1-1 0 0,0 1 0 0 0,0-1 1 0 0,0 0-1 0 0,0 1 1 0 0,0-1-1 0 0,0 0 0 0 0,0 1 1 0 0,0-1-1 0 0,0 0 1 0 0,1 0-1 0 0,-1 0 0 0 0,0 0 1 0 0,0-1-1 0 0,1 1-4 0 0,0 0 0 0 0,-1 1 1 0 0,1-1-1 0 0,0 0 0 0 0,0 1 0 0 0,0-1 0 0 0,-1 0 0 0 0,1 0 1 0 0,0 1-1 0 0,-1-1 0 0 0,1 0 0 0 0,0 1 0 0 0,-1-1 0 0 0,1 1 1 0 0,-1-1-1 0 0,1 1 0 0 0,-1-1 0 0 0,1 1 0 0 0,-1-1 0 0 0,0 1 1 0 0,1-1-1 0 0,-1 1 0 0 0,0 0 0 0 0,1-1 0 0 0,-1 1 0 0 0,-1-1 1 0 0,1 1-27 0 0,0-1 0 0 0,0 1 1 0 0,0-1-1 0 0,0 1 0 0 0,0-1 1 0 0,0 0-1 0 0,0 1 1 0 0,0-1-1 0 0,0 0 0 0 0,1 0 1 0 0,-1 0-1 0 0,0 0 0 0 0,0 0 1 0 0,1 0-1 0 0,-1 0 1 0 0,1 0-1 0 0,-1 0 0 0 0,1 0 1 0 0,-1 0-1 0 0,1 0 0 0 0,-1 0 1 0 0,1 0-1 0 0,0 0 0 0 0,0 0 1 0 0,0-1-1 0 0,-1 1 1 0 0,1 0-1 0 0,1-1 0 0 0,-1 1-60 0 0,0 0 1 0 0,0 0-1 0 0,0 1 0 0 0,0-1 0 0 0,0 0 0 0 0,0 0 1 0 0,1 1-1 0 0,-1-1 0 0 0,0 0 0 0 0,1 1 0 0 0,-1-1 1 0 0,0 0-1 0 0,1 1 0 0 0,-1-1 0 0 0,1 1 0 0 0,-1-1 0 0 0,1 0 1 0 0,-1 1-1 0 0,1-1 0 0 0,0 1 0 0 0,-1 0 0 0 0,1-1 1 0 0,-1 1-1 0 0,1-1 0 0 0,0 1 0 0 0,0 0 0 0 0,-1 0 1 0 0,1-1-1 0 0,0 1 0 0 0,1 0 0 0 0,28-3-1697 0 0,-15 2 513 0 0,15-3-1058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4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1681 0 0,'-30'19'2321'0'0,"0"20"-80"0"0,30-1-560 0 0,30 7-721 0 0,-30-20-480 0 0,30-6-80 0 0,1-6-79 0 0,29-7-161 0 0,0-12-80 0 0,-30 0 0 0 0,1-7-160 0 0,-31 0-80 0 0,30-12-241 0 0,-30-6-1599 0 0,-61-65-4563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6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3842 0 0,'0'49'1694'0'0,"3"-48"-1689"0"0,0 0 0 0 0,0 0-1 0 0,0 0 1 0 0,0 0 0 0 0,0-1 0 0 0,0 1 0 0 0,0-1 0 0 0,0 0 0 0 0,1 0 0 0 0,-1 0-1 0 0,0-1 1 0 0,0 1 0 0 0,4-2 0 0 0,7 2 87 0 0,95-3 418 0 0,-62 0-205 0 0,64-12 0 0 0,-103 13-245 0 0,0 0-1 0 0,0 0 0 0 0,0-1 1 0 0,0 0-1 0 0,-1-1 0 0 0,1 0 1 0 0,-1 0-1 0 0,0-1 0 0 0,11-8 0 0 0,-4 0 90 0 0,-1 0 1 0 0,20-28-1 0 0,-25 30-82 0 0,-3 4-15 0 0,-1 0 1 0 0,0 0 0 0 0,-1-1 0 0 0,1 1 0 0 0,-2-1-1 0 0,1 0 1 0 0,-1 0 0 0 0,0 0 0 0 0,-1 0-1 0 0,0-1 1 0 0,0 1 0 0 0,0 0 0 0 0,-1-1 0 0 0,-2-13-1 0 0,2 3-163 0 0,-1 18 40 0 0,1 1-1 0 0,0-1 1 0 0,0 1-1 0 0,-1-1 1 0 0,1 1 0 0 0,0-1-1 0 0,-1 1 1 0 0,1-1-1 0 0,-1 1 1 0 0,1 0-1 0 0,-1-1 1 0 0,1 1 0 0 0,-1 0-1 0 0,1-1 1 0 0,-1 1-1 0 0,1 0 1 0 0,-1-1 0 0 0,1 1-1 0 0,-1 0 1 0 0,1 0-1 0 0,-1 0 1 0 0,0 0 0 0 0,1 0-1 0 0,-1-1 1 0 0,1 1-1 0 0,-1 0 1 0 0,0 0 0 0 0,1 0-1 0 0,-1 0 1 0 0,1 1-1 0 0,-1-1 1 0 0,0 0 0 0 0,1 0-1 0 0,-1 0 1 0 0,1 0-1 0 0,-1 1 1 0 0,1-1 0 0 0,-1 0-1 0 0,1 0 1 0 0,-1 1-1 0 0,1-1 1 0 0,-1 1 0 0 0,1-1-1 0 0,-1 0 1 0 0,1 1-1 0 0,-1-1 1 0 0,1 1-1 0 0,0-1 1 0 0,-1 1 0 0 0,1 0-1 0 0,20 6-2382 0 0,-15 4 26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20 2961 0 0,'-4'4'196'0'0,"0"0"0"0"0,0 0-1 0 0,-1 0 1 0 0,1 0 0 0 0,-1-1-1 0 0,0 0 1 0 0,0 0 0 0 0,0 0-1 0 0,-1-1 1 0 0,1 0-1 0 0,-1 0 1 0 0,1 0 0 0 0,-1 0-1 0 0,0-1 1 0 0,1 0 0 0 0,-1 0-1 0 0,0-1 1 0 0,0 0 0 0 0,0 0-1 0 0,-11-1 1 0 0,-153 15 1538 0 0,96-4-1046 0 0,-8-1 38 0 0,18-2 82 0 0,43-3-682 0 0,3-2-130 0 0,32-8-285 0 0,-1 1-458 0 0,0 1 0 0 0,0-2 0 0 0,-1 0-1 0 0,0 0 1 0 0,20-14 0 0 0,23-36-4508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8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272 381 1441 0 0,'-55'39'3588'0'0,"45"-29"-3081"0"0,-40 0 347 0 0,40 1-521 0 0,-71 14 67 0 0,77-21-350 0 0,4-4-49 0 0,0 0 0 0 0,-1 0-1 0 0,1 1 1 0 0,0-1 0 0 0,0 0 0 0 0,0 0 0 0 0,0 0-1 0 0,0 0 1 0 0,0 0 0 0 0,0 0 0 0 0,0 0 0 0 0,0 0-1 0 0,0 0 1 0 0,0 0 0 0 0,0 0 0 0 0,0 0 0 0 0,0 0-1 0 0,0 0 1 0 0,0 1 0 0 0,0-1 0 0 0,-1 0 0 0 0,1 0 0 0 0,0 0-1 0 0,0 0 1 0 0,0 0 0 0 0,0 0 0 0 0,0 0 0 0 0,0 0-1 0 0,0 0 1 0 0,0 0 0 0 0,0 1 0 0 0,0-1 0 0 0,0 0-1 0 0,1 0 1 0 0,-1 0 0 0 0,0 0 0 0 0,0 0 0 0 0,0 0-1 0 0,0 0 1 0 0,0 0 0 0 0,0 0 0 0 0,0 0 0 0 0,0 0 0 0 0,0 0-1 0 0,0 1 1 0 0,0-1 0 0 0,0 0 0 0 0,0 0 0 0 0,0 0-1 0 0,0 0 1 0 0,0 0 0 0 0,0 0 0 0 0,1 0 0 0 0,-1 0-1 0 0,0 0 1 0 0,0 0 0 0 0,0 0 0 0 0,0 0 0 0 0,-36 18 128 0 0,27-15-110 0 0,8-3-8 0 0,0 0 1 0 0,0 0 0 0 0,1 1 0 0 0,-1-1-1 0 0,0 0 1 0 0,0 0 0 0 0,0 1 0 0 0,0-1-1 0 0,0 1 1 0 0,1-1 0 0 0,-1 0 0 0 0,0 1-1 0 0,0 0 1 0 0,0-1 0 0 0,1 1 0 0 0,-1-1-1 0 0,0 1 1 0 0,1 0 0 0 0,-1 0-1 0 0,1-2 3 0 0,1 0 0 0 0,-1 0 0 0 0,1 0 0 0 0,0 0-1 0 0,0 0 1 0 0,-1 0 0 0 0,1 0 0 0 0,0 0-1 0 0,0 0 1 0 0,0 0 0 0 0,0 0 0 0 0,0 1 0 0 0,0-1-1 0 0,0 0 1 0 0,0 1 0 0 0,1-1 0 0 0,-1 0 0 0 0,2 0-1 0 0,3-2 46 0 0,-5 2-46 0 0,-1 0 0 0 0,1 0 0 0 0,0-1 0 0 0,-1 1 0 0 0,1 0 0 0 0,-1 0 0 0 0,1-1 1 0 0,-1 1-1 0 0,0 0 0 0 0,1-1 0 0 0,-1 1 0 0 0,0 0 0 0 0,0-1 0 0 0,0 1 0 0 0,0-3 0 0 0,4-17 178 0 0,29-32 191 0 0,-22 38-187 0 0,0-2-1 0 0,-1 1 1 0 0,10-27-1 0 0,36-96 1380 0 0,-51 120-1336 0 0,-4 12-186 0 0,1 0 0 0 0,0 0 0 0 0,0 0-1 0 0,0 0 1 0 0,1 0 0 0 0,0 1 0 0 0,0-1 0 0 0,1 1 0 0 0,0 0-1 0 0,0 0 1 0 0,0 0 0 0 0,1 1 0 0 0,0 0 0 0 0,0-1 0 0 0,11-7 0 0 0,29-13-12 0 0,-41 24-117 0 0,-1 1 0 0 0,0-1 1 0 0,1 0-1 0 0,-1 1 0 0 0,1 0 0 0 0,0 0 1 0 0,-1 0-1 0 0,1 0 0 0 0,0 1 1 0 0,0-1-1 0 0,-1 1 0 0 0,1 0 1 0 0,0 0-1 0 0,0 0 0 0 0,0 1 1 0 0,6 1-1 0 0,-6-1-299 0 0,0 0 1 0 0,0 1 0 0 0,0-1-1 0 0,0 1 1 0 0,-1 0-1 0 0,1 0 1 0 0,0 0 0 0 0,-1 1-1 0 0,0-1 1 0 0,1 1 0 0 0,-1 0-1 0 0,0 0 1 0 0,0 0-1 0 0,-1 1 1 0 0,3 2 0 0 0,0 20-3280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9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21 960 0 0,'1'-1'223'0'0,"-1"0"0"0"0,0 0-1 0 0,0 0 1 0 0,0 0-1 0 0,0 0 1 0 0,0 0-1 0 0,0 0 1 0 0,-1 0 0 0 0,1 0-1 0 0,0 0 1 0 0,0 0-1 0 0,-1 0 1 0 0,1 0-1 0 0,-1 0 1 0 0,1 0-1 0 0,0 1 1 0 0,-1-1 0 0 0,0 0-1 0 0,1 0 1 0 0,-2-1-1 0 0,-14 2 1614 0 0,13 1-2276 0 0,-2 0 533 0 0,4 0-89 0 0,1 0 0 0 0,-1 1 0 0 0,0-1-1 0 0,0 0 1 0 0,0 0 0 0 0,1 0 0 0 0,-1 0-1 0 0,0 0 1 0 0,-1 0 0 0 0,1-1 0 0 0,0 1 0 0 0,0 0-1 0 0,0 0 1 0 0,0-1 0 0 0,-1 1 0 0 0,1-1-1 0 0,0 1 1 0 0,-1-1 0 0 0,-1 1 0 0 0,-4 2 0 0 0,-16 9 61 0 0,1 2-1 0 0,1 0 1 0 0,0 1-1 0 0,1 1 1 0 0,-24 25-1 0 0,-21 13 523 0 0,14-22-133 0 0,21-3-121 0 0,29-26-318 0 0,0 0 0 0 0,-1 0 1 0 0,1-1-1 0 0,1 1 0 0 0,-1 0 0 0 0,0 0 0 0 0,1 0 0 0 0,0 0 1 0 0,-1 0-1 0 0,1 0 0 0 0,0 0 0 0 0,1 0 0 0 0,-1 0 0 0 0,1 5 0 0 0,0 2-2 0 0,0-8-10 0 0,-1 0-1 0 0,1 0 1 0 0,-1 0-1 0 0,1 1 1 0 0,0-1-1 0 0,0 0 1 0 0,0 0-1 0 0,1 0 1 0 0,-1 0-1 0 0,0 0 0 0 0,1-1 1 0 0,-1 1-1 0 0,1 0 1 0 0,-1-1-1 0 0,1 1 1 0 0,0-1-1 0 0,0 1 1 0 0,0-1-1 0 0,0 0 1 0 0,3 2-1 0 0,54 26 83 0 0,-28-16-62 0 0,-1 1-23 0 0,0-4 0 0 0,-28-9 0 0 0,-1 0 0 0 0,1-1 0 0 0,0 0 0 0 0,-1 1 0 0 0,1-1 0 0 0,0 0 0 0 0,-1 1 0 0 0,1-1 0 0 0,0 0 0 0 0,-1 0 0 0 0,1-1 0 0 0,0 1 0 0 0,-1 0 0 0 0,1 0 0 0 0,0-1 0 0 0,-1 1 0 0 0,4-2 0 0 0,-8-2 0 0 0,3-5 3 0 0,-3-30 63 0 0,2 37-61 0 0,0 0 1 0 0,0 0-1 0 0,0 0 0 0 0,0 0 1 0 0,0 1-1 0 0,-1-1 1 0 0,1 0-1 0 0,0 1 0 0 0,-1-1 1 0 0,1 1-1 0 0,-1 0 0 0 0,0-1 1 0 0,0 1-1 0 0,1 0 1 0 0,-1 0-1 0 0,-3-1 0 0 0,-21-16 69 0 0,17 10-68 0 0,-16-2-32 0 0,23 9 16 0 0,1 1 0 0 0,0 0 0 0 0,-1 0 1 0 0,1 0-1 0 0,-1 0 0 0 0,1 0 0 0 0,-1 0 1 0 0,1 1-1 0 0,0-1 0 0 0,-1 0 0 0 0,1 1 1 0 0,-1-1-1 0 0,1 1 0 0 0,-2 1 0 0 0,2-2-13 0 0,1 0-1 0 0,-1 1 0 0 0,1-1 0 0 0,0 1 0 0 0,-1-1 0 0 0,1 1 0 0 0,0-1 0 0 0,-1 1 0 0 0,1-1 0 0 0,0 1 0 0 0,0-1 0 0 0,-1 1 0 0 0,1-1 0 0 0,0 1 0 0 0,0-1 0 0 0,0 1 0 0 0,0-1 0 0 0,0 1 0 0 0,0 0 0 0 0,0-1 0 0 0,0 1 0 0 0,0-1 0 0 0,0 1 0 0 0,0 0 0 0 0,1 1-64 0 0,0 0 0 0 0,-1 0 1 0 0,1 0-1 0 0,0 0 0 0 0,0 0 0 0 0,0 0 0 0 0,1-1 0 0 0,-1 1 1 0 0,0 0-1 0 0,1-1 0 0 0,-1 1 0 0 0,1-1 0 0 0,0 0 0 0 0,-1 1 1 0 0,1-1-1 0 0,0 0 0 0 0,0 0 0 0 0,2 1 0 0 0,56 17-4541 0 0,-30-13 2175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0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12 1281 0 0,'-5'-1'558'0'0,"4"1"-406"0"0,0 0 1 0 0,-1 0-1 0 0,1 0 1 0 0,0 0-1 0 0,-1 0 0 0 0,1 0 1 0 0,0-1-1 0 0,-1 1 1 0 0,1-1-1 0 0,0 1 1 0 0,-1-1-1 0 0,1 1 1 0 0,0-1-1 0 0,0 0 1 0 0,0 1-1 0 0,0-1 1 0 0,0 0-1 0 0,-2-2 1 0 0,-2 2 1047 0 0,-4 1-1044 0 0,-1 1 0 0 0,1 0 0 0 0,0 0-1 0 0,-1 0 1 0 0,1 2 0 0 0,0-1 0 0 0,0 1 0 0 0,0 0 0 0 0,1 0 0 0 0,-1 1 0 0 0,1 1-1 0 0,0-1 1 0 0,0 1 0 0 0,0 1 0 0 0,1 0 0 0 0,-1 0 0 0 0,2 0 0 0 0,-11 12-1 0 0,-6 3 64 0 0,-21 22 35 0 0,41-41-230 0 0,1 1-1 0 0,0-1 0 0 0,0 1 1 0 0,0-1-1 0 0,0 1 1 0 0,0 0-1 0 0,1 0 0 0 0,-1 0 1 0 0,1 0-1 0 0,0 0 1 0 0,0 0-1 0 0,0 1 0 0 0,-1 3 1 0 0,2-3 2 0 0,0 0 1 0 0,0 0 0 0 0,0-1-1 0 0,1 1 1 0 0,-1 0 0 0 0,1 0 0 0 0,0 0-1 0 0,0-1 1 0 0,0 1 0 0 0,1 0-1 0 0,-1-1 1 0 0,1 1 0 0 0,0-1-1 0 0,0 0 1 0 0,0 1 0 0 0,0-1-1 0 0,0 0 1 0 0,1 0 0 0 0,0-1-1 0 0,-1 1 1 0 0,1 0 0 0 0,0-1-1 0 0,0 0 1 0 0,1 1 0 0 0,-1-1-1 0 0,0 0 1 0 0,1-1 0 0 0,6 3-1 0 0,-5-1-3 0 0,1-1-1 0 0,0-1 1 0 0,0 1-1 0 0,0-1 1 0 0,0 0-1 0 0,0 0 0 0 0,0 0 1 0 0,0-1-1 0 0,1 0 1 0 0,-1 0-1 0 0,0-1 0 0 0,0 0 1 0 0,0 0-1 0 0,0 0 1 0 0,0-1-1 0 0,0 0 0 0 0,0 0 1 0 0,-1 0-1 0 0,1-1 1 0 0,-1 0-1 0 0,1 0 0 0 0,-1 0 1 0 0,0-1-1 0 0,5-4 1 0 0,12-6-20 0 0,-20 14-17 0 0,0-1-1 0 0,0 0 1 0 0,-1 1 0 0 0,1-1-1 0 0,0 0 1 0 0,0 0-1 0 0,-1 0 1 0 0,1-1-1 0 0,-1 1 1 0 0,1 0 0 0 0,-1 0-1 0 0,0-1 1 0 0,1 1-1 0 0,-1-1 1 0 0,0 1 0 0 0,0-1-1 0 0,0 0 1 0 0,0 1-1 0 0,0-1 1 0 0,0 0-1 0 0,-1 0 1 0 0,1 0 0 0 0,0 1-1 0 0,-1-1 1 0 0,0 0-1 0 0,1 0 1 0 0,-1-3 0 0 0,0 3-21 0 0,0 1 1 0 0,0-1-1 0 0,0 1 1 0 0,1-1 0 0 0,-1 1-1 0 0,0-1 1 0 0,1 0-1 0 0,-1 1 1 0 0,1 0-1 0 0,-1-1 1 0 0,1 1 0 0 0,0-1-1 0 0,0 1 1 0 0,0 0-1 0 0,0 0 1 0 0,0-1 0 0 0,0 1-1 0 0,0 0 1 0 0,0 0-1 0 0,0 0 1 0 0,2-1 0 0 0,6-7-250 0 0,-8 8 258 0 0,-1 1-1 0 0,0-1 1 0 0,1 0 0 0 0,-1 1-1 0 0,0-1 1 0 0,1 0 0 0 0,-1 1-1 0 0,0-1 1 0 0,0 0 0 0 0,0 0-1 0 0,1 1 1 0 0,-1-1 0 0 0,0 0-1 0 0,0 0 1 0 0,0 1 0 0 0,0-1-1 0 0,0 0 1 0 0,-1 0 0 0 0,1 1-1 0 0,0-1 1 0 0,0 0 0 0 0,0 0-1 0 0,-1 1 1 0 0,1-1 0 0 0,0 0-1 0 0,-1 1 1 0 0,1-1 0 0 0,-1 0-1 0 0,1 1 1 0 0,0-1 0 0 0,-1 0-1 0 0,0 1 1 0 0,1-1 0 0 0,-1 1-1 0 0,1-1 1 0 0,-1 1 0 0 0,0 0-1 0 0,1-1 1 0 0,-1 1 0 0 0,0-1-1 0 0,1 1 1 0 0,-2 0 0 0 0,1-1-101 0 0,0 0 0 0 0,0 0-1 0 0,0 0 1 0 0,-1 0 0 0 0,1 1 0 0 0,0-2 0 0 0,0 1 0 0 0,1 0-1 0 0,-1 0 1 0 0,0 0 0 0 0,0 0 0 0 0,0 0 0 0 0,1-1 0 0 0,-1 1-1 0 0,1 0 1 0 0,-1-1 0 0 0,1 1 0 0 0,-1-3 0 0 0,1-13-2248 0 0,0 2-172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0:10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6 800 0 0,'-6'-1'2028'0'0,"-14"-3"-281"0"0,15 3-373 0 0,0 1-333 0 0,-15 1-809 0 0,0 0 1 0 0,1 2-1 0 0,-1 0 0 0 0,0 1 1 0 0,1 1-1 0 0,0 0 0 0 0,0 2 0 0 0,1 0 1 0 0,-1 1-1 0 0,1 1 0 0 0,-32 22 1 0 0,46-28-176 0 0,1 0 1 0 0,-1 1 0 0 0,1-1-1 0 0,0 1 1 0 0,0-1 0 0 0,0 1-1 0 0,1 0 1 0 0,-1 0-1 0 0,1 0 1 0 0,-2 6 0 0 0,3-8-7 0 0,0 0-1 0 0,1 0 1 0 0,-1 1 0 0 0,1-1 0 0 0,-1 0 0 0 0,1 1 0 0 0,0-1-1 0 0,0 0 1 0 0,0 1 0 0 0,0-1 0 0 0,0 0 0 0 0,0 1 0 0 0,1-1 0 0 0,-1 0-1 0 0,1 1 1 0 0,0-1 0 0 0,0 0 0 0 0,0 0 0 0 0,0 1 0 0 0,0-1-1 0 0,0 0 1 0 0,0 0 0 0 0,3 2 0 0 0,3 3 23 0 0,0-1 0 0 0,1 0-1 0 0,0 0 1 0 0,0-1 0 0 0,1 1 0 0 0,-1-2 0 0 0,1 0-1 0 0,0 0 1 0 0,1 0 0 0 0,11 2 0 0 0,15 4 60 0 0,55 7 0 0 0,-63-13-108 0 0,1-1 0 0 0,54-3 0 0 0,-76 0-25 0 0,0 0 0 0 0,1-1 0 0 0,-1 1 0 0 0,0-2-1 0 0,0 1 1 0 0,1-1 0 0 0,-1 0 0 0 0,-1-1 0 0 0,1 0 0 0 0,0 0 0 0 0,-1 0 0 0 0,1-1 0 0 0,-1 0 0 0 0,0 0 0 0 0,0 0 0 0 0,6-7 0 0 0,-12 10 1 0 0,1 0 0 0 0,0 0 1 0 0,0 0-1 0 0,-1 0 0 0 0,1 0 1 0 0,0 0-1 0 0,-1 0 0 0 0,1 0 1 0 0,-1 0-1 0 0,0 0 0 0 0,1 0 1 0 0,-1-1-1 0 0,0 1 0 0 0,0 0 0 0 0,1 0 1 0 0,-1 0-1 0 0,0-1 0 0 0,0 1 1 0 0,0 0-1 0 0,-1 0 0 0 0,1 0 1 0 0,0-1-1 0 0,0 1 0 0 0,-1 0 0 0 0,1 0 1 0 0,0 0-1 0 0,-1 0 0 0 0,0 0 1 0 0,1-1-1 0 0,-1 1 0 0 0,-1-1 1 0 0,0-1-80 0 0,0 1 0 0 0,-1-1 0 0 0,0 1 1 0 0,0 0-1 0 0,1 0 0 0 0,-1 0 0 0 0,0 0 1 0 0,-1 1-1 0 0,-3-3 0 0 0,-2 1-381 0 0,0 0 0 0 0,0 0 0 0 0,0 1 0 0 0,-1 0 0 0 0,-13-1 0 0 0,-108 0-6665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1556 0 1681 0 0,'-52'4'3434'0'0,"-77"9"275"0"0,114-10-3550 0 0,0 1 0 0 0,0 0 0 0 0,0 1 1 0 0,1 1-1 0 0,0 0 0 0 0,-23 14 0 0 0,2 0 66 0 0,-58 24 1 0 0,55-28-98 0 0,-57 35 0 0 0,85-44-64 0 0,-15 1 101 0 0,5-5-154 0 0,10 10-24 0 0,-27 45 53 0 0,-37 82 0 0 0,73-138-37 0 0,0 1 1 0 0,0 0-1 0 0,0 0 1 0 0,0 0-1 0 0,1 0 1 0 0,-1 0-1 0 0,1 0 1 0 0,0 0-1 0 0,0 3 1 0 0,-4 21 54 0 0,2-23-48 0 0,-1 0 1 0 0,1 0-1 0 0,-1 0 0 0 0,1-1 1 0 0,-1 1-1 0 0,0-1 1 0 0,0 0-1 0 0,-1 0 0 0 0,1 0 1 0 0,-1 0-1 0 0,1-1 0 0 0,-1 1 1 0 0,0-1-1 0 0,-4 2 0 0 0,-7 2 36 0 0,0 0-1 0 0,-27 5 0 0 0,29-8-13 0 0,1 0-1 0 0,-1 1 1 0 0,1 0-1 0 0,0 1 1 0 0,-15 8-1 0 0,17-7-31 0 0,6-4-1 0 0,0 0-1 0 0,0 0 1 0 0,0 1 0 0 0,1-1-1 0 0,-1 1 1 0 0,1 0 0 0 0,-1 0 0 0 0,1 0-1 0 0,-4 6 1 0 0,-28 56-119 0 0,8-23 130 0 0,21-30 1 0 0,-1-1 1 0 0,0 0 0 0 0,-1-1 0 0 0,0 1-1 0 0,-15 12 1 0 0,12-12 39 0 0,3-3-37 0 0,0 0 0 0 0,-1-1-1 0 0,0 0 1 0 0,0 0-1 0 0,0-1 1 0 0,-12 6 0 0 0,17-11-16 0 0,0 1 1 0 0,0 0-1 0 0,0 1 1 0 0,1-1-1 0 0,-1 1 0 0 0,1-1 1 0 0,0 1-1 0 0,0 0 1 0 0,0 0-1 0 0,0 1 1 0 0,0-1-1 0 0,0 1 1 0 0,1-1-1 0 0,0 1 1 0 0,0 0-1 0 0,-3 7 1 0 0,-6 8 27 0 0,4-5-26 0 0,1 0 1 0 0,0 0 0 0 0,1 0-1 0 0,0 1 1 0 0,1-1 0 0 0,-2 20-1 0 0,-15 46-18 0 0,10-45 26 0 0,-9 47 0 0 0,16-59-1 0 0,-1-1 0 0 0,-1 0 1 0 0,-1-1-1 0 0,0 1 0 0 0,-2-1 1 0 0,-12 22-1 0 0,16-36-14 0 0,1 0 0 0 0,0 0 0 0 0,1 0 0 0 0,0 0 0 0 0,0 1 0 0 0,0-1 0 0 0,1 1 0 0 0,0-1 0 0 0,1 1 0 0 0,-1 0 0 0 0,2 0 0 0 0,-1 9 0 0 0,-7 36-22 0 0,-32 34 82 0 0,29-33 1 0 0,7-27-28 0 0,-6 10 11 0 0,7-30-28 0 0,1-1-1 0 0,0 1 1 0 0,0-1-1 0 0,0 1 0 0 0,1 0 1 0 0,0-1-1 0 0,1 1 1 0 0,-1 0-1 0 0,1 0 1 0 0,1 0-1 0 0,-1 0 1 0 0,3 8-1 0 0,0-6-1 0 0,0 0 0 0 0,0-1 0 0 0,1 0 0 0 0,0 1-1 0 0,1-2 1 0 0,0 1 0 0 0,0 0 0 0 0,1-1 0 0 0,0 0 0 0 0,7 7 0 0 0,1-2 17 0 0,1 0 1 0 0,0-1-1 0 0,25 14 0 0 0,1-3 14 0 0,1-2 0 0 0,2-2-1 0 0,-1-2 1 0 0,2-2-1 0 0,74 14 1 0 0,-66-16 30 0 0,70 14 48 0 0,130 8 1 0 0,-217-30-97 0 0,99 9 94 0 0,182-7-1 0 0,-227-9-89 0 0,0-4 0 0 0,-1-4 0 0 0,-1-4 0 0 0,163-49 0 0 0,-176 40-2 0 0,-1-3 1 0 0,113-59-1 0 0,-157 69-24 0 0,25-15-15 0 0,1 3 0 0 0,69-26 0 0 0,257-67 70 0 0,-365 118-45 0 0,0 1 0 0 0,0 0 1 0 0,0 2-1 0 0,27-1 0 0 0,0 1 18 0 0,197-4 65 0 0,-95 4-76 0 0,80-2 41 0 0,182-7 35 0 0,-155 5-16 0 0,-137 6 11 0 0,0-5 0 0 0,213-36 1 0 0,-95 2-27 0 0,34-6 13 0 0,-211 28-9 0 0,-1-1 0 0 0,0-3-1 0 0,87-46 1 0 0,-129 60-39 0 0,19-11 82 0 0,-1-1 0 0 0,0-1 0 0 0,44-37-1 0 0,-64 46-80 0 0,0 0-1 0 0,-1-1 1 0 0,0 0-1 0 0,-1 0 1 0 0,0-2-1 0 0,0 1 0 0 0,-2-1 1 0 0,1 0-1 0 0,-2-1 1 0 0,12-26-1 0 0,-15 18 13 0 0,0 1 1 0 0,-2 0-1 0 0,0-1 1 0 0,-2 0-1 0 0,-1-26 1 0 0,0 5 24 0 0,1 41-61 0 0,1-7 4 0 0,-1 1 0 0 0,0-1 1 0 0,0 0-1 0 0,0 0 0 0 0,-1 0 0 0 0,-1 1 0 0 0,1-1 0 0 0,-1 0 0 0 0,-1 1 0 0 0,0 0 1 0 0,0-1-1 0 0,-1 1 0 0 0,1 0 0 0 0,-2 1 0 0 0,1-1 0 0 0,-7-7 0 0 0,-59-55 34 0 0,59 60-24 0 0,0 0 0 0 0,-1 1 0 0 0,0 0 0 0 0,0 1 0 0 0,-1 0 0 0 0,0 1 0 0 0,0 1 0 0 0,-22-8 0 0 0,-3 3 109 0 0,-70-12 0 0 0,19 6-38 0 0,-100-19-16 0 0,-14-4-36 0 0,123 23-8 0 0,-127-9-1 0 0,-74 12 17 0 0,257 13-45 0 0,-146-3-1 0 0,-214-16 46 0 0,-70-65-56 0 0,79 10-14 0 0,84 21 109 0 0,-156-23-258 0 0,430 74 195 0 0,0 0-1 0 0,0-1 0 0 0,0-1 1 0 0,1 0-1 0 0,-31-15 1 0 0,-23-8-63 0 0,37 17-129 0 0,-1 2-1 0 0,-49-8 1 0 0,10 7-961 0 0,0 3 0 0 0,-94 3 0 0 0,71 12-2901 0 0,-144 30 0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30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66 1441 0 0,'-3'-2'266'0'0,"1"-1"1"0"0,-1 1 0 0 0,1-1 0 0 0,0 0 0 0 0,-1 0-1 0 0,1 0 1 0 0,0 0 0 0 0,1 0 0 0 0,-1-1 0 0 0,0 1-1 0 0,1 0 1 0 0,0-1 0 0 0,0 1 0 0 0,0-1-1 0 0,0 1 1 0 0,1-1 0 0 0,-1-6 0 0 0,6 8 333 0 0,15 2-266 0 0,-20 0-318 0 0,0 0 0 0 0,0 0-1 0 0,0 0 1 0 0,-1 0 0 0 0,1 0 0 0 0,0 0 0 0 0,0 1 0 0 0,0-1 0 0 0,0 0 0 0 0,0 0 0 0 0,-1 0 0 0 0,1 0 0 0 0,0 0 0 0 0,0 1 0 0 0,0-1 0 0 0,0 0 0 0 0,0 0 0 0 0,0 0 0 0 0,0 0 0 0 0,0 1 0 0 0,0-1 0 0 0,0 0 0 0 0,0 0 0 0 0,0 0-1 0 0,0 1 1 0 0,0-1 0 0 0,0 0 0 0 0,0 0 0 0 0,0 0 0 0 0,0 0 0 0 0,0 1 0 0 0,0-1 0 0 0,0 0 0 0 0,0 0 0 0 0,0 0 0 0 0,0 0 0 0 0,0 1 0 0 0,0-1 0 0 0,0 0 0 0 0,0 0 0 0 0,1 0 0 0 0,-1 0 0 0 0,0 1 0 0 0,0-1 0 0 0,0 0 0 0 0,0 0 0 0 0,0 0-1 0 0,1 0 1 0 0,-1 0 0 0 0,0 0 0 0 0,-27 2 250 0 0,0 1-1 0 0,1 1 1 0 0,-38 10-1 0 0,41-7-102 0 0,0-2 1 0 0,-1-1-1 0 0,1 0 0 0 0,-1-2 0 0 0,-42-1 0 0 0,51-1-43 0 0,-1 2 1 0 0,1 0-1 0 0,-1 1 0 0 0,1 1 0 0 0,0 0 1 0 0,0 1-1 0 0,-24 11 0 0 0,9-4-55 0 0,-81 22 191 0 0,12-4-111 0 0,60-17-59 0 0,27-10-71 0 0,0 1 0 0 0,1 0-1 0 0,-20 10 1 0 0,28-12-14 0 0,0 0 0 0 0,0 0-1 0 0,0 0 1 0 0,0 1 0 0 0,0 0 0 0 0,0-1 0 0 0,1 1 0 0 0,-1 0 0 0 0,1 0 0 0 0,0 0-1 0 0,0 0 1 0 0,0 1 0 0 0,0-1 0 0 0,1 0 0 0 0,0 1 0 0 0,-2 4 0 0 0,1 3 4 0 0,0 0 1 0 0,1-1 0 0 0,0 1 0 0 0,1 0-1 0 0,1 0 1 0 0,-1 0 0 0 0,2-1-1 0 0,-1 1 1 0 0,1 0 0 0 0,1-1 0 0 0,0 1-1 0 0,1-1 1 0 0,6 14 0 0 0,0 46-6 0 0,-3-58 12 0 0,0 0 0 0 0,1-1 0 0 0,0-1 0 0 0,0 1 0 0 0,2-1 0 0 0,-1 0 0 0 0,1-1 0 0 0,0 0 0 0 0,16 9 0 0 0,21 21-106 0 0,81 101-581 0 0,-55-55 723 0 0,-60-71-35 0 0,1 0 0 0 0,0-2 0 0 0,1 1 0 0 0,0-2 0 0 0,21 13 0 0 0,-17-15-26 0 0,0 0 0 0 0,0-1 0 0 0,1-1 0 0 0,-1-1 0 0 0,2-1 0 0 0,-1-1 0 0 0,1 0 0 0 0,26 1-1 0 0,-20-5 12 0 0,-1 0 0 0 0,1-2 0 0 0,-1-1 0 0 0,1-1 0 0 0,49-14 0 0 0,-60 14-4 0 0,0-1 1 0 0,-1-1-1 0 0,0 0 0 0 0,0-1 1 0 0,0-1-1 0 0,-1 0 0 0 0,0-1 1 0 0,0-1-1 0 0,-1 0 1 0 0,-1 0-1 0 0,17-18 0 0 0,-27 24 5 0 0,1 1-1 0 0,0-1 1 0 0,-1 0-1 0 0,0 0 1 0 0,0-1-1 0 0,0 1 1 0 0,0 0-1 0 0,-1-1 1 0 0,0 1-1 0 0,0-1 1 0 0,0 1-1 0 0,0-1 1 0 0,-1 0-1 0 0,1 1 1 0 0,-1-1-1 0 0,0 0 1 0 0,-1 1-1 0 0,1-1 1 0 0,-1 1-1 0 0,0-1 1 0 0,0 0-1 0 0,-1 1 1 0 0,-3-8-1 0 0,0 0-6 0 0,-2 0 0 0 0,1 1 0 0 0,-2 0 0 0 0,1 0-1 0 0,-2 1 1 0 0,-17-18 0 0 0,10 13 69 0 0,-1 1 0 0 0,0 0-1 0 0,-1 1 1 0 0,-1 1 0 0 0,0 1 0 0 0,-1 1-1 0 0,0 0 1 0 0,0 2 0 0 0,-1 0 0 0 0,0 1-1 0 0,0 1 1 0 0,-1 1 0 0 0,-22-2 0 0 0,3 3-10 0 0,0 2 1 0 0,1 2 0 0 0,-1 2-1 0 0,0 1 1 0 0,-74 16 0 0 0,98-16-77 0 0,13-2 14 0 0,0-1 0 0 0,0 1 0 0 0,1 0 0 0 0,-1 0 1 0 0,0 0-1 0 0,0 0 0 0 0,-6 4 0 0 0,10-5 7 0 0,0 0 1 0 0,0 1-1 0 0,0-1 1 0 0,0 0 0 0 0,0 0-1 0 0,-1 1 1 0 0,1-1-1 0 0,0 0 1 0 0,0 0-1 0 0,0 1 1 0 0,0-1 0 0 0,0 0-1 0 0,0 0 1 0 0,0 1-1 0 0,0-1 1 0 0,0 0-1 0 0,0 1 1 0 0,0-1 0 0 0,0 0-1 0 0,0 0 1 0 0,0 1-1 0 0,0-1 1 0 0,1 0 0 0 0,-1 0-1 0 0,0 1 1 0 0,0-1-1 0 0,0 0 1 0 0,0 0-1 0 0,0 0 1 0 0,1 1 0 0 0,-1-1-1 0 0,0 0 1 0 0,0 0-1 0 0,0 0 1 0 0,1 0-1 0 0,-1 1 1 0 0,0-1 0 0 0,0 0-1 0 0,0 0 1 0 0,1 0-1 0 0,25 14-264 0 0,-24-13 256 0 0,24 10-562 0 0,1-2 0 0 0,1 0 0 0 0,30 4 1 0 0,239 28-8165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74 1361 0 0,'-1'-1'161'0'0,"1"0"0"0"0,-1 0 0 0 0,1 0 0 0 0,-1 0 0 0 0,1 0 0 0 0,-1 0 0 0 0,0 0 0 0 0,1 0 0 0 0,-1 0 0 0 0,0 1 0 0 0,0-1 0 0 0,0 0 0 0 0,0 0 0 0 0,0 1 0 0 0,0-1 0 0 0,0 1 0 0 0,0-1 0 0 0,0 1 0 0 0,0-1 0 0 0,0 1 0 0 0,0-1 0 0 0,0 1 0 0 0,0 0 0 0 0,0 0 0 0 0,0 0 0 0 0,0 0 0 0 0,0 0 0 0 0,-1 0 0 0 0,-1 0 0 0 0,-46-1 1871 0 0,36 2-1331 0 0,-17-1 2367 0 0,35-7-2428 0 0,15 6-373 0 0,-17 1-177 0 0,-1 0-1 0 0,1-1 1 0 0,0 1-1 0 0,-1-1 1 0 0,1 0-1 0 0,-1 1 1 0 0,1-1-1 0 0,-1 0 0 0 0,5-3 1 0 0,-4 3-28 0 0,0-1-1 0 0,1 1 1 0 0,-1-1 0 0 0,0 1 0 0 0,0 0 0 0 0,1 0-1 0 0,-1 1 1 0 0,0-1 0 0 0,1 1 0 0 0,4 0-1 0 0,12-2 86 0 0,1 0 0 0 0,-1-2-1 0 0,24-6 1 0 0,-36 8-121 0 0,-1 0 0 0 0,1 1 0 0 0,-1 0 0 0 0,1 0 0 0 0,10 1 0 0 0,-14 0-22 0 0,1 0 223 0 0,-10 0-54 0 0,-38-2 532 0 0,22 0-389 0 0,1 2 1 0 0,-41 4 0 0 0,-196 39 630 0 0,253-42-946 0 0,-1 0 0 0 0,1 1 0 0 0,-1-1 0 0 0,1 1 1 0 0,0 0-1 0 0,-1 1 0 0 0,1-1 0 0 0,0 1 0 0 0,1-1 0 0 0,-1 1 1 0 0,-6 6-1 0 0,8-7-2 0 0,1 0-1 0 0,-1 1 1 0 0,1-1 0 0 0,0 0 0 0 0,0 0-1 0 0,0 0 1 0 0,0 1 0 0 0,0-1 0 0 0,0 1 0 0 0,1-1-1 0 0,-1 0 1 0 0,1 1 0 0 0,-1-1 0 0 0,1 1-1 0 0,0-1 1 0 0,0 5 0 0 0,1-2-1 0 0,0-1 0 0 0,1 1-1 0 0,-1-1 1 0 0,1 0 0 0 0,0 1 0 0 0,0-1-1 0 0,0 0 1 0 0,0 0 0 0 0,1 0 0 0 0,-1-1 0 0 0,1 1-1 0 0,0-1 1 0 0,1 1 0 0 0,-1-1 0 0 0,0 0-1 0 0,1 0 1 0 0,0 0 0 0 0,-1-1 0 0 0,1 1 0 0 0,5 1-1 0 0,23 11-5 0 0,0-2 0 0 0,1-2 0 0 0,1 0 0 0 0,53 8 0 0 0,147 9-32 0 0,-224-28 30 0 0,-1 1-1 0 0,1 0 0 0 0,-1 0 1 0 0,1 1-1 0 0,-1 0 0 0 0,1 1 1 0 0,-1 0-1 0 0,0 0 0 0 0,0 1 1 0 0,0 0-1 0 0,-1 1 0 0 0,0 0 1 0 0,0 0-1 0 0,11 9 0 0 0,-18-13 10 0 0,0 0 0 0 0,0 1-1 0 0,1-1 1 0 0,-1 0 0 0 0,0 1-1 0 0,-1-1 1 0 0,1 1 0 0 0,0-1-1 0 0,0 1 1 0 0,0-1 0 0 0,-1 1-1 0 0,1 0 1 0 0,-1-1 0 0 0,0 1-1 0 0,1 0 1 0 0,-1-1 0 0 0,0 1-1 0 0,0 0 1 0 0,0 0 0 0 0,0-1-1 0 0,0 1 1 0 0,0 0 0 0 0,-1-1 0 0 0,1 1-1 0 0,0 0 1 0 0,-1-1 0 0 0,1 1-1 0 0,-1 0 1 0 0,0-1 0 0 0,-1 2-1 0 0,-1 3 5 0 0,-1-1 1 0 0,0 0-1 0 0,-1-1 0 0 0,1 1 0 0 0,-1-1 0 0 0,0 0 0 0 0,0 0 1 0 0,-10 6-1 0 0,-9 3 30 0 0,0 0 0 0 0,-1-2 0 0 0,-39 12 0 0 0,16-10-13 0 0,0-3-1 0 0,0-1 0 0 0,-1-3 0 0 0,0-1 1 0 0,0-3-1 0 0,0-2 0 0 0,0-2 0 0 0,-91-16 1 0 0,136 17-65 0 0,0 0 1 0 0,0 1-1 0 0,0-2 1 0 0,0 1 0 0 0,0 0-1 0 0,0-1 1 0 0,0 0-1 0 0,0 0 1 0 0,0 0-1 0 0,1 0 1 0 0,-1-1 0 0 0,1 0-1 0 0,-4-3 1 0 0,6 4-28 0 0,0 1 1 0 0,-1-1-1 0 0,1 0 1 0 0,1 0-1 0 0,-1 1 0 0 0,0-1 1 0 0,0 0-1 0 0,1 0 1 0 0,-1 0-1 0 0,1 0 1 0 0,-1 0-1 0 0,1 0 1 0 0,0 0-1 0 0,0 0 1 0 0,0 0-1 0 0,0 0 1 0 0,0 0-1 0 0,0 0 0 0 0,1 0 1 0 0,0-2-1 0 0,2-4-243 0 0,0 0 0 0 0,1 1 0 0 0,0-1 0 0 0,1 0 0 0 0,0 1 0 0 0,0 0 0 0 0,0 0 0 0 0,1 1 0 0 0,0 0 0 0 0,8-7 0 0 0,24-18-1471 0 0,1 1-1 0 0,73-40 0 0 0,-69 45 478 0 0,83-58-4254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0 880 0 0,'0'4'376'0'0,"0"-1"-1"0"0,-1 0 0 0 0,1 1 0 0 0,-1-1 0 0 0,0 1 0 0 0,0-1 0 0 0,0 0 1 0 0,-1 1-1 0 0,1-1 0 0 0,-3 4 0 0 0,2-4-187 0 0,0 0-1 0 0,1 1 1 0 0,0-1-1 0 0,-1 0 1 0 0,1 0-1 0 0,0 1 1 0 0,0-1-1 0 0,1 1 1 0 0,-1-1-1 0 0,1 6 1 0 0,-1-5-124 0 0,1-1 0 0 0,0 1 1 0 0,0 0-1 0 0,0-1 0 0 0,0 1 1 0 0,1-1-1 0 0,-1 1 0 0 0,1 0 0 0 0,0-1 1 0 0,0 1-1 0 0,1-1 0 0 0,-1 0 0 0 0,0 1 1 0 0,1-1-1 0 0,0 0 0 0 0,0 0 1 0 0,0 0-1 0 0,0 0 0 0 0,1 0 0 0 0,-1 0 1 0 0,5 3-1 0 0,-2-2 8 0 0,3 5 187 0 0,-20 1-63 0 0,11-9-190 0 0,-1 4 226 0 0,10-3-184 0 0,11-1-47 0 0,-13-1 6 0 0,160-5 20 0 0,-142 2-50 0 0,0-1 0 0 0,1-1 0 0 0,-2-1 0 0 0,41-15 1 0 0,-63 21 23 0 0,0-1 0 0 0,0 1 0 0 0,1 0 0 0 0,-1 0 1 0 0,0-1-1 0 0,0 1 0 0 0,0 0 0 0 0,0-1 1 0 0,0 0-1 0 0,0 1 0 0 0,0-1 0 0 0,0 1 0 0 0,-1-1 1 0 0,1 0-1 0 0,0 0 0 0 0,0 1 0 0 0,0-1 1 0 0,-1 0-1 0 0,1 0 0 0 0,0 0 0 0 0,-1 0 0 0 0,1 0 1 0 0,-1 0-1 0 0,1 0 0 0 0,-1 0 0 0 0,0 0 1 0 0,1 0-1 0 0,-1 0 0 0 0,0 0 0 0 0,1-2 1 0 0,-3 0 1 0 0,1 1 0 0 0,-1 0 0 0 0,0-1 0 0 0,0 1 0 0 0,1 0 0 0 0,-1 0 0 0 0,-1 0 0 0 0,1 1 0 0 0,0-1 0 0 0,0 0 0 0 0,-1 1 0 0 0,1 0 0 0 0,-6-3 0 0 0,-18-6 54 0 0,0 2 1 0 0,0 0 0 0 0,-53-7 0 0 0,35 7 44 0 0,24 4-34 0 0,-133-21 536 0 0,138 24-472 0 0,-1 1-1 0 0,1 0 0 0 0,-1 0 0 0 0,1 2 0 0 0,-1 0 0 0 0,1 1 0 0 0,-25 8 0 0 0,35-10-66 0 0,-1 1 1 0 0,1 0-1 0 0,0 0 0 0 0,0 0 1 0 0,0 1-1 0 0,0-1 1 0 0,1 1-1 0 0,-1 0 1 0 0,1 1-1 0 0,0-1 0 0 0,0 1 1 0 0,0 0-1 0 0,0 0 1 0 0,1 0-1 0 0,-1 1 0 0 0,1-1 1 0 0,0 1-1 0 0,0 0 1 0 0,1-1-1 0 0,0 1 0 0 0,-1 0 1 0 0,2 1-1 0 0,-1-1 1 0 0,1 0-1 0 0,-1 1 0 0 0,1-1 1 0 0,1 0-1 0 0,-1 1 1 0 0,1-1-1 0 0,0 7 0 0 0,1-8-42 0 0,0 1 0 0 0,0 0-1 0 0,0-1 1 0 0,0 1-1 0 0,1-1 1 0 0,0 1-1 0 0,0-1 1 0 0,0 0-1 0 0,0 0 1 0 0,1 0-1 0 0,-1 0 1 0 0,1 0-1 0 0,0 0 1 0 0,0-1-1 0 0,1 1 1 0 0,-1-1-1 0 0,1 0 1 0 0,0 0 0 0 0,0 0-1 0 0,0-1 1 0 0,0 1-1 0 0,8 3 1 0 0,7 3-40 0 0,0-1 1 0 0,0-1 0 0 0,32 8 0 0 0,-20-7-377 0 0,0-1 0 0 0,0-2 1 0 0,0-1-1 0 0,0-1 0 0 0,1-2 0 0 0,-1-1 1 0 0,0-2-1 0 0,56-9 0 0 0,-46 2-1088 0 0,59-19 1 0 0,26-27-3616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7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93 172 4562 0 0,'-85'-10'3122'0'0,"84"8"-3112"0"0,0 0 0 0 0,0 1 0 0 0,0-1 0 0 0,0 0 0 0 0,1 0 0 0 0,-1 1 0 0 0,1-1 1 0 0,-1 0-1 0 0,1 0 0 0 0,0 0 0 0 0,0 0 0 0 0,0 0 0 0 0,0 0 0 0 0,0 0 1 0 0,0 1-1 0 0,0-1 0 0 0,1-3 0 0 0,0 0 34 0 0,-1 2-38 0 0,0 0 0 0 0,1-1-1 0 0,0 1 1 0 0,0 0 0 0 0,0 0 0 0 0,0 0-1 0 0,0 0 1 0 0,1 0 0 0 0,-1 0 0 0 0,1 0-1 0 0,0 1 1 0 0,0-1 0 0 0,0 1-1 0 0,0-1 1 0 0,0 1 0 0 0,0 0 0 0 0,1-1-1 0 0,3-1 1 0 0,2-2-41 0 0,1 0 0 0 0,0 0 0 0 0,0 1 0 0 0,14-6 0 0 0,4 2-178 0 0,0 2 0 0 0,35-7 0 0 0,-62 14 211 0 0,1 0-8 0 0,0-1-1 0 0,0 1 1 0 0,0 0-1 0 0,0 0 1 0 0,0-1 0 0 0,0 1-1 0 0,0 0 1 0 0,1 0-1 0 0,-1 0 1 0 0,0 0-1 0 0,0 0 1 0 0,0 1-1 0 0,0-1 1 0 0,0 0-1 0 0,0 0 1 0 0,0 1-1 0 0,0-1 1 0 0,0 1-1 0 0,0-1 1 0 0,0 1 0 0 0,0-1-1 0 0,0 1 1 0 0,0-1-1 0 0,0 1 1 0 0,0 0-1 0 0,-1 0 1 0 0,1-1-1 0 0,0 1 1 0 0,0 0-1 0 0,-1 0 1 0 0,1 0-1 0 0,-1 0 1 0 0,1 0 0 0 0,0 2-1 0 0,2 37 219 0 0,-4-25 44 0 0,1-14-233 0 0,0 0-1 0 0,0 1 1 0 0,-1-1 0 0 0,1 0 0 0 0,0 0 0 0 0,-1 1 0 0 0,1-1 0 0 0,-1 0 0 0 0,1 0 0 0 0,-1 0 0 0 0,0 1-1 0 0,1-1 1 0 0,-1 0 0 0 0,0 0 0 0 0,0 0 0 0 0,0 0 0 0 0,1 0 0 0 0,-1-1 0 0 0,0 1 0 0 0,-1 0-1 0 0,1 0 1 0 0,0-1 0 0 0,0 1 0 0 0,0 0 0 0 0,-2 0 0 0 0,-2 2 50 0 0,-5 11 545 0 0,-10-9-374 0 0,19-7-214 0 0,0 0 1 0 0,0 0 0 0 0,0 0 0 0 0,0 0-1 0 0,1 0 1 0 0,-1 0 0 0 0,1 0 0 0 0,0-1-1 0 0,0 1 1 0 0,-1 0 0 0 0,1 0-1 0 0,1-1 1 0 0,-1 1 0 0 0,1-3 0 0 0,-1 2-15 0 0,0 2-12 0 0,0 0 0 0 0,0-1 0 0 0,0 1 0 0 0,0 0 0 0 0,1 0 0 0 0,-1 0 0 0 0,0-1 0 0 0,1 1 0 0 0,-1 0 0 0 0,1 0 0 0 0,-1 0 0 0 0,1 0 0 0 0,0 0 0 0 0,-1 0 0 0 0,1 0 0 0 0,0 0 0 0 0,0 0 0 0 0,0 0 0 0 0,-1 1 0 0 0,1-1 0 0 0,0 0 0 0 0,0 0 0 0 0,2 0 0 0 0,7-7 0 0 0,-6 3-10 0 0,1 0 0 0 0,-1 0 0 0 0,1 0 0 0 0,1 1 0 0 0,-1 0 0 0 0,0 0 0 0 0,13-7 0 0 0,-13 10 4 0 0,0-1 0 0 0,0 1 0 0 0,1 1 0 0 0,-1-1-1 0 0,0 1 1 0 0,1 0 0 0 0,-1 0 0 0 0,0 0 0 0 0,0 1 0 0 0,1-1-1 0 0,-1 1 1 0 0,6 2 0 0 0,-8-2 15 0 0,-1 0 0 0 0,1 0-1 0 0,0 0 1 0 0,0 1 0 0 0,-1-1 0 0 0,1 1 0 0 0,-1-1-1 0 0,1 1 1 0 0,-1 0 0 0 0,1 0 0 0 0,-1 0-1 0 0,3 4 1 0 0,19 14 104 0 0,36 27 120 0 0,-55-42-226 0 0,-2-3-37 0 0,0 0 0 0 0,-1 0 1 0 0,1-1-1 0 0,0 1 0 0 0,0-1 0 0 0,0 1 0 0 0,0-1 1 0 0,0 0-1 0 0,1 0 0 0 0,-1-1 0 0 0,4 2 0 0 0,0-2-518 0 0,0 1-1 0 0,-1-1 1 0 0,1-1-1 0 0,-1 1 1 0 0,1-1-1 0 0,-1 0 1 0 0,1 0-1 0 0,-1-1 1 0 0,11-4-1 0 0,13-6-1999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4882 0 0,'-31'13'3602'0'0,"-29"-1"240"0"0,90-12-3602 0 0,0 0-240 0 0,1 0 0 0 0,29 7-160 0 0,-30-7-321 0 0,30 6-239 0 0,-29-6-240 0 0,-1-6-321 0 0,0-1-880 0 0,0 1-480 0 0,0 0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1921 0 0,'-30'11'4482'0'0,"-1"-3"-3121"0"0,31-2-1121 0 0,31-6-80 0 0,-31 5 240 0 0,0 3-80 0 0,30 4-80 0 0,30-5-160 0 0,31 5-80 0 0,150 7-480 0 0,-30-13-1361 0 0,-96-18-3521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09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37 1681 0 0,'146'6'6963'0'0,"-141"-6"-6883"0"0,0 0 13 0 0,23 4 156 0 0,-27-3-228 0 0,0-1 0 0 0,0 1 0 0 0,0-1 0 0 0,1 0 0 0 0,-1 0-1 0 0,0 0 1 0 0,0 1 0 0 0,1-1 0 0 0,-1 0 0 0 0,0-1-1 0 0,0 1 1 0 0,1 0 0 0 0,-1 0 0 0 0,0 0 0 0 0,0-1-1 0 0,0 1 1 0 0,1-1 0 0 0,-1 1 0 0 0,0-1 0 0 0,0 1 0 0 0,1-2-1 0 0,-2 1 140 0 0,26 1 227 0 0,-21 0 107 0 0,-6-1-453 0 0,0 1 0 0 0,0-1 0 0 0,0 0 0 0 0,0 1-1 0 0,0-1 1 0 0,0 1 0 0 0,0-1 0 0 0,0 1 0 0 0,0-1 0 0 0,0 1 0 0 0,0 0 0 0 0,-1 0 0 0 0,1-1 0 0 0,0 1 0 0 0,0 0 0 0 0,0 0-1 0 0,0 0 1 0 0,0 0 0 0 0,-1 0 0 0 0,1 1 0 0 0,-1-1 0 0 0,1 0 19 0 0,-9-7 647 0 0,-13 0-365 0 0,0 2-1 0 0,-1 0 0 0 0,-41-2 1 0 0,55 7-240 0 0,-12-3 44 0 0,1 1 1 0 0,-1 1 0 0 0,1 1 0 0 0,-1 1-1 0 0,1 1 1 0 0,-27 6 0 0 0,3 5-150 0 0,44-13 5 0 0,-7 0 12 0 0,3 1-3 0 0,0-1 1 0 0,1 2-1 0 0,-1-1 1 0 0,0 1-1 0 0,0-1 0 0 0,1 1 1 0 0,-1 1-1 0 0,1-1 1 0 0,0 1-1 0 0,0-1 0 0 0,0 1 1 0 0,-6 6-1 0 0,-22 11 1 0 0,27-18 11 0 0,3-2-19 0 0,1 0 0 0 0,0 1 0 0 0,0-1 1 0 0,0 0-1 0 0,-1 1 0 0 0,1-1 0 0 0,0 0 0 0 0,0 1 0 0 0,0 0 0 0 0,0-1 0 0 0,0 1 0 0 0,0-1 0 0 0,0 1 0 0 0,0 0 0 0 0,0 0 0 0 0,0 0 0 0 0,0 0 0 0 0,0 0 0 0 0,1-1 0 0 0,-1 1 0 0 0,0 0 0 0 0,1 1 0 0 0,-2 0 0 0 0,-2 3-9 0 0,0 0 0 0 0,-1 0 0 0 0,0-1 0 0 0,0 0 0 0 0,0 0 0 0 0,-1 0 0 0 0,-11 6 0 0 0,13-7 19 0 0,-6 12 199 0 0,8-13-203 0 0,-1 0 0 0 0,1 0 0 0 0,0 1 0 0 0,1-1 0 0 0,-1 1 0 0 0,0-1 0 0 0,1 1 0 0 0,-1 0 0 0 0,1 0 0 0 0,0-1 0 0 0,0 1 0 0 0,0 0 0 0 0,0 0 0 0 0,-1 6 1 0 0,0 52 83 0 0,3-34-86 0 0,-1-26-7 0 0,0 0 0 0 0,0 0 0 0 0,0 0 0 0 0,0 0 0 0 0,1 0 0 0 0,-1 0 0 0 0,0 0 0 0 0,1 0 0 0 0,-1 0 0 0 0,1 0 0 0 0,-1 0 0 0 0,1 0 0 0 0,-1 0 0 0 0,1 0 0 0 0,0 0 0 0 0,-1 0 0 0 0,1-1 0 0 0,0 1 0 0 0,0 0 0 0 0,0-1 0 0 0,0 1-1 0 0,-1 0 1 0 0,3 0 0 0 0,-2 0-6 0 0,0-1 0 0 0,0 1 0 0 0,0 0 0 0 0,0-1-1 0 0,0 1 1 0 0,0 0 0 0 0,0 0 0 0 0,0 0 0 0 0,0 0 0 0 0,-1 0-1 0 0,1 0 1 0 0,0 0 0 0 0,-1 0 0 0 0,1 0 0 0 0,0 0-1 0 0,-1 0 1 0 0,0 0 0 0 0,1 1 0 0 0,-1-1 0 0 0,0 0-1 0 0,1 0 1 0 0,-1 0 0 0 0,0 1 0 0 0,0 0 0 0 0,5 1-49 0 0,55 27 108 0 0,-54-28-47 0 0,0 0-1 0 0,0 0 1 0 0,0-1 0 0 0,0 1 0 0 0,1-1 0 0 0,-1 0 0 0 0,0-1 0 0 0,8 0-1 0 0,9 2 26 0 0,103 11 61 0 0,-23-10-73 0 0,135-13 0 0 0,-226 8-243 0 0,0 0-1 0 0,0-1 0 0 0,0 0 0 0 0,0 0 0 0 0,0-2 0 0 0,-1 1 0 0 0,0-1 0 0 0,0-1 1 0 0,0 0-1 0 0,-1-1 0 0 0,14-10 0 0 0,-3 3-705 0 0,90-62-4313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0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28 1281 0 0,'-51'-3'4181'0'0,"39"2"-3572"0"0,1 0 0 0 0,-1 1-1 0 0,-23 3 1 0 0,-146 10 1005 0 0,107-6-1089 0 0,-52 6 791 0 0,119-11-1286 0 0,-34 9 214 0 0,40-10-238 0 0,0 0 0 0 0,0 0-1 0 0,-1 0 1 0 0,1 0-1 0 0,0 0 1 0 0,0 0-1 0 0,0 0 1 0 0,0 0-1 0 0,0 1 1 0 0,0-1 0 0 0,0 0-1 0 0,1 0 1 0 0,-1 1-1 0 0,0-1 1 0 0,1 1-1 0 0,-1-1 1 0 0,1 1-1 0 0,-1-1 1 0 0,1 1 0 0 0,0-1-1 0 0,-1 1 1 0 0,1-1-1 0 0,0 1 1 0 0,0 1-1 0 0,0 7-1 0 0,-1-5 4 0 0,1-1-1 0 0,0 1 1 0 0,0-1-1 0 0,0 1 1 0 0,1-1 0 0 0,0 0-1 0 0,-1 1 1 0 0,1-1 0 0 0,2 5-1 0 0,7 9 22 0 0,0 0 0 0 0,0-1 0 0 0,2 0 0 0 0,0-1 0 0 0,20 20 0 0 0,-10-20-2 0 0,1-2-1 0 0,1 0 1 0 0,1-2 0 0 0,-1 0-1 0 0,33 9 1 0 0,-28-11-5 0 0,-1-1 1 0 0,56 8-1 0 0,-9-3-36 0 0,-33-7 46 0 0,0-2 0 0 0,0-2-1 0 0,1-2 1 0 0,-1-2 0 0 0,0-1-1 0 0,0-3 1 0 0,66-14 0 0 0,-100 16-15 0 0,1 0 0 0 0,-1 0 0 0 0,1-1 0 0 0,-1 0 0 0 0,0-1 0 0 0,-1 1 0 0 0,1-1 0 0 0,-1-1 0 0 0,0 1-1 0 0,8-10 1 0 0,-14 14-10 0 0,-1 0-1 0 0,1 1 0 0 0,-1-1 0 0 0,1 0 0 0 0,-1 0 0 0 0,0 0 0 0 0,1 0 0 0 0,-1 0 0 0 0,0 0 0 0 0,0 0 0 0 0,0 0 0 0 0,0 0 0 0 0,0 0 0 0 0,0 0 0 0 0,0 0 0 0 0,0 0 1 0 0,0 0-1 0 0,0 0 0 0 0,0 0 0 0 0,-1 0 0 0 0,1 0 0 0 0,0 0 0 0 0,-1 1 0 0 0,1-1 0 0 0,-1 0 0 0 0,0-1 0 0 0,-20-25 102 0 0,12 17-46 0 0,-16-15 70 0 0,0 0 0 0 0,-2 2 0 0 0,-1 1 0 0 0,-1 1 0 0 0,-1 1 0 0 0,0 2 0 0 0,-1 1-1 0 0,-1 2 1 0 0,-49-17 0 0 0,33 14-807 0 0,-2 3-1 0 0,0 3 0 0 0,0 1 1 0 0,-1 3-1 0 0,-95-4 0 0 0,131 13-2165 0 0,-11 5-2028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1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121 160 1040 0 0,'-25'0'1841'0'0,"20"0"-360"0"0,0 0-294 0 0,-76 14 2335 0 0,76-14-3189 0 0,10 0-199 0 0,16 0-1 0 0,-16 0-13 0 0,0 0 120 0 0,117 0 1115 0 0,1308-39 2879 0 0,-764-41-3445 0 0,-643 77-777 0 0,11-1 81 0 0,0-2 1 0 0,0-1-1 0 0,-1-1 0 0 0,38-16 1 0 0,-66 22-414 0 0,-5 15-7124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2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70 720 0 0,'0'0'71'0'0,"0"0"-1"0"0,0-1 0 0 0,0 1 1 0 0,-1 0-1 0 0,1-1 0 0 0,0 1 0 0 0,0 0 1 0 0,0-1-1 0 0,0 1 0 0 0,-1 0 1 0 0,1-1-1 0 0,0 1 0 0 0,0 0 1 0 0,-1 0-1 0 0,1-1 0 0 0,0 1 0 0 0,0 0 1 0 0,-1 0-1 0 0,1 0 0 0 0,0-1 1 0 0,-1 1-1 0 0,1 0 0 0 0,0 0 1 0 0,-1 0-1 0 0,1 0 0 0 0,0 0 1 0 0,-1 0-1 0 0,1 0 0 0 0,0 0 0 0 0,-1 0 1 0 0,1 0-1 0 0,0 0 0 0 0,-1 0 1 0 0,1 0-1 0 0,0 0 0 0 0,-1 0 1 0 0,1 0-1 0 0,0 0 0 0 0,-1 0 0 0 0,1 0 1 0 0,-1 1-1 0 0,-13-4 1388 0 0,10-9 3349 0 0,4 11-4749 0 0,0 0 1 0 0,0 0-1 0 0,0 0 1 0 0,-1 0-1 0 0,1 0 0 0 0,0 0 1 0 0,0-1-1 0 0,-1 1 1 0 0,1 0-1 0 0,0 0 0 0 0,-1 0 1 0 0,1 1-1 0 0,-1-1 1 0 0,1 0-1 0 0,-1 0 1 0 0,0 0-1 0 0,1 0 0 0 0,-1 0 1 0 0,0 1-1 0 0,0-1 1 0 0,1 0-1 0 0,-1 0 0 0 0,0 1 1 0 0,0-1-1 0 0,0 1 1 0 0,0-1-1 0 0,0 1 1 0 0,0-1-1 0 0,-2 0 0 0 0,-3-2 97 0 0,-5-11 326 0 0,-9 9-321 0 0,19 5-139 0 0,0-1 0 0 0,0 1 1 0 0,0 0-1 0 0,0-1 1 0 0,0 1-1 0 0,0 0 0 0 0,0 0 1 0 0,0 0-1 0 0,0 0 1 0 0,0 0-1 0 0,0 0 0 0 0,0 0 1 0 0,0 1-1 0 0,0-1 1 0 0,0 0-1 0 0,0 0 0 0 0,0 1 1 0 0,0-1-1 0 0,0 1 0 0 0,0-1 1 0 0,0 1-1 0 0,0-1 1 0 0,0 1-1 0 0,0 0 0 0 0,0-1 1 0 0,1 1-1 0 0,-1 0 1 0 0,0 0-1 0 0,0 0 0 0 0,1-1 1 0 0,-1 1-1 0 0,1 0 1 0 0,-1 0-1 0 0,0 2 0 0 0,-1 3-8 0 0,1 0-1 0 0,1-1 0 0 0,-1 1 0 0 0,1 0 0 0 0,1 12 1 0 0,-1 2 45 0 0,-1 0 27 0 0,0-16-58 0 0,1 0-1 0 0,-1 1 0 0 0,1-1 0 0 0,0 1 1 0 0,0-1-1 0 0,1 1 0 0 0,-1-1 0 0 0,1 1 1 0 0,0-1-1 0 0,0 0 0 0 0,3 7 0 0 0,-4-10-25 0 0,4 4 31 0 0,-1 0 0 0 0,0 0 0 0 0,-1 0 0 0 0,1 0 0 0 0,-1 0 0 0 0,0 1 0 0 0,0-1 0 0 0,-1 1 0 0 0,0 0 0 0 0,0-1 0 0 0,0 1 0 0 0,-1 0 0 0 0,1-1 0 0 0,-2 7 0 0 0,1-8-19 0 0,1-1 0 0 0,-1 1 0 0 0,1-1 0 0 0,0 1 0 0 0,0-1 0 0 0,0 1 0 0 0,0-1 0 0 0,0 0 0 0 0,1 1 0 0 0,0-1 1 0 0,-1 0-1 0 0,4 4 0 0 0,3 6 43 0 0,8 13 70 0 0,-14-23-76 0 0,0 0 0 0 0,1 0 0 0 0,-1 1 0 0 0,-1-1 0 0 0,1 0 0 0 0,0 1 0 0 0,-1 0 1 0 0,0-1-1 0 0,0 1 0 0 0,0 0 0 0 0,0 0 0 0 0,-1 0 0 0 0,1 7 0 0 0,-1-10 1058 0 0,0-2-1042 0 0,0-3-39 0 0,5 3 26 0 0,31-2 16 0 0,43-10 0 0 0,-29 4-33 0 0,101-22-116 0 0,-147 30-139 0 0,1-1 0 0 0,0 1 0 0 0,-1-1 0 0 0,1 0 0 0 0,-1 0 0 0 0,0 0 0 0 0,0-1 1 0 0,0 1-1 0 0,4-4 0 0 0,-7 5-17 0 0,1 0 0 0 0,-1 0 0 0 0,0 0 0 0 0,0 0 0 0 0,0-1 0 0 0,0 1 0 0 0,0 0 0 0 0,0-1 0 0 0,0 1 0 0 0,0 0 1 0 0,-1-1-1 0 0,1 1 0 0 0,0-1 0 0 0,-1 1 0 0 0,1-1 0 0 0,-1 0 0 0 0,0 1 0 0 0,1-1 0 0 0,-1 1 0 0 0,0-1 0 0 0,0 0 0 0 0,0 1 0 0 0,0-1 0 0 0,0 0 1 0 0,-1 1-1 0 0,1-1 0 0 0,0 1 0 0 0,-2-4 0 0 0,-23-36-4980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2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1921 0 0,'-1'-1'157'0'0,"0"0"-1"0"0,0 0 1 0 0,0 0 0 0 0,1 1-1 0 0,-1-1 1 0 0,0 0 0 0 0,0 1 0 0 0,-1-1-1 0 0,1 0 1 0 0,0 1 0 0 0,0-1 0 0 0,0 1-1 0 0,0 0 1 0 0,0-1 0 0 0,-1 1-1 0 0,1 0 1 0 0,0 0 0 0 0,0-1 0 0 0,0 1-1 0 0,-3 1 1 0 0,4-2 87 0 0,-5 1 970 0 0,0 0-321 0 0,-51 0 495 0 0,56 0-1308 0 0,5 7-54 0 0,23 13 219 0 0,-1 2 0 0 0,-2 1-1 0 0,0 1 1 0 0,-1 2-1 0 0,-2 0 1 0 0,0 1-1 0 0,-2 1 1 0 0,23 42-1 0 0,23 71 453 0 0,-49-100-478 0 0,46 79-1 0 0,-51-101-170 0 0,-1 2 0 0 0,0-1 0 0 0,-1 1 0 0 0,11 37 0 0 0,-1-26-194 0 0,-20-31 92 0 0,0 0 0 0 0,1-1 0 0 0,-1 1 1 0 0,0 0-1 0 0,0-1 0 0 0,1 1 0 0 0,-1 0 0 0 0,0-1 1 0 0,1 1-1 0 0,-1-1 0 0 0,1 1 0 0 0,-1-1 0 0 0,1 1 1 0 0,-1-1-1 0 0,1 1 0 0 0,-1-1 0 0 0,1 1 0 0 0,-1-1 1 0 0,1 1-1 0 0,-1-1 0 0 0,1 0 0 0 0,0 1 0 0 0,-1-1 1 0 0,1 0-1 0 0,0 0 0 0 0,-1 0 0 0 0,1 1 1 0 0,0-1-1 0 0,0 0 0 0 0,-1 0 0 0 0,1 0 0 0 0,0 0 1 0 0,-1 0-1 0 0,1 0 0 0 0,0 0 0 0 0,-1 0 0 0 0,1-1 1 0 0,0 1-1 0 0,-1 0 0 0 0,1 0 0 0 0,1-1 0 0 0,14-30-3019 0 0,-16 30 2950 0 0,26-45-3545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0,'3'4'4836'0'0,"9"-1"-3809"0"0,8 4-1127 0 0,126 101 980 0 0,-141-104-834 0 0,0 0 1 0 0,0 1-1 0 0,0-1 0 0 0,0 1 0 0 0,-1 0 1 0 0,0 0-1 0 0,0 1 0 0 0,0-1 1 0 0,-1 1-1 0 0,1 0 0 0 0,-2 0 0 0 0,4 8 1 0 0,-3-7-22 0 0,3 2-5 0 0,0 1-1 0 0,0-1 0 0 0,1 0 1 0 0,0-1-1 0 0,0 0 1 0 0,1 0-1 0 0,0 0 1 0 0,13 8-1 0 0,79 51 33 0 0,-9-18-2307 0 0,-61-41-1066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1201 0 0,'0'12'1440'0'0,"0"1"-239"0"0,0 12-241 0 0,30 13-159 0 0,-30-18-401 0 0,0-1-240 0 0,24 19 80 0 0,-24 7 0 0 0,30 4 80 0 0,1 3-160 0 0,-31-7-80 0 0,30-1-80 0 0,0-6 0 0 0,-30-13-80 0 0,0-11-400 0 0,30-9-320 0 0,0-16-1281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5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61 148 2081 0 0,'-60'20'4389'0'0,"65"-28"-4149"0"0,11 4-85 0 0,1 1 1 0 0,0 0 0 0 0,-1 1-1 0 0,1 1 1 0 0,0 1-1 0 0,0 0 1 0 0,25 4 0 0 0,9-2 79 0 0,261-5 1055 0 0,-242 0-1032 0 0,850-85 1969 0 0,-892 83-2743 0 0,0-1 0 0 0,38-14-1 0 0,-23 6-2189 0 0,8 0-2603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15 1121 0 0,'0'0'62'0'0,"0"1"1"0"0,0-1-1 0 0,0 1 1 0 0,0-1-1 0 0,0 1 1 0 0,0-1-1 0 0,1 1 1 0 0,-1-1-1 0 0,0 1 1 0 0,0-1-1 0 0,0 1 1 0 0,1-1-1 0 0,-1 1 1 0 0,0-1-1 0 0,1 0 1 0 0,-1 1-1 0 0,0-1 1 0 0,1 1-1 0 0,-1-1 1 0 0,1 0-1 0 0,-1 1 1 0 0,1-1-1 0 0,-1 0 1 0 0,0 0-1 0 0,1 1 1 0 0,-1-1-1 0 0,1 0 1 0 0,-1 0-1 0 0,1 0 1 0 0,-1 0-1 0 0,1 1 1 0 0,0-1-1 0 0,-1 0 1 0 0,1 0-1 0 0,-1 0 1 0 0,1 0-1 0 0,-1 0 1 0 0,1 0 0 0 0,-1 0-1 0 0,1-1 1 0 0,0 1-1 0 0,0 0 17 0 0,-1 0 0 0 0,0 0 0 0 0,1-1 0 0 0,-1 1 1 0 0,1 0-1 0 0,-1 0 0 0 0,1 0 0 0 0,-1 0 0 0 0,0 0 0 0 0,1 0 0 0 0,-1 0 0 0 0,1 0 0 0 0,-1 0 0 0 0,1 1 0 0 0,-1-1 1 0 0,0 0-1 0 0,1 0 0 0 0,-1 0 0 0 0,1 0 0 0 0,-1 1 0 0 0,0-1 0 0 0,1 0 0 0 0,-1 0 0 0 0,0 1 0 0 0,1-1 1 0 0,-1 0-1 0 0,0 0 0 0 0,1 1 0 0 0,-1-1 0 0 0,0 0 0 0 0,0 1 0 0 0,1-1 0 0 0,-1 1 0 0 0,0-1 0 0 0,0 0 0 0 0,0 1 1 0 0,1-1-1 0 0,-1 1 0 0 0,0 0 0 0 0,5-3 574 0 0,15-3-239 0 0,-15 4-161 0 0,-10 2-92 0 0,-15 4-68 0 0,20-4-81 0 0,0-1 1 0 0,-1 0-1 0 0,1 0 0 0 0,0-1 0 0 0,0 1 1 0 0,-1 0-1 0 0,1 0 0 0 0,0 0 1 0 0,0 0-1 0 0,0 0 0 0 0,-1 0 1 0 0,1 0-1 0 0,0 0 0 0 0,0 0 1 0 0,0 0-1 0 0,0 0 0 0 0,-1-1 1 0 0,1 1-1 0 0,0 0 0 0 0,0 0 1 0 0,0 0-1 0 0,0 0 0 0 0,-1 0 1 0 0,1-1-1 0 0,0 1 0 0 0,0 0 1 0 0,0 0-1 0 0,0 0 0 0 0,0-1 0 0 0,0 1 1 0 0,0 0-1 0 0,0 0 0 0 0,0 0 1 0 0,0-1-1 0 0,0 1 0 0 0,0 0 1 0 0,0 0-1 0 0,0 0 0 0 0,0-1 1 0 0,0 1-1 0 0,0 0 0 0 0,0 0 1 0 0,0 0-1 0 0,0-1 0 0 0,0 1 1 0 0,0 0-1 0 0,0-1 2 0 0,0 1 1 0 0,0-1-1 0 0,0 1 1 0 0,0 0-1 0 0,0-1 1 0 0,0 1-1 0 0,0 0 1 0 0,0-1-1 0 0,0 1 0 0 0,0-1 1 0 0,0 1-1 0 0,0 0 1 0 0,0-1-1 0 0,-1 1 1 0 0,1 0-1 0 0,0-1 1 0 0,0 1-1 0 0,0 0 1 0 0,-1-1-1 0 0,1 1 0 0 0,0 0 1 0 0,0-1-1 0 0,-1 1 1 0 0,1 0-1 0 0,0 0 1 0 0,0-1-1 0 0,-1 1 1 0 0,1 0-1 0 0,0 0 1 0 0,-1 0-1 0 0,-35-7 689 0 0,0 3-1 0 0,-68-1 1 0 0,-113 25 1578 0 0,46-14-987 0 0,157-4-1176 0 0,18 2-69 0 0,28 8-42 0 0,-18-7 5 0 0,313 124 135 0 0,-278-112-147 0 0,30 10-40 0 0,88 45 0 0 0,-141-60 44 0 0,-6-3-60 0 0,0 1 0 0 0,-1 1 1 0 0,0 1-1 0 0,19 15 0 0 0,-35-24 47 0 0,0-1 1 0 0,0 0-1 0 0,-1 1 0 0 0,1 0 0 0 0,0 0 1 0 0,-1 0-1 0 0,0 0 0 0 0,1 0 0 0 0,-1 0 0 0 0,-1 0 1 0 0,1 1-1 0 0,0-1 0 0 0,-1 1 0 0 0,0-1 1 0 0,1 1-1 0 0,-1 0 0 0 0,-1 0 0 0 0,1-1 0 0 0,-1 1 1 0 0,1 0-1 0 0,-1 0 0 0 0,0 0 0 0 0,0-1 1 0 0,-1 1-1 0 0,1 0 0 0 0,-1 0 0 0 0,0 0 0 0 0,0-1 1 0 0,0 1-1 0 0,-2 4 0 0 0,-1-2 19 0 0,0 0-1 0 0,0-1 0 0 0,0 1 1 0 0,-1-1-1 0 0,0 0 1 0 0,0 0-1 0 0,0-1 0 0 0,0 1 1 0 0,-1-1-1 0 0,1-1 1 0 0,-1 1-1 0 0,0-1 0 0 0,0 0 1 0 0,-12 4-1 0 0,-4 1-2 0 0,-1-1-1 0 0,-45 8 0 0 0,-12-6 29 0 0,-1-3 0 0 0,0-3-1 0 0,-1-5 1 0 0,-97-13 0 0 0,177 15-29 0 0,-1 0 1 0 0,0-1 0 0 0,1 1-1 0 0,-1-1 1 0 0,1 1 0 0 0,0-1-1 0 0,-1 0 1 0 0,1 0 0 0 0,-1 0-1 0 0,1-1 1 0 0,-3-1 0 0 0,4 2-34 0 0,0 1 0 0 0,1-1 0 0 0,-1 0 0 0 0,1 1 0 0 0,-1-1 0 0 0,1 0 0 0 0,-1 1 0 0 0,1-1 0 0 0,0 0 0 0 0,-1 0 0 0 0,1 1 0 0 0,0-1 1 0 0,-1 0-1 0 0,1 0 0 0 0,0 0 0 0 0,0 0 0 0 0,0 1 0 0 0,0-1 0 0 0,0 0 0 0 0,0 0 0 0 0,0 0 0 0 0,0 0 0 0 0,1-1 0 0 0,0-2-163 0 0,1-1-1 0 0,1 1 0 0 0,-1 0 1 0 0,1 0-1 0 0,-1 0 0 0 0,1 0 0 0 0,1 0 1 0 0,-1 1-1 0 0,0-1 0 0 0,1 1 1 0 0,4-4-1 0 0,73-53-2890 0 0,9-10-1095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8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1601 0 0,'-2'3'337'0'0,"1"0"-1"0"0,-1 0 1 0 0,-1-1 0 0 0,1 1 0 0 0,0 0 0 0 0,-1-1 0 0 0,1 0 0 0 0,-1 1 0 0 0,0-1 0 0 0,0 0-1 0 0,0 0 1 0 0,0-1 0 0 0,0 1 0 0 0,0 0 0 0 0,-4 0 0 0 0,-3 4 209 0 0,-3 1-228 0 0,0 0 1 0 0,-1-1 0 0 0,-18 6-1 0 0,-17 8 235 0 0,48-19-539 0 0,1 0 0 0 0,-1 0 0 0 0,0 1-1 0 0,1-1 1 0 0,-1 0 0 0 0,1 0 0 0 0,-1 0 0 0 0,1 1-1 0 0,0-1 1 0 0,-1 0 0 0 0,1 0 0 0 0,0 1 0 0 0,0-1-1 0 0,0 0 1 0 0,0 0 0 0 0,0 1 0 0 0,0-1 0 0 0,0 0-1 0 0,1 1 1 0 0,-1-1 0 0 0,0 0 0 0 0,1 0 0 0 0,-1 1-1 0 0,1-1 1 0 0,-1 0 0 0 0,1 0 0 0 0,0 0 0 0 0,0 1-1 0 0,20 6 18 0 0,-1 0-1 0 0,1-2 1 0 0,24 4-1 0 0,-36-8-5 0 0,42 6-129 0 0,0-2-1 0 0,0-2 1 0 0,1-2-1 0 0,0-3 1 0 0,53-7-1 0 0,-80 4-41 0 0,-24 3 137 0 0,0 0 0 0 0,-1 0 0 0 0,1 0 1 0 0,-1 0-1 0 0,1 0 0 0 0,-1 0 0 0 0,1 0 1 0 0,-1 0-1 0 0,0-1 0 0 0,1 1 0 0 0,-1 0 1 0 0,0 0-1 0 0,0 0 0 0 0,0 0 0 0 0,0 0 1 0 0,0-1-1 0 0,0 1 0 0 0,0 0 0 0 0,0 0 1 0 0,-1 0-1 0 0,1 0 0 0 0,0 0 0 0 0,-1-1 1 0 0,1 1-1 0 0,-1 0 0 0 0,1 0 1 0 0,-1 0-1 0 0,-1-2 0 0 0,-5-1 16 0 0,0 0-1 0 0,0 1 1 0 0,-1 0 0 0 0,1 0-1 0 0,-1 0 1 0 0,0 1-1 0 0,-8-1 1 0 0,-1-2 33 0 0,-84-21 374 0 0,76 21-210 0 0,-1 1 0 0 0,0 1 0 0 0,0 2 0 0 0,0 0-1 0 0,0 2 1 0 0,-45 6 0 0 0,68-6-167 0 0,-1-1 0 0 0,1 1 0 0 0,0 0-1 0 0,0 0 1 0 0,0 0 0 0 0,0 1 0 0 0,0-1 0 0 0,1 1-1 0 0,-1 0 1 0 0,0-1 0 0 0,1 1 0 0 0,-1 0 0 0 0,1 1-1 0 0,0-1 1 0 0,-1 0 0 0 0,1 1 0 0 0,0-1 0 0 0,1 1-1 0 0,-1 0 1 0 0,0-1 0 0 0,1 1 0 0 0,-1 0 0 0 0,1 0-1 0 0,0 0 1 0 0,0 0 0 0 0,0 0 0 0 0,0 0 0 0 0,1 1-1 0 0,-1-1 1 0 0,1 0 0 0 0,0 5 0 0 0,0 0-17 0 0,1 0-1 0 0,0 0 1 0 0,0 0 0 0 0,1-1-1 0 0,0 1 1 0 0,0-1 0 0 0,0 1-1 0 0,1-1 1 0 0,1 0 0 0 0,-1 0 0 0 0,9 11-1 0 0,5 3-90 0 0,2 0-1 0 0,1-2 0 0 0,0-1 0 0 0,2 0 1 0 0,0-2-1 0 0,0 0 0 0 0,37 18 1 0 0,-45-26-287 0 0,1 0 1 0 0,0-1 0 0 0,0-1-1 0 0,1 0 1 0 0,0-1 0 0 0,0-1 0 0 0,0 0-1 0 0,1-2 1 0 0,-1 0 0 0 0,1 0-1 0 0,-1-1 1 0 0,1-2 0 0 0,22-2-1 0 0,47-13-4137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8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96 154 3362 0 0,'0'1'131'0'0,"-1"-1"1"0"0,1 1-1 0 0,0 0 1 0 0,-1-1-1 0 0,1 1 1 0 0,0 0-1 0 0,-1-1 1 0 0,1 1-1 0 0,-1 0 1 0 0,1-1-1 0 0,-1 1 1 0 0,1-1-1 0 0,-1 1 1 0 0,1-1-1 0 0,-1 1 1 0 0,0-1-1 0 0,1 1 1 0 0,-1-1-1 0 0,0 1 1 0 0,1-1-1 0 0,-1 0 1 0 0,0 1-1 0 0,1-1 1 0 0,-1 0-1 0 0,0 0 1 0 0,0 0 0 0 0,0 0-1 0 0,1 0 1 0 0,-1 0-1 0 0,0 0 1 0 0,0 0-1 0 0,1 0 1 0 0,-1 0-1 0 0,0 0 1 0 0,0 0-1 0 0,1 0 1 0 0,-2-1-1 0 0,-30-5-33 0 0,32 5-93 0 0,0 1 0 0 0,-1 0 0 0 0,1 0-1 0 0,0 0 1 0 0,-1-1 0 0 0,1 1 0 0 0,0 0 0 0 0,-1 0-1 0 0,1-1 1 0 0,0 1 0 0 0,-1 0 0 0 0,1-1-1 0 0,0 1 1 0 0,0 0 0 0 0,-1-1 0 0 0,1 1 0 0 0,0 0-1 0 0,0-1 1 0 0,0 1 0 0 0,-1-1 0 0 0,1 1 0 0 0,0 0-1 0 0,0-1 1 0 0,0 1 0 0 0,0-1 0 0 0,0 1 0 0 0,0 0-1 0 0,0-1 1 0 0,-4-8 43 0 0,1 6-32 0 0,-19-19 63 0 0,21 21-77 0 0,1 0 0 0 0,-1 0 0 0 0,1 0 0 0 0,-1 0 0 0 0,1 0 0 0 0,0 0 0 0 0,-1 0 0 0 0,1 0 0 0 0,0 0 0 0 0,0 0 0 0 0,0 0 0 0 0,0 0 0 0 0,0-1 0 0 0,0 1 0 0 0,0 0 0 0 0,0 0 0 0 0,0 0 0 0 0,0 0 0 0 0,1 0 1 0 0,-1 0-1 0 0,1 0 0 0 0,-1 0 0 0 0,0 0 0 0 0,1 0 0 0 0,0 0 0 0 0,-1 0 0 0 0,1 0 0 0 0,-1 0 0 0 0,1 0 0 0 0,0 0 0 0 0,1-1 0 0 0,6-3-4 0 0,-7 4-1 0 0,0 1-1 0 0,0-1 1 0 0,0 0 0 0 0,0 1 0 0 0,0-1-1 0 0,0 0 1 0 0,0 0 0 0 0,0 0 0 0 0,0 1-1 0 0,0-1 1 0 0,0 0 0 0 0,-1 0 0 0 0,1 0-1 0 0,0 0 1 0 0,-1-1 0 0 0,1 1 0 0 0,-1 0-1 0 0,1 0 1 0 0,-1 0 0 0 0,0 0 0 0 0,1-1-1 0 0,-1 1 1 0 0,0-2 0 0 0,1 1-4 0 0,0 0-1 0 0,0 0 1 0 0,0 0 0 0 0,0 0-1 0 0,0 0 1 0 0,0 0 0 0 0,1 0-1 0 0,-1 0 1 0 0,1 1 0 0 0,-1-1-1 0 0,1 0 1 0 0,0 1 0 0 0,-1 0-1 0 0,1-1 1 0 0,4-1 0 0 0,34-18-196 0 0,-39 21 201 0 0,-1 0 0 0 0,1 0 0 0 0,0 0 0 0 0,0 0 1 0 0,0 0-1 0 0,-1 0 0 0 0,1 0 0 0 0,0 0 0 0 0,0 0 0 0 0,0 1 0 0 0,-1-1 1 0 0,1 0-1 0 0,0 0 0 0 0,-1 1 0 0 0,1-1 0 0 0,0 1 0 0 0,0-1 0 0 0,-1 0 1 0 0,1 1-1 0 0,-1-1 0 0 0,1 1 0 0 0,0 0 0 0 0,-1-1 0 0 0,1 1 0 0 0,-1-1 0 0 0,1 1 1 0 0,-1 0-1 0 0,0-1 0 0 0,1 1 0 0 0,-1 0 0 0 0,1 0 0 0 0,-1-1 0 0 0,0 1 1 0 0,0 0-1 0 0,1 1 0 0 0,5 41 197 0 0,-9 24 1131 0 0,3-69-1324 0 0,0 1-1 0 0,0 0 1 0 0,0 0 0 0 0,-1 0-1 0 0,1 0 1 0 0,0 0 0 0 0,0 0-1 0 0,-1 0 1 0 0,1 0 0 0 0,-1 0-1 0 0,1 0 1 0 0,-1 0 0 0 0,1 0-1 0 0,-1 0 1 0 0,0 0 0 0 0,1 1 0 0 0,-1-1-1 0 0,0 0 1 0 0,0 0 0 0 0,0 1-1 0 0,1-1 1 0 0,-1 0 0 0 0,0 1-1 0 0,-1-1 1 0 0,0 0-1 0 0,1 0 0 0 0,0 1 0 0 0,0-1 0 0 0,0 0 0 0 0,0 0 0 0 0,1 1 0 0 0,-1-1 0 0 0,0 0 0 0 0,0 0 0 0 0,0 0 0 0 0,1 0 0 0 0,-1 0 0 0 0,0 0 0 0 0,1 0 0 0 0,-1 0 0 0 0,1-1 0 0 0,-1 1 0 0 0,1 0 0 0 0,0 0 0 0 0,-1 0 0 0 0,1 0 0 0 0,0-1 0 0 0,0 1 0 0 0,0-2 0 0 0,0 1 3 0 0,-1 1 1 0 0,1-1 0 0 0,0 0-1 0 0,1 1 1 0 0,-1-1 0 0 0,0 0 0 0 0,0 1-1 0 0,1-1 1 0 0,-1 0 0 0 0,1 1-1 0 0,-1-1 1 0 0,1 1 0 0 0,0-1 0 0 0,-1 1-1 0 0,1-1 1 0 0,0 1 0 0 0,0-1-1 0 0,0 1 1 0 0,0 0 0 0 0,0 0 0 0 0,1-1-1 0 0,-1 1 1 0 0,0 0 0 0 0,1 0-1 0 0,-1 0 1 0 0,0 0 0 0 0,1 1 0 0 0,-1-1-1 0 0,1 0 1 0 0,-1 1 0 0 0,1-1-1 0 0,0 1 1 0 0,-1-1 0 0 0,1 1 0 0 0,-1 0-1 0 0,1-1 1 0 0,0 1 0 0 0,-1 0-1 0 0,1 0 1 0 0,0 0 0 0 0,-1 0 0 0 0,1 1-1 0 0,0-1 1 0 0,-1 0 0 0 0,1 1-1 0 0,1 0 1 0 0,15 4 121 0 0,0 0 0 0 0,-1 1 1 0 0,29 14-1 0 0,-36-15-65 0 0,45 22 410 0 0,-1 3 0 0 0,93 69 1 0 0,-86-59-1420 0 0,-61-40 906 0 0,0 0-1 0 0,1 0 0 0 0,-1 0 0 0 0,0 0 1 0 0,0 1-1 0 0,1-1 0 0 0,-1 0 0 0 0,0 0 1 0 0,1 0-1 0 0,-1 0 0 0 0,0 0 0 0 0,1 0 1 0 0,-1 0-1 0 0,0 0 0 0 0,0 0 0 0 0,1 0 0 0 0,-1 0 1 0 0,0 0-1 0 0,1 0 0 0 0,-1 0 0 0 0,0 0 1 0 0,1 0-1 0 0,-1 0 0 0 0,0 0 0 0 0,1-1 1 0 0,-1 1-1 0 0,0 0 0 0 0,0 0 0 0 0,1 0 1 0 0,-1 0-1 0 0,0-1 0 0 0,0 1 0 0 0,1 0 0 0 0,1-2-231 0 0,0 0-1 0 0,0 1 0 0 0,0-1 0 0 0,0 0 0 0 0,0 0 0 0 0,0 0 0 0 0,-1 0 1 0 0,1 0-1 0 0,-1-1 0 0 0,0 1 0 0 0,2-4 0 0 0,5-8-1295 0 0,17-12-1365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9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71 1121 0 0,'-116'-13'3534'0'0,"111"7"-2881"0"0,0-1-585 0 0,-2 5-20 0 0,6 2-37 0 0,1 0 1 0 0,-1 0-1 0 0,0 0 0 0 0,0 0 0 0 0,1-1 1 0 0,-1 1-1 0 0,0 0 0 0 0,1 0 0 0 0,-1 0 1 0 0,0-1-1 0 0,0 1 0 0 0,1 0 0 0 0,-1-1 1 0 0,1 1-1 0 0,-1-1 0 0 0,0 1 0 0 0,1-1 1 0 0,-1 1-1 0 0,1-1 0 0 0,-1 1 0 0 0,1-1 1 0 0,-1 1-1 0 0,1-1 0 0 0,-1 0 1 0 0,1 1-1 0 0,0-1 0 0 0,-1 0 0 0 0,1 1 1 0 0,0-1-1 0 0,0 0 0 0 0,0 1 0 0 0,-1-1 1 0 0,1 0-1 0 0,0 0 0 0 0,0-1 0 0 0,0 2-5 0 0,0-1-1 0 0,0 1 0 0 0,-1-1 0 0 0,1 1 0 0 0,0-1 0 0 0,0 1 1 0 0,-1-1-1 0 0,1 1 0 0 0,0 0 0 0 0,-1-1 0 0 0,1 1 0 0 0,-1-1 1 0 0,1 1-1 0 0,0 0 0 0 0,-1-1 0 0 0,1 1 0 0 0,-1 0 1 0 0,1-1-1 0 0,-1 1 0 0 0,1 0 0 0 0,-1 0 0 0 0,1-1 0 0 0,-1 1 1 0 0,1 0-1 0 0,-1 0 0 0 0,0 0 0 0 0,1 0 0 0 0,-1 0 0 0 0,1 0 1 0 0,-1 0-1 0 0,1 0 0 0 0,-1 0 0 0 0,0 0 0 0 0,0 0 3 0 0,1 0-1 0 0,-1 0 0 0 0,1 0 1 0 0,-1 0-1 0 0,1 0 1 0 0,-1 0-1 0 0,0 0 0 0 0,1 0 1 0 0,-1 0-1 0 0,1 0 1 0 0,-1 0-1 0 0,1 0 0 0 0,-1 0 1 0 0,1-1-1 0 0,-1 1 0 0 0,1 0 1 0 0,-1 0-1 0 0,1-1 1 0 0,-1 1-1 0 0,1 0 0 0 0,0-1 1 0 0,-1 1-1 0 0,1-1 0 0 0,-1 1 1 0 0,1 0-1 0 0,0-1 1 0 0,-1 1-1 0 0,1-1 0 0 0,0 1 1 0 0,0-1-1 0 0,-1 1 0 0 0,1-1 1 0 0,0 0-1 0 0,5-1 220 0 0,15-2 13 0 0,-15 3 0 0 0,-10 2 14 0 0,-5 2-137 0 0,0 0 1 0 0,0 1 0 0 0,1 0-1 0 0,-1 0 1 0 0,1 1-1 0 0,0 0 1 0 0,0 1 0 0 0,0 0-1 0 0,1 0 1 0 0,0 1 0 0 0,0 0-1 0 0,1 0 1 0 0,0 1-1 0 0,0 0 1 0 0,1 0 0 0 0,0 1-1 0 0,0-1 1 0 0,1 1 0 0 0,0 1-1 0 0,1-1 1 0 0,-5 15-1 0 0,2 11-19 0 0,1 0-1 0 0,2 1 0 0 0,2 0 0 0 0,1 0 0 0 0,2 0 0 0 0,1 0 0 0 0,2 0 0 0 0,1-1 0 0 0,2 1 0 0 0,19 56 0 0 0,-20-71-45 0 0,1 0 1 0 0,1-1-1 0 0,1 0 0 0 0,1 0 1 0 0,1-1-1 0 0,0 0 1 0 0,18 21-1 0 0,-24-34-93 0 0,0-1-1 0 0,0 0 0 0 0,1 0 0 0 0,0-1 1 0 0,0 0-1 0 0,0 0 0 0 0,0 0 1 0 0,1-1-1 0 0,-1 0 0 0 0,1 0 0 0 0,0 0 1 0 0,0-1-1 0 0,0 0 0 0 0,0 0 0 0 0,0-1 1 0 0,1 0-1 0 0,-1-1 0 0 0,0 1 0 0 0,1-1 1 0 0,-1-1-1 0 0,0 1 0 0 0,1-1 1 0 0,-1 0-1 0 0,0-1 0 0 0,0 0 0 0 0,11-4 1 0 0,-1 1-311 0 0,0-2 0 0 0,0 0 1 0 0,0 0-1 0 0,-1-2 0 0 0,-1 0 1 0 0,1 0-1 0 0,-1-2 0 0 0,-1 0 1 0 0,0 0-1 0 0,19-22 0 0 0,31-58-4343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1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4 160 0 0,'-29'-2'2320'0'0,"17"1"-1166"0"0,0 1 1 0 0,1 0-1 0 0,-21 2 0 0 0,-7 5-323 0 0,-42 12 1 0 0,70-16-704 0 0,0 0 0 0 0,0 1 0 0 0,0 0 0 0 0,0 1 0 0 0,1 1-1 0 0,0-1 1 0 0,0 2 0 0 0,-16 12 0 0 0,25-16-109 0 0,-1 1 1 0 0,1-1-1 0 0,0 0 0 0 0,0 1 0 0 0,0-1 0 0 0,1 0 0 0 0,-1 1 1 0 0,1-1-1 0 0,0 1 0 0 0,0-1 0 0 0,0 1 0 0 0,0-1 1 0 0,2 8-1 0 0,-1-3 32 0 0,-2-3-16 0 0,1 1-1 0 0,0-1 1 0 0,0 1-1 0 0,0-1 1 0 0,1 1 0 0 0,-1-1-1 0 0,1 1 1 0 0,1-1-1 0 0,-1 0 1 0 0,1 1-1 0 0,0-1 1 0 0,0 0-1 0 0,0 0 1 0 0,1 0-1 0 0,0 0 1 0 0,4 5-1 0 0,-5-7-2 0 0,-1-1-1 0 0,0 0 1 0 0,0 1-1 0 0,0-1 1 0 0,0 1-1 0 0,0-1 1 0 0,-1 1-1 0 0,1-1 1 0 0,-1 1-1 0 0,0 0 1 0 0,1-1-1 0 0,-1 1 1 0 0,0 0 0 0 0,-1-1-1 0 0,1 1 1 0 0,0 0-1 0 0,-2 4 1 0 0,1-4-8 0 0,0 0 0 0 0,1 0 1 0 0,0-1-1 0 0,-1 1 1 0 0,1 0-1 0 0,0 0 1 0 0,0 0-1 0 0,1 0 0 0 0,-1-1 1 0 0,0 1-1 0 0,1 0 1 0 0,0 0-1 0 0,0-1 1 0 0,1 5-1 0 0,18 20 149 0 0,-17-21-149 0 0,0 0 0 0 0,0-1-1 0 0,0 1 1 0 0,1-1 0 0 0,0 0-1 0 0,0 0 1 0 0,0 0 0 0 0,0-1-1 0 0,1 1 1 0 0,0-1 0 0 0,8 6-1 0 0,-7-6-13 0 0,37 40 75 0 0,-38-37-75 0 0,0-1-1 0 0,1 0 1 0 0,-1 0-1 0 0,1-1 1 0 0,0 1 0 0 0,0-1-1 0 0,1-1 1 0 0,0 1-1 0 0,0-1 1 0 0,0 0-1 0 0,14 5 1 0 0,29 1 43 0 0,9-1-93 0 0,-38-13 12 0 0,-7-2 16 0 0,-13 6 7 0 0,41-16-52 0 0,-41 16 55 0 0,0 0 0 0 0,-1-1 1 0 0,1 0-1 0 0,0 1 0 0 0,0-1 1 0 0,0 1-1 0 0,-1-1 0 0 0,1 0 1 0 0,0 0-1 0 0,0 1 0 0 0,-1-1 1 0 0,1 0-1 0 0,-1 0 0 0 0,1 0 1 0 0,-1 0-1 0 0,1 0 0 0 0,-1 1 0 0 0,0-1 1 0 0,1 0-1 0 0,-1 0 0 0 0,0 0 1 0 0,0 0-1 0 0,1 0 0 0 0,-1 0 1 0 0,0 0-1 0 0,0 0 0 0 0,0 0 1 0 0,0-1-1 0 0,-1 1 0 0 0,1 0 1 0 0,0 0-1 0 0,0 0 0 0 0,-1 1 0 0 0,1-1 1 0 0,0 0-1 0 0,-1 0 0 0 0,1 0 1 0 0,-1 0-1 0 0,1 0 0 0 0,-1 0 1 0 0,0-1-1 0 0,-15-16-8 0 0,-1 1-1 0 0,0 1 1 0 0,-1 0-1 0 0,-1 1 1 0 0,0 1 0 0 0,-1 1-1 0 0,-1 0 1 0 0,-27-11 0 0 0,31 15 10 0 0,10 5 0 0 0,1 1 0 0 0,0 0 0 0 0,-1 0 0 0 0,0 0 0 0 0,0 1 0 0 0,0 0 0 0 0,0 0 0 0 0,0 1 0 0 0,-11-2 0 0 0,-7 7-27 0 0,19 3-614 0 0,17 0 68 0 0,25 0-991 0 0,1-2 0 0 0,0-2 0 0 0,53-2 0 0 0,-4-4-1744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305 210 1521 0 0,'-60'15'5460'0'0,"-122"34"-1142"0"0,179-48-4268 0 0,-1 0 0 0 0,1 1 0 0 0,0-1 0 0 0,0 0 0 0 0,0 1 0 0 0,-1 0 0 0 0,2 0 0 0 0,-1 0 0 0 0,0 0 0 0 0,0 0 0 0 0,1 1 1 0 0,-1-1-1 0 0,1 1 0 0 0,-1 0 0 0 0,1 0 0 0 0,0-1 0 0 0,0 1 0 0 0,1 1 0 0 0,-1-1 0 0 0,1 0 0 0 0,-1 0 0 0 0,0 5 1 0 0,0 0 89 0 0,1 0 0 0 0,0 1 0 0 0,1-1 1 0 0,0 0-1 0 0,0 1 0 0 0,1-1 0 0 0,0 0 1 0 0,4 17-1 0 0,-1-13-18 0 0,0 1-1 0 0,2-1 1 0 0,-1 0 0 0 0,1 0-1 0 0,1 0 1 0 0,0-1-1 0 0,1 0 1 0 0,0-1 0 0 0,0 1-1 0 0,1-1 1 0 0,1-1 0 0 0,0 0-1 0 0,0 0 1 0 0,14 8 0 0 0,-7-5-81 0 0,0-1 1 0 0,1-1 0 0 0,0-1 0 0 0,1 0 0 0 0,-1-1 0 0 0,2-1-1 0 0,-1-1 1 0 0,36 6 0 0 0,-42-10-49 0 0,0-1 0 0 0,0 0 0 0 0,-1-1 0 0 0,1-1 0 0 0,0 0 0 0 0,0 0 0 0 0,0-1 0 0 0,24-8 0 0 0,-31 8 3 0 0,-1 0 0 0 0,1-1 0 0 0,-1 0 0 0 0,0 1 1 0 0,0-2-1 0 0,0 1 0 0 0,0-1 0 0 0,-1 1 0 0 0,1-1 1 0 0,-1-1-1 0 0,0 1 0 0 0,0 0 0 0 0,-1-1 1 0 0,1 0-1 0 0,-1 0 0 0 0,0 0 0 0 0,0 0 0 0 0,-1-1 1 0 0,1 1-1 0 0,-1-1 0 0 0,2-11 0 0 0,-2 5-96 0 0,-1 0 0 0 0,0 0-1 0 0,-1 0 1 0 0,-1 0 0 0 0,0 0-1 0 0,0 0 1 0 0,-1 0 0 0 0,-1 0 0 0 0,0 0-1 0 0,0 1 1 0 0,-1-1 0 0 0,-1 1-1 0 0,0 0 1 0 0,-1 0 0 0 0,-9-15 0 0 0,-14-16-870 0 0,-1 2 1 0 0,-47-51 0 0 0,58 71 612 0 0,-66-73-2231 0 0,19 18-360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296 141 2321 0 0,'-1'-1'223'0'0,"0"1"0"0"0,0-1 0 0 0,0 0 0 0 0,0 1 0 0 0,0-1 0 0 0,0 1 0 0 0,-1-1 0 0 0,1 1 0 0 0,0-1 0 0 0,0 1 1 0 0,0 0-1 0 0,-1-1 0 0 0,1 1 0 0 0,0 0 0 0 0,-1 0 0 0 0,1 0 0 0 0,0 0 0 0 0,0 0 0 0 0,-3 1 0 0 0,-30 0 1345 0 0,26 1-1292 0 0,-1 0 0 0 0,1 0 0 0 0,0 1-1 0 0,0 0 1 0 0,1 0 0 0 0,-1 1-1 0 0,1-1 1 0 0,-1 2 0 0 0,1-1-1 0 0,1 1 1 0 0,-1 0 0 0 0,1 1-1 0 0,0-1 1 0 0,0 1 0 0 0,0 1-1 0 0,1-1 1 0 0,0 1 0 0 0,0 0-1 0 0,0 0 1 0 0,-5 13 0 0 0,7-16-192 0 0,1 0-1 0 0,0 0 1 0 0,0 0 0 0 0,1 0 0 0 0,-1 1 0 0 0,1-1-1 0 0,0 0 1 0 0,0 1 0 0 0,0-1 0 0 0,0 1 0 0 0,1 7-1 0 0,1-5-8 0 0,0 0-1 0 0,1 0 1 0 0,0 0-1 0 0,0-1 0 0 0,1 1 1 0 0,0-1-1 0 0,5 9 1 0 0,-5-11-69 0 0,-1-1 0 0 0,1 0 0 0 0,0 0 0 0 0,0 0 0 0 0,1 0 0 0 0,-1-1 0 0 0,0 1 0 0 0,1-1 0 0 0,0 0 0 0 0,-1 0 0 0 0,1 0 0 0 0,0 0 0 0 0,0-1 0 0 0,0 0 0 0 0,0 0 1 0 0,1 0-1 0 0,-1 0 0 0 0,8 0 0 0 0,3 1-8 0 0,-1-1 0 0 0,1-1 1 0 0,-1 0-1 0 0,17-3 0 0 0,-27 3 14 0 0,1-1 0 0 0,-1 1 0 0 0,0-1 0 0 0,1 0-1 0 0,-1 0 1 0 0,0-1 0 0 0,0 1 0 0 0,0-1 0 0 0,0 0 0 0 0,0 0 0 0 0,6-4-1 0 0,-9 4-14 0 0,0 0-1 0 0,1-1 0 0 0,-1 1 0 0 0,0 0 0 0 0,0-1 0 0 0,0 1 0 0 0,-1-1 1 0 0,1 1-1 0 0,-1-1 0 0 0,1 1 0 0 0,-1-1 0 0 0,0 1 0 0 0,0-1 0 0 0,0 0 0 0 0,0 1 1 0 0,0-1-1 0 0,-1 1 0 0 0,1-1 0 0 0,-1 1 0 0 0,0-1 0 0 0,1 1 0 0 0,-3-3 1 0 0,0-6-98 0 0,-1 0 0 0 0,-1 1 0 0 0,0-1 0 0 0,0 1 1 0 0,-1 0-1 0 0,0 1 0 0 0,-1-1 0 0 0,-8-8 0 0 0,-64-60-1238 0 0,74 74 1238 0 0,-48-47-1592 0 0,-19-16-3057 0 0,16 37-359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1841 0 0,'181'146'5362'0'0,"-90"-39"-3761"0"0,-91-11-1521 0 0,0-19 0 0 0,30 17 80 0 0,-30 3 80 0 0,-30-1-80 0 0,30-8-80 0 0,-60-24-240 0 0,29-45-1440 0 0,1-63-3683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1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5042 0 0,'-90'0'5603'0'0,"60"-5"-1521"0"0,30 10-2001 0 0,0 1-1361 0 0,60-6-400 0 0,30 13-80 0 0,212 1 160 0 0,-60-3 1 0 0,-127-16-641 0 0,-25-9-1681 0 0,1 3-2081 0 0,-61-3-1361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22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7924 0 0,'-31'6'5042'0'0,"92"1"-3041"0"0,90 13-1281 0 0,-6-9-80 0 0,36-3-159 0 0,0 3-1042 0 0,-60-5-2640 0 0,-1-31-2882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0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93 300 480 0 0,'5'1'1521'0'0,"54"13"667"0"0,22 5-1221 0 0,-26-14-761 0 0,-54-9-82 0 0,0 1 0 0 0,0 0 0 0 0,0 0-1 0 0,0-1 1 0 0,-1 1 0 0 0,1 0 0 0 0,-1-1-1 0 0,0 1 1 0 0,0 0 0 0 0,0-1 0 0 0,-1-4-1 0 0,1 8-87 0 0,0-1-17 0 0,0 1 0 0 0,0 0 0 0 0,0-1 0 0 0,0 1 0 0 0,-1-1 0 0 0,1 1 0 0 0,0 0 0 0 0,0-1 0 0 0,0 1 0 0 0,-1 0 0 0 0,1-1 0 0 0,0 1 0 0 0,0 0 0 0 0,0-1 0 0 0,-1 1 0 0 0,1 0 0 0 0,0 0 0 0 0,-1-1 0 0 0,1 1 0 0 0,0 0 0 0 0,-1 0 1 0 0,1-1-1 0 0,0 1 0 0 0,-1 0 0 0 0,1 0 0 0 0,-1 0 0 0 0,1 0 0 0 0,0 0 0 0 0,-1 0 0 0 0,1-1 0 0 0,0 1 0 0 0,-1 0 0 0 0,1 0 0 0 0,-1 0 0 0 0,1 0 0 0 0,0 0 0 0 0,-1 1 0 0 0,1-1 0 0 0,-1 0 0 0 0,1 0 0 0 0,0 0 0 0 0,-1 0 0 0 0,0 1 7 0 0,1-1-1 0 0,-1 0 1 0 0,1 0 0 0 0,-1 0-1 0 0,1 0 1 0 0,-1 0 0 0 0,0 0 0 0 0,1 0-1 0 0,-1 0 1 0 0,1 0 0 0 0,-1 0 0 0 0,1 0-1 0 0,-1 0 1 0 0,1 0 0 0 0,-1 0-1 0 0,1 0 1 0 0,-1 0 0 0 0,1-1 0 0 0,-1 1-1 0 0,1 0 1 0 0,-1 0 0 0 0,1-1-1 0 0,0 1 1 0 0,-1 0 0 0 0,1-1 0 0 0,-1 1-1 0 0,1 0 1 0 0,0-1 0 0 0,-1 1 0 0 0,1-1-1 0 0,0 1 1 0 0,-1 0 0 0 0,1-1-1 0 0,0 1 1 0 0,0-1 0 0 0,-1 1 0 0 0,1-1-1 0 0,0 1 1 0 0,0-1 0 0 0,0 1-1 0 0,0-1 1 0 0,0 1 0 0 0,0-1 0 0 0,0 1-1 0 0,0-1 1 0 0,5-3 121 0 0,45-18-54 0 0,-45 16-79 0 0,0 5 52 0 0,15-3 14 0 0,-15 3 174 0 0,-5 0-198 0 0,0 0 1 0 0,1 1 0 0 0,-1-1 0 0 0,0 0 0 0 0,-1 0-1 0 0,1 1 1 0 0,0-1 0 0 0,0 0 0 0 0,0 1-1 0 0,0-1 1 0 0,0 0 0 0 0,-1 1 0 0 0,1-1 0 0 0,0 0-1 0 0,-1 1 1 0 0,1-1 0 0 0,0 0 0 0 0,-1 1-1 0 0,1-1 1 0 0,-1 1 0 0 0,1-1 0 0 0,-1 1 0 0 0,1-1-1 0 0,-1 1 1 0 0,1-1 0 0 0,-1 1 0 0 0,0 0-1 0 0,1-1 1 0 0,-1 1 0 0 0,0 0 0 0 0,1-1 0 0 0,-1 1-1 0 0,0 0 1 0 0,1 0 0 0 0,-1 0 0 0 0,0-1-1 0 0,1 1 1 0 0,-1 0 0 0 0,0 0 0 0 0,0 0 0 0 0,1 0-1 0 0,-2 1 1 0 0,2-1-50 0 0,-1 0-1 0 0,1 0 1 0 0,0 0-1 0 0,-1 0 1 0 0,1 0-1 0 0,0 0 1 0 0,-1 0-1 0 0,1 0 1 0 0,-1 0-1 0 0,1 0 1 0 0,0 0-1 0 0,-1 0 0 0 0,1 0 1 0 0,0 0-1 0 0,-1 0 1 0 0,1-1-1 0 0,0 1 1 0 0,-1 0-1 0 0,1 0 1 0 0,0 0-1 0 0,-1 0 1 0 0,1-1-1 0 0,0 1 1 0 0,0 0-1 0 0,-1 0 1 0 0,1-1-1 0 0,0 1 1 0 0,0 0-1 0 0,-1-1 1 0 0,1 1-1 0 0,0 0 1 0 0,0 0-1 0 0,0-1 1 0 0,0 1-1 0 0,-1 0 1 0 0,1-1-1 0 0,0 1 1 0 0,0-1-1 0 0,-5 0 168 0 0,-225-18 706 0 0,174 19-573 0 0,46 7-214 0 0,9-7-93 0 0,0 1 0 0 0,0-1-1 0 0,-1 0 1 0 0,1 1 0 0 0,0-1 0 0 0,0 1-1 0 0,0 0 1 0 0,0-1 0 0 0,0 1-1 0 0,0 0 1 0 0,0 0 0 0 0,0-1 0 0 0,0 1-1 0 0,0 0 1 0 0,0 0 0 0 0,0 0 0 0 0,0 0-1 0 0,1 0 1 0 0,-1 0 0 0 0,0 2-1 0 0,2-1-2 0 0,0-1 0 0 0,0 1 0 0 0,0 0 0 0 0,0-1-1 0 0,1 1 1 0 0,-1-1 0 0 0,1 1 0 0 0,-1-1 0 0 0,1 1-1 0 0,-1-1 1 0 0,1 0 0 0 0,0 0 0 0 0,-1 0 0 0 0,1 0-1 0 0,0 0 1 0 0,0 0 0 0 0,0-1 0 0 0,2 2 0 0 0,16 7-1 0 0,11 8 58 0 0,2-1 0 0 0,0-2 0 0 0,1-1 0 0 0,0-2-1 0 0,0-1 1 0 0,68 10 0 0 0,-73-17-9 0 0,6-1-198 0 0,-1 2 0 0 0,0 1 0 0 0,0 1 0 0 0,42 15 0 0 0,-72-19 157 0 0,1 1 0 0 0,-1-1 0 0 0,0 1 0 0 0,0 0 0 0 0,0 0 0 0 0,-1 1 0 0 0,1-1 0 0 0,-1 1 0 0 0,0 0 0 0 0,0 0 0 0 0,0 0 0 0 0,0 0 0 0 0,-1 0 1 0 0,1 1-1 0 0,-1-1 0 0 0,0 1 0 0 0,-1-1 0 0 0,1 1 0 0 0,1 9 0 0 0,-2-11 11 0 0,0 1-1 0 0,-1 0 1 0 0,1 0 0 0 0,-1 0 0 0 0,0 0 0 0 0,0 0-1 0 0,-1 0 1 0 0,1 0 0 0 0,-1 0 0 0 0,0-1-1 0 0,0 1 1 0 0,0 0 0 0 0,0 0 0 0 0,0-1 0 0 0,-1 1-1 0 0,0-1 1 0 0,0 1 0 0 0,0-1 0 0 0,0 0-1 0 0,0 1 1 0 0,-1-1 0 0 0,0 0 0 0 0,1-1 0 0 0,-1 1-1 0 0,0 0 1 0 0,-4 2 0 0 0,-13 7 9 0 0,0-1 1 0 0,-1-1-1 0 0,0 0 0 0 0,0-2 1 0 0,-1-1-1 0 0,0 0 0 0 0,-1-2 1 0 0,0 0-1 0 0,1-2 0 0 0,-1 0 1 0 0,0-1-1 0 0,0-2 0 0 0,-1 0 1 0 0,1-2-1 0 0,0 0 0 0 0,-31-8 0 0 0,38 4 1 0 0,-1 0-1 0 0,1-2 1 0 0,0 1-1 0 0,1-2 1 0 0,-24-17-1 0 0,38 26-23 0 0,1 0 0 0 0,0-1 0 0 0,0 1 0 0 0,-1 0 0 0 0,1-1 0 0 0,0 1-1 0 0,0 0 1 0 0,0 0 0 0 0,0-1 0 0 0,-1 1 0 0 0,1-1 0 0 0,0 1 0 0 0,0 0 0 0 0,0-1 0 0 0,0 1-1 0 0,0 0 1 0 0,0-1 0 0 0,0 1 0 0 0,0 0 0 0 0,0-1 0 0 0,0 1 0 0 0,0 0 0 0 0,0-1-1 0 0,0 1 1 0 0,0-1 0 0 0,0 1 0 0 0,1 0 0 0 0,-1-1 0 0 0,0 1 0 0 0,0 0 0 0 0,0-1 0 0 0,1 1-1 0 0,-1 0 1 0 0,0 0 0 0 0,0-1 0 0 0,0 1 0 0 0,1 0 0 0 0,-1 0 0 0 0,0-1 0 0 0,1 1 0 0 0,-1 0-1 0 0,1 0 1 0 0,14-11 35 0 0,-12 9-16 0 0,23-33 143 0 0,-22 28-99 0 0,2 0-1 0 0,-1 0 0 0 0,1 0 1 0 0,12-12-1 0 0,73-70 711 0 0,-67 63-534 0 0,-22 23-205 0 0,0 0 1 0 0,1-1-1 0 0,-2 0 1 0 0,1 1 0 0 0,0-1-1 0 0,-1 0 1 0 0,0 0-1 0 0,1 1 1 0 0,-2-1 0 0 0,1 0-1 0 0,0 0 1 0 0,-1 0 0 0 0,0 0-1 0 0,0-1 1 0 0,0 1-1 0 0,0 0 1 0 0,-1 0 0 0 0,1 0-1 0 0,-1 0 1 0 0,0 0-1 0 0,0 1 1 0 0,-2-5 0 0 0,-2-5 9 0 0,1 1 0 0 0,-2 0 0 0 0,0 0 0 0 0,0 0 0 0 0,-1 1-1 0 0,-9-12 1 0 0,2 8 3 0 0,0 1-1 0 0,0 1 0 0 0,-1 0 0 0 0,-1 1 0 0 0,-27-16 0 0 0,-1 2 185 0 0,-48-19 0 0 0,87 42-178 0 0,5 4-169 0 0,0-1 0 0 0,0 0 0 0 0,-1 1 0 0 0,1-1 0 0 0,0 0 0 0 0,0 1-1 0 0,0-1 1 0 0,0 1 0 0 0,0-1 0 0 0,0 0 0 0 0,0 1 0 0 0,0-1 0 0 0,0 1 0 0 0,0-1 0 0 0,0 0 0 0 0,0 1 0 0 0,0-1 0 0 0,0 0 0 0 0,0 1 0 0 0,0-1 0 0 0,1 1 0 0 0,-1-1 0 0 0,0 0 0 0 0,0 1 0 0 0,0-1-1 0 0,1 0 1 0 0,-1 1 0 0 0,0-1 0 0 0,0 0 0 0 0,1 0 0 0 0,-1 1 0 0 0,0-1 0 0 0,1 0 0 0 0,-1 0 0 0 0,0 1 0 0 0,1-1 0 0 0,-1 0 0 0 0,0 0 0 0 0,1 0 0 0 0,70 24-6128 0 0,34 10 614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150 193 3442 0 0,'-13'2'725'0'0,"0"0"0"0"0,0-1 0 0 0,1-1 1 0 0,-1 0-1 0 0,0-1 0 0 0,-23-3 0 0 0,28 3-586 0 0,7 1-111 0 0,0 0-1 0 0,0 0 0 0 0,0 0 0 0 0,0 0 1 0 0,0 0-1 0 0,0 0 0 0 0,0 0 1 0 0,0-1-1 0 0,0 1 0 0 0,0 0 0 0 0,0-1 1 0 0,0 1-1 0 0,0 0 0 0 0,0-1 1 0 0,0 1-1 0 0,0-1 0 0 0,0 1 0 0 0,0-1 1 0 0,0 0-1 0 0,1 1 0 0 0,-1-1 1 0 0,0 0-1 0 0,0 0 0 0 0,1 0 0 0 0,-1 1 1 0 0,0-1-1 0 0,1 0 0 0 0,-1 0 1 0 0,1 0-1 0 0,0 0 0 0 0,-1 0 0 0 0,1 0 1 0 0,0 0-1 0 0,-1 0 0 0 0,1 0 1 0 0,0-1-1 0 0,0 0 29 0 0,1 0 0 0 0,0 0 0 0 0,0 1 0 0 0,0-1 0 0 0,0 0 0 0 0,0 1 1 0 0,0-1-1 0 0,0 1 0 0 0,0-1 0 0 0,0 1 0 0 0,1 0 0 0 0,-1-1 0 0 0,1 1 0 0 0,-1 0 0 0 0,1 0 0 0 0,-1 0 1 0 0,1 0-1 0 0,0 0 0 0 0,-1 0 0 0 0,3 0 0 0 0,46-14 824 0 0,363-58 3154 0 0,-348 63-3466 0 0,126-15 486 0 0,1 9 0 0 0,339 14 0 0 0,-379 10-1014 0 0,194 34 0 0 0,-316-36-478 0 0,11 2-2878 0 0,43 2 0 0 0,-24-12-4621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7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70 3842 0 0,'-51'-11'1681'0'0,"51"11"-1659"0"0,0 0 0 0 0,-1 0 0 0 0,1 0 0 0 0,-1 0 0 0 0,1 0 0 0 0,0 0 0 0 0,-1-1 0 0 0,1 1 0 0 0,-1 0 0 0 0,1 0 0 0 0,0 0 0 0 0,-1 0 0 0 0,1 0 0 0 0,0-1 0 0 0,-1 1 0 0 0,1 0 0 0 0,0 0 0 0 0,-1-1 0 0 0,1 1 1 0 0,0 0-1 0 0,-1 0 0 0 0,1-1 0 0 0,0 1 0 0 0,0 0 0 0 0,-1-1 0 0 0,1 1 0 0 0,0 0 0 0 0,0-1 0 0 0,0 1 0 0 0,-1-1 0 0 0,1 1 0 0 0,0 0 0 0 0,0-1 0 0 0,0 1 0 0 0,0-1 0 0 0,0 1 0 0 0,0 0 0 0 0,0-1 1 0 0,0 1-1 0 0,0-1 0 0 0,0 0 0 0 0,0 1-11 0 0,0 0 1 0 0,0-1-1 0 0,1 1 0 0 0,-1 0 1 0 0,0 0-1 0 0,0-1 1 0 0,0 1-1 0 0,0 0 1 0 0,0-1-1 0 0,0 1 0 0 0,0 0 1 0 0,-1 0-1 0 0,1-1 1 0 0,0 1-1 0 0,0 0 1 0 0,0-1-1 0 0,0 1 0 0 0,0 0 1 0 0,0 0-1 0 0,0-1 1 0 0,-1 1-1 0 0,1 0 1 0 0,0 0-1 0 0,0-1 1 0 0,0 1-1 0 0,0 0 0 0 0,-1 0 1 0 0,1 0-1 0 0,0 0 1 0 0,0-1-1 0 0,-1 1 1 0 0,1 0-1 0 0,0 0 0 0 0,0 0 1 0 0,-1 0-1 0 0,1 0 1 0 0,-1-1-1 0 0,-19-5 149 0 0,19 6-135 0 0,-1 0-1 0 0,1-1 1 0 0,0 1-1 0 0,-1 0 1 0 0,1-1-1 0 0,0 0 0 0 0,0 1 1 0 0,-1-1-1 0 0,1 0 1 0 0,0 1-1 0 0,0-1 1 0 0,0 0-1 0 0,0 0 1 0 0,0 0-1 0 0,0 0 1 0 0,-1-1-1 0 0,-17-12 201 0 0,-31 8 108 0 0,48 6-308 0 0,1 1 0 0 0,-1-1 0 0 0,1 0 0 0 0,0 1 0 0 0,-1-1 0 0 0,1 0-1 0 0,0 1 1 0 0,0 0 0 0 0,-1-1 0 0 0,1 1 0 0 0,0 0 0 0 0,0 0 0 0 0,0-1 0 0 0,0 1 0 0 0,0 0 0 0 0,0 0 0 0 0,0 0 0 0 0,0 0 0 0 0,-1 2 0 0 0,1-3 36 0 0,7 13 17 0 0,0-1 0 0 0,1-1 0 0 0,0 1 1 0 0,11 11-1 0 0,-6-6-2 0 0,47 56 166 0 0,-42-54-166 0 0,-1 0 0 0 0,0 1 1 0 0,22 38-1 0 0,22 56 31 0 0,-57-111-101 0 0,-1 2 1 0 0,1-1-1 0 0,-1 0 0 0 0,0 0 1 0 0,-1 1-1 0 0,1-1 1 0 0,1 8-1 0 0,-3-10-8 0 0,0-1 0 0 0,0 1-1 0 0,-1 0 1 0 0,1 0 0 0 0,0 0 0 0 0,-1 0-1 0 0,1 0 1 0 0,-1 0 0 0 0,0-1 0 0 0,0 1 0 0 0,1 0-1 0 0,-1 0 1 0 0,0-1 0 0 0,-1 1 0 0 0,1-1-1 0 0,-2 3 1 0 0,3-3-32 0 0,0-1 0 0 0,-1 1 0 0 0,1 0 0 0 0,-1 0 0 0 0,1-1 0 0 0,-1 1 1 0 0,1 0-1 0 0,-1-1 0 0 0,1 1 0 0 0,-1-1 0 0 0,1 1 0 0 0,-1-1 0 0 0,0 1 0 0 0,1-1 0 0 0,-1 1 0 0 0,0-1 0 0 0,1 1 0 0 0,-1-1 0 0 0,0 0 0 0 0,0 1 0 0 0,1-1 0 0 0,-1 0 0 0 0,0 0 0 0 0,0 0 1 0 0,0 0-1 0 0,1 1 0 0 0,-1-1 0 0 0,0 0 0 0 0,0 0 0 0 0,0-1 0 0 0,0 1 0 0 0,1 0 0 0 0,-1 0 0 0 0,0 0 0 0 0,0 0 0 0 0,0-1 0 0 0,1 1 0 0 0,-1 0 0 0 0,0-1 0 0 0,1 1 0 0 0,-1-1 0 0 0,0 1 1 0 0,1-1-1 0 0,-1 1 0 0 0,0-1 0 0 0,1 1 0 0 0,-1-1 0 0 0,1 1 0 0 0,-1-1 0 0 0,1 0 0 0 0,-1 0 0 0 0,1 1 0 0 0,-1-1 0 0 0,1 0 0 0 0,0 1 0 0 0,0-1 0 0 0,-1-1 0 0 0,-3-4-731 0 0,-21-13-2130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7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1201 0 0,'30'11'2081'0'0,"-30"3"-641"0"0,0-9-399 0 0,0 3-321 0 0,30-16-160 0 0,0 3-160 0 0,31-9-159 0 0,-1-11-81 0 0,25-13-160 0 0,65-12-160 0 0,-59-2-161 0 0,0 8-399 0 0,-91 13 80 0 0,0 12-241 0 0,0 0-1040 0 0,0 5-400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3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1441 0 0,'0'5'1520'0'0,"0"15"-159"0"0,0 37 560 0 0,31 26-240 0 0,-31-1-881 0 0,30-7-560 0 0,0-9 0 0 0,0-3-160 0 0,0-19 0 0 0,-30-19-160 0 0,31-25-720 0 0,-1-32-961 0 0,-30-12-3441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9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78 7363 0 0,'-90'44'2001'0'0,"59"-11"-160"0"0,122-22-960 0 0,0-3-241 0 0,150-16 80 0 0,-36-3-320 0 0,-54-16-560 0 0,-90-10-1200 0 0,-31-53-4643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91 960 0 0,'-151'63'8484'0'0,"61"-19"-7843"0"0,150-24 879 0 0,31-7 561 0 0,30-21-960 0 0,211-30-561 0 0,-97-6-400 0 0,7-33-1921 0 0,90 13-4802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0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364 182 2561 0 0,'12'-1'257'0'0,"151"-25"4022"0"0,-157 25-4139 0 0,-5 1-121 0 0,0 0-1 0 0,0 0 1 0 0,0 0 0 0 0,0 0 0 0 0,0 0 0 0 0,0 0-1 0 0,0 0 1 0 0,0 0 0 0 0,-1-1 0 0 0,1 1 0 0 0,0 0-1 0 0,0-1 1 0 0,0 1 0 0 0,0 0 0 0 0,-1-1-1 0 0,1 1 1 0 0,0-1 0 0 0,0 0 0 0 0,-1 1 0 0 0,1-1-1 0 0,0 1 1 0 0,-1-1 0 0 0,1 0 0 0 0,0 0 0 0 0,-1 1-1 0 0,1-1 1 0 0,-1 0 0 0 0,0 0 0 0 0,1 0 0 0 0,-1 0-1 0 0,0 1 1 0 0,1-3 0 0 0,-2 2-2 0 0,1 0 0 0 0,-1 0 1 0 0,0 1-1 0 0,1-1 0 0 0,-1 0 0 0 0,0 0 1 0 0,0 0-1 0 0,0 1 0 0 0,0-1 0 0 0,0 0 1 0 0,0 1-1 0 0,0-1 0 0 0,0 1 0 0 0,0-1 1 0 0,0 1-1 0 0,0 0 0 0 0,0-1 0 0 0,0 1 1 0 0,0 0-1 0 0,0 0 0 0 0,0 0 0 0 0,-1-1 1 0 0,1 1-1 0 0,0 0 0 0 0,0 1 0 0 0,-2-1 0 0 0,-4-1 65 0 0,-61-3 385 0 0,0 2 0 0 0,0 4-1 0 0,-69 9 1 0 0,115-9-282 0 0,0 0 0 0 0,0 1 0 0 0,0 1 0 0 0,0 1 0 0 0,1 1-1 0 0,-29 12 1 0 0,49-18-177 0 0,1 1 1 0 0,-1-1-1 0 0,1 0 0 0 0,-1 0 0 0 0,1 0 0 0 0,-1 0 1 0 0,1 0-1 0 0,-1 0 0 0 0,1 1 0 0 0,-1-1 0 0 0,1 0 1 0 0,0 0-1 0 0,-1 1 0 0 0,1-1 0 0 0,-1 0 0 0 0,1 0 1 0 0,0 1-1 0 0,-1-1 0 0 0,1 1 0 0 0,0-1 0 0 0,-1 0 1 0 0,1 1-1 0 0,0-1 0 0 0,0 1 0 0 0,-1-1 0 0 0,1 0 1 0 0,0 1-1 0 0,0-1 0 0 0,0 1 0 0 0,0-1 0 0 0,0 1 1 0 0,-1-1-1 0 0,1 1 0 0 0,0-1 0 0 0,0 1 0 0 0,0-1 0 0 0,0 1 1 0 0,0-1-1 0 0,1 1 0 0 0,-1-1 0 0 0,0 1 0 0 0,0-1 1 0 0,0 1-1 0 0,0-1 0 0 0,0 0 0 0 0,1 1 0 0 0,-1-1 1 0 0,0 1-1 0 0,0-1 0 0 0,1 1 0 0 0,-1-1 0 0 0,0 0 1 0 0,1 1-1 0 0,-1-1 0 0 0,0 0 0 0 0,1 1 0 0 0,-1-1 1 0 0,1 0-1 0 0,-1 0 0 0 0,0 1 0 0 0,1-1 0 0 0,-1 0 1 0 0,1 0-1 0 0,-1 0 0 0 0,1 1 0 0 0,-1-1 0 0 0,1 0 0 0 0,-1 0 1 0 0,2 0-1 0 0,68 15 99 0 0,-13-6-75 0 0,234 45 121 0 0,-246-43-120 0 0,-1 2-1 0 0,0 3 0 0 0,-1 1 0 0 0,56 31 0 0 0,-84-40-7 0 0,-1 1 0 0 0,0 1 0 0 0,0 0 0 0 0,-1 1 0 0 0,0 1 0 0 0,-1 0 1 0 0,14 17-1 0 0,-23-25-16 0 0,0 1 1 0 0,0-1 0 0 0,0 1 0 0 0,-1 0 0 0 0,1 0-1 0 0,-1 0 1 0 0,0 0 0 0 0,-1 0 0 0 0,3 9 0 0 0,-4-11-8 0 0,0-1 0 0 0,0 0 0 0 0,0 1 0 0 0,0-1 0 0 0,0 0 0 0 0,0 1 0 0 0,-1-1 0 0 0,1 0 0 0 0,-1 1 0 0 0,0-1 1 0 0,0 0-1 0 0,1 0 0 0 0,-2 0 0 0 0,1 1 0 0 0,0-1 0 0 0,0 0 0 0 0,-2 2 0 0 0,-3 1-8 0 0,0 0 0 0 0,-1-1 0 0 0,1 1 1 0 0,-1-1-1 0 0,0-1 0 0 0,0 1 0 0 0,0-1 0 0 0,0 0 0 0 0,-1-1 0 0 0,1 1 0 0 0,-1-2 1 0 0,0 1-1 0 0,-11 0 0 0 0,-66 6-47 0 0,1-4-1 0 0,-1-4 1 0 0,0-4-1 0 0,-154-26 1 0 0,216 20 95 0 0,20-2-9 0 0,24-9 21 0 0,-16 17-36 0 0,-1 0-9 0 0,6-6 9 0 0,0 1 0 0 0,0 0-1 0 0,17-11 1 0 0,91-56 43 0 0,-42 30-5 0 0,92-74 0 0 0,-162 115-87 0 0,0-1-1 0 0,0 1 0 0 0,-1-1 1 0 0,1 0-1 0 0,-1 0 1 0 0,-1-1-1 0 0,1 1 0 0 0,-1-1 1 0 0,0 0-1 0 0,-1 0 0 0 0,0-1 1 0 0,0 1-1 0 0,0-1 0 0 0,-1 1 1 0 0,0-1-1 0 0,1-15 1 0 0,-3 18-34 0 0,-1 0 1 0 0,1 1 0 0 0,-1-1 0 0 0,0 0 0 0 0,-1 1 0 0 0,1-1-1 0 0,-1 1 1 0 0,0 0 0 0 0,0-1 0 0 0,0 1 0 0 0,-1 0 0 0 0,1 0-1 0 0,-1 0 1 0 0,0 1 0 0 0,0-1 0 0 0,0 1 0 0 0,-1 0 0 0 0,1-1-1 0 0,-1 1 1 0 0,0 1 0 0 0,0-1 0 0 0,0 1 0 0 0,0-1 0 0 0,0 1-1 0 0,-1 0 1 0 0,1 1 0 0 0,-6-3 0 0 0,-14-3-1090 0 0,1 0 0 0 0,-2 1 0 0 0,-43-5 0 0 0,38 14-3995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357 139 1761 0 0,'-145'-44'5842'0'0,"84"44"-5441"0"0,1 8 159 0 0,30-2 0 0 0,0-6-80 0 0,-1 0 81 0 0,62 0-161 0 0,29-6 160 0 0,115-8 240 0 0,399-24 1121 0 0,-248 38-1520 0 0,-145-6-321 0 0,-60-1-1601 0 0,-91-5-960 0 0,-30-7-1841 0 0,-61 13-1041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1 127 480 0 0,'0'-96'7043'0'0,"0"71"-5442"0"0,0 20-1601 0 0,0 10-80 0 0,121 65 160 0 0,90 95 160 0 0,-120-25-160 0 0,-7-5 0 0 0,-84-66-320 0 0,-30-63-960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2161 0 0,'0'12'4082'0'0,"0"1"-1601"0"0,60-13-1200 0 0,266-44-881 0 0,97-22-320 0 0,-278 36-720 0 0,5-3-241 0 0,-119 8 241 0 0,-31 13-81 0 0,-31-1-159 0 0,-29-6 400 0 0,0 25 1200 0 0,-25 103 1761 0 0,109-20-1760 0 0,97 24-561 0 0,0-23-560 0 0,-31-51-5283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2561 0 0,'0'0'1601'0'0,"0"6"-1041"0"0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58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3522 0 0,'1'1'138'0'0,"-1"1"0"0"0,1-1 0 0 0,0 1 0 0 0,-1-1 1 0 0,1 0-1 0 0,0 0 0 0 0,0 1 0 0 0,0-1 1 0 0,0 0-1 0 0,0 0 0 0 0,0 0 0 0 0,0 0 0 0 0,1 0 1 0 0,-1 0-1 0 0,0-1 0 0 0,0 1 0 0 0,3 1 1 0 0,5 4 214 0 0,4 5-125 0 0,-1 0 0 0 0,25 14 0 0 0,17 14 88 0 0,-27-19-110 0 0,-25-19-165 0 0,0 0 1 0 0,0 0 0 0 0,1 0 0 0 0,-1 1-1 0 0,0-1 1 0 0,-1 1 0 0 0,1 0 0 0 0,0-1-1 0 0,0 1 1 0 0,-1 0 0 0 0,1 0 0 0 0,-1 0-1 0 0,0 0 1 0 0,1 0 0 0 0,-1 0-1 0 0,0 1 1 0 0,0-1 0 0 0,0 0 0 0 0,-1 0-1 0 0,1 1 1 0 0,0-1 0 0 0,-1 1 0 0 0,0-1-1 0 0,1 1 1 0 0,-1-1 0 0 0,0 0 0 0 0,-1 5-1 0 0,1-4-8 0 0,0 1-1 0 0,0-1 0 0 0,1 1 0 0 0,-1-1 1 0 0,1 0-1 0 0,-1 1 0 0 0,1-1 0 0 0,0 1 0 0 0,0-1 1 0 0,1 0-1 0 0,-1 0 0 0 0,1 0 0 0 0,0 1 1 0 0,-1-2-1 0 0,1 1 0 0 0,1 0 0 0 0,-1 0 1 0 0,0-1-1 0 0,1 1 0 0 0,-1-1 0 0 0,1 1 1 0 0,0-1-1 0 0,3 2 0 0 0,16 15 61 0 0,-5-3-29 0 0,1-1-1 0 0,1-1 0 0 0,22 13 1 0 0,-26-17-37 0 0,468 323 1040 0 0,-343-239-881 0 0,-84-50-639 0 0,-97-67-1508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24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2368 62 4402 0 0,'-6'-2'255'0'0,"-12"-6"197"0"0,12-1 268 0 0,6 8-701 0 0,0 1 0 0 0,0-1 0 0 0,0 1 0 0 0,0-1 0 0 0,0 1-1 0 0,-1-1 1 0 0,1 1 0 0 0,0 0 0 0 0,0-1 0 0 0,0 1 0 0 0,0-1 0 0 0,-1 1-1 0 0,1-1 1 0 0,0 1 0 0 0,0-1 0 0 0,-1 1 0 0 0,1 0 0 0 0,0-1 0 0 0,-1 1-1 0 0,1 0 1 0 0,0-1 0 0 0,-1 1 0 0 0,1 0 0 0 0,-1-1 0 0 0,1 1 0 0 0,0 0-1 0 0,-1 0 1 0 0,1-1 0 0 0,-1 1 0 0 0,1 0 0 0 0,-1 0 0 0 0,1 0 0 0 0,-1 0-1 0 0,1 0 1 0 0,-1 0 0 0 0,1 0 0 0 0,-1 0 0 0 0,1 0 0 0 0,-1 0-1 0 0,1 0 1 0 0,-1 0 0 0 0,1 0 0 0 0,-1 0 0 0 0,0 0 0 0 0,-27 9 1004 0 0,16-5 80 0 0,40-1-164 0 0,-9-1 298 0 0,-46-3-705 0 0,-155-21 900 0 0,-47-4 31 0 0,-148 33-301 0 0,288 1-851 0 0,1 4-1 0 0,-107 28 1 0 0,33-8-74 0 0,53-12-101 0 0,-187 22 78 0 0,235-35-161 0 0,-110 1 27 0 0,134-7-89 0 0,-56-5 1 0 0,75 2-2 0 0,-1 1 1 0 0,1 0-1 0 0,0 1 1 0 0,0 1-1 0 0,0 0 1 0 0,0 2-1 0 0,-32 8 1 0 0,48-11 8 0 0,0 1 1 0 0,0 0 0 0 0,0 0-1 0 0,0 0 1 0 0,1 0-1 0 0,-1 0 1 0 0,0 0 0 0 0,0 1-1 0 0,1-1 1 0 0,-1 1-1 0 0,0-1 1 0 0,1 1 0 0 0,0-1-1 0 0,-1 1 1 0 0,1 0-1 0 0,0 0 1 0 0,0 0 0 0 0,0 0-1 0 0,0 0 1 0 0,0 0-1 0 0,0 0 1 0 0,1 0 0 0 0,-1 0-1 0 0,1 0 1 0 0,-1 0-1 0 0,1 0 1 0 0,0 0 0 0 0,0 1-1 0 0,0-1 1 0 0,0 0-1 0 0,0 0 1 0 0,0 0 0 0 0,1 0-1 0 0,0 4 1 0 0,2 5-2 0 0,0-1 0 0 0,1 0-1 0 0,1 1 1 0 0,-1-1 0 0 0,10 14 0 0 0,7 9 91 0 0,42 79 30 0 0,-57-101-101 0 0,-1 1-1 0 0,-1 0 0 0 0,0 0 1 0 0,0 0-1 0 0,-1 1 0 0 0,-1-1 1 0 0,2 24-1 0 0,-3-27 10 0 0,-1-1-1 0 0,2 1 1 0 0,-1-1 0 0 0,1 0 0 0 0,0 0-1 0 0,1 0 1 0 0,6 14 0 0 0,-4-10-14 0 0,-3-6-16 0 0,1 1 0 0 0,0-1-1 0 0,0 0 1 0 0,0 0 0 0 0,0-1 0 0 0,1 1 0 0 0,0-1 0 0 0,0 1 0 0 0,6 4 0 0 0,12 15-20 0 0,5 12 17 0 0,-4-5 76 0 0,52 55 0 0 0,-52-66-9 0 0,-1 1 1 0 0,-1 0 0 0 0,-1 2 0 0 0,-1 1-1 0 0,-1 0 1 0 0,-1 1 0 0 0,15 32-1 0 0,17 86 33 0 0,-4-50 11 0 0,-27-58 23 0 0,24 64-1 0 0,-27-59-67 0 0,2-1 0 0 0,1-1 0 0 0,2 0 0 0 0,2-2 0 0 0,37 50 0 0 0,-51-76-40 0 0,-1 0-1 0 0,0 1 1 0 0,-1 0-1 0 0,0 0 1 0 0,-1 0-1 0 0,0 1 1 0 0,-1 0-1 0 0,0 0 1 0 0,-1 0-1 0 0,-1 0 1 0 0,0 0-1 0 0,0 16 1 0 0,-2-20 2 0 0,1 0 1 0 0,0 0 0 0 0,0-1 0 0 0,1 1 0 0 0,0 0 0 0 0,1-1 0 0 0,5 14 0 0 0,-1-5-6 0 0,12 27 91 0 0,1 0 0 0 0,34 51 1 0 0,-21-39 72 0 0,-26-43-123 0 0,0 0-1 0 0,0 1 1 0 0,-1-1-1 0 0,5 20 0 0 0,-10-26-40 0 0,1 1 0 0 0,-2 0-1 0 0,1 0 1 0 0,-1 0 0 0 0,0 0-1 0 0,-1 0 1 0 0,1-1 0 0 0,-2 1-1 0 0,-2 11 1 0 0,-26 87 90 0 0,20-44 53 0 0,0-46-131 0 0,8-15-27 0 0,1 1 0 0 0,0 0 1 0 0,-1 0-1 0 0,1 0 0 0 0,0 1 0 0 0,0-1 0 0 0,0 0 1 0 0,0 0-1 0 0,0 1 0 0 0,1-1 0 0 0,-1 0 1 0 0,1 1-1 0 0,-1-1 0 0 0,1 0 0 0 0,0 1 0 0 0,0-1 1 0 0,0 1-1 0 0,0-1 0 0 0,1 0 0 0 0,-1 1 0 0 0,1-1 1 0 0,1 4-1 0 0,1 3 10 0 0,0-1-1 0 0,1 0 1 0 0,0 0 0 0 0,1-1-1 0 0,-1 1 1 0 0,2-1 0 0 0,-1 0-1 0 0,12 11 1 0 0,62 49 28 0 0,-56-49-26 0 0,35 34 0 0 0,-55-49-24 0 0,1-1 0 0 0,-1 0 0 0 0,1 0 0 0 0,-1 0 0 0 0,1 0 0 0 0,0-1 0 0 0,0 1 0 0 0,0-1 0 0 0,0 0 0 0 0,0 0 0 0 0,0-1 1 0 0,0 1-1 0 0,0-1 0 0 0,0 0 0 0 0,0 0 0 0 0,0 0 0 0 0,5-1 0 0 0,16 2 16 0 0,257 19 87 0 0,299 41 172 0 0,-177 6-2677 0 0,-220-43 2359 0 0,-41-7 79 0 0,128 19-8 0 0,-90-14-76 0 0,207 34 245 0 0,188-2-121 0 0,-69-38 188 0 0,47 22 199 0 0,-359-21-285 0 0,198-8 0 0 0,-352-9-144 0 0,381-4 58 0 0,215 1-30 0 0,137 12 95 0 0,-357-34-93 0 0,-166 6 52 0 0,-36 11-26 0 0,354 34 0 0 0,-439-13-40 0 0,1-5 0 0 0,0-6 0 0 0,140-15 0 0 0,-173 1 147 0 0,130-32-1 0 0,134-38 14 0 0,-338 76-215 0 0,-1-1 0 0 0,-1-1 0 0 0,1-1 0 0 0,-1-1 0 0 0,-1-1 0 0 0,0-1 0 0 0,20-15 0 0 0,-33 21 15 0 0,-3 3 17 0 0,1 0 0 0 0,-1-1-1 0 0,0 0 1 0 0,0 0 0 0 0,-1 0 0 0 0,1 0 0 0 0,6-10 0 0 0,-10 12 15 0 0,0-1 0 0 0,0 1 0 0 0,0 0 0 0 0,0-1-1 0 0,0 1 1 0 0,-1 0 0 0 0,1-1 0 0 0,-1 1 0 0 0,0-1 0 0 0,0 1 0 0 0,0 0 0 0 0,0-1-1 0 0,0 1 1 0 0,-1-1 0 0 0,1 1 0 0 0,-1-1 0 0 0,1 1 0 0 0,-1 0 0 0 0,0-1 0 0 0,0 1-1 0 0,0 0 1 0 0,0 0 0 0 0,0 0 0 0 0,0 0 0 0 0,-1 0 0 0 0,1 0 0 0 0,-3-2 0 0 0,-41-47 1022 0 0,-89-79 1 0 0,66 66-803 0 0,41 38-256 0 0,-35-33-83 0 0,-59-74 0 0 0,105 114 62 0 0,1-1 1 0 0,1-1-1 0 0,2-1 0 0 0,0 0 0 0 0,1 0 1 0 0,1-1-1 0 0,1 0 0 0 0,-8-30 0 0 0,16 50 21 0 0,1 0 0 0 0,-1 0 0 0 0,1 0-1 0 0,-1 0 1 0 0,1 0 0 0 0,0 0 0 0 0,0 0-1 0 0,0 0 1 0 0,1 0 0 0 0,-1 0 0 0 0,1 0-1 0 0,0 0 1 0 0,-1 0 0 0 0,1 0 0 0 0,0 0-1 0 0,1 0 1 0 0,2-5 0 0 0,1 2-11 0 0,1 0 0 0 0,0 0 0 0 0,-1 0-1 0 0,2 1 1 0 0,9-7 0 0 0,16-13-84 0 0,-18 13 78 0 0,0 0-1 0 0,-1-1 1 0 0,0-1 0 0 0,11-16 0 0 0,-19 22-3 0 0,0 1 1 0 0,-1-1-1 0 0,0 0 0 0 0,0 0 1 0 0,-1-1-1 0 0,0 1 0 0 0,0-1 1 0 0,-1 1-1 0 0,-1-1 0 0 0,1 0 1 0 0,-1 0-1 0 0,0-11 0 0 0,-1-17-23 0 0,1 19 32 0 0,0 0-1 0 0,-1-1 1 0 0,-1 1 0 0 0,-1 0-1 0 0,0 0 1 0 0,-2 0 0 0 0,0 0 0 0 0,-1 1-1 0 0,-10-24 1 0 0,7 21-26 0 0,-2 0 0 0 0,0 1 0 0 0,-1 0 0 0 0,-1 0-1 0 0,-1 2 1 0 0,-1-1 0 0 0,0 2 0 0 0,-1 0 0 0 0,-1 0 0 0 0,0 2 0 0 0,-26-18-1 0 0,-8 0-70 0 0,-3 3-1 0 0,-80-34 0 0 0,73 36 118 0 0,-70-24-236 0 0,-16-8 155 0 0,90 36 12 0 0,19 8 3 0 0,-46-25-1 0 0,-143-112-151 0 0,208 137 180 0 0,-1 2 1 0 0,0 0-1 0 0,-1 1 0 0 0,0 1 0 0 0,-1 0 1 0 0,0 2-1 0 0,-1 1 0 0 0,0 0 0 0 0,0 2 1 0 0,-30-5-1 0 0,-53-6-47 0 0,-138-6 0 0 0,175 20 123 0 0,-677-39-286 0 0,590 28 264 0 0,-19-3-58 0 0,-196 7-1 0 0,243 15 110 0 0,-192 3 136 0 0,-449-64-234 0 0,623 31-194 0 0,-198-61 0 0 0,-201-109 59 0 0,284 94 1 0 0,222 89 142 0 0,1 2 0 0 0,-1 2-1 0 0,0 1 1 0 0,-1 3 0 0 0,-69-1-1 0 0,-17-2-17 0 0,-32-15-90 0 0,-206-56 0 0 0,149 27 71 0 0,171 42-21 0 0,-78-6 0 0 0,75 11 68 0 0,-165-7 156 0 0,128 10-115 0 0,-85-14-1 0 0,-36-7 102 0 0,-276 5-1 0 0,472 17-292 0 0,7 0 96 0 0,0-1 1 0 0,0 1 0 0 0,0 0 0 0 0,0 0-1 0 0,0-1 1 0 0,0 1 0 0 0,0 0 0 0 0,0 0-1 0 0,0 0 1 0 0,0 0 0 0 0,0 0-1 0 0,0 1 1 0 0,0-1 0 0 0,0 0 0 0 0,0 0-1 0 0,0 1 1 0 0,1-1 0 0 0,-1 0-1 0 0,0 1 1 0 0,0-1 0 0 0,0 1 0 0 0,0-1-1 0 0,1 1 1 0 0,-1-1 0 0 0,0 1 0 0 0,0 0-1 0 0,1-1 1 0 0,-1 1 0 0 0,0 1-1 0 0,1-2-248 0 0,1 1 0 0 0,0 0 0 0 0,0-1 0 0 0,-1 1 0 0 0,1 0 0 0 0,0-1 0 0 0,0 1 0 0 0,0-1 0 0 0,0 1 0 0 0,0-1-1 0 0,0 0 1 0 0,0 1 0 0 0,0-1 0 0 0,0 0 0 0 0,0 0 0 0 0,0 0 0 0 0,0 1 0 0 0,0-1 0 0 0,0 0 0 0 0,0 0 0 0 0,0-1-1 0 0,1 1 1 0 0,6 1-1805 0 0,22 8-4660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2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54 2321 0 0,'-15'-4'2895'0'0,"-7"0"-615"0"0,-55-2-1199 0 0,70 6-1000 0 0,-7 1 156 0 0,1-2-1 0 0,-1 1 1 0 0,-24-6-1 0 0,-9-20 267 0 0,38 19-244 0 0,30 19-33 0 0,-15-7-144 0 0,1 1 1 0 0,-1 0 0 0 0,0 0-1 0 0,9 12 1 0 0,48 76 734 0 0,-10-13-87 0 0,-32-56-448 0 0,22 30 41 0 0,-42-54-311 0 0,0 0-1 0 0,0 0 0 0 0,0 0 0 0 0,-1 0 0 0 0,1 0 0 0 0,-1 0 1 0 0,1 0-1 0 0,-1 0 0 0 0,1 1 0 0 0,-1-1 0 0 0,1 0 0 0 0,-1 0 1 0 0,0 0-1 0 0,0 1 0 0 0,0-1 0 0 0,0 0 0 0 0,0 0 0 0 0,0 1 1 0 0,0-1-1 0 0,0 0 0 0 0,0 0 0 0 0,0 1 0 0 0,-1-1 0 0 0,1 0 1 0 0,0 0-1 0 0,-1 0 0 0 0,1 1 0 0 0,-1-1 0 0 0,0 0 0 0 0,1 0 1 0 0,-1 0-1 0 0,0 0 0 0 0,0 0 0 0 0,1 0 0 0 0,-1 0 0 0 0,0-1 1 0 0,0 1-1 0 0,-2 1 0 0 0,5-3-13 0 0,0 0 1 0 0,0 0-1 0 0,-1-1 1 0 0,1 1-1 0 0,-1-1 1 0 0,1 1-1 0 0,-1-1 1 0 0,1 1-1 0 0,-1-1 1 0 0,0 0-1 0 0,0 0 1 0 0,0 1-1 0 0,0-1 1 0 0,0 0-1 0 0,0 0 1 0 0,-1 0-1 0 0,1 0 1 0 0,-1 0-1 0 0,1 0 0 0 0,-1-1 1 0 0,1-1-1 0 0,-1-2-18 0 0,0-1 0 0 0,-1 1 0 0 0,1-1 0 0 0,-1 1-1 0 0,0 0 1 0 0,-1-1 0 0 0,-2-6 0 0 0,-1-3-61 0 0,-2-1 0 0 0,0 1 0 0 0,-2 1 0 0 0,-14-23 0 0 0,3 12-82 0 0,-43-40 1 0 0,36 40 86 0 0,17 12 31 0 0,18 16 2 0 0,44 31 51 0 0,315 249 313 0 0,0 69-28 0 0,-311-287-1360 0 0,-97-114-3068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0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2721 0 0,'-31'13'5283'0'0,"1"-7"-2402"0"0,0-6-2001 0 0,0 0 1842 0 0,30 6-3763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 5202 0 0,'0'12'3362'0'0,"-30"-18"-4483"0"0,90-7-4001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2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1281 0 0,'5'1'2015'0'0,"14"3"-304"0"0,-13 5 7302 0 0,-1-9-7999 0 0,30-4 868 0 0,-24 2-1480 0 0,0 0 0 0 0,1 1 1 0 0,-1 0-1 0 0,1 1 0 0 0,17 2 0 0 0,90 10 210 0 0,161-5 1 0 0,-268-7-598 0 0,36-8 347 0 0,5-4 10 0 0,229-20 369 0 0,-97 21-535 0 0,13 5-18 0 0,173-8 205 0 0,-121-4 213 0 0,61-2-9 0 0,-124 10-833 0 0,-164 7-282 0 0,-15 0-1063 0 0,-34-6-13315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3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27 5683 0 0,'-30'25'6242'0'0,"-60"-77"-9843"0"0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80 0 0,'30'17'6563'0'0,"0"-4"2961"0"0,0-32-8723 0 0,1-19-2962 0 0,59-31-6963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176 256 3442 0 0,'-30'-5'4482'0'0,"30"-3"-4642"0"0,30 2-81 0 0,0-7 81 0 0,-30-7 80 0 0,60-5 0 0 0,-60 0 0 0 0,0 0 0 0 0,-30-1-80 0 0,0 1 0 0 0,-61-6-80 0 0,61 17-80 0 0,-24-5-801 0 0,24 6-1600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9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 6723 0 0,'-90'6'3362'0'0,"150"-18"-8245"0"0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6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58 3762 0 0,'-121'-5'3521'0'0,"67"-15"-3120"0"0,-67 7 479 0 0,61 0 0 0 0,-31 13-79 0 0,91-6 319 0 0,91 6-239 0 0,174 57 799 0 0,128 70-159 0 0,-182-36-1361 0 0,-66-16-960 0 0,-54-37-3442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30 375 3762 0 0,'-30'-19'4562'0'0,"30"-18"-1601"0"0,91-136-1920 0 0,84 27-4963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121 122 160 0 0,'-30'-33'3762'0'0,"0"2"-1521"0"0,0-1-1041 0 0,30 18-479 0 0,-30 3-1 0 0,30 16-400 0 0,0 9 80 0 0,150 99-79 0 0,32 3 319 0 0,-1 87-1120 0 0,-30 7 640 0 0,-37-70-881 0 0,-53-44-3120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91 483 5442 0 0,'-61'20'4883'0'0,"31"-1"-4163"0"0,30-6-80 0 0,60-7 1 0 0,61-19-241 0 0,181-82-2001 0 0,54-1-2561 0 0</inkml:trace>
  <inkml:trace contextRef="#ctx0" brushRef="#br0" timeOffset="1">900 95 480 0 0,'-91'-56'5763'0'0,"61"24"-4403"0"0,60 26-1039 0 0,0 44 79 0 0,212 164 240 0 0,-61-10-560 0 0,-6 12-720 0 0,-84-96-641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70 3842 0 0,'-61'19'4562'0'0,"31"-13"-3282"0"0,-30 2-159 0 0,90-16-401 0 0,0 2-240 0 0,30 1-239 0 0,31-15-161 0 0,60-5-881 0 0,-30 6-2480 0 0,24 0-3282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55 114 3682 0 0,'-54'19'8243'0'0,"199"-31"-7842"0"0,308-53 559 0 0,-127 9-2481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9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1 1 1601 0 0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0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65 3602 0 0,'-36'-15'1163'0'0,"-1"2"1"0"0,-47-11-1 0 0,64 20-1019 0 0,0 1-1 0 0,-1 0 1 0 0,1 1-1 0 0,0 2 1 0 0,0 0-1 0 0,-34 4 1 0 0,53-4-140 0 0,-23 4 209 0 0,0 0 0 0 0,0 1 0 0 0,1 2 0 0 0,0 0-1 0 0,0 2 1 0 0,-40 20 0 0 0,61-28-201 0 0,0 0 1 0 0,1 0-1 0 0,-1 0 0 0 0,0 0 1 0 0,1 0-1 0 0,-1 0 0 0 0,1 0 1 0 0,0 0-1 0 0,-1 1 0 0 0,1-1 1 0 0,0 0-1 0 0,0 1 0 0 0,0-1 1 0 0,0 1-1 0 0,0 0 0 0 0,0-1 1 0 0,0 1-1 0 0,1 0 0 0 0,-1-1 1 0 0,0 1-1 0 0,1 0 0 0 0,-1 0 1 0 0,1 0-1 0 0,0-1 0 0 0,0 1 1 0 0,0 0-1 0 0,0 0 0 0 0,0 0 1 0 0,0 0-1 0 0,0-1 0 0 0,1 1 1 0 0,-1 0-1 0 0,0 0 0 0 0,1 0 1 0 0,0-1-1 0 0,-1 1 0 0 0,3 2 1 0 0,1 2 3 0 0,0 0 0 0 0,1 0 0 0 0,-1-1 0 0 0,2 0 0 0 0,-1 0 0 0 0,0 0 0 0 0,1-1 1 0 0,11 7-1 0 0,24 13-35 0 0,76 32 1 0 0,-19-10 15 0 0,62 47-60 0 0,-136-77 12 0 0,-2 1 0 0 0,1 0 0 0 0,34 38 0 0 0,-53-52 50 0 0,-1 1 0 0 0,1 0 1 0 0,-1 0-1 0 0,0 1 0 0 0,0-1 0 0 0,-1 1 1 0 0,1-1-1 0 0,-1 1 0 0 0,0 0 0 0 0,-1 0 0 0 0,1 0 1 0 0,-1 0-1 0 0,0 0 0 0 0,1 7 0 0 0,-2-9 7 0 0,0 0-1 0 0,-1-1 0 0 0,1 1 1 0 0,-1 0-1 0 0,0 0 0 0 0,0 0 1 0 0,0-1-1 0 0,0 1 0 0 0,0-1 1 0 0,0 1-1 0 0,-1-1 0 0 0,0 1 1 0 0,1-1-1 0 0,-1 0 0 0 0,0 1 0 0 0,0-1 1 0 0,0 0-1 0 0,0 0 0 0 0,-3 1 1 0 0,-8 5-6 0 0,1-1-1 0 0,-1-1 1 0 0,-1 0 0 0 0,0-1 0 0 0,1 0 0 0 0,-1-1 0 0 0,-1 0-1 0 0,-21 1 1 0 0,-16 3 103 0 0,-83 1 1 0 0,110-9 50 0 0,1-1 1 0 0,-1-1-1 0 0,0-2 1 0 0,1 0 0 0 0,-32-10-1 0 0,56 14-142 0 0,-1 1 1 0 0,1-1-1 0 0,-1 0 0 0 0,1 0 0 0 0,0 0 0 0 0,-1 0 1 0 0,1 0-1 0 0,-1 0 0 0 0,1 0 0 0 0,0-1 1 0 0,-1 1-1 0 0,1 0 0 0 0,-1 0 0 0 0,1 0 1 0 0,0 0-1 0 0,-1 0 0 0 0,1-1 0 0 0,0 1 0 0 0,-1 0 1 0 0,1 0-1 0 0,0-1 0 0 0,-1 1 0 0 0,1 0 1 0 0,0 0-1 0 0,0-1 0 0 0,-1 1 0 0 0,1 0 0 0 0,0-1 1 0 0,0 1-1 0 0,0 0 0 0 0,-1-1 0 0 0,1 1 1 0 0,0 0-1 0 0,0-1 0 0 0,0 1 0 0 0,0-1 1 0 0,0 1-1 0 0,0 0 0 0 0,0-1 0 0 0,0 1 0 0 0,0-1 1 0 0,0 1-1 0 0,0 0 0 0 0,0-1 0 0 0,0 1 1 0 0,0-1-1 0 0,0 1 0 0 0,0 0 0 0 0,0-1 1 0 0,0 1-1 0 0,0 0 0 0 0,1-1 0 0 0,-1 1 0 0 0,0-1 1 0 0,21-13 172 0 0,-12 10-82 0 0,202-138 510 0 0,-197 133-595 0 0,34-21 47 0 0,61-50-1 0 0,-105 77-64 0 0,0-1 0 0 0,-1 1 0 0 0,1-1 0 0 0,0 0 0 0 0,-1 0 0 0 0,0-1 0 0 0,0 1 0 0 0,0 0 0 0 0,-1-1 0 0 0,1 0 0 0 0,-1 0 0 0 0,0 0 0 0 0,-1 0 0 0 0,1 0 0 0 0,-1 0 0 0 0,2-10 1 0 0,-4 10 3 0 0,1 1-1 0 0,-1-1 1 0 0,0 0 0 0 0,0 1 0 0 0,0-1 0 0 0,0 0 0 0 0,-1 1 0 0 0,0 0 0 0 0,0-1 0 0 0,0 1 0 0 0,0 0 0 0 0,-1 0 0 0 0,0 0 0 0 0,-6-7 0 0 0,-4-1 2 0 0,-1-1 0 0 0,0 2 0 0 0,-1 0-1 0 0,0 1 1 0 0,-1 0 0 0 0,0 1 0 0 0,-17-7 0 0 0,3 4-216 0 0,-1 0 0 0 0,1 3 1 0 0,-2 0-1 0 0,1 2 0 0 0,-1 1 1 0 0,-39-1-1 0 0,60 6-55 0 0,-1 1 0 0 0,1 0 1 0 0,0 1-1 0 0,-1 0 0 0 0,1 1 0 0 0,-11 3 0 0 0,18-4-69 0 0,0 1 0 0 0,0-1 0 0 0,0 1 0 0 0,0 0 0 0 0,0 1-1 0 0,1-1 1 0 0,-1 0 0 0 0,-5 6 0 0 0,8-7 273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151 516 1841 0 0,'-24'-3'2130'0'0,"-52"-14"2035"0"0,61 11-3884 0 0,2 4 704 0 0,-5 8-528 0 0,13 9 2930 0 0,10-12-2413 0 0,18 7-662 0 0,0 2-1 0 0,-1 0 1 0 0,-1 1 0 0 0,0 2 0 0 0,-1 0 0 0 0,0 1 0 0 0,32 35-1 0 0,-25-21-253 0 0,-1-1 52 0 0,-1 0-1 0 0,23 37 1 0 0,24 37 167 0 0,31 48-60 0 0,-80-107-210 0 0,-17-32-29 0 0,0 1 0 0 0,1-1 0 0 0,1 0 0 0 0,0 0 0 0 0,0-1 0 0 0,16 16 0 0 0,-22-26 1 0 0,-1 0 0 0 0,1-1 0 0 0,0 1 0 0 0,-1 0 0 0 0,1-1 0 0 0,0 1 0 0 0,-1-1 0 0 0,1 0 0 0 0,0 1 0 0 0,0-1 0 0 0,0 0-1 0 0,-1 0 1 0 0,1 0 0 0 0,0 0 0 0 0,0 0 0 0 0,-1-1 0 0 0,1 1 0 0 0,0-1 0 0 0,0 1 0 0 0,-1-1 0 0 0,1 1 0 0 0,0-1 0 0 0,-1 0 0 0 0,1 0 0 0 0,-1 0 0 0 0,1 0 0 0 0,-1 0 0 0 0,2-1 0 0 0,0-1 10 0 0,1 0-1 0 0,-1 1 1 0 0,1-1 0 0 0,-1-1 0 0 0,0 1-1 0 0,0 0 1 0 0,-1-1 0 0 0,1 1 0 0 0,-1-1 0 0 0,4-6-1 0 0,-5 2 2 0 0,0 0 0 0 0,0-1 0 0 0,0 1 0 0 0,-1 0 0 0 0,0 0 0 0 0,-1 0 0 0 0,-2-14 0 0 0,1 7-14 0 0,-28-179 6 0 0,24 170 60 0 0,-1 0 0 0 0,0 0 0 0 0,-2 0 0 0 0,-1 1 0 0 0,-1 0 0 0 0,0 1 0 0 0,-17-22 0 0 0,-30-29 182 0 0,34 44-126 0 0,0-1-1 0 0,3 0 0 0 0,-28-51 0 0 0,-32-58 477 0 0,60 93-507 0 0,-17-56-1 0 0,29 76 29 0 0,-4-17-28 0 0,13 42-65 0 0,0 0 0 0 0,0 0 0 0 0,0 0 0 0 0,0 0 0 0 0,0 0 0 0 0,0 0 0 0 0,0 1 0 0 0,0-1 0 0 0,0 0 0 0 0,1 0 0 0 0,-1 0 0 0 0,0 0 0 0 0,1 0 0 0 0,-1 0 0 0 0,1 0 0 0 0,-1 0 0 0 0,1 1 0 0 0,-1-1 0 0 0,1 0 0 0 0,0 0-1 0 0,-1 1 1 0 0,1-1 0 0 0,0 0 0 0 0,-1 1 0 0 0,1-1 0 0 0,0 1 0 0 0,0-1 0 0 0,0 1 0 0 0,0-1 0 0 0,-1 1 0 0 0,1-1 0 0 0,2 1 0 0 0,29-9 114 0 0,-1 2 0 0 0,2 1-1 0 0,-1 1 1 0 0,46 0 0 0 0,125 12 244 0 0,-115-3-392 0 0,88-4-2552 0 0,-25-10-4743 0 0,-21 2-1664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39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45 3762 0 0,'-86'-14'4402'0'0,"86"14"-4391"0"0,0 0 1 0 0,0 0 0 0 0,-1 0 0 0 0,1 0-1 0 0,0 0 1 0 0,0 0 0 0 0,-1 0 0 0 0,1 0-1 0 0,0 0 1 0 0,0-1 0 0 0,-1 1 0 0 0,1 0-1 0 0,0 0 1 0 0,0 0 0 0 0,0 0 0 0 0,-1-1-1 0 0,1 1 1 0 0,0 0 0 0 0,0 0 0 0 0,0 0-1 0 0,0-1 1 0 0,-1 1 0 0 0,1 0 0 0 0,0 0-1 0 0,0-1 1 0 0,0 1 0 0 0,0 0 0 0 0,0 0-1 0 0,0-1 1 0 0,0 1 0 0 0,0 0 0 0 0,0 0-1 0 0,0-1 1 0 0,0 1 0 0 0,0 0 0 0 0,0 0-1 0 0,0-1 1 0 0,0 1 0 0 0,0 0 0 0 0,0 0-1 0 0,0-1 1 0 0,0 1 0 0 0,0 0 0 0 0,0 0-1 0 0,1-1 1 0 0,-1 1 0 0 0,0 0 0 0 0,0 0-1 0 0,0 0 1 0 0,0-1 0 0 0,0 1 0 0 0,1 0-1 0 0,-1 0 1 0 0,0 0 0 0 0,0 0 0 0 0,0-1-1 0 0,1 1 1 0 0,-1 0 0 0 0,0 0 0 0 0,0 0-1 0 0,1 0 1 0 0,-1 0 0 0 0,0 0 0 0 0,0 0-1 0 0,1 0 1 0 0,-1-1 0 0 0,6 0 121 0 0,-5 1-107 0 0,0 0 0 0 0,-1 0 0 0 0,1 0 0 0 0,0 0-1 0 0,0-1 1 0 0,0 1 0 0 0,0 0 0 0 0,-1 0 0 0 0,1-1 0 0 0,0 1 0 0 0,0 0-1 0 0,-1-1 1 0 0,1 1 0 0 0,0-1 0 0 0,-1 1 0 0 0,1-1 0 0 0,0 1-1 0 0,-1-1 1 0 0,1 1 0 0 0,-1-1 0 0 0,1 0 0 0 0,-1 1 0 0 0,1-1-1 0 0,-1 0 1 0 0,1 0 0 0 0,-1 1 0 0 0,0-1 0 0 0,1 0 0 0 0,-1 0 0 0 0,0 1-1 0 0,0-3 1 0 0,0 3 201 0 0,10 0-182 0 0,-1 1 0 0 0,0 1 0 0 0,0-1 0 0 0,0 2 0 0 0,0-1 0 0 0,0 1 0 0 0,13 7 0 0 0,-19-9-23 0 0,-1 1-1 0 0,1-1 0 0 0,-1 1 1 0 0,0 0-1 0 0,0 0 1 0 0,1 0-1 0 0,-1 0 1 0 0,0 0-1 0 0,-1 0 0 0 0,1 1 1 0 0,0-1-1 0 0,-1 1 1 0 0,1-1-1 0 0,-1 1 1 0 0,0 0-1 0 0,0-1 0 0 0,0 1 1 0 0,0 0-1 0 0,0 0 1 0 0,0 0-1 0 0,-1 0 1 0 0,0 0-1 0 0,1 0 0 0 0,-1 0 1 0 0,0-1-1 0 0,-1 1 1 0 0,0 6-1 0 0,-1 3 106 0 0,-1 0 0 0 0,0 0 0 0 0,0 0 0 0 0,-9 17 1 0 0,10-23-57 0 0,2-5-60 0 0,0 0 0 0 0,0 0 0 0 0,-1 0 0 0 0,1 0 0 0 0,0-1 0 0 0,0 1 0 0 0,-1 0 0 0 0,1 0-1 0 0,-1 0 1 0 0,1-1 0 0 0,0 1 0 0 0,-1 0 0 0 0,0-1 0 0 0,1 1 0 0 0,-1 0 0 0 0,1-1 0 0 0,-1 1 0 0 0,0 0-1 0 0,1-1 1 0 0,-1 1 0 0 0,0-1 0 0 0,0 0 0 0 0,1 1 0 0 0,-1-1 0 0 0,0 0 0 0 0,0 1 0 0 0,0-1-1 0 0,0 0 1 0 0,1 0 0 0 0,-1 1 0 0 0,0-1 0 0 0,0 0 0 0 0,0 0 0 0 0,0 0 0 0 0,0 0 0 0 0,0 0 0 0 0,1-1-1 0 0,-1 1 1 0 0,0 0 0 0 0,0 0 0 0 0,-1-1 0 0 0,0 1 38 0 0,25-2 55 0 0,0-2 0 0 0,35-8 0 0 0,44-7-56 0 0,-77 17-6 0 0,-17 1-5 0 0,1 0 1 0 0,-1 1-1 0 0,1-1 0 0 0,-1 2 0 0 0,0-1 0 0 0,1 1 0 0 0,-1 1 1 0 0,1 0-1 0 0,11 3 0 0 0,-19-5-23 0 0,-1 0 1 0 0,1 0-1 0 0,0 0 0 0 0,-1 0 1 0 0,1 1-1 0 0,0-1 0 0 0,0 0 0 0 0,-1 0 1 0 0,1 0-1 0 0,0 0 0 0 0,-1 1 1 0 0,1-1-1 0 0,-1 0 0 0 0,1 1 1 0 0,0-1-1 0 0,-1 0 0 0 0,1 1 1 0 0,-1-1-1 0 0,1 1 0 0 0,-1-1 1 0 0,1 1-1 0 0,-1-1 0 0 0,1 1 0 0 0,-1-1 1 0 0,1 1-1 0 0,-1 0 0 0 0,0-1 1 0 0,1 1-1 0 0,-1 0 0 0 0,0-1 1 0 0,0 1-1 0 0,1 0 0 0 0,-1-1 1 0 0,0 1-1 0 0,0 0 0 0 0,0-1 1 0 0,0 1-1 0 0,0 0 0 0 0,0 0 0 0 0,0-1 1 0 0,0 1-1 0 0,0 0 0 0 0,0-1 1 0 0,-1 1-1 0 0,1 0 0 0 0,0-1 1 0 0,0 1-1 0 0,-1 0 0 0 0,1-1 1 0 0,0 1-1 0 0,-1 0 0 0 0,-4 3-37 0 0,1 0 1 0 0,-1-1-1 0 0,0 0 0 0 0,0 0 0 0 0,0 0 0 0 0,0-1 1 0 0,-1 1-1 0 0,1-1 0 0 0,-1 0 0 0 0,-8 1 1 0 0,-107 23-2113 0 0,20-16-1306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60 116 4162 0 0,'-30'0'3441'0'0,"30"6"-799"0"0,-30 7-801 0 0,30-21 880 0 0,60-3-1921 0 0,91-8 321 0 0,236-26 1200 0 0,35-6-801 0 0,-186 51-1440 0 0,36 25-1280 0 0,-212-25-7924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3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5122 0 0,'-60'33'3442'0'0,"90"-8"-3122"0"0,30 0 480 0 0,-30-12-79 0 0,1 1-321 0 0,-1-8-160 0 0,0-6-240 0 0,30-20-640 0 0,-29-18-3042 0 0,-62 19-1280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3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8084 0 0,'-30'25'160'0'0,"60"-25"-160"0"0,-30-6-80 0 0,0 12-2481 0 0,61-6-1361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417 103 2001 0 0,'-55'-27'3121'0'0,"-5"2"-1040"0"0,-31 5-1120 0 0,1 7-561 0 0,29 1-160 0 0,31 7-240 0 0,0 10-1441 0 0,30 20-3521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4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258 328 5523 0 0,'-68'-54'2126'0'0,"36"30"-1175"0"0,-39-38 0 0 0,26 9-4 0 0,18 43-542 0 0,13 4-108 0 0,35-9-78 0 0,26-5-188 0 0,1 2 0 0 0,1 2 0 0 0,0 2 0 0 0,1 3 0 0 0,84-9 0 0 0,-102 17-37 0 0,1 2-1 0 0,-1 1 0 0 0,0 1 1 0 0,0 2-1 0 0,0 1 1 0 0,34 9-1 0 0,-20 0-22 0 0,0 3 0 0 0,80 39 0 0 0,-73-29-177 0 0,63 42 1 0 0,-96-55 127 0 0,-1 1 0 0 0,-1 1 0 0 0,-1 1 0 0 0,27 31 1 0 0,-35-35 65 0 0,0 0 0 0 0,0 1 0 0 0,-1 1 0 0 0,-1 0 0 0 0,-1 0 0 0 0,1 0 1 0 0,-2 0-1 0 0,4 18 0 0 0,-7-28 14 0 0,-1 1-1 0 0,0-1 1 0 0,0 0 0 0 0,0 1 0 0 0,-1-1 0 0 0,1 1 0 0 0,-1-1-1 0 0,0 1 1 0 0,0-1 0 0 0,-1 1 0 0 0,1-1 0 0 0,-1 1-1 0 0,0-1 1 0 0,0 0 0 0 0,-1 1 0 0 0,1-1 0 0 0,-1 0-1 0 0,0 0 1 0 0,0 0 0 0 0,0 0 0 0 0,-1 0 0 0 0,0-1-1 0 0,1 1 1 0 0,-1-1 0 0 0,0 0 0 0 0,0 1 0 0 0,-1-1 0 0 0,1 0-1 0 0,-1-1 1 0 0,0 1 0 0 0,1-1 0 0 0,-1 0 0 0 0,0 0-1 0 0,-6 2 1 0 0,-8 2 9 0 0,0 0-1 0 0,0-2 0 0 0,0-1 1 0 0,-1 0-1 0 0,1-1 1 0 0,-1-1-1 0 0,-27-1 1 0 0,2-4 0 0 0,0-1 0 0 0,0-3 0 0 0,1-1 0 0 0,0-2 0 0 0,-51-21 0 0 0,77 26-13 0 0,6 2-5 0 0,0 0 0 0 0,0-1-1 0 0,-19-11 1 0 0,29 15 6 0 0,0 0 1 0 0,-1 0-1 0 0,1 0 0 0 0,0 0 1 0 0,0 0-1 0 0,-1 0 0 0 0,1 0 1 0 0,0 0-1 0 0,0 0 0 0 0,0-1 1 0 0,1 1-1 0 0,-1 0 0 0 0,0-1 1 0 0,0 1-1 0 0,1-1 0 0 0,-1 1 1 0 0,1-1-1 0 0,-1 1 0 0 0,1-1 1 0 0,0 1-1 0 0,-1-1 0 0 0,1 0 1 0 0,0 1-1 0 0,0-1 0 0 0,0 1 1 0 0,0-1-1 0 0,0 1 0 0 0,1-1 1 0 0,-1 0-1 0 0,0 1 0 0 0,1-1 1 0 0,0-1-1 0 0,0 0 0 0 0,1 1 1 0 0,-1 0-1 0 0,1 0 1 0 0,-1 0-1 0 0,1 0 1 0 0,0 0-1 0 0,-1 0 1 0 0,1 0-1 0 0,0 1 1 0 0,0-1-1 0 0,1 1 1 0 0,-1-1-1 0 0,0 1 1 0 0,0 0 0 0 0,1 0-1 0 0,-1 0 1 0 0,0 0-1 0 0,1 0 1 0 0,-1 1-1 0 0,1-1 1 0 0,-1 1-1 0 0,1-1 1 0 0,0 1-1 0 0,-1 0 1 0 0,1 0-1 0 0,3 0 1 0 0,9 2-11 0 0,0-1 0 0 0,0 2 1 0 0,0 0-1 0 0,20 7 0 0 0,-23-7 21 0 0,71 21-13 0 0,92 40 0 0 0,-145-52 99 0 0,0 2 1 0 0,-2 2-1 0 0,0 0 0 0 0,0 2 0 0 0,-2 1 0 0 0,0 1 1 0 0,41 41-1 0 0,-66-58-81 0 0,1-1 1 0 0,0 0-1 0 0,0 1 1 0 0,0-1-1 0 0,0 0 0 0 0,0 0 1 0 0,0 0-1 0 0,0-1 1 0 0,1 1-1 0 0,-1 0 1 0 0,1-1-1 0 0,0 0 0 0 0,-1 0 1 0 0,1 1-1 0 0,0-2 1 0 0,-1 1-1 0 0,1 0 0 0 0,0 0 1 0 0,0-1-1 0 0,0 0 1 0 0,0 1-1 0 0,0-1 1 0 0,0 0-1 0 0,0 0 0 0 0,0-1 1 0 0,5 0-1 0 0,-1-4-168 0 0,0 1 0 0 0,0-1 0 0 0,0 0 0 0 0,0 0 0 0 0,-1-1 0 0 0,0 1-1 0 0,-1-2 1 0 0,1 1 0 0 0,-1 0 0 0 0,0-1 0 0 0,0 0 0 0 0,5-11 0 0 0,100-189-7464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7043 0 0,'-30'-19'-5682'0'0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5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7443 0 0,'-120'38'1521'0'0,"120"-30"-2001"0"0,30-16-2481 0 0,-30-36-801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5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1 0 3602 0 0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140 218 6643 0 0,'-139'5'3762'0'0,"373"-5"-1801"0"0,300-38 0 0 0,-506 32-1760 0 0,-56 0 491 0 0,-203-25 749 0 0,-11-5-641 0 0,122 8-613 0 0,114 27-233 0 0,1 0 0 0 0,0-1 0 0 0,0 0 0 0 0,0 0 0 0 0,1 0 0 0 0,-1-1 0 0 0,0 0-1 0 0,-4-3 1 0 0,9 5 21 0 0,-1 1 0 0 0,1 0-1 0 0,0-1 1 0 0,0 1 0 0 0,-1 0 0 0 0,1-1-1 0 0,0 1 1 0 0,0-1 0 0 0,-1 1-1 0 0,1 0 1 0 0,0-1 0 0 0,0 1-1 0 0,0-1 1 0 0,0 1 0 0 0,-1-1-1 0 0,1 1 1 0 0,0-1 0 0 0,0 1-1 0 0,0-1 1 0 0,0 1 0 0 0,0-1 0 0 0,0 1-1 0 0,1-1 1 0 0,-1 1 0 0 0,0 0-1 0 0,0-1 1 0 0,0 1 0 0 0,0-1-1 0 0,0 1 1 0 0,1-1 0 0 0,-1 1-1 0 0,0-1 1 0 0,1 0 0 0 0,1-1-129 0 0,0 0 0 0 0,0 1 0 0 0,1-1 0 0 0,-1 0 0 0 0,1 1 0 0 0,-1-1 0 0 0,1 1 0 0 0,0 0 0 0 0,4-2 0 0 0,19-4-922 0 0,0 0 0 0 0,28-2 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8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7203 0 0,'-175'165'3442'0'0,"175"-94"-4803"0"0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1348 2100 1521 0 0,'-13'10'347'0'0,"-1"0"1"0"0,0 0-1 0 0,0-2 1 0 0,-1 0-1 0 0,0 0 0 0 0,0-2 1 0 0,-25 8-1 0 0,22-10 23 0 0,-1-2-1 0 0,1 0 1 0 0,0-1 0 0 0,-1 0-1 0 0,1-2 1 0 0,0 0-1 0 0,-21-5 1 0 0,-35 0 75 0 0,0 3 0 0 0,-129 10 0 0 0,122 1-20 0 0,27-2-171 0 0,-83 14 173 0 0,126-19-385 0 0,-1 0 0 0 0,0 0 0 0 0,0-1 1 0 0,1 0-1 0 0,-1-1 0 0 0,0-1 0 0 0,1 0 0 0 0,-1 0 1 0 0,-20-8-1 0 0,-6-4 38 0 0,-55-31 1 0 0,0 0 363 0 0,47 29-57 0 0,45 16-376 0 0,1 0-1 0 0,0 0 1 0 0,-1 0 0 0 0,1 0 0 0 0,-1 0-1 0 0,1 0 1 0 0,0 0 0 0 0,-1 0 0 0 0,1 0 0 0 0,-1 0-1 0 0,1-1 1 0 0,0 1 0 0 0,-1 0 0 0 0,1 0 0 0 0,0 0-1 0 0,-1-1 1 0 0,1 1 0 0 0,0 0 0 0 0,-1-1-1 0 0,1 1 1 0 0,0 0 0 0 0,0 0 0 0 0,-1-1 0 0 0,1 1-1 0 0,0 0 1 0 0,0-1 0 0 0,0 1 0 0 0,0-1 0 0 0,-1 1-1 0 0,1 0 1 0 0,0-1 0 0 0,0 1 0 0 0,0-1-1 0 0,0 1 1 0 0,0 0 0 0 0,0-1 0 0 0,0 1 0 0 0,0-1-1 0 0,0 0 1 0 0,15-8 211 0 0,24 1-12 0 0,1 2 0 0 0,77-2-1 0 0,-82 6-131 0 0,345-5 574 0 0,-141 6-36 0 0,-169-1-363 0 0,-1-3 1 0 0,128-26-1 0 0,320-108 1075 0 0,-351 92-869 0 0,36-21 78 0 0,-152 48-300 0 0,65-26 181 0 0,86-33-209 0 0,-62 27-125 0 0,64-20-8 0 0,-80 35-27 0 0,166-57 129 0 0,-253 82-164 0 0,-16 5-14 0 0,0 0-1 0 0,-1-1 1 0 0,31-18 0 0 0,157-113 187 0 0,-191 125-147 0 0,0 0 0 0 0,-1-1 0 0 0,0-1 0 0 0,13-19 0 0 0,-15 17-11 0 0,-1-1 0 0 0,-2 0 0 0 0,0 0-1 0 0,0-1 1 0 0,-2-1 0 0 0,7-26 0 0 0,7-14 9 0 0,0 1-76 0 0,4 1 0 0 0,1 1 0 0 0,52-79 0 0 0,-64 115 14 0 0,1 0 0 0 0,1 2 0 0 0,1 0 0 0 0,1 0 0 0 0,1 2 0 0 0,0 0 0 0 0,1 2 0 0 0,1 0 0 0 0,1 1 0 0 0,0 2 0 0 0,27-12 0 0 0,35-8 84 0 0,3 4 0 0 0,119-24 0 0 0,176-7 160 0 0,71 35-152 0 0,-310 20-96 0 0,-84-1-92 0 0,-59 6 120 0 0,-1 0-1 0 0,0 0 0 0 0,1 0 1 0 0,-1 0-1 0 0,1 0 0 0 0,-1 0 1 0 0,0 0-1 0 0,1 0 1 0 0,-1 0-1 0 0,0 0 0 0 0,1 0 1 0 0,-1 0-1 0 0,1 0 0 0 0,-1 0 1 0 0,0-1-1 0 0,1 1 1 0 0,-1 0-1 0 0,0 0 0 0 0,1 0 1 0 0,-1-1-1 0 0,0 1 1 0 0,0 0-1 0 0,1 0 0 0 0,-1-1 1 0 0,0 1-1 0 0,0 0 0 0 0,1 0 1 0 0,-1-1-1 0 0,0 1 1 0 0,0 0-1 0 0,0-1 0 0 0,1 1 1 0 0,-1 0-1 0 0,0-1 0 0 0,0 1 1 0 0,0-1-1 0 0,0 1 1 0 0,0 0-1 0 0,0-1 0 0 0,0 1 1 0 0,0 0-1 0 0,0-1 0 0 0,0 1 1 0 0,0-1-1 0 0,0 1 1 0 0,0-1-1 0 0,0 1 1 0 0,0 0 1 0 0,0 0-1 0 0,0-1 1 0 0,0 1-1 0 0,0 0 0 0 0,0-1 1 0 0,-1 1-1 0 0,1 0 1 0 0,0 0-1 0 0,1-1 1 0 0,-1 1-1 0 0,0 0 0 0 0,0-1 1 0 0,0 1-1 0 0,0 0 1 0 0,0 0-1 0 0,0-1 0 0 0,0 1 1 0 0,0 0-1 0 0,0 0 1 0 0,1-1-1 0 0,-1 1 1 0 0,0 0-1 0 0,0 0 0 0 0,0 0 1 0 0,0-1-1 0 0,1 1 1 0 0,-1 0-1 0 0,0 0 0 0 0,0 0 1 0 0,0-1-1 0 0,1 1 1 0 0,-1 0-1 0 0,0 0 1 0 0,0 0-1 0 0,1 0 0 0 0,-1 0 1 0 0,48-14 75 0 0,50-10 155 0 0,-72 18-151 0 0,-21 6-14 0 0,-5 4-26 0 0,-5-3 0 0 0,-21-1-1000 0 0,-4 0-2708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44 1121 0 0,'-60'8'4321'0'0,"-1"-2"-2240"0"0,31-6-1600 0 0,60-6-1362 0 0,31-21-1920 0 0,29 2-400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228 178 1121 0 0,'-63'-7'4909'0'0,"35"7"-3992"0"0,-1 1 0 0 0,1 1 0 0 0,-30 6 0 0 0,53-7 764 0 0,0-1-1108 0 0,-6 0-303 0 0,11 0-258 0 0,0 0 0 0 0,0 0 1 0 0,0 0-1 0 0,0 0 0 0 0,0 0 1 0 0,0 1-1 0 0,0-1 0 0 0,0 0 1 0 0,0 0-1 0 0,0 0 0 0 0,0 0 1 0 0,0 0-1 0 0,0 0 0 0 0,0 0 1 0 0,0 0-1 0 0,0 0 0 0 0,0 0 1 0 0,0 0-1 0 0,0 0 0 0 0,0 0 1 0 0,0 0-1 0 0,0 1 0 0 0,0-1 1 0 0,0 0-1 0 0,0 0 0 0 0,0 0 1 0 0,-1 0-1 0 0,1 0 0 0 0,0 0 1 0 0,17 13 241 0 0,99 112 386 0 0,-43-59-526 0 0,-30-27 183 0 0,66 75-1 0 0,-28-15-109 0 0,90 146 0 0 0,2 14 236 0 0,-165-249-393 0 0,22 34 37 0 0,-16-22-137 0 0,2-18 20 0 0,-11-7 47 0 0,0-6 19 0 0,0 4 1 0 0,0-1 0 0 0,0 0 1 0 0,0 0-1 0 0,-1 0 0 0 0,0-1 0 0 0,0 1 0 0 0,-1-1 0 0 0,0 0 1 0 0,0 0-1 0 0,-1 0 0 0 0,0 0 0 0 0,0-1 0 0 0,1-10 0 0 0,8-96 517 0 0,-5 74-331 0 0,3-37 154 0 0,-14 9-22 0 0,-19-97-1 0 0,7 56-216 0 0,11 56-96 0 0,3 20-16 0 0,-2-1 0 0 0,-16-59 0 0 0,13 64 11 0 0,1-1 0 0 0,1 1-1 0 0,1-2 1 0 0,2 1 0 0 0,1 0 0 0 0,3-38-1 0 0,-1 41-13 0 0,0 26 0 0 0,0 1 0 0 0,0-1-1 0 0,1 1 1 0 0,-1-1 0 0 0,0 1-1 0 0,0-1 1 0 0,0 0 0 0 0,0 1-1 0 0,0-1 1 0 0,0 1 0 0 0,0-1-1 0 0,0 0 1 0 0,0 1 0 0 0,0-1-1 0 0,-1 1 1 0 0,1-1 0 0 0,0 1-1 0 0,0-1 1 0 0,0 1 0 0 0,-1-1-1 0 0,1 1 1 0 0,0-1 0 0 0,-1 1-1 0 0,1-1 1 0 0,0 1 0 0 0,-1-1-1 0 0,1 1 1 0 0,-1-1 0 0 0,1 1-1 0 0,-1 0 1 0 0,1-1 0 0 0,-1 1-1 0 0,1 0 1 0 0,-1 0 0 0 0,1-1-1 0 0,-1 1 1 0 0,1 0 0 0 0,-1 0-1 0 0,1 0 1 0 0,-1-1 0 0 0,0 1-1 0 0,1 0 1 0 0,-1 0 0 0 0,1 0-1 0 0,-1 0 1 0 0,1 0 0 0 0,-1 0-1 0 0,0 0 1 0 0,0 1 0 0 0,-2 4 88 0 0,17-1-49 0 0,-14-4-41 0 0,1 0 0 0 0,-1 0 0 0 0,0 0-1 0 0,1 0 1 0 0,-1-1 0 0 0,0 1 0 0 0,1 0 0 0 0,-1 0 0 0 0,0 0 0 0 0,0-1-1 0 0,1 1 1 0 0,-1 0 0 0 0,0-1 0 0 0,0 1 0 0 0,1 0 0 0 0,-1 0 0 0 0,0-1-1 0 0,0 1 1 0 0,0 0 0 0 0,1-1 0 0 0,-1 1 0 0 0,0 0 0 0 0,0-1 0 0 0,0 1-1 0 0,0-1 1 0 0,0 1 0 0 0,0 0 0 0 0,0-1 0 0 0,0 1 0 0 0,0 0 0 0 0,0-1-1 0 0,0 1 1 0 0,0 0 0 0 0,0-1 0 0 0,0 1 0 0 0,0-1 0 0 0,0 1 0 0 0,0 0-1 0 0,-1-1 1 0 0,1 1 0 0 0,0-1 0 0 0,0 1 3 0 0,-1 0 0 0 0,1-1 0 0 0,0 1 0 0 0,0-1 0 0 0,0 1 0 0 0,0-1-1 0 0,0 1 1 0 0,0-1 0 0 0,0 1 0 0 0,0-1 0 0 0,0 1 0 0 0,0-1 0 0 0,0 1 0 0 0,0-1 0 0 0,0 1 0 0 0,0-1 0 0 0,0 1 0 0 0,0-1 0 0 0,1 1 0 0 0,-1 0-1 0 0,0-1 1 0 0,0 1 0 0 0,1-1 0 0 0,-1 1 0 0 0,0-1 0 0 0,0 1 0 0 0,1 0 0 0 0,-1-1 0 0 0,0 1 0 0 0,1 0 0 0 0,-1-1 0 0 0,1 1 0 0 0,-1 0 0 0 0,1-1-1 0 0,33-4 291 0 0,0 1-1 0 0,34 0 1 0 0,374 17 756 0 0,-371-9-926 0 0,381 43 102 0 0,-420-42-1715 0 0,1 0-1 0 0,52 0 1 0 0,5-14-7782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7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121 133 800 0 0,'-26'-5'2409'0'0,"20"5"-2038"0"0,-1-1 0 0 0,0 0 0 0 0,1 0 0 0 0,-1 0 0 0 0,1-1-1 0 0,-1 0 1 0 0,1-1 0 0 0,0 1 0 0 0,0-1 0 0 0,0 0 0 0 0,0-1-1 0 0,-8-6 1 0 0,14 10-363 0 0,0 0 1 0 0,-1 0-1 0 0,1-1 0 0 0,0 1 0 0 0,-1 0 0 0 0,1-1 0 0 0,0 1 0 0 0,0 0 0 0 0,0-1 0 0 0,-1 1 1 0 0,1 0-1 0 0,0-1 0 0 0,0 1 0 0 0,0-1 0 0 0,0 1 0 0 0,0 0 0 0 0,0-1 0 0 0,0 1 0 0 0,0-1 1 0 0,0 1-1 0 0,0 0 0 0 0,0-1 0 0 0,0 1 0 0 0,0-1 0 0 0,0 1 0 0 0,0 0 0 0 0,0-1 0 0 0,0 1 1 0 0,0 0-1 0 0,1-1 0 0 0,-1 1 0 0 0,0-1 0 0 0,0 1 0 0 0,0 0 0 0 0,1-1 0 0 0,-1 1 0 0 0,0 0 1 0 0,0 0-1 0 0,1-1 0 0 0,0 1 0 0 0,16-10 113 0 0,-10 6-41 0 0,15-14 91 0 0,-17 14-140 0 0,0 0 0 0 0,0 0 0 0 0,0 0-1 0 0,1 0 1 0 0,-1 1 0 0 0,8-3 0 0 0,0 1-20 0 0,1 1 1 0 0,0 1 0 0 0,1 0-1 0 0,-1 1 1 0 0,0 0 0 0 0,1 1-1 0 0,22 2 1 0 0,-36-1-9 0 0,1 0 1 0 0,-1 0-1 0 0,1 0 0 0 0,0 1 1 0 0,-1-1-1 0 0,1 1 0 0 0,-1-1 1 0 0,1 1-1 0 0,-1 0 0 0 0,1-1 1 0 0,-1 1-1 0 0,0 0 0 0 0,1 0 1 0 0,-1 0-1 0 0,0 0 0 0 0,0 0 1 0 0,0 0-1 0 0,1 1 1 0 0,-1-1-1 0 0,0 0 0 0 0,-1 1 1 0 0,1-1-1 0 0,0 0 0 0 0,0 1 1 0 0,-1-1-1 0 0,1 1 0 0 0,0-1 1 0 0,-1 1-1 0 0,0-1 0 0 0,1 1 1 0 0,-1 0-1 0 0,0-1 0 0 0,0 1 1 0 0,0-1-1 0 0,0 1 0 0 0,0 0 1 0 0,0 1-1 0 0,-1 1 6 0 0,0-1 0 0 0,0 1 1 0 0,0-1-1 0 0,0 0 0 0 0,-1 1 0 0 0,1-1 1 0 0,-1 0-1 0 0,0 0 0 0 0,0 0 1 0 0,0 0-1 0 0,0 0 0 0 0,-1 0 0 0 0,1-1 1 0 0,-1 1-1 0 0,0-1 0 0 0,0 1 0 0 0,-5 3 1 0 0,-17 6 190 0 0,0-1 0 0 0,-1 0 0 0 0,0-2 0 0 0,-1-1 0 0 0,0-1 0 0 0,-29 3 0 0 0,41-9 1001 0 0,20-2-1001 0 0,41-11-182 0 0,0 2-1 0 0,0 2 1 0 0,1 2 0 0 0,0 2 0 0 0,82 3 0 0 0,-116 2-18 0 0,33 1 9 0 0,87 15 0 0 0,-123-16-4 0 0,-1 1-1 0 0,1 1 1 0 0,-1 0 0 0 0,1 0-1 0 0,-1 1 1 0 0,0 0 0 0 0,-1 0-1 0 0,1 1 1 0 0,-1 0 0 0 0,0 1 0 0 0,0 0-1 0 0,0 0 1 0 0,-1 0 0 0 0,0 1-1 0 0,9 12 1 0 0,-14-17 3 0 0,0 1-1 0 0,-1-1 1 0 0,1 1 0 0 0,-1 0 0 0 0,0 0-1 0 0,0 0 1 0 0,0 0 0 0 0,0 0 0 0 0,0 0-1 0 0,-1 0 1 0 0,1 0 0 0 0,-1 0-1 0 0,0 0 1 0 0,0 0 0 0 0,0 1 0 0 0,0-1-1 0 0,-1 0 1 0 0,1 0 0 0 0,-1 0 0 0 0,0 0-1 0 0,-1 3 1 0 0,-2 3 18 0 0,-1-1 0 0 0,0 0 0 0 0,0 0 0 0 0,-1 0 1 0 0,-8 9-1 0 0,-1 1-20 0 0,10-12-165 0 0,-1 0 0 0 0,1 0 0 0 0,-1-1 0 0 0,-1 0 0 0 0,1 0-1 0 0,-1-1 1 0 0,1 0 0 0 0,-1 0 0 0 0,-1 0 0 0 0,1-1-1 0 0,0 0 1 0 0,-1 0 0 0 0,0-1 0 0 0,-9 2 0 0 0,12-3-236 0 0,1 1 1 0 0,0-1 0 0 0,-1-1 0 0 0,1 1-1 0 0,-1-1 1 0 0,1 1 0 0 0,-1-1 0 0 0,-5-1-1 0 0,-45-14-4340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267 120 3041 0 0,'-101'38'4496'0'0,"-35"-13"-2829"0"0,135-24-1635 0 0,-1-1 0 0 0,0 1 0 0 0,1-1 0 0 0,-1 0 0 0 0,0 0 0 0 0,1 1-1 0 0,-1-1 1 0 0,0 0 0 0 0,0 0 0 0 0,1 0 0 0 0,-1-1 0 0 0,0 1 0 0 0,1 0 0 0 0,-1-1 0 0 0,-3 0 0 0 0,25-4 271 0 0,-15 5-50 0 0,0 0 148 0 0,413-2 3374 0 0,652-45 146 0 0,-661 9-3704 0 0,-207 11-1740 0 0,-9-10-3507 0 0,-93 11-119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4:4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96 3121 0 0,'-56'-33'5350'0'0,"56"31"-5313"0"0,-1 1-1 0 0,0 0 1 0 0,0 0 0 0 0,1 0 0 0 0,-1 0 0 0 0,1 0 0 0 0,-1-1 0 0 0,1 1 0 0 0,0 0 0 0 0,-1 0 0 0 0,1-1 0 0 0,0 1 0 0 0,0 0 0 0 0,0-1 0 0 0,0 1 0 0 0,0 0 0 0 0,0-1 0 0 0,0 1 0 0 0,0 0 0 0 0,1 0 0 0 0,-1-1 0 0 0,0 1 0 0 0,1 0 0 0 0,-1 0 0 0 0,1 0 0 0 0,0-1 0 0 0,-1 1 0 0 0,1 0 0 0 0,0 0 0 0 0,-1 0 0 0 0,1 0 0 0 0,0 0 0 0 0,0 0 0 0 0,1-1-1 0 0,5-1-20 0 0,-1 0 0 0 0,1 0 0 0 0,0 1 0 0 0,0 0 0 0 0,0 0 0 0 0,0 0 0 0 0,0 1 0 0 0,0 0 0 0 0,8 0 0 0 0,-5 2-3 0 0,1-1 0 0 0,-1 2 1 0 0,1-1-1 0 0,-1 1 0 0 0,0 1 0 0 0,0 0 0 0 0,0 0 1 0 0,0 1-1 0 0,13 7 0 0 0,-8-2 10 0 0,0 0 0 0 0,0 1 0 0 0,-1 0-1 0 0,25 25 1 0 0,7 22 105 0 0,-40-47-123 0 0,0 0 0 0 0,-1 0 0 0 0,0 0 0 0 0,-1 0 0 0 0,-1 1 0 0 0,1 0-1 0 0,-1 0 1 0 0,-1 0 0 0 0,0 0 0 0 0,-1 0 0 0 0,0 0 0 0 0,-1 19 0 0 0,-2-10-13 0 0,-1 1 1 0 0,-1-1 0 0 0,0 0-1 0 0,-14 38 1 0 0,15-52 7 0 0,1 0 0 0 0,-1 0 0 0 0,0 0 0 0 0,0 0 0 0 0,0-1 0 0 0,-1 1 0 0 0,0-1 0 0 0,0 0 0 0 0,0 0 0 0 0,-1-1 0 0 0,0 1 0 0 0,1-1 0 0 0,-2 0 0 0 0,-10 6 0 0 0,3-3 0 0 0,0-2 0 0 0,-1 0 0 0 0,1 0 0 0 0,-26 3 0 0 0,28-5 0 0 0,-1 0 23 0 0,0 0 0 0 0,0-1 1 0 0,0-1-1 0 0,0 1 0 0 0,-1-2 1 0 0,1 0-1 0 0,-1-1 0 0 0,1 0 1 0 0,0 0-1 0 0,-1-1 1 0 0,1-1-1 0 0,0 0 0 0 0,1-1 1 0 0,-1 0-1 0 0,-11-6 0 0 0,23 9-18 0 0,-1 1 0 0 0,1 0 0 0 0,-1-1 0 0 0,1 1 0 0 0,-1 0 0 0 0,1-1 0 0 0,-1 1 0 0 0,1-1 0 0 0,-1 1 0 0 0,1-1 0 0 0,0 1 0 0 0,-1 0 0 0 0,1-1-1 0 0,0 0 1 0 0,-1 1 0 0 0,1-1 0 0 0,0 1 0 0 0,0-1 0 0 0,-1 1 0 0 0,1-1 0 0 0,0 0 0 0 0,0 1 0 0 0,0-1 0 0 0,0 1 0 0 0,0-1 0 0 0,0 0 0 0 0,0 1 0 0 0,0-1 0 0 0,0 1 0 0 0,0-1 0 0 0,0 0 0 0 0,0 1-1 0 0,1-1 1 0 0,-1 1 0 0 0,0-1 0 0 0,0 0 0 0 0,1 1 0 0 0,-1-1 0 0 0,0 1 0 0 0,1-1 0 0 0,-1 1 0 0 0,0-1 0 0 0,1 0 0 0 0,21-17 99 0 0,-20 16-79 0 0,2 0-6 0 0,-1-1 1 0 0,0 1-1 0 0,1 0 0 0 0,-1 0 0 0 0,1 0 1 0 0,0 1-1 0 0,0-1 0 0 0,0 1 0 0 0,0 0 1 0 0,0 0-1 0 0,0 0 0 0 0,6 0 0 0 0,12 1 76 0 0,-1 2 0 0 0,26 5 0 0 0,-17-2 10 0 0,519 114 1469 0 0,-536-115-1769 0 0,0-1-1 0 0,1 0 0 0 0,-1-1 1 0 0,1 0-1 0 0,0-1 1 0 0,-1-1-1 0 0,1 0 0 0 0,15-2 1 0 0,-24 1-75 0 0,1-1 1 0 0,-1 1-1 0 0,0-1 1 0 0,1 0-1 0 0,-1 0 1 0 0,0 0-1 0 0,0-1 1 0 0,0 1-1 0 0,-1-1 1 0 0,1-1 0 0 0,0 1-1 0 0,-1-1 1 0 0,0 1-1 0 0,6-8 1 0 0,-8 8-100 0 0,0 0 0 0 0,0 0 0 0 0,-1 0 0 0 0,1 0-1 0 0,-1 0 1 0 0,0-1 0 0 0,0 1 0 0 0,0 0 0 0 0,-1-1 0 0 0,1 1 0 0 0,-1-1 0 0 0,1 1 0 0 0,-1-1 0 0 0,-1-6 0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3682 0 0,'0'25'4242'0'0,"0"-11"-4162"0"0,0 17 80 0 0,-30 26 880 0 0,60 20 81 0 0,-30 25-481 0 0,30 25 320 0 0,1 0-399 0 0,29-12-401 0 0,-30-26-480 0 0,31-39-1841 0 0,53-50-881 0 0,-23-50-2160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5:59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115 177 2561 0 0,'-84'14'4242'0'0,"54"-1"-800"0"0,90-13-2722 0 0,55-13-640 0 0,307-89-2001 0 0,-156 14-4082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1281 0 0,'-30'6'3441'0'0,"30"8"-1520"0"0,90 80-160 0 0,-59 52-881 0 0,23-12-560 0 0,6-57-160 0 0,-30-27-79 0 0,-30-31-1042 0 0,61-44-1440 0 0,-1-13-3682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7 960 0 0,'-60'0'3922'0'0,"29"-6"-2001"0"0,-29 12-160 0 0,0 7-480 0 0,30-7-161 0 0,30 0 641 0 0,30-6-1441 0 0,0 0-160 0 0,30 0-320 0 0,31-6-640 0 0,30-8-1041 0 0,-31 3-2481 0 0,-35 11 560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1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 7684 0 0,'-91'39'3201'0'0,"122"-39"-2721"0"0,29-6-480 0 0,176-8-480 0 0,246-24-8964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140 207 640 0 0,'-30'-7'2598'0'0,"-56"-10"2154"0"0,64 10-4294 0 0,21 6-448 0 0,1 1 1 0 0,0 0-1 0 0,0-1 0 0 0,0 1 0 0 0,0-1 1 0 0,0 1-1 0 0,0 0 0 0 0,0-1 0 0 0,0 1 1 0 0,0-1-1 0 0,0 1 0 0 0,0-1 0 0 0,0 1 1 0 0,0 0-1 0 0,0-1 0 0 0,0 1 0 0 0,0 0 1 0 0,1-1-1 0 0,-1 1 0 0 0,0-1 0 0 0,0 1 1 0 0,0 0-1 0 0,1-1 0 0 0,-1 1 0 0 0,0 0 1 0 0,0-1-1 0 0,1 1 0 0 0,-1 0 1 0 0,0 0-1 0 0,1-1 0 0 0,-1 1 0 0 0,1 0 1 0 0,7-6 51 0 0,0 0 0 0 0,1 1 0 0 0,0 1 0 0 0,11-6 0 0 0,35-11 9 0 0,1 2 0 0 0,67-13 0 0 0,99-11 16 0 0,-201 40-66 0 0,1-2-18 0 0,1 1 1 0 0,-1 1 0 0 0,1 1 0 0 0,0 1 0 0 0,-1 1 0 0 0,43 6-1 0 0,-56-5 1 0 0,-1 1-1 0 0,0 0 0 0 0,0 1 1 0 0,0 0-1 0 0,0 0 0 0 0,-1 1 1 0 0,9 5-1 0 0,9 6 35 0 0,0 2-1 0 0,27 23 1 0 0,-43-32-25 0 0,0 0-1 0 0,0 1 1 0 0,0 0 0 0 0,-2 0 0 0 0,1 1-1 0 0,-1 0 1 0 0,0 1 0 0 0,-1 0-1 0 0,6 13 1 0 0,-6-1 21 0 0,-2-1 0 0 0,0 1 0 0 0,-1 0 0 0 0,-1 0 0 0 0,-1 0 0 0 0,-2 0 0 0 0,0-1 0 0 0,-1 1 0 0 0,-1 0 0 0 0,-10 34 0 0 0,8-43-15 0 0,-1 0 0 0 0,-1 0 0 0 0,0-1 0 0 0,-1 0 0 0 0,0 0 0 0 0,-1-1 0 0 0,-1 0 0 0 0,-12 13 0 0 0,16-19-16 0 0,0 0 0 0 0,0-1 0 0 0,-1 0 0 0 0,0 0 1 0 0,0 0-1 0 0,0-1 0 0 0,0 0 0 0 0,-1-1 0 0 0,1 1 0 0 0,-1-1 0 0 0,0-1 0 0 0,0 1 0 0 0,0-1 0 0 0,0-1 0 0 0,-1 0 0 0 0,1 0 0 0 0,-16-1 0 0 0,-3-3-22 0 0,0-1 0 0 0,0-1 0 0 0,1-2-1 0 0,-51-19 1 0 0,61 19 14 0 0,0-1 0 0 0,0 0 0 0 0,1-1 0 0 0,0 0 0 0 0,0-1 0 0 0,1-1 0 0 0,1 0 0 0 0,0-1 0 0 0,-17-19 0 0 0,30 31 5 0 0,-1-1 0 0 0,1 1 0 0 0,-1 0 0 0 0,1-1 0 0 0,-1 1-1 0 0,1 0 1 0 0,0-1 0 0 0,-1 1 0 0 0,1-1 0 0 0,-1 1 0 0 0,1-1 0 0 0,0 1 0 0 0,-1-1 0 0 0,1 1 0 0 0,0-1 0 0 0,0 0 0 0 0,-1 1 0 0 0,1-1 0 0 0,0 1 0 0 0,0-1 0 0 0,0 1 0 0 0,0-1 0 0 0,0 0 0 0 0,0 1 0 0 0,0-1 0 0 0,0 0 0 0 0,0 1 0 0 0,0-1 0 0 0,0 1 0 0 0,0-1 0 0 0,0 0 0 0 0,0 1 0 0 0,1-1 0 0 0,-1 1 0 0 0,0-1 0 0 0,0 1 0 0 0,1-1 0 0 0,-1 1-1 0 0,0-1 1 0 0,1 1 0 0 0,-1-1 0 0 0,1 1 0 0 0,-1-1 0 0 0,0 1 0 0 0,1-1 0 0 0,0 0 0 0 0,2 1 4 0 0,0-1 0 0 0,0 1 0 0 0,0-1-1 0 0,-1 1 1 0 0,1 0 0 0 0,0 0 0 0 0,0 0-1 0 0,0 0 1 0 0,0 1 0 0 0,5 1 0 0 0,20 5 122 0 0,53 24 1 0 0,127 68 313 0 0,-191-89-410 0 0,0 1 1 0 0,0 1-1 0 0,-1 1 0 0 0,0 0 0 0 0,-1 1 0 0 0,23 29 0 0 0,6 4-174 0 0,-40-43 22 0 0,0-1 1 0 0,1 1-1 0 0,0-1 0 0 0,0 0 1 0 0,-1 0-1 0 0,2 0 0 0 0,-1-1 1 0 0,0 0-1 0 0,1 0 0 0 0,-1 0 1 0 0,1-1-1 0 0,-1 0 1 0 0,1 0-1 0 0,-1 0 0 0 0,1 0 1 0 0,0-1-1 0 0,0 0 0 0 0,-1 0 1 0 0,1-1-1 0 0,0 0 0 0 0,-1 0 1 0 0,1 0-1 0 0,0-1 0 0 0,7-2 1 0 0,-10 2-175 0 0,1-1 1 0 0,-1 1-1 0 0,0-1 1 0 0,1 0-1 0 0,-1 1 1 0 0,0-2-1 0 0,-1 1 0 0 0,1 0 1 0 0,0 0-1 0 0,-1-1 1 0 0,0 1-1 0 0,3-6 1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5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3602 0 0,'-60'11'2881'0'0,"29"3"-1440"0"0,1-1-801 0 0,0-7-80 0 0,30 0-80 0 0,30 19-159 0 0,206 115 559 0 0,-85-38-800 0 0,-61-38-80 0 0,61-1-1361 0 0,0-5-3441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5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0 408 3522 0 0,'0'6'3201'0'0,"0"-12"-1280"0"0,31-40-1041 0 0,150-183-2080 0 0,-91 96-3282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6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27 2081 0 0,'8'-1'1132'0'0,"25"-6"960"0"0,-32 7-1984 0 0,0 0 0 0 0,0 0 1 0 0,0 0-1 0 0,0 0 0 0 0,0-1 0 0 0,0 1 0 0 0,0 0 0 0 0,0-1 0 0 0,0 1 0 0 0,0-1 0 0 0,0 1 0 0 0,-1-1 1 0 0,1 1-1 0 0,0-1 0 0 0,0 0 0 0 0,0 1 0 0 0,-1-1 0 0 0,1 0 0 0 0,0 0 0 0 0,-1 1 0 0 0,1-2 1 0 0,-11-3 464 0 0,-45 2 107 0 0,-1 3 1 0 0,-59 8-1 0 0,112-8-654 0 0,1 0 0 0 0,-1 0 0 0 0,1 0 0 0 0,-1 0 0 0 0,1 1 0 0 0,-1 0 0 0 0,1-1-1 0 0,0 1 1 0 0,-1 0 0 0 0,1 0 0 0 0,0 0 0 0 0,-1 0 0 0 0,1 1 0 0 0,0-1 0 0 0,0 1 0 0 0,0-1 0 0 0,0 1 0 0 0,0 0 0 0 0,1-1-1 0 0,-1 1 1 0 0,0 0 0 0 0,1 0 0 0 0,-3 4 0 0 0,4-4-17 0 0,0 1 0 0 0,0-1 0 0 0,0 0 0 0 0,0 0 1 0 0,1 0-1 0 0,-1 0 0 0 0,1 0 0 0 0,-1 0 0 0 0,1 0 0 0 0,0 0 0 0 0,-1 0 0 0 0,1 0 0 0 0,0 0 0 0 0,0 0 0 0 0,1-1 0 0 0,-1 1 0 0 0,0 0 0 0 0,0-1 1 0 0,1 1-1 0 0,-1-1 0 0 0,1 1 0 0 0,0-1 0 0 0,-1 1 0 0 0,1-1 0 0 0,0 0 0 0 0,3 1 0 0 0,9 6-14 0 0,0-1-1 0 0,1 0 1 0 0,0-2 0 0 0,22 7-1 0 0,40 12 47 0 0,-2 4-1 0 0,79 40 0 0 0,-120-50-12 0 0,-1 1 1 0 0,0 1-1 0 0,-2 2 1 0 0,-1 1-1 0 0,0 2 1 0 0,36 39 0 0 0,-56-52-12 0 0,0 0 0 0 0,-1 1 1 0 0,0 0-1 0 0,-1 0 1 0 0,-1 1-1 0 0,7 15 1 0 0,-12-23-8 0 0,0-1-1 0 0,0 1 1 0 0,0 0 0 0 0,-1 0 0 0 0,0 0 0 0 0,0 0 0 0 0,0 0 0 0 0,-1 0 0 0 0,0 0-1 0 0,0 0 1 0 0,0 0 0 0 0,-1 0 0 0 0,0 0 0 0 0,0 0 0 0 0,-5 12 0 0 0,4-14-10 0 0,0-1 0 0 0,-1 1 1 0 0,0 0-1 0 0,1-1 0 0 0,-1 0 1 0 0,-1 1-1 0 0,1-1 0 0 0,0 0 1 0 0,-1-1-1 0 0,1 1 0 0 0,-1-1 1 0 0,0 1-1 0 0,0-1 0 0 0,0 0 1 0 0,0-1-1 0 0,-1 1 0 0 0,1-1 1 0 0,0 1-1 0 0,-7 0 0 0 0,-7 1-11 0 0,0-1-1 0 0,0 0 0 0 0,-22-2 1 0 0,23 1 9 0 0,0-1 0 0 0,-1-1 1 0 0,1-1-1 0 0,0-1 0 0 0,0 0 1 0 0,0-1-1 0 0,-29-11 0 0 0,45 14 0 0 0,0 0 0 0 0,0 0 0 0 0,0 0 0 0 0,0-1 0 0 0,0 1 0 0 0,0 0 0 0 0,0-1 0 0 0,0 1 0 0 0,1 0-1 0 0,-1-1 1 0 0,0 1 0 0 0,1-1 0 0 0,0 1 0 0 0,-1-1 0 0 0,1 0 0 0 0,0 1 0 0 0,-1-1 0 0 0,1 1 0 0 0,0-1 0 0 0,0 0 0 0 0,0 1-1 0 0,1-1 1 0 0,-1 1 0 0 0,0-1 0 0 0,1 1 0 0 0,-1-1 0 0 0,1 1 0 0 0,-1-1 0 0 0,1 1 0 0 0,1-3 0 0 0,0-6-14 0 0,14-53-35 0 0,-6 27 18 0 0,-1 0-1 0 0,-2 0 1 0 0,3-48 0 0 0,-10 74 26 0 0,0 0 0 0 0,0-1 0 0 0,-1 1-1 0 0,0 0 1 0 0,-1-1 0 0 0,0 1 0 0 0,-1 0 0 0 0,0 0-1 0 0,0 1 1 0 0,-1-1 0 0 0,0 0 0 0 0,-1 1-1 0 0,0 0 1 0 0,-1 0 0 0 0,0 1 0 0 0,-11-13 0 0 0,7 11 1 0 0,0 1 1 0 0,-1 1-1 0 0,0-1 1 0 0,0 2 0 0 0,-1 0-1 0 0,0 0 1 0 0,0 1-1 0 0,-24-8 1 0 0,10 6-220 0 0,-1 0 1 0 0,0 2-1 0 0,-29-2 0 0 0,-35 3-2789 0 0,26 13-3923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0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147 185 4722 0 0,'-29'6'1424'0'0,"0"-2"0"0"0,0-2 0 0 0,-30 0 0 0 0,416-27 325 0 0,-261 15-1350 0 0,324-44 828 0 0,-191 20-647 0 0,322-7 1 0 0,-408 43-394 0 0,161-2 39 0 0,73 2 1 0 0,-135 17-214 0 0,-233-18-286 0 0,0-1-1 0 0,0 0 1 0 0,1 0-1 0 0,-1-1 1 0 0,0 0-1 0 0,0 0 1 0 0,17-5-1 0 0,-25 5 204 0 0,-1 1-1 0 0,0-1 0 0 0,1 1 0 0 0,-1 0 0 0 0,0-1 0 0 0,0 1 0 0 0,1-1 0 0 0,-1 1 0 0 0,0 0 0 0 0,0-1 0 0 0,0 1 0 0 0,0-1 0 0 0,0 1 0 0 0,0-1 0 0 0,0 1 0 0 0,1-1 0 0 0,-1 1 0 0 0,-1-1 0 0 0,1 1 0 0 0,0-1 0 0 0,0 1 0 0 0,0-1 1 0 0,0 1-1 0 0,0 0 0 0 0,0-1 0 0 0,0 1 0 0 0,-1-1 0 0 0,1 1 0 0 0,0-1 0 0 0,0 1 0 0 0,0 0 0 0 0,-1-1 0 0 0,1 1 0 0 0,0-1 0 0 0,-1 1 0 0 0,1 0 0 0 0,0-1 0 0 0,-1 1 0 0 0,1 0 0 0 0,-1 0 0 0 0,1-1 0 0 0,0 1 0 0 0,-1 0 0 0 0,1 0 1 0 0,-1 0-1 0 0,0-1 0 0 0,-49-29-5532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0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143 428 2561 0 0,'-4'-2'166'0'0,"-53"-12"2453"0"0,54 13-2419 0 0,-1 1-1 0 0,1-1 0 0 0,-1 1 1 0 0,1 0-1 0 0,-1 1 0 0 0,1-1 1 0 0,-1 0-1 0 0,1 1 0 0 0,-1 0 1 0 0,1 0-1 0 0,-1 0 0 0 0,1 0 1 0 0,-6 4-1 0 0,-13 5 810 0 0,17-6-747 0 0,17 1-178 0 0,8 1 42 0 0,50 23 234 0 0,116 65 0 0 0,-127-54-163 0 0,-48-31-167 0 0,11 7 22 0 0,-5-4-3 0 0,0 1 0 0 0,-1 1 0 0 0,0 0 0 0 0,-1 1 1 0 0,17 23-1 0 0,-11-3 92 0 0,-18-28-89 0 0,1 0 0 0 0,0 0 1 0 0,1 0-1 0 0,-1-1 0 0 0,1 0 0 0 0,10 10 1 0 0,2-8 132 0 0,13-7-9 0 0,15-12 44 0 0,-42 10-188 0 0,0 0-8 0 0,0 1-1 0 0,-1-1 1 0 0,1 0-1 0 0,-1 0 1 0 0,1 0-1 0 0,-1 0 0 0 0,0 0 1 0 0,1-1-1 0 0,-1 1 1 0 0,0-1-1 0 0,0 1 1 0 0,0-1-1 0 0,0 0 1 0 0,0 0-1 0 0,-1 0 1 0 0,1 0-1 0 0,0 0 1 0 0,-1 0-1 0 0,0-1 1 0 0,1 1-1 0 0,-1 0 1 0 0,0-1-1 0 0,0 1 0 0 0,0-1 1 0 0,-1 1-1 0 0,1-1 1 0 0,0 0-1 0 0,-1 1 1 0 0,0-1-1 0 0,0 1 1 0 0,0-6-1 0 0,-1-2 35 0 0,-1 0 0 0 0,-1 1 0 0 0,0-1 0 0 0,0 0 0 0 0,-1 1-1 0 0,0-1 1 0 0,-10-16 0 0 0,-85-115 310 0 0,6 13-296 0 0,3-22 155 0 0,175 149 1214 0 0,-66 1-1521 0 0,-1-1 0 0 0,1-1 0 0 0,-1-1 0 0 0,1-1 0 0 0,-1-1-1 0 0,0 0 1 0 0,-1-1 0 0 0,1-1 0 0 0,30-17 0 0 0,132-112-6950 0 0,-95 81 1188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2481 0 0,'-5'1'3148'0'0,"-15"9"67"0"0,40-1-2738 0 0,-16-7-436 0 0,0 0-1 0 0,0 1 0 0 0,0-2 1 0 0,0 1-1 0 0,1 0 0 0 0,-1-1 1 0 0,1 0-1 0 0,6 1 0 0 0,65 6 107 0 0,45 5 27 0 0,-119-12-161 0 0,0 0 0 0 0,0-1 1 0 0,0 1-1 0 0,0 0 1 0 0,0 0-1 0 0,0 0 1 0 0,0 0-1 0 0,0 1 0 0 0,0-1 1 0 0,-1 1-1 0 0,1-1 1 0 0,-1 1-1 0 0,1-1 1 0 0,-1 1-1 0 0,1 0 0 0 0,-1-1 1 0 0,0 1-1 0 0,0 0 1 0 0,0 0-1 0 0,0 0 1 0 0,0 0-1 0 0,0 0 0 0 0,0 0 1 0 0,-1 1-1 0 0,1-1 1 0 0,-1 0-1 0 0,1 0 0 0 0,-1 0 1 0 0,0 1-1 0 0,0-1 1 0 0,0 0-1 0 0,0 0 1 0 0,-1 1-1 0 0,0 3 0 0 0,0-1 36 0 0,1 0 1 0 0,-1 1-1 0 0,-1-1 0 0 0,1 0 0 0 0,-1 0 0 0 0,0 0 0 0 0,0 0 0 0 0,-1-1 0 0 0,1 1 0 0 0,-1 0 0 0 0,0-1 0 0 0,-7 8 0 0 0,-16 4 258 0 0,22-11-108 0 0,13-2-199 0 0,-8-3 1 0 0,143 15 145 0 0,-42-5-66 0 0,-90-9-51 0 0,-1 0-1 0 0,0 1 1 0 0,1 1-1 0 0,-1 0 1 0 0,0 0-1 0 0,0 1 1 0 0,0 0-1 0 0,-1 1 1 0 0,0 0-1 0 0,1 1 0 0 0,-2 0 1 0 0,1 1-1 0 0,-1 0 1 0 0,12 11-1 0 0,-19-17-21 0 0,-1 0 0 0 0,0 1 0 0 0,1-1 0 0 0,-1 0-1 0 0,0 1 1 0 0,1-1 0 0 0,-1 1 0 0 0,0-1 0 0 0,0 1-1 0 0,0 0 1 0 0,-1-1 0 0 0,1 1 0 0 0,0 0 0 0 0,-1 0 0 0 0,1-1-1 0 0,-1 1 1 0 0,1 0 0 0 0,-1 0 0 0 0,0 0 0 0 0,0 0-1 0 0,0 0 1 0 0,0 0 0 0 0,0 0 0 0 0,0-1 0 0 0,0 1 0 0 0,-1 0-1 0 0,1 0 1 0 0,-1 0 0 0 0,1 0 0 0 0,-1-1 0 0 0,0 1-1 0 0,0 0 1 0 0,0-1 0 0 0,0 1 0 0 0,0 0 0 0 0,0-1 0 0 0,0 1-1 0 0,0-1 1 0 0,-1 0 0 0 0,1 1 0 0 0,0-1 0 0 0,-1 0-1 0 0,1 0 1 0 0,-1 0 0 0 0,0 0 0 0 0,-2 2 0 0 0,-8 2-72 0 0,0 0 0 0 0,-1-1 0 0 0,1 0 0 0 0,-1 0 1 0 0,1-2-1 0 0,-26 3 0 0 0,-184 2-2736 0 0,-44-21-4856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44 160 0 0,'-31'-17'4562'0'0,"31"4"-1600"0"0,-30 7-1282 0 0,6-2-719 0 0,-6 8-401 0 0,30 8-240 0 0,0 17 80 0 0,115 121-320 0 0,-55-6 0 0 0,-30-38 160 0 0,31 44-79 0 0,-1-69-562 0 0,-60-52-959 0 0,30-25-321 0 0,-30-69-5522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2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176 152 2561 0 0,'-91'20'5203'0'0,"37"-13"-3523"0"0,24-1-799 0 0,60-6-401 0 0,85 14-80 0 0,66-14-160 0 0,90-27-160 0 0,-120-4-480 0 0,-66 6-720 0 0,-55-14-241 0 0,-60-7-1200 0 0,30 16-1201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3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3362 0 0,'0'-20'3041'0'0,"0"26"-1280"0"0,151 115 0 0 0,-37 64-561 0 0,-23 19-1040 0 0,-61-51 160 0 0,0-83-720 0 0,-30-51-1201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3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9204 0 0,'-60'5'1281'0'0,"5"-5"-801"0"0,55 8 240 0 0,30-8-400 0 0,25 6-320 0 0,35-6 0 0 0,122 6-880 0 0,29 1-2802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30 135 7603 0 0,'-30'44'3922'0'0,"181"-31"-3922"0"0,151-64-480 0 0,84-90-9525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1 1 2161 0 0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7523 0 0,'-212'77'2322'0'0,"273"-89"-6004"0"0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5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1681 0 0,'61'0'2961'0'0,"-1"-19"-160"0"0,-30-1-1680 0 0,-30-24-321 0 0,-30-6-239 0 0,0 12-321 0 0,30 13-160 0 0,30 17 160 0 0,0 41 240 0 0,181 176-480 0 0,-150-38 240 0 0,-1-50 80 0 0,-30-94-720 0 0,31-46-800 0 0,53-83-4003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5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45 3442 0 0,'-91'96'6002'0'0,"61"-44"-5922"0"0,-61-15 721 0 0,122 1-481 0 0,-1-5 0 0 0,60 5-240 0 0,91-19-80 0 0,-30-26 80 0 0,-90-12-160 0 0,-31-26 80 0 0,-151-106 0 0 0,-90 29 0 0 0,90 109 80 0 0,61 32-80 0 0,30 0-480 0 0,90 33-1921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1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391 428 1441 0 0,'0'0'2294'0'0,"-5"-3"-280"0"0,-9-4-1609 0 0,1-1 1 0 0,0-1-1 0 0,0 0 0 0 0,-17-16 0 0 0,16 12-344 0 0,-1 1-1 0 0,-1 1 1 0 0,-31-18-1 0 0,17 15 3 0 0,-81-43 1028 0 0,100 50-922 0 0,0 0-1 0 0,0-1 0 0 0,-16-14 1 0 0,26 21-151 0 0,0 0 0 0 0,0 0 0 0 0,0 0 0 0 0,1 0 0 0 0,-1-1 0 0 0,0 1 0 0 0,1 0 0 0 0,-1 0 0 0 0,1 0 0 0 0,-1-1 0 0 0,1 1 0 0 0,0 0 0 0 0,-1 0 0 0 0,1-1 1 0 0,0 1-1 0 0,0 0 0 0 0,0-1 0 0 0,0 1 0 0 0,0 0 0 0 0,0-1 0 0 0,0 1 0 0 0,1 0 0 0 0,-1 0 0 0 0,0-1 0 0 0,1 1 0 0 0,-1 0 0 0 0,1 0 0 0 0,-1-1 0 0 0,1 1 1 0 0,0 0-1 0 0,-1 0 0 0 0,1 0 0 0 0,1-1 0 0 0,1-2 8 0 0,0 0 1 0 0,0 1 0 0 0,1 0-1 0 0,-1 0 1 0 0,1 0-1 0 0,7-5 1 0 0,-5 6-17 0 0,1-1 1 0 0,0 1-1 0 0,-1 1 0 0 0,1-1 1 0 0,0 1-1 0 0,12 0 1 0 0,8-2-4 0 0,68-13 38 0 0,40-5 57 0 0,-88 15-85 0 0,17 1 49 0 0,-24 2-56 0 0,8-2-85 0 0,-41 2-41 0 0,-2-1-80 0 0,-4 4 45 0 0,-1-1 1 0 0,1 1-1 0 0,-1-1 0 0 0,1 1 0 0 0,-1-1 0 0 0,0 1 0 0 0,1-1 0 0 0,-1 0 1 0 0,0 1-1 0 0,1-1 0 0 0,-1 1 0 0 0,0-1 0 0 0,0 0 0 0 0,1 1 1 0 0,-1-1-1 0 0,0 0 0 0 0,0 1 0 0 0,0-1 0 0 0,0 0 0 0 0,0 1 1 0 0,0-1-1 0 0,0 0 0 0 0,0 1 0 0 0,0-1 0 0 0,-1 0 0 0 0,1 1 1 0 0,0-1-1 0 0,0 0 0 0 0,-1 1 0 0 0,1-1 0 0 0,0 0 0 0 0,-1 1 1 0 0,1-1-1 0 0,0 1 0 0 0,-1-1 0 0 0,1 1 0 0 0,-1-1 0 0 0,0 0 0 0 0,-24-13-4224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4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373 307 3922 0 0,'-24'-39'1432'0'0,"1"-1"-1"0"0,-20-50 1 0 0,34 71-868 0 0,0 1 0 0 0,-20-29 0 0 0,20 34-295 0 0,9 13-260 0 0,-1 0 0 0 0,1-1 0 0 0,0 1 0 0 0,-1-1 0 0 0,1 1 0 0 0,0-1 0 0 0,0 1 0 0 0,-1-1 0 0 0,1 1 0 0 0,0-1 0 0 0,0 1 0 0 0,0-1 0 0 0,-1 1 0 0 0,1-1 1 0 0,0 0-1 0 0,0 1 0 0 0,0-1 0 0 0,0 1 0 0 0,0-1 0 0 0,0 1 0 0 0,0-1 0 0 0,0 0 0 0 0,0 1 0 0 0,1-1 0 0 0,-1 1 0 0 0,0-1 0 0 0,0 1 0 0 0,0-1 0 0 0,1 1 0 0 0,-1-1 0 0 0,0 1 0 0 0,1-1 0 0 0,-1 1 0 0 0,0-1 0 0 0,1 1 0 0 0,-1 0 0 0 0,0-1 0 0 0,1 1 0 0 0,-1-1 0 0 0,1 1 0 0 0,-1 0 0 0 0,1-1 1 0 0,-1 1-1 0 0,1 0 0 0 0,-1 0 0 0 0,1 0 0 0 0,-1-1 0 0 0,1 1 0 0 0,-1 0 0 0 0,1 0 0 0 0,0 0 0 0 0,0 0 0 0 0,0 0 14 0 0,0-1-1 0 0,-1 1 1 0 0,1 0 0 0 0,0-1 0 0 0,0 1 0 0 0,0 0-1 0 0,0-1 1 0 0,-1 1 0 0 0,1-1 0 0 0,0 1-1 0 0,-1-1 1 0 0,1 0 0 0 0,0 1 0 0 0,-1-1 0 0 0,1 0-1 0 0,0 1 1 0 0,-1-1 0 0 0,1 0 0 0 0,-1 0-1 0 0,0 0 1 0 0,1 1 0 0 0,-1-1 0 0 0,0 0-1 0 0,1 0 1 0 0,-1 0 0 0 0,0-1 0 0 0,-4 8 342 0 0,0-3-351 0 0,1 1 0 0 0,1-1 1 0 0,-1 1-1 0 0,0 0 0 0 0,1 0 1 0 0,0 0-1 0 0,0 0 0 0 0,-3 6 0 0 0,-30 117-14 0 0,-15 39-453 0 0,42-137 430 0 0,-11 46 201 0 0,-45 112 0 0 0,61-178-283 0 0,-1 0 0 0 0,0 0 0 0 0,0-1 0 0 0,-1 1 0 0 0,0-1 0 0 0,0 0 0 0 0,-10 11 0 0 0,21-22-175 0 0,1 0-80 0 0,0 0 0 0 0,-1-1 0 0 0,1 0-1 0 0,-1 0 1 0 0,0 0 0 0 0,0-1 0 0 0,8-8-1 0 0,-2-4-1135 0 0,0 0-1 0 0,-2 0 0 0 0,0-1 1 0 0,12-31-1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2561 0 0,'-30'5'3762'0'0,"-1"1"-2722"0"0,1 2-479 0 0,0-2-401 0 0,-30 7-320 0 0,30-1-161 0 0,-1 7 1 0 0,1 0-720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5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47 169 3121 0 0,'-39'11'2308'0'0,"31"-6"-1330"0"0,20-3-208 0 0,-11-3-705 0 0,-1 0 1 0 0,1 0 0 0 0,0 0 0 0 0,-1 0 0 0 0,1 0-1 0 0,-1-1 1 0 0,1 1 0 0 0,-1 0 0 0 0,0 0-1 0 0,1 0 1 0 0,-1 0 0 0 0,0-1 0 0 0,0 1 0 0 0,0 0-1 0 0,0 0 1 0 0,0 0 0 0 0,0-1 0 0 0,0 1 0 0 0,0 0-1 0 0,0 0 1 0 0,-1-2 0 0 0,1 1 34 0 0,0-3-34 0 0,0 0 1 0 0,0 1-1 0 0,1-1 1 0 0,-1 0-1 0 0,1 1 1 0 0,0-1-1 0 0,1 1 0 0 0,-1-1 1 0 0,1 1-1 0 0,0-1 1 0 0,0 1-1 0 0,0 0 1 0 0,1 0-1 0 0,-1 0 0 0 0,4-4 1 0 0,3-1 35 0 0,0 1 0 0 0,1 0 1 0 0,0 1-1 0 0,17-11 0 0 0,-7 4-4 0 0,-18 12-75 0 0,0 0 0 0 0,1 0 0 0 0,-1 0 0 0 0,0 1 0 0 0,1-1 0 0 0,0 1 0 0 0,-1-1 0 0 0,1 1 0 0 0,0 0 0 0 0,0 0 0 0 0,5-1 0 0 0,-7 3-15 0 0,-1-1 0 0 0,1 1 1 0 0,0-1-1 0 0,0 1 0 0 0,0-1 1 0 0,0 1-1 0 0,-1 0 0 0 0,1-1 1 0 0,0 1-1 0 0,-1 0 0 0 0,1-1 1 0 0,0 1-1 0 0,-1 0 0 0 0,1 0 1 0 0,-1 0-1 0 0,1 0 0 0 0,-1 0 1 0 0,0 0-1 0 0,1 0 0 0 0,-1 0 1 0 0,0 0-1 0 0,0 0 0 0 0,1 1 1 0 0,5 11 44 0 0,-2-4-19 0 0,62 139 346 0 0,-14 9-121 0 0,21 56-305 0 0,-69-202-167 0 0,0 0-1 0 0,1-1 1 0 0,1 0-1 0 0,-1 0 1 0 0,2 0-1 0 0,-1-1 1 0 0,1 0 0 0 0,10 10-1 0 0,-10-14-373 0 0,0-1 0 0 0,0 0 0 0 0,0-1 0 0 0,1 1 0 0 0,-1-1 0 0 0,1-1 1 0 0,0 1-1 0 0,-1-1 0 0 0,12 1 0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1 800 0 0,'-30'140'7924'0'0,"60"-44"-7684"0"0,-30-32-320 0 0,0-39 80 0 0,0-69-1200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85 204 1521 0 0,'-24'48'4002'0'0,"-6"-48"-1121"0"0,-1-59-1521 0 0,31 26-799 0 0,31-17-81 0 0,23 4-320 0 0,6 9-160 0 0,-29 18 80 0 0,-1 11-80 0 0,0 22 80 0 0,91 151 1041 0 0,-1 39-1602 0 0,-59-45 561 0 0,29 13 241 0 0,-59-76-81 0 0,-1-85-801 0 0,30-11-1600 0 0,-30-50-6402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26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31 199 7764 0 0,'-30'6'4001'0'0,"90"-6"-2960"0"0,121-14-881 0 0,326-80-1361 0 0,-205-2-10484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4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12 5763 0 0,'-51'-9'1734'0'0,"51"9"-1729"0"0,0 0-1 0 0,0 0 1 0 0,0-1 0 0 0,-1 1 0 0 0,1 0 0 0 0,0 0 0 0 0,0 0 0 0 0,0 0-1 0 0,-1 0 1 0 0,1-1 0 0 0,0 1 0 0 0,0 0 0 0 0,-1 0 0 0 0,1 0 0 0 0,0 0-1 0 0,0 0 1 0 0,-1 0 0 0 0,1 0 0 0 0,0 0 0 0 0,0 0 0 0 0,-1 0-1 0 0,1 0 1 0 0,0 0 0 0 0,0 0 0 0 0,0 0 0 0 0,-1 0 0 0 0,1 0 0 0 0,0 0-1 0 0,0 0 1 0 0,-1 1 0 0 0,1-1 0 0 0,0 0 0 0 0,0 0 0 0 0,0 0 0 0 0,-1 0-1 0 0,1 0 1 0 0,0 1 0 0 0,0-1 0 0 0,0 0 0 0 0,-1 0 0 0 0,1 0 0 0 0,0 1-1 0 0,0-1 1 0 0,0 0 0 0 0,0 0 0 0 0,0 0 0 0 0,0 1 0 0 0,0-1-1 0 0,-1 0 1 0 0,1 0 0 0 0,0 1 0 0 0,0-1 0 0 0,0 0 0 0 0,0 0 0 0 0,0 1-1 0 0,0-1 1 0 0,0 0 0 0 0,0 4 235 0 0,-5-3 426 0 0,-50-8 1 0 0,43 5-580 0 0,21 2-73 0 0,29 3-22 0 0,30 4 102 0 0,70-2-1 0 0,483-10 527 0 0,-614 5-613 0 0,188-1 6 0 0,-191 1-38 0 0,36 1-385 0 0,-40-1 352 0 0,1 0 0 0 0,0 0 0 0 0,-1 0 0 0 0,1 0 0 0 0,0 0 0 0 0,-1 0 0 0 0,1 0 0 0 0,0 0 1 0 0,-1 0-1 0 0,1 1 0 0 0,0-1 0 0 0,-1 0 0 0 0,1 0 0 0 0,0 1 0 0 0,-1-1 0 0 0,1 0 0 0 0,-1 1 0 0 0,1-1 0 0 0,-1 1 0 0 0,1-1 0 0 0,-1 1 0 0 0,1-1 0 0 0,-1 1 0 0 0,1-1 0 0 0,-1 1 0 0 0,0-1 0 0 0,1 1 0 0 0,-1-1 0 0 0,1 2 0 0 0,-2 1-372 0 0,0-1-1 0 0,-1 1 1 0 0,1-1-1 0 0,-1 1 1 0 0,1-1-1 0 0,-1 0 1 0 0,0 0-1 0 0,0 0 1 0 0,0 0-1 0 0,-2 2 1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4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1 320 0 0,'0'11'2641'0'0,"0"3"241"0"0,-30-9-1122 0 0,-1-5-1439 0 0,31 8-321 0 0,-30-16 0 0 0,0 8-321 0 0,30 14-399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47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3362 0 0,'0'0'2801'0'0,"30"0"-1200"0"0,61 7-1121 0 0,295 18-320 0 0,-174-19-160 0 0,-122-12 80 0 0,1 6-80 0 0,-31 12-480 0 0,-60-5-2962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4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1921 0 0,'333'110'6163'0'0,"-92"-54"-5923"0"0,-96-49-400 0 0,66-32 320 0 0,-90 12-400 0 0,-30-6-4402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52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36 2321 0 0,'6'-2'565'0'0,"13"-6"487"0"0,-13 0 533 0 0,-11 5-825 0 0,-32-3 33 0 0,-27-1 179 0 0,56 6-877 0 0,1 1-1 0 0,-1 0 0 0 0,1 0 0 0 0,-1 1 0 0 0,1 0 0 0 0,-1 0 1 0 0,1 1-1 0 0,0-1 0 0 0,0 2 0 0 0,-14 5 0 0 0,-14 22 106 0 0,35-30-196 0 0,-1 0-1 0 0,1 1 1 0 0,-1-1-1 0 0,0 0 1 0 0,1 1-1 0 0,-1-1 1 0 0,1 0-1 0 0,-1 1 1 0 0,1-1-1 0 0,0 1 1 0 0,-1-1-1 0 0,1 0 1 0 0,-1 1-1 0 0,1-1 1 0 0,0 1-1 0 0,-1-1 1 0 0,1 1-1 0 0,0 0 1 0 0,0-1-1 0 0,-1 1 1 0 0,1-1-1 0 0,0 1 1 0 0,0-1-1 0 0,0 1 1 0 0,0 0-1 0 0,0-1 1 0 0,0 1-1 0 0,0 0 1 0 0,0 0-1 0 0,13 17-52 0 0,46 20-294 0 0,-31-22 163 0 0,-14-7 185 0 0,0 0 0 0 0,1-2 0 0 0,0 0 0 0 0,0 0 0 0 0,1-2 0 0 0,-1 0 0 0 0,1 0 0 0 0,0-2 0 0 0,1 0 0 0 0,-1-1 0 0 0,1 0 0 0 0,-1-1 0 0 0,1-1 0 0 0,-1-1 0 0 0,19-3 0 0 0,-27 3 16 0 0,-1 0 0 0 0,0 0-1 0 0,1-1 1 0 0,-1 0-1 0 0,0-1 1 0 0,10-5-1 0 0,-15 8-8 0 0,0-1-1 0 0,-1 0 1 0 0,1 0 0 0 0,-1 0-1 0 0,1-1 1 0 0,-1 1-1 0 0,1 0 1 0 0,-1 0-1 0 0,0-1 1 0 0,0 1-1 0 0,0-1 1 0 0,0 1 0 0 0,0-1-1 0 0,0 0 1 0 0,0 1-1 0 0,0-1 1 0 0,-1 0-1 0 0,1 0 1 0 0,0 1 0 0 0,-1-1-1 0 0,0 0 1 0 0,1 0-1 0 0,-1 0 1 0 0,0 0-1 0 0,0 1 1 0 0,0-1 0 0 0,0 0-1 0 0,0 0 1 0 0,-1 0-1 0 0,1 0 1 0 0,0 0-1 0 0,-1 1 1 0 0,0-1 0 0 0,1 0-1 0 0,-2-1 1 0 0,-2-5 78 0 0,0 0 0 0 0,0 1 0 0 0,-1 0 0 0 0,0 0 0 0 0,0 0 0 0 0,-1 1 0 0 0,-7-7 0 0 0,11 10-29 0 0,-1 1 0 0 0,1-1 0 0 0,-1 1 0 0 0,0 0 0 0 0,0 0 0 0 0,0 0 0 0 0,0 0 0 0 0,0 0 0 0 0,-1 0 1 0 0,1 1-1 0 0,0 0 0 0 0,-1-1 0 0 0,1 2 0 0 0,-1-1 0 0 0,0 0 0 0 0,1 0 0 0 0,-1 1 0 0 0,-4 0 1 0 0,5 4 68 0 0,11 8-100 0 0,106 107-622 0 0,-31-37 330 0 0,188 221 489 0 0,-234-263-419 0 0,-2 2 1 0 0,44 70 0 0 0,-77-109-72 0 0,1 0 0 0 0,-1 0 0 0 0,1 0 0 0 0,-1-1 0 0 0,1 1 0 0 0,0-1 0 0 0,0 0 0 0 0,5 4 1 0 0,-8-6 254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5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2161 0 0,'30'31'4722'0'0,"0"2"-2161"0"0,25 24-800 0 0,66-20-1521 0 0,-61-18-320 0 0,30 0-960 0 0,-59-24-2402 0 0,-1-15-1840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5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293 215 2801 0 0,'-4'0'565'0'0,"0"-1"0"0"0,0 1 0 0 0,0-1 0 0 0,0 0 0 0 0,0 0 0 0 0,0 0 0 0 0,-6-3 1 0 0,-41-28 749 0 0,15 8-961 0 0,16 13-217 0 0,7 4 30 0 0,0 0 0 0 0,1 0 0 0 0,0-1 0 0 0,0-1 0 0 0,0 0 0 0 0,1 0 0 0 0,1-1 0 0 0,-16-19 1 0 0,17 14 99 0 0,-7-7 106 0 0,16 22-366 0 0,-1-1 1 0 0,1 1-1 0 0,0 0 1 0 0,0 0 0 0 0,0 0-1 0 0,0 0 1 0 0,0 0-1 0 0,0-1 1 0 0,0 1-1 0 0,0 0 1 0 0,0 0-1 0 0,0 0 1 0 0,0 0-1 0 0,0-1 1 0 0,0 1 0 0 0,0 0-1 0 0,0 0 1 0 0,0 0-1 0 0,0 0 1 0 0,0-1-1 0 0,0 1 1 0 0,0 0-1 0 0,0 0 1 0 0,0 0-1 0 0,0 0 1 0 0,0 0 0 0 0,1-1-1 0 0,-1 1 1 0 0,0 0-1 0 0,0 0 1 0 0,0 0-1 0 0,0 0 1 0 0,0 0-1 0 0,0 0 1 0 0,0 0-1 0 0,1-1 1 0 0,-1 1-1 0 0,0 0 1 0 0,0 0 0 0 0,0 0-1 0 0,0 0 1 0 0,0 0-1 0 0,1 0 1 0 0,-1 0-1 0 0,0 0 1 0 0,0 0-1 0 0,0 0 1 0 0,0 0-1 0 0,0 0 1 0 0,1 0 0 0 0,-1 0-1 0 0,0 0 1 0 0,0 0-1 0 0,0 0 1 0 0,0 0-1 0 0,1 0 1 0 0,-1 0-1 0 0,0 0 1 0 0,0 0-1 0 0,0 0 1 0 0,0 0 0 0 0,0 0-1 0 0,1 1 1 0 0,19 4 82 0 0,-8 2-37 0 0,37 28 169 0 0,-47-33-218 0 0,0 1 0 0 0,0-1 1 0 0,0 0-1 0 0,0 1 0 0 0,0 0 0 0 0,0-1 1 0 0,0 1-1 0 0,-1 0 0 0 0,0 0 0 0 0,1 0 1 0 0,-1 0-1 0 0,0 0 0 0 0,-1 0 0 0 0,1 0 1 0 0,0 0-1 0 0,-1 6 0 0 0,1-5-62 0 0,-1-1 0 0 0,0 1-1 0 0,1-1 1 0 0,0 1 0 0 0,0-1 0 0 0,0 1-1 0 0,0-1 1 0 0,1 1 0 0 0,-1-1-1 0 0,1 0 1 0 0,0 0 0 0 0,4 6 0 0 0,0 2-38 0 0,-2-8 98 0 0,-1 1 0 0 0,0 0 0 0 0,1-1 1 0 0,-1 0-1 0 0,1 0 0 0 0,0 0 1 0 0,0 0-1 0 0,0-1 0 0 0,1 1 1 0 0,-1-1-1 0 0,0 0 0 0 0,1 0 1 0 0,0-1-1 0 0,-1 1 0 0 0,1-1 1 0 0,0 0-1 0 0,0-1 0 0 0,6 1 1 0 0,8 1 17 0 0,1-1 1 0 0,37-3 0 0 0,-37-1-9 0 0,0-1 0 0 0,1-1-1 0 0,-2 0 1 0 0,1-2 0 0 0,-1 0-1 0 0,1-1 1 0 0,22-14 0 0 0,-40 21 3 0 0,-1 0 1 0 0,1 1-1 0 0,0-1 1 0 0,-1 0-1 0 0,1 0 1 0 0,0 0 0 0 0,-1 0-1 0 0,1 0 1 0 0,-1 0-1 0 0,1-1 1 0 0,-1 1-1 0 0,0 0 1 0 0,0-1 0 0 0,0 1-1 0 0,1-1 1 0 0,-1 1-1 0 0,0-1 1 0 0,-1 0-1 0 0,1 1 1 0 0,0-1-1 0 0,0 0 1 0 0,0-3 0 0 0,-2 3 42 0 0,1 0-1 0 0,-1 0 1 0 0,0 0 0 0 0,0 0 0 0 0,0 0 0 0 0,0 0 0 0 0,0 0 0 0 0,0 1 0 0 0,0-1 0 0 0,-1 0 0 0 0,1 1 0 0 0,-1-1 0 0 0,1 1 0 0 0,-4-3 0 0 0,4 0 340 0 0,8 5-286 0 0,-3 0-123 0 0,0 1 1 0 0,0 0 0 0 0,-1 0-1 0 0,1 0 1 0 0,-1 0-1 0 0,1 1 1 0 0,4 4 0 0 0,112 114-537 0 0,57 65 440 0 0,-47-39-186 0 0,-124-140 114 0 0,1 0 0 0 0,0-1 0 0 0,0 0 1 0 0,1 0-1 0 0,0-1 0 0 0,0 0 0 0 0,0 0 1 0 0,0-1-1 0 0,10 4 0 0 0,-16-8 10 0 0,0 0 0 0 0,-1 1 0 0 0,1-1 0 0 0,0 0 0 0 0,0 0 0 0 0,-1 0 0 0 0,1 0 0 0 0,0 0 0 0 0,-1 0 0 0 0,1-1 0 0 0,0 1 1 0 0,0-1-1 0 0,-1 1 0 0 0,1-1 0 0 0,-1 1 0 0 0,1-1 0 0 0,-1 0 0 0 0,1 0 0 0 0,-1 0 0 0 0,1 0 0 0 0,-1 0 0 0 0,1 0 0 0 0,0-2 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5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91 256 2881 0 0,'0'31'6883'0'0,"0"-69"-5522"0"0,-60-101-881 0 0,30 37-80 0 0,30 95 161 0 0,30 7 1120 0 0,0 27-1361 0 0,182 125-1441 0 0,-37 65 321 0 0,-55-71-4162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6:5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1821 70 2481 0 0,'86'-9'4709'0'0,"-86"9"-4679"0"0,-1 0 0 0 0,1 0 0 0 0,0 0 0 0 0,0 0 0 0 0,0 0 0 0 0,-1 0 0 0 0,1 0 0 0 0,0 0 0 0 0,0 0 0 0 0,0 0 0 0 0,-1 0 0 0 0,1-1-1 0 0,0 1 1 0 0,0 0 0 0 0,0 0 0 0 0,0 0 0 0 0,0 0 0 0 0,-1-1 0 0 0,1 1 0 0 0,0 0 0 0 0,0 0 0 0 0,0 0 0 0 0,0 0 0 0 0,0-1 0 0 0,0 1 0 0 0,0 0 0 0 0,0 0 0 0 0,0 0 0 0 0,0-1 0 0 0,0 1 0 0 0,0 0 0 0 0,0 0 0 0 0,0-1 0 0 0,0 1 0 0 0,0 0 0 0 0,0 0 0 0 0,0 0 0 0 0,0-1-1 0 0,0 1 1 0 0,0 0 0 0 0,0 0 0 0 0,0 0 0 0 0,0-1 0 0 0,0 1 0 0 0,0 0 0 0 0,0 0 0 0 0,1 0 0 0 0,-1 0 0 0 0,0-1 0 0 0,0 1 0 0 0,0 0 0 0 0,0 0 0 0 0,0 0 0 0 0,1 0 0 0 0,-1 0 0 0 0,0-1 0 0 0,0 1 0 0 0,0 0 0 0 0,1 0 0 0 0,-1 0 0 0 0,0 0 0 0 0,0 0 0 0 0,0 0 0 0 0,1 0 0 0 0,-6-1 55 0 0,1 1 0 0 0,-1 0 1 0 0,1 0-1 0 0,-1 1 1 0 0,1-1-1 0 0,-1 1 1 0 0,1 0-1 0 0,0 0 0 0 0,-6 2 1 0 0,-36 8 607 0 0,-35-4 344 0 0,-114-6 1 0 0,75-1-379 0 0,45 2-105 0 0,-132 21 0 0 0,114-6-523 0 0,33-8 54 0 0,0 3 1 0 0,1 2 0 0 0,-96 38-1 0 0,-23 40 19 0 0,127-62-82 0 0,-1-1 0 0 0,-2-4 0 0 0,0-1 0 0 0,-59 16 0 0 0,96-36-23 0 0,-7 2-12 0 0,1-2-1 0 0,-1 0 1 0 0,-39 1 0 0 0,18-2-334 0 0,45-3 340 0 0,0 0 0 0 0,-1 0 0 0 0,1 0-1 0 0,0 0 1 0 0,-1 0 0 0 0,1 0-1 0 0,0 0 1 0 0,0 0 0 0 0,-1 0-1 0 0,1 0 1 0 0,0 0 0 0 0,0 0-1 0 0,0 0 1 0 0,-1 1 0 0 0,1-1 0 0 0,0 0-1 0 0,0 0 1 0 0,-1 0 0 0 0,1 0-1 0 0,0 0 1 0 0,0 0 0 0 0,0 1-1 0 0,-1-1 1 0 0,1 0 0 0 0,0 0 0 0 0,0 0-1 0 0,0 1 1 0 0,0-1 0 0 0,0 0-1 0 0,-1 0 1 0 0,1 1 0 0 0,0-1-1 0 0,0 0 1 0 0,0 0 0 0 0,0 1 0 0 0,0-1-1 0 0,0 0 1 0 0,0 0 0 0 0,0 1-1 0 0,0-1 1 0 0,0 0 0 0 0,0 0-1 0 0,0 1 1 0 0,0-1 0 0 0,0 0 0 0 0,0 0-1 0 0,0 1 1 0 0,0-1 0 0 0,0 0-1 0 0,0 0 1 0 0,0 0 0 0 0,1 1-1 0 0,-1-1 1 0 0,0 0 0 0 0,0 0 0 0 0,0 1-1 0 0,0-1 1 0 0,0 0 0 0 0,1 0-1 0 0,-1 0 1 0 0,0 0 0 0 0,0 1-1 0 0,1-1 1 0 0,17 13-95 0 0,-12-8 44 0 0,15 12-64 0 0,1-1 0 0 0,0 0 0 0 0,27 13 0 0 0,3 1-243 0 0,17 14-522 0 0,-18-10 765 0 0,2-3-1 0 0,90 40 1 0 0,-42-31 159 0 0,-10-5 11 0 0,100 55 0 0 0,-10 27 6 0 0,-1-1-1 0 0,-138-91-60 0 0,97 51-13 0 0,-49-31 87 0 0,-64-38-83 0 0,-24-7 16 0 0,0 0 0 0 0,0 0 0 0 0,-1 1 1 0 0,1-1-1 0 0,0 0 0 0 0,0 1 0 0 0,0-1 0 0 0,0 1 0 0 0,-1 0 0 0 0,1-1 1 0 0,0 1-1 0 0,0 0 0 0 0,-1 0 0 0 0,1 0 0 0 0,-1 0 0 0 0,1 1 0 0 0,-1-1 0 0 0,3 3 1 0 0,-4-3-1 0 0,1 0 0 0 0,0 0 0 0 0,-1 0 0 0 0,1 0 0 0 0,0 0 0 0 0,0 0 0 0 0,-1 0 0 0 0,1 0 0 0 0,0-1 0 0 0,0 1 0 0 0,0 0 0 0 0,0 0 0 0 0,0-1 0 0 0,0 1 0 0 0,0-1 0 0 0,1 1 0 0 0,-1-1 0 0 0,0 1 0 0 0,2-1 0 0 0,6 5 0 0 0,5 4 0 0 0,0-1 0 0 0,1 0 0 0 0,0 0 0 0 0,0-2 0 0 0,1 0 0 0 0,16 4 1 0 0,23 8-16 0 0,-23-8 1 0 0,1-2-1 0 0,0-1 0 0 0,0-1 0 0 0,67 2 1 0 0,128-13 34 0 0,-210 5-20 0 0,349-25 67 0 0,-68 7-75 0 0,458-37 2 0 0,-639 45 20 0 0,165-22 52 0 0,-269 28-64 0 0,0 1-1 0 0,-1-2 0 0 0,0 0 0 0 0,0 0 0 0 0,0-1 1 0 0,-1-1-1 0 0,0 0 0 0 0,0-1 0 0 0,0 0 0 0 0,11-11 1 0 0,-20 17 1 0 0,0 0 0 0 0,-1 0 0 0 0,1-1 0 0 0,-1 1 1 0 0,1 0-1 0 0,-1-1 0 0 0,0 0 0 0 0,0 1 0 0 0,0-1 0 0 0,-1 0 1 0 0,1 0-1 0 0,-1 0 0 0 0,1 0 0 0 0,-1 0 0 0 0,0 0 0 0 0,0 0 1 0 0,0-1-1 0 0,-1 1 0 0 0,1 0 0 0 0,0-6 0 0 0,0 4-6 0 0,0 1-1 0 0,0-1 0 0 0,1 1 0 0 0,0-1 0 0 0,0 1 0 0 0,0-1 1 0 0,1 1-1 0 0,0 0 0 0 0,-1 0 0 0 0,1 0 0 0 0,1 0 0 0 0,-1 1 1 0 0,0-1-1 0 0,1 1 0 0 0,0 0 0 0 0,0 0 0 0 0,8-4 0 0 0,7-10 22 0 0,-9 7 33 0 0,4-10-31 0 0,2-15-30 0 0,-14 30 5 0 0,0-1 0 0 0,-1 0 0 0 0,1 0 0 0 0,-1 0 0 0 0,-1 0-1 0 0,1 0 1 0 0,-1 0 0 0 0,0 0 0 0 0,-1 0 0 0 0,1 0 0 0 0,-1 0 0 0 0,0 0 0 0 0,-1 0 0 0 0,-2-8 0 0 0,-48-107-55 0 0,10 45-15 0 0,25 50 92 0 0,-1 1 0 0 0,-26-29 0 0 0,-24-13 253 0 0,37 44 157 0 0,-2 1-1 0 0,0 1 0 0 0,-56-26 1 0 0,34 19-385 0 0,-219-104 180 0 0,213 106-3 0 0,0 4 1 0 0,-96-22-1 0 0,112 35-146 0 0,0 1 6 0 0,0-2-1 0 0,1-3 1 0 0,-78-31-1 0 0,76 27-48 0 0,-1 2-1 0 0,-1 3 0 0 0,-79-12 1 0 0,33 8-14 0 0,-58-6-87 0 0,58 10-72 0 0,70 8-3 0 0,19 2 40 0 0,1 1 0 0 0,-1-1 0 0 0,1 1 0 0 0,-1 1 0 0 0,0-1 0 0 0,0 1 0 0 0,0 0 0 0 0,1 0 0 0 0,-1 0 0 0 0,0 1 0 0 0,0-1 0 0 0,1 1 0 0 0,-1 0 0 0 0,0 1 0 0 0,1-1 0 0 0,-1 1 0 0 0,-7 3 0 0 0,-23 21-1562 0 0,-20 10-453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4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242 165 5042 0 0,'0'-2'235'0'0,"-1"0"0"0"0,1 0-1 0 0,0 0 1 0 0,-1 1 0 0 0,1-1-1 0 0,-1 0 1 0 0,0 1 0 0 0,1-1-1 0 0,-1 0 1 0 0,0 1 0 0 0,0-1-1 0 0,0 1 1 0 0,0-1-1 0 0,0 1 1 0 0,-1-1 0 0 0,1 1-1 0 0,0 0 1 0 0,-1 0 0 0 0,1 0-1 0 0,-1 0 1 0 0,1 0 0 0 0,-1 0-1 0 0,1 0 1 0 0,-1 0 0 0 0,0 0-1 0 0,0 1 1 0 0,-2-2 0 0 0,-3 0-3 0 0,0 1 0 0 0,-1-1 0 0 0,1 1 1 0 0,0 0-1 0 0,-10 1 0 0 0,17 0-231 0 0,0 0 1 0 0,0 0-1 0 0,0 0 0 0 0,-1 0 1 0 0,1 0-1 0 0,0 0 1 0 0,0 0-1 0 0,0 0 0 0 0,-1 0 1 0 0,1 0-1 0 0,0 0 1 0 0,0 0-1 0 0,0 0 0 0 0,-1-1 1 0 0,1 1-1 0 0,0 0 0 0 0,0 0 1 0 0,0 0-1 0 0,0 0 1 0 0,-1 0-1 0 0,1 0 0 0 0,0 0 1 0 0,0 0-1 0 0,0-1 1 0 0,0 1-1 0 0,-1 0 0 0 0,1 0 1 0 0,0 0-1 0 0,0 0 0 0 0,0-1 1 0 0,0 1-1 0 0,0 0 1 0 0,0 0-1 0 0,0 0 0 0 0,0 0 1 0 0,0-1-1 0 0,0 1 1 0 0,-1 0-1 0 0,1 0 0 0 0,0 0 1 0 0,0-1-1 0 0,0 1 0 0 0,0 0 1 0 0,0 0-1 0 0,0 0 1 0 0,0-1-1 0 0,0 1 0 0 0,1 0 1 0 0,-1 0-1 0 0,0 0 0 0 0,0-1 1 0 0,0 1-1 0 0,0-2-7 0 0,0-2 13 0 0,-1 0 1 0 0,1 1-1 0 0,-1-1 0 0 0,0 1 1 0 0,0-1-1 0 0,-1 1 1 0 0,1 0-1 0 0,-1-1 1 0 0,1 1-1 0 0,-5-6 0 0 0,-3-5 58 0 0,6 8 17 0 0,-15-29 12 0 0,18 34-83 0 0,0 1-1 0 0,0-1 1 0 0,0 1-1 0 0,0-1 0 0 0,-1 1 1 0 0,1-1-1 0 0,0 1 1 0 0,0 0-1 0 0,0-1 1 0 0,0 1-1 0 0,-1-1 1 0 0,1 1-1 0 0,0 0 0 0 0,0-1 1 0 0,-1 1-1 0 0,1 0 1 0 0,0-1-1 0 0,-1 1 1 0 0,1 0-1 0 0,0-1 0 0 0,-1 1 1 0 0,1 0-1 0 0,-1 0 1 0 0,1 0-1 0 0,0-1 1 0 0,-1 1-1 0 0,1 0 1 0 0,-1 0-1 0 0,1 0 0 0 0,-1 0 1 0 0,1 0-1 0 0,0 0 1 0 0,-1 0-1 0 0,1 0 1 0 0,-1 0-1 0 0,1 0 0 0 0,-1 0 1 0 0,1 0-1 0 0,-1 0 1 0 0,1 0-1 0 0,0 0 1 0 0,-1 0-1 0 0,1 0 0 0 0,-1 0 1 0 0,1 1-1 0 0,-1-1 1 0 0,1 0-1 0 0,0 0 1 0 0,-1 1-1 0 0,1-1 1 0 0,0 0-1 0 0,-1 0 0 0 0,1 1 1 0 0,0-1-1 0 0,-1 1 1 0 0,-5 15 77 0 0,1 0 1 0 0,0 0 0 0 0,1 1 0 0 0,1-1-1 0 0,1 1 1 0 0,0 0 0 0 0,2 0 0 0 0,-1 0-1 0 0,4 22 1 0 0,-2-6 113 0 0,-1-1 1 0 0,-6 41-1 0 0,-4-26-71 0 0,5-29-57 0 0,1 0 0 0 0,1 1 0 0 0,0 32 0 0 0,3 116 286 0 0,0-165-350 0 0,0-1 0 0 0,0 1 0 0 0,-1 0 0 0 0,1-1 0 0 0,0 1 1 0 0,-1-1-1 0 0,1 1 0 0 0,-1 0 0 0 0,1-1 0 0 0,-1 1 0 0 0,1-1 0 0 0,-1 1 1 0 0,0-1-1 0 0,0 0 0 0 0,0 1 0 0 0,0-1 0 0 0,0 0 0 0 0,0 1 0 0 0,0-1 1 0 0,-1 0-1 0 0,-1 2 0 0 0,2-3-7 0 0,0 1 0 0 0,0 0 0 0 0,0 0 1 0 0,0-1-1 0 0,0 1 0 0 0,0 0 0 0 0,0 0 0 0 0,1 0 1 0 0,-1 0-1 0 0,0 0 0 0 0,1 0 0 0 0,-1 0 0 0 0,1 1 1 0 0,-1-1-1 0 0,1 0 0 0 0,-1 0 0 0 0,1 0 0 0 0,0 0 1 0 0,0 1-1 0 0,0-1 0 0 0,-1 2 0 0 0,1-1-16 0 0,5-2-107 0 0,70 6 234 0 0,-9 3 25 0 0,175 15 208 0 0,-121-14-255 0 0,293 37-117 0 0,-297-24-2163 0 0,-71-8-4948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5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4802 0 0,'-30'25'4242'0'0,"30"5"-1681"0"0,0-16-880 0 0,0-1-320 0 0,60-7-401 0 0,31 13-400 0 0,29-13-239 0 0,1 2-81 0 0,-36 3-160 0 0,5-3-240 0 0,-60-2-2161 0 0,-60-6-11686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5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7443 0 0,'-60'31'4643'0'0,"60"-17"-2082"0"0,90-14-1921 0 0,206 5 0 0 0,36 9-240 0 0,-241 5-2160 0 0,-31-7-7605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8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1 198 640 0 0,'8'-14'2464'0'0,"-5"10"-1969"0"0,-1 0 0 0 0,1 0 0 0 0,-1 0-1 0 0,0 0 1 0 0,0 0 0 0 0,0 0 0 0 0,-1-1 0 0 0,0 1 0 0 0,0-1 0 0 0,0 1 0 0 0,0-1 0 0 0,0-8 0 0 0,-1 9-464 0 0,0 1-1 0 0,1-1 1 0 0,-1 0 0 0 0,1 1 0 0 0,0-1 0 0 0,0 1-1 0 0,0-1 1 0 0,0 1 0 0 0,1 0 0 0 0,-1-1 0 0 0,1 1-1 0 0,0 0 1 0 0,0 0 0 0 0,0 0 0 0 0,0 0 0 0 0,5-4-1 0 0,-1 2-12 0 0,0 0-1 0 0,0 1 0 0 0,1-1 0 0 0,-1 1 1 0 0,1 1-1 0 0,0-1 0 0 0,13-4 0 0 0,-4 3-1 0 0,1 1 0 0 0,0 0-1 0 0,-1 1 1 0 0,2 1 0 0 0,-1 1-1 0 0,0 0 1 0 0,20 2 0 0 0,-23 0 0 0 0,-2-1 8 0 0,0 1 0 0 0,0 1 0 0 0,0 0 0 0 0,0 0 0 0 0,-1 1 0 0 0,1 1 0 0 0,-1 0 0 0 0,0 0 0 0 0,0 1 0 0 0,10 7 0 0 0,-7-3 13 0 0,-1 0 1 0 0,0 1 0 0 0,-1 0-1 0 0,0 1 1 0 0,-1 0-1 0 0,0 1 1 0 0,-1 0 0 0 0,0 1-1 0 0,-1 0 1 0 0,0 0-1 0 0,-1 1 1 0 0,-1 1 0 0 0,0-1-1 0 0,-1 1 1 0 0,-1 0-1 0 0,0 0 1 0 0,-1 1 0 0 0,0-1-1 0 0,-2 1 1 0 0,0 0-1 0 0,0 32 1 0 0,-1-30-15 0 0,-1 0-1 0 0,-1 1 1 0 0,-1-1-1 0 0,-1 0 1 0 0,0 0 0 0 0,-6 18-1 0 0,6-29-21 0 0,0 0 0 0 0,-1-1 0 0 0,1 1-1 0 0,-1-1 1 0 0,0 1 0 0 0,-1-1 0 0 0,1 0-1 0 0,-1-1 1 0 0,-1 1 0 0 0,1-1 0 0 0,-1 0-1 0 0,0 0 1 0 0,0-1 0 0 0,0 0 0 0 0,0 0-1 0 0,-1 0 1 0 0,0-1 0 0 0,0 0 0 0 0,-9 3-1 0 0,-16 3 11 0 0,-1-1 0 0 0,0-2 0 0 0,0-1 0 0 0,-36 0-1 0 0,-134-5 30 0 0,172-1 4 0 0,29 0-54 0 0,7 1-10 0 0,53 6 19 0 0,85 19 279 0 0,179 55 0 0 0,-295-72-274 0 0,4 0-66 0 0,-1-1 0 0 0,38 4 0 0 0,-55-10-102 0 0,0-1 0 0 0,0 0 0 0 0,0 0 0 0 0,0-1 0 0 0,0-1 0 0 0,22-6 0 0 0,-19 2-359 0 0,-1-1 1 0 0,1 0-1 0 0,-2-1 0 0 0,21-13 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1 2641 0 0,'-6'7'4429'0'0,"-13"-3"-3311"0"0,14-3-435 0 0,-80 17 610 0 0,-117 31-839 0 0,191-45-416 0 0,1-1 0 0 0,-1 1-1 0 0,1 1 1 0 0,0 0 0 0 0,0 0-1 0 0,-10 8 1 0 0,19-13-31 0 0,0 1-1 0 0,0 0 1 0 0,0 0 0 0 0,0 0-1 0 0,1 0 1 0 0,-1 0-1 0 0,0-1 1 0 0,0 1 0 0 0,1 1-1 0 0,-1-1 1 0 0,1 0-1 0 0,-1 0 1 0 0,1 0 0 0 0,-1 0-1 0 0,1 0 1 0 0,0 0-1 0 0,0 1 1 0 0,-1-1 0 0 0,1 0-1 0 0,0 0 1 0 0,0 2 0 0 0,1-1-2 0 0,0 0 1 0 0,-1 0 0 0 0,1 0 0 0 0,0 0-1 0 0,0 0 1 0 0,1 0 0 0 0,-1-1-1 0 0,0 1 1 0 0,0 0 0 0 0,1-1 0 0 0,-1 1-1 0 0,1-1 1 0 0,0 1 0 0 0,-1-1 0 0 0,1 0-1 0 0,2 1 1 0 0,16 11 10 0 0,1-1 1 0 0,0-1-1 0 0,35 12 0 0 0,-41-18-11 0 0,0 1 0 0 0,-1 0-1 0 0,0 1 1 0 0,0 1-1 0 0,-1 0 1 0 0,0 0 0 0 0,-1 2-1 0 0,16 13 1 0 0,-24-19-6 0 0,0 0 0 0 0,0 0 0 0 0,-1 1 0 0 0,0-1 0 0 0,0 1 0 0 0,0-1 0 0 0,-1 1 0 0 0,1 0 0 0 0,-1 0 0 0 0,0 0 0 0 0,-1 0 0 0 0,1 1 0 0 0,-1-1 0 0 0,0 0 0 0 0,0 1 0 0 0,-1-1 0 0 0,1 1 0 0 0,-1-1 0 0 0,-1 7 0 0 0,0-7-2 0 0,0-1 0 0 0,-1 1 1 0 0,1-1-1 0 0,-1 1 0 0 0,0-1 0 0 0,0 1 1 0 0,-1-1-1 0 0,1 0 0 0 0,-1 0 1 0 0,0 0-1 0 0,0 0 0 0 0,0-1 0 0 0,0 1 1 0 0,-1-1-1 0 0,0 0 0 0 0,1 0 0 0 0,-1 0 1 0 0,0 0-1 0 0,-1-1 0 0 0,1 0 1 0 0,-6 3-1 0 0,-10 3-25 0 0,-1-1-1 0 0,0-1 1 0 0,-1-1 0 0 0,0-1 0 0 0,1-1 0 0 0,-1-1 0 0 0,0 0-1 0 0,-33-3 1 0 0,48 1 17 0 0,0-1-1 0 0,0 0 0 0 0,0 0 0 0 0,0-1 1 0 0,0 0-1 0 0,1 0 0 0 0,-1 0 1 0 0,1-1-1 0 0,-1 0 0 0 0,-8-6 1 0 0,12 7 13 0 0,1-1 0 0 0,-1 1 0 0 0,1-1 0 0 0,-1 0 0 0 0,1 0 0 0 0,0 0 0 0 0,0 0 0 0 0,0 0 0 0 0,1-1 0 0 0,-1 1 0 0 0,1 0 0 0 0,0-1 0 0 0,0 1 0 0 0,0-1 0 0 0,0 0 0 0 0,1 1 0 0 0,-1-1 0 0 0,1 1 0 0 0,0-1 0 0 0,0 0 0 0 0,0 1 0 0 0,0-1 0 0 0,2-5 0 0 0,1-3 11 0 0,0-1 0 0 0,0 1 0 0 0,1 1 0 0 0,1-1-1 0 0,0 1 1 0 0,0 0 0 0 0,1 0 0 0 0,1 0 0 0 0,-1 1 0 0 0,2 0 0 0 0,0 0-1 0 0,0 1 1 0 0,0 0 0 0 0,1 0 0 0 0,1 1 0 0 0,13-10 0 0 0,19-10 42 0 0,0 1 0 0 0,79-35 0 0 0,-115 59-52 0 0,60-34 64 0 0,-66 36-66 0 0,1 1 0 0 0,-1 0-1 0 0,0 0 1 0 0,1-1 0 0 0,-1 1 0 0 0,1 0 0 0 0,-1-1 0 0 0,0 1 0 0 0,1 0-1 0 0,-1-1 1 0 0,0 1 0 0 0,1 0 0 0 0,-1-1 0 0 0,0 1 0 0 0,1-1 0 0 0,-1 1-1 0 0,0-1 1 0 0,0 1 0 0 0,0-1 0 0 0,1 1 0 0 0,-1-1 0 0 0,0 1 0 0 0,0-1-1 0 0,0 1 1 0 0,0-1 0 0 0,0 1 0 0 0,0-1 0 0 0,0 1 0 0 0,0-1 0 0 0,0 1-1 0 0,0-1 1 0 0,0 1 0 0 0,-1-1 0 0 0,1 1 0 0 0,0-1 0 0 0,0 1 0 0 0,0-1 0 0 0,-1 1-1 0 0,1-1 1 0 0,0 1 0 0 0,-1-1 0 0 0,1 1 0 0 0,0 0 0 0 0,-1-1 0 0 0,1 1-1 0 0,-1-1 1 0 0,-16-8 25 0 0,16 9-25 0 0,-1-1-21 0 0,0-1 0 0 0,-1 1 0 0 0,0 0 0 0 0,1 0 0 0 0,-1 0 0 0 0,0 0 0 0 0,0 1 0 0 0,1-1 0 0 0,-1 1 0 0 0,0-1 0 0 0,0 1 0 0 0,0 0 0 0 0,0 0 0 0 0,1 1 0 0 0,-6 0 0 0 0,-9 0-1061 0 0,-43-1-3415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1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31 560 0 0,'0'-6'4562'0'0,"-31"-7"-1040"0"0,-29 7-1601 0 0,60 0-1121 0 0,0 12-320 0 0,0 46 721 0 0,0 56-161 0 0,0-39-1040 0 0,0-12-240 0 0,0-37-1761 0 0,30-45-480 0 0,0-2-1921 0 0,1-17-480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2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1601 0 0,'5'1'4015'0'0,"16"3"-1147"0"0,-16-3-774 0 0,-10 0-1947 0 0,-16 4-54 0 0,18-2 2141 0 0,9-1-1985 0 0,22 0-437 0 0,-8-2 188 0 0,-15 0-67 0 0,-5 0-26 0 0,0-4 119 0 0,-1 4-8 0 0,0 1 0 0 0,0 0 0 0 0,0-1-1 0 0,0 1 1 0 0,0-1 0 0 0,0 1 0 0 0,0-1-1 0 0,0 1 1 0 0,-1-1 0 0 0,1 0 0 0 0,0 0-1 0 0,0 0 1 0 0,0 1 0 0 0,0-1 0 0 0,-1 0-1 0 0,1 0 1 0 0,0 0 0 0 0,0-1 0 0 0,0 1-1 0 0,-2 0 1 0 0,3-1 9 0 0,-1 1-23 0 0,1 0-1 0 0,0 0 1 0 0,0 0-1 0 0,-1 0 1 0 0,1 0-1 0 0,0 0 1 0 0,0 0-1 0 0,-1 0 1 0 0,1 0-1 0 0,0-1 1 0 0,0 1-1 0 0,0 0 1 0 0,-1 0-1 0 0,1 0 1 0 0,0 0-1 0 0,0-1 1 0 0,0 1-1 0 0,-1 0 1 0 0,1 0-1 0 0,0 0 1 0 0,0-1-1 0 0,0 1 1 0 0,0 0-1 0 0,0 0 1 0 0,0-1-1 0 0,-1 1 1 0 0,1 0-1 0 0,0 0 1 0 0,0-1-1 0 0,0 1 1 0 0,0 0-1 0 0,0 0 1 0 0,0-1-1 0 0,0 1 1 0 0,0 0-1 0 0,0-1 1 0 0,0 1-1 0 0,0 0 1 0 0,0 0-1 0 0,1-1 1 0 0,-1 1-1 0 0,0 0 0 0 0,0 0 1 0 0,0-1-1 0 0,0 1 1 0 0,0 0-1 0 0,0 0 1 0 0,1 0-1 0 0,-1-1 1 0 0,0 1-1 0 0,0 0 1 0 0,0 0-1 0 0,1 0 1 0 0,-1-1-1 0 0,0 1 1 0 0,0 0-1 0 0,0 0 1 0 0,1 0-1 0 0,-1 0 1 0 0,0 0-1 0 0,0 0 1 0 0,1 0-1 0 0,-1-1 1 0 0,1 1-1 0 0,24-4-16 0 0,1 0 0 0 0,-1 2-1 0 0,1 1 1 0 0,0 1 0 0 0,42 6-1 0 0,-53-4 24 0 0,-1 1 0 0 0,0 0 0 0 0,22 9 0 0 0,-9-3 47 0 0,0 2-1 0 0,-1 1 0 0 0,0 0 1 0 0,32 24-1 0 0,-45-27-8 0 0,-1 1-1 0 0,0 1 1 0 0,-1 0 0 0 0,0 0-1 0 0,-1 1 1 0 0,-1 0 0 0 0,1 1-1 0 0,-2 0 1 0 0,0 1 0 0 0,-1 0-1 0 0,10 25 1 0 0,-8-16 19 0 0,-2-7-7 0 0,0 0 1 0 0,-2 0-1 0 0,7 34 1 0 0,-11-44-60 0 0,-1 1 1 0 0,1-1-1 0 0,-1 1 1 0 0,-1 0-1 0 0,1-1 1 0 0,-1 1-1 0 0,0-1 1 0 0,-1 1 0 0 0,1-1-1 0 0,-1 0 1 0 0,-1 1-1 0 0,1-1 1 0 0,-1 0-1 0 0,0 0 1 0 0,-5 6-1 0 0,3-5-27 0 0,0 0 0 0 0,-1 0 0 0 0,0 0 0 0 0,-1-1-1 0 0,1 0 1 0 0,-1-1 0 0 0,0 0 0 0 0,-1 0 0 0 0,1 0-1 0 0,-1-1 1 0 0,0 0 0 0 0,0 0 0 0 0,0-1 0 0 0,-12 3-1 0 0,-5 0-78 0 0,-1-1 0 0 0,0-1 0 0 0,-46 0 0 0 0,-215-10 38 0 0,240 8 299 0 0,39-1-1 0 0,28 0-147 0 0,39 4 63 0 0,138 29 306 0 0,84 22-213 0 0,-249-50-272 0 0,8 2-330 0 0,48 4 0 0 0,-78-12 71 0 0,0 0 0 0 0,1 0 0 0 0,-1-1 0 0 0,0 0 0 0 0,0-1 0 0 0,0 0 0 0 0,0 0 0 0 0,16-8 0 0 0,-22 9 87 0 0,-1 0 0 0 0,1-1 0 0 0,0 0 0 0 0,-1 0 0 0 0,1 0 0 0 0,-1-1 0 0 0,0 1 0 0 0,1-1 0 0 0,-1 0 0 0 0,0 0 0 0 0,-1 0 0 0 0,1 0 0 0 0,-1 0 0 0 0,1 0 0 0 0,-1-1 0 0 0,3-5 0 0 0,-2-2-907 0 0,-1 0 0 0 0,0 0 0 0 0,0-1 0 0 0,-1 1 0 0 0,0 0 0 0 0,-2-14 0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21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 0 0,'5'0'5536'0'0,"54"2"-962"0"0,-41 0-4222 0 0,0 0 0 0 0,0 1 0 0 0,27 9 0 0 0,-38-10-429 0 0,-1 1 0 0 0,1 0-1 0 0,-1 0 1 0 0,0 0 0 0 0,1 1-1 0 0,-2 0 1 0 0,1 0-1 0 0,10 9 1 0 0,-13-10 114 0 0,-1 0 1 0 0,1 1-1 0 0,-1-1 1 0 0,1 1-1 0 0,-1-1 1 0 0,0 1-1 0 0,0 0 1 0 0,-1 0-1 0 0,1 0 1 0 0,-1 0-1 0 0,0 0 0 0 0,0 0 1 0 0,0 0-1 0 0,-1 1 1 0 0,1-1-1 0 0,-1 5 1 0 0,0-7-11 0 0,-1 1 0 0 0,1 0 1 0 0,-1-1-1 0 0,1 1 0 0 0,-1-1 0 0 0,0 1 1 0 0,0-1-1 0 0,0 1 0 0 0,0-1 1 0 0,-1 1-1 0 0,1-1 0 0 0,-1 0 0 0 0,1 0 1 0 0,-1 0-1 0 0,0 0 0 0 0,-2 2 0 0 0,-32 24 711 0 0,27-23-472 0 0,10-5-239 0 0,-1 0 1 0 0,0 0-1 0 0,0 0 0 0 0,0 0 1 0 0,0 0-1 0 0,0 0 0 0 0,0 0 1 0 0,0 0-1 0 0,0 1 0 0 0,0-1 0 0 0,1 0 1 0 0,-1 0-1 0 0,0 0 0 0 0,0 0 1 0 0,0 0-1 0 0,0 0 0 0 0,0 0 1 0 0,0 0-1 0 0,0 0 0 0 0,0 0 1 0 0,0 0-1 0 0,0 1 0 0 0,0-1 1 0 0,0 0-1 0 0,0 0 0 0 0,0 0 0 0 0,0 0 1 0 0,0 0-1 0 0,0 0 0 0 0,0 0 1 0 0,0 0-1 0 0,0 1 0 0 0,0-1 1 0 0,0 0-1 0 0,0 0 0 0 0,0 0 1 0 0,0 0-1 0 0,0 0 0 0 0,0 0 1 0 0,0 0-1 0 0,0 0 0 0 0,0 0 0 0 0,0 1 1 0 0,0-1-1 0 0,0 0 0 0 0,0 0 1 0 0,0 0-1 0 0,0 0 0 0 0,0 0 1 0 0,0 0-1 0 0,-1 0 0 0 0,22-1 58 0 0,18-2-43 0 0,20 1-19 0 0,0 3-1 0 0,95 13 0 0 0,-120-9 110 0 0,1 2 0 0 0,-1 1 0 0 0,0 1 0 0 0,-1 2 0 0 0,0 1 0 0 0,-1 2-1 0 0,0 1 1 0 0,42 28 0 0 0,-59-33 106 0 0,0 2 0 0 0,-1 0 0 0 0,17 18 0 0 0,-27-26-168 0 0,-1 0 0 0 0,1 1 0 0 0,-1-1 0 0 0,0 1 0 0 0,0 0 0 0 0,-1-1 0 0 0,1 1 0 0 0,-1 0 0 0 0,0 1 0 0 0,-1-1 0 0 0,1 0-1 0 0,-1 0 1 0 0,0 1 0 0 0,0 8 0 0 0,-1-11-64 0 0,0-1-1 0 0,0 1 1 0 0,0-1-1 0 0,0 1 1 0 0,-1-1-1 0 0,1 1 1 0 0,-1-1 0 0 0,0 1-1 0 0,0-1 1 0 0,1 0-1 0 0,-2 1 1 0 0,1-1-1 0 0,0 0 1 0 0,0 0-1 0 0,-1 0 1 0 0,1 1-1 0 0,-1-2 1 0 0,0 1-1 0 0,0 0 1 0 0,1 0-1 0 0,-1 0 1 0 0,0-1 0 0 0,-1 1-1 0 0,1-1 1 0 0,0 0-1 0 0,0 0 1 0 0,0 0-1 0 0,-1 0 1 0 0,1 0-1 0 0,-4 1 1 0 0,-8 1-212 0 0,0-1 0 0 0,0 0 1 0 0,-1-1-1 0 0,-23 0 0 0 0,32-1 116 0 0,-154-7-2978 0 0,30-10-320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29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2713 100 960 0 0,'-18'0'1667'0'0,"1"-2"-1"0"0,-1 0 0 0 0,-33-8 0 0 0,-51-25 193 0 0,55 22-1407 0 0,0 1-1 0 0,-1 3 0 0 0,0 1 1 0 0,0 3-1 0 0,-70 1 0 0 0,-76 17 1468 0 0,72 0-1157 0 0,-230-2-28 0 0,245-7-320 0 0,-198 32-1 0 0,103 16 0 0 0,140-33-152 0 0,-97 16-1 0 0,-172 40 207 0 0,310-67-462 0 0,1-1-1 0 0,-1 2 1 0 0,1 1 0 0 0,1 1-1 0 0,0 0 1 0 0,0 1 0 0 0,-21 19 0 0 0,13-11 117 0 0,-16 1-75 0 0,-3 1-193 0 0,44-21 143 0 0,1 0 0 0 0,-1 0 1 0 0,1 0-1 0 0,0 0 0 0 0,-1 0 0 0 0,1 0 0 0 0,0 1 1 0 0,0-1-1 0 0,0 0 0 0 0,-1 1 0 0 0,2-1 1 0 0,-1 1-1 0 0,0-1 0 0 0,0 1 0 0 0,0 0 0 0 0,1-1 1 0 0,-1 1-1 0 0,1 0 0 0 0,-1 0 0 0 0,1-1 1 0 0,-1 4-1 0 0,2-1 0 0 0,0 1 0 0 0,0-1 0 0 0,1 0 1 0 0,-1 1-1 0 0,1-1 0 0 0,0 0 0 0 0,0 0 1 0 0,0 0-1 0 0,1 0 0 0 0,0 0 0 0 0,-1-1 1 0 0,7 6-1 0 0,41 41 39 0 0,68 53-151 0 0,61 54 817 0 0,82 111-280 0 0,-40-39-217 0 0,-213-221-199 0 0,164 174 81 0 0,-152-160-96 0 0,1-2 1 0 0,0 0-1 0 0,37 26 1 0 0,-7-6-78 0 0,-43-33 101 0 0,1 0-1 0 0,0-1 1 0 0,0 0-1 0 0,1-1 1 0 0,-1 0 0 0 0,18 6-1 0 0,13 7-23 0 0,111 81-57 0 0,-69-51 22 0 0,-51-28 0 0 0,0-2 0 0 0,2-1 0 0 0,0-2 1 0 0,0-1-1 0 0,61 16 0 0 0,66-2 31 0 0,-61-11-15 0 0,349 52-238 0 0,165-28 306 0 0,16-13-187 0 0,-180-56 137 0 0,-170 8 100 0 0,173-21 96 0 0,-120 8 15 0 0,362-8 39 0 0,-532 33-92 0 0,179 15-1 0 0,-151 0 92 0 0,-97-4-115 0 0,332 14 152 0 0,-356-11-303 0 0,118 1 14 0 0,-162-7 40 0 0,9-1 83 0 0,-1-1-1 0 0,1-2 0 0 0,-1-1 0 0 0,34-10 1 0 0,-30 4 26 0 0,-1-1 0 0 0,0-2 0 0 0,-1-2 0 0 0,46-28 0 0 0,-46 22-93 0 0,-2-1-1 0 0,0-2 1 0 0,-2-1 0 0 0,44-48-1 0 0,-72 70-22 0 0,1-1-1 0 0,-1 0 1 0 0,0 0-1 0 0,-1 1 1 0 0,1-2-1 0 0,-1 1 1 0 0,0 0-1 0 0,0 0 1 0 0,0-1-1 0 0,-1 1 1 0 0,0-1-1 0 0,1-6 1 0 0,-1-8-7 0 0,0 0-1 0 0,-2 0 1 0 0,0 1-1 0 0,-1-1 1 0 0,-1 1 0 0 0,-1-1-1 0 0,-1 1 1 0 0,0 0-1 0 0,-2 0 1 0 0,0 1 0 0 0,-1 0-1 0 0,0 0 1 0 0,-2 1-1 0 0,0 0 1 0 0,-1 0-1 0 0,-1 2 1 0 0,-22-25 0 0 0,-149-142-80 0 0,110 112 27 0 0,-15-8 23 0 0,-2 4 1 0 0,-4 4-1 0 0,-127-72 0 0 0,-36 4-166 0 0,117 67 153 0 0,-386-183 70 0 0,418 211 17 0 0,-1 5-1 0 0,-2 4 1 0 0,-169-27 0 0 0,169 48-23 0 0,-1 5 1 0 0,1 5 0 0 0,-1 5-1 0 0,-201 29 1 0 0,31 32 18 0 0,-5-7 7 0 0,-550 35 0 0 0,759-87-73 0 0,1-4 0 0 0,-142-18-1 0 0,-113-58-69 0 0,269 59 73 0 0,-98-21 50 0 0,-267-29 0 0 0,183 35-934 0 0,219 27-99 0 0,1 2-1 0 0,-1 1 0 0 0,-44 1 0 0 0,67 2 565 0 0,0-1-1 0 0,0 1 1 0 0,1 0 0 0 0,-1 0-1 0 0,0 0 1 0 0,1 0-1 0 0,-1 1 1 0 0,1-1 0 0 0,-1 1-1 0 0,1 0 1 0 0,0-1-1 0 0,0 1 1 0 0,-1 0 0 0 0,1 0-1 0 0,1 0 1 0 0,-1 1-1 0 0,0-1 1 0 0,0 0 0 0 0,1 1-1 0 0,-3 4 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35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43 2481 0 0,'37'-11'3160'0'0,"-18"5"1743"0"0,-40 4-2414 0 0,16 2-1636 0 0,6 1-795 0 0,-1-1-1 0 0,1 1 0 0 0,0 0 1 0 0,0-1-1 0 0,-1 1 1 0 0,1 0-1 0 0,0-1 0 0 0,0 1 1 0 0,0-1-1 0 0,0 0 1 0 0,0 1-1 0 0,0-1 0 0 0,0 0 1 0 0,0 1-1 0 0,-1-1 0 0 0,1 0 1 0 0,0 0-1 0 0,0 0 1 0 0,0 0-1 0 0,0 0 0 0 0,2 0 1 0 0,1 0 80 0 0,1 0 569 0 0,-10 0-534 0 0,-15 0-26 0 0,10-8 13 0 0,-25 1-133 0 0,11 3-11 0 0,-61-8 73 0 0,79 11-85 0 0,0 1 1 0 0,0 0-1 0 0,0 0 1 0 0,-1 1 0 0 0,1 0-1 0 0,0 0 1 0 0,0 0 0 0 0,0 1-1 0 0,0 0 1 0 0,0 0-1 0 0,-8 5 1 0 0,-6 1 102 0 0,-6 3 53 0 0,9-4-163 0 0,11-4-20 0 0,-1-1-1 0 0,1 1 1 0 0,0 0 0 0 0,0 0-1 0 0,1 1 1 0 0,-1 0-1 0 0,1 0 1 0 0,-6 5-1 0 0,6-3 33 0 0,3-3 15 0 0,0-1 0 0 0,0 1 1 0 0,0-1-1 0 0,0 1 0 0 0,-1-1 0 0 0,1 0 1 0 0,-1 0-1 0 0,-4 3 0 0 0,6-4-16 0 0,0 1 0 0 0,0-1 0 0 0,0 1-1 0 0,0 0 1 0 0,1-1 0 0 0,-1 1 0 0 0,1 0 0 0 0,-1-1-1 0 0,1 1 1 0 0,-1 0 0 0 0,1 0 0 0 0,0-1 0 0 0,0 1-1 0 0,0 0 1 0 0,0 0 0 0 0,0-1 0 0 0,0 1 0 0 0,1 0-1 0 0,0 3 1 0 0,0 0 196 0 0,-1-4 36 0 0,0-1-231 0 0,-1 0-1 0 0,1-1 1 0 0,0 1 0 0 0,0 0-1 0 0,0 0 1 0 0,0 0-1 0 0,0 0 1 0 0,0 0-1 0 0,0-1 1 0 0,0 1-1 0 0,0 0 1 0 0,0 0-1 0 0,0 0 1 0 0,0-1 0 0 0,-1 1-1 0 0,1 0 1 0 0,0 0-1 0 0,0 0 1 0 0,0 0-1 0 0,0-1 1 0 0,1 1-1 0 0,-1 0 1 0 0,0 0-1 0 0,0 0 1 0 0,0-1 0 0 0,0 1-1 0 0,0 0 1 0 0,0 0-1 0 0,0 0 1 0 0,0 0-1 0 0,0-1 1 0 0,0 1-1 0 0,0 0 1 0 0,1 0-1 0 0,-1 0 1 0 0,0 0 0 0 0,0 0-1 0 0,0 0 1 0 0,0-1-1 0 0,0 1 1 0 0,1 0-1 0 0,-1 0 1 0 0,0 0-1 0 0,0 0 1 0 0,0 0-1 0 0,0 0 1 0 0,1 0 0 0 0,-1 0-1 0 0,0 0 1 0 0,0 0-1 0 0,0 0 1 0 0,0 0-1 0 0,1 0 1 0 0,-1 0-1 0 0,0 0 1 0 0,0 0-1 0 0,0 0 1 0 0,1 0 0 0 0,-1 0-1 0 0,0 0 1 0 0,0 0-1 0 0,0 0 1 0 0,1 0-1 0 0,48-6 266 0 0,100-1 0 0 0,-100 7-270 0 0,0-2 0 0 0,71-12 1 0 0,-26 0 152 0 0,100-2 0 0 0,-160 14-85 0 0,333-20 342 0 0,-248 21-254 0 0,179 19 0 0 0,-153 5-13 0 0,1-4-137 0 0,161 25 140 0 0,-242-27-167 0 0,-45-10 54 0 0,0-2-1 0 0,31 5 1 0 0,58 9 65 0 0,43 7-30 0 0,-145-25-75 0 0,1 0 1 0 0,-1 0-1 0 0,1 1 1 0 0,-1 0-1 0 0,14 5 1 0 0,-13-3 2 0 0,0-1 0 0 0,0-1 1 0 0,0 0-1 0 0,1 0 0 0 0,-1 0 0 0 0,10-1 0 0 0,67 5 34 0 0,127 16 92 0 0,-23 1 0 0 0,-22-4 15 0 0,-165-19-138 0 0,6 2 19 0 0,0-1 0 0 0,0 0 0 0 0,0 0 0 0 0,0-1-1 0 0,0 0 1 0 0,0 0 0 0 0,-1-1 0 0 0,14-2 0 0 0,-21 3-29 0 0,0-1-1 0 0,0 1 0 0 0,0 0 1 0 0,0 0-1 0 0,0-1 0 0 0,0 1 1 0 0,0 0-1 0 0,0 0 0 0 0,0-1 1 0 0,0 1-1 0 0,0 0 0 0 0,0 0 1 0 0,0-1-1 0 0,0 1 0 0 0,0 0 1 0 0,0 0-1 0 0,0 0 0 0 0,0-1 1 0 0,0 1-1 0 0,-1 0 0 0 0,1 0 1 0 0,0-1-1 0 0,0 1 0 0 0,0 0 1 0 0,0 0-1 0 0,0 0 0 0 0,-1 0 1 0 0,1-1-1 0 0,0 1 0 0 0,0 0 1 0 0,0 0-1 0 0,-1 0 0 0 0,1 0 1 0 0,0 0-1 0 0,0 0 0 0 0,-1-1 1 0 0,1 1-1 0 0,0 0 0 0 0,0 0 1 0 0,-1 0-1 0 0,1 0 0 0 0,0 0 1 0 0,0 0-1 0 0,0 0 0 0 0,-1 0 1 0 0,1 0-1 0 0,0 0 0 0 0,0 0 1 0 0,-1 0-1 0 0,1 0 0 0 0,-22-8-870 0 0,21 8 733 0 0,-13-6-1172 0 0,2 1 0 0 0,-1-2-1 0 0,-14-8 1 0 0,-83-63-11115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7:43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27 1521 0 0,'19'-7'2862'0'0,"-33"2"-842"0"0,9 3-926 0 0,10 1-614 0 0,16-2-213 0 0,-16 2 640 0 0,-6 0-858 0 0,0 0 1 0 0,0 0 0 0 0,0 1-1 0 0,0-1 1 0 0,0 1-1 0 0,0-1 1 0 0,0 1 0 0 0,0-1-1 0 0,0 1 1 0 0,0 0-1 0 0,-1-1 1 0 0,1 1 0 0 0,0 0-1 0 0,0 0 1 0 0,0 0 0 0 0,0 0-1 0 0,0 0 1 0 0,-1 0-1 0 0,1 0 1 0 0,0 0 0 0 0,-1 1-1 0 0,1-1 20 0 0,-4 0 185 0 0,0 0-14 0 0,-26-1 238 0 0,8 1-286 0 0,1 0 0 0 0,-37 6 0 0 0,54-5 288 0 0,0 0-187 0 0,-15 2-39 0 0,15-2-27 0 0,5 0-211 0 0,0 0 0 0 0,-1 0 0 0 0,1-1 1 0 0,-1 1-1 0 0,1 0 0 0 0,-1 0 0 0 0,1-1 1 0 0,-1 1-1 0 0,0 0 0 0 0,1-1 0 0 0,-1 1 0 0 0,0-1 1 0 0,1 1-1 0 0,-1-1 0 0 0,0 1 0 0 0,0-1 1 0 0,1 0-1 0 0,-1 1 0 0 0,0-1 0 0 0,0 0 1 0 0,0 1-1 0 0,0-1 0 0 0,1 0 0 0 0,-1 0 1 0 0,0 0-1 0 0,0 0 0 0 0,0 0 0 0 0,0 0 0 0 0,0 0 1 0 0,-1 0-1 0 0,0 0 41 0 0,-8 8 130 0 0,-22 8 30 0 0,30-15-225 0 0,1 0-1 0 0,-1 0 1 0 0,0 0-1 0 0,1 0 1 0 0,-1 1 0 0 0,1-1-1 0 0,0 0 1 0 0,-1 1 0 0 0,1-1-1 0 0,0 1 1 0 0,0-1 0 0 0,0 1-1 0 0,0 0 1 0 0,0-1-1 0 0,0 1 1 0 0,0 0 0 0 0,0 2-1 0 0,1-3 10 0 0,0 0-1 0 0,0-1 0 0 0,0 1 0 0 0,0-1 0 0 0,0 1 1 0 0,-1 0-1 0 0,1-1 0 0 0,0 1 0 0 0,0 0 0 0 0,0-1 1 0 0,-1 1-1 0 0,1-1 0 0 0,0 1 0 0 0,-1-1 1 0 0,1 1-1 0 0,0-1 0 0 0,-1 1 0 0 0,1-1 0 0 0,-1 1 1 0 0,1-1-1 0 0,0 1 0 0 0,-1-1 0 0 0,1 0 0 0 0,-1 1 1 0 0,0-1-1 0 0,1 0 0 0 0,-1 1 0 0 0,1-1 0 0 0,-1 0 1 0 0,1 0-1 0 0,-1 0 0 0 0,0 1 0 0 0,1-1 1 0 0,-2 0-1 0 0,1 0 4 0 0,1 0 0 0 0,-1 0 0 0 0,0 1 1 0 0,0-1-1 0 0,0 0 0 0 0,1 0 0 0 0,-1 1 1 0 0,0-1-1 0 0,0 1 0 0 0,1-1 0 0 0,-1 1 1 0 0,0-1-1 0 0,1 1 0 0 0,-1-1 0 0 0,0 1 1 0 0,1 0-1 0 0,-1-1 0 0 0,1 1 0 0 0,-1 0 1 0 0,1-1-1 0 0,-1 1 0 0 0,1 0 0 0 0,0 0 1 0 0,-1-1-1 0 0,1 1 0 0 0,0 0 0 0 0,0 0 1 0 0,0 0-1 0 0,-1-1 0 0 0,1 1 0 0 0,0 0 0 0 0,0 0 1 0 0,0 0-1 0 0,0 0 0 0 0,1 0 0 0 0,-1 49-4 0 0,0-49 80 0 0,-2-1-73 0 0,0 0-1 0 0,1 0 0 0 0,-1 0 1 0 0,0 0-1 0 0,1 0 0 0 0,-1 0 1 0 0,0 0-1 0 0,1 0 0 0 0,-1 1 0 0 0,0-1 1 0 0,1 1-1 0 0,-1 0 0 0 0,-2 0 1 0 0,4 1-21 0 0,-1-1 0 0 0,0 1 0 0 0,0-1 0 0 0,1 1 0 0 0,-1-1 0 0 0,1 1 1 0 0,0 0-1 0 0,-1-1 0 0 0,1 1 0 0 0,0 0 0 0 0,0-1 0 0 0,0 1 0 0 0,0 0 0 0 0,0 2 0 0 0,0-3 16 0 0,1 0-1 0 0,-1 0 1 0 0,0 0-1 0 0,0 0 1 0 0,0 0-1 0 0,1 0 1 0 0,-1 0-1 0 0,1 0 1 0 0,-1 0-1 0 0,1 0 1 0 0,-1 0-1 0 0,1 0 1 0 0,-1 0-1 0 0,1-1 1 0 0,0 1-1 0 0,-1 0 1 0 0,1 0-1 0 0,0-1 0 0 0,0 1 1 0 0,-1-1-1 0 0,1 1 1 0 0,0 0-1 0 0,0-1 1 0 0,2 1-1 0 0,7 7-11 0 0,1 13-14 0 0,-10-19 27 0 0,0 1-1 0 0,0-1 1 0 0,1 1-1 0 0,-1-1 1 0 0,1 0-1 0 0,-1 1 1 0 0,1-1-1 0 0,0 0 1 0 0,0 0-1 0 0,0 0 1 0 0,0 0-1 0 0,0 0 0 0 0,0-1 1 0 0,4 3-1 0 0,28 32-63 0 0,-18-17 109 0 0,-13-10-36 0 0,-3-8-11 0 0,0-1-1 0 0,0 1 1 0 0,0-1-1 0 0,0 1 1 0 0,0 0 0 0 0,1-1-1 0 0,-1 1 1 0 0,0-1-1 0 0,0 1 1 0 0,0-1-1 0 0,1 1 1 0 0,-1-1 0 0 0,0 1-1 0 0,0-1 1 0 0,1 1-1 0 0,-1-1 1 0 0,0 0 0 0 0,1 1-1 0 0,-1-1 1 0 0,1 1-1 0 0,-1-1 1 0 0,1 0 0 0 0,-1 1-1 0 0,1-1 1 0 0,3 1-10 0 0,-4-1 8 0 0,1 0 0 0 0,0 0 1 0 0,0 0-1 0 0,0 0 0 0 0,0 0 0 0 0,-1 0 0 0 0,1 0 0 0 0,0 0 1 0 0,0 1-1 0 0,0-1 0 0 0,-1 0 0 0 0,1 1 0 0 0,0-1 0 0 0,0 0 0 0 0,-1 1 1 0 0,1-1-1 0 0,0 1 0 0 0,0-1 0 0 0,-1 1 0 0 0,1 0 0 0 0,-1-1 1 0 0,1 1-1 0 0,-1 0 0 0 0,1-1 0 0 0,-1 1 0 0 0,1 0 0 0 0,-1-1 0 0 0,1 1 1 0 0,-1 0-1 0 0,0 0 0 0 0,0 0 0 0 0,1-1 0 0 0,-1 1 0 0 0,0 0 0 0 0,0 0 1 0 0,0 1-1 0 0,1 0-3 0 0,-1 0 1 0 0,1 0-1 0 0,-1 0 0 0 0,1 1 1 0 0,0-1-1 0 0,0 0 1 0 0,0 0-1 0 0,0 0 0 0 0,0 0 1 0 0,0 0-1 0 0,1-1 1 0 0,-1 1-1 0 0,1 0 0 0 0,-1 0 1 0 0,1-1-1 0 0,-1 1 1 0 0,1-1-1 0 0,0 0 0 0 0,0 1 1 0 0,0-1-1 0 0,2 1 1 0 0,4 2 24 0 0,0 0 0 0 0,0 0 0 0 0,0-1 0 0 0,16 4 0 0 0,25 2 29 0 0,-39-9-33 0 0,-1 1-15 0 0,0 1-1 0 0,0-2 1 0 0,0 1-1 0 0,0-1 1 0 0,0-1 0 0 0,0 1-1 0 0,15-4 1 0 0,15-3 12 0 0,102 6 66 0 0,-67 1-19 0 0,269-7 358 0 0,-114-17 406 0 0,85-3-529 0 0,-314 27-296 0 0,30 0 65 0 0,-1-1 0 0 0,40-7 0 0 0,-41 5-60 0 0,1-4-45 0 0,21-4 26 0 0,-40-3 14 0 0,-8 14 0 0 0,17-7-3 0 0,-19 7 3 0 0,0-1 1 0 0,1 1-1 0 0,-1 0 0 0 0,0 0 1 0 0,1-1-1 0 0,-1 1 0 0 0,0 0 1 0 0,1 0-1 0 0,-1-1 0 0 0,0 1 1 0 0,0 0-1 0 0,1-1 0 0 0,-1 1 1 0 0,0-1-1 0 0,0 1 0 0 0,0 0 1 0 0,1-1-1 0 0,-1 1 0 0 0,0 0 1 0 0,0-1-1 0 0,0 1 0 0 0,0-1 1 0 0,0 1-1 0 0,0-1 0 0 0,0 1 1 0 0,0 0-1 0 0,0-1 0 0 0,0 1 1 0 0,0-1-1 0 0,0 1 0 0 0,0-1 1 0 0,0 1-1 0 0,0 0 0 0 0,-1-1 0 0 0,1 1 1 0 0,0 0-1 0 0,0-1 0 0 0,0 1 1 0 0,-1-1-1 0 0,1 1 0 0 0,0 0 1 0 0,0-1-1 0 0,-1 1 0 0 0,1 0 1 0 0,0 0-1 0 0,-1-1 0 0 0,1 1 1 0 0,0 0-1 0 0,-1 0 0 0 0,0-1 1 0 0,-5-5 17 0 0,4 5-16 0 0,1 0 0 0 0,-1 0 0 0 0,1 0 0 0 0,-1-1 0 0 0,1 1-1 0 0,0-1 1 0 0,0 1 0 0 0,0-1 0 0 0,0 1 0 0 0,0-1 0 0 0,0 0 0 0 0,0 1 0 0 0,0-1 0 0 0,1 0 0 0 0,-1 0 0 0 0,1 0 0 0 0,-1 0 0 0 0,1 1 0 0 0,0-1 0 0 0,0 0 0 0 0,-1 0 0 0 0,1 0-1 0 0,1 0 1 0 0,-1-3 0 0 0,0 4 0 0 0,0-1 0 0 0,0 1 0 0 0,0 0-1 0 0,0 0 1 0 0,-1-1 0 0 0,1 1 0 0 0,0 0 0 0 0,-1 0-1 0 0,1 0 1 0 0,-1 0 0 0 0,1 0 0 0 0,-1 0-1 0 0,0-1 1 0 0,1 1 0 0 0,-1 0 0 0 0,0 1 0 0 0,0-1-1 0 0,0 0 1 0 0,1 0 0 0 0,-1 0 0 0 0,0 0-1 0 0,0 1 1 0 0,0-1 0 0 0,-1 0 0 0 0,0 0 0 0 0,-6-4 18 0 0,3-8-7 0 0,5 13-12 0 0,-1-1-1 0 0,1 0 1 0 0,0 0-1 0 0,-1 1 1 0 0,1-1-1 0 0,-1 0 0 0 0,0 1 1 0 0,1-1-1 0 0,-1 0 1 0 0,1 1-1 0 0,-1-1 1 0 0,0 1-1 0 0,1-1 1 0 0,-1 1-1 0 0,0-1 0 0 0,0 1 1 0 0,0 0-1 0 0,1-1 1 0 0,-1 1-1 0 0,0 0 1 0 0,0 0-1 0 0,0-1 0 0 0,-1 1 1 0 0,-29-7 45 0 0,20 5-9 0 0,-48-13 92 0 0,19 4-118 0 0,-1 1-1 0 0,-66-5 0 0 0,-119-9 123 0 0,10-7-133 0 0,131 30 187 0 0,20 1-107 0 0,24 0-85 0 0,29 1 49 0 0,-1-1 0 0 0,1-1-1 0 0,0 0 1 0 0,-19-5-1 0 0,8 0-1 0 0,22 2-36 0 0,-41 2 120 0 0,-385 10 1008 0 0,418-8-601 0 0,-3 4-2840 0 0,4-2-361 0 0,28 3-4829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9:51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3522 0 0,'0'7'4655'0'0,"0"-5"-4631"0"0,0-1 0 0 0,0 0 1 0 0,0 0-1 0 0,0 0 1 0 0,0 0-1 0 0,1 1 0 0 0,-1-1 1 0 0,0 0-1 0 0,1 0 1 0 0,-1 0-1 0 0,1 0 0 0 0,-1 0 1 0 0,1 0-1 0 0,-1 0 1 0 0,1 0-1 0 0,0 0 0 0 0,-1 0 1 0 0,1 0-1 0 0,0 0 1 0 0,0 0-1 0 0,0-1 1 0 0,0 1-1 0 0,0 0 0 0 0,0-1 1 0 0,0 1-1 0 0,0 0 1 0 0,0-1-1 0 0,0 1 0 0 0,0-1 1 0 0,0 0-1 0 0,0 1 1 0 0,0-1-1 0 0,1 0 0 0 0,0 0 1 0 0,-1 0 41 0 0,-1 0 0 0 0,1-1 1 0 0,-1 1-1 0 0,1-1 0 0 0,-1 1 0 0 0,0-1 1 0 0,1 1-1 0 0,-1-1 0 0 0,1 1 1 0 0,-1-1-1 0 0,0 0 0 0 0,0 1 0 0 0,1-1 1 0 0,-1 1-1 0 0,0-1 0 0 0,0 0 1 0 0,0 1-1 0 0,1-1 0 0 0,-1 0 0 0 0,0 1 1 0 0,0-1-1 0 0,0 0 0 0 0,0 1 1 0 0,0-1-1 0 0,0 0 0 0 0,-1 1 0 0 0,1-1 1 0 0,0 0-1 0 0,0 0 0 0 0,-6-17 774 0 0,1 19-588 0 0,-15 6 1177 0 0,19-6-1318 0 0,1 0 1 0 0,-1 0-1 0 0,0 0 1 0 0,0 0-1 0 0,0 1 1 0 0,0-1-1 0 0,1 0 1 0 0,-1-1-1 0 0,0 1 1 0 0,-1 0-1 0 0,1 0 1 0 0,0 0-1 0 0,0-1 1 0 0,0 1-1 0 0,0 0 1 0 0,-1-1-1 0 0,1 1 1 0 0,0-1-1 0 0,-2 1 1 0 0,-5 3 179 0 0,1 0-141 0 0,-62 36 552 0 0,64-37-661 0 0,1-1-1 0 0,-1 0 0 0 0,1 0 0 0 0,-1 0 0 0 0,0-1 0 0 0,0 1 0 0 0,0-1 0 0 0,0-1 0 0 0,0 1 0 0 0,0-1 0 0 0,0 1 1 0 0,-7-2-1 0 0,27-5 453 0 0,-24 6-332 0 0,23 0-15 0 0,-4 6 67 0 0,5-3-98 0 0,0-1-1 0 0,1-1 0 0 0,-1-1 0 0 0,30-2 1 0 0,29 0 141 0 0,106 7 401 0 0,143 8 206 0 0,98-16 1314 0 0,-310-2-1699 0 0,111 6 309 0 0,142-5 748 0 0,608 23 131 0 0,-449 15-1452 0 0,-510-35-1791 0 0,-19-1 250 0 0,-36-5-3333 0 0,-109-19-10387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39:57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39 5442 0 0,'0'0'5416'0'0,"-5"0"-4442"0"0,-11 0-146 0 0,23 0-28 0 0,47 1-267 0 0,55 9-418 0 0,79 4 277 0 0,-188-14-364 0 0,2 1-6 0 0,-1-1 1 0 0,0 0-1 0 0,0 0 0 0 0,0 0 1 0 0,0 0-1 0 0,0 0 0 0 0,0 0 1 0 0,1 0-1 0 0,-1 0 1 0 0,0 0-1 0 0,0-1 0 0 0,0 1 1 0 0,0 0-1 0 0,0-1 1 0 0,0 1-1 0 0,0-1 0 0 0,0 1 1 0 0,0-1-1 0 0,0 1 0 0 0,0-1 1 0 0,1-1-1 0 0,-37-11 2940 0 0,23 9-2578 0 0,1 1 1 0 0,-1 0-1 0 0,0 0 1 0 0,0 1-1 0 0,-19-1 1 0 0,14 2-102 0 0,0-1 1 0 0,0-1-1 0 0,-18-5 1 0 0,20 4-127 0 0,1 1 0 0 0,-1 1-1 0 0,-27-1 1 0 0,37 3-210 0 0,0 1-134 0 0,4-1 157 0 0,0 1-1 0 0,-1-1 1 0 0,1 1 0 0 0,0-1-1 0 0,0 1 1 0 0,0 0 0 0 0,-1 0-1 0 0,1-1 1 0 0,0 1 0 0 0,0 0-1 0 0,0 0 1 0 0,0 0 0 0 0,0 0-1 0 0,0 0 1 0 0,1 0 0 0 0,-1 0-1 0 0,0 0 1 0 0,0 1-1 0 0,1-1 1 0 0,-1 0 0 0 0,1 0-1 0 0,-1 1 1 0 0,1-1 0 0 0,-1 2-1 0 0,-1 33-421 0 0,2-26 729 0 0,0-11-597 0 0,10 2-80 0 0,247 23 400 0 0,-253-24 17 0 0,0 1 0 0 0,0 0 0 0 0,-1 0 0 0 0,1 0 0 0 0,0 0-1 0 0,0 1 1 0 0,-1-1 0 0 0,1 1 0 0 0,-1 0 0 0 0,1 0 0 0 0,3 3 0 0 0,-7-5-7 0 0,1 1 0 0 0,-1-1 0 0 0,0 0 1 0 0,1 1-1 0 0,-1-1 0 0 0,0 0 0 0 0,0 1 0 0 0,1-1 0 0 0,-1 1 1 0 0,0-1-1 0 0,0 0 0 0 0,1 1 0 0 0,-1-1 0 0 0,0 1 0 0 0,0-1 0 0 0,0 1 1 0 0,0-1-1 0 0,0 1 0 0 0,0-1 0 0 0,0 1 0 0 0,0-1 0 0 0,0 0 0 0 0,0 1 1 0 0,0-1-1 0 0,0 1 0 0 0,0-1 0 0 0,0 1 0 0 0,0-1 0 0 0,-1 2 1 0 0,0-1 16 0 0,0 0 1 0 0,0 0-1 0 0,0 0 1 0 0,0 0-1 0 0,0 0 1 0 0,-1-1-1 0 0,1 1 1 0 0,0 0-1 0 0,-1 0 1 0 0,1-1-1 0 0,0 1 1 0 0,-1-1-1 0 0,1 1 1 0 0,-3-1-1 0 0,-52 12 324 0 0,-1-2 0 0 0,0-3 1 0 0,-65 0-1 0 0,42-3-542 0 0,60-3-299 0 0,1 1 0 0 0,0 1 0 0 0,-19 5-1 0 0,13 5-3134 0 0,25-13 3535 0 0,-1 1 0 0 0,1-1 0 0 0,0 0 0 0 0,0 1 0 0 0,0-1 0 0 0,0 0 0 0 0,0 1 0 0 0,0-1 0 0 0,0 0 0 0 0,-1 1 0 0 0,1-1 0 0 0,0 0 0 0 0,0 1 0 0 0,0-1 0 0 0,0 0 0 0 0,0 1 0 0 0,1-1 0 0 0,-1 0 0 0 0,0 1 0 0 0,0-1 0 0 0,0 0 0 0 0,0 1 0 0 0,0-1 0 0 0,0 0 0 0 0,0 0 0 0 0,1 1 0 0 0,-1-1 0 0 0,0 0 0 0 0,0 1 0 0 0,0-1 0 0 0,1 0 0 0 0,-1 0 0 0 0,0 0 0 0 0,0 1 0 0 0,1-1 0 0 0,-1 0 0 0 0,0 0 0 0 0,1 0 0 0 0,-1 1 0 0 0,6 1-701 0 0,-1 1 0 0 0,1-1 0 0 0,-1 0 0 0 0,1 0 0 0 0,0-1 0 0 0,0 0 0 0 0,6 1 0 0 0,99 6-5905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0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50 2881 0 0,'0'-1'90'0'0,"0"1"0"0"0,0-1-1 0 0,0 1 1 0 0,0-1-1 0 0,1 1 1 0 0,-1-1 0 0 0,0 1-1 0 0,-1-1 1 0 0,1 1-1 0 0,0-1 1 0 0,0 1 0 0 0,0-1-1 0 0,0 1 1 0 0,0-1-1 0 0,0 1 1 0 0,-1-1 0 0 0,1 1-1 0 0,0 0 1 0 0,0-1-1 0 0,0 1 1 0 0,-1-1 0 0 0,1 1-1 0 0,0 0 1 0 0,-1-1-1 0 0,1 1 1 0 0,0 0 0 0 0,-1-1-1 0 0,1 1 1 0 0,-1 0 0 0 0,1-1-1 0 0,0 1 1 0 0,-1 0-1 0 0,1 0 1 0 0,-1 0 0 0 0,1-1-1 0 0,-1 1 1 0 0,1 0-1 0 0,-1 0 1 0 0,1 0 0 0 0,-1 0-1 0 0,1 0 1 0 0,-1 0-1 0 0,1 0 1 0 0,-1 0 0 0 0,1 0-1 0 0,-1 0 1 0 0,0 0-1 0 0,-15-5 1773 0 0,11-1-1608 0 0,-12 3 142 0 0,34 5-5 0 0,-12-2-71 0 0,-35-6 400 0 0,29 5-709 0 0,1 1 1 0 0,0 0-1 0 0,0-1 1 0 0,0 1-1 0 0,0 0 0 0 0,-1-1 1 0 0,1 1-1 0 0,0 0 1 0 0,0-1-1 0 0,0 1 0 0 0,0-1 1 0 0,0 1-1 0 0,0 0 1 0 0,0-1-1 0 0,0 1 0 0 0,0 0 1 0 0,0-1-1 0 0,0 1 0 0 0,1-1 1 0 0,-1 1-1 0 0,0 0 1 0 0,0-1-1 0 0,0 1 0 0 0,0 0 1 0 0,1-1-1 0 0,-1 1 1 0 0,0 0-1 0 0,0-1 0 0 0,0 1 1 0 0,1 0-1 0 0,-1-1 0 0 0,0 1 1 0 0,1 0-1 0 0,-1 0 1 0 0,0-1-1 0 0,1 1 0 0 0,-1 0 1 0 0,0 0-1 0 0,1 0 1 0 0,0-1-1 0 0,13 0 93 0 0,-17 0 44 0 0,-1 1-47 0 0,17 4-134 0 0,-13-4 31 0 0,0 0 0 0 0,1 0 0 0 0,-1 0-1 0 0,0 0 1 0 0,1 1 0 0 0,-1-1 0 0 0,0 0 0 0 0,1 0-1 0 0,-1 0 1 0 0,0 1 0 0 0,0-1 0 0 0,1 0 0 0 0,-1 1-1 0 0,0-1 1 0 0,0 0 0 0 0,1 0 0 0 0,-1 1 0 0 0,0-1-1 0 0,0 0 1 0 0,0 1 0 0 0,0-1 0 0 0,0 1 0 0 0,1-1 0 0 0,-1 0-1 0 0,0 1 1 0 0,0-1 0 0 0,0 0 0 0 0,0 1 0 0 0,0-1-1 0 0,0 0 1 0 0,0 1 0 0 0,0-1 0 0 0,0 1 0 0 0,-1-1-1 0 0,1 0 1 0 0,0 1 0 0 0,0-1 0 0 0,0 1 0 0 0,0-1 0 0 0,-1 1 0 0 0,1-1 0 0 0,0 1 0 0 0,0-1 0 0 0,0 1 0 0 0,0-1 0 0 0,0 1 0 0 0,0-1 0 0 0,0 1 0 0 0,0-1 0 0 0,0 0 0 0 0,0 1 0 0 0,1-1 0 0 0,-1 1 0 0 0,0-1 0 0 0,0 1 0 0 0,0-1 0 0 0,0 1 0 0 0,1-1 0 0 0,-1 0 0 0 0,0 1 0 0 0,0-1 0 0 0,1 1 0 0 0,-1-1 0 0 0,0 0 0 0 0,1 1 0 0 0,-1-1 0 0 0,1 0 0 0 0,-1 0 0 0 0,1 1 0 0 0,1 0 2 0 0,9 6 15 0 0,-20 1 45 0 0,5-6-41 0 0,3-1-14 0 0,1-1 1 0 0,-1 0-1 0 0,1 1 0 0 0,-1-1 1 0 0,1 1-1 0 0,-1-1 1 0 0,1 1-1 0 0,0 0 1 0 0,-1-1-1 0 0,1 1 0 0 0,0-1 1 0 0,-1 1-1 0 0,1 0 1 0 0,0-1-1 0 0,0 1 0 0 0,0 0 1 0 0,-1-1-1 0 0,1 1 1 0 0,0 0-1 0 0,0-1 1 0 0,0 1-1 0 0,0 0 0 0 0,0-1 1 0 0,0 1-1 0 0,0 0 1 0 0,1-1-1 0 0,-1 1 0 0 0,0 0 1 0 0,0-1-1 0 0,1 2 1 0 0,-1-2-2 0 0,0 1 0 0 0,1 0 0 0 0,-1-1 0 0 0,0 1 0 0 0,0 0 0 0 0,0-1 0 0 0,0 1 0 0 0,0 0 0 0 0,0-1 0 0 0,0 1 0 0 0,0 0 0 0 0,0-1 0 0 0,0 1 0 0 0,0 0 0 0 0,0-1 0 0 0,0 1 1 0 0,0 0-1 0 0,-1-1 0 0 0,1 1 0 0 0,0-1 0 0 0,-1 1 0 0 0,1 0 0 0 0,0-1 0 0 0,-1 1 0 0 0,1-1 0 0 0,0 1 0 0 0,-1-1 0 0 0,1 1 0 0 0,-1-1 0 0 0,0 1 0 0 0,-13 5 14 0 0,14-6-19 0 0,-1 1-1 0 0,1-1 0 0 0,-1 0 0 0 0,1 0 0 0 0,0 1 0 0 0,-1-1 1 0 0,1 0-1 0 0,-1 0 0 0 0,1 1 0 0 0,-1-1 0 0 0,1 1 0 0 0,0-1 1 0 0,-1 0-1 0 0,1 1 0 0 0,0-1 0 0 0,0 1 0 0 0,-1-1 0 0 0,1 1 1 0 0,0-1-1 0 0,0 1 0 0 0,0-1 0 0 0,-1 1 0 0 0,1-1 0 0 0,0 1 1 0 0,0-1-1 0 0,0 1 0 0 0,0-1 0 0 0,0 1 0 0 0,0-1 0 0 0,0 1 1 0 0,0-1-1 0 0,0 1 0 0 0,0-1 0 0 0,0 1 0 0 0,1-1 0 0 0,-1 1 1 0 0,0-1-1 0 0,1 2 0 0 0,2 3-16 0 0,0 0-1 0 0,0 1 1 0 0,0-1 0 0 0,-1 1 0 0 0,1 0 0 0 0,-1-1 0 0 0,-1 1-1 0 0,1 0 1 0 0,-1 0 0 0 0,1 9 0 0 0,3-15-49 0 0,115 0-146 0 0,-99-2 199 0 0,-17-1 14 0 0,-3 3 4 0 0,0 0-1 0 0,0 0 0 0 0,0 0 1 0 0,0 0-1 0 0,0-1 1 0 0,0 1-1 0 0,0-1 0 0 0,0 1 1 0 0,1 0-1 0 0,-2-1 1 0 0,1 0-1 0 0,0 1 0 0 0,0-1 1 0 0,0 0-1 0 0,0 1 1 0 0,0-1-1 0 0,0 0 0 0 0,-1 0 1 0 0,1 0-1 0 0,0 1 0 0 0,-1-1 1 0 0,1 0-1 0 0,0-2 1 0 0,2-33 535 0 0,-3 21-253 0 0,-4-27 648 0 0,4 41-908 0 0,-1 0-1 0 0,1-1 1 0 0,0 1 0 0 0,-1 0 0 0 0,1 0 0 0 0,-1 0-1 0 0,1 0 1 0 0,-1 0 0 0 0,1 0 0 0 0,-1-1 0 0 0,0 2-1 0 0,1-1 1 0 0,-1 0 0 0 0,0 0 0 0 0,0 0 0 0 0,0 0-1 0 0,0 0 1 0 0,0 1 0 0 0,0-1 0 0 0,0 0 0 0 0,0 1-1 0 0,0-1 1 0 0,0 1 0 0 0,0-1 0 0 0,0 1 0 0 0,0-1-1 0 0,-1 1 1 0 0,1 0 0 0 0,-2-1 0 0 0,28 15 281 0 0,-10 30 26 0 0,-4-13-235 0 0,-3-13 14 0 0,-1 1 0 0 0,-1 0-1 0 0,-1 1 1 0 0,0-1 0 0 0,-2 1 0 0 0,2 39 0 0 0,-5 0 21 0 0,0-58-222 0 0,0 0 0 0 0,0 1 1 0 0,0-1-1 0 0,0 0 0 0 0,0 0 0 0 0,0 0 1 0 0,0 0-1 0 0,0 0 0 0 0,0 0 0 0 0,0 0 1 0 0,0 0-1 0 0,1 0 0 0 0,-1 0 0 0 0,1 0 1 0 0,-1 0-1 0 0,1 0 0 0 0,-1 0 0 0 0,1 0 0 0 0,-1 0 1 0 0,1 0-1 0 0,0 0 0 0 0,-1-1 0 0 0,1 1 1 0 0,0 0-1 0 0,0 0 0 0 0,0-1 0 0 0,-1 1 1 0 0,1 0-1 0 0,0-1 0 0 0,0 1 0 0 0,0-1 1 0 0,0 0-1 0 0,1 1 0 0 0,2-1-384 0 0,0 0 0 0 0,-1 0 0 0 0,1 0 1 0 0,0-1-1 0 0,-1 1 0 0 0,1-1 0 0 0,6-2 0 0 0,-2 1-303 0 0,52-20-4880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1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95 2481 0 0,'5'-3'405'0'0,"-3"3"-241"0"0,-1-1-1 0 0,1 1 0 0 0,-1-1 1 0 0,0 0-1 0 0,1 0 0 0 0,-1 1 1 0 0,0-1-1 0 0,0 0 0 0 0,1 0 1 0 0,-1 0-1 0 0,0 0 0 0 0,0 0 1 0 0,0-1-1 0 0,0 1 0 0 0,0 0 1 0 0,0 0-1 0 0,-1-1 1 0 0,1 1-1 0 0,0-1 0 0 0,-1 1 1 0 0,1 0-1 0 0,-1-1 0 0 0,1 1 1 0 0,-1-1-1 0 0,0 1 0 0 0,1-4 1 0 0,-1 5 329 0 0,-6-2-279 0 0,-19-4 666 0 0,25-7-13 0 0,0 8-867 0 0,0 4 174 0 0,0 2-94 0 0,0 4 0 0 0,0-4 0 0 0,5 0-14 0 0,15 3-39 0 0,-20-4-5 0 0,0 0-1 0 0,0 0 0 0 0,0 0 1 0 0,0 0-1 0 0,0-1 1 0 0,0 1-1 0 0,0 0 1 0 0,0 0-1 0 0,-1 0 1 0 0,1 0-1 0 0,0 0 1 0 0,0-1-1 0 0,0 1 1 0 0,0 0-1 0 0,0 0 1 0 0,0 0-1 0 0,0 0 1 0 0,0-1-1 0 0,0 1 0 0 0,0 0 1 0 0,0 0-1 0 0,0 0 1 0 0,0 0-1 0 0,0-1 1 0 0,0 1-1 0 0,0 0 1 0 0,0 0-1 0 0,0 0 1 0 0,0 0-1 0 0,0-1 1 0 0,0 1-1 0 0,1 0 1 0 0,-1 0-1 0 0,0 0 1 0 0,0 0-1 0 0,0 0 1 0 0,0-1-1 0 0,0 1 0 0 0,0 0 1 0 0,0 0-1 0 0,-33-9 1079 0 0,7 2-321 0 0,-1 0 0 0 0,0 2 0 0 0,-55-4 0 0 0,77 9-939 0 0,0 2-67 0 0,-50 28-27 0 0,52-29 252 0 0,1-1 3 0 0,1 0 0 0 0,-1 1 0 0 0,1-1 0 0 0,-1 0-1 0 0,0 1 1 0 0,1-1 0 0 0,0 1 0 0 0,-1 0 0 0 0,1 0-1 0 0,-1-1 1 0 0,1 1 0 0 0,0 0 0 0 0,-1 0 0 0 0,1 0-1 0 0,0 0 1 0 0,0 1 0 0 0,0-1 0 0 0,-1 2 0 0 0,2-2 52 0 0,5-1-266 0 0,25 1 172 0 0,0 1 0 0 0,0 2 1 0 0,0 1-1 0 0,54 16 1 0 0,-73-18 42 0 0,0 1 0 0 0,0-1 0 0 0,0 2 0 0 0,-1 0 0 0 0,1 0 0 0 0,-1 1 0 0 0,-1 0-1 0 0,1 0 1 0 0,-1 1 0 0 0,0 1 0 0 0,-1-1 0 0 0,0 1 0 0 0,0 1 0 0 0,8 10 0 0 0,-15-15 1 0 0,0-1 0 0 0,0 0-1 0 0,0 1 1 0 0,0-1 0 0 0,0 1-1 0 0,-1-1 1 0 0,0 1 0 0 0,0-1-1 0 0,0 1 1 0 0,0-1 0 0 0,0 0-1 0 0,-1 1 1 0 0,1-1 0 0 0,-1 1-1 0 0,0-1 1 0 0,0 0 0 0 0,-1 1-1 0 0,1-1 1 0 0,-1 0 0 0 0,1 0-1 0 0,-1 0 1 0 0,0 0 0 0 0,0 0-1 0 0,-3 3 1 0 0,-9 15 89 0 0,-1 0-1 0 0,-1-2 1 0 0,0 0 0 0 0,-27 23 0 0 0,35-34 4 0 0,-1-1 1 0 0,1-1 0 0 0,-2 0 0 0 0,1 0 0 0 0,-1 0 0 0 0,0-1-1 0 0,0-1 1 0 0,0 0 0 0 0,0 0 0 0 0,-1-1 0 0 0,0 0-1 0 0,0-1 1 0 0,-19 2 0 0 0,-5-6-334 0 0,-1 0 1 0 0,1-2-1 0 0,-60-16 0 0 0,82 17-238 0 0,-21-8-1801 0 0,32 2 279 0 0,16-2-1032 0 0,16-12-2120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3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3041 0 0,'0'0'2135'0'0,"5"0"-855"0"0,16 0-666 0 0,-16 0-81 0 0,-5 25-39 0 0,0-24-483 0 0,0 1-1 0 0,0-1 1 0 0,0 0 0 0 0,0 0-1 0 0,0 1 1 0 0,1-1 0 0 0,-1 0-1 0 0,0 0 1 0 0,1 0 0 0 0,-1 1-1 0 0,1-1 1 0 0,0 0 0 0 0,-1 0 0 0 0,1 0-1 0 0,0 0 1 0 0,0 0 0 0 0,0 0-1 0 0,-1 0 1 0 0,1 0 0 0 0,0-1-1 0 0,0 1 1 0 0,0 0 0 0 0,0 0-1 0 0,1-1 1 0 0,-1 1 0 0 0,2 0-1 0 0,3 2-4 0 0,-6-2-5 0 0,1-1 0 0 0,-1 0 1 0 0,0 0-1 0 0,1 0 1 0 0,-1 1-1 0 0,0-1 0 0 0,1 0 1 0 0,-1 1-1 0 0,0-1 1 0 0,1 0-1 0 0,-1 1 1 0 0,0-1-1 0 0,0 0 0 0 0,1 1 1 0 0,-1-1-1 0 0,0 0 1 0 0,0 1-1 0 0,0-1 1 0 0,0 1-1 0 0,1-1 0 0 0,-1 1 1 0 0,0-1-1 0 0,0 0 1 0 0,0 1-1 0 0,0-1 0 0 0,0 1 1 0 0,0-1-1 0 0,0 1 1 0 0,0-1-1 0 0,0 0 1 0 0,0 1-1 0 0,0-1 0 0 0,-1 1 1 0 0,1-1-1 0 0,0 1 1 0 0,0-1-1 0 0,-1 1 2 0 0,1-1 0 0 0,0 0 0 0 0,0 1 0 0 0,0-1 1 0 0,0 1-1 0 0,0-1 0 0 0,0 0 0 0 0,0 1 0 0 0,0-1 0 0 0,0 1 0 0 0,0-1 0 0 0,0 0 0 0 0,0 1 0 0 0,0-1 1 0 0,0 1-1 0 0,0-1 0 0 0,0 0 0 0 0,0 1 0 0 0,0-1 0 0 0,0 1 0 0 0,0-1 0 0 0,1 0 0 0 0,-1 1 0 0 0,0-1 1 0 0,0 0-1 0 0,1 1 0 0 0,-1-1 0 0 0,0 0 0 0 0,0 1 0 0 0,1-1 0 0 0,-1 0 0 0 0,0 0 0 0 0,1 1 0 0 0,-1-1 1 0 0,0 0-1 0 0,1 0 0 0 0,-1 0 0 0 0,1 1 0 0 0,84 62 424 0 0,-81-60-391 0 0,0-1 1 0 0,0 1-1 0 0,-1 0 0 0 0,0 0 1 0 0,1 0-1 0 0,-1 1 0 0 0,0-1 1 0 0,3 6-1 0 0,21 20 157 0 0,-3-12-114 0 0,-14-11-20 0 0,-1 1-1 0 0,1 0 0 0 0,-1 0 1 0 0,-1 1-1 0 0,1 0 0 0 0,-2 1 0 0 0,1 0 1 0 0,-1 0-1 0 0,0 0 0 0 0,5 12 0 0 0,-1-1 53 0 0,0 1-1 0 0,1-2 1 0 0,1 1-1 0 0,1-2 1 0 0,1 0 0 0 0,25 25-1 0 0,-37-41-270 0 0,1 1 0 0 0,0 0 0 0 0,-1-1 0 0 0,1 0 0 0 0,0 0 0 0 0,0 0 0 0 0,0-1-1 0 0,0 1 1 0 0,0-1 0 0 0,0 0 0 0 0,0 0 0 0 0,1 0 0 0 0,-1-1 0 0 0,0 1 0 0 0,1-1 0 0 0,7-1 0 0 0,-53-5-4282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0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1375 18 160 0 0,'25'-13'2766'0'0,"-20"8"3606"0"0,-6 6-6338 0 0,0 0 0 0 0,-1 0 0 0 0,1 0 0 0 0,0 0 1 0 0,-1-1-1 0 0,1 1 0 0 0,-1-1 0 0 0,1 1 0 0 0,-1-1 0 0 0,1 0 1 0 0,-1 1-1 0 0,1-1 0 0 0,-1 0 0 0 0,0 0 0 0 0,1 0 0 0 0,-1 0 1 0 0,-2-1-1 0 0,-42 1 558 0 0,37 0-532 0 0,-318 13 3448 0 0,303-11-3192 0 0,1 2 0 0 0,-1 0 0 0 0,1 2 1 0 0,0 1-1 0 0,-43 18 0 0 0,13 2-239 0 0,-52 35-1 0 0,80-46 35 0 0,-147 104 63 0 0,77-36 92 0 0,91-81-263 0 0,1 0 0 0 0,0 0-1 0 0,0 0 1 0 0,0 1 0 0 0,1-1-1 0 0,-1 1 1 0 0,1 0 0 0 0,0-1-1 0 0,-1 1 1 0 0,2 0 0 0 0,-3 6-1 0 0,2-5 9 0 0,0 0 0 0 0,0-1 0 0 0,-1 1 0 0 0,1 0 0 0 0,-1-1 0 0 0,-1 1 0 0 0,-6 6 0 0 0,-12 10 11 0 0,8-8-79 0 0,0-1 0 0 0,1 1 0 0 0,1 1 0 0 0,0 1 0 0 0,-16 25 0 0 0,-1 5 119 0 0,25-40-65 0 0,0 0 0 0 0,0 1 1 0 0,1-1-1 0 0,-1 1 0 0 0,1 0 1 0 0,1-1-1 0 0,-1 1 0 0 0,1 1 1 0 0,0-1-1 0 0,0 0 0 0 0,1 0 1 0 0,-2 8-1 0 0,3-12 0 0 0,0 0 0 0 0,0-1 0 0 0,0 1 0 0 0,-1 0 0 0 0,1 0 0 0 0,-1 0 0 0 0,1 0-1 0 0,-1-1 1 0 0,0 1 0 0 0,1 0 0 0 0,-1 0 0 0 0,0-1 0 0 0,0 1 0 0 0,0-1 0 0 0,-1 1 0 0 0,1-1 0 0 0,-2 3 0 0 0,-8 9-9 0 0,0 15 30 0 0,9-23-16 0 0,0 0 1 0 0,0 0-1 0 0,-1 0 1 0 0,1 0-1 0 0,-1-1 1 0 0,0 1-1 0 0,0-1 1 0 0,-6 7-1 0 0,1-4-22 0 0,7-7 24 0 0,0 1-1 0 0,-1 0 1 0 0,1 0-1 0 0,0 0 1 0 0,0 1-1 0 0,0-1 1 0 0,0 0-1 0 0,0 0 1 0 0,0 1-1 0 0,0-1 1 0 0,0 0-1 0 0,1 1 1 0 0,-1-1-1 0 0,0 1 1 0 0,1-1-1 0 0,-1 1 1 0 0,1-1-1 0 0,-1 1 1 0 0,1-1-1 0 0,0 3 1 0 0,0-3-8 0 0,0 1 1 0 0,0-1-1 0 0,0 0 1 0 0,0 0-1 0 0,-1 1 1 0 0,1-1 0 0 0,0 0-1 0 0,-1 0 1 0 0,1 0-1 0 0,0 1 1 0 0,-1-1-1 0 0,0 0 1 0 0,1 0 0 0 0,-1 0-1 0 0,0 0 1 0 0,1 0-1 0 0,-1 0 1 0 0,0 0-1 0 0,0 0 1 0 0,0 0 0 0 0,-1 1-1 0 0,1-2 3 0 0,0 1-1 0 0,1-1 1 0 0,-1 1-1 0 0,1-1 1 0 0,-1 1-1 0 0,1-1 1 0 0,-1 1-1 0 0,1-1 1 0 0,-1 1-1 0 0,1-1 1 0 0,0 1-1 0 0,-1 0 1 0 0,1-1-1 0 0,0 1 1 0 0,0 0-1 0 0,-1-1 1 0 0,1 1-1 0 0,0 0 1 0 0,0 0-1 0 0,0 0 1 0 0,10 27-53 0 0,-25 13-159 0 0,14-36 200 0 0,0 0 1 0 0,0 0-1 0 0,1 1 1 0 0,0-1-1 0 0,0 0 0 0 0,0 0 1 0 0,1 0-1 0 0,0 0 1 0 0,0 0-1 0 0,0 0 0 0 0,1 0 1 0 0,-1 0-1 0 0,1 0 1 0 0,0-1-1 0 0,0 1 0 0 0,1-1 1 0 0,4 7-1 0 0,-6-9 13 0 0,-1 0-1 0 0,1 0 1 0 0,0 0-1 0 0,-1 0 1 0 0,1 0 0 0 0,-1 0-1 0 0,0 0 1 0 0,1 0-1 0 0,-1 0 1 0 0,0 0-1 0 0,-1 3 1 0 0,1-4-3 0 0,0 1 0 0 0,0-1 0 0 0,0 0 0 0 0,0 1 1 0 0,0-1-1 0 0,0 1 0 0 0,0-1 0 0 0,1 0 0 0 0,-1 1 1 0 0,0-1-1 0 0,1 0 0 0 0,-1 1 0 0 0,1-1 0 0 0,-1 0 1 0 0,1 0-1 0 0,1 2 0 0 0,4 0 13 0 0,-5-2-8 0 0,0-1 0 0 0,0 1 0 0 0,0-1 0 0 0,0 1 0 0 0,0-1 0 0 0,0 1 0 0 0,1-1 0 0 0,-2 1 0 0 0,1 0 0 0 0,0 0 1 0 0,0 0-1 0 0,0 0 0 0 0,0-1 0 0 0,0 1 0 0 0,-1 0 0 0 0,1 0 0 0 0,0 0 0 0 0,-1 1 0 0 0,1-1 0 0 0,0 1 0 0 0,0 1 2 0 0,1-1-1 0 0,-1 0 1 0 0,1 1-1 0 0,-1-1 1 0 0,1 0-1 0 0,0 0 1 0 0,0-1-1 0 0,0 1 1 0 0,0 0-1 0 0,0-1 1 0 0,0 1-1 0 0,0-1 1 0 0,0 1-1 0 0,1-1 1 0 0,-1 0-1 0 0,1 0 1 0 0,2 1-1 0 0,12 8 1 0 0,-11-7-17 0 0,0 1 0 0 0,0-1 0 0 0,0 0-1 0 0,0-1 1 0 0,0 0 0 0 0,1 1 0 0 0,-1-2 0 0 0,0 1 0 0 0,1-1 0 0 0,0 0 0 0 0,-1 0-1 0 0,1-1 1 0 0,0 0 0 0 0,8-1 0 0 0,42 5 90 0 0,-16 5 8 0 0,-2 2-1 0 0,42 17 1 0 0,-40-14-46 0 0,26 12 15 0 0,-45-17-1 0 0,0 0 1 0 0,1-2-1 0 0,0 0 0 0 0,0-1 1 0 0,0-2-1 0 0,1 0 0 0 0,24 0 1 0 0,340 9 733 0 0,-315-9-413 0 0,1-4 1 0 0,98-11 0 0 0,21-2 115 0 0,-77 11-406 0 0,155-7 245 0 0,-223 6-230 0 0,13 0 165 0 0,96-17 0 0 0,-101 8-116 0 0,74-21 198 0 0,38-2 1 0 0,-74 18-227 0 0,-79 12-113 0 0,1 0 0 0 0,-1-1 0 0 0,0-1 0 0 0,0 0 0 0 0,-1-1 0 0 0,18-14 1 0 0,-8 7 8 0 0,36-28-1 0 0,-45 32-15 0 0,0 0-1 0 0,0 1 1 0 0,1 0 0 0 0,18-7 0 0 0,-32 16 3 0 0,1 0 0 0 0,-1 0-1 0 0,1 0 1 0 0,-1 0 0 0 0,1 0 0 0 0,-1-1 0 0 0,0 0 0 0 0,1 1 0 0 0,-1-1 0 0 0,0 0 0 0 0,0 0 0 0 0,0 0 0 0 0,-1 0 0 0 0,1 0 0 0 0,0-1 0 0 0,-1 1 0 0 0,1 0-1 0 0,-1-1 1 0 0,0 1 0 0 0,0-1 0 0 0,0 1 0 0 0,0-1 0 0 0,0 0 0 0 0,-1 0 0 0 0,1-5 0 0 0,-1-2 86 0 0,-1 0 0 0 0,-1-1-1 0 0,1 1 1 0 0,-2 0 0 0 0,-6-19 0 0 0,5 13 62 0 0,1 8-121 0 0,0 0 1 0 0,-1 0-1 0 0,0 0 0 0 0,0 1 1 0 0,-1-1-1 0 0,0 1 1 0 0,0 0-1 0 0,0 1 0 0 0,-1-1 1 0 0,-9-7-1 0 0,-5-3 1 0 0,-1 1 0 0 0,-25-15 0 0 0,5 7 24 0 0,-1 2 0 0 0,-84-32 0 0 0,34 18-20 0 0,-303-106 99 0 0,206 79-95 0 0,95 33 111 0 0,-2 3 0 0 0,-1 5 0 0 0,0 4 0 0 0,-155-8-1 0 0,-15 26-3019 0 0,81 12-3693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152 101 480 0 0,'0'-1'92'0'0,"0"0"-1"0"0,-1 1 0 0 0,1-1 1 0 0,0 0-1 0 0,0 1 1 0 0,0-1-1 0 0,-1 0 0 0 0,1 1 1 0 0,0-1-1 0 0,-1 0 1 0 0,1 1-1 0 0,-1-1 0 0 0,1 1 1 0 0,0-1-1 0 0,-1 1 1 0 0,1-1-1 0 0,-1 1 0 0 0,0-1 1 0 0,1 1-1 0 0,-1 0 0 0 0,1-1 1 0 0,-1 1-1 0 0,0 0 1 0 0,1-1-1 0 0,-1 1 0 0 0,0 0 1 0 0,1 0-1 0 0,-1-1 1 0 0,0 1-1 0 0,1 0 0 0 0,-1 0 1 0 0,0 0-1 0 0,1 0 1 0 0,-1 0-1 0 0,0 0 0 0 0,0 0 1 0 0,1 0-1 0 0,-1 1 1 0 0,0-1-1 0 0,0 0 0 0 0,-2 0 164 0 0,-63-5 2293 0 0,66 7-1831 0 0,0-2-682 0 0,0 0 0 0 0,1 1-1 0 0,-1-1 1 0 0,0 0 0 0 0,0 1 0 0 0,0-1 0 0 0,0 0-1 0 0,0 1 1 0 0,0-1 0 0 0,0 0 0 0 0,0 1-1 0 0,0-1 1 0 0,0 0 0 0 0,0 1 0 0 0,0-1-1 0 0,0 0 1 0 0,0 1 0 0 0,-1-1 0 0 0,1 0-1 0 0,0 0 1 0 0,0 1 0 0 0,0-1 0 0 0,0 0-1 0 0,0 1 1 0 0,-1-1 0 0 0,1 0 0 0 0,0 0-1 0 0,0 0 1 0 0,-1 1 0 0 0,1-1 0 0 0,0 0-1 0 0,0 0 1 0 0,-1 0 0 0 0,1 1 0 0 0,0-1-1 0 0,0 0 1 0 0,-1 0 0 0 0,1 0 0 0 0,-1 0 0 0 0,-24 7 445 0 0,0-1 147 0 0,20-6-240 0 0,10 0-201 0 0,15 0 54 0 0,-20 0-222 0 0,0 0-1 0 0,-1 0 0 0 0,1 0 0 0 0,0 0 1 0 0,0 0-1 0 0,-1 0 0 0 0,1 0 0 0 0,0 0 1 0 0,0 0-1 0 0,0 0 0 0 0,-1 1 0 0 0,1-1 0 0 0,0 0 1 0 0,0 0-1 0 0,0 0 0 0 0,0 0 0 0 0,-1 1 1 0 0,1-1-1 0 0,0 0 0 0 0,0 0 0 0 0,0 0 1 0 0,0 1-1 0 0,0-1 0 0 0,0 0 0 0 0,0 0 1 0 0,0 0-1 0 0,-1 1 0 0 0,1-1 0 0 0,0 0 1 0 0,0 0-1 0 0,0 1 0 0 0,0-1 0 0 0,0 0 1 0 0,0 0-1 0 0,0 0 0 0 0,0 1 0 0 0,0-1 0 0 0,1 0 1 0 0,-1 0-1 0 0,0 1 0 0 0,0-1 0 0 0,0 0 1 0 0,0 0-1 0 0,0 0 0 0 0,0 1 0 0 0,0-1 1 0 0,0 0-1 0 0,1 0 0 0 0,-1 0 0 0 0,0 1 1 0 0,0-1-1 0 0,0 0 0 0 0,0 0 0 0 0,1 0 1 0 0,-1 0-1 0 0,0 0 0 0 0,0 1 0 0 0,0-1 0 0 0,1 0 1 0 0,-1 0-1 0 0,0 0 0 0 0,0 0 0 0 0,0 0 1 0 0,1 0-1 0 0,-21-4 130 0 0,15 3-1 0 0,5 23 318 0 0,0-15-185 0 0,0-12-155 0 0,0 5-124 0 0,0-1-1 0 0,0 0 0 0 0,1 1 0 0 0,-1-1 0 0 0,0 0 0 0 0,0 1 1 0 0,1-1-1 0 0,-1 0 0 0 0,1 1 0 0 0,-1-1 0 0 0,0 1 0 0 0,1-1 1 0 0,-1 1-1 0 0,1-1 0 0 0,-1 1 0 0 0,1-1 0 0 0,-1 1 0 0 0,1 0 0 0 0,0-1 1 0 0,-1 1-1 0 0,1 0 0 0 0,0-1 0 0 0,-1 1 0 0 0,1 0 0 0 0,0-1 1 0 0,0 1-2 0 0,0 0 1 0 0,0-1 0 0 0,0 1 0 0 0,0-1 0 0 0,0 1 0 0 0,0-1 0 0 0,0 1 0 0 0,0-1-1 0 0,0 0 1 0 0,-1 1 0 0 0,1-1 0 0 0,0 0 0 0 0,0 0 0 0 0,-1 1 0 0 0,1-1 0 0 0,-1 0-1 0 0,1 0 1 0 0,-1 0 0 0 0,1 0 0 0 0,-1 0 0 0 0,1 0 0 0 0,-1 0 0 0 0,0 0 0 0 0,1 0-1 0 0,-1 0 1 0 0,0 0 0 0 0,0-2 0 0 0,0-3 2 0 0,-3-45 84 0 0,2 49-80 0 0,1-1 0 0 0,-1 0 0 0 0,0 1 0 0 0,0-1 0 0 0,0 1 0 0 0,0 0 0 0 0,-1-1-1 0 0,1 1 1 0 0,-1 0 0 0 0,1 0 0 0 0,-1 0 0 0 0,0 0 0 0 0,0 0 0 0 0,-2-2 0 0 0,4 4-4 0 0,0 0 1 0 0,0 0-1 0 0,-1 0 0 0 0,1 0 0 0 0,0 0 0 0 0,0-1 1 0 0,0 1-1 0 0,0 0 0 0 0,0 0 0 0 0,0 0 0 0 0,0 0 1 0 0,-1 0-1 0 0,1 0 0 0 0,0 0 0 0 0,0 0 1 0 0,0-1-1 0 0,0 1 0 0 0,0 0 0 0 0,0 0 0 0 0,0 0 1 0 0,0 0-1 0 0,0 0 0 0 0,0 0 0 0 0,0-1 0 0 0,0 1 1 0 0,0 0-1 0 0,0 0 0 0 0,0 0 0 0 0,0 0 1 0 0,0 0-1 0 0,0-1 0 0 0,0 1 0 0 0,0 0 0 0 0,0 0 1 0 0,0 0-1 0 0,0 0 0 0 0,0 0 0 0 0,0-1 0 0 0,0 1 1 0 0,0 0-1 0 0,0 0 0 0 0,0 0 0 0 0,0 0 0 0 0,0 0 1 0 0,1 0-1 0 0,-1 0 0 0 0,0-1 0 0 0,0 1 1 0 0,0 0-1 0 0,0 0 0 0 0,0 0 0 0 0,0 0 0 0 0,0 0 1 0 0,1 0-1 0 0,-1 0 0 0 0,0 0 0 0 0,0 0 0 0 0,0 0 1 0 0,0 0-1 0 0,0 0 0 0 0,1 0 0 0 0,-1 0 1 0 0,0 0-1 0 0,15-1 181 0 0,-16 1-176 0 0,1 0 0 0 0,0 1 0 0 0,-1-1 0 0 0,1 0 0 0 0,0 0 0 0 0,-1 0 1 0 0,1 1-1 0 0,0-1 0 0 0,0 0 0 0 0,-1 1 0 0 0,1-1 0 0 0,0 0 0 0 0,0 1 0 0 0,0-1 0 0 0,-1 0 0 0 0,1 1 0 0 0,0-1 0 0 0,0 0 0 0 0,0 1 0 0 0,0-1 0 0 0,0 0 0 0 0,0 1 0 0 0,0-1 0 0 0,-1 0 0 0 0,1 1 0 0 0,0-1 0 0 0,0 1 0 0 0,0-1 0 0 0,1 0 0 0 0,-1 1 0 0 0,0-1 0 0 0,0 0 0 0 0,0 1 0 0 0,0-1 0 0 0,0 1 1 0 0,0-1-1 0 0,0 0 0 0 0,1 1 0 0 0,-1-1 0 0 0,0 0 0 0 0,0 1 0 0 0,1-1 0 0 0,-1 0 0 0 0,0 0 0 0 0,0 1 0 0 0,1-1 0 0 0,-1 0 0 0 0,0 0 0 0 0,1 1 0 0 0,-1-1 0 0 0,0 0 0 0 0,1 0 0 0 0,-1 0 0 0 0,0 0 0 0 0,1 1 0 0 0,-1-1 0 0 0,0 0 0 0 0,1 0 0 0 0,-1 0 0 0 0,1 0 0 0 0,-1 0 0 0 0,1 0 0 0 0,-9 2 94 0 0,7-2-87 0 0,1 0 1 0 0,-1 0-1 0 0,0 1 1 0 0,1-1 0 0 0,-1 0-1 0 0,0 0 1 0 0,0 0-1 0 0,1 0 1 0 0,-1 1-1 0 0,0-1 1 0 0,1 0 0 0 0,-1 1-1 0 0,0-1 1 0 0,1 0-1 0 0,-1 1 1 0 0,1-1-1 0 0,-1 1 1 0 0,1-1-1 0 0,-1 1 1 0 0,1-1 0 0 0,-1 1-1 0 0,1 0 1 0 0,-1-1-1 0 0,1 1 1 0 0,0-1-1 0 0,-1 1 1 0 0,1 0 0 0 0,0 0-1 0 0,0-1 1 0 0,-1 1-1 0 0,1 0 1 0 0,0 0-1 0 0,0 0 134 0 0,5 1-120 0 0,-2-2 0 0 0,-2 0-17 0 0,0 0-1 0 0,0 0 0 0 0,0 0 0 0 0,0 0 1 0 0,-1 1-1 0 0,1-1 0 0 0,0 0 0 0 0,0 0 1 0 0,0 1-1 0 0,0-1 0 0 0,0 0 1 0 0,-1 1-1 0 0,1-1 0 0 0,0 1 0 0 0,0-1 1 0 0,-1 1-1 0 0,1-1 0 0 0,0 1 0 0 0,-1 0 1 0 0,1-1-1 0 0,0 1 0 0 0,-1 0 1 0 0,1-1-1 0 0,-1 1 0 0 0,1 0 0 0 0,-1 0 1 0 0,1 0-1 0 0,-1-1 0 0 0,0 1 0 0 0,0 0 1 0 0,1 0-1 0 0,-1 1 0 0 0,0-1 9 0 0,0 0-1 0 0,0 0 0 0 0,1 0 1 0 0,-1 0-1 0 0,0 0 0 0 0,1 0 1 0 0,-1 0-1 0 0,0 0 0 0 0,1 0 1 0 0,-1 0-1 0 0,1 0 0 0 0,-1-1 1 0 0,1 1-1 0 0,0 0 0 0 0,-1 0 1 0 0,1 0-1 0 0,0-1 0 0 0,0 1 1 0 0,-1 0-1 0 0,1-1 0 0 0,0 1 1 0 0,0-1-1 0 0,0 1 0 0 0,1 0 1 0 0,8 6 109 0 0,0 22 179 0 0,-3-11-170 0 0,1-1 0 0 0,0 0 1 0 0,1-1-1 0 0,20 28 0 0 0,-15-27-74 0 0,-9-12-25 0 0,0 1 0 0 0,0 0-1 0 0,-1 0 1 0 0,1 1 0 0 0,-1-1 0 0 0,0 1-1 0 0,-1 0 1 0 0,0 0 0 0 0,0 0 0 0 0,2 10 0 0 0,4 11 38 0 0,1-1 1 0 0,26 52-1 0 0,-32-74-70 0 0,0 1-1 0 0,-1-1 1 0 0,0 1-1 0 0,-1 0 1 0 0,1 0-1 0 0,-1 0 0 0 0,0 0 1 0 0,0 0-1 0 0,-1 1 1 0 0,0-1-1 0 0,0 1 1 0 0,-1-1-1 0 0,1 0 1 0 0,-1 1-1 0 0,-1-1 0 0 0,1 1 1 0 0,-2 6-1 0 0,-4 9-12 0 0,-4 31 30 0 0,20 13 86 0 0,-7-50-55 0 0,0 0 0 0 0,2 30-1 0 0,-7 2-45 0 0,1-30-9 0 0,0 0 1 0 0,1 0 0 0 0,1 0 0 0 0,7 34-1 0 0,7-1 42 0 0,-18-33-20 0 0,2-16-16 0 0,0 1-1 0 0,1-1 0 0 0,-1 1 0 0 0,1 0 0 0 0,0-1 0 0 0,-1 1 0 0 0,1-1 0 0 0,1 1 0 0 0,-1 0 0 0 0,1 2 0 0 0,34 60-3 0 0,-17-14-17 0 0,-17-43 18 0 0,2 0-1 0 0,-1 0 1 0 0,1-1-1 0 0,0 1 1 0 0,7 11-1 0 0,18 21-3 0 0,-17-24-6 0 0,0 0 0 0 0,-1 0 0 0 0,16 35-1 0 0,-22-37 5 0 0,0-1-1 0 0,1 0 0 0 0,1 0 0 0 0,0-1 0 0 0,1 1 0 0 0,0-1 0 0 0,1-1 0 0 0,10 14 0 0 0,-12-18 19 0 0,-1 0 0 0 0,0 1 0 0 0,0-1-1 0 0,4 13 1 0 0,16 22-10 0 0,4 4-89 0 0,-26-40 69 0 0,0 1 1 0 0,1-1-1 0 0,0 0 0 0 0,0 0 0 0 0,9 10 0 0 0,168 146 30 0 0,-172-151 161 0 0,0 0-1 0 0,0 0 1 0 0,12 23-1 0 0,-13-20-66 0 0,0-1-1 0 0,2 0 1 0 0,12 14 0 0 0,-16-21-107 0 0,0 1 0 0 0,0-1 0 0 0,0 1 0 0 0,-1 1 0 0 0,0-1 0 0 0,-1 1 0 0 0,1-1 0 0 0,-1 1 0 0 0,-1 0 0 0 0,0 1 0 0 0,4 12 0 0 0,10 27 53 0 0,-9-27-16 0 0,0-1-1 0 0,-2 1 1 0 0,5 29 0 0 0,-7-18-19 0 0,-2-10-7 0 0,1-1 1 0 0,8 34 0 0 0,51 105 93 0 0,2 13-236 0 0,-54-125-571 0 0,-11-41-165 0 0,-3-9-234 0 0,-1-8 247 0 0,1 0 1 0 0,0 0 0 0 0,0 0-1 0 0,1-1 1 0 0,-2-12-1 0 0,-25-164-2721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83 3041 0 0,'0'-1'142'0'0,"0"0"-1"0"0,0 0 0 0 0,-1 0 0 0 0,1 0 0 0 0,0 0 0 0 0,0 0 0 0 0,-1 0 0 0 0,1 0 1 0 0,-1 0-1 0 0,1 0 0 0 0,-1 0 0 0 0,1 0 0 0 0,-1 1 0 0 0,0-1 0 0 0,1 0 1 0 0,-1 0-1 0 0,0 0 0 0 0,0 1 0 0 0,1-1 0 0 0,-1 1 0 0 0,0-1 0 0 0,-1 0 0 0 0,1 0-66 0 0,-1 0 0 0 0,1 0 0 0 0,0 0 0 0 0,0 0 0 0 0,0 0 0 0 0,0 0-1 0 0,0 0 1 0 0,0 0 0 0 0,0 0 0 0 0,0 0 0 0 0,0-1 0 0 0,1 1-1 0 0,-1 0 1 0 0,0-1 0 0 0,1 1 0 0 0,-1 0 0 0 0,1-1 0 0 0,0 1-1 0 0,-1-1 1 0 0,1 1 0 0 0,0-1 0 0 0,0 1 0 0 0,0-2 0 0 0,0 2-64 0 0,0 1 1 0 0,0-1-1 0 0,0 1 1 0 0,0-1-1 0 0,0 0 1 0 0,-1 1-1 0 0,1-1 1 0 0,0 1-1 0 0,0-1 1 0 0,0 1 0 0 0,0-1-1 0 0,-1 1 1 0 0,1-1-1 0 0,0 1 1 0 0,-1-1-1 0 0,1 1 1 0 0,0-1-1 0 0,-1 1 1 0 0,1-1-1 0 0,-1 1 1 0 0,1-1-1 0 0,0 1 1 0 0,-1 0-1 0 0,1-1 1 0 0,-1 1 0 0 0,1 0-1 0 0,-1 0 1 0 0,0-1-1 0 0,1 1 1 0 0,-1 0-1 0 0,1 0 1 0 0,-1 0-1 0 0,1 0 1 0 0,-1-1-1 0 0,0 1 1 0 0,1 0-1 0 0,-1 0 1 0 0,0 0-1 0 0,0 0 11 0 0,1 0-1 0 0,-1 0 0 0 0,0 0 1 0 0,1 0-1 0 0,-1 0 0 0 0,1 0 1 0 0,-1 0-1 0 0,0 0 0 0 0,1 0 0 0 0,-1-1 1 0 0,1 1-1 0 0,-1 0 0 0 0,1 0 1 0 0,-1-1-1 0 0,1 1 0 0 0,-1 0 1 0 0,1-1-1 0 0,-1 1 0 0 0,1-1 1 0 0,-1 1-1 0 0,1-1 0 0 0,-1 1 0 0 0,1 0 1 0 0,0-1-1 0 0,-1 0 0 0 0,1 1 1 0 0,0-1-1 0 0,0 1 0 0 0,-1-1 1 0 0,1 1-1 0 0,0-1 0 0 0,0 0 0 0 0,0 1 1 0 0,0-1-1 0 0,0 1 0 0 0,-1-1 1 0 0,1 0-1 0 0,1 0 0 0 0,-1 0 540 0 0,0 1-554 0 0,0 0 0 0 0,0 0 0 0 0,0 0 0 0 0,0 0 0 0 0,0 0 1 0 0,0 1-1 0 0,0-1 0 0 0,1 0 0 0 0,-1 0 0 0 0,0 0 0 0 0,0 0 1 0 0,0 1-1 0 0,0-1 0 0 0,0 0 0 0 0,0 0 0 0 0,0 0 0 0 0,0 0 1 0 0,0 1-1 0 0,0-1 0 0 0,0 0 0 0 0,0 0 0 0 0,0 0 0 0 0,0 0 1 0 0,0 1-1 0 0,0-1 0 0 0,0 0 0 0 0,0 0 0 0 0,0 0 0 0 0,-1 0 1 0 0,1 1-1 0 0,0-1 0 0 0,0 0 0 0 0,0 0 0 0 0,0 0 0 0 0,0 0 1 0 0,0 0-1 0 0,0 1 0 0 0,-1-1 0 0 0,1 0 0 0 0,0 0 0 0 0,0 0 1 0 0,0 0-1 0 0,0 0 0 0 0,0 0 0 0 0,-1 0 0 0 0,1 0 0 0 0,0 0 1 0 0,0 1-1 0 0,0-1 0 0 0,0 0 0 0 0,-1 0 0 0 0,1 0 0 0 0,0 0 1 0 0,0 0-1 0 0,0 0 0 0 0,-1 0 0 0 0,1 0 0 0 0,0 0 0 0 0,0 0 1 0 0,0 0-1 0 0,0-1 0 0 0,-1 1 0 0 0,1 0 0 0 0,0 0 0 0 0,0 0 1 0 0,0 0-1 0 0,-1 0-116 0 0,-21 7 875 0 0,21-6-731 0 0,1-1 1 0 0,-1 1 0 0 0,1-1-1 0 0,-1 1 1 0 0,1-1 0 0 0,0 1 0 0 0,-1-1-1 0 0,1 1 1 0 0,-1-1 0 0 0,1 1-1 0 0,0-1 1 0 0,0 1 0 0 0,-1 0-1 0 0,1-1 1 0 0,0 1 0 0 0,0-1-1 0 0,0 1 1 0 0,0 0 0 0 0,0-1 0 0 0,-1 1-1 0 0,1 0 1 0 0,0-1 0 0 0,1 1-1 0 0,-1 0 1 0 0,0-1 0 0 0,0 1-1 0 0,0 0 1 0 0,0-1 0 0 0,0 1-1 0 0,1-1 1 0 0,-1 1 0 0 0,0 0-1 0 0,1-1 1 0 0,-1 1 0 0 0,0-1 0 0 0,1 1-1 0 0,-1-1 1 0 0,0 1 0 0 0,1-1-1 0 0,-1 1 1 0 0,1-1 0 0 0,-1 0-1 0 0,1 1 1 0 0,-1-1 0 0 0,1 1-1 0 0,0-1 1 0 0,16 16 237 0 0,-1 1 0 0 0,0 0-1 0 0,-2 1 1 0 0,0 1 0 0 0,-1 0-1 0 0,-1 1 1 0 0,-1 0 0 0 0,17 43 0 0 0,-17-34-158 0 0,-6-17-105 0 0,-1 1 1 0 0,0 0-1 0 0,0 0 0 0 0,-2 0 0 0 0,1 0 0 0 0,-1 15 0 0 0,-1-21 3 0 0,0 0 0 0 0,-1 0 0 0 0,2 0-1 0 0,-1 0 1 0 0,1 0 0 0 0,0-1 0 0 0,5 10 0 0 0,-4-10 0 0 0,-1 1 1 0 0,0-1 0 0 0,0 1 0 0 0,0-1 0 0 0,-1 1 0 0 0,0 0 0 0 0,1 9 0 0 0,-2-8 7 0 0,0 0 1 0 0,0 0-1 0 0,1-1 1 0 0,0 1-1 0 0,1 0 0 0 0,4 14 1 0 0,-5-20-17 0 0,0 0 0 0 0,0 0-1 0 0,0 0 1 0 0,0 0 0 0 0,0-1 0 0 0,1 1 0 0 0,-1 0-1 0 0,0 0 1 0 0,1-1 0 0 0,0 1 0 0 0,-1-1 0 0 0,1 1 0 0 0,0-1-1 0 0,0 0 1 0 0,-1 1 0 0 0,1-1 0 0 0,0 0 0 0 0,0 0-1 0 0,0-1 1 0 0,1 1 0 0 0,-1 0 0 0 0,0-1 0 0 0,0 1-1 0 0,0-1 1 0 0,0 1 0 0 0,5-1 0 0 0,-7-1 33 0 0,0 0-33 0 0,0 1 0 0 0,0 0 1 0 0,0 0-1 0 0,0 0 1 0 0,0 0-1 0 0,0 0 1 0 0,0-1-1 0 0,0 1 0 0 0,0 0 1 0 0,0 0-1 0 0,0 0 1 0 0,0 0-1 0 0,0-1 1 0 0,0 1-1 0 0,0 0 0 0 0,0 0 1 0 0,0 0-1 0 0,0 0 1 0 0,0-1-1 0 0,0 1 0 0 0,0 0 1 0 0,0 0-1 0 0,0 0 1 0 0,0 0-1 0 0,0-1 1 0 0,0 1-1 0 0,0 0 0 0 0,1 0 1 0 0,-1 0-1 0 0,0 0 1 0 0,0 0-1 0 0,0 0 1 0 0,0-1-1 0 0,0 1 0 0 0,0 0 1 0 0,1 0-1 0 0,-1 0 1 0 0,0 0-1 0 0,0 0 1 0 0,0 0-1 0 0,0 0 0 0 0,1 0 1 0 0,-1 0-1 0 0,0 0 1 0 0,0 0-1 0 0,0 0 1 0 0,0 0-1 0 0,1 0 0 0 0,-1 0 1 0 0,0 0-1 0 0,0 0 1 0 0,0 0-1 0 0,0 0 0 0 0,1 0 1 0 0,-1 0-1 0 0,0 0 1 0 0,11-3 198 0 0,1-1-1 0 0,-1 0 1 0 0,0 0 0 0 0,-1-2 0 0 0,1 1 0 0 0,-1-1 0 0 0,0 0-1 0 0,-1-1 1 0 0,14-12 0 0 0,77-82 819 0 0,-87 87-923 0 0,8-8 53 0 0,-3 3 30 0 0,30-39 0 0 0,-44 52-164 0 0,0-1 0 0 0,0 1 0 0 0,-1-1 0 0 0,1 1 0 0 0,-1-1 0 0 0,-1 0 0 0 0,0 0 0 0 0,0-1 0 0 0,0 1 0 0 0,-1 0 0 0 0,1-13 0 0 0,-2 17-3 0 0,0 0 0 0 0,1 0 0 0 0,-1 0 0 0 0,0 0 0 0 0,1 1 0 0 0,0-1 1 0 0,0 0-1 0 0,0 0 0 0 0,0 1 0 0 0,0-1 0 0 0,0 0 0 0 0,1 1 0 0 0,-1-1 0 0 0,4-3 0 0 0,4-8 10 0 0,-1 1-24 0 0,-8 12-26 0 0,1-1 0 0 0,-1 1 0 0 0,1-1 0 0 0,0 1 0 0 0,0-1 0 0 0,0 1 0 0 0,0 0 0 0 0,0 0 0 0 0,0-1 0 0 0,0 1 0 0 0,0 0 0 0 0,0 0 0 0 0,1 0 0 0 0,-1 0 0 0 0,0 0 0 0 0,1 1 0 0 0,-1-1 0 0 0,4-1 0 0 0,1 12-4012 0 0,-2-2 3150 0 0,36 18-1688 0 0,66 30-2509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19 320 0 0,'0'0'4949'0'0,"0"-1"-4850"0"0,0 1-1 0 0,-1-1 1 0 0,1 0-1 0 0,0 1 0 0 0,0-1 1 0 0,0 1-1 0 0,0-1 1 0 0,0 1-1 0 0,0-1 1 0 0,0 0-1 0 0,0 1 1 0 0,0-1-1 0 0,0 1 1 0 0,0-1-1 0 0,0 0 1 0 0,0 1-1 0 0,0-1 1 0 0,0 1-1 0 0,0-1 1 0 0,1 1-1 0 0,-1-1 1 0 0,0 1-1 0 0,1-1 1 0 0,-1 1-1 0 0,0-1 0 0 0,1 1 1 0 0,-1-1-1 0 0,0 1 1 0 0,1-1-1 0 0,-1 1 1 0 0,1 0-1 0 0,-1-1 1 0 0,1 0-1 0 0,19 5-445 0 0,-19-4 233 0 0,-1 1-1 0 0,1-1 0 0 0,-1 0 0 0 0,0 0 0 0 0,1 1 1 0 0,-1-1-1 0 0,0 0 0 0 0,1 0 0 0 0,-1 1 0 0 0,0-1 1 0 0,0 0-1 0 0,1 1 0 0 0,-1-1 0 0 0,0 1 0 0 0,0-1 1 0 0,1 0-1 0 0,-1 1 0 0 0,0-1 0 0 0,0 1 0 0 0,0-1 1 0 0,0 0-1 0 0,0 1 0 0 0,0-1 0 0 0,0 1 0 0 0,0-1 1 0 0,0 1-1 0 0,0-1 0 0 0,0 1 0 0 0,0-1 0 0 0,0 0 0 0 0,0 1 1 0 0,0-1-1 0 0,0 1 0 0 0,0 0 0 0 0,-1-1-375 0 0,1 6-2071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4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153 120 1441 0 0,'2'-2'327'0'0,"-1"0"1"0"0,1 1 0 0 0,0-1 0 0 0,0 1 0 0 0,1-1-1 0 0,-1 1 1 0 0,0 0 0 0 0,0 0 0 0 0,1 0-1 0 0,-1 0 1 0 0,1 0 0 0 0,-1 0 0 0 0,5 0-1 0 0,28-5 884 0 0,-16 3-903 0 0,0 0-1 0 0,-1-1 1 0 0,32-12 0 0 0,-20 7-282 0 0,-25 6 54 0 0,-5 1-39 0 0,1 1 0 0 0,-1 0 0 0 0,0 0 0 0 0,0 0 0 0 0,0 0 0 0 0,0 0 0 0 0,0-1 0 0 0,0 1-1 0 0,0 0 1 0 0,0 0 0 0 0,-1 0 0 0 0,1 0 0 0 0,0 0 0 0 0,-1 0 0 0 0,1 0 0 0 0,-1-1 0 0 0,1 1 0 0 0,-1 0 0 0 0,1 0-1 0 0,-1 0 1 0 0,0 1 0 0 0,1-1 0 0 0,-1 0 0 0 0,0 0 0 0 0,0 0 0 0 0,0 0 0 0 0,0 1 0 0 0,0-1 0 0 0,1 0-1 0 0,-1 1 1 0 0,-1-1 0 0 0,1 1 0 0 0,0-1 0 0 0,0 1 0 0 0,0 0 0 0 0,0-1 0 0 0,0 1 0 0 0,0 0 0 0 0,0 0 0 0 0,0 0-1 0 0,-1 0 1 0 0,1 0 0 0 0,0 0 0 0 0,-2 0 0 0 0,-22-6 279 0 0,20 6-93 0 0,6-1-100 0 0,-7-3-94 0 0,-14 3 47 0 0,19 2-78 0 0,1-1-1 0 0,0 0 1 0 0,0 0-1 0 0,0 0 1 0 0,0 0 0 0 0,0 0-1 0 0,0 0 1 0 0,-1 0-1 0 0,1 0 1 0 0,0 0 0 0 0,0 0-1 0 0,0 0 1 0 0,0 0-1 0 0,0 0 1 0 0,-1 0-1 0 0,1 0 1 0 0,0 0 0 0 0,0 0-1 0 0,0 0 1 0 0,0 0-1 0 0,0 0 1 0 0,-1 0-1 0 0,1 0 1 0 0,0 0 0 0 0,0 0-1 0 0,0 0 1 0 0,0 0-1 0 0,0 0 1 0 0,0 0 0 0 0,-1-1-1 0 0,1 1 1 0 0,0 0-1 0 0,0 0 1 0 0,0 0-1 0 0,0 0 1 0 0,0 0 0 0 0,0 0-1 0 0,0 0 1 0 0,0 0-1 0 0,0-1 1 0 0,0 1-1 0 0,-1 0 1 0 0,1 0 0 0 0,0 0-1 0 0,0 0 1 0 0,0 0-1 0 0,0-1 1 0 0,0 1 0 0 0,0 0-1 0 0,0 0 1 0 0,0 0-1 0 0,0 0 1 0 0,0 0-1 0 0,0-1 1 0 0,0 1 0 0 0,0 0-1 0 0,0 0 1 0 0,0 0-1 0 0,1 0 1 0 0,-1-1 6 0 0,0 1-1 0 0,0 0 1 0 0,0 0 0 0 0,0 0 0 0 0,0 0-1 0 0,0 0 1 0 0,0 0 0 0 0,0-1 0 0 0,0 1 0 0 0,0 0-1 0 0,0 0 1 0 0,0 0 0 0 0,0 0 0 0 0,0 0-1 0 0,0-1 1 0 0,0 1 0 0 0,0 0 0 0 0,0 0-1 0 0,-1 0 1 0 0,1 0 0 0 0,0 0 0 0 0,0-1-1 0 0,0 1 1 0 0,0 0 0 0 0,0 0 0 0 0,0 0-1 0 0,0 0 1 0 0,0 0 0 0 0,0 0 0 0 0,-1 0-1 0 0,1 0 1 0 0,0 0 0 0 0,0-1 0 0 0,0 1-1 0 0,0 0 1 0 0,0 0 0 0 0,0 0 0 0 0,-1 0-1 0 0,1 0 1 0 0,0 0 0 0 0,0 0 0 0 0,0 0 0 0 0,0 0-1 0 0,0 0 1 0 0,-1 0 0 0 0,1 0 0 0 0,0 0-1 0 0,0 0 1 0 0,0 0 0 0 0,0 0 0 0 0,0 0-1 0 0,-1 0 1 0 0,1 0 0 0 0,0 0 0 0 0,0 0-1 0 0,0 0 1 0 0,0 0 0 0 0,0 1 0 0 0,-1-1-1 0 0,-35-2 249 0 0,27 1-194 0 0,-1 0 0 0 0,0 0 0 0 0,1 1 0 0 0,-1 1 0 0 0,0 0 0 0 0,1 0 0 0 0,-1 1 0 0 0,-17 5 0 0 0,-5 1 166 0 0,30-8-223 0 0,-1 0 0 0 0,1 1 0 0 0,0-1 0 0 0,0 0 1 0 0,0 1-1 0 0,-1 0 0 0 0,1-1 0 0 0,0 1 0 0 0,0 0 0 0 0,0 0 0 0 0,0 0 0 0 0,0 1 1 0 0,0-1-1 0 0,1 0 0 0 0,-1 1 0 0 0,0-1 0 0 0,-2 3 0 0 0,-18 15 51 0 0,20-18-48 0 0,-1 1-1 0 0,1-1 1 0 0,0 1-1 0 0,0-1 0 0 0,0 1 1 0 0,0 0-1 0 0,0 0 0 0 0,0 0 1 0 0,1 0-1 0 0,-1 0 0 0 0,0 1 1 0 0,1-1-1 0 0,0 0 0 0 0,0 1 1 0 0,-1-1-1 0 0,1 1 0 0 0,1-1 1 0 0,-1 1-1 0 0,0 0 1 0 0,1-1-1 0 0,-1 1 0 0 0,1 0 1 0 0,0-1-1 0 0,0 4 0 0 0,0 2 26 0 0,-1-6-27 0 0,1 0-1 0 0,0-1 1 0 0,-1 1-1 0 0,1 0 1 0 0,0 0 0 0 0,0 0-1 0 0,0 0 1 0 0,0 0-1 0 0,1 0 1 0 0,-1 0-1 0 0,0 0 1 0 0,1-1-1 0 0,-1 1 1 0 0,1 0-1 0 0,0 0 1 0 0,0 0-1 0 0,0-1 1 0 0,0 1 0 0 0,0 0-1 0 0,0-1 1 0 0,0 1-1 0 0,0-1 1 0 0,0 1-1 0 0,1-1 1 0 0,-1 0-1 0 0,1 0 1 0 0,-1 1-1 0 0,1-1 1 0 0,-1 0-1 0 0,1 0 1 0 0,0 0 0 0 0,-1-1-1 0 0,1 1 1 0 0,2 0-1 0 0,6 4 13 0 0,-3-2-89 0 0,-1 0 0 0 0,1 0 0 0 0,1 0 0 0 0,-1-1 1 0 0,0 0-1 0 0,1-1 0 0 0,-1 1 0 0 0,1-1 0 0 0,-1-1 1 0 0,1 1-1 0 0,-1-1 0 0 0,1-1 0 0 0,8-1 0 0 0,6-2-587 0 0,-1-2 0 0 0,36-15 0 0 0,54-34-2637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48 2321 0 0,'-12'-6'560'0'0,"1"-1"1"0"0,-1 1-1 0 0,-1 1 0 0 0,1 0 0 0 0,-1 1 1 0 0,0 0-1 0 0,0 1 0 0 0,0 0 0 0 0,0 1 1 0 0,-1 1-1 0 0,1 0 0 0 0,0 1 0 0 0,-1 0 1 0 0,-18 3-1 0 0,32-2-543 0 0,-1-1 0 0 0,1 0 0 0 0,0 1 0 0 0,0-1 0 0 0,0 1 0 0 0,0-1 0 0 0,0 0 0 0 0,0 1-1 0 0,0-1 1 0 0,0 0 0 0 0,0 1 0 0 0,0-1 0 0 0,0 1 0 0 0,0-1 0 0 0,0 0 0 0 0,1 1 0 0 0,-1-1 0 0 0,0 0 0 0 0,0 1 0 0 0,0-1 0 0 0,0 1 0 0 0,1-1 0 0 0,-1 0 0 0 0,0 0 0 0 0,0 1 0 0 0,1-1 0 0 0,-1 0 0 0 0,0 1 0 0 0,1-1-1 0 0,-1 0 1 0 0,0 0 0 0 0,1 0 0 0 0,-1 1 0 0 0,0-1 0 0 0,1 0 0 0 0,-1 0 0 0 0,0 0 0 0 0,1 0 0 0 0,-1 0 0 0 0,1 0 0 0 0,-1 1 0 0 0,0-1 0 0 0,1 0 0 0 0,-1 0 0 0 0,0 0 0 0 0,1 0 0 0 0,0-1 0 0 0,89 9 223 0 0,136 23 227 0 0,-178-27-444 0 0,206 10-273 0 0,-199-18-1204 0 0,-50 3 107 0 0,-10-4-3229 0 0,-20 4 2015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5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1841 0 0,'0'19'4162'0'0,"-30"-6"-1601"0"0,0-7-720 0 0,30 0-1681 0 0,0 1 0 0 0,30-1 0 0 0,30-6 0 0 0,31-6 0 0 0,60-1 0 0 0,24 1-80 0 0,-54 0-240 0 0,-1-7-560 0 0,-29 7-1281 0 0,-1 18-2881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7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24 1681 0 0,'25'5'2107'0'0,"-19"3"2642"0"0,-12-2-3695 0 0,-14-7-907 0 0,45-12-27 0 0,-27 11-59 0 0,0 1 0 0 0,1-1 1 0 0,-1 1-1 0 0,-1-1 0 0 0,1 1 0 0 0,0 0 1 0 0,0 0-1 0 0,0 0 0 0 0,-1 0 0 0 0,1 0 1 0 0,0 1-1 0 0,-1-1 0 0 0,1 1 0 0 0,-1-1 1 0 0,1 1-1 0 0,0 0 0 0 0,-1 0 0 0 0,-2 0 1 0 0,-72-6 306 0 0,53 4-246 0 0,0 0 19 0 0,1 0-1 0 0,-1 2 1 0 0,-42 4-1 0 0,12 1 112 0 0,30-3-174 0 0,1 1 0 0 0,-1 1 1 0 0,1 1-1 0 0,0 1 0 0 0,0 1 1 0 0,1 1-1 0 0,-22 11 1 0 0,42-18-76 0 0,-12 6 10 0 0,-1 0 0 0 0,2 1 0 0 0,-1 1 0 0 0,1 0-1 0 0,1 0 1 0 0,-16 16 0 0 0,17 4-9 0 0,7-14 5 0 0,-17 26 51 0 0,-3 7 14 0 0,-6 33 32 0 0,30-80-103 0 0,-1 1 1 0 0,1 0-1 0 0,0 0 0 0 0,0 0 0 0 0,-1 0 0 0 0,1 0 0 0 0,0 0 0 0 0,1 0 0 0 0,-1-1 0 0 0,0 1 0 0 0,0 0 0 0 0,1 0 0 0 0,-1 0 0 0 0,1 0 0 0 0,0 0 0 0 0,-1-1 1 0 0,1 1-1 0 0,0 0 0 0 0,0-1 0 0 0,0 1 0 0 0,0 0 0 0 0,0-1 0 0 0,1 1 0 0 0,-1-1 0 0 0,0 0 0 0 0,1 1 0 0 0,-1-1 0 0 0,1 0 0 0 0,-1 0 0 0 0,3 1 0 0 0,5 4-22 0 0,0 0 0 0 0,0-1 0 0 0,0 0 0 0 0,18 6 0 0 0,-4-4 9 0 0,0-1-1 0 0,0-1 0 0 0,1-1 0 0 0,-1-1 0 0 0,1-1 1 0 0,26-1-1 0 0,148-17-268 0 0,-138 10-34 0 0,-36 3 106 0 0,324-38-5188 0 0,-273 27-835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820 423 2961 0 0,'-65'30'2576'0'0,"-117"35"0"0"0,137-52-2256 0 0,0-3-1 0 0,0-1 1 0 0,-75 3-1 0 0,93-10-167 0 0,1-2-1 0 0,-1-1 1 0 0,0-1 0 0 0,1-1 0 0 0,0-1-1 0 0,0-2 1 0 0,-31-10 0 0 0,53 15-143 0 0,0-1 0 0 0,0 1-1 0 0,1-1 1 0 0,-1 0 0 0 0,0-1 0 0 0,1 1 0 0 0,-1 0 0 0 0,1-1 0 0 0,0 0 0 0 0,0 0 0 0 0,0 0-1 0 0,0 0 1 0 0,1-1 0 0 0,-1 1 0 0 0,1-1 0 0 0,0 1 0 0 0,0-1 0 0 0,0 0 0 0 0,-2-6-1 0 0,3 4-2 0 0,0 1 0 0 0,0-1 0 0 0,1 0 0 0 0,0 1 0 0 0,0-1-1 0 0,1 0 1 0 0,-1 1 0 0 0,1-1 0 0 0,1 1 0 0 0,-1-1 0 0 0,1 1 0 0 0,4-11-1 0 0,4-3 9 0 0,0 0-1 0 0,1 0 0 0 0,2 1 1 0 0,0 1-1 0 0,0 0 0 0 0,25-22 1 0 0,-17 16-29 0 0,2 1 1 0 0,1 1-1 0 0,1 2 0 0 0,0 0 1 0 0,1 2-1 0 0,1 0 1 0 0,1 2-1 0 0,0 1 1 0 0,1 2-1 0 0,52-16 1 0 0,-40 18-68 0 0,0 2 1 0 0,79-4 0 0 0,-96 11 14 0 0,0 1 1 0 0,0 1 0 0 0,0 1 0 0 0,0 1 0 0 0,0 2 0 0 0,31 9 0 0 0,-49-13 41 0 0,0 2 1 0 0,0-1-1 0 0,0 1 0 0 0,0 0 1 0 0,-1 0-1 0 0,1 0 1 0 0,-1 1-1 0 0,0-1 1 0 0,0 2-1 0 0,-1-1 0 0 0,1 0 1 0 0,-1 1-1 0 0,1 0 1 0 0,4 8-1 0 0,-7-8 18 0 0,1 0 0 0 0,-1 0 0 0 0,0 0-1 0 0,-1 0 1 0 0,1 0 0 0 0,-1 0 0 0 0,0 1-1 0 0,-1-1 1 0 0,1 1 0 0 0,-1-1 0 0 0,0 1-1 0 0,0-1 1 0 0,-2 10 0 0 0,-2 1 31 0 0,-1-1 1 0 0,0 0-1 0 0,-1 0 0 0 0,0 0 0 0 0,-2-1 1 0 0,1 0-1 0 0,-2-1 0 0 0,0 0 1 0 0,-18 21-1 0 0,10-15 55 0 0,-1 0 1 0 0,-1-2-1 0 0,-1 0 1 0 0,-1-1-1 0 0,-37 22 1 0 0,-110 42 310 0 0,132-65-275 0 0,0-2-1 0 0,-1-1 1 0 0,0-1 0 0 0,-53 6 0 0 0,79-16-78 0 0,-1 0 1 0 0,1-1 0 0 0,0 0 0 0 0,0-1-1 0 0,0 0 1 0 0,0-1 0 0 0,0 0 0 0 0,0-1 0 0 0,0 0-1 0 0,1-1 1 0 0,-20-10 0 0 0,25 12-32 0 0,1-1-1 0 0,-1 1 1 0 0,1-1-1 0 0,0-1 1 0 0,0 1 0 0 0,0 0-1 0 0,0-1 1 0 0,1 0-1 0 0,-1 0 1 0 0,1 0 0 0 0,0 0-1 0 0,0-1 1 0 0,1 1-1 0 0,-1-1 1 0 0,1 0 0 0 0,0 0-1 0 0,0 1 1 0 0,1-1-1 0 0,0-1 1 0 0,-1 1 0 0 0,2 0-1 0 0,-1 0 1 0 0,0 0-1 0 0,1 0 1 0 0,0-1-1 0 0,0 1 1 0 0,1 0 0 0 0,0 0-1 0 0,-1 0 1 0 0,4-10-1 0 0,5 1-3 0 0,1 0 0 0 0,0 0 0 0 0,1 1 0 0 0,0 1 0 0 0,1 0 0 0 0,0 0-1 0 0,1 1 1 0 0,1 1 0 0 0,24-15 0 0 0,-3 4-66 0 0,1 1 0 0 0,70-27 0 0 0,-82 39 8 0 0,-1 1 0 0 0,1 1 1 0 0,1 1-1 0 0,-1 1 0 0 0,1 1 0 0 0,-1 1 1 0 0,1 1-1 0 0,0 1 0 0 0,0 2 0 0 0,32 5 0 0 0,-44-4 9 0 0,-1 0 1 0 0,0 1-1 0 0,20 8 0 0 0,-29-11 47 0 0,-1 0 1 0 0,1 0 0 0 0,-1 0-1 0 0,0 0 1 0 0,1 0 0 0 0,-1 1-1 0 0,0-1 1 0 0,0 1 0 0 0,0-1-1 0 0,0 1 1 0 0,0 0 0 0 0,0 0 0 0 0,0 0-1 0 0,-1 0 1 0 0,1 0 0 0 0,-1 0-1 0 0,1 1 1 0 0,-1-1 0 0 0,0 0-1 0 0,2 6 1 0 0,-4-5 6 0 0,0 0-1 0 0,0 0 1 0 0,-1 1 0 0 0,1-1 0 0 0,-1 0-1 0 0,1 0 1 0 0,-1-1 0 0 0,0 1 0 0 0,0 0-1 0 0,0 0 1 0 0,-1-1 0 0 0,1 0 0 0 0,-6 5-1 0 0,-42 33 63 0 0,45-37-59 0 0,-21 15 68 0 0,-1-2 0 0 0,0 0 0 0 0,-2-2 0 0 0,1-1 0 0 0,-2-2 0 0 0,-56 15 0 0 0,9-9 523 0 0,-131 11 0 0 0,178-25-420 0 0,6 0 28 0 0,-1-1-1 0 0,1-1 0 0 0,-44-4 0 0 0,65 3-189 0 0,0 0 0 0 0,0-1 1 0 0,0 1-1 0 0,1-1 1 0 0,-1 0-1 0 0,0 1 0 0 0,0-1 1 0 0,1 0-1 0 0,-1 0 1 0 0,0-1-1 0 0,1 1 0 0 0,-1-1 1 0 0,1 1-1 0 0,-3-3 1 0 0,4 3-21 0 0,1-1 1 0 0,-1 1-1 0 0,1 0 1 0 0,0 0-1 0 0,0 0 1 0 0,-1 0 0 0 0,1 0-1 0 0,0-1 1 0 0,0 1-1 0 0,0 0 1 0 0,0 0-1 0 0,1 0 1 0 0,-1 0 0 0 0,0-1-1 0 0,0 1 1 0 0,1 0-1 0 0,-1 0 1 0 0,0 0-1 0 0,1 0 1 0 0,-1 0 0 0 0,1 0-1 0 0,0 0 1 0 0,-1 0-1 0 0,2-1 1 0 0,2-3-14 0 0,0 0 0 0 0,1 0 0 0 0,0 0 0 0 0,-1 0 0 0 0,2 1 1 0 0,-1 0-1 0 0,0 0 0 0 0,1 1 0 0 0,0-1 0 0 0,10-3 0 0 0,73-28-607 0 0,-68 29 243 0 0,1 1 0 0 0,0 0 0 0 0,1 2 0 0 0,-1 0 0 0 0,34 1 0 0 0,105 10-3583 0 0,-5 20-2496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4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4242 0 0,'1'-15'2305'0'0,"4"18"-678"0"0,14 9-810 0 0,-17-12-809 0 0,0 1 0 0 0,-1-1 1 0 0,1 1-1 0 0,0 0 0 0 0,0 0 0 0 0,-1 0 1 0 0,1 0-1 0 0,0 0 0 0 0,-1 0 0 0 0,1 0 1 0 0,-1 0-1 0 0,0 1 0 0 0,1-1 0 0 0,-1 1 1 0 0,0-1-1 0 0,0 1 0 0 0,2 1 0 0 0,13 19 151 0 0,38 36 91 0 0,-22-26-55 0 0,48 64 0 0 0,-60-67-87 0 0,0 1 1 0 0,-3 1 0 0 0,0 0-1 0 0,-2 2 1 0 0,-2-1 0 0 0,11 38-1 0 0,-13-36-1 0 0,1 0-1 0 0,2 0 1 0 0,35 61 0 0 0,76 87 467 0 0,-70-108-161 0 0,-17-19 115 0 0,-35-52-492 0 0,0-1-1 0 0,-1 1 0 0 0,1-1 1 0 0,0 0-1 0 0,1 0 0 0 0,-1 0 1 0 0,0 0-1 0 0,0 0 0 0 0,1-1 0 0 0,-1 1 1 0 0,1-1-1 0 0,5 1 0 0 0,-6-2-2 0 0,-1 1-1 0 0,1-1 0 0 0,-1 0 0 0 0,1 0 1 0 0,-1 0-1 0 0,1-1 0 0 0,-1 1 1 0 0,1 0-1 0 0,-1-1 0 0 0,1 0 0 0 0,-1 0 1 0 0,0 0-1 0 0,1 0 0 0 0,-1 0 0 0 0,0 0 1 0 0,0 0-1 0 0,1-1 0 0 0,-1 1 1 0 0,0-1-1 0 0,0 1 0 0 0,-1-1 0 0 0,1 0 1 0 0,0 0-1 0 0,-1 0 0 0 0,1 0 0 0 0,-1 0 1 0 0,1 0-1 0 0,-1-1 0 0 0,0 1 1 0 0,1-4-1 0 0,10-19 310 0 0,-1 1 0 0 0,-2-2 1 0 0,0 1-1 0 0,9-50 0 0 0,-16 66-306 0 0,11-62 182 0 0,4-77-1 0 0,-11 78-294 0 0,18-81-1 0 0,1 43-415 0 0,-22 79 139 0 0,-3 26 245 0 0,0 0-1 0 0,0 0 1 0 0,0 0 0 0 0,0 0-1 0 0,0 0 1 0 0,0 0 0 0 0,1 0-1 0 0,0 0 1 0 0,-1 0 0 0 0,1 1-1 0 0,0-1 1 0 0,0 0 0 0 0,1 1-1 0 0,-1-1 1 0 0,0 0 0 0 0,1 1-1 0 0,0 0 1 0 0,-1-1 0 0 0,1 1-1 0 0,0 0 1 0 0,0 0 0 0 0,0 0 0 0 0,1 0-1 0 0,-1 0 1 0 0,0 0 0 0 0,1 1-1 0 0,3-2 1 0 0,3-1-457 0 0,1 1 1 0 0,0 1-1 0 0,0 0 1 0 0,11-1-1 0 0,65-4-3783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90 720 0 0,'5'-1'2321'0'0,"84"-16"2382"0"0,169-35-2669 0 0,-259 52-2028 0 0,1 0 0 0 0,0-1 0 0 0,0 1 0 0 0,0 0 1 0 0,0 0-1 0 0,0 0 0 0 0,-1 0 0 0 0,1 0 0 0 0,0 0 0 0 0,0-1 1 0 0,0 1-1 0 0,0 0 0 0 0,0 0 0 0 0,0 0 0 0 0,-1 0 0 0 0,1 0 0 0 0,0-1 1 0 0,0 1-1 0 0,0 0 0 0 0,0 0 0 0 0,0 0 0 0 0,0-1 0 0 0,0 1 1 0 0,0 0-1 0 0,0 0 0 0 0,0 0 0 0 0,0-1 0 0 0,0 1 0 0 0,0 0 1 0 0,0 0-1 0 0,0 0 0 0 0,0 0 0 0 0,0-1 0 0 0,0 1 0 0 0,0 0 0 0 0,0 0 1 0 0,0 0-1 0 0,1 0 0 0 0,-1-1 0 0 0,0 1 0 0 0,0 0 0 0 0,0 0 1 0 0,0 0-1 0 0,0 0 0 0 0,0-1 0 0 0,1 1 0 0 0,-1 0 0 0 0,0 0 1 0 0,0 0-1 0 0,0 0 0 0 0,1 0 0 0 0,-57-6 117 0 0,0 2-1 0 0,1 3 1 0 0,-1 2 0 0 0,-98 15 0 0 0,142-15-111 0 0,-1 2 0 0 0,0-1 1 0 0,1 2-1 0 0,0-1 0 0 0,-15 8 1 0 0,25-11-7 0 0,0 1 0 0 0,0 0 0 0 0,0 0 0 0 0,0 0 0 0 0,0 0 0 0 0,1 0 0 0 0,-1 0 1 0 0,0 0-1 0 0,1 1 0 0 0,-1-1 0 0 0,0 0 0 0 0,1 1 0 0 0,0 0 0 0 0,-1-1 0 0 0,1 1 1 0 0,0 0-1 0 0,0 0 0 0 0,0-1 0 0 0,0 1 0 0 0,0 0 0 0 0,0 0 0 0 0,1 0 0 0 0,-1 0 1 0 0,1 0-1 0 0,-1 0 0 0 0,1 0 0 0 0,0 1 0 0 0,0-1 0 0 0,0 0 0 0 0,0 0 0 0 0,0 0 1 0 0,0 0-1 0 0,0 0 0 0 0,1 0 0 0 0,-1 0 0 0 0,1 0 0 0 0,1 2 0 0 0,2 4-4 0 0,0-1-1 0 0,1-1 0 0 0,0 1 1 0 0,1-1-1 0 0,-1 0 0 0 0,1 0 1 0 0,0 0-1 0 0,1-1 0 0 0,-1 0 1 0 0,1-1-1 0 0,0 1 1 0 0,0-1-1 0 0,1 0 0 0 0,-1-1 1 0 0,1 0-1 0 0,0 0 0 0 0,-1-1 1 0 0,1 1-1 0 0,13 0 0 0 0,9 3-101 0 0,1-3 0 0 0,-1 0 0 0 0,54-3 0 0 0,-46-2-500 0 0,68-14-1 0 0,-99 15 153 0 0,0 0 0 0 0,-1-1 0 0 0,1 0 0 0 0,-1 0-1 0 0,1 0 1 0 0,-1-1 0 0 0,0 0 0 0 0,0-1-1 0 0,0 1 1 0 0,-1-1 0 0 0,1 0 0 0 0,-1 0 0 0 0,0-1-1 0 0,6-6 1 0 0,-6-15-2113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44 2321 0 0,'-1'1'136'0'0,"1"0"-1"0"0,-1-1 1 0 0,1 1-1 0 0,-1 0 0 0 0,0-1 1 0 0,1 1-1 0 0,-1 0 1 0 0,0-1-1 0 0,1 1 1 0 0,-1-1-1 0 0,0 1 1 0 0,0-1-1 0 0,1 1 1 0 0,-1-1-1 0 0,0 0 1 0 0,0 1-1 0 0,0-1 1 0 0,0 0-1 0 0,0 0 1 0 0,1 0-1 0 0,-1 1 1 0 0,0-1-1 0 0,0 0 1 0 0,0 0-1 0 0,-2-1 1 0 0,-31 3 1662 0 0,29-2-1530 0 0,-120 8 1400 0 0,108-8-1603 0 0,1 1 0 0 0,-1 1 1 0 0,1 0-1 0 0,0 1 1 0 0,0 1-1 0 0,0 1 0 0 0,0 0 1 0 0,1 0-1 0 0,-22 12 0 0 0,25-9-24 0 0,0 0-1 0 0,1 1 1 0 0,0 0-1 0 0,0 0 1 0 0,-15 17-1 0 0,24-24-35 0 0,0 0-1 0 0,1 0 1 0 0,-1 0-1 0 0,0 1 1 0 0,1-1-1 0 0,-1 0 1 0 0,1 1-1 0 0,0-1 1 0 0,0 1-1 0 0,0-1 0 0 0,0 1 1 0 0,0-1-1 0 0,1 1 1 0 0,-1 0-1 0 0,1 0 1 0 0,-1-1-1 0 0,1 1 1 0 0,0 0-1 0 0,0-1 1 0 0,0 1-1 0 0,1 0 1 0 0,-1 0-1 0 0,1-1 1 0 0,-1 1-1 0 0,1 0 1 0 0,0-1-1 0 0,0 1 1 0 0,0-1-1 0 0,0 1 1 0 0,1-1-1 0 0,-1 0 1 0 0,1 1-1 0 0,-1-1 1 0 0,1 0-1 0 0,0 0 1 0 0,0 0-1 0 0,2 2 1 0 0,7 5 11 0 0,0-1 1 0 0,1 0-1 0 0,0-1 1 0 0,0 0-1 0 0,1 0 1 0 0,0-2-1 0 0,14 5 1 0 0,98 23 78 0 0,-107-29-89 0 0,0 0 0 0 0,0-2 0 0 0,1 0 1 0 0,-1-1-1 0 0,0-1 0 0 0,1-1 1 0 0,-1 0-1 0 0,0-2 0 0 0,0 0 0 0 0,0-1 1 0 0,0 0-1 0 0,-1-2 0 0 0,0 0 1 0 0,0-1-1 0 0,0 0 0 0 0,18-13 0 0 0,-31 18-4 0 0,0-1-1 0 0,0 0 0 0 0,0 1 0 0 0,-1-2 1 0 0,1 1-1 0 0,-1 0 0 0 0,0-1 0 0 0,0 0 1 0 0,0 1-1 0 0,-1-1 0 0 0,1 0 1 0 0,-1 0-1 0 0,0-1 0 0 0,0 1 0 0 0,0 0 1 0 0,1-8-1 0 0,-2 4-6 0 0,-1 0-1 0 0,0 0 1 0 0,0 0 0 0 0,-1 0-1 0 0,0 1 1 0 0,0-1-1 0 0,-3-9 1 0 0,0-1 13 0 0,2 9-26 0 0,-1-6-16 0 0,0 0 0 0 0,-1 0 0 0 0,-1 0 0 0 0,-12-26-1 0 0,16 38-16 0 0,-1 0 0 0 0,0-1-1 0 0,0 1 1 0 0,0 0-1 0 0,-1 0 1 0 0,1 1 0 0 0,0-1-1 0 0,-1 0 1 0 0,0 1 0 0 0,0 0-1 0 0,0 0 1 0 0,0-1-1 0 0,0 2 1 0 0,0-1 0 0 0,0 0-1 0 0,-1 1 1 0 0,1-1-1 0 0,-1 1 1 0 0,1 0 0 0 0,-1 0-1 0 0,1 0 1 0 0,-1 1 0 0 0,0-1-1 0 0,1 1 1 0 0,-1 0-1 0 0,0 0 1 0 0,-3 1 0 0 0,-35 9-1237 0 0,41-10 1193 0 0,0 1-1 0 0,0-1 1 0 0,0 1-1 0 0,0-1 1 0 0,0 1-1 0 0,1-1 1 0 0,-1 1-1 0 0,0 0 1 0 0,0-1-1 0 0,0 1 0 0 0,1 0 1 0 0,-1 0-1 0 0,0 0 1 0 0,1-1-1 0 0,-1 1 1 0 0,1 0-1 0 0,-1 0 1 0 0,1 0-1 0 0,-1 0 1 0 0,1 0-1 0 0,0 0 0 0 0,-1 0 1 0 0,1 0-1 0 0,0 0 1 0 0,0 0-1 0 0,0 0 1 0 0,0 0-1 0 0,0 0 1 0 0,0 0-1 0 0,0 0 1 0 0,0 0-1 0 0,0 0 0 0 0,1 0 1 0 0,-1 0-1 0 0,0 0 1 0 0,0 0-1 0 0,1 0 1 0 0,-1 0-1 0 0,2 1 1 0 0,23 35-4054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61 145 560 0 0,'-6'2'691'0'0,"5"-2"-567"0"0,0 0 0 0 0,-1 1 0 0 0,1-1 0 0 0,0 0 0 0 0,0 1 0 0 0,0-1 0 0 0,0 0 0 0 0,0 1 0 0 0,0-1 0 0 0,0 1 0 0 0,0 0 0 0 0,0-1 0 0 0,0 1 0 0 0,0 0 0 0 0,0 0 0 0 0,0-1 0 0 0,1 1 0 0 0,-1 0-1 0 0,0 0 1 0 0,1 0 0 0 0,-1 0 0 0 0,0 0 0 0 0,1 0 0 0 0,-1 0 0 0 0,1 0 0 0 0,-1 0 0 0 0,1 3 0 0 0,-1-4-71 0 0,1 1 0 0 0,0-1 1 0 0,0 1-1 0 0,0-1 0 0 0,-1 1 0 0 0,1-1 0 0 0,0 0 0 0 0,0 1 0 0 0,-1-1 1 0 0,1 0-1 0 0,-1 1 0 0 0,1-1 0 0 0,0 0 0 0 0,-1 1 0 0 0,1-1 0 0 0,-1 0 0 0 0,1 1 1 0 0,0-1-1 0 0,-1 0 0 0 0,1 0 0 0 0,-1 0 0 0 0,1 1 0 0 0,-1-1 0 0 0,1 0 1 0 0,-1 0-1 0 0,1 0 0 0 0,-1 0 0 0 0,1 0 0 0 0,-1 0 0 0 0,1 0 0 0 0,-1 0 0 0 0,1 0 1 0 0,-1 0-1 0 0,1 0 0 0 0,-1 0 0 0 0,0-1 0 0 0,0 1-28 0 0,1 0-1 0 0,0 0 1 0 0,-1-1 0 0 0,1 1 0 0 0,-1 0-1 0 0,1 0 1 0 0,-1 0 0 0 0,1 0-1 0 0,-1 0 1 0 0,1 0 0 0 0,-1 0-1 0 0,1 0 1 0 0,0 0 0 0 0,-1 0-1 0 0,1 1 1 0 0,-1-1 0 0 0,1 0-1 0 0,-1 0 1 0 0,1 0 0 0 0,-1 0 0 0 0,1 1-1 0 0,0-1 1 0 0,-1 0 0 0 0,1 0-1 0 0,-1 1 1 0 0,1-1 0 0 0,0 0-1 0 0,-1 1 1 0 0,1-1 0 0 0,0 0-1 0 0,0 1 1 0 0,-1-1 0 0 0,1 1-1 0 0,0-1 1 0 0,-1 1 0 0 0,1 0 375 0 0,5-2-133 0 0,-3 1-247 0 0,-1 0-1 0 0,0-1 1 0 0,0 1 0 0 0,0-1-1 0 0,1 1 1 0 0,-1-1 0 0 0,0 1 0 0 0,0-1-1 0 0,0 0 1 0 0,0 1 0 0 0,0-1 0 0 0,0 0-1 0 0,0 0 1 0 0,0 0 0 0 0,-1 0 0 0 0,1 0-1 0 0,0 0 1 0 0,0 0 0 0 0,-1 0 0 0 0,1 0-1 0 0,-1 0 1 0 0,1 0 0 0 0,0-2 0 0 0,2-35 457 0 0,-3 26-468 0 0,0-88 485 0 0,-2 95-469 0 0,3 4-23 0 0,0 1 0 0 0,0-1 0 0 0,0 0 1 0 0,0 1-1 0 0,1-1 0 0 0,-1 0 0 0 0,0 1 0 0 0,0-1 0 0 0,1 1 0 0 0,-1 0 0 0 0,0 0 0 0 0,1-1 0 0 0,-1 1 0 0 0,0 0 0 0 0,1 0 0 0 0,-1 0 0 0 0,0 0 0 0 0,1 0 0 0 0,1 1 0 0 0,-3-1-2 0 0,0 0 0 0 0,1 0 0 0 0,-1 0 0 0 0,1 1 0 0 0,-1-1 0 0 0,0 0 0 0 0,0 0 0 0 0,1 0 0 0 0,-1 1 0 0 0,0-1 0 0 0,1 0 0 0 0,-1 0 0 0 0,0 1 0 0 0,0-1 0 0 0,1 0 0 0 0,-1 0 0 0 0,0 1 0 0 0,0-1 0 0 0,0 0 0 0 0,0 1 0 0 0,1-1 0 0 0,-1 0 0 0 0,0 1 0 0 0,0-1 0 0 0,0 0 0 0 0,0 1 0 0 0,0-1 0 0 0,0 1 0 0 0,0-1 0 0 0,0 1 0 0 0,4 8 0 0 0,18 11-3 0 0,-19-19 6 0 0,-1 1 1 0 0,0 0-1 0 0,1 0 1 0 0,-1-1-1 0 0,0 1 1 0 0,0 1-1 0 0,0-1 1 0 0,0 0-1 0 0,-1 0 1 0 0,1 1-1 0 0,-1-1 1 0 0,1 1-1 0 0,-1-1 1 0 0,0 1-1 0 0,0 0 1 0 0,0-1-1 0 0,0 1 1 0 0,0 0-1 0 0,-1 0 1 0 0,1 0-1 0 0,-1-1 1 0 0,0 1-1 0 0,0 4 1 0 0,0-7-5 0 0,0 1 1 0 0,0 0 0 0 0,0-1 0 0 0,0 1 0 0 0,1 0 0 0 0,-1-1 0 0 0,0 1 0 0 0,0 0 0 0 0,0-1-1 0 0,1 1 1 0 0,-1 0 0 0 0,0-1 0 0 0,1 1 0 0 0,-1-1 0 0 0,0 1 0 0 0,1-1 0 0 0,-1 1 0 0 0,1-1-1 0 0,-1 1 1 0 0,1-1 0 0 0,-1 1 0 0 0,1-1 0 0 0,-1 1 0 0 0,1-1 0 0 0,0 0 0 0 0,-1 1 0 0 0,1-1-1 0 0,0 0 1 0 0,-1 0 0 0 0,1 1 0 0 0,0-1 0 0 0,-1 0 0 0 0,1 0 0 0 0,0 0 0 0 0,-1 0 0 0 0,1 0-1 0 0,0 0 1 0 0,0 0 3 0 0,-1 0-1 0 0,1 0 1 0 0,-1 0-1 0 0,1 0 0 0 0,-1 0 1 0 0,1 0-1 0 0,-1 0 1 0 0,1 0-1 0 0,-1 0 0 0 0,1 0 1 0 0,-1 1-1 0 0,1-1 1 0 0,-1 0-1 0 0,1 0 0 0 0,-1 0 1 0 0,0 1-1 0 0,1-1 1 0 0,-1 0-1 0 0,1 1 0 0 0,-1-1 1 0 0,0 0-1 0 0,1 1 1 0 0,-1-1-1 0 0,0 0 0 0 0,1 1 1 0 0,-1-1-1 0 0,0 1 1 0 0,0-1-1 0 0,0 1 1 0 0,1-1-1 0 0,-1 0 0 0 0,0 1 1 0 0,0-1-1 0 0,0 2 1 0 0,0-1 3 0 0,-1-1 1 0 0,0 1 0 0 0,0 0 0 0 0,0-1 0 0 0,0 1-1 0 0,0-1 1 0 0,0 1 0 0 0,0-1 0 0 0,0 0 0 0 0,-1 1 0 0 0,1-1-1 0 0,0 0 1 0 0,0 0 0 0 0,0 1 0 0 0,0-1 0 0 0,0 0-1 0 0,-1 0 1 0 0,1 0 0 0 0,0-1 0 0 0,0 1 0 0 0,-1 0 0 0 0,1 0 3 0 0,-9-6 150 0 0,8 5-153 0 0,1 1 0 0 0,-1-1 1 0 0,1 0-1 0 0,-1 0 0 0 0,0 0 1 0 0,1 0-1 0 0,0 0 0 0 0,-1 0 0 0 0,1 0 1 0 0,0-1-1 0 0,-1 1 0 0 0,1 0 1 0 0,0-1-1 0 0,0 1 0 0 0,0-1 1 0 0,0 1-1 0 0,0-1 0 0 0,1 1 0 0 0,-1-1 1 0 0,0 0-1 0 0,1 1 0 0 0,-1-1 1 0 0,1 0-1 0 0,0 0 0 0 0,-1 1 1 0 0,1-1-1 0 0,0 0 0 0 0,0 0 1 0 0,0 0-1 0 0,0 1 0 0 0,0-1 0 0 0,1 0 1 0 0,-1 0-1 0 0,1 1 0 0 0,-1-1 1 0 0,1 0-1 0 0,-1 0 0 0 0,1 1 1 0 0,0-1-1 0 0,0 1 0 0 0,1-3 0 0 0,3 0-5 0 0,-1 0-1 0 0,1 0 0 0 0,0 0 0 0 0,1 1 0 0 0,-1 0 0 0 0,1 0 0 0 0,-1 0 0 0 0,1 1 0 0 0,0-1 1 0 0,0 1-1 0 0,0 1 0 0 0,0-1 0 0 0,0 1 0 0 0,13-1 0 0 0,9 0-2 0 0,53 2-1 0 0,-62 2 13 0 0,0 1 1 0 0,-1 0-1 0 0,1 1 1 0 0,-1 1-1 0 0,0 1 0 0 0,18 8 1 0 0,-25-9-5 0 0,0 0 0 0 0,0 1 1 0 0,-1 0-1 0 0,0 0 0 0 0,0 1 1 0 0,-1 0-1 0 0,1 1 0 0 0,-2 0 0 0 0,1 1 1 0 0,7 10-1 0 0,-16-19-11 0 0,1 1 1 0 0,-1 0-1 0 0,0 0 1 0 0,1 0-1 0 0,-1 0 1 0 0,1 0-1 0 0,0-1 1 0 0,-1 1-1 0 0,1 0 1 0 0,0 0-1 0 0,-1-1 1 0 0,1 1-1 0 0,0 0 1 0 0,0-1-1 0 0,-1 1 1 0 0,1-1-1 0 0,0 1 1 0 0,0-1-1 0 0,0 1 1 0 0,0-1-1 0 0,0 0 1 0 0,0 0-1 0 0,0 1 1 0 0,0-1-1 0 0,0 0 1 0 0,0 0-1 0 0,0 0 1 0 0,0 0-1 0 0,0 0 1 0 0,1 0-1 0 0,3 0-61 0 0,-55-37-6551 0 0,45 24 4202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148 112 1681 0 0,'-5'2'627'0'0,"4"-2"-447"0"0,0 1 0 0 0,-1-1 0 0 0,1 0 0 0 0,0 0 1 0 0,0 1-1 0 0,0-1 0 0 0,0 1 0 0 0,0-1 0 0 0,0 1 0 0 0,0-1 0 0 0,0 1 0 0 0,0 0 0 0 0,0 0 0 0 0,0-1 0 0 0,0 1 0 0 0,0 0 0 0 0,0 0 0 0 0,1 0 1 0 0,-1 0-1 0 0,0 0 0 0 0,1 0 0 0 0,-1 0 0 0 0,1 0 0 0 0,-1 0 0 0 0,1 0 0 0 0,-1 0 0 0 0,1 0 0 0 0,0 1 0 0 0,-1-1 0 0 0,1 0 0 0 0,0 0 0 0 0,0 0 0 0 0,0 2 1 0 0,5-3 312 0 0,11 0-382 0 0,0-1-1 0 0,0 0 0 0 0,0-1 1 0 0,0-1-1 0 0,16-5 1 0 0,-25 6-103 0 0,0-1 0 0 0,0 1-1 0 0,-1-1 1 0 0,1-1 0 0 0,-1 1 0 0 0,0-1 0 0 0,0 0 0 0 0,0-1 0 0 0,-1 1 0 0 0,1-1 0 0 0,-1 0 0 0 0,0 0 0 0 0,5-9 0 0 0,-9 13-5 0 0,-1 0 0 0 0,1 0 0 0 0,-1 1-1 0 0,1-1 1 0 0,-1 0 0 0 0,0 0 0 0 0,1 0 0 0 0,-1 0 0 0 0,0 0 0 0 0,0 0 0 0 0,0 0 0 0 0,0 0 0 0 0,0-1 0 0 0,0 1 0 0 0,0 0 0 0 0,0 0 0 0 0,0 0 0 0 0,-1 0-1 0 0,1 0 1 0 0,0 0 0 0 0,-1 0 0 0 0,1 1 0 0 0,0-1 0 0 0,-1 0 0 0 0,1 0 0 0 0,-1 0 0 0 0,0 0 0 0 0,1 0 0 0 0,-1 0 0 0 0,0 1 0 0 0,1-1 0 0 0,-1 0-1 0 0,0 1 1 0 0,0-1 0 0 0,0 0 0 0 0,1 1 0 0 0,-1-1 0 0 0,0 1 0 0 0,-1-1 0 0 0,-47-19 213 0 0,35 17-125 0 0,1 1 0 0 0,-1 0 1 0 0,0 0-1 0 0,0 2 0 0 0,0 0 0 0 0,0 0 0 0 0,0 1 0 0 0,-18 5 0 0 0,25-5-53 0 0,0 0-1 0 0,1 0 1 0 0,-1 1 0 0 0,1 1-1 0 0,-1-1 1 0 0,1 1-1 0 0,0 0 1 0 0,0 0 0 0 0,0 1-1 0 0,0-1 1 0 0,1 1-1 0 0,-1 1 1 0 0,1-1-1 0 0,0 1 1 0 0,0 0 0 0 0,1 0-1 0 0,0 0 1 0 0,-6 9-1 0 0,9-11-28 0 0,0 0 0 0 0,0 1 0 0 0,0-1 0 0 0,0 1-1 0 0,0-1 1 0 0,1 1 0 0 0,0-1 0 0 0,0 1 0 0 0,0 0 0 0 0,0-1 0 0 0,0 1-1 0 0,0-1 1 0 0,1 1 0 0 0,0-1 0 0 0,0 1 0 0 0,0-1 0 0 0,0 1-1 0 0,1-1 1 0 0,-1 0 0 0 0,1 0 0 0 0,0 0 0 0 0,0 0 0 0 0,0 0-1 0 0,0 0 1 0 0,0 0 0 0 0,1 0 0 0 0,2 2 0 0 0,5 5-6 0 0,1-1-1 0 0,-1 0 1 0 0,1-1 0 0 0,1 0 0 0 0,0-1-1 0 0,21 10 1 0 0,-4-6-69 0 0,0-1 0 0 0,1-1-1 0 0,0-2 1 0 0,49 7 0 0 0,-17-8-709 0 0,82-2 0 0 0,11-12-2213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3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31 134 3041 0 0,'-1'1'132'0'0,"1"-1"-1"0"0,0 1 1 0 0,-1-1-1 0 0,1 1 0 0 0,0-1 1 0 0,-1 1-1 0 0,1-1 1 0 0,-1 0-1 0 0,1 1 0 0 0,-1-1 1 0 0,1 0-1 0 0,-1 1 1 0 0,1-1-1 0 0,-1 0 0 0 0,0 0 1 0 0,1 1-1 0 0,-1-1 1 0 0,1 0-1 0 0,-1 0 1 0 0,1 0-1 0 0,-1 0 0 0 0,0 0 1 0 0,1 0-1 0 0,-1 0 1 0 0,1 0-1 0 0,-1 0 0 0 0,0 0 1 0 0,1 0-1 0 0,-1 0 1 0 0,1 0-1 0 0,-1-1 0 0 0,-1 1 1 0 0,-9 1 1134 0 0,11 1-1254 0 0,0 0 0 0 0,1-1-1 0 0,-1 1 1 0 0,1-1 0 0 0,-1 1 0 0 0,1-1-1 0 0,0 1 1 0 0,0-1 0 0 0,-1 1 0 0 0,1-1 0 0 0,0 0-1 0 0,0 1 1 0 0,1-1 0 0 0,-1 0 0 0 0,0 0-1 0 0,0 0 1 0 0,0 0 0 0 0,1 0 0 0 0,-1 0 0 0 0,2 1-1 0 0,2 1 21 0 0,0 0-1 0 0,0-1 0 0 0,1 0 1 0 0,-1 0-1 0 0,0 0 0 0 0,9 1 1 0 0,75 12 128 0 0,179 6 0 0 0,-264-21-159 0 0,1 0 0 0 0,-1 0 0 0 0,0 0 0 0 0,1-1 1 0 0,-1 1-1 0 0,0-1 0 0 0,0 0 0 0 0,0-1 0 0 0,0 1 0 0 0,0-1 0 0 0,6-2 0 0 0,-10 4 0 0 0,0-1-1 0 0,0 1 1 0 0,1 0-1 0 0,-1-1 1 0 0,0 1-1 0 0,1 0 1 0 0,-1-1-1 0 0,0 1 1 0 0,0 0-1 0 0,0-1 1 0 0,0 1-1 0 0,1-1 1 0 0,-1 1-1 0 0,0 0 1 0 0,0-1-1 0 0,0 1 1 0 0,0-1 0 0 0,0 1-1 0 0,0 0 1 0 0,0-1-1 0 0,0 1 1 0 0,0-1-1 0 0,0 1 1 0 0,0-1-1 0 0,0 1 1 0 0,0 0-1 0 0,0-1 1 0 0,-1 1-1 0 0,1-1 1 0 0,0 1-1 0 0,0 0 1 0 0,0-1-1 0 0,-1 1 1 0 0,1 0-1 0 0,0-1 1 0 0,0 1-1 0 0,-1 0 1 0 0,1-1-1 0 0,0 1 1 0 0,-1 0-1 0 0,1-1 1 0 0,-1 1-1 0 0,-20-15 34 0 0,13 9-23 0 0,-47-32 127 0 0,-1 2 0 0 0,-119-54 0 0 0,145 81 114 0 0,30 9-247 0 0,0 0 0 0 0,-1 0 1 0 0,1 0-1 0 0,-1 0 0 0 0,1 0 1 0 0,-1 0-1 0 0,1 0 0 0 0,0 0 0 0 0,-1 0 1 0 0,1 0-1 0 0,-1 0 0 0 0,1 1 1 0 0,-1-1-1 0 0,1 0 0 0 0,0 0 1 0 0,-1 1-1 0 0,1-1 0 0 0,0 0 0 0 0,-1 0 1 0 0,1 1-1 0 0,0-1 0 0 0,-1 0 1 0 0,1 1-1 0 0,0-1 0 0 0,0 0 1 0 0,-1 1-1 0 0,1-1 0 0 0,0 1 1 0 0,0-1-1 0 0,0 0 0 0 0,-1 1 0 0 0,1-1 1 0 0,0 1-1 0 0,0-1 0 0 0,0 1 1 0 0,0-1-1 0 0,0 0 0 0 0,0 1 1 0 0,0-1-1 0 0,0 1 0 0 0,0-1 0 0 0,0 1 1 0 0,1 1-2 0 0,0-1 0 0 0,0 1 0 0 0,0-1 0 0 0,0 1 0 0 0,0-1 0 0 0,0 1 0 0 0,0-1 0 0 0,0 0 0 0 0,0 0 0 0 0,1 0 0 0 0,-1 0 0 0 0,0 1 0 0 0,1-2 0 0 0,-1 1 1 0 0,1 0-1 0 0,-1 0 0 0 0,1 0 0 0 0,-1-1 0 0 0,3 1 0 0 0,10 7 8 0 0,128 65 62 0 0,259 95-1 0 0,-266-116-86 0 0,-109-43-12 0 0,-20-8 19 0 0,0 1 0 0 0,-1-1 0 0 0,1 1 0 0 0,0 0 0 0 0,-1 1 0 0 0,1-1 0 0 0,-1 1 0 0 0,1 0 0 0 0,-1 1 0 0 0,0-1 0 0 0,-1 1 0 0 0,1 0 0 0 0,-1 0 0 0 0,1 1 0 0 0,6 8 0 0 0,-11-12 8 0 0,1 0 0 0 0,-1 1-1 0 0,1-1 1 0 0,-1 0 0 0 0,0 1-1 0 0,0-1 1 0 0,1 0 0 0 0,-1 1-1 0 0,0-1 1 0 0,0 1 0 0 0,0-1-1 0 0,0 0 1 0 0,0 1 0 0 0,-1-1-1 0 0,1 0 1 0 0,0 1 0 0 0,-1-1-1 0 0,1 0 1 0 0,-1 1 0 0 0,1-1-1 0 0,-1 0 1 0 0,0 0 0 0 0,0 2-1 0 0,-2 0 13 0 0,0 1 1 0 0,0-1-1 0 0,0 0 0 0 0,0 0 0 0 0,-1-1 0 0 0,1 1 0 0 0,-8 3 1 0 0,-7 3 120 0 0,0 0 1 0 0,-30 8 0 0 0,47-16-123 0 0,-42 10 261 0 0,0-2-1 0 0,-1-2 0 0 0,-80 4 1 0 0,56-6-127 0 0,45-4-116 0 0,-23 4 38 0 0,-1-2 0 0 0,0-2 0 0 0,-91-11-1 0 0,89-2-539 0 0,26 1 49 0 0,23 10 405 0 0,0 1 0 0 0,-1 0 0 0 0,1 0 1 0 0,0-1-1 0 0,-1 1 0 0 0,1 0 0 0 0,0-1 1 0 0,-1 1-1 0 0,1 0 0 0 0,0-1 0 0 0,0 1 0 0 0,-1-1 1 0 0,1 1-1 0 0,0 0 0 0 0,0-1 0 0 0,0 1 1 0 0,-1-1-1 0 0,1 1 0 0 0,0 0 0 0 0,0-1 1 0 0,0 1-1 0 0,0-1 0 0 0,0 1 0 0 0,0-1 0 0 0,0 1 1 0 0,0-1-1 0 0,0 1 0 0 0,0 0 0 0 0,0-1 1 0 0,1 1-1 0 0,-1-1 0 0 0,0 1 0 0 0,0-1 1 0 0,0 0-1 0 0,7-4-140 0 0,0 0 1 0 0,0 0 0 0 0,0 0-1 0 0,1 1 1 0 0,0 0-1 0 0,11-4 1 0 0,24-14-790 0 0,23-15-1949 0 0,19 0-1720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214 199 880 0 0,'-5'1'341'0'0,"4"-1"-185"0"0,0 0 0 0 0,0 0 0 0 0,0 0 0 0 0,0 0 0 0 0,0 1 0 0 0,0-1 0 0 0,0 0 0 0 0,0 0 0 0 0,0 1 0 0 0,0-1 0 0 0,0 0 0 0 0,0 1 0 0 0,0-1 0 0 0,0 1 0 0 0,0-1 0 0 0,1 1 0 0 0,-1 0 0 0 0,0-1 0 0 0,0 1 0 0 0,1 0 0 0 0,-1-1 0 0 0,0 1 0 0 0,1 0 0 0 0,-1 0 0 0 0,1 0 1 0 0,-1 0-1 0 0,1 0 0 0 0,-1-1 0 0 0,1 1 0 0 0,0 0 0 0 0,-1 0 0 0 0,1 0 0 0 0,0 0 0 0 0,0 0 0 0 0,0 0 0 0 0,0 0 0 0 0,0 2 0 0 0,0-2 831 0 0,5-2-720 0 0,20-6 600 0 0,-30 0-454 0 0,-37-18-23 0 0,16 10-119 0 0,0-2-1 0 0,-26-20 0 0 0,37 26-137 0 0,-24-22 120 0 0,38 32-239 0 0,1 0 0 0 0,-1 0-1 0 0,0 1 1 0 0,0-1 0 0 0,1 0 0 0 0,-1 0-1 0 0,0 0 1 0 0,1 0 0 0 0,-1 0 0 0 0,1 0-1 0 0,0 0 1 0 0,-1 0 0 0 0,1 0-1 0 0,0 0 1 0 0,-1-1 0 0 0,1 1 0 0 0,0 0-1 0 0,0 0 1 0 0,0 0 0 0 0,0 0-1 0 0,0 0 1 0 0,0 0 0 0 0,1 0 0 0 0,-1-1-1 0 0,0 1 1 0 0,0 0 0 0 0,1 0 0 0 0,-1 0-1 0 0,1 0 1 0 0,-1 0 0 0 0,1 0-1 0 0,-1 0 1 0 0,1 0 0 0 0,0 0 0 0 0,1-1-1 0 0,4-2 28 0 0,-1 0-1 0 0,2 0 1 0 0,-1 0 0 0 0,0 1-1 0 0,1 0 1 0 0,0 0-1 0 0,0 1 1 0 0,0 0-1 0 0,0 0 1 0 0,0 1-1 0 0,0 0 1 0 0,0 0-1 0 0,0 0 1 0 0,9 1-1 0 0,22 0 35 0 0,49 6-1 0 0,-60-3-70 0 0,70 8-368 0 0,38 2-1588 0 0,-119-13 905 0 0,0-1 0 0 0,0 0 0 0 0,0-1 0 0 0,0 0 0 0 0,-1-1 0 0 0,21-7 0 0 0,-7-1-1434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4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1601 0 0,'-30'19'1681'0'0,"-1"-7"-1121"0"0,31-5-560 0 0,-30-1-240 0 0,30 0 80 0 0,0 2 0 0 0,0-3 160 0 0,0 7-81 0 0,0-4 81 0 0,0-3-160 0 0,-30 1-160 0 0,30 2-560 0 0,-30-2-401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62 480 0 0,'0'0'1147'0'0,"-5"1"401"0"0,5-1-1346 0 0,-2 0-72 0 0,1 0-1 0 0,0 0 1 0 0,-1 0-1 0 0,1 0 1 0 0,0 0-1 0 0,-1 1 1 0 0,1-1 0 0 0,0 1-1 0 0,-1-1 1 0 0,1 1-1 0 0,0-1 1 0 0,-1 1-1 0 0,1 0 1 0 0,0-1 0 0 0,0 1-1 0 0,0 0 1 0 0,-2 1-1 0 0,3-1 1018 0 0,5-2-866 0 0,-3 1-214 0 0,-1 1-24 0 0,1-1 0 0 0,0 0 0 0 0,-1 0 0 0 0,1-1 0 0 0,0 1 0 0 0,0 0 0 0 0,-1 0 1 0 0,1-1-1 0 0,0 1 0 0 0,-1-1 0 0 0,1 0 0 0 0,1 0 0 0 0,-1-1 26 0 0,-1 0 1 0 0,1 1 0 0 0,0-1-1 0 0,-1 1 1 0 0,1 0 0 0 0,0-1 0 0 0,0 1-1 0 0,0 0 1 0 0,0 0 0 0 0,0 0-1 0 0,0 1 1 0 0,0-1 0 0 0,4-1 0 0 0,0 0 154 0 0,18-5-129 0 0,0 0-1 0 0,1 1 1 0 0,0 2-1 0 0,0 0 1 0 0,1 2 0 0 0,-1 1-1 0 0,1 1 1 0 0,-1 1-1 0 0,0 1 1 0 0,42 8 0 0 0,-56-1-91 0 0,-7-4 5 0 0,3 2 8 0 0,1-1 1 0 0,1 1-1 0 0,-1-2 0 0 0,18 10 0 0 0,-19-11-6 0 0,0-1 0 0 0,0 1-1 0 0,-1 0 1 0 0,1 1-1 0 0,-1 0 1 0 0,0 0-1 0 0,-1 0 1 0 0,1 0 0 0 0,-1 1-1 0 0,0 0 1 0 0,5 7-1 0 0,-8-8-1 0 0,0 0 0 0 0,0-1 0 0 0,1 1 0 0 0,0-1 0 0 0,0 0 0 0 0,0 0 0 0 0,1 0-1 0 0,4 5 1 0 0,-3-1-9 0 0,-10-8-53 0 0,1-1 52 0 0,0 0 1 0 0,0 0-1 0 0,1-1 0 0 0,-1 0 1 0 0,1 1-1 0 0,-1-1 0 0 0,1 0 0 0 0,0 0 1 0 0,-1-1-1 0 0,1 1 0 0 0,0-1 1 0 0,1 0-1 0 0,-1 1 0 0 0,0-1 1 0 0,1-1-1 0 0,-1 1 0 0 0,1 0 0 0 0,-2-4 1 0 0,-3-3 0 0 0,0 1 0 0 0,-1 0 0 0 0,-18-15 0 0 0,-1-3 0 0 0,11 8 0 0 0,12 13 0 0 0,0 1 0 0 0,0 1 0 0 0,0-1 0 0 0,-1 1 0 0 0,1-1 0 0 0,-1 1 0 0 0,-1 0 0 0 0,-6-4 0 0 0,-19-2 0 0 0,30 10-1 0 0,0 0 0 0 0,0 0 0 0 0,0 0 0 0 0,0 0 0 0 0,0 0 0 0 0,0 0 0 0 0,0 0 0 0 0,0 0 0 0 0,0 1 0 0 0,-1-1 0 0 0,1 0 0 0 0,0 1 0 0 0,0-1 0 0 0,0 1 0 0 0,0-1 0 0 0,1 1 0 0 0,-1-1 0 0 0,0 1 1 0 0,0 0-1 0 0,0-1 0 0 0,0 1 0 0 0,0 0 0 0 0,1 0 0 0 0,-1-1 0 0 0,0 1 0 0 0,1 0 0 0 0,-1 0 0 0 0,1 0 0 0 0,-1 0 0 0 0,1 0 0 0 0,-1 0 0 0 0,1 0 0 0 0,0 0 0 0 0,-1 0 0 0 0,1 1 0 0 0,-2 47-1 0 0,3-29 39 0 0,0-3-13 0 0,0-1 0 0 0,2 1 0 0 0,0-1 0 0 0,0 1 0 0 0,2-1 1 0 0,0-1-1 0 0,9 20 0 0 0,-12-29-22 0 0,1 0 0 0 0,0 0 0 0 0,0 0 0 0 0,0 0 0 0 0,1-1 0 0 0,-1 1 0 0 0,1-1 0 0 0,1 0 0 0 0,-1 0 0 0 0,1-1 0 0 0,0 1 0 0 0,0-1 0 0 0,0 0 0 0 0,1 0 0 0 0,-1-1 1 0 0,1 0-1 0 0,0 0 0 0 0,0 0 0 0 0,0-1 0 0 0,0 1 0 0 0,1-1 0 0 0,11 2 0 0 0,44-8-68 0 0,-60 4 27 0 0,0 0 1 0 0,0 0-1 0 0,0-1 0 0 0,0 1 1 0 0,1 0-1 0 0,-1-1 0 0 0,0 1 1 0 0,0-1-1 0 0,0 0 0 0 0,0 1 1 0 0,0-1-1 0 0,-1 0 0 0 0,1 0 1 0 0,0 0-1 0 0,0-1 0 0 0,-1 1 1 0 0,1 0-1 0 0,0-1 0 0 0,-1 1 1 0 0,0-1-1 0 0,1 1 0 0 0,-1-1 1 0 0,0 0-1 0 0,0 0 0 0 0,0 0 1 0 0,0 1-1 0 0,0-1 0 0 0,1-2 1 0 0,-2 2-100 0 0,0 0 0 0 0,0 0 0 0 0,1 0 1 0 0,-1 0-1 0 0,1 0 0 0 0,-1 0 0 0 0,1 0 1 0 0,0 1-1 0 0,0-1 0 0 0,0 0 0 0 0,0 0 1 0 0,0 1-1 0 0,0-1 0 0 0,0 1 1 0 0,3-3-1 0 0,7-12-1273 0 0,-6-19-1444 0 0,-5 3 347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5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 1281 0 0,'-1'2'180'0'0,"1"-1"1"0"0,0 1-1 0 0,0 0 1 0 0,0 0 0 0 0,0 0-1 0 0,0 0 1 0 0,0 0 0 0 0,1-1-1 0 0,-1 1 1 0 0,0 0-1 0 0,1 0 1 0 0,0 0 0 0 0,-1-1-1 0 0,1 1 1 0 0,0 0-1 0 0,0-1 1 0 0,0 1 0 0 0,0 0-1 0 0,0-1 1 0 0,0 1 0 0 0,0-1-1 0 0,1 0 1 0 0,-1 1-1 0 0,0-1 1 0 0,1 0 0 0 0,1 1-1 0 0,3 3-67 0 0,-1 8 701 0 0,-5-10-121 0 0,0-6 814 0 0,0 2-1498 0 0,0 0-1 0 0,0 1 1 0 0,-1-1-1 0 0,1 0 1 0 0,0 1-1 0 0,0-1 1 0 0,-1 0-1 0 0,1 1 1 0 0,0-1 0 0 0,-1 0-1 0 0,1 1 1 0 0,-1-1-1 0 0,1 0 1 0 0,-1 1-1 0 0,1-1 1 0 0,-1 1-1 0 0,1-1 1 0 0,-1 1-1 0 0,0 0 1 0 0,1-1-1 0 0,-1 1 1 0 0,1 0-1 0 0,-1-1 1 0 0,0 1-1 0 0,-1-1 1 0 0,1 1-3 0 0,0 0 0 0 0,0-1 0 0 0,0 1 0 0 0,0-1-1 0 0,0 1 1 0 0,1-1 0 0 0,-1 0 0 0 0,0 1 0 0 0,0-1 0 0 0,0 0 0 0 0,0 1 0 0 0,1-1 0 0 0,-1 0 0 0 0,0 0-1 0 0,1 0 1 0 0,-1 0 0 0 0,1 0 0 0 0,-1 0 0 0 0,1 0 0 0 0,-1 0 0 0 0,1 0 0 0 0,0 0 0 0 0,-1 0 0 0 0,1 0-1 0 0,0 0 1 0 0,0 0 0 0 0,0-1 0 0 0,-1 0-6 0 0,1 1 1 0 0,0 0-1 0 0,0-1 0 0 0,0 1 1 0 0,-1 0-1 0 0,1-1 0 0 0,1 1 1 0 0,-1-1-1 0 0,0 1 0 0 0,0 0 1 0 0,0-1-1 0 0,1 1 0 0 0,-1 0 1 0 0,1-1-1 0 0,-1 1 0 0 0,1 0 1 0 0,-1 0-1 0 0,1-1 0 0 0,0 1 1 0 0,-1 0-1 0 0,1 0 0 0 0,0 0 0 0 0,0 0 1 0 0,0 0-1 0 0,0 0 0 0 0,0 0 1 0 0,0 0-1 0 0,0 1 0 0 0,0-1 1 0 0,1 0-1 0 0,-1 0 0 0 0,0 1 1 0 0,0-1-1 0 0,1 1 0 0 0,-1-1 1 0 0,0 1-1 0 0,2-1 0 0 0,7-3 1 0 0,15-2-1 0 0,-19 5 1 0 0,0 1 0 0 0,1 0 0 0 0,-1 0-1 0 0,0 0 1 0 0,0 1 0 0 0,0 0-1 0 0,0 0 1 0 0,0 1 0 0 0,0-1-1 0 0,0 1 1 0 0,0 0 0 0 0,-1 1 0 0 0,1 0-1 0 0,-1 0 1 0 0,0 0 0 0 0,0 0-1 0 0,0 1 1 0 0,7 6 0 0 0,-8-1 34 0 0,-4-9-34 0 0,0 0 1 0 0,0 1 0 0 0,0-1-1 0 0,0 1 1 0 0,0-1 0 0 0,0 1-1 0 0,0-1 1 0 0,0 1 0 0 0,0-1-1 0 0,0 1 1 0 0,0-1 0 0 0,1 1-1 0 0,-1-1 1 0 0,0 0 0 0 0,0 1-1 0 0,1-1 1 0 0,-1 1 0 0 0,0-1-1 0 0,1 0 1 0 0,-1 1 0 0 0,0-1-1 0 0,1 0 1 0 0,-1 1 0 0 0,0-1-1 0 0,1 0 1 0 0,0 1 0 0 0,13 10 28 0 0,-3-4 233 0 0,-11-8-261 0 0,0 1 0 0 0,1-1-1 0 0,-1 1 1 0 0,0-1-1 0 0,0 1 1 0 0,1-1 0 0 0,-1 1-1 0 0,0-1 1 0 0,1 1 0 0 0,-1 0-1 0 0,0-1 1 0 0,1 1-1 0 0,-1 0 1 0 0,0-1 0 0 0,1 1-1 0 0,-1 0 1 0 0,1-1 0 0 0,-1 1-1 0 0,1 0 1 0 0,-1 0 0 0 0,1-1-1 0 0,-1 1 1 0 0,1 0-1 0 0,-1 0 1 0 0,1 0 0 0 0,-1 0-1 0 0,1 0 1 0 0,-1 0 0 0 0,1 0-1 0 0,-1 0 1 0 0,1 0-1 0 0,-1 0 1 0 0,2 0 0 0 0,-2 0-1 0 0,1 0 0 0 0,-1 0 0 0 0,1 0 0 0 0,-1 0 0 0 0,1 0 0 0 0,0 0 0 0 0,-1 0 0 0 0,1 0 0 0 0,-1 0 1 0 0,1 0-1 0 0,-1 0 0 0 0,1-1 0 0 0,-1 1 0 0 0,1 0 0 0 0,-1 0 0 0 0,1 0 0 0 0,-1-1 0 0 0,1 1 0 0 0,-1 0 0 0 0,1-1 0 0 0,-1 1 1 0 0,1-1-1 0 0,-1 1 0 0 0,0 0 0 0 0,1-1 0 0 0,-1 1 0 0 0,1-1 0 0 0,-1 1 0 0 0,0-1 0 0 0,0 1 0 0 0,1-1 0 0 0,-1 1 0 0 0,0-1 1 0 0,0 0-1 0 0,0 0-1 0 0,1 1 0 0 0,-1 0 0 0 0,0-1 0 0 0,0 1 0 0 0,0-1 0 0 0,0 1 0 0 0,1 0 0 0 0,-1-1 0 0 0,0 1 0 0 0,0 0 0 0 0,1-1 0 0 0,-1 1 0 0 0,0 0 0 0 0,1 0 0 0 0,-1-1 0 0 0,0 1 0 0 0,1 0 0 0 0,-1 0 0 0 0,0 0 0 0 0,1-1 0 0 0,-1 1 0 0 0,0 0 0 0 0,1 0 0 0 0,-1 0 0 0 0,1 0 0 0 0,-1 0 0 0 0,0 0 0 0 0,1 0 0 0 0,-1 0 0 0 0,1 0 0 0 0,-1 0 0 0 0,0 0 0 0 0,1 0 0 0 0,-1 0 0 0 0,1 0 0 0 0,-1 0 0 0 0,0 0 0 0 0,1 0 0 0 0,0 0 0 0 0,21 7 0 0 0,18 12-150 0 0,0 2 0 0 0,-2 1-1 0 0,39 30 1 0 0,-66-44-70 0 0,-6-4-154 0 0,0 0-1 0 0,0 0 1 0 0,0 0 0 0 0,0-1 0 0 0,0 0-1 0 0,1-1 1 0 0,7 4 0 0 0,-8-6-2921 0 0,-5-6 400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181 584 2161 0 0,'-5'-2'227'0'0,"0"1"0"0"0,-1 0 1 0 0,1 1-1 0 0,0-1 0 0 0,0 1 0 0 0,-1 0 0 0 0,1 0 0 0 0,0 1 1 0 0,0 0-1 0 0,0 0 0 0 0,-1 0 0 0 0,1 0 0 0 0,0 1 0 0 0,0 0 1 0 0,1 0-1 0 0,-1 0 0 0 0,0 0 0 0 0,1 1 0 0 0,-1 0 0 0 0,1 0 1 0 0,0 0-1 0 0,0 0 0 0 0,0 1 0 0 0,0 0 0 0 0,1 0 1 0 0,-1 0-1 0 0,1 0 0 0 0,0 0 0 0 0,0 1 0 0 0,1-1 0 0 0,-1 1 1 0 0,-1 6-1 0 0,3-9-212 0 0,0 1 0 0 0,1-1 0 0 0,-1 1 0 0 0,1 0 0 0 0,0-1 0 0 0,0 1 0 0 0,0-1 0 0 0,0 1 0 0 0,0 0 0 0 0,0-1 0 0 0,1 1 0 0 0,-1-1 0 0 0,1 1 0 0 0,0-1 0 0 0,0 1 0 0 0,0-1 0 0 0,0 1 0 0 0,0-1 0 0 0,3 4 0 0 0,33 32-33 0 0,-32-34 16 0 0,12 10 0 0 0,1-2 0 0 0,1 0 1 0 0,0-1-1 0 0,0 0 0 0 0,38 13 0 0 0,-15-10 14 0 0,69 14 0 0 0,-104-26 2 0 0,0-1 0 0 0,0 0 0 0 0,1-1 0 0 0,-1 1 0 0 0,0-2-1 0 0,0 1 1 0 0,0-1 0 0 0,1 0 0 0 0,-1 0 0 0 0,0-1 0 0 0,0 0 0 0 0,0 0-1 0 0,-1-1 1 0 0,1 0 0 0 0,8-5 0 0 0,-11 6-18 0 0,1-1 0 0 0,-1-1 0 0 0,-1 1 0 0 0,1 0 0 0 0,0-1 0 0 0,-1 0 0 0 0,0 0 0 0 0,0 0 0 0 0,0 0 0 0 0,0 0 0 0 0,-1-1 0 0 0,1 1 0 0 0,-1-1 0 0 0,0 0 0 0 0,-1 0 0 0 0,1 1 0 0 0,-1-1 0 0 0,0 0 0 0 0,0 0 0 0 0,0 0 0 0 0,-1-10 0 0 0,-1-7-16 0 0,-2 1 0 0 0,0-1 0 0 0,-1 1 0 0 0,-1-1 1 0 0,-1 1-1 0 0,-1 1 0 0 0,-1-1 0 0 0,0 1 0 0 0,-2 1 0 0 0,-20-32 1 0 0,-18-18 8 0 0,-83-94 0 0 0,73 95 24 0 0,39 46 44 0 0,-1 0-1 0 0,0 2 1 0 0,-42-31 0 0 0,12 12 103 0 0,35 19-47 0 0,15 18-100 0 0,-1 1 0 0 0,1 0 0 0 0,-1-1 1 0 0,0 1-1 0 0,0 0 0 0 0,0-1 0 0 0,1 1 0 0 0,-1 0 0 0 0,0 0 1 0 0,-1 0-1 0 0,1 0 0 0 0,0 0 0 0 0,0 0 0 0 0,0 0 0 0 0,-1 0 1 0 0,1 0-1 0 0,0 1 0 0 0,-1-1 0 0 0,1 0 0 0 0,0 1 1 0 0,-1-1-1 0 0,1 1 0 0 0,-1-1 0 0 0,1 1 0 0 0,-1 0 0 0 0,1 0 1 0 0,-1 0-1 0 0,0 0 0 0 0,1 0 0 0 0,-1 0 0 0 0,1 0 0 0 0,-1 0 1 0 0,1 1-1 0 0,-1-1 0 0 0,1 0 0 0 0,-1 1 0 0 0,1 0 0 0 0,-2 0 1 0 0,2-1-9 0 0,1 0 0 0 0,0 1 0 0 0,0-1 0 0 0,-1 0 0 0 0,1 0 0 0 0,0 0 0 0 0,0 0 0 0 0,-1 0 0 0 0,1 0 0 0 0,0 1-1 0 0,0-1 1 0 0,0 0 0 0 0,0 0 0 0 0,-1 0 0 0 0,1 1 0 0 0,0-1 0 0 0,0 0 0 0 0,0 0 0 0 0,0 0 0 0 0,0 1 0 0 0,-1-1 0 0 0,1 0 0 0 0,0 0 0 0 0,0 1 0 0 0,0-1 0 0 0,0 0 0 0 0,0 0 0 0 0,0 1 0 0 0,0-1 0 0 0,0 0 0 0 0,0 1 0 0 0,0-1 0 0 0,0 0 0 0 0,0 0 0 0 0,0 1 0 0 0,0-1 0 0 0,0 0 0 0 0,0 0 0 0 0,1 1 0 0 0,-1-1 0 0 0,0 0 0 0 0,0 0 0 0 0,0 1 0 0 0,0-1 0 0 0,0 0 0 0 0,0 0 0 0 0,1 0 0 0 0,-1 1 0 0 0,0-1 0 0 0,0 0 0 0 0,0 0 0 0 0,1 0 0 0 0,-1 0 0 0 0,1 1 0 0 0,16 13-41 0 0,-8-8 51 0 0,3 8-7 0 0,-1 1-1 0 0,0 0 1 0 0,9 18-1 0 0,21 31 43 0 0,196 253 190 0 0,-119-143-242 0 0,-25-33-223 0 0,-91-139 192 0 0,1 1-1 0 0,-1 0 0 0 0,1-1 0 0 0,0 0 0 0 0,-1 1 0 0 0,1-1 0 0 0,0 0 0 0 0,0-1 0 0 0,0 1 0 0 0,1 0 0 0 0,-1-1 0 0 0,0 0 0 0 0,1 0 0 0 0,-1 0 0 0 0,0 0 0 0 0,1 0 0 0 0,-1-1 0 0 0,1 1 0 0 0,-1-1 1 0 0,5 0-1 0 0,-6 0-96 0 0,0 0 0 0 0,0-1 0 0 0,0 1 0 0 0,0 0 0 0 0,0-1 0 0 0,0 1 0 0 0,0-1 0 0 0,0 1 1 0 0,-1-1-1 0 0,1 0 0 0 0,0 0 0 0 0,0 0 0 0 0,-1 0 0 0 0,1 0 0 0 0,-1 0 0 0 0,1-1 0 0 0,-1 1 0 0 0,1 0 1 0 0,-1-1-1 0 0,0 1 0 0 0,0-1 0 0 0,1 0 0 0 0,-1 1 0 0 0,0-1 0 0 0,-1 0 0 0 0,1 1 0 0 0,0-1 1 0 0,0 0-1 0 0,-1 0 0 0 0,1 0 0 0 0,-1 0 0 0 0,0 0 0 0 0,1 0 0 0 0,-1 0 0 0 0,0-2 0 0 0,0-22-5059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6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1761 0 0,'0'5'400'0'0,"1"-1"0"0"0,-1 1 1 0 0,1-1-1 0 0,0 1 0 0 0,0-1 1 0 0,1 1-1 0 0,-1-1 0 0 0,1 0 1 0 0,0 0-1 0 0,0 0 0 0 0,0 0 1 0 0,1 0-1 0 0,-1 0 0 0 0,4 4 1 0 0,0-2-110 0 0,0 0 0 0 0,1 0 0 0 0,-1 0 0 0 0,1-1 1 0 0,0 0-1 0 0,1 0 0 0 0,8 4 0 0 0,-6-4-271 0 0,0 0 1 0 0,0-1-1 0 0,1 0 0 0 0,-1-1 0 0 0,1 0 1 0 0,0-1-1 0 0,0 0 0 0 0,0-1 0 0 0,0 0 1 0 0,0-1-1 0 0,20-1 0 0 0,-25 0 0 0 0,1 0 0 0 0,-1-1 0 0 0,0 0 0 0 0,0 0 0 0 0,1-1 0 0 0,-2 1 0 0 0,1-1 0 0 0,0-1 0 0 0,0 1 0 0 0,-1-1 0 0 0,7-5 0 0 0,-10 7-6 0 0,0-1 0 0 0,0 1 0 0 0,0 0 0 0 0,-1-1-1 0 0,1 1 1 0 0,-1-1 0 0 0,0 1 0 0 0,0-1 0 0 0,1 0 0 0 0,-2 0-1 0 0,1 1 1 0 0,0-1 0 0 0,0 0 0 0 0,-1 0 0 0 0,0 0 0 0 0,0 0-1 0 0,1 0 1 0 0,-2 0 0 0 0,1 0 0 0 0,0 0 0 0 0,-1 1 0 0 0,1-1-1 0 0,-1 0 1 0 0,0 0 0 0 0,0 0 0 0 0,-2-4 0 0 0,-1-3 47 0 0,0 0-1 0 0,-1 1 1 0 0,0-1 0 0 0,-1 1 0 0 0,-10-12 0 0 0,15 19-33 0 0,0 0 0 0 0,-1 0 0 0 0,0 0 0 0 0,1 1 0 0 0,-1-1 0 0 0,0 1 0 0 0,0-1 1 0 0,0 1-1 0 0,0 0 0 0 0,0-1 0 0 0,0 1 0 0 0,0 0 0 0 0,0 0 0 0 0,-1 0 0 0 0,1 1 0 0 0,0-1 0 0 0,0 1 1 0 0,-1-1-1 0 0,1 1 0 0 0,-1 0 0 0 0,1 0 0 0 0,0 0 0 0 0,-1 0 0 0 0,1 0 0 0 0,0 0 0 0 0,-1 1 1 0 0,1-1-1 0 0,0 1 0 0 0,-1-1 0 0 0,1 1 0 0 0,0 0 0 0 0,0 0 0 0 0,-4 3 0 0 0,4-3-1 0 0,0 0 0 0 0,1 1 0 0 0,-1-1 0 0 0,1 0 0 0 0,-1 1 0 0 0,1 0 0 0 0,-1-1 1 0 0,1 1-1 0 0,0 0 0 0 0,0 0 0 0 0,0-1 0 0 0,0 1 0 0 0,0 0 0 0 0,1 0 0 0 0,-1 0 0 0 0,0 0 0 0 0,1 0 0 0 0,0 0 0 0 0,-1 0 0 0 0,1 1 0 0 0,0-1 0 0 0,0 0 0 0 0,0 0 0 0 0,0 0 0 0 0,1 0 0 0 0,-1 0 0 0 0,1 3 0 0 0,2 5 78 0 0,0 0 0 0 0,0 0-1 0 0,1 0 1 0 0,8 12 0 0 0,-3-3-5 0 0,2-2 1 0 0,0 1-1 0 0,1-1 1 0 0,0-1-1 0 0,2 0 1 0 0,0-1-1 0 0,0-1 0 0 0,2 0 1 0 0,-1-1-1 0 0,2 0 1 0 0,0-2-1 0 0,0 0 1 0 0,24 11-1 0 0,-12-10-321 0 0,0-1-1 0 0,0-1 1 0 0,1-2-1 0 0,1-1 1 0 0,-1-2-1 0 0,1 0 1 0 0,0-3-1 0 0,51-1 1 0 0,-33-2-966 0 0,68-13 0 0 0,39-25-2442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1761 0 0,'0'0'3121'0'0,"0"11"-480"0"0,60 8 241 0 0,91 26 1440 0 0,91 20-80 0 0,-37-15-2482 0 0,-54-25-1439 0 0,0-12-241 0 0,-30-18-641 0 0,0-15-2800 0 0,-1-7-3682 0 0,-35-3-2802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11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 1361 0 0,'0'0'3334'0'0,"1"-2"-2884"0"0,-7-1-406 0 0,-14 2 23 0 0,15 1-121 0 0,10 0-26 0 0,75-6-333 0 0,-75 6-414 0 0,0 0-614 0 0,20 0-280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18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1906 35 9524 0 0,'0'-22'897'0'0,"0"9"1281"0"0,0 22 5005 0 0,-10 0-5769 0 0,-18 5-1116 0 0,1 2 0 0 0,1 1 0 0 0,0 1 0 0 0,1 1 0 0 0,-34 34 0 0 0,-36 58 222 0 0,24-22-266 0 0,37-48-148 0 0,1 1 1 0 0,2 1 0 0 0,-47 88-1 0 0,70-116-77 0 0,-1-1 0 0 0,0 0-1 0 0,-1-1 1 0 0,0 0-1 0 0,-22 21 1 0 0,-11 12 13 0 0,21-25-63 0 0,-1 0 1 0 0,-47 32-1 0 0,44-35 95 0 0,1 1 0 0 0,-39 39 0 0 0,19-3 68 0 0,4 3-1 0 0,-48 83 1 0 0,-13 20 7 0 0,68-108-22 0 0,-29 63 0 0 0,40-70-27 0 0,-2-1-1 0 0,-2-2 1 0 0,-37 48 0 0 0,31-53-26 0 0,-59 53-1 0 0,75-76-56 0 0,1 1 0 0 0,1 1 0 0 0,0 1 0 0 0,2 0 1 0 0,0 0-1 0 0,-19 36 0 0 0,15-26 36 0 0,-2-1 1 0 0,-1-1-1 0 0,-1-1 0 0 0,-1-1 1 0 0,-50 42-1 0 0,69-63-146 0 0,-1-1 0 0 0,1 0 1 0 0,-1 0-1 0 0,1-1 0 0 0,-1 1 0 0 0,0-1 0 0 0,0 0 1 0 0,1 0-1 0 0,-1 0 0 0 0,0 0 0 0 0,0-1 0 0 0,-5 1 0 0 0,7-1-102 0 0,1 0-1 0 0,0 0 0 0 0,-1 0 0 0 0,1-1 0 0 0,0 1 0 0 0,-1 0 1 0 0,1-1-1 0 0,0 1 0 0 0,0 0 0 0 0,0-1 0 0 0,-1 0 0 0 0,1 1 1 0 0,0-1-1 0 0,0 0 0 0 0,0 1 0 0 0,-2-3 0 0 0,2 2-135 0 0,1 0-1 0 0,-1-1 1 0 0,0 1-1 0 0,1 0 1 0 0,-1 0 0 0 0,1-1-1 0 0,-1 1 1 0 0,1 0-1 0 0,0-1 1 0 0,-1 1-1 0 0,1-1 1 0 0,0 1-1 0 0,0 0 1 0 0,0-1-1 0 0,0 1 1 0 0,0-1-1 0 0,1 1 1 0 0,-1 0-1 0 0,1-2 1 0 0,9-31-4271 0 0,25-51 0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2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 5202 0 0,'-6'2'19'0'0,"0"-1"-1"0"0,0 1 1 0 0,0-1-1 0 0,0 0 1 0 0,0 0-1 0 0,0-1 1 0 0,0 1-1 0 0,-8-2 1 0 0,6 1 140 0 0,0 0 0 0 0,1 0 0 0 0,-1 1 0 0 0,0 0 0 0 0,-11 3 0 0 0,-12 6 201 0 0,0-2 0 0 0,0 0 0 0 0,-53 4 1 0 0,65-9-200 0 0,0 0 0 0 0,-26 7 1 0 0,14-2 47 0 0,24-5-67 0 0,19 2 637 0 0,157 7-188 0 0,186-10 0 0 0,-167-4-333 0 0,245-11 823 0 0,697 25 1800 0 0,267 33 1561 0 0,-999-38-2537 0 0,-32 0 19 0 0,-341-7-1790 0 0,-17-1-165 0 0,0 0-1 0 0,1 1 0 0 0,-1 0 0 0 0,1 1 0 0 0,-1 0 0 0 0,0 0 0 0 0,10 3 0 0 0,-15-1-1120 0 0,-11-2-910 0 0,-42-5-4688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2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50 2081 0 0,'-28'-15'1970'0'0,"-4"-1"-1165"0"0,8 10-656 0 0,12 3 86 0 0,0 0 0 0 0,0 1 1 0 0,0 0-1 0 0,-1 0 0 0 0,-13 1 0 0 0,27 2-192 0 0,-1-1-1 0 0,0 0 0 0 0,0 0 1 0 0,0 0-1 0 0,0 0 1 0 0,0 0-1 0 0,0 0 0 0 0,1 0 1 0 0,-1 1-1 0 0,0-1 1 0 0,0 0-1 0 0,0 0 0 0 0,0 0 1 0 0,0 0-1 0 0,0 1 1 0 0,0-1-1 0 0,0 0 0 0 0,0 0 1 0 0,0 0-1 0 0,0 0 0 0 0,0 1 1 0 0,0-1-1 0 0,0 0 1 0 0,0 0-1 0 0,0 0 0 0 0,0 0 1 0 0,0 1-1 0 0,0-1 1 0 0,0 0-1 0 0,0 0 0 0 0,0 0 1 0 0,0 0-1 0 0,0 1 1 0 0,0-1-1 0 0,0 0 0 0 0,0 0 1 0 0,0 0-1 0 0,-1 0 0 0 0,1 0 1 0 0,0 1-1 0 0,0-1 1 0 0,0 0-1 0 0,0 0 0 0 0,-1 0 1 0 0,11 4 20 0 0,0 0 0 0 0,-1 0 1 0 0,0 1-1 0 0,0 0 0 0 0,0 1 0 0 0,-1 0 1 0 0,1 0-1 0 0,-2 1 0 0 0,11 10 0 0 0,24 19 119 0 0,-32-28-134 0 0,-1 1 1 0 0,0 0-1 0 0,-1 0 1 0 0,0 1-1 0 0,0 0 1 0 0,-1 0-1 0 0,0 1 1 0 0,-1 0-1 0 0,6 15 1 0 0,30 47 106 0 0,8-8-22 0 0,-26-27-79 0 0,-12-17-41 0 0,1-1 0 0 0,1 0 1 0 0,19 19-1 0 0,143 138 227 0 0,-127-126-90 0 0,-38-41-137 0 0,0 0 0 0 0,-1 1 0 0 0,-1 0 0 0 0,0 0 0 0 0,-1 1-1 0 0,11 19 1 0 0,-10-15 2 0 0,1-1 0 0 0,0 0 0 0 0,1-1 0 0 0,1 0 0 0 0,0 0 0 0 0,19 15 1 0 0,20 22 105 0 0,-3 6 23 0 0,-17-19-3 0 0,45 41 1 0 0,68 63 602 0 0,39 38 299 0 0,-80-94-404 0 0,35 31 145 0 0,-119-99-623 0 0,-2 1 0 0 0,0 1 0 0 0,-1 0 0 0 0,25 42 0 0 0,-13-9 208 0 0,-17-29-191 0 0,2-1 0 0 0,0-1 0 0 0,18 22-1 0 0,-9-20-32 0 0,-19-21-148 0 0,0-1 1 0 0,0 1-1 0 0,0 0 0 0 0,0 0 0 0 0,0 0 0 0 0,-1 0 0 0 0,0 1 0 0 0,1-1 1 0 0,-1 1-1 0 0,0-1 0 0 0,-1 1 0 0 0,1 0 0 0 0,-1 0 0 0 0,0 0 0 0 0,0 0 1 0 0,0 0-1 0 0,1 8 0 0 0,-2-14-154 0 0,0 1 0 0 0,-1 0 1 0 0,1 0-1 0 0,0 0 0 0 0,-1 0 1 0 0,1-1-1 0 0,-1 1 0 0 0,1 0 1 0 0,-1 0-1 0 0,1 0 0 0 0,-1 0 0 0 0,0 0 1 0 0,0 0-1 0 0,1 0 0 0 0,-1 1 1 0 0,0-1-1 0 0,0 0 0 0 0,0 0 1 0 0,-1 0-1 0 0,-10-12-1111 0 0,2-25-1920 0 0,-15-15-2522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43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10 320 0 0,'-24'-4'2589'0'0,"0"1"1"0"0,-47 1-1 0 0,-103 21-1386 0 0,50-3 71 0 0,93-11-714 0 0,26-4 294 0 0,15-1-667 0 0,465 19 1351 0 0,36 1-902 0 0,51-46-9 0 0,-537 24-498 0 0,0 2 0 0 0,0 0 0 0 0,29 5 0 0 0,8 0 102 0 0,521 22 1023 0 0,-478-30-1107 0 0,-101 0-395 0 0,-17-1-379 0 0,7 3 301 0 0,-49-16-3342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46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15 4082 0 0,'-146'0'4495'0'0,"141"0"-4281"0"0,0 0-28 0 0,-8-1 22 0 0,25 0-65 0 0,48-2 3 0 0,-24 1-109 0 0,16-2-17 0 0,0 1 57 0 0,85 4-1 0 0,4 12 85 0 0,-115-6-97 0 0,-20 6 97 0 0,2 11 0 0 0,-5-18-148 0 0,0 0 1 0 0,0 0-1 0 0,0 0 0 0 0,-1 1 0 0 0,0-1 0 0 0,-1 1 0 0 0,1 0 1 0 0,-1-1-1 0 0,0 1 0 0 0,-1 0 0 0 0,0 7 0 0 0,-1 8 44 0 0,-2 1-1 0 0,-5 24 1 0 0,3-22-24 0 0,1 0 0 0 0,-1 38 0 0 0,4-19-9 0 0,0-25-33 0 0,0 0 0 0 0,1 0 0 0 0,1 0 0 0 0,1 0 0 0 0,0 0 0 0 0,1 0 0 0 0,2-1 0 0 0,0 1 0 0 0,10 24 0 0 0,-14-41 5 0 0,2 3 5 0 0,0 0-1 0 0,-1 1 0 0 0,1-1 1 0 0,-1 0-1 0 0,-1 1 0 0 0,1 0 1 0 0,-1-1-1 0 0,1 9 1 0 0,-12 52 119 0 0,11-57-109 0 0,0 1 0 0 0,1-1 1 0 0,0 0-1 0 0,1 1 1 0 0,0-1-1 0 0,6 13 1 0 0,-3-7-8 0 0,0 1 1 0 0,6 29-1 0 0,-3 11-4 0 0,-5-24 9 0 0,1-1 0 0 0,13 40 0 0 0,67 154 97 0 0,-81-199-73 0 0,-5-25-31 0 0,1-1 0 0 0,0 1 0 0 0,0 0 1 0 0,0 0-1 0 0,0-1 0 0 0,0 1 0 0 0,0 0 1 0 0,0 0-1 0 0,0 0 0 0 0,0-1 1 0 0,0 1-1 0 0,0 0 0 0 0,1 0 0 0 0,-1-1 1 0 0,0 1-1 0 0,0 0 0 0 0,1 0 0 0 0,-1-1 1 0 0,1 1-1 0 0,-1 0 0 0 0,1-1 0 0 0,-1 1 1 0 0,1-1-1 0 0,-1 1 0 0 0,1-1 0 0 0,0 2 1 0 0,4 0 5 0 0,-4-1-3 0 0,0-1 1 0 0,0 1-1 0 0,1-1 1 0 0,-1 1-1 0 0,0 0 1 0 0,0 0-1 0 0,0-1 1 0 0,0 1-1 0 0,0 0 1 0 0,0 0-1 0 0,0 0 1 0 0,0 0 0 0 0,0 0-1 0 0,-1 1 1 0 0,1-1-1 0 0,0 0 1 0 0,-1 0-1 0 0,1 0 1 0 0,0 1-1 0 0,-1-1 1 0 0,0 0-1 0 0,1 1 1 0 0,-1-1-1 0 0,0 0 1 0 0,0 1-1 0 0,0-1 1 0 0,1 0-1 0 0,-1 1 1 0 0,-1 1-1 0 0,-4-2 62 0 0,-15-1-40 0 0,20 0-27 0 0,0 0 1 0 0,0 0-1 0 0,-1 0 1 0 0,1 0 0 0 0,0 0-1 0 0,0 0 1 0 0,0 0 0 0 0,-1 0-1 0 0,1 0 1 0 0,0 0-1 0 0,0 0 1 0 0,0 0 0 0 0,-1 0-1 0 0,1 0 1 0 0,0 0 0 0 0,0 0-1 0 0,0 0 1 0 0,0-1 0 0 0,-1 1-1 0 0,1 0 1 0 0,0 0-1 0 0,0 0 1 0 0,0 0 0 0 0,0 0-1 0 0,0 0 1 0 0,-1-1 0 0 0,1 1-1 0 0,0 0 1 0 0,0 0 0 0 0,0 0-1 0 0,0 0 1 0 0,0-1-1 0 0,0 1 1 0 0,0 0 0 0 0,0 0-1 0 0,0 0 1 0 0,0-1 0 0 0,0 1-1 0 0,0 0 1 0 0,0 0 0 0 0,0 0-1 0 0,0-1 1 0 0,0 1-1 0 0,0 0 1 0 0,0 0 0 0 0,-5-8 143 0 0,-40 1 176 0 0,-126-10 141 0 0,-262-39-82 0 0,283 23-579 0 0,129 28 114 0 0,-59-18-895 0 0,80 23 948 0 0,0 0 1 0 0,-1 0-1 0 0,1 0 0 0 0,-1 0 0 0 0,1 0 0 0 0,0-1 0 0 0,-1 1 0 0 0,1 0 1 0 0,0 0-1 0 0,-1 0 0 0 0,1-1 0 0 0,0 1 0 0 0,-1 0 0 0 0,1-1 0 0 0,0 1 1 0 0,0 0-1 0 0,-1-1 0 0 0,1 1 0 0 0,0 0 0 0 0,0-1 0 0 0,-1 1 1 0 0,1 0-1 0 0,0-1 0 0 0,0 1 0 0 0,0-1 0 0 0,0 1 0 0 0,0 0 0 0 0,0-1 1 0 0,0 1-1 0 0,0-1 0 0 0,0 1 0 0 0,0-1 0 0 0,0 1 0 0 0,0 0 1 0 0,0-1-1 0 0,0 1 0 0 0,0-1 0 0 0,0 1 0 0 0,0 0 0 0 0,0-1 0 0 0,0 1 1 0 0,1-1-1 0 0,-1 1 0 0 0,0 0 0 0 0,0-1 0 0 0,1 1 0 0 0,-1 0 1 0 0,0-1-1 0 0,0 1 0 0 0,1 0 0 0 0,-1 0 0 0 0,0-1 0 0 0,1 1 0 0 0,-1 0 1 0 0,0 0-1 0 0,1-1 0 0 0,-1 1 0 0 0,1 0 0 0 0,-1 0 0 0 0,0 0 0 0 0,1 0 1 0 0,-1 0-1 0 0,1-1 0 0 0,4-1-378 0 0,1 0 1 0 0,-1 0 0 0 0,0 0-1 0 0,1 1 1 0 0,-1 0-1 0 0,8-1 1 0 0,67-5-3419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2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1975 61 1281 0 0,'8'-1'725'0'0,"25"-6"615"0"0,-32 7-1235 0 0,0 0 0 0 0,0 0 0 0 0,0 0 0 0 0,0 0 0 0 0,0-1 0 0 0,0 1 0 0 0,0 0 0 0 0,0-1 0 0 0,0 1 0 0 0,0-1 0 0 0,-1 1 0 0 0,1-1 0 0 0,0 1 0 0 0,0-1 0 0 0,0 0 0 0 0,-1 1 0 0 0,1-1 0 0 0,0 0 0 0 0,0 1 0 0 0,-1-1 0 0 0,1-1 0 0 0,25-9 2069 0 0,-29 11-2053 0 0,2 0-99 0 0,0 1 1 0 0,0-1-1 0 0,1 0 0 0 0,-1 0 1 0 0,0 0-1 0 0,0 0 1 0 0,0 0-1 0 0,1 0 0 0 0,-1 0 1 0 0,0 0-1 0 0,0 0 0 0 0,0-1 1 0 0,1 1-1 0 0,-1 0 0 0 0,0 0 1 0 0,0-1-1 0 0,1 1 0 0 0,-1 0 1 0 0,0-1-1 0 0,1 1 0 0 0,-1-1 1 0 0,0 1-1 0 0,1-1 0 0 0,-1 1 1 0 0,0-1-1 0 0,1 0 1 0 0,-1 1-1 0 0,1-1 0 0 0,-1 1 1 0 0,0-2-1 0 0,-34-8 391 0 0,-27 3 108 0 0,-1 3 0 0 0,0 3 0 0 0,-74 8 0 0 0,86-4-3 0 0,-28 0 290 0 0,41-3-445 0 0,-1 1 0 0 0,1 3 1 0 0,0 1-1 0 0,0 1 0 0 0,-64 21 1 0 0,27-5-257 0 0,45-14-62 0 0,0 1-1 0 0,-47 21 0 0 0,-334 161 36 0 0,394-184-82 0 0,0 0 1 0 0,1 1-1 0 0,0 1 1 0 0,1 0-1 0 0,0 1 1 0 0,0 1-1 0 0,1 0 1 0 0,-17 18 0 0 0,-145 163-133 0 0,151-161 99 0 0,6-9 27 0 0,-23 37 1 0 0,38-52-6 0 0,0 0 1 0 0,0 0-1 0 0,1 0 1 0 0,0 0 0 0 0,1 0-1 0 0,-1 1 1 0 0,1-1 0 0 0,1 1-1 0 0,0 0 1 0 0,-1 11-1 0 0,1-12-5 0 0,1 1 1 0 0,-1 0-1 0 0,-1-1 0 0 0,1 1 0 0 0,-1-1 0 0 0,-1 0 0 0 0,-3 9 0 0 0,-3 9 28 0 0,1 0 11 0 0,6-16-14 0 0,0-1-1 0 0,-1 0 1 0 0,0 0-1 0 0,0 0 1 0 0,-1-1-1 0 0,-6 11 1 0 0,3-6-41 0 0,0 0 1 0 0,1 0-1 0 0,1 1 1 0 0,-6 18-1 0 0,-14 32-145 0 0,20-52 175 0 0,0-1 0 0 0,1 1 0 0 0,0 0 0 0 0,1 0 0 0 0,0 0 0 0 0,1 1 0 0 0,0-1 0 0 0,1 1 0 0 0,0 12 0 0 0,0-11 32 0 0,0-1 1 0 0,-1 0 0 0 0,0 1-1 0 0,-7 18 1 0 0,5-18 1 0 0,1-1 0 0 0,0 1 0 0 0,1-1 0 0 0,-1 23 0 0 0,3 187 157 0 0,1-199-174 0 0,2-1-1 0 0,0 0 1 0 0,2 0 0 0 0,10 30-1 0 0,-7-22-8 0 0,27 83-6 0 0,25 53-23 0 0,-34-96-2 0 0,-21-59 36 0 0,0-1-1 0 0,1-1 0 0 0,1 1 1 0 0,-1-1-1 0 0,1 0 1 0 0,12 11-1 0 0,-10-11-9 0 0,0 0 0 0 0,-1 1 0 0 0,-1 1 0 0 0,9 14 0 0 0,-7-5-48 0 0,-7-15 39 0 0,0 0-1 0 0,0 0 0 0 0,1-1 1 0 0,-1 0-1 0 0,1 1 1 0 0,0-1-1 0 0,7 7 0 0 0,21 20-12 0 0,2-3 0 0 0,38 27 0 0 0,-25-22-1 0 0,-34-24 35 0 0,1-2-1 0 0,-1 0 1 0 0,2 0-1 0 0,-1-1 1 0 0,1-1 0 0 0,22 6-1 0 0,100 17-8 0 0,-54-13-25 0 0,274 62 37 0 0,-318-67-13 0 0,-1 2 1 0 0,-1 1-1 0 0,0 3 1 0 0,0 0-1 0 0,54 36 1 0 0,-86-50-11 0 0,20 11 11 0 0,1-1 0 0 0,0-1 0 0 0,1-2 0 0 0,0 0 0 0 0,1-2 0 0 0,33 6-1 0 0,0-6-34 0 0,108 1-1 0 0,-42-4 168 0 0,25-7-54 0 0,356 45 66 0 0,-149-16 15 0 0,23-13 108 0 0,-351-13-272 0 0,628-13 1591 0 0,-627 12-1347 0 0,1-2-1 0 0,34-8 1 0 0,16 0 77 0 0,286-32 403 0 0,-360 40-692 0 0,1 0 1 0 0,-1 0 0 0 0,0 0-1 0 0,1-1 1 0 0,-2 0 0 0 0,1-1 0 0 0,0 0-1 0 0,-1 0 1 0 0,0-1 0 0 0,0 1 0 0 0,-1-1-1 0 0,8-10 1 0 0,30-23 50 0 0,-19 23-68 0 0,-20 13-10 0 0,1 0-1 0 0,-1-1 1 0 0,0 1-1 0 0,0-1 1 0 0,0 0-1 0 0,0 0 1 0 0,-1-1-1 0 0,1 0 1 0 0,5-8-1 0 0,-2 1 59 0 0,-1 1-1 0 0,2-1 1 0 0,0 1-1 0 0,0 1 1 0 0,1 0-1 0 0,16-14 1 0 0,22-22 230 0 0,-7 3-23 0 0,-18 19-93 0 0,0 0-1 0 0,-2-1 0 0 0,-1-1 1 0 0,33-57-1 0 0,31-126 771 0 0,-17 34-928 0 0,-60 159 23 0 0,-1-1 0 0 0,-1 0 0 0 0,-1 0 0 0 0,0-1 0 0 0,-1 1 0 0 0,-1-1 0 0 0,0 1 0 0 0,-2-1 0 0 0,0 0-1 0 0,-1 0 1 0 0,-6-34 0 0 0,-1 21 72 0 0,4 14-58 0 0,0-1-1 0 0,0 1 1 0 0,2-1-1 0 0,-1-20 1 0 0,3-3-32 0 0,-1 8-52 0 0,7-64 1 0 0,3 47 41 0 0,-3 19-10 0 0,-1 0-1 0 0,0-36 0 0 0,-5 55 12 0 0,0 0 0 0 0,-1 1 0 0 0,-1-1 0 0 0,0 0 1 0 0,0 1-1 0 0,-1 0 0 0 0,-1-1 0 0 0,0 1 0 0 0,-8-15 0 0 0,7 15 86 0 0,1 0 0 0 0,0-1-1 0 0,0 1 1 0 0,-2-18 0 0 0,-11-33 400 0 0,11 50-349 0 0,0 2-1 0 0,-1-1 0 0 0,-15-18 1 0 0,-18-25 525 0 0,39 52-649 0 0,-13-23 226 0 0,-1 0 1 0 0,-1 1-1 0 0,-1 1 1 0 0,-1 1-1 0 0,-21-21 1 0 0,-77-53 641 0 0,102 83-813 0 0,-1 1-1 0 0,0 0 0 0 0,-1 1 1 0 0,0 1-1 0 0,-1 1 0 0 0,0 0 1 0 0,-33-11-1 0 0,24 9 73 0 0,-15-4 111 0 0,-47-12-1 0 0,11 5-80 0 0,-15-4 15 0 0,46 13-55 0 0,-62-24 0 0 0,71 25-99 0 0,0 2 0 0 0,0 1 1 0 0,-1 2-1 0 0,-1 2 0 0 0,-46 0 1 0 0,-55-9 16 0 0,-3-7-55 0 0,-196-34 16 0 0,-379-40 19 0 0,241 38-106 0 0,299 34 16 0 0,-151-11-234 0 0,272 31 20 0 0,22 2-358 0 0,-44 2 1 0 0,72 0 384 0 0,0 0-1 0 0,0 0 1 0 0,0 1 0 0 0,0 0 0 0 0,0 0 0 0 0,1 1 0 0 0,-1 0-1 0 0,1 0 1 0 0,0 1 0 0 0,-12 7 0 0 0,2 0-289 0 0,1-2 50 0 0,-6 4-260 0 0,0 0 0 0 0,1 2-1 0 0,-24 21 1 0 0,39-31 496 0 0,0 0-1 0 0,1 0 1 0 0,0 0-1 0 0,0 1 0 0 0,0 0 1 0 0,1-1-1 0 0,-1 1 1 0 0,1 0-1 0 0,1 1 1 0 0,-1-1-1 0 0,1 0 1 0 0,0 1-1 0 0,1-1 1 0 0,-1 1-1 0 0,1 0 0 0 0,0 11 1 0 0,3-1-482 0 0,0 0-1 0 0,1 0 1 0 0,1 0-1 0 0,1 0 1 0 0,0-1 0 0 0,1 1-1 0 0,1-1 1 0 0,1-1 0 0 0,0 1-1 0 0,1-2 1 0 0,0 1-1 0 0,14 14 1 0 0,4 2-2306 0 0,56 48 0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4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0 160 0 0,'0'6'2561'0'0,"-30"38"481"0"0,0 20-1041 0 0,30-12-1601 0 0,0-8-480 0 0,0-6 160 0 0,0-13 240 0 0,0 0-160 0 0,0-6-160 0 0,0 6 0 0 0,0 2-80 0 0,30-7-400 0 0,-30-3-401 0 0,30-4-799 0 0,0-18-2482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4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0 880 0 0,'-1'3'238'0'0,"0"0"-1"0"0,0 1 1 0 0,-1-1-1 0 0,1 0 1 0 0,-1-1-1 0 0,0 1 1 0 0,1 0-1 0 0,-1 0 1 0 0,-1-1-1 0 0,1 1 1 0 0,0-1-1 0 0,0 0 1 0 0,-1 1-1 0 0,0-1 0 0 0,1 0 1 0 0,-1-1-1 0 0,0 1 1 0 0,-5 2-1 0 0,4-2-113 0 0,0 1 1 0 0,0-1-1 0 0,1 1 0 0 0,-1 0 0 0 0,1 0 0 0 0,0 0 0 0 0,0 1 0 0 0,-6 6 1 0 0,-2 16 211 0 0,-12 18-59 0 0,19-37-230 0 0,0 0 0 0 0,0 0 0 0 0,0 0 0 0 0,1 1 0 0 0,0 0 0 0 0,1-1 0 0 0,0 1 0 0 0,0 0 0 0 0,1 0 0 0 0,-1 10 0 0 0,1 86 281 0 0,3-51-239 0 0,-3-17-66 0 0,0-13-19 0 0,2 0 0 0 0,0 0 1 0 0,4 23-1 0 0,-2-29 9 0 0,1 5-19 0 0,0 0-1 0 0,1-1 0 0 0,1 0 1 0 0,1 0-1 0 0,18 36 0 0 0,-22-53-22 0 0,0 0 0 0 0,0 0-1 0 0,1-1 1 0 0,-1 1 0 0 0,1-1-1 0 0,-1 0 1 0 0,1 0 0 0 0,0-1-1 0 0,0 1 1 0 0,1-1 0 0 0,-1 0-1 0 0,0 0 1 0 0,1 0 0 0 0,-1 0-1 0 0,1-1 1 0 0,0 0 0 0 0,-1 0-1 0 0,1 0 1 0 0,0 0 0 0 0,0-1-1 0 0,-1 0 1 0 0,9 0 0 0 0,-7-1-89 0 0,1 0 1 0 0,-1 0 0 0 0,0 0 0 0 0,0-1-1 0 0,0 1 1 0 0,0-2 0 0 0,0 1 0 0 0,0-1-1 0 0,0 1 1 0 0,-1-2 0 0 0,1 1 0 0 0,-1 0-1 0 0,0-1 1 0 0,0 0 0 0 0,-1-1 0 0 0,9-8-1 0 0,17-29-1842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5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1201 0 0,'0'0'2081'0'0,"0"5"-401"0"0,0 9-479 0 0,-30 43-1 0 0,-1 32-239 0 0,31-7-641 0 0,0 1-160 0 0,0 7 80 0 0,0-7-80 0 0,0-8 0 0 0,31-17-160 0 0,-31-20 0 0 0,0-32-160 0 0,30-12-480 0 0,30-19-80 0 0,-30-8 319 0 0,31-11-479 0 0,-61 6-1361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4802 0 0,'-30'88'2241'0'0,"30"-5"-2001"0"0,0-12-320 0 0,-30-7 160 0 0,30-26 160 0 0,0-13-160 0 0,30-25-160 0 0,-30-19-80 0 0,30-1-160 0 0,-30-10-560 0 0,30-3-881 0 0,1 2-1280 0 0</inkml:trace>
  <inkml:trace contextRef="#ctx0" brushRef="#br0" timeOffset="1">363 45 640 0 0,'0'77'5523'0'0,"-30"-27"-3682"0"0,30-4-1921 0 0,30-2 0 0 0,-30 1 240 0 0,30-7-80 0 0,-30-13 0 0 0,30-6-160 0 0,1 0-240 0 0,-7-5-1 0 0,6-8-159 0 0,0-1-400 0 0,0-5-721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4642 0 0,'-30'146'4162'0'0,"0"-25"-2961"0"0,30-26-1201 0 0,0 1-241 0 0,0-19-79 0 0,0-27-160 0 0,-30-45-800 0 0,30-41-1522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3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3041 0 0,'30'0'2562'0'0,"-30"-8"719"0"0,0 16-1840 0 0,0-2-1121 0 0,30-6-240 0 0,0-14-1441 0 0,-30 3-640 0 0,0-16-960 0 0,0-4-240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22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52 560 0 0,'-31'-19'3602'0'0,"31"0"-1601"0"0,-30 11-961 0 0,60 8 481 0 0,1-6-1441 0 0,29 6 80 0 0,-30 6 80 0 0,61 2 240 0 0,-7 11 321 0 0,7 12 399 0 0,-31 7-239 0 0,-30-18-401 0 0,1-15-1200 0 0,-62-10-2802 0 0,-59-45-4642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2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2321 0 0,'1'0'101'0'0,"-1"1"-1"0"0,1 0 1 0 0,0-1-1 0 0,-1 1 1 0 0,1-1-1 0 0,0 1 1 0 0,-1 0-1 0 0,1-1 1 0 0,0 1-1 0 0,-1-1 1 0 0,1 0 0 0 0,0 1-1 0 0,0-1 1 0 0,0 0-1 0 0,-1 1 1 0 0,1-1-1 0 0,0 0 1 0 0,0 0-1 0 0,0 0 1 0 0,0 1-1 0 0,0-1 1 0 0,0 0-1 0 0,-1 0 1 0 0,1-1 0 0 0,0 1-1 0 0,0 0 1 0 0,0 0-1 0 0,1-1 1 0 0,0 1 185 0 0,3 0 2008 0 0,-5 1-2291 0 0,0-1 0 0 0,0 1 1 0 0,1-1-1 0 0,-1 0 0 0 0,0 1 0 0 0,0-1 1 0 0,1 0-1 0 0,-1 1 0 0 0,1-1 0 0 0,-1 0 1 0 0,0 1-1 0 0,1-1 0 0 0,-1 0 1 0 0,1 1-1 0 0,-1-1 0 0 0,0 0 0 0 0,1 0 1 0 0,-1 0-1 0 0,1 0 0 0 0,-1 1 0 0 0,1-1 1 0 0,-1 0-1 0 0,1 0 0 0 0,-1 0 0 0 0,1 0 1 0 0,-1 0-1 0 0,1 0 0 0 0,-1 0 0 0 0,1 0 1 0 0,-1 0-1 0 0,1 0 0 0 0,-1-1 0 0 0,1 1 1 0 0,-1 0-1 0 0,1 0-1 0 0,-1 0-1 0 0,1-1 1 0 0,-1 1 0 0 0,1 0-1 0 0,-1 0 1 0 0,1 0 0 0 0,-1 0 0 0 0,1 0-1 0 0,-1 0 1 0 0,1 0 0 0 0,-1 0-1 0 0,1 0 1 0 0,-1 0 0 0 0,1 0-1 0 0,-1 0 1 0 0,1 1 0 0 0,-1-1-1 0 0,1 0 1 0 0,-1 0 0 0 0,1 0 0 0 0,-1 1-1 0 0,1-1 1 0 0,-1 0 0 0 0,0 0-1 0 0,1 1 1 0 0,-1-1 0 0 0,0 0-1 0 0,1 1 1 0 0,-1-1 0 0 0,0 1 0 0 0,1-1-1 0 0,-1 0 1 0 0,0 1 0 0 0,1 0-1 0 0,2 2 20 0 0,0-1 0 0 0,0 0 0 0 0,1 0-1 0 0,-1 0 1 0 0,1 0 0 0 0,-1-1 0 0 0,1 1-1 0 0,0-1 1 0 0,6 2 0 0 0,8 3 118 0 0,-6-1-65 0 0,1-2 0 0 0,-1 1 0 0 0,1-2 0 0 0,24 3 0 0 0,-22-4-9 0 0,-1 1-1 0 0,0 1 1 0 0,0 0 0 0 0,18 6 0 0 0,-23-5-31 0 0,0-1 0 0 0,0 0 0 0 0,1-1 1 0 0,12 2-1 0 0,-13-3-7 0 0,0 1 0 0 0,0 0 0 0 0,-1 0 0 0 0,1 1 0 0 0,9 4 0 0 0,-1-1 24 0 0,1 0-1 0 0,0-1 0 0 0,33 5 1 0 0,-4-1 54 0 0,16 0-71 0 0,-48-8 10 0 0,1 1 0 0 0,-1 1 0 0 0,0 0 0 0 0,17 6 0 0 0,18 5 102 0 0,-35-10-90 0 0,0 0 0 0 0,-1 0 0 0 0,1 2 0 0 0,17 8 0 0 0,33 16 394 0 0,-51-25-335 0 0,-1 0 1 0 0,0 1-1 0 0,-1 1 1 0 0,16 10 0 0 0,-8-1 159 0 0,1-1 1 0 0,28 16 0 0 0,-20-11 91 0 0,-22-15-621 0 0,-13-11-1607 0 0,-34-21-1274 0 0,-65-35-3308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15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1201 0 0,'30'0'5122'0'0,"0"0"-4482"0"0,0 0-560 0 0,0-13-1040 0 0,-30-1-961 0 0,31-11-480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1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1841 0 0,'30'0'2481'0'0,"0"0"-3041"0"0,0-6-961 0 0,-30 0-400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1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333 573 640 0 0,'0'0'4642'0'0,"5"0"-4575"0"0,20-1-54 0 0,5-3-13 0 0,26-9 0 0 0,-56 13 0 0 0,-1 0 0 0 0,1 0 0 0 0,0 0 0 0 0,0 0 0 0 0,0-1 0 0 0,0 1 0 0 0,0 0 0 0 0,0 0 0 0 0,0 0 0 0 0,0 0 0 0 0,-1 0 0 0 0,1 0 0 0 0,0 0 0 0 0,0 0 0 0 0,0 0 0 0 0,0-1 0 0 0,0 1 0 0 0,0 0 0 0 0,0 0 0 0 0,0 0 0 0 0,0 0 0 0 0,0 0 0 0 0,0 0 0 0 0,0 0 0 0 0,0-1 0 0 0,0 1 0 0 0,0 0 0 0 0,0 0 0 0 0,0 0 0 0 0,0 0 0 0 0,0 0 0 0 0,0 0 0 0 0,0-1 0 0 0,0 1 0 0 0,0 0 0 0 0,0 0 0 0 0,0 0 0 0 0,0 0 0 0 0,0 0 0 0 0,0 0 0 0 0,0 0 0 0 0,1 0 0 0 0,-1-1 0 0 0,0 1 0 0 0,0 0 0 0 0,0 0 0 0 0,0 0 0 0 0,0 0 0 0 0,0 0 0 0 0,0 0 0 0 0,0 0 0 0 0,1 0 0 0 0,-21-2 14 0 0,14 4 26 0 0,6 4-80 0 0,0 0 26 0 0,-5-1 14 0 0,-20-3 14 0 0,0 1 52 0 0,20-2 2029 0 0,5-1-2089 0 0,0 0 0 0 0,0 0 0 0 0,1 0 0 0 0,-1 0 0 0 0,0 0 0 0 0,0-1 0 0 0,0 1 0 0 0,0 0 0 0 0,0 0 0 0 0,0 0 0 0 0,0 0 0 0 0,0-1 0 0 0,0 1 0 0 0,0 0 0 0 0,0 0 0 0 0,0 0 1 0 0,0-1-1 0 0,0 1 0 0 0,0 0 0 0 0,0 0 0 0 0,0 0 0 0 0,0 0 0 0 0,0-1 0 0 0,0 1 0 0 0,0 0 0 0 0,0 0 0 0 0,0 0 0 0 0,0-1 0 0 0,0 1 0 0 0,0 0 0 0 0,0 0 0 0 0,0 0 0 0 0,-1 0 0 0 0,1 0 0 0 0,0-1 0 0 0,0 1 0 0 0,0 0 0 0 0,0 0 1 0 0,0 0-1 0 0,-1 0 0 0 0,1 0 0 0 0,0 0 0 0 0,0 0 0 0 0,0-1 0 0 0,0 1 0 0 0,-1 0 0 0 0,1 0 0 0 0,0 0 0 0 0,0 0 0 0 0,0 0 0 0 0,0 0 0 0 0,-1 0 0 0 0,1 0 0 0 0,0 0 0 0 0,0 0 0 0 0,0 0 0 0 0,-1 0 0 0 0,1 0 0 0 0,0 0 0 0 0,0 0 0 0 0,0 0 1 0 0,0 0-1 0 0,-1 1 0 0 0,-5-2 35 0 0,-25-5 85 0 0,30 6-116 0 0,1 0-1 0 0,-1 0 1 0 0,0 0-1 0 0,0 0 1 0 0,0-1-1 0 0,0 1 1 0 0,0 0-1 0 0,0 0 1 0 0,0-1-1 0 0,0 1 1 0 0,1-1 0 0 0,-1 1-1 0 0,0-1 1 0 0,0 1-1 0 0,1-1 1 0 0,-1 0-1 0 0,0 1 1 0 0,1-1-1 0 0,-1 0 1 0 0,0 1-1 0 0,1-1 1 0 0,-1-1-1 0 0,1 1-6 0 0,0 1 0 0 0,0-1 0 0 0,-1 0-1 0 0,1 1 1 0 0,0-1 0 0 0,0 1 0 0 0,0-1-1 0 0,0 1 1 0 0,-1-1 0 0 0,1 1-1 0 0,0-1 1 0 0,-1 1 0 0 0,1-1 0 0 0,0 1-1 0 0,-1-1 1 0 0,1 1 0 0 0,0-1-1 0 0,-1 1 1 0 0,1 0 0 0 0,-1-1 0 0 0,1 1-1 0 0,-1 0 1 0 0,1-1 0 0 0,-1 1 0 0 0,1 0-1 0 0,-1 0 1 0 0,1-1 0 0 0,-1 1-1 0 0,1 0 1 0 0,-1 0 0 0 0,0 0 0 0 0,1 0-1 0 0,-2 0 1 0 0,1 0 1 0 0,1 0 0 0 0,-1 0 1 0 0,0-1-1 0 0,0 1 0 0 0,1 0 0 0 0,-1 0 1 0 0,0 0-1 0 0,1-1 0 0 0,-1 1 0 0 0,0 0 0 0 0,1-1 1 0 0,-1 1-1 0 0,0-1 0 0 0,1 1 0 0 0,-1-1 0 0 0,1 1 1 0 0,-1-1-1 0 0,1 1 0 0 0,-1-1 0 0 0,1 1 1 0 0,-1-1-1 0 0,1 0 0 0 0,0 1 0 0 0,-1-1 0 0 0,1 0 1 0 0,0 1-1 0 0,-1-1 0 0 0,1 0 0 0 0,0 1 1 0 0,0-1-1 0 0,0 0 0 0 0,0 0 0 0 0,0 1 0 0 0,0-3 1 0 0,0 3-2 0 0,-1 0 0 0 0,1-1 1 0 0,0 1-1 0 0,0-1 1 0 0,0 1-1 0 0,0 0 0 0 0,0-1 1 0 0,0 1-1 0 0,0 0 1 0 0,-1-1-1 0 0,1 1 0 0 0,0 0 1 0 0,0-1-1 0 0,-1 1 1 0 0,1 0-1 0 0,0-1 0 0 0,0 1 1 0 0,-1 0-1 0 0,1 0 1 0 0,0-1-1 0 0,-1 1 0 0 0,1 0 1 0 0,0 0-1 0 0,-1 0 1 0 0,1 0-1 0 0,0-1 0 0 0,-1 1 1 0 0,1 0-1 0 0,-1 0 1 0 0,1 0-1 0 0,0 0 0 0 0,-1 0 1 0 0,1 0-1 0 0,0 0 0 0 0,-1 0 1 0 0,1 0-1 0 0,-1 0 1 0 0,1 0-1 0 0,0 0 0 0 0,-1 0 1 0 0,0 1-1 0 0,0-1 0 0 0,1 0 0 0 0,-1 0 0 0 0,0 0 0 0 0,1 0 0 0 0,-1 0 0 0 0,0-1 0 0 0,1 1 0 0 0,-1 0 0 0 0,0 0-1 0 0,1 0 1 0 0,-1-1 0 0 0,0 1 0 0 0,1 0 0 0 0,-1 0 0 0 0,0-1 0 0 0,1 1 0 0 0,-1-1 0 0 0,1 1 0 0 0,-1-1 0 0 0,1 1 0 0 0,-1-1 0 0 0,1 1 0 0 0,-1-1 0 0 0,1 1 0 0 0,0-1 0 0 0,-1 1 0 0 0,1-1 0 0 0,-1 0 0 0 0,1 1 0 0 0,0-1 0 0 0,0 0 0 0 0,0 1 0 0 0,-1-1 0 0 0,1 0 0 0 0,0 1 0 0 0,0-1 0 0 0,0 0 0 0 0,0 1-1 0 0,0-1 1 0 0,0 0 0 0 0,0-1 0 0 0,0-41 224 0 0,0 42-225 0 0,0 1 1 0 0,0-1-1 0 0,0 1 0 0 0,0 0 0 0 0,0-1 1 0 0,0 1-1 0 0,-1-1 0 0 0,1 1 1 0 0,0-1-1 0 0,0 1 0 0 0,-1 0 0 0 0,1-1 1 0 0,0 1-1 0 0,-1 0 0 0 0,1-1 0 0 0,0 1 1 0 0,-1 0-1 0 0,1-1 0 0 0,0 1 1 0 0,-1 0-1 0 0,1 0 0 0 0,-1-1 0 0 0,1 1 1 0 0,0 0-1 0 0,-1 0 0 0 0,1 0 0 0 0,-1 0 1 0 0,1 0-1 0 0,-1 0 0 0 0,1-1 1 0 0,-1 1-1 0 0,1 0 0 0 0,-1 0 0 0 0,1 0 1 0 0,0 0-1 0 0,-1 1 0 0 0,0-1 0 0 0,0 0 1 0 0,1 0-1 0 0,-1 0 0 0 0,0 0 1 0 0,1 0-1 0 0,-1 0 0 0 0,0-1 0 0 0,1 1 1 0 0,-1 0-1 0 0,0 0 0 0 0,1 0 1 0 0,-1-1-1 0 0,0 1 0 0 0,1 0 1 0 0,-1-1-1 0 0,1 1 0 0 0,-1 0 0 0 0,1-1 1 0 0,-1 1-1 0 0,1-1 0 0 0,-1 1 1 0 0,1-1-1 0 0,-1 1 0 0 0,1-1 0 0 0,0 1 1 0 0,-1-1-1 0 0,1 1 0 0 0,0-1 1 0 0,-1 0-1 0 0,1 1 0 0 0,0-1 1 0 0,0 1-1 0 0,0-1 0 0 0,-1 0 0 0 0,1 1 1 0 0,0-1-1 0 0,0 0 0 0 0,0 0 1 0 0,-1 0 0 0 0,1 0 1 0 0,-1 0-1 0 0,0 0 0 0 0,0 0 1 0 0,0 0-1 0 0,0 0 1 0 0,0 1-1 0 0,0-1 1 0 0,0 0-1 0 0,0 1 1 0 0,0-1-1 0 0,-1 1 1 0 0,1-1-1 0 0,0 1 1 0 0,0-1-1 0 0,0 1 1 0 0,-1 0-1 0 0,1 0 1 0 0,0 0-1 0 0,-2-1 1 0 0,2 1 3 0 0,1 0-4 0 0,-1 0 0 0 0,1 0 1 0 0,0 0-1 0 0,-1 0 1 0 0,1-1-1 0 0,0 1 0 0 0,-1 0 1 0 0,1 0-1 0 0,0-1 0 0 0,-1 1 1 0 0,1 0-1 0 0,0 0 1 0 0,0-1-1 0 0,-1 1 0 0 0,1 0 1 0 0,0-1-1 0 0,0 1 1 0 0,-1 0-1 0 0,1-1 0 0 0,0 1 1 0 0,0 0-1 0 0,0-1 0 0 0,0 1 1 0 0,0-1-1 0 0,0 1 1 0 0,0 0-1 0 0,0-1 0 0 0,0 1 1 0 0,0-1-1 0 0,0 1 1 0 0,0 0-1 0 0,0-1 0 0 0,0 1 1 0 0,0 0-1 0 0,0-1 0 0 0,0 1 1 0 0,0-1-1 0 0,1 1 1 0 0,-1-1-2 0 0,0 1 0 0 0,0-1 1 0 0,0 1-1 0 0,0-1 1 0 0,0 1-1 0 0,1 0 0 0 0,-1-1 1 0 0,0 1-1 0 0,0-1 1 0 0,0 1-1 0 0,0-1 0 0 0,0 1 1 0 0,-1 0-1 0 0,1-1 1 0 0,0 1-1 0 0,0-1 0 0 0,0 1 1 0 0,0-1-1 0 0,0 1 1 0 0,0 0-1 0 0,-1-1 0 0 0,1 1 1 0 0,0-1-1 0 0,0 1 0 0 0,-1 0 1 0 0,1-1-1 0 0,0 1 1 0 0,-1 0-1 0 0,1 0 0 0 0,0-1 1 0 0,-1 1-1 0 0,1 0 1 0 0,-1-1-1 0 0,-1 1 5 0 0,1 0-7 0 0,0 0 1 0 0,0 0 0 0 0,0 0 0 0 0,0 0 0 0 0,0-1 0 0 0,0 1-1 0 0,0 0 1 0 0,0 0 0 0 0,0-1 0 0 0,0 1 0 0 0,0-1 0 0 0,0 1-1 0 0,0-1 1 0 0,0 1 0 0 0,0-1 0 0 0,0 0 0 0 0,0 1 0 0 0,0-1 0 0 0,0 0-1 0 0,1 0 1 0 0,-1 1 0 0 0,0-1 0 0 0,0-2 0 0 0,1 3 1 0 0,0-1 0 0 0,0 0-1 0 0,0 0 1 0 0,-1 1 0 0 0,1-1 0 0 0,0 0 0 0 0,0 0 0 0 0,-1 1 0 0 0,1-1 0 0 0,0 0 0 0 0,-1 1 0 0 0,1-1 0 0 0,0 0 0 0 0,-1 1 0 0 0,1-1-1 0 0,-1 1 1 0 0,1-1 0 0 0,-1 1 0 0 0,1-1 0 0 0,-1 1 0 0 0,0-1 0 0 0,1 1 0 0 0,-1-1 0 0 0,1 1 0 0 0,-1 0 0 0 0,0-1 0 0 0,0 1 0 0 0,1 0-1 0 0,-1 0 1 0 0,0-1 0 0 0,0 1 0 0 0,0 0 1 0 0,0 0 0 0 0,0 0-1 0 0,1 0 1 0 0,-1-1 0 0 0,0 1-1 0 0,1 0 1 0 0,-1 0 0 0 0,0-1-1 0 0,1 1 1 0 0,-1-1-1 0 0,0 1 1 0 0,1 0 0 0 0,-1-1-1 0 0,1 1 1 0 0,-1-1 0 0 0,1 1-1 0 0,-1-1 1 0 0,1 0 0 0 0,-1 1-1 0 0,1-1 1 0 0,0 1 0 0 0,-1-1-1 0 0,1 0 1 0 0,0 1 0 0 0,-1-1-1 0 0,1 0 1 0 0,0 0 0 0 0,0 1-1 0 0,0-1 1 0 0,0 0 0 0 0,0 0-1 0 0,0-1 5 0 0,0 1 0 0 0,-1 0 0 0 0,1 0-1 0 0,0-1 1 0 0,0 1 0 0 0,-1 0 0 0 0,1 0-1 0 0,0 0 1 0 0,-1-1 0 0 0,1 1-1 0 0,-1 0 1 0 0,0 0 0 0 0,1 0 0 0 0,-1 0-1 0 0,0 0 1 0 0,0 0 0 0 0,1 0 0 0 0,-1 0-1 0 0,0 0 1 0 0,0 0 0 0 0,0 1 0 0 0,-2-2-1 0 0,2 1 1 0 0,0 0 1 0 0,0 0-1 0 0,0 1 0 0 0,0-1 0 0 0,0-1 0 0 0,0 1 1 0 0,0 0-1 0 0,0 0 0 0 0,0 0 0 0 0,0 0 0 0 0,0-1 1 0 0,1 1-1 0 0,-1 0 0 0 0,1-1 0 0 0,-1 1 0 0 0,1-1 0 0 0,-1 1 1 0 0,1 0-1 0 0,0-1 0 0 0,0 1 0 0 0,-1-1 0 0 0,1-2 1 0 0,-1 0 5 0 0,0-1 0 0 0,0 1 1 0 0,-1-1-1 0 0,0 1 0 0 0,0-1 1 0 0,0 1-1 0 0,0 0 0 0 0,-1 0 1 0 0,1 0-1 0 0,-1 1 0 0 0,0-1 1 0 0,-1 0-1 0 0,1 1 0 0 0,0 0 1 0 0,-1 0-1 0 0,0 0 0 0 0,0 0 1 0 0,-5-2-1 0 0,9 4-9 0 0,-1 1 0 0 0,0-1-1 0 0,1 1 1 0 0,-1-1 0 0 0,1 0 0 0 0,0 1 0 0 0,-1-1 0 0 0,1 1-1 0 0,0-1 1 0 0,-1 0 0 0 0,1 1 0 0 0,0-1 0 0 0,-1 0-1 0 0,1 0 1 0 0,0 1 0 0 0,0-1 0 0 0,0 0 0 0 0,0 0-1 0 0,0 1 1 0 0,0-1 0 0 0,0 0 0 0 0,0 1 0 0 0,0-1 0 0 0,0 0-1 0 0,0 0 1 0 0,0 1 0 0 0,1-2 0 0 0,-1 1-1 0 0,1 0 0 0 0,-1 1 0 0 0,0-1 1 0 0,0 1-1 0 0,0-1 0 0 0,1 1 0 0 0,-1-1 1 0 0,0 0-1 0 0,0 1 0 0 0,0-1 0 0 0,0 1 1 0 0,0-1-1 0 0,0 0 0 0 0,0 1 0 0 0,-1-1 0 0 0,1 1 1 0 0,0-1-1 0 0,0 1 0 0 0,0-1 0 0 0,-1 0 1 0 0,1 1-1 0 0,0-1 0 0 0,0 1 0 0 0,-1-1 1 0 0,1 1-1 0 0,0-1 0 0 0,-1 1 0 0 0,1 0 1 0 0,-1-1-1 0 0,1 1 0 0 0,-1-1 0 0 0,0 1 0 0 0,-5-3 13 0 0,5 3-14 0 0,0-1 0 0 0,0 1 1 0 0,0 0-1 0 0,0-1 0 0 0,0 1 0 0 0,0-1 0 0 0,0 1 1 0 0,0-1-1 0 0,0 1 0 0 0,0-1 0 0 0,0 0 1 0 0,1 1-1 0 0,-1-1 0 0 0,0 0 0 0 0,0 0 1 0 0,1 0-1 0 0,-1 0 0 0 0,1 0 0 0 0,-1 1 0 0 0,1-1 1 0 0,-1 0-1 0 0,1 0 0 0 0,-1 0 0 0 0,1 0 1 0 0,0-1-1 0 0,0 1 0 0 0,-1 0 0 0 0,1 0 0 0 0,0 0 1 0 0,0 0-1 0 0,0 0 0 0 0,0 0 0 0 0,0 0 1 0 0,1-2-1 0 0,0 2-2 0 0,0 1 0 0 0,0-1 0 0 0,0 0 0 0 0,0 1 0 0 0,0-1 0 0 0,0 0 0 0 0,0 1 0 0 0,0 0 0 0 0,0-1 0 0 0,0 1 0 0 0,0-1 0 0 0,1 1 0 0 0,-1 0 0 0 0,0 0 0 0 0,0 0 0 0 0,0 0 0 0 0,1 0 0 0 0,-1 0 0 0 0,2 0 0 0 0,-2 0 0 0 0,4-7 0 0 0,-3 4 0 0 0,0 1 0 0 0,0-1 0 0 0,0 1 0 0 0,0 0 0 0 0,1-1 0 0 0,-1 1 0 0 0,1 0 0 0 0,0 0 0 0 0,-1 1 0 0 0,1-1 0 0 0,0 0 0 0 0,0 1 0 0 0,0 0 0 0 0,5-2 0 0 0,4-3 0 0 0,9-5 7 0 0,1 0 0 0 0,35-11 0 0 0,-6 2-15 0 0,-51 20 8 0 0,1 0 0 0 0,-1 0 0 0 0,0 0-1 0 0,0 0 1 0 0,0 0 0 0 0,0 0 0 0 0,1 0 0 0 0,-1 0 0 0 0,0 0-1 0 0,0 0 1 0 0,0 0 0 0 0,0 0 0 0 0,0 0 0 0 0,1 0-1 0 0,-1 0 1 0 0,0 0 0 0 0,0 0 0 0 0,0 0 0 0 0,0 0 0 0 0,0 0-1 0 0,1 0 1 0 0,-1 0 0 0 0,0 0 0 0 0,0 0 0 0 0,0-1-1 0 0,0 1 1 0 0,0 0 0 0 0,0 0 0 0 0,0 0 0 0 0,1 0-1 0 0,-1 0 1 0 0,0 0 0 0 0,0 0 0 0 0,0-1 0 0 0,0 1 0 0 0,0 0-1 0 0,0 0 1 0 0,0 0 0 0 0,0 0 0 0 0,0-1 0 0 0,0 1-1 0 0,0 0 1 0 0,0 0 0 0 0,0 0 0 0 0,0 0 0 0 0,0 0 0 0 0,0-1-1 0 0,0 1 1 0 0,0 0 0 0 0,0 0 0 0 0,0 0 0 0 0,0 0-1 0 0,0 0 1 0 0,0-1 0 0 0,0 1 0 0 0,0 0 0 0 0,0 0 0 0 0,0 0-1 0 0,-1 0 1 0 0,1 0 0 0 0,0-1 0 0 0,1-3-1 0 0,25-4-80 0 0,-21 7 1 0 0,-10 7-1014 0 0,-31 8-1347 0 0,-14 4-1067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21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37 2241 0 0,'0'0'1868'0'0,"-5"0"-908"0"0,-15 0-453 0 0,15 0-14 0 0,5 0-491 0 0,0 0-1 0 0,0-1 0 0 0,0 1 0 0 0,-1 0 0 0 0,1 0 1 0 0,0 0-1 0 0,0 0 0 0 0,0-1 0 0 0,0 1 0 0 0,0 0 1 0 0,0 0-1 0 0,0 0 0 0 0,0 0 0 0 0,0-1 0 0 0,0 1 1 0 0,0 0-1 0 0,0 0 0 0 0,0 0 0 0 0,0 0 0 0 0,0-1 1 0 0,0 1-1 0 0,0 0 0 0 0,0 0 0 0 0,0 0 0 0 0,0 0 1 0 0,0-1-1 0 0,0 1 0 0 0,0 0 0 0 0,0 0 0 0 0,0 0 0 0 0,0 0 1 0 0,0-1-1 0 0,1 1 0 0 0,-1 0 0 0 0,0 0 0 0 0,0 0 1 0 0,0 0-1 0 0,0 0 0 0 0,0 0 0 0 0,0-1 0 0 0,1 1 1 0 0,-1 0-1 0 0,0 0 0 0 0,0 0 0 0 0,0 0 0 0 0,0 0 1 0 0,1 0-1 0 0,-1 0 0 0 0,0 0 0 0 0,0 0 0 0 0,0 0 1 0 0,0 0-1 0 0,1 0 0 0 0,-1 0 0 0 0,0 0 0 0 0,0 0 1 0 0,0 0-1 0 0,0 0 0 0 0,1 0 0 0 0,-1 0 0 0 0,0 0 1 0 0,0 0-1 0 0,0 0 0 0 0,1 0 0 0 0,-1 0 0 0 0,0 0 0 0 0,81-21-67 0 0,-76 16 66 0 0,-5 1 0 0 0,-5 22-80 0 0,-2-15 47 0 0,6-3 23 0 0,0 0 0 0 0,1 1 0 0 0,-1-1 0 0 0,0 0 0 0 0,0 1 0 0 0,0-1 0 0 0,0 1 0 0 0,0-1 0 0 0,0 1 0 0 0,0 0 0 0 0,1-1 0 0 0,-1 1 0 0 0,0 0 0 0 0,0-1 0 0 0,1 1 0 0 0,-1 0 0 0 0,0 0 0 0 0,1 0 0 0 0,-1 0 0 0 0,1 0 0 0 0,-1-1 0 0 0,1 1-1 0 0,0 0 1 0 0,-1 0 0 0 0,1 0 0 0 0,0 0 0 0 0,0 0 0 0 0,0 0 0 0 0,-1 2 0 0 0,1-2-19 0 0,0 1-1 0 0,0-1 1 0 0,0 1-1 0 0,-1-1 1 0 0,1 1 0 0 0,-1-1-1 0 0,1 1 1 0 0,-1-1-1 0 0,1 0 1 0 0,-1 1-1 0 0,0-1 1 0 0,0 0-1 0 0,0 1 1 0 0,0-1 0 0 0,0 0-1 0 0,0 0 1 0 0,0 0-1 0 0,-2 2 1 0 0,2-2 1 0 0,-1 0 0 0 0,1 1-1 0 0,0-1 1 0 0,0 0 0 0 0,0 1 0 0 0,0-1 0 0 0,0 1 0 0 0,0-1 0 0 0,0 1 0 0 0,0-1-1 0 0,0 1 1 0 0,1 0 0 0 0,-1-1 0 0 0,1 1 0 0 0,-1 0 0 0 0,1 0 0 0 0,0-1 0 0 0,-1 5-1 0 0,1-6 25 0 0,0 1-1 0 0,0 0 1 0 0,0 0-1 0 0,0-1 1 0 0,0 1-1 0 0,-1 0 0 0 0,1-1 1 0 0,0 1-1 0 0,0 0 1 0 0,-1-1-1 0 0,1 1 0 0 0,0 0 1 0 0,-1-1-1 0 0,1 1 1 0 0,-1-1-1 0 0,1 1 1 0 0,-1 0-1 0 0,1-1 0 0 0,-1 0 1 0 0,1 1-1 0 0,-1-1 1 0 0,0 1-1 0 0,1-1 1 0 0,-1 0-1 0 0,0 1 0 0 0,1-1 1 0 0,-1 0-1 0 0,0 1 1 0 0,1-1-1 0 0,-1 0 1 0 0,-1 0-1 0 0,2 0 7 0 0,-1 0-1 0 0,0 1 1 0 0,0-1 0 0 0,1 0-1 0 0,-1 0 1 0 0,0 1 0 0 0,1-1-1 0 0,-1 0 1 0 0,0 1 0 0 0,1-1-1 0 0,-1 0 1 0 0,0 1 0 0 0,1-1-1 0 0,-1 1 1 0 0,1-1 0 0 0,-1 1-1 0 0,1 0 1 0 0,-1-1-1 0 0,1 1 1 0 0,-1-1 0 0 0,1 1-1 0 0,0 0 1 0 0,-1-1 0 0 0,1 1-1 0 0,0 0 1 0 0,0 0 0 0 0,0-1-1 0 0,-1 1 1 0 0,1 0 0 0 0,0 0-1 0 0,0 0 1 0 0,0 0 19 0 0,0 0 0 0 0,0 0 0 0 0,0 0-1 0 0,0 0 1 0 0,0 0 0 0 0,0 0 0 0 0,-1-1 0 0 0,1 1 0 0 0,0 0-1 0 0,-1 0 1 0 0,1 0 0 0 0,0 0 0 0 0,-1-1 0 0 0,1 1 0 0 0,-1 0-1 0 0,1 0 1 0 0,-1-1 0 0 0,1 1 0 0 0,-1 0 0 0 0,0-1 0 0 0,1 1-1 0 0,-1-1 1 0 0,0 1 0 0 0,0-1 0 0 0,1 1 0 0 0,-1-1 0 0 0,0 1-1 0 0,0-1 1 0 0,0 0 0 0 0,0 1 0 0 0,1-1 0 0 0,-1 0 0 0 0,0 0-1 0 0,-1 0 1 0 0,2 0-9 0 0,-1 1 0 0 0,1-1-1 0 0,-1 0 1 0 0,1 0 0 0 0,-1 0 0 0 0,1 0 0 0 0,-1 0-1 0 0,1 0 1 0 0,-1 0 0 0 0,1 1 0 0 0,-1-1-1 0 0,1 0 1 0 0,0 0 0 0 0,-1 1 0 0 0,1-1-1 0 0,0 0 1 0 0,-1 0 0 0 0,1 1 0 0 0,-1-1-1 0 0,1 1 1 0 0,0-1 0 0 0,0 0 0 0 0,-1 1 0 0 0,1-1-1 0 0,0 1 1 0 0,0-1 0 0 0,-1 0 0 0 0,1 1-1 0 0,0-1 1 0 0,0 1 0 0 0,0 0 95 0 0,-5-1-27 0 0,-12 0 361 0 0,34 0-175 0 0,-12 0 67 0 0,-10 0-266 0 0,-10 0-41 0 0,25 0 41 0 0,-20 0 0 0 0,25 0-40 0 0,-15 0-22 0 0,0 0 0 0 0,0 0 1 0 0,0 0-1 0 0,0 0 0 0 0,0 0 1 0 0,0 0-1 0 0,0 0 0 0 0,0 0 1 0 0,0-1-1 0 0,-50-5 8 0 0,44 1 1 0 0,6 4 52 0 0,-5 1 1 0 0,-23-4 131 0 0,31 7-129 0 0,-3-2 158 0 0,0-1-209 0 0,0 1 0 0 0,0-1 0 0 0,0 1 0 0 0,0-1 0 0 0,0 1 0 0 0,0-1 0 0 0,0 1 0 0 0,0-1 0 0 0,0 1 0 0 0,0-1 0 0 0,0 0 0 0 0,0 1 0 0 0,-1-1 0 0 0,1 1 0 0 0,0-1 0 0 0,0 1 0 0 0,-1-1 0 0 0,1 0 0 0 0,0 1 0 0 0,-1-1 0 0 0,1 0 0 0 0,0 1 1 0 0,-1-1-1 0 0,1 0 0 0 0,0 1 0 0 0,-1-1 0 0 0,1 0 0 0 0,-1 0 0 0 0,1 0 0 0 0,0 1 0 0 0,-1-1 0 0 0,1 0 0 0 0,-1 0 0 0 0,1 0 0 0 0,-1 0 0 0 0,1 0 0 0 0,-1 0 0 0 0,-1 1-16 0 0,1 0 1 0 0,-1 0-1 0 0,1 0 0 0 0,0 0 0 0 0,-1 0 0 0 0,1 0 0 0 0,0 0 1 0 0,0 0-1 0 0,0 0 0 0 0,-1 1 0 0 0,1-1 0 0 0,0 0 0 0 0,1 1 1 0 0,-1-1-1 0 0,-1 3 0 0 0,2-3-2 0 0,0 0 0 0 0,0 0 0 0 0,0-1 0 0 0,-1 1 1 0 0,1 0-1 0 0,0 0 0 0 0,0 0 0 0 0,-1 0 0 0 0,1 0 0 0 0,-1 0 0 0 0,1 0 0 0 0,-1-1 1 0 0,1 1-1 0 0,-1 0 0 0 0,1 0 0 0 0,-1-1 0 0 0,0 1 0 0 0,1 0 0 0 0,-1-1 1 0 0,0 1-1 0 0,0 0 0 0 0,0-1 0 0 0,1 1 0 0 0,-1-1 0 0 0,0 0 0 0 0,0 1 0 0 0,0-1 1 0 0,0 0-1 0 0,-1 1 0 0 0,-5 2 9 0 0,7-3-7 0 0,-1 0-1 0 0,1 0 1 0 0,0 0-1 0 0,-1 0 1 0 0,1 0-1 0 0,0 1 1 0 0,0-1-1 0 0,-1 0 1 0 0,1 0-1 0 0,0 0 0 0 0,-1 0 1 0 0,1 1-1 0 0,0-1 1 0 0,0 0-1 0 0,-1 0 1 0 0,1 0-1 0 0,0 1 1 0 0,0-1-1 0 0,0 0 1 0 0,0 1-1 0 0,-1-1 1 0 0,1 0-1 0 0,0 0 1 0 0,0 1-1 0 0,0-1 1 0 0,0 0-1 0 0,0 1 1 0 0,0-1-1 0 0,0 0 1 0 0,0 1-1 0 0,0-1 1 0 0,-1 0-1 0 0,1 1 1 0 0,1-1-1 0 0,-1 0 0 0 0,0 0 1 0 0,0 1-1 0 0,0-1 1 0 0,0 0-1 0 0,0 1 1 0 0,0-1-1 0 0,0 0 1 0 0,0 1-1 0 0,0-1 1 0 0,1 0-1 0 0,-1 1 1 0 0,0-1-2 0 0,0 0 0 0 0,0 0 0 0 0,1 1 0 0 0,-1-1 0 0 0,0 0-1 0 0,0 0 1 0 0,0 0 0 0 0,0 1 0 0 0,0-1 0 0 0,0 0 0 0 0,0 0 0 0 0,0 0 0 0 0,0 1 0 0 0,0-1 0 0 0,0 0 0 0 0,0 0 0 0 0,0 0 0 0 0,0 1 0 0 0,0-1 0 0 0,0 0 0 0 0,0 0 0 0 0,0 0 0 0 0,0 1 0 0 0,0-1 0 0 0,0 0-1 0 0,0 0 1 0 0,0 0 0 0 0,0 1 0 0 0,-1-1 0 0 0,1 0 0 0 0,0 0 0 0 0,0 0 0 0 0,0 1 0 0 0,0-1 0 0 0,0 0 0 0 0,-1 0 0 0 0,1 0 0 0 0,0 0 0 0 0,0 0 0 0 0,0 0 0 0 0,-1 1 0 0 0,1-1 0 0 0,0 0 0 0 0,0 0 0 0 0,0 0-1 0 0,-1 0 1 0 0,1 0 0 0 0,0 0 0 0 0,0 0 0 0 0,0 0 0 0 0,-1 0 0 0 0,1 0 0 0 0,0 0 0 0 0,0 0 0 0 0,-1 0 0 0 0,1 0 0 0 0,-20 6 0 0 0,15 0 13 0 0,5-5 27 0 0,15 3-60 0 0,-15-5 19 0 0,0 1 0 0 0,1 0 0 0 0,-1 0 1 0 0,1 0-1 0 0,-1 0 0 0 0,1 0 0 0 0,-1 0 0 0 0,1 0 0 0 0,-1 0 1 0 0,1 0-1 0 0,-1 0 0 0 0,1 0 0 0 0,-1 0 0 0 0,1 0 1 0 0,-1 0-1 0 0,1 0 0 0 0,-1 1 0 0 0,1-1 0 0 0,-1 0 0 0 0,0 0 1 0 0,1 1-1 0 0,-1-1 0 0 0,1 0 0 0 0,-1 0 0 0 0,0 1 0 0 0,1-1 1 0 0,-1 0-1 0 0,0 1 0 0 0,1-1 0 0 0,-1 1 0 0 0,0-1 1 0 0,1 0-1 0 0,-1 1 0 0 0,0-1 0 0 0,0 1 0 0 0,0-1 0 0 0,1 1 1 0 0,-1-1-1 0 0,0 1 0 0 0,0 0 3 0 0,1 0 1 0 0,-1 0-1 0 0,1 0 0 0 0,0 0 1 0 0,-1 0-1 0 0,1 0 0 0 0,0 0 1 0 0,0 0-1 0 0,-1 0 0 0 0,1 0 1 0 0,0-1-1 0 0,0 1 0 0 0,0 0 1 0 0,0-1-1 0 0,0 1 0 0 0,0-1 1 0 0,0 1-1 0 0,0-1 0 0 0,0 1 1 0 0,1-1-1 0 0,-1 0 0 0 0,1 1 1 0 0,2 0 10 0 0,-3 0-13 0 0,-1-1 1 0 0,1 0-1 0 0,-1 1 1 0 0,1-1 0 0 0,-1 1-1 0 0,0-1 1 0 0,1 1-1 0 0,-1-1 1 0 0,1 1 0 0 0,-1-1-1 0 0,0 1 1 0 0,1-1-1 0 0,-1 1 1 0 0,0 0 0 0 0,0-1-1 0 0,1 1 1 0 0,-1-1 0 0 0,0 1-1 0 0,0 0 1 0 0,0-1-1 0 0,0 1 1 0 0,0 0 0 0 0,0 0-1 0 0,-2 5-1 0 0,2-6 1 0 0,0 1 0 0 0,0 0 0 0 0,1 0 0 0 0,-1-1 0 0 0,0 1 0 0 0,0 0 0 0 0,0-1 0 0 0,1 1 0 0 0,-1 0 0 0 0,0-1 0 0 0,1 1 0 0 0,-1 0 0 0 0,1-1 0 0 0,-1 1 0 0 0,1-1 0 0 0,-1 1 0 0 0,1 0 0 0 0,-1-1 0 0 0,1 0 0 0 0,0 1 0 0 0,-1-1 0 0 0,1 1 0 0 0,-1-1 0 0 0,1 0 0 0 0,0 1 0 0 0,0-1 0 0 0,0 1 0 0 0,0-1 0 0 0,0 0 0 0 0,0 1 0 0 0,0-1 0 0 0,0 0 0 0 0,0 1 0 0 0,0-1 0 0 0,0 1 0 0 0,-1 0 0 0 0,1-1 0 0 0,0 1 0 0 0,0 0 0 0 0,-1-1 0 0 0,1 1 0 0 0,0 0 0 0 0,-1 0 0 0 0,1 0 0 0 0,-1-1 0 0 0,1 1 0 0 0,-1 0 0 0 0,1 0 0 0 0,-1 0 0 0 0,0 0 0 0 0,1 0 0 0 0,-1 0 0 0 0,0 0 0 0 0,0 0 0 0 0,0 0 0 0 0,0 2 0 0 0,0-2 0 0 0,0 0 0 0 0,0 0 0 0 0,0 0 0 0 0,0 1 0 0 0,0-1 0 0 0,0 0 0 0 0,0 0 0 0 0,1 0 0 0 0,-1 0 0 0 0,0 1 0 0 0,1-1 0 0 0,-1 0 0 0 0,1 0 0 0 0,-1 0 0 0 0,1 0 0 0 0,-1 0 0 0 0,1 0 0 0 0,0 0 0 0 0,-1 0 0 0 0,1 0 0 0 0,0-1 0 0 0,0 1 0 0 0,0 0 0 0 0,0 0 0 0 0,0-1 0 0 0,0 1 0 0 0,1 1 0 0 0,-1-2 0 0 0,0 1 0 0 0,0-1 0 0 0,0 1 0 0 0,0 0 0 0 0,0-1 0 0 0,0 1 0 0 0,0 0 0 0 0,0 0 0 0 0,0 0 0 0 0,-1 0 0 0 0,1 0 0 0 0,0 0 0 0 0,-1 0 0 0 0,1 0 0 0 0,-1 0 0 0 0,1 0 0 0 0,-1 0 0 0 0,1 0 0 0 0,-1 0 0 0 0,0 0 0 0 0,0 0 0 0 0,1 0 0 0 0,-1 1 0 0 0,0-1 0 0 0,0 0 0 0 0,0 0 0 0 0,-1 2 0 0 0,2-2 0 0 0,-1 0 0 0 0,0-1 0 0 0,0 1 0 0 0,0-1 0 0 0,0 1 0 0 0,0 0 0 0 0,1-1 0 0 0,-1 1 0 0 0,0-1 0 0 0,1 1 0 0 0,-1-1 0 0 0,0 1 0 0 0,1-1 0 0 0,-1 1 0 0 0,1-1 0 0 0,-1 1 0 0 0,0-1 0 0 0,1 0 0 0 0,-1 1 0 0 0,1-1 0 0 0,-1 0 0 0 0,1 1 0 0 0,0-1 0 0 0,-1 0 0 0 0,1 0 0 0 0,-1 1 0 0 0,1-1 0 0 0,-1 0 0 0 0,1 0 0 0 0,0 0 0 0 0,0 0 0 0 0,0 0 0 0 0,0 1 0 0 0,-1-1 0 0 0,1 0 0 0 0,0 0 0 0 0,0 0 0 0 0,-1 1 0 0 0,1-1 0 0 0,0 0 0 0 0,0 1 0 0 0,-1-1 0 0 0,1 0 0 0 0,-1 1 0 0 0,1-1 0 0 0,0 1 0 0 0,-1-1 0 0 0,1 1 0 0 0,-1 0 0 0 0,1-1 0 0 0,-1 1 0 0 0,1-1 0 0 0,-1 1 0 0 0,1 0 0 0 0,-1-1 0 0 0,0 1 0 0 0,1 0 0 0 0,-1 0 0 0 0,0-1 0 0 0,0 1 0 0 0,0 0 0 0 0,0 0 0 0 0,1-1 0 0 0,-1 2 0 0 0,-1-1 0 0 0,1 1 0 0 0,0-1 0 0 0,0 0 0 0 0,0 0 0 0 0,0 0 0 0 0,0 0 0 0 0,0 0 0 0 0,0 0 0 0 0,0 0 0 0 0,0 0 0 0 0,1 0 0 0 0,-1 0 0 0 0,0 0 0 0 0,1 0 0 0 0,-1 0 0 0 0,1 0 0 0 0,-1 0 0 0 0,1 0 0 0 0,-1 0 0 0 0,1 0 0 0 0,-1-1 0 0 0,1 1 0 0 0,0 0 0 0 0,0 0 0 0 0,-1-1 0 0 0,1 1 0 0 0,0 0 0 0 0,0-1 0 0 0,0 1 0 0 0,0-1 0 0 0,0 1 0 0 0,0-1 0 0 0,0 1 0 0 0,0-1 0 0 0,0 0 0 0 0,1 1 0 0 0,4 1 0 0 0,-6-2 2 0 0,1 0 0 0 0,-1 1 0 0 0,1-1 1 0 0,-1 0-1 0 0,0 1 0 0 0,1-1 0 0 0,-1 0 0 0 0,1 1 0 0 0,-1-1 0 0 0,0 1 1 0 0,0-1-1 0 0,1 1 0 0 0,-1-1 0 0 0,0 1 0 0 0,0-1 0 0 0,1 1 0 0 0,-1-1 1 0 0,0 1-1 0 0,0-1 0 0 0,0 1 0 0 0,0-1 0 0 0,0 1 0 0 0,0-1 1 0 0,0 1-1 0 0,0-1 0 0 0,0 1 0 0 0,0-1 0 0 0,0 1 0 0 0,0-1 0 0 0,0 1 1 0 0,0-1-1 0 0,-1 2 0 0 0,1-2-4 0 0,0 1 0 0 0,-1-1 0 0 0,1 1 0 0 0,0 0 1 0 0,0-1-1 0 0,0 1 0 0 0,0-1 0 0 0,0 1 0 0 0,0-1 0 0 0,0 1 0 0 0,0-1 1 0 0,0 1-1 0 0,0 0 0 0 0,0-1 0 0 0,0 1 0 0 0,1-1 0 0 0,-1 1 0 0 0,0-1 1 0 0,0 1-1 0 0,0-1 0 0 0,1 1 0 0 0,-1-1 0 0 0,0 1 0 0 0,1-1 0 0 0,-1 1 1 0 0,0-1-1 0 0,1 0 0 0 0,-1 1 0 0 0,1-1 0 0 0,0 1 0 0 0,0 0 0 0 0,1-1-1 0 0,0 1 0 0 0,-1 0 1 0 0,1-1-1 0 0,-1 1 0 0 0,1 0 1 0 0,-1 0-1 0 0,0 0 0 0 0,1 0 1 0 0,-1 0-1 0 0,0 0 0 0 0,0 1 1 0 0,0-1-1 0 0,1 2 0 0 0,2 30 17 0 0,-4-32-14 0 0,0-1 0 0 0,0 1 1 0 0,0-1-1 0 0,1 1 1 0 0,-1-1-1 0 0,0 1 0 0 0,0-1 1 0 0,1 1-1 0 0,-1-1 1 0 0,0 1-1 0 0,0-1 0 0 0,1 1 1 0 0,-1-1-1 0 0,1 0 0 0 0,-1 1 1 0 0,0-1-1 0 0,1 1 1 0 0,-1-1-1 0 0,1 0 0 0 0,-1 1 1 0 0,1-1-1 0 0,-1 0 1 0 0,1 0-1 0 0,-1 0 0 0 0,1 1 1 0 0,-1-1-1 0 0,1 0 1 0 0,-1 0-1 0 0,1 0 0 0 0,-1 0 1 0 0,1 0-1 0 0,-1 0 1 0 0,1 0-1 0 0,-1 0 0 0 0,1 0 1 0 0,0 0-1 0 0,0 0 0 0 0,-1 0 0 0 0,1 0 0 0 0,-1 0 0 0 0,1 0 0 0 0,-1 0 0 0 0,1 0 0 0 0,0 0 0 0 0,-1 0 0 0 0,1 0 0 0 0,-1 0 0 0 0,1 0 0 0 0,-1 1 0 0 0,1-1 0 0 0,-1 0 0 0 0,1 0 0 0 0,-1 1 0 0 0,1-1 0 0 0,-1 0 0 0 0,1 0-1 0 0,-1 1 1 0 0,0-1 0 0 0,1 1 0 0 0,-1-1 0 0 0,0 0 0 0 0,1 1 0 0 0,-1-1 0 0 0,0 1 0 0 0,1-1 0 0 0,-1 1 0 0 0,0-1 0 0 0,0 1 0 0 0,1-1 0 0 0,-1 1 0 0 0,0-1 0 0 0,0 1 0 0 0,0 0 0 0 0,0 187 80 0 0,0-187-80 0 0,0 0 0 0 0,0-1 0 0 0,0 1 0 0 0,0-1 0 0 0,0 1 0 0 0,0 0 0 0 0,-1-1 0 0 0,1 1 0 0 0,0-1 0 0 0,0 1 0 0 0,-1 0 0 0 0,1-1 0 0 0,0 1 0 0 0,-1-1 0 0 0,1 1 0 0 0,0-1 0 0 0,-1 1 0 0 0,1-1 0 0 0,-1 1 0 0 0,1-1 0 0 0,-1 0 0 0 0,1 1 0 0 0,-1-1 0 0 0,1 0 0 0 0,-1 1 0 0 0,0-1 0 0 0,1 0 0 0 0,-1 0 0 0 0,1 0 0 0 0,-1 1 0 0 0,0-1 0 0 0,1 0 0 0 0,-2 0 0 0 0,2 0 0 0 0,-1 0 0 0 0,0 0 0 0 0,0 1 0 0 0,1-1 0 0 0,-1 0 0 0 0,0 0 0 0 0,0 1 0 0 0,1-1 0 0 0,-1 0 0 0 0,0 1 0 0 0,1-1 0 0 0,-1 1 0 0 0,0-1 0 0 0,1 1 0 0 0,-1-1 0 0 0,1 1 0 0 0,-1-1 0 0 0,1 1 0 0 0,-1 0 0 0 0,1-1 0 0 0,-1 1 0 0 0,1 0 0 0 0,0-1 0 0 0,-1 1 0 0 0,1 0 0 0 0,0 0 0 0 0,0-1 0 0 0,-1 1 0 0 0,1 0 0 0 0,0 0 0 0 0,0-1 0 0 0,0 1 0 0 0,0 2 0 0 0,2 48-36 0 0,0-29-2 0 0,-2 0-1 0 0,0 0 1 0 0,-1 0 0 0 0,-7 40 0 0 0,1-46 35 0 0,0-1 0 0 0,-1-1 0 0 0,-18 27-1 0 0,24-38 4 0 0,1-1 3 0 0,0 0 0 0 0,0 0 0 0 0,0 0 0 0 0,0 0 0 0 0,0 0 0 0 0,1 1 0 0 0,-1-1 0 0 0,1 0 0 0 0,0 1 0 0 0,0-1 0 0 0,0 0 0 0 0,0 0 0 0 0,0 1 0 0 0,0-1 1 0 0,1 3-1 0 0,-1-3 0 0 0,1 0 0 0 0,-1 0-1 0 0,0 0 1 0 0,0 0 0 0 0,0 0 0 0 0,0 0 0 0 0,0 0 0 0 0,-1 0 0 0 0,1 0 0 0 0,0 0 0 0 0,-1 0 0 0 0,0 0 0 0 0,1 0 0 0 0,-2 3 0 0 0,-9 8 17 0 0,9-10-14 0 0,1-1 0 0 0,-1 1 0 0 0,0 0 0 0 0,1-1 0 0 0,0 1 0 0 0,-1 0 0 0 0,1 0 0 0 0,0 0 0 0 0,0 0 0 0 0,1 0 0 0 0,-1 0 0 0 0,1 0 0 0 0,-1 0 0 0 0,1 0 0 0 0,0 0 0 0 0,0 0 0 0 0,0 0 0 0 0,1 4 0 0 0,0-3-42 0 0,-1-1-1 0 0,0 0 1 0 0,0 0 0 0 0,1 1 0 0 0,0-1 0 0 0,0 0 0 0 0,0 0 0 0 0,0 0 0 0 0,0 0 0 0 0,0 0 0 0 0,1 0 0 0 0,0 0-1 0 0,-1 0 1 0 0,4 3 0 0 0,3 6-570 0 0,-3 13-2475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2 4642 0 0,'0'9'1838'0'0,"0"-18"-728"0"0,-5 9-843 0 0,5-1-216 0 0,-1 1-24 0 0,0 0 1 0 0,0 0 0 0 0,0 0 0 0 0,0-1-1 0 0,0 1 1 0 0,0 0 0 0 0,0 0 0 0 0,0 0 0 0 0,0 0-1 0 0,0 1 1 0 0,0-1 0 0 0,0 0 0 0 0,0 0-1 0 0,0 0 1 0 0,0 1 0 0 0,0-1 0 0 0,0 1-1 0 0,1-1 1 0 0,-1 0 0 0 0,0 1 0 0 0,0 0-1 0 0,0-1 1 0 0,1 1 0 0 0,-1-1 0 0 0,0 1 0 0 0,0 1-1 0 0,0-2-6 0 0,0 1 0 0 0,1 0-1 0 0,-1-1 1 0 0,0 1 0 0 0,0-1-1 0 0,0 1 1 0 0,1-1 0 0 0,-1 1-1 0 0,0-1 1 0 0,0 1 0 0 0,0-1 0 0 0,0 0-1 0 0,0 1 1 0 0,0-1 0 0 0,0 0-1 0 0,0 0 1 0 0,0 0 0 0 0,0 0-1 0 0,0 0 1 0 0,0 0 0 0 0,0 0-1 0 0,0 0 1 0 0,-2-1 0 0 0,2 1 29 0 0,-55 6 924 0 0,52-6-827 0 0,-1 1 13 0 0,-45 4 253 0 0,45-5-213 0 0,5 0-203 0 0,0 0-1 0 0,1 1 1 0 0,-1-1-1 0 0,0 1 0 0 0,0-1 1 0 0,0 0-1 0 0,0 1 1 0 0,0-1-1 0 0,0 1 0 0 0,0-1 1 0 0,0 1-1 0 0,0-1 1 0 0,0 1-1 0 0,0-1 0 0 0,0 0 1 0 0,0 1-1 0 0,0-1 1 0 0,0 1-1 0 0,0-1 0 0 0,-1 1 1 0 0,1-1-1 0 0,0 0 0 0 0,0 1 1 0 0,-1-1-1 0 0,1 1 1 0 0,0-1-1 0 0,0 0 0 0 0,-1 1 1 0 0,1-1-1 0 0,0 0 1 0 0,-1 0-1 0 0,1 1 0 0 0,0-1 1 0 0,-1 0-1 0 0,1 0 1 0 0,-1 1-1 0 0,-5 1 6 0 0,5-1-1 0 0,0-1 0 0 0,0 0 0 0 0,0 1 0 0 0,0-1 0 0 0,0 0 0 0 0,0 1-1 0 0,1-1 1 0 0,-1 1 0 0 0,0 0 0 0 0,0-1 0 0 0,0 1 0 0 0,0 0 0 0 0,1-1 0 0 0,-1 1 0 0 0,0 0 0 0 0,0 0 0 0 0,1 0-1 0 0,-1-1 1 0 0,1 1 0 0 0,-1 0 0 0 0,1 0 0 0 0,-1 0 0 0 0,1 0 0 0 0,0 0 0 0 0,-1 0 0 0 0,1 2 0 0 0,2 0 46 0 0,-29 2 119 0 0,-34 8 141 0 0,37-12 167 0 0,38-3 26 0 0,-9 2 860 0 0,0 0-1293 0 0,15 0-40 0 0,-15 0 13 0 0,0 0-80 0 0,8 1-99 0 0,0 1 0 0 0,0 0 0 0 0,-1 1 1 0 0,22 7-1 0 0,22 11-3076 0 0,-31-7-3148 0 0,-20-3 2935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1692 960 0 0,'-25'0'3575'0'0,"20"0"-1894"0"0,0 0-1214 0 0,-16 0-334 0 0,21-1-90 0 0,0 1-1 0 0,-1 0 0 0 0,1 0 0 0 0,-1-1 0 0 0,1 1 1 0 0,0 0-1 0 0,-1-1 0 0 0,1 1 0 0 0,0 0 0 0 0,0-1 1 0 0,-1 1-1 0 0,1-1 0 0 0,0 1 0 0 0,0 0 0 0 0,-1-1 1 0 0,1 1-1 0 0,0-1 0 0 0,0 1 0 0 0,0-1 0 0 0,0 1 1 0 0,0 0-1 0 0,0-1 0 0 0,0 1 0 0 0,0-1 0 0 0,0 1 1 0 0,0-1-1 0 0,0 1 0 0 0,0-1 0 0 0,0 1 0 0 0,0-1 1 0 0,0 1-1 0 0,0-1 0 0 0,0 1 0 0 0,0 0 0 0 0,1-1 1 0 0,-1 1-1 0 0,0-1 0 0 0,0 1 0 0 0,1 0 0 0 0,-1-1 0 0 0,0 1 1 0 0,1-1-1 0 0,-1 1 0 0 0,0 0 0 0 0,1 0 0 0 0,-1-1 1 0 0,0 1-1 0 0,1-1 0 0 0,9 2 108 0 0,-1-1 0 0 0,0-1 0 0 0,1 0 0 0 0,-1 0 0 0 0,0-1 0 0 0,0 0 1 0 0,0 0-1 0 0,0-1 0 0 0,0-1 0 0 0,0 1 0 0 0,-1-1 0 0 0,0-1 0 0 0,0 1 0 0 0,0-2 0 0 0,9-7 0 0 0,-13 10-87 0 0,0 0 0 0 0,0 1 0 0 0,0-1 0 0 0,0 1 1 0 0,0 0-1 0 0,0 0 0 0 0,6-2 0 0 0,-6 3-21 0 0,0-1-1 0 0,0 0 1 0 0,-1 0 0 0 0,1 0 0 0 0,0 0-1 0 0,-1 0 1 0 0,1-1 0 0 0,4-4 0 0 0,5-11 196 0 0,9-7 4 0 0,-17 21-192 0 0,-1 0 0 0 0,1 0-1 0 0,-1-1 1 0 0,0 1 0 0 0,0-1 0 0 0,-1 0 0 0 0,6-9 0 0 0,18-24 258 0 0,-17 31-261 0 0,-9 7-40 0 0,0-1 1 0 0,0 0-1 0 0,0 1 0 0 0,0-1 0 0 0,0 0 0 0 0,0 1 0 0 0,-1-1 0 0 0,1 0 1 0 0,0 0-1 0 0,0 0 0 0 0,0 0 0 0 0,-1 0 0 0 0,1 0 0 0 0,-1 0 0 0 0,1 0 0 0 0,-1 0 1 0 0,1 0-1 0 0,-1 0 0 0 0,1 0 0 0 0,-1 0 0 0 0,0 0 0 0 0,0 0 0 0 0,1-1 0 0 0,-1 1 1 0 0,0 0-1 0 0,0-1 0 0 0,35-11 233 0 0,1 1-82 0 0,18-7 164 0 0,-1-4-151 0 0,-45 20-149 0 0,0 0 0 0 0,0 0 0 0 0,-1 0 0 0 0,1-1 0 0 0,-1 0 1 0 0,0-1-1 0 0,0 0 0 0 0,0 0 0 0 0,-1 0 0 0 0,9-9 0 0 0,15-25 71 0 0,-28 35-87 0 0,0 0 0 0 0,-1 0 0 0 0,0 0 0 0 0,0-1 0 0 0,0 1-1 0 0,0 0 1 0 0,-1 0 0 0 0,0-1 0 0 0,0 1 0 0 0,0 0 0 0 0,0-1 0 0 0,-2-6 0 0 0,0-11 64 0 0,2 15-60 0 0,-1 0 1 0 0,0 1-1 0 0,-1-1 1 0 0,0 1 0 0 0,0-1-1 0 0,0 1 1 0 0,-1 0-1 0 0,-3-6 1 0 0,-10-26 41 0 0,-34-80 108 0 0,49 115-156 0 0,0 1 0 0 0,0 0 0 0 0,1-1 0 0 0,-1 1 0 0 0,1-1 1 0 0,0 1-1 0 0,-1-1 0 0 0,1 1 0 0 0,0-1 0 0 0,1-4 0 0 0,-1 5-1 0 0,1 0-1 0 0,-1 0 0 0 0,0 0 0 0 0,0 0 0 0 0,0 0 0 0 0,0 0 0 0 0,-1 0 1 0 0,1 0-1 0 0,0 1 0 0 0,-1-1 0 0 0,1 0 0 0 0,-1 0 0 0 0,0 0 0 0 0,0 0 1 0 0,-1-2-1 0 0,-5-4-21 0 0,5 6 17 0 0,0-1 0 0 0,0 1 1 0 0,1 0-1 0 0,-1-1 0 0 0,1 1 0 0 0,-1-1 0 0 0,1 0 0 0 0,0 1 1 0 0,0-1-1 0 0,0 0 0 0 0,0 0 0 0 0,0 1 0 0 0,1-1 0 0 0,0 0 1 0 0,-1 0-1 0 0,1 0 0 0 0,0 0 0 0 0,1-5 0 0 0,-2-5 36 0 0,0 10-26 0 0,1-1-1 0 0,0 1 1 0 0,-1-1 0 0 0,1 1-1 0 0,1-1 1 0 0,-1 1 0 0 0,0-1-1 0 0,1 1 1 0 0,0-1 0 0 0,0 1-1 0 0,0-1 1 0 0,2-4 0 0 0,52-76 152 0 0,-44 70-187 0 0,-1-1 0 0 0,0 1 1 0 0,-2-2-1 0 0,8-16 0 0 0,-14 27 34 0 0,-1-1 0 0 0,1 1 0 0 0,0 0 0 0 0,0 0 1 0 0,0 0-1 0 0,1 0 0 0 0,0 0 0 0 0,0 1 0 0 0,0-1 0 0 0,0 1 0 0 0,1 0 0 0 0,0 0 0 0 0,0 0 0 0 0,0 0 0 0 0,0 1 0 0 0,0 0 0 0 0,1-1 0 0 0,6-2 0 0 0,49-34 19 0 0,1-4-39 0 0,-2 8-54 0 0,-29 17 54 0 0,-5 12 13 0 0,121-30 13 0 0,-45 11 106 0 0,-56 14-25 0 0,56-8 0 0 0,-41 13 146 0 0,6 7 307 0 0,-11-6-120 0 0,-55 4-392 0 0,0 0 0 0 0,0 0 0 0 0,0 0-1 0 0,0 0 1 0 0,0 1 0 0 0,0-1 0 0 0,-1 0 0 0 0,1 0 0 0 0,-1 0-1 0 0,1 0 1 0 0,-1 0 0 0 0,0 1 0 0 0,0-1 0 0 0,0 0 0 0 0,0 1-1 0 0,0-1 1 0 0,-1-1 0 0 0,-19-12 64 0 0,0 2 0 0 0,-1 0 0 0 0,-38-15 0 0 0,13 5 39 0 0,47 23-138 0 0,-175-80 360 0 0,154 71-730 0 0,-1 2 1 0 0,0 0-1 0 0,0 1 0 0 0,-1 2 0 0 0,0 0 1 0 0,-26-1-1 0 0,55 6-4569 0 0,3 3 3164 0 0,6 3-3170 0 0,10 0 1570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3362 0 0,'-90'63'5202'0'0,"-1"-5"-4162"0"0,61-6-1200 0 0,30-14 80 0 0,0-7 0 0 0,30 2-1120 0 0,1-22-3683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6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91 243 880 0 0,'-53'-27'3638'0'0,"50"26"-3437"0"0,0 0 1 0 0,0 0-1 0 0,0-1 0 0 0,1 1 1 0 0,-1-1-1 0 0,1 0 0 0 0,-1 0 1 0 0,1 0-1 0 0,0 0 0 0 0,-1 0 1 0 0,1-1-1 0 0,0 1 0 0 0,-2-5 1 0 0,4 7-185 0 0,0-1 1 0 0,0 1-1 0 0,0-1 1 0 0,0 1-1 0 0,1-1 1 0 0,-1 1 0 0 0,0-1-1 0 0,0 1 1 0 0,0-1-1 0 0,1 1 1 0 0,-1-1-1 0 0,0 1 1 0 0,1 0 0 0 0,-1-1-1 0 0,0 1 1 0 0,1-1-1 0 0,-1 1 1 0 0,1 0-1 0 0,-1-1 1 0 0,0 1-1 0 0,1 0 1 0 0,-1 0 0 0 0,1-1-1 0 0,-1 1 1 0 0,1 0-1 0 0,-1 0 1 0 0,1 0-1 0 0,-1 0 1 0 0,1 0 0 0 0,-1-1-1 0 0,1 1 1 0 0,-1 0-1 0 0,1 0 1 0 0,-1 0-1 0 0,1 0 1 0 0,0 0-9 0 0,0 1 0 0 0,-1-2 1 0 0,1 1-1 0 0,0 0 0 0 0,-1 0 0 0 0,1 0 1 0 0,0 0-1 0 0,-1 0 0 0 0,1 0 0 0 0,0-1 0 0 0,-1 1 1 0 0,1 0-1 0 0,-1-1 0 0 0,1 1 0 0 0,-1 0 1 0 0,1-1-1 0 0,0 1 0 0 0,-1 0 0 0 0,1-1 1 0 0,-1 1-1 0 0,0-1 0 0 0,1 1 0 0 0,-1-1 0 0 0,1 0 1 0 0,-1 1-1 0 0,0-1 0 0 0,1 1 0 0 0,-1-1 1 0 0,0 0-1 0 0,0 1 0 0 0,1-1 0 0 0,-1 1 1 0 0,0-1-1 0 0,0 0 0 0 0,0 1 0 0 0,0-2 0 0 0,2-2 9 0 0,-1 1 0 0 0,1-1 0 0 0,0 1 0 0 0,0 0 0 0 0,1 0 0 0 0,-1 0 0 0 0,0 0 0 0 0,1 0 0 0 0,0 0 0 0 0,0 1 0 0 0,0-1 0 0 0,0 1 0 0 0,0 0 0 0 0,0 0 0 0 0,7-3 0 0 0,3-4 28 0 0,2-1 5 0 0,1 1 0 0 0,0 0 0 0 0,0 1 0 0 0,0 1 0 0 0,1 0 0 0 0,0 1 0 0 0,1 1 0 0 0,23-4 0 0 0,3 3 170 0 0,-1 1-1 0 0,55 3 0 0 0,-43 7-46 0 0,-50-5 213 0 0,-10 0-321 0 0,-39-2-57 0 0,38 0-18 0 0,1 1-57 0 0,0 1-188 0 0,-135-14-3214 0 0,79 13 320 0 0,31-4 814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7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215 153 1201 0 0,'-3'4'1078'0'0,"-10"10"596"0"0,-1-1 1 0 0,-25 21 0 0 0,36-31-1599 0 0,0-1 0 0 0,0 0 0 0 0,0 0 0 0 0,0 0 0 0 0,0-1 0 0 0,0 1 0 0 0,-1-1-1 0 0,1 0 1 0 0,0 0 0 0 0,-1 0 0 0 0,1 0 0 0 0,-1 0 0 0 0,1-1 0 0 0,-1 0 0 0 0,0 1 0 0 0,1-1 0 0 0,-1-1 0 0 0,1 1 0 0 0,-1 0-1 0 0,-6-3 1 0 0,9 1-11 0 0,0 0-1 0 0,0 0 0 0 0,0 0 0 0 0,1 0 1 0 0,-1-1-1 0 0,1 1 0 0 0,-1 0 1 0 0,1 0-1 0 0,0-1 0 0 0,0 1 0 0 0,0 0 1 0 0,0-1-1 0 0,0 1 0 0 0,0 0 0 0 0,1-1 1 0 0,-1 1-1 0 0,1 0 0 0 0,-1 0 1 0 0,1 0-1 0 0,0-1 0 0 0,1-1 0 0 0,7-3-75 0 0,0-1 0 0 0,1 1-1 0 0,-1 1 1 0 0,2 0-1 0 0,-1 0 1 0 0,0 1-1 0 0,1 1 1 0 0,0 0 0 0 0,22-6-1 0 0,-12 5-122 0 0,0 1-1 0 0,0 1 0 0 0,1 1 1 0 0,37 1-1 0 0,-50 2 106 0 0,0 1-1 0 0,0 1 0 0 0,1-1 0 0 0,-2 2 0 0 0,1-1 0 0 0,0 1 0 0 0,-1 0 1 0 0,1 1-1 0 0,-1 0 0 0 0,-1 0 0 0 0,1 1 0 0 0,-1 0 0 0 0,0 0 0 0 0,0 1 1 0 0,0 0-1 0 0,-1 0 0 0 0,0 1 0 0 0,-1-1 0 0 0,0 1 0 0 0,7 13 0 0 0,-11-19 53 0 0,0 1-1 0 0,0-1 0 0 0,0 0 0 0 0,0 0 0 0 0,-1 0 1 0 0,1 0-1 0 0,0 1 0 0 0,-1-1 0 0 0,0 0 1 0 0,0 1-1 0 0,1-1 0 0 0,-1 0 0 0 0,-1 1 0 0 0,1-1 1 0 0,0 0-1 0 0,0 0 0 0 0,-1 1 0 0 0,1-1 0 0 0,-1 0 1 0 0,0 0-1 0 0,0 1 0 0 0,0-1 0 0 0,0 0 1 0 0,0 0-1 0 0,0 0 0 0 0,-1 0 0 0 0,1-1 0 0 0,0 1 1 0 0,-1 0-1 0 0,0 0 0 0 0,1-1 0 0 0,-1 1 0 0 0,0-1 1 0 0,0 0-1 0 0,0 1 0 0 0,0-1 0 0 0,-3 1 1 0 0,-8 4 188 0 0,0 0 0 0 0,-1-1 1 0 0,1-1-1 0 0,-29 5 1 0 0,26-6-33 0 0,-10 4 67 0 0,-1-2-1 0 0,1-1 1 0 0,-1-1-1 0 0,0-1 1 0 0,0-2-1 0 0,0 0 0 0 0,0-2 1 0 0,0-1-1 0 0,-33-8 1 0 0,53 9-243 0 0,3 1-2 0 0,-1 0-1 0 0,1 0 0 0 0,0 0 0 0 0,0-1 0 0 0,0 0 0 0 0,0 1 0 0 0,-5-5 1 0 0,7 4-5 0 0,1 1 0 0 0,0-1 1 0 0,-1 1-1 0 0,1-1 1 0 0,0 0-1 0 0,0 0 1 0 0,0 0-1 0 0,0 1 0 0 0,0-1 1 0 0,0 0-1 0 0,1 0 1 0 0,-1 0-1 0 0,0 0 1 0 0,1-1-1 0 0,0 1 0 0 0,0 0 1 0 0,-1 0-1 0 0,1 0 1 0 0,1-3-1 0 0,-2-17-40 0 0,0 16-31 0 0,0-1 0 0 0,1 1 0 0 0,0-1 0 0 0,0 1 0 0 0,0-1 0 0 0,1 1 0 0 0,0-1 0 0 0,1 1 0 0 0,-1-1 0 0 0,1 1 0 0 0,0 0 0 0 0,1 0 0 0 0,3-7 0 0 0,5 1-388 0 0,0 0 0 0 0,1 1 0 0 0,19-14 0 0 0,35-34-3020 0 0,-31 13-2013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8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40 1521 0 0,'-6'-1'706'0'0,"5"1"-586"0"0,0 0 0 0 0,0 0 0 0 0,0 0 0 0 0,0 0 1 0 0,0 0-1 0 0,0 0 0 0 0,0 0 0 0 0,0 0 0 0 0,1 0 0 0 0,-1-1 0 0 0,0 1 0 0 0,0 0 0 0 0,0-1 0 0 0,0 1 0 0 0,0 0 0 0 0,0-1 0 0 0,0 0 0 0 0,1 1 1 0 0,-1-1-1 0 0,0 1 0 0 0,0-1 0 0 0,1 0 0 0 0,-1 1 0 0 0,1-1 0 0 0,-1 0 0 0 0,0 0 0 0 0,1 0 0 0 0,-1-1 0 0 0,0 0 116 0 0,-1 0 0 0 0,1 1 0 0 0,0-1 0 0 0,0 1 0 0 0,-1-1 0 0 0,1 1 0 0 0,-1 0-1 0 0,1-1 1 0 0,-1 1 0 0 0,1 0 0 0 0,-4-2 0 0 0,-3-2 857 0 0,10 3-641 0 0,6 3-452 0 0,5 4 0 0 0,-8 19 0 0 0,-5 252 413 0 0,-1-272-403 0 0,1 0-1 0 0,0 0 0 0 0,-1 0 1 0 0,0 0-1 0 0,0 0 1 0 0,0 0-1 0 0,0-1 1 0 0,-1 1-1 0 0,0 0 0 0 0,1-1 1 0 0,-4 5-1 0 0,3-5 6 0 0,0 1 0 0 0,0-1 0 0 0,1 0 0 0 0,-1 1 0 0 0,1-1 0 0 0,0 1 0 0 0,0-1 0 0 0,0 1 1 0 0,0-1-1 0 0,1 1 0 0 0,-1 4 0 0 0,1-6-8 0 0,0 1 0 0 0,0 0 0 0 0,-1-1 0 0 0,0 1 0 0 0,1-1 0 0 0,-1 1 0 0 0,0-1 0 0 0,0 0 1 0 0,0 1-1 0 0,0-1 0 0 0,-1 0 0 0 0,1 1 0 0 0,-1-1 0 0 0,1 0 0 0 0,-1 0 0 0 0,0 0 0 0 0,0-1 0 0 0,0 1 1 0 0,0 0-1 0 0,0-1 0 0 0,-3 3 0 0 0,2-3-6 0 0,1 0 1 0 0,0 1-1 0 0,0-1 0 0 0,0 1 1 0 0,1-1-1 0 0,-1 1 1 0 0,0 0-1 0 0,1 0 0 0 0,-1 0 1 0 0,1 0-1 0 0,-1 0 0 0 0,1 0 1 0 0,0 0-1 0 0,0 1 1 0 0,0-1-1 0 0,0 0 0 0 0,0 1 1 0 0,1-1-1 0 0,-1 0 1 0 0,1 1-1 0 0,-1 3 0 0 0,1-5 6 0 0,-1 0-1 0 0,0 0 1 0 0,1 1-1 0 0,-1-1 1 0 0,0 0-1 0 0,0 0 1 0 0,1 0 0 0 0,-1 0-1 0 0,0 0 1 0 0,0 0-1 0 0,0 0 1 0 0,0 0-1 0 0,0 0 1 0 0,-1-1-1 0 0,1 1 1 0 0,0 0-1 0 0,0-1 1 0 0,-2 2-1 0 0,-1 0 97 0 0,22-5-23 0 0,-30 7-24 0 0,15-3 15 0 0,0-2-10 0 0,-17-3-35 0 0,13 3-26 0 0,0-1 0 0 0,0 0 0 0 0,0 0 0 0 0,1 1 1 0 0,-1-1-1 0 0,0 0 0 0 0,1 0 0 0 0,0 0 0 0 0,-1 0 0 0 0,1 0 1 0 0,0 0-1 0 0,0 0 0 0 0,0 0 0 0 0,0 0 0 0 0,0 0 1 0 0,1 0-1 0 0,0-2 0 0 0,-1 0 10 0 0,0-115-1197 0 0,-1 118 1021 0 0,1 0 0 0 0,-1 1 1 0 0,0-1-1 0 0,1 0 0 0 0,-1 0 1 0 0,0 1-1 0 0,0-1 0 0 0,0 0 0 0 0,1 1 1 0 0,-1-1-1 0 0,0 0 0 0 0,0 1 1 0 0,0-1-1 0 0,0 1 0 0 0,0 0 1 0 0,0-1-1 0 0,0 1 0 0 0,0 0 1 0 0,0 0-1 0 0,0-1 0 0 0,0 1 0 0 0,-1 0 1 0 0,1 0-1 0 0,-2 0 0 0 0,3 0-240 0 0,-5-1-3049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49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125 178 1361 0 0,'0'-13'1211'0'0,"3"-18"1860"0"0,-2 30-3035 0 0,0 0 1 0 0,-1 0-1 0 0,1 0 1 0 0,0 0-1 0 0,0 0 1 0 0,0 1-1 0 0,0-1 1 0 0,0 0 0 0 0,0 0-1 0 0,0 1 1 0 0,1-1-1 0 0,-1 1 1 0 0,0-1-1 0 0,0 1 1 0 0,0-1-1 0 0,1 1 1 0 0,-1-1-1 0 0,0 1 1 0 0,0 0-1 0 0,1 0 1 0 0,-1 0-1 0 0,2 0 1 0 0,2 0 1 0 0,0 0 1 0 0,0 0-1 0 0,0 1 1 0 0,0 0-1 0 0,0 0 0 0 0,0 0 1 0 0,0 1-1 0 0,0-1 1 0 0,-1 1-1 0 0,1 0 0 0 0,-1 1 1 0 0,1-1-1 0 0,-1 1 1 0 0,0 0-1 0 0,0 0 1 0 0,0 0-1 0 0,0 0 0 0 0,-1 1 1 0 0,1 0-1 0 0,5 7 1 0 0,-2-2 26 0 0,-1 0 1 0 0,0 0 0 0 0,-1 1 0 0 0,0-1 0 0 0,0 1 0 0 0,-1 0 0 0 0,5 21 0 0 0,-7-26-25 0 0,-1 0 0 0 0,0 1 0 0 0,0-1 0 0 0,0 1 0 0 0,-1 0 0 0 0,0-1 0 0 0,0 1 0 0 0,0-1 0 0 0,-1 1 0 0 0,0-1 0 0 0,0 1 0 0 0,-3 9 0 0 0,2-11-6 0 0,-1 0 0 0 0,1-1 0 0 0,-1 1 0 0 0,0-1 0 0 0,0 1 0 0 0,-1-1 0 0 0,1 0-1 0 0,-1 0 1 0 0,1-1 0 0 0,-1 1 0 0 0,0-1 0 0 0,-7 4 0 0 0,-20 15 253 0 0,27-18-236 0 0,1 0 0 0 0,-1 0 0 0 0,0-1 0 0 0,1 1 0 0 0,-1-1 0 0 0,0 0 0 0 0,0 0 0 0 0,0-1 0 0 0,-1 1 0 0 0,1-1 0 0 0,0 0 0 0 0,-1 0 0 0 0,1 0 0 0 0,-1 0 1 0 0,-4-1-1 0 0,-1 0 4 0 0,0 0 0 0 0,-1-1 1 0 0,1-1-1 0 0,0 0 0 0 0,0 0 1 0 0,0-1-1 0 0,0 0 0 0 0,0-1 1 0 0,-10-5-1 0 0,17 8-51 0 0,0-1 0 0 0,1 0 1 0 0,-1 0-1 0 0,1 0 0 0 0,-1 0 0 0 0,1 0 0 0 0,0-1 0 0 0,-1 1 0 0 0,1-1 0 0 0,0 1 1 0 0,1-1-1 0 0,-1 0 0 0 0,0 0 0 0 0,1 0 0 0 0,-2-4 0 0 0,3 3-1 0 0,-1 0 0 0 0,0 0 0 0 0,1 0 0 0 0,0 0-1 0 0,0 0 1 0 0,0 0 0 0 0,1 0 0 0 0,-1 0 0 0 0,1 0 0 0 0,0 0-1 0 0,0 0 1 0 0,0 0 0 0 0,1 0 0 0 0,-1 0 0 0 0,4-5 0 0 0,7-14 0 0 0,2 1 0 0 0,0 1 1 0 0,1 0-1 0 0,21-23 1 0 0,-27 35 0 0 0,-1 0-1 0 0,1 1 1 0 0,0-1 0 0 0,1 2 0 0 0,0-1 0 0 0,0 1 0 0 0,1 1-1 0 0,0 0 1 0 0,0 1 0 0 0,0 0 0 0 0,21-6 0 0 0,-17 7-19 0 0,0 2 0 0 0,1 0 0 0 0,-1 0 0 0 0,1 2 0 0 0,22 1 0 0 0,-33-1 11 0 0,0 1 1 0 0,0 0-1 0 0,0 0 0 0 0,0 0 0 0 0,-1 1 1 0 0,1 0-1 0 0,0 0 0 0 0,-1 0 0 0 0,1 0 1 0 0,-1 1-1 0 0,0-1 0 0 0,1 1 0 0 0,-1 0 1 0 0,-1 1-1 0 0,1-1 0 0 0,0 1 0 0 0,-1-1 1 0 0,0 1-1 0 0,0 0 0 0 0,0 1 0 0 0,0-1 1 0 0,2 5-1 0 0,2 6 18 0 0,0-1 0 0 0,-2 1 0 0 0,0 0 0 0 0,0 1 0 0 0,4 30 0 0 0,-8-40-1 0 0,-1 1 0 0 0,0-1 1 0 0,0 0-1 0 0,-1 0 0 0 0,1 1 0 0 0,-1-1 0 0 0,-1 0 1 0 0,1 0-1 0 0,-1 0 0 0 0,0 0 0 0 0,0 0 0 0 0,-1-1 1 0 0,0 1-1 0 0,0-1 0 0 0,0 1 0 0 0,-1-1 1 0 0,1 0-1 0 0,-7 6 0 0 0,-5 5 249 0 0,0 0 0 0 0,-1-2 0 0 0,-1 1 0 0 0,0-2 0 0 0,-1 0 0 0 0,-29 15 0 0 0,41-26-217 0 0,1 0 0 0 0,-1 0 0 0 0,0 0-1 0 0,0-1 1 0 0,-1 1 0 0 0,1-2 0 0 0,0 1 0 0 0,0-1 0 0 0,-1 0 0 0 0,1 0 0 0 0,0 0-1 0 0,0-1 1 0 0,0 0 0 0 0,0 0 0 0 0,-1-1 0 0 0,2 0 0 0 0,-1 0 0 0 0,0 0 0 0 0,0-1 0 0 0,1 0-1 0 0,-1 0 1 0 0,1 0 0 0 0,0 0 0 0 0,-9-8 0 0 0,13 9-45 0 0,-1 1-1 0 0,1 0 1 0 0,0 0-1 0 0,0-1 1 0 0,-1 1-1 0 0,1 0 1 0 0,0-1-1 0 0,0 1 1 0 0,1-1-1 0 0,-1 0 1 0 0,0 1-1 0 0,0-1 1 0 0,1 0-1 0 0,-1 1 1 0 0,1-1 0 0 0,-1 0-1 0 0,1 0 1 0 0,0 0-1 0 0,0 1 1 0 0,0-1-1 0 0,0 0 1 0 0,0 0-1 0 0,0 0 1 0 0,1-2-1 0 0,1-4-6 0 0,1 0 0 0 0,0 1 0 0 0,0 0 0 0 0,9-13 0 0 0,10-24-44 0 0,-15 29 34 0 0,-1 1 0 0 0,2 0 0 0 0,0 0-1 0 0,0 1 1 0 0,1 0 0 0 0,17-19 0 0 0,-6 13-43 0 0,0 0 1 0 0,2 1 0 0 0,31-20 0 0 0,-36 27-55 0 0,0 0 0 0 0,1 2 0 0 0,0 0 0 0 0,34-11 0 0 0,-42 17 51 0 0,0 0 1 0 0,0 1-1 0 0,0 0 1 0 0,1 1 0 0 0,-1 0-1 0 0,0 0 1 0 0,1 1-1 0 0,-1 1 1 0 0,1 0-1 0 0,19 4 1 0 0,-27-4 55 0 0,0 0 1 0 0,0 0-1 0 0,-1 1 0 0 0,1-1 1 0 0,-1 1-1 0 0,1-1 1 0 0,-1 1-1 0 0,1 0 0 0 0,-1 0 1 0 0,0 0-1 0 0,0 0 1 0 0,0 0-1 0 0,0 0 0 0 0,0 1 1 0 0,0-1-1 0 0,-1 1 0 0 0,1-1 1 0 0,1 5-1 0 0,13 53 349 0 0,-15-60-339 0 0,0 12 128 0 0,-1 0-1 0 0,0 1 1 0 0,0-1-1 0 0,-1 0 1 0 0,0 0 0 0 0,-1 0-1 0 0,-1 0 1 0 0,0 0 0 0 0,-1-1-1 0 0,0 1 1 0 0,0-1-1 0 0,-1 0 1 0 0,-1 0 0 0 0,0 0-1 0 0,-12 16 1 0 0,10-15 64 0 0,-1-1 1 0 0,0 0-1 0 0,-1 0 0 0 0,0-1 1 0 0,-1 0-1 0 0,0-1 1 0 0,0 0-1 0 0,-1-1 1 0 0,0 0-1 0 0,0-1 0 0 0,-1 0 1 0 0,0-1-1 0 0,-22 8 1 0 0,29-13-137 0 0,0 1 0 0 0,-1-1 0 0 0,1-1 1 0 0,0 1-1 0 0,-1-1 0 0 0,1 0 0 0 0,0 0 0 0 0,-1-1 1 0 0,1 0-1 0 0,0 0 0 0 0,-11-3 0 0 0,13 2-70 0 0,0 1 0 0 0,1-1 0 0 0,-1 0-1 0 0,1 0 1 0 0,-1 0 0 0 0,1 0-1 0 0,0-1 1 0 0,0 1 0 0 0,0-1 0 0 0,0 0-1 0 0,0 0 1 0 0,1 0 0 0 0,-1 0-1 0 0,1 0 1 0 0,0-1 0 0 0,0 1 0 0 0,0-1-1 0 0,0 0 1 0 0,1 1 0 0 0,-2-6 0 0 0,2 5-1 0 0,0 0 0 0 0,1 0 1 0 0,-1 1-1 0 0,1-1 1 0 0,0 0-1 0 0,0 0 1 0 0,0 0-1 0 0,1 0 1 0 0,-1 0-1 0 0,1 0 0 0 0,0 0 1 0 0,0 0-1 0 0,0 0 1 0 0,1 1-1 0 0,2-5 1 0 0,35-52-80 0 0,-30 49 68 0 0,6-9-22 0 0,96-116-595 0 0,-95 119 506 0 0,1 1 0 0 0,0 1 0 0 0,2 0 0 0 0,0 2 1 0 0,32-19-1 0 0,-42 28 100 0 0,1-1 0 0 0,0 2 0 0 0,-1 0 0 0 0,1 0-1 0 0,0 0 1 0 0,0 1 0 0 0,0 1 0 0 0,1 0 0 0 0,-1 0 0 0 0,11 1 0 0 0,-1 2 23 0 0,0 0 0 0 0,-1 1 0 0 0,1 1 0 0 0,23 9 0 0 0,-33-9 60 0 0,0 1 0 0 0,0 0 0 0 0,0 1 0 0 0,-1 0 0 0 0,1 0 0 0 0,-1 1 0 0 0,-1 0 0 0 0,0 1 0 0 0,0 0 0 0 0,0 0 0 0 0,-1 1 0 0 0,0 0 0 0 0,-1 0 0 0 0,0 0 1 0 0,9 18-1 0 0,-14-23 26 0 0,1 1 1 0 0,-1-1-1 0 0,1 0 1 0 0,-1 1 0 0 0,-1-1-1 0 0,1 1 1 0 0,0-1 0 0 0,-1 1-1 0 0,0-1 1 0 0,0 1 0 0 0,-1-1-1 0 0,1 1 1 0 0,-1-1 0 0 0,0 1-1 0 0,0-1 1 0 0,0 0 0 0 0,-1 1-1 0 0,0-1 1 0 0,1 0 0 0 0,-1 0-1 0 0,-1 0 1 0 0,1 0-1 0 0,-6 7 1 0 0,3-5 58 0 0,0-1-1 0 0,0 0 0 0 0,-1 0 1 0 0,1 0-1 0 0,-1-1 1 0 0,0 1-1 0 0,0-1 1 0 0,-1-1-1 0 0,1 1 1 0 0,-1-1-1 0 0,0 0 0 0 0,0-1 1 0 0,-10 3-1 0 0,-6-1 54 0 0,1 0-1 0 0,-1-2 0 0 0,0-1 1 0 0,1 0-1 0 0,-38-5 0 0 0,48 2-163 0 0,0 0 1 0 0,0 0-1 0 0,0-2 0 0 0,0 1 0 0 0,0-1 0 0 0,1-1 0 0 0,0 0 1 0 0,0-1-1 0 0,0 0 0 0 0,1 0 0 0 0,-18-15 0 0 0,25 18-25 0 0,0 0 0 0 0,0 0 0 0 0,1 0 1 0 0,-1-1-1 0 0,1 1 0 0 0,0-1 0 0 0,0 1 0 0 0,0-1 0 0 0,0 0 0 0 0,1 0 0 0 0,0 1 0 0 0,-1-1 0 0 0,1 0 0 0 0,1 0 0 0 0,-1-1 0 0 0,1 1 0 0 0,-1 0 0 0 0,1 0 0 0 0,0 0 1 0 0,1 0-1 0 0,-1 0 0 0 0,1 0 0 0 0,-1 0 0 0 0,1 0 0 0 0,1 0 0 0 0,1-6 0 0 0,0 3-33 0 0,0 0 0 0 0,1 1 0 0 0,0-1 0 0 0,0 1 1 0 0,0-1-1 0 0,1 1 0 0 0,0 1 0 0 0,0-1 0 0 0,0 1 0 0 0,1-1 0 0 0,0 1 0 0 0,0 1 0 0 0,0-1 1 0 0,11-5-1 0 0,-1 3-15 0 0,1 1 1 0 0,0 0-1 0 0,0 1 1 0 0,0 1 0 0 0,1 0-1 0 0,-1 1 1 0 0,1 1-1 0 0,0 1 1 0 0,-1 1-1 0 0,1 0 1 0 0,0 1 0 0 0,0 1-1 0 0,-1 1 1 0 0,1 0-1 0 0,-1 2 1 0 0,0-1 0 0 0,0 2-1 0 0,-1 1 1 0 0,1 0-1 0 0,-1 1 1 0 0,-1 0-1 0 0,1 1 1 0 0,-2 1 0 0 0,1 1-1 0 0,-1 0 1 0 0,19 20-1 0 0,-30-29 80 0 0,-1 1-1 0 0,0-1 0 0 0,1 1 0 0 0,-1-1 0 0 0,0 1 0 0 0,0 0 1 0 0,-1-1-1 0 0,1 1 0 0 0,-1 0 0 0 0,1 0 0 0 0,-1 1 0 0 0,0-1 1 0 0,0 0-1 0 0,0 0 0 0 0,-1 0 0 0 0,1 1 0 0 0,-1-1 0 0 0,1 0 1 0 0,-1 1-1 0 0,0-1 0 0 0,-1 0 0 0 0,1 1 0 0 0,0-1 0 0 0,-1 0 1 0 0,0 1-1 0 0,0-1 0 0 0,0 0 0 0 0,0 0 0 0 0,0 0 0 0 0,-1 0 1 0 0,0 0-1 0 0,1 0 0 0 0,-1 0 0 0 0,0-1 0 0 0,0 1 0 0 0,0-1 1 0 0,-1 1-1 0 0,1-1 0 0 0,-1 0 0 0 0,-3 3 0 0 0,-2 1-25 0 0,0 0-1 0 0,0-1 0 0 0,-1 0 1 0 0,0-1-1 0 0,0 0 1 0 0,0 0-1 0 0,-1-1 0 0 0,1 0 1 0 0,-1 0-1 0 0,1-1 1 0 0,-1-1-1 0 0,-17 2 0 0 0,18-4-383 0 0,0 1-1 0 0,0-1 1 0 0,-1 0-1 0 0,1-1 0 0 0,0 0 1 0 0,-17-7-1 0 0,18 6-720 0 0,0-1 0 0 0,1 0 0 0 0,-1-1-1 0 0,1 0 1 0 0,0 0 0 0 0,0-1 0 0 0,-11-10 0 0 0,-12-20-5236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51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47 960 0 0,'1'-2'177'0'0,"0"0"-1"0"0,0 1 0 0 0,0-1 0 0 0,0 0 0 0 0,0 0 0 0 0,0 1 1 0 0,0-1-1 0 0,1 1 0 0 0,-1-1 0 0 0,1 1 0 0 0,-1-1 0 0 0,1 1 1 0 0,0 0-1 0 0,-1 0 0 0 0,1 0 0 0 0,0 0 0 0 0,0 0 0 0 0,0 0 1 0 0,-1 0-1 0 0,1 1 0 0 0,0-1 0 0 0,3 0 0 0 0,49-12 1402 0 0,-30 11-1318 0 0,-1 0 0 0 0,1 2 0 0 0,47 6 0 0 0,-63-5-220 0 0,-1 0 1 0 0,1 1 0 0 0,-1 0 0 0 0,0 0 0 0 0,1 1-1 0 0,-1-1 1 0 0,0 2 0 0 0,-1-1 0 0 0,1 1 0 0 0,-1 0-1 0 0,1 0 1 0 0,-1 1 0 0 0,-1 0 0 0 0,1 0-1 0 0,-1 0 1 0 0,1 1 0 0 0,4 8 0 0 0,-8-13-21 0 0,8 15 224 0 0,-1 0 0 0 0,0 0 0 0 0,-1 0 0 0 0,7 20 0 0 0,-13-32-186 0 0,-1 0-1 0 0,0-1 0 0 0,0 1 1 0 0,0 0-1 0 0,-1 0 0 0 0,1 0 1 0 0,-1 0-1 0 0,0 0 0 0 0,0 0 0 0 0,0 0 1 0 0,0 0-1 0 0,-1 0 0 0 0,0 0 1 0 0,0-1-1 0 0,0 1 0 0 0,0 0 1 0 0,0 0-1 0 0,-1-1 0 0 0,0 1 1 0 0,1-1-1 0 0,-1 1 0 0 0,-1-1 1 0 0,1 0-1 0 0,0 1 0 0 0,-1-1 0 0 0,-3 3 1 0 0,3-4 12 0 0,1 0 0 0 0,-1 0 1 0 0,1 0-1 0 0,0 0 0 0 0,0 0 1 0 0,0 1-1 0 0,0-1 0 0 0,1 0 1 0 0,-1 1-1 0 0,0 0 0 0 0,1-1 1 0 0,0 1-1 0 0,0 0 0 0 0,0 0 1 0 0,0 0-1 0 0,0 0 0 0 0,0 0 1 0 0,1 0-1 0 0,0 0 0 0 0,-1 0 1 0 0,1 6-1 0 0,1-8-54 0 0,-1 0 0 0 0,1-1 0 0 0,-1 1 0 0 0,1 0 0 0 0,0 0 0 0 0,-1 0 0 0 0,1-1 0 0 0,0 1 0 0 0,0 0 0 0 0,-1-1 0 0 0,1 1 0 0 0,0-1 0 0 0,0 1 0 0 0,0-1 0 0 0,0 1 0 0 0,0-1 0 0 0,0 1 0 0 0,-1-1 0 0 0,1 0 0 0 0,0 0 0 0 0,0 1 0 0 0,0-1 0 0 0,0 0 0 0 0,0 0 0 0 0,0 0 0 0 0,0 0 0 0 0,2 0 0 0 0,-2 0 16 0 0,-1-1-31 0 0,0 1 0 0 0,1 0 0 0 0,-1 0 0 0 0,0 0 0 0 0,1-1-1 0 0,-1 1 1 0 0,0 0 0 0 0,1 0 0 0 0,-1-1 0 0 0,0 1 0 0 0,1 0 0 0 0,-1-1-1 0 0,0 1 1 0 0,0 0 0 0 0,1-1 0 0 0,-1 1 0 0 0,0 0 0 0 0,0-1-1 0 0,0 1 1 0 0,0 0 0 0 0,0-1 0 0 0,1 1 0 0 0,-1-1 0 0 0,0 1-1 0 0,0-1 1 0 0,0 1 0 0 0,0 0 0 0 0,0-1 0 0 0,0 1 0 0 0,0-1 0 0 0,0 1-1 0 0,0 0 1 0 0,-1-1 0 0 0,1 1 0 0 0,0-1 0 0 0,-5-17-5 0 0,-19-17 7 0 0,21 28 10 0 0,-1 0 0 0 0,0 0 0 0 0,-1 1 0 0 0,0-1-1 0 0,-6-5 1 0 0,2 3 51 0 0,-1 0 0 0 0,0 1 0 0 0,0 1 0 0 0,-1-1 0 0 0,-19-8 0 0 0,24 13-7 0 0,1 1 0 0 0,0 0 0 0 0,-1 0 0 0 0,1 1 0 0 0,-1 0-1 0 0,1 0 1 0 0,-1 0 0 0 0,1 0 0 0 0,-1 1 0 0 0,0 0 0 0 0,1 0 0 0 0,-1 1-1 0 0,0 0 1 0 0,1 0 0 0 0,-7 1 0 0 0,-1 4 150 0 0,0 0 1 0 0,0 1-1 0 0,0 0 0 0 0,1 1 1 0 0,0 1-1 0 0,0-1 1 0 0,1 2-1 0 0,0 0 0 0 0,1 0 1 0 0,-11 14-1 0 0,16-16-77 0 0,0 0 1 0 0,1 0-1 0 0,-1 1 1 0 0,1-1-1 0 0,1 1 1 0 0,0 0-1 0 0,0 0 1 0 0,1 0-1 0 0,0 1 1 0 0,-1 9-1 0 0,1 14 480 0 0,2 51 0 0 0,1-38-157 0 0,-1-38-399 0 0,0-1 0 0 0,0 1-1 0 0,1-1 1 0 0,0 1 0 0 0,0-1 0 0 0,0 0 0 0 0,1 1-1 0 0,1-1 1 0 0,-1 0 0 0 0,1 0 0 0 0,0-1 0 0 0,0 1-1 0 0,1 0 1 0 0,0-1 0 0 0,0 0 0 0 0,1 0 0 0 0,0 0-1 0 0,0-1 1 0 0,0 1 0 0 0,1-1 0 0 0,-1 0-1 0 0,1-1 1 0 0,0 1 0 0 0,1-1 0 0 0,-1-1 0 0 0,1 1-1 0 0,0-1 1 0 0,-1 0 0 0 0,1 0 0 0 0,9 1 0 0 0,12 4-33 0 0,0-1 0 0 0,1-2 0 0 0,0-1 0 0 0,0-1 0 0 0,0-1 0 0 0,43-3 0 0 0,-29-2-228 0 0,-1-2 0 0 0,0-1 0 0 0,79-24 0 0 0,-101 23-239 0 0,0-1-1 0 0,0-1 1 0 0,-1-1-1 0 0,0 0 0 0 0,22-18 1 0 0,-30 20-411 0 0,-1 0 1 0 0,0-1-1 0 0,-1 0 1 0 0,1 0-1 0 0,-2-1 0 0 0,1-1 1 0 0,-2 1-1 0 0,1-1 1 0 0,7-17-1 0 0,-12 22 21 0 0,-1 0-1 0 0,-1-1 1 0 0,1 1 0 0 0,-1-1-1 0 0,0 1 1 0 0,-1-1 0 0 0,1 1-1 0 0,-2-8 1 0 0,1 13 733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4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358 155 5362 0 0,'-91'64'1749'0'0,"-49"38"-1096"0"0,130-94-648 0 0,1 0 0 0 0,0 1 0 0 0,1 0 0 0 0,0 1 0 0 0,0-1 0 0 0,1 2 0 0 0,0-1 1 0 0,1 1-1 0 0,0 0 0 0 0,1 0 0 0 0,0 1 0 0 0,-3 12 0 0 0,4-1 110 0 0,4-20-102 0 0,-1 0 1 0 0,1 0 0 0 0,0 0-1 0 0,-1-1 1 0 0,1 1 0 0 0,-1 0-1 0 0,0 0 1 0 0,0 0-1 0 0,0-1 1 0 0,0 1 0 0 0,-1 0-1 0 0,1-1 1 0 0,-1 1-1 0 0,1-1 1 0 0,-1 0 0 0 0,0 1-1 0 0,0-1 1 0 0,0 0-1 0 0,-3 2 1 0 0,42-19-71 0 0,-1-2 0 0 0,-1-1 0 0 0,0-2-1 0 0,-1-1 1 0 0,-2-2 0 0 0,31-27 0 0 0,-8-2 174 0 0,-16 15-309 0 0,48-36 0 0 0,-44 43 4 0 0,1 3 0 0 0,61-29 0 0 0,-79 44 120 0 0,1 1 0 0 0,0 1-1 0 0,1 1 1 0 0,0 1 0 0 0,50-6-1 0 0,-72 13 69 0 0,-1 1-1 0 0,1 0 0 0 0,0 1 0 0 0,-1 0 1 0 0,1-1-1 0 0,-1 2 0 0 0,1-1 0 0 0,-1 1 1 0 0,7 3-1 0 0,-10-5 8 0 0,1 1 0 0 0,-2 0 1 0 0,1 0-1 0 0,0 0 0 0 0,0 0 0 0 0,0 1 1 0 0,0-1-1 0 0,-1 1 0 0 0,1-1 0 0 0,-1 1 1 0 0,1-1-1 0 0,-1 1 0 0 0,1 0 0 0 0,-1-1 0 0 0,0 1 1 0 0,0 0-1 0 0,0 0 0 0 0,0 0 0 0 0,0 0 1 0 0,0 0-1 0 0,-1 0 0 0 0,1 0 0 0 0,-1 1 1 0 0,1 2-1 0 0,-1 311 1153 0 0,0-313-1145 0 0,0-1-1 0 0,0 1 1 0 0,0-1-1 0 0,0 1 1 0 0,0-1 0 0 0,1 1-1 0 0,-1-1 1 0 0,1 0-1 0 0,0 1 1 0 0,1 3-1 0 0,-1-5-10 0 0,0 0 0 0 0,0 0-1 0 0,0 0 1 0 0,0 0 0 0 0,0 0 0 0 0,0 0-1 0 0,1 0 1 0 0,-1-1 0 0 0,0 1-1 0 0,1 0 1 0 0,-1-1 0 0 0,0 1 0 0 0,1-1-1 0 0,-1 1 1 0 0,1-1 0 0 0,-1 0-1 0 0,3 1 1 0 0,6-1-24 0 0,0 0 0 0 0,0-1 0 0 0,0 0 0 0 0,18-4 1 0 0,-5 1-2 0 0,6-3 0 0 0,-1 0-1 0 0,1-2 1 0 0,34-16 0 0 0,14-5 119 0 0,54-21 26 0 0,134-46-408 0 0,-243 91 270 0 0,76-20 2 0 0,-89 24 10 0 0,0 0 0 0 0,1 1 1 0 0,-1 0-1 0 0,1 1 0 0 0,-1 0 1 0 0,1 1-1 0 0,16 3 0 0 0,-25-4 2 0 0,0 0 0 0 0,0 0-1 0 0,0 0 1 0 0,0 0 0 0 0,0 0 0 0 0,0 1-1 0 0,0-1 1 0 0,0 0 0 0 0,0 1 0 0 0,0-1-1 0 0,0 1 1 0 0,0-1 0 0 0,0 1 0 0 0,0-1-1 0 0,0 1 1 0 0,0 0 0 0 0,0 0 0 0 0,0-1-1 0 0,-1 1 1 0 0,1 0 0 0 0,0 0 0 0 0,-1 0-1 0 0,1 0 1 0 0,-1 0 0 0 0,2 1 0 0 0,-14 23 91 0 0,5-16-69 0 0,-8 12 57 0 0,-1-2 0 0 0,-1 0-1 0 0,0 0 1 0 0,-36 28 0 0 0,30-28-6 0 0,-2 4 18 0 0,0-1 1 0 0,-2-1-1 0 0,0-1 1 0 0,-2-2-1 0 0,0-1 1 0 0,-34 15-1 0 0,-17 0-23 0 0,71-29-79 0 0,0-1 1 0 0,-1 1 0 0 0,1-2 0 0 0,0 1 0 0 0,-1-1 0 0 0,1 0 0 0 0,-12-1 0 0 0,19 0 3 0 0,0-1-1 0 0,1 1 1 0 0,-1 0 0 0 0,1 0 0 0 0,-1 0 0 0 0,1-1-1 0 0,-1 1 1 0 0,0-1 0 0 0,1 1 0 0 0,0-1 0 0 0,-1 0-1 0 0,1 0 1 0 0,-1 1 0 0 0,1-1 0 0 0,0 0 0 0 0,0 0 0 0 0,-1 0-1 0 0,1 0 1 0 0,0-1 0 0 0,0 1 0 0 0,0 0 0 0 0,0 0-1 0 0,0-1 1 0 0,0 1 0 0 0,1 0 0 0 0,-2-2 0 0 0,2 0 4 0 0,0 0 0 0 0,0 1 0 0 0,-1-1 0 0 0,2 0 0 0 0,-1 0 0 0 0,0 1 0 0 0,0-1 0 0 0,1 0 0 0 0,0 1 0 0 0,-1-1-1 0 0,1 0 1 0 0,0 1 0 0 0,3-5 0 0 0,2-6 3 0 0,2 1-1 0 0,0 1 1 0 0,0-1-1 0 0,1 2 0 0 0,10-11 1 0 0,-3 6 20 0 0,0 1 0 0 0,1 1 0 0 0,0 1 0 0 0,1 1 1 0 0,30-15-1 0 0,98-33 103 0 0,-108 45-181 0 0,52-18-311 0 0,134-31 0 0 0,-177 53 298 0 0,1 3 0 0 0,0 1 0 0 0,1 3 0 0 0,78 4 0 0 0,-102 1 76 0 0,1 2 0 0 0,0 0 0 0 0,-1 2 0 0 0,0 0 0 0 0,0 2 0 0 0,-1 1 0 0 0,26 13 0 0 0,-45-19 0 0 0,0 0 1 0 0,0 0-1 0 0,0 0 1 0 0,-1 1-1 0 0,1 0 1 0 0,-1 0-1 0 0,0 0 0 0 0,0 0 1 0 0,-1 1-1 0 0,1 0 1 0 0,-1-1-1 0 0,0 1 1 0 0,3 7-1 0 0,-5-10 1 0 0,-1 0 0 0 0,1 1 0 0 0,-1-1 0 0 0,1 0 0 0 0,-1 1 0 0 0,0-1 0 0 0,0 0-1 0 0,0 1 1 0 0,0-1 0 0 0,-1 1 0 0 0,1-1 0 0 0,0 0 0 0 0,-1 1 0 0 0,0-1 0 0 0,0 0 0 0 0,1 0-1 0 0,-1 0 1 0 0,-1 1 0 0 0,1-1 0 0 0,0 0 0 0 0,0 0 0 0 0,-1-1 0 0 0,1 1 0 0 0,-1 0 0 0 0,0 0 0 0 0,1-1-1 0 0,-1 1 1 0 0,0-1 0 0 0,-4 3 0 0 0,-11 7 41 0 0,-1 0-1 0 0,0-1 0 0 0,-1-1 1 0 0,0-1-1 0 0,0-1 1 0 0,-26 6-1 0 0,-128 22 149 0 0,150-31-168 0 0,-306 40 274 0 0,258-38-214 0 0,-1-4-1 0 0,-110-11 0 0 0,168 8-96 0 0,0-1-1 0 0,0-1 1 0 0,1 0 0 0 0,-1-1-1 0 0,-24-11 1 0 0,33 13-1 0 0,0-1 0 0 0,0 0-1 0 0,0 0 1 0 0,0 0 0 0 0,1-1 0 0 0,-1 0 0 0 0,1 0 0 0 0,0 0 0 0 0,1 0 0 0 0,-1-1 0 0 0,1 1 0 0 0,-1-1-1 0 0,2 0 1 0 0,-1 0 0 0 0,-4-11 0 0 0,6 14 12 0 0,1 0-1 0 0,-1 1 1 0 0,0-1-1 0 0,1 0 1 0 0,0 0-1 0 0,0 0 1 0 0,-1 0-1 0 0,1 0 1 0 0,0 0-1 0 0,0 0 1 0 0,1 0 0 0 0,-1 0-1 0 0,0 0 1 0 0,1 0-1 0 0,-1 0 1 0 0,1 0-1 0 0,0 1 1 0 0,-1-1-1 0 0,1 0 1 0 0,0 0-1 0 0,0 0 1 0 0,0 1-1 0 0,1-1 1 0 0,0-1 0 0 0,4-3 28 0 0,1 0 0 0 0,-1 1 1 0 0,1 0-1 0 0,14-8 0 0 0,35-19-152 0 0,1 2 1 0 0,1 3-1 0 0,2 2 0 0 0,65-17 0 0 0,-19 15-77 0 0,176-23 0 0 0,-231 43 144 0 0,1 2-1 0 0,99 3 0 0 0,-136 3 52 0 0,0 1-1 0 0,0 0 1 0 0,1 1-1 0 0,-1 1 1 0 0,-1 0-1 0 0,1 1 0 0 0,-1 1 1 0 0,0 0-1 0 0,0 1 1 0 0,0 0-1 0 0,-1 1 1 0 0,0 1-1 0 0,-1 0 1 0 0,17 16-1 0 0,-28-25 7 0 0,12 13 22 0 0,-1 0 0 0 0,0 1 0 0 0,20 30 0 0 0,-29-40-9 0 0,-1 0 0 0 0,0 1 0 0 0,0-1 0 0 0,0 1 0 0 0,0 0 0 0 0,0 0 0 0 0,-1 0 0 0 0,0 0 0 0 0,0 0 0 0 0,-1 0 0 0 0,1 0 0 0 0,-1 0 0 0 0,0 0 0 0 0,0 0 0 0 0,-1 0 0 0 0,0 0 0 0 0,1 0 0 0 0,-2 0 0 0 0,1 0 0 0 0,-3 5 0 0 0,-2 2 16 0 0,-1 0 0 0 0,-1-1 0 0 0,0 0 1 0 0,0-1-1 0 0,-1 0 0 0 0,-1 0 0 0 0,1-1 0 0 0,-1 0 1 0 0,-1 0-1 0 0,0-1 0 0 0,0-1 0 0 0,-1 0 0 0 0,0 0 1 0 0,0-1-1 0 0,-19 6 0 0 0,-12 4 9 0 0,-1-2 1 0 0,0-2-1 0 0,-66 9 0 0 0,6-6 54 0 0,-166 4-1 0 0,231-19-93 0 0,-1-2-1 0 0,1-1 1 0 0,0-2-1 0 0,1-2 1 0 0,-1-2-1 0 0,1-1 1 0 0,-61-25 0 0 0,92 32-4 0 0,-5-3-11 0 0,-1 0-1 0 0,1 0 0 0 0,0-1 0 0 0,-21-16 1 0 0,31 20 13 0 0,-1 1 1 0 0,0-1 0 0 0,1 1 0 0 0,0-1-1 0 0,0 0 1 0 0,-1 0 0 0 0,2 1 0 0 0,-1-2-1 0 0,0 1 1 0 0,1 0 0 0 0,-1 0 0 0 0,1 0-1 0 0,0-1 1 0 0,0 1 0 0 0,0-1-1 0 0,1 1 1 0 0,-1-1 0 0 0,1 1 0 0 0,0-1-1 0 0,0 1 1 0 0,0-1 0 0 0,0 1 0 0 0,0-1-1 0 0,1 1 1 0 0,1-7 0 0 0,2 3 17 0 0,-1 1 1 0 0,1-1-1 0 0,0 1 0 0 0,0 0 1 0 0,1 0-1 0 0,0 0 0 0 0,0 0 1 0 0,0 1-1 0 0,1 0 0 0 0,-1 0 1 0 0,1 1-1 0 0,0-1 0 0 0,1 1 1 0 0,-1 1-1 0 0,14-7 1 0 0,1-2-9 0 0,64-34-133 0 0,2 4-1 0 0,2 4 0 0 0,1 4 0 0 0,2 4 1 0 0,154-31-1 0 0,-196 52 77 0 0,-1 2 0 0 0,1 3 1 0 0,0 1-1 0 0,1 3 0 0 0,-1 1 1 0 0,0 3-1 0 0,57 12 0 0 0,-82-11 50 0 0,0 1 0 0 0,0 1 0 0 0,-1 2 0 0 0,0 0-1 0 0,0 1 1 0 0,-1 2 0 0 0,0 0 0 0 0,-1 1 0 0 0,0 1 0 0 0,-2 2-1 0 0,1 0 1 0 0,-2 1 0 0 0,0 1 0 0 0,-1 0 0 0 0,25 34 0 0 0,-41-48 12 0 0,1 0-1 0 0,0 0 1 0 0,-1 1 0 0 0,0-1 0 0 0,0 0 0 0 0,0 1-1 0 0,-1 0 1 0 0,0-1 0 0 0,1 1 0 0 0,-2 0 0 0 0,1-1 0 0 0,0 1-1 0 0,-1 0 1 0 0,0 0 0 0 0,0 0 0 0 0,0 0 0 0 0,-1-1-1 0 0,0 1 1 0 0,0 0 0 0 0,0 0 0 0 0,0-1 0 0 0,-1 1 0 0 0,0-1-1 0 0,0 1 1 0 0,0-1 0 0 0,0 0 0 0 0,-1 0 0 0 0,1 0-1 0 0,-1 0 1 0 0,-7 7 0 0 0,1-2 12 0 0,-1 1-1 0 0,-1-1 1 0 0,0-1 0 0 0,0 0 0 0 0,0 0-1 0 0,-1-2 1 0 0,0 1 0 0 0,0-1-1 0 0,-1-1 1 0 0,-14 5 0 0 0,-9-2-22 0 0,0-2-1 0 0,0-1 1 0 0,0-2 0 0 0,0-1 0 0 0,0-2 0 0 0,-1-1 0 0 0,1-2-1 0 0,-36-8 1 0 0,-271-68-5 0 0,322 73 2 0 0,4 3 4 0 0,1-2 0 0 0,0 1 0 0 0,0-2 0 0 0,0 0 0 0 0,1-1 1 0 0,0 0-1 0 0,0-1 0 0 0,-14-11 0 0 0,28 18 7 0 0,0-1 0 0 0,-1 1 0 0 0,1 0 1 0 0,0-1-1 0 0,0 1 0 0 0,0-1 0 0 0,0 1 1 0 0,1-1-1 0 0,-1 1 0 0 0,0-1 0 0 0,1 0 1 0 0,-1 1-1 0 0,1-1 0 0 0,-1 0 0 0 0,1 0 0 0 0,0 1 1 0 0,0-1-1 0 0,0 0 0 0 0,0 0 0 0 0,0 0 1 0 0,0 1-1 0 0,0-1 0 0 0,0 0 0 0 0,1 0 1 0 0,-1 1-1 0 0,1-1 0 0 0,-1 0 0 0 0,3-2 1 0 0,-2 0-31 0 0,2 1 1 0 0,-1-1 0 0 0,0 1 0 0 0,1 0 0 0 0,0 0-1 0 0,-1 0 1 0 0,1 0 0 0 0,0 0 0 0 0,1 0 0 0 0,-1 1 0 0 0,5-4-1 0 0,25-9-93 0 0,1 1-1 0 0,0 2 1 0 0,37-8-1 0 0,-46 13 88 0 0,55-14-81 0 0,1 3 1 0 0,150-12-1 0 0,-189 28 77 0 0,-1 2 0 0 0,1 2 0 0 0,-1 1 0 0 0,0 2 0 0 0,0 2 0 0 0,52 16 0 0 0,-26-1 16 0 0,-2 3-1 0 0,115 60 1 0 0,-162-76 21 0 0,0 1 1 0 0,20 17 0 0 0,-33-24 8 0 0,-1 1-1 0 0,0 0 1 0 0,0 0 0 0 0,0 1-1 0 0,0-1 1 0 0,0 1 0 0 0,-1 0-1 0 0,0-1 1 0 0,0 2-1 0 0,-1-1 1 0 0,1 0 0 0 0,1 6-1 0 0,-3-8-6 0 0,0 0-1 0 0,-1-1 0 0 0,1 1 1 0 0,-1 0-1 0 0,0 0 1 0 0,1 0-1 0 0,-1 0 0 0 0,-1 0 1 0 0,1-1-1 0 0,0 1 0 0 0,-1 0 1 0 0,1 0-1 0 0,-1 0 1 0 0,0 0-1 0 0,0-1 0 0 0,0 1 1 0 0,0 0-1 0 0,0-1 0 0 0,-1 1 1 0 0,1-1-1 0 0,-1 0 1 0 0,0 1-1 0 0,1-1 0 0 0,-1 0 1 0 0,0 0-1 0 0,0 0 0 0 0,-1 0 1 0 0,1 0-1 0 0,0-1 1 0 0,-1 1-1 0 0,1 0 0 0 0,-1-1 1 0 0,1 0-1 0 0,-1 0 0 0 0,0 0 1 0 0,1 0-1 0 0,-1 0 1 0 0,-4 0-1 0 0,-11 4 10 0 0,0-1 1 0 0,-1-1-1 0 0,0-1 1 0 0,-26 0-1 0 0,41-2-10 0 0,-30 0 30 0 0,-1-1-1 0 0,1-2 1 0 0,0-1-1 0 0,1-2 0 0 0,-61-18 1 0 0,39 4-33 0 0,1-2 0 0 0,-75-42 0 0 0,118 59 9 0 0,1 0-1 0 0,0-1 0 0 0,0-1 1 0 0,0 0-1 0 0,1 0 0 0 0,0 0 1 0 0,0-1-1 0 0,1-1 0 0 0,0 0 1 0 0,1 0-1 0 0,-13-20 0 0 0,19 27-22 0 0,0 0 0 0 0,1 0 0 0 0,-1 0 0 0 0,1 0 0 0 0,0 0-1 0 0,-1-1 1 0 0,1 1 0 0 0,0 0 0 0 0,0 0 0 0 0,0-1 0 0 0,1 1-1 0 0,-1 0 1 0 0,0 0 0 0 0,1 0 0 0 0,0 0 0 0 0,-1 0 0 0 0,1-1-1 0 0,0 1 1 0 0,0 0 0 0 0,0 0 0 0 0,0 1 0 0 0,1-1 0 0 0,-1 0-1 0 0,0 0 1 0 0,1 1 0 0 0,-1-1 0 0 0,1 0 0 0 0,0 1 0 0 0,-1 0-1 0 0,1-1 1 0 0,0 1 0 0 0,0 0 0 0 0,0 0 0 0 0,0 0 0 0 0,0 0-1 0 0,3-1 1 0 0,4-2 1 0 0,0 0-1 0 0,1 1 0 0 0,0 0 0 0 0,0 1 1 0 0,-1 0-1 0 0,17-2 0 0 0,-8 4-2 0 0,1 0 0 0 0,-1 1-1 0 0,1 1 1 0 0,-1 1-1 0 0,31 8 1 0 0,-14-3-1 0 0,38 7 3 0 0,218 53 47 0 0,-238-53-5 0 0,0 3 0 0 0,-2 2-1 0 0,80 42 1 0 0,145 116 194 0 0,-229-150-190 0 0,-1 1-1 0 0,-2 3 1 0 0,56 52 0 0 0,-45-26-24 0 0,-54-58-13 0 0,0 1 0 0 0,0 0-1 0 0,-1 1 1 0 0,1-1 0 0 0,0 0-1 0 0,-1 0 1 0 0,1 0 0 0 0,-1 0 0 0 0,1 0-1 0 0,-1 1 1 0 0,0-1 0 0 0,0 0 0 0 0,1 0-1 0 0,-1 1 1 0 0,0-1 0 0 0,0 0 0 0 0,0 0-1 0 0,0 2 1 0 0,-1-2-1 0 0,1 0 1 0 0,0-1-1 0 0,-1 1 0 0 0,1-1 1 0 0,-1 1-1 0 0,1 0 0 0 0,-1-1 1 0 0,1 1-1 0 0,-1-1 0 0 0,1 1 1 0 0,-1-1-1 0 0,0 1 0 0 0,1-1 1 0 0,-1 0-1 0 0,0 1 0 0 0,1-1 0 0 0,-1 0 1 0 0,0 1-1 0 0,1-1 0 0 0,-1 0 1 0 0,-1 0-1 0 0,-3 1-8 0 0,0-1 1 0 0,0 1-1 0 0,0-1 1 0 0,-1 0-1 0 0,1-1 1 0 0,-8-1-1 0 0,-18-5-40 0 0,1-2 0 0 0,-1-1 0 0 0,-45-22 0 0 0,33 13-8 0 0,-28-15-85 0 0,3-3 0 0 0,-65-47 1 0 0,-12-6-61 0 0,83 55 118 0 0,-52-32-72 0 0,112 66 150 0 0,1 0 1 0 0,-1 0 0 0 0,0 0 0 0 0,1-1-1 0 0,-1 1 1 0 0,1 0 0 0 0,0 0-1 0 0,-1-1 1 0 0,1 1 0 0 0,0-1 0 0 0,0 0-1 0 0,0 1 1 0 0,0-1 0 0 0,-2-3 0 0 0,4 4 3 0 0,-1 1 0 0 0,0-1 1 0 0,0 1-1 0 0,0-1 0 0 0,0 1 1 0 0,0-1-1 0 0,1 1 0 0 0,-1-1 1 0 0,0 1-1 0 0,0-1 0 0 0,1 1 0 0 0,-1-1 1 0 0,0 1-1 0 0,1-1 0 0 0,-1 1 1 0 0,0-1-1 0 0,1 1 0 0 0,-1 0 1 0 0,1-1-1 0 0,-1 1 0 0 0,1 0 1 0 0,-1-1-1 0 0,1 1 0 0 0,-1 0 1 0 0,1 0-1 0 0,-1-1 0 0 0,1 1 0 0 0,-1 0 1 0 0,1 0-1 0 0,0 0 0 0 0,0 0 1 0 0,7-2-13 0 0,0 1 1 0 0,1 1-1 0 0,-1-1 1 0 0,0 1 0 0 0,0 1-1 0 0,12 1 1 0 0,-5 0 5 0 0,5 1-16 0 0,-2 1 0 0 0,35 12 0 0 0,50 17 92 0 0,168 81 1 0 0,-212-84 61 0 0,-1 3 0 0 0,-1 2 0 0 0,-3 2 0 0 0,67 61 0 0 0,-118-97-122 0 0,-1 1 1 0 0,0 0 0 0 0,0-1 0 0 0,0 1-1 0 0,-1 0 1 0 0,1 0 0 0 0,0 1-1 0 0,-1-1 1 0 0,0 0 0 0 0,1 0 0 0 0,1 5-1 0 0,-3-6-8 0 0,0-1 0 0 0,-1 0 0 0 0,1 1 0 0 0,0-1-1 0 0,0 1 1 0 0,0-1 0 0 0,0 0 0 0 0,-1 1 0 0 0,1-1-1 0 0,0 1 1 0 0,0-1 0 0 0,-1 0 0 0 0,1 1-1 0 0,0-1 1 0 0,-1 0 0 0 0,1 0 0 0 0,0 1 0 0 0,-1-1-1 0 0,1 0 1 0 0,0 0 0 0 0,-1 1 0 0 0,1-1 0 0 0,-1 0-1 0 0,1 0 1 0 0,0 0 0 0 0,-1 0 0 0 0,1 0 0 0 0,-1 0-1 0 0,1 0 1 0 0,-1 0 0 0 0,1 1 0 0 0,0-2 0 0 0,-1 1-1 0 0,1 0 1 0 0,-1 0 0 0 0,1 0 0 0 0,-1 0 0 0 0,0 0-1 0 0,-10-2-19 0 0,-1 1-1 0 0,0-2 0 0 0,-17-5 0 0 0,-107-34 5 0 0,37 13-76 0 0,-148-65 0 0 0,195 70-37 0 0,-26-13-113 0 0,-89-29-1 0 0,149 60 178 0 0,26 9-28 0 0,43 21 11 0 0,119 68 256 0 0,-149-79-146 0 0,6 2 88 0 0,0 2-1 0 0,40 33 0 0 0,-61-45-91 0 0,-1 0 0 0 0,0 0-1 0 0,0 0 1 0 0,0 0 0 0 0,0 1-1 0 0,-1 0 1 0 0,0 0 0 0 0,-1 0-1 0 0,1 0 1 0 0,-1 1 0 0 0,0 0-1 0 0,0-1 1 0 0,-1 1-1 0 0,0 0 1 0 0,-1 0 0 0 0,1 0-1 0 0,0 11 1 0 0,-2-5 26 0 0,0-11-36 0 0,1 1 0 0 0,-1 0 0 0 0,0-1 0 0 0,0 1 0 0 0,-1-1 0 0 0,1 1 0 0 0,0 0 0 0 0,-1-1 1 0 0,0 1-1 0 0,0 2 0 0 0,0-4-10 0 0,-1 0 1 0 0,1 0 0 0 0,0 0 0 0 0,0 0 0 0 0,0 0 0 0 0,-1 0 0 0 0,1 0 0 0 0,0 0-1 0 0,-1 0 1 0 0,1-1 0 0 0,-1 1 0 0 0,1 0 0 0 0,-1-1 0 0 0,1 0 0 0 0,-1 1-1 0 0,1-1 1 0 0,-1 0 0 0 0,0 0 0 0 0,1 1 0 0 0,-3-2 0 0 0,-11 1 19 0 0,0 0-1 0 0,1-2 1 0 0,-1 0-1 0 0,1-1 1 0 0,0 0 0 0 0,0-1-1 0 0,-17-7 1 0 0,1 0-34 0 0,0-3 1 0 0,-34-19-1 0 0,-182-124-217 0 0,228 145 222 0 0,-7-3-13 0 0,1-1-1 0 0,1-1 0 0 0,-33-30 0 0 0,42 32 4 0 0,-22-25 24 0 0,36 40-10 0 0,0-1 1 0 0,-1 1-1 0 0,1 0 1 0 0,0-1-1 0 0,0 1 1 0 0,0 0-1 0 0,-1-1 1 0 0,1 1-1 0 0,0 0 0 0 0,0-1 1 0 0,0 1-1 0 0,0 0 1 0 0,0-1-1 0 0,-1 1 1 0 0,1 0-1 0 0,0-1 1 0 0,0 1-1 0 0,0-1 1 0 0,0 1-1 0 0,0 0 0 0 0,0-1 1 0 0,0 1-1 0 0,1 0 1 0 0,-1-1-1 0 0,0 1 1 0 0,0-1-1 0 0,0 1 1 0 0,0 0-1 0 0,0-1 1 0 0,0 1-1 0 0,1-1 0 0 0,19 2-68 0 0,-1 0 22 0 0,-16-1 44 0 0,1 0 0 0 0,-1 0 0 0 0,0 0 1 0 0,0 0-1 0 0,1 0 0 0 0,-1 1 0 0 0,0 0 1 0 0,0-1-1 0 0,0 1 0 0 0,0 0 0 0 0,4 2 1 0 0,29 20 62 0 0,0 2 0 0 0,-1 1 0 0 0,-2 2 0 0 0,40 42 0 0 0,-26-19 53 0 0,-3 2 1 0 0,39 60-1 0 0,-81-111-112 0 0,-1-1 0 0 0,1 1 0 0 0,-1-1 0 0 0,0 1 0 0 0,0 0 0 0 0,0 0 0 0 0,0-1 0 0 0,0 1 0 0 0,0 0 1 0 0,0 0-1 0 0,-1 0 0 0 0,1 0 0 0 0,-1 0 0 0 0,1 0 0 0 0,-1 0 0 0 0,0 1 0 0 0,0-1 0 0 0,0 4 0 0 0,-2-5-2 0 0,0 0 0 0 0,0 1 0 0 0,-1-1 0 0 0,1 0 0 0 0,-1 0 0 0 0,1-1 0 0 0,-1 1 0 0 0,1 0 0 0 0,-1-1-1 0 0,1 1 1 0 0,-1-1 0 0 0,1 0 0 0 0,-1 0 0 0 0,0 0 0 0 0,1 0 0 0 0,-1-1 0 0 0,1 1 0 0 0,-4-1 0 0 0,-20-2-2 0 0,0-1 1 0 0,0-1-1 0 0,1-1 1 0 0,0-1-1 0 0,0-2 1 0 0,0 0-1 0 0,-35-20 1 0 0,12 2-18 0 0,1-2 0 0 0,-58-49 0 0 0,35 13-47 0 0,61 60 83 0 0,-1-2 5 0 0,17 4-46 0 0,0 2 0 0 0,0 1 20 0 0,-1 1 0 0 0,1-1 0 0 0,-1 1-1 0 0,1 1 1 0 0,-1-1 0 0 0,1 1 0 0 0,-1 0 0 0 0,0 1 0 0 0,1 0 0 0 0,-1 0-1 0 0,-1 0 1 0 0,9 6 0 0 0,-4 23 72 0 0,-4-16-43 0 0,10 39 38 0 0,-15-51-57 0 0,0-1 0 0 0,-1 1 0 0 0,0-1 0 0 0,0 1 0 0 0,0-1 0 0 0,0 1-1 0 0,0-1 1 0 0,-1 1 0 0 0,1-1 0 0 0,-1 1 0 0 0,0-1 0 0 0,0 0 0 0 0,0 1 0 0 0,-2 3 0 0 0,-1-2 6 0 0,0-1-1 0 0,-1 1 1 0 0,1-1 0 0 0,-1 0 0 0 0,0 0-1 0 0,0 0 1 0 0,0-1 0 0 0,0 0 0 0 0,0 0-1 0 0,-1 0 1 0 0,0 0 0 0 0,1-1-1 0 0,-1 0 1 0 0,0 0 0 0 0,-7 0 0 0 0,-18 5 56 0 0,-52 4 0 0 0,59-9-66 0 0,-82 7-16 0 0,-192-8 0 0 0,-99-36 26 0 0,219 16 8 0 0,166 18-36 0 0,0 0 0 0 0,-1 1 1 0 0,-20 1-1 0 0,27 0 7 0 0,10 0-16 0 0,22 2-53 0 0,35 5-46 0 0,-21 3 127 0 0,-24-7-17 0 0,-16-4 13 0 0,1 0 0 0 0,0 0 0 0 0,-1 1 1 0 0,1-1-1 0 0,0 0 0 0 0,-1 1 0 0 0,1-1 0 0 0,-1 1 1 0 0,1-1-1 0 0,-1 1 0 0 0,1-1 0 0 0,-1 1 1 0 0,1-1-1 0 0,-1 1 0 0 0,1 0 0 0 0,-1-1 0 0 0,0 1 1 0 0,1-1-1 0 0,-1 1 0 0 0,0 0 0 0 0,1-1 1 0 0,-1 1-1 0 0,0 0 0 0 0,0 0 0 0 0,0-1 0 0 0,0 1 1 0 0,0 0-1 0 0,0 0 0 0 0,0-1 0 0 0,0 1 1 0 0,0 0-1 0 0,0 0 0 0 0,0-1 0 0 0,0 2 0 0 0,-11 24 11 0 0,5-20-3 0 0,1 1 0 0 0,-1-1-1 0 0,0-1 1 0 0,0 1 0 0 0,0-1 0 0 0,-1 0-1 0 0,0 0 1 0 0,0-1 0 0 0,-13 6 0 0 0,-1-1 1 0 0,-1 0 1 0 0,-36 8-1 0 0,-56 8 62 0 0,-149 14 0 0 0,-118-11 90 0 0,285-22-149 0 0,-139 6-10 0 0,229-12-1 0 0,1 0 0 0 0,0 0 1 0 0,0 0-1 0 0,-1-1 0 0 0,1 0 0 0 0,0 0 0 0 0,-10-4 0 0 0,14 4 1 0 0,0 1-1 0 0,0-1 0 0 0,0 0 0 0 0,0 1 1 0 0,0-1-1 0 0,-1 0 0 0 0,1 0 0 0 0,1 1 0 0 0,-1-1 1 0 0,0 0-1 0 0,0 0 0 0 0,0 0 0 0 0,0 0 0 0 0,1-1 1 0 0,-1 1-1 0 0,0 0 0 0 0,1 0 0 0 0,-1 0 0 0 0,1 0 1 0 0,-1-3-1 0 0,1 1-1 0 0,0 0-1 0 0,1-1 1 0 0,0 1 0 0 0,-1 0 0 0 0,1 0 0 0 0,0 0 0 0 0,1 0-1 0 0,-1 0 1 0 0,0 0 0 0 0,1 0 0 0 0,0 1 0 0 0,-1-1 0 0 0,1 0-1 0 0,0 1 1 0 0,0-1 0 0 0,1 1 0 0 0,-1 0 0 0 0,0 0 0 0 0,5-3-1 0 0,10-8-5 0 0,1 0 0 0 0,0 2 0 0 0,0 0 0 0 0,32-13 0 0 0,8 0-69 0 0,0 3 0 0 0,1 2-1 0 0,66-11 1 0 0,-22 12-149 0 0,112-6 1 0 0,-214 24 224 0 0,0-1 1 0 0,0 1-1 0 0,0 0 0 0 0,0-1 1 0 0,0 1-1 0 0,1 0 1 0 0,-1 0-1 0 0,0 0 0 0 0,0 0 1 0 0,0 0-1 0 0,0 0 0 0 0,0 0 1 0 0,0 0-1 0 0,0 1 0 0 0,1-1 1 0 0,-1 0-1 0 0,0 1 0 0 0,0-1 1 0 0,0 1-1 0 0,0-1 1 0 0,0 1-1 0 0,0-1 0 0 0,0 2 1 0 0,-3 0 2 0 0,-1 0 1 0 0,0 0 0 0 0,0 1 0 0 0,0-2 0 0 0,0 1 0 0 0,0 0 0 0 0,-1-1 0 0 0,1 1 0 0 0,-6 0-1 0 0,-76 29 125 0 0,-2-4 0 0 0,0-4 0 0 0,-121 16-1 0 0,141-29-91 0 0,0-3 0 0 0,0-2-1 0 0,-1-4 1 0 0,-80-9 0 0 0,141 8-34 0 0,2-1 1 0 0,0 1 1 0 0,-1-1-1 0 0,1 0 1 0 0,0 0-1 0 0,0 0 1 0 0,-6-3-1 0 0,10 3-4 0 0,0 1 1 0 0,0-1-1 0 0,0 1 0 0 0,1-1 1 0 0,-1 1-1 0 0,0-1 0 0 0,0 0 1 0 0,1 1-1 0 0,-1-1 0 0 0,0 0 1 0 0,1 0-1 0 0,-1 0 0 0 0,1 1 1 0 0,-1-1-1 0 0,1 0 0 0 0,-1 0 1 0 0,1 0-1 0 0,0 0 0 0 0,0 0 1 0 0,-1 0-1 0 0,1 0 0 0 0,0 0 1 0 0,0 0-1 0 0,0 0 0 0 0,0 0 1 0 0,0 0-1 0 0,0 0 0 0 0,0 0 1 0 0,0 0-1 0 0,0 0 0 0 0,1 0 1 0 0,-1 0-1 0 0,0 1 0 0 0,1-1 1 0 0,-1 0-1 0 0,1 0 0 0 0,-1 0 1 0 0,1 0-1 0 0,-1 0 0 0 0,1 1 1 0 0,-1-1-1 0 0,2-1 0 0 0,4-4-5 0 0,-1 0 0 0 0,1 0 0 0 0,1 1 0 0 0,-1 0 0 0 0,1 0 0 0 0,0 0 0 0 0,0 1 0 0 0,0 0 0 0 0,0 1 0 0 0,1-1 0 0 0,15-3-1 0 0,31-17-13 0 0,-3-3-40 0 0,69-39-92 0 0,3 6-1 0 0,147-49 1 0 0,-254 104 198 0 0,-31 9 5 0 0,-62 17 2 0 0,-445 115 415 0 0,398-103-334 0 0,72-21-78 0 0,41-11-64 0 0,17-5-37 0 0,9-4 19 0 0,0 0 0 0 0,-1-2-1 0 0,0 0 1 0 0,24-22-1 0 0,27-21 32 0 0,5 5-52 0 0,2 2 0 0 0,3 3 0 0 0,1 4 0 0 0,98-35 0 0 0,-124 56 48 0 0,-40 11 13 0 0,-15 7 41 0 0,-186 28 52 0 0,133-18-51 0 0,-5 1 5 0 0,1 2-1 0 0,0 2 1 0 0,-59 25 0 0 0,115-37-60 0 0,0-1 0 0 0,0 0 0 0 0,-1 0 0 0 0,1 0 0 0 0,0-1 0 0 0,-1 0 0 0 0,-10 0 0 0 0,22-4-29 0 0,-1 0 0 0 0,0 0 1 0 0,0-1-1 0 0,0 0 0 0 0,0 0 1 0 0,0 0-1 0 0,3-5 0 0 0,12-13 32 0 0,2 5-12 0 0,1 1-1 0 0,32-17 1 0 0,9-7 77 0 0,194-112-628 0 0,-238 147 522 0 0,-13 6 36 0 0,-18 1-5 0 0,6-1-29 0 0,0 0 1 0 0,0 0-1 0 0,0 1 0 0 0,1 0 0 0 0,-1 0 0 0 0,0 0 0 0 0,-6 4 0 0 0,-78 46-1378 0 0,-46 30-2481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9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3682 0 0,'0'0'1654'0'0,"0"0"-1672"0"0,0 1 26 0 0,-1-1 1 0 0,1 0-1 0 0,0 1 1 0 0,0-1-1 0 0,0 1 1 0 0,0-1-1 0 0,0 1 1 0 0,0-1-1 0 0,0 1 1 0 0,0-1-1 0 0,0 1 1 0 0,0-1-1 0 0,0 1 1 0 0,0-1-1 0 0,0 0 1 0 0,0 1-1 0 0,0-1 1 0 0,1 1 0 0 0,-1-1-1 0 0,0 1 1 0 0,0-1-1 0 0,0 0 1 0 0,1 1-1 0 0,-1-1 1 0 0,0 1-1 0 0,1-1 1 0 0,-1 0-1 0 0,0 1 1 0 0,0-1-1 0 0,1 0 1 0 0,-1 0-1 0 0,1 1 1 0 0,-1-1-1 0 0,1 0 1 0 0,-1 1-8 0 0,2-1 51 0 0,0 1 0 0 0,-1 0 0 0 0,1 0 0 0 0,-1 0 0 0 0,1 0 0 0 0,-1 0 0 0 0,1 0 0 0 0,-1 1 0 0 0,0-1 1 0 0,1 0-1 0 0,-1 1 0 0 0,0-1 0 0 0,0 1 0 0 0,0-1 0 0 0,0 1 0 0 0,-1-1 0 0 0,1 1 0 0 0,0 0 0 0 0,0-1 0 0 0,-1 1 0 0 0,0 0 1 0 0,1 0-1 0 0,-1-1 0 0 0,0 1 0 0 0,1 0 0 0 0,-1 0 0 0 0,0 0 0 0 0,-1 0 0 0 0,1-1 0 0 0,0 1 0 0 0,-1 2 0 0 0,1-3 415 0 0,0-20-53 0 0,0 18-410 0 0,0 0 1 0 0,0 1 0 0 0,-1-1 0 0 0,1 0-1 0 0,0 1 1 0 0,0-1 0 0 0,0 1 0 0 0,0-1-1 0 0,0 0 1 0 0,0 1 0 0 0,0-1 0 0 0,0 0-1 0 0,0 1 1 0 0,1-1 0 0 0,-1 0 0 0 0,0 1-1 0 0,0-1 1 0 0,0 1 0 0 0,1-1 0 0 0,-1 1-1 0 0,0-1 1 0 0,1 0 0 0 0,-1 1 0 0 0,1-1-1 0 0,-1 1 1 0 0,0-1 0 0 0,1 1 0 0 0,-1 0-1 0 0,1-1 1 0 0,-1 1 0 0 0,1-1 0 0 0,-1 1-1 0 0,1 0 1 0 0,0 0 0 0 0,-1-1 0 0 0,1 1-1 0 0,-1 0 1 0 0,1 0 0 0 0,0-1-1 0 0,-1 1 1 0 0,1 0 0 0 0,0 0 0 0 0,-1 0-1 0 0,1 0 1 0 0,0 0 0 0 0,-1 0 0 0 0,1 0-1 0 0,-1 0 1 0 0,1 0 0 0 0,0 1 0 0 0,0-1-1 0 0,0 0-3 0 0,-1 0-1 0 0,0 1 0 0 0,0-1 0 0 0,1 0 0 0 0,-1 0 0 0 0,0 0 0 0 0,1 0 1 0 0,-1 0-1 0 0,0 0 0 0 0,0 0 0 0 0,1 0 0 0 0,-1 0 0 0 0,0 0 0 0 0,1 0 1 0 0,-1 0-1 0 0,0 0 0 0 0,1 0 0 0 0,-1 0 0 0 0,0 0 0 0 0,0 0 0 0 0,1 0 0 0 0,-1 0 1 0 0,0 0-1 0 0,1 0 0 0 0,-1-1 0 0 0,0 1 0 0 0,0 0 0 0 0,1 0 0 0 0,-1 0 1 0 0,0 0-1 0 0,0-1 0 0 0,1 1 0 0 0,-1 0 0 0 0,0 0 0 0 0,0-1 0 0 0,0 1 1 0 0,0 0-1 0 0,1 0 0 0 0,-1-1 0 0 0,0 1 0 0 0,0 0 0 0 0,0 0 0 0 0,0-1 1 0 0,0 1-1 0 0,0 0 0 0 0,0-1 0 0 0,0 1 0 0 0,0-1 0 0 0,5-1 54 0 0,36-8-11 0 0,-31 9 60 0 0,0 1 4 0 0,10 0-27 0 0,-15 0 0 0 0,-1 0 0 0 0,12 0 0 0 0,-12 0 0 0 0,1 1 0 0 0,-1 0-57 0 0,28 6 118 0 0,-31-6-134 0 0,0-1 0 0 0,0 0 0 0 0,0 0 0 0 0,0 1 0 0 0,0-1 0 0 0,0 0 0 0 0,0 1 0 0 0,-1-1 0 0 0,1 1 1 0 0,0-1-1 0 0,0 1 0 0 0,0 0 0 0 0,0-1 0 0 0,0 1 0 0 0,-1 0 0 0 0,1 0 0 0 0,0-1 0 0 0,-1 1 0 0 0,1 0 0 0 0,-1 0 0 0 0,1 0 1 0 0,-1 0-1 0 0,2 1 0 0 0,-1 0 5 0 0,1 0 0 0 0,-1-1 0 0 0,1 1 0 0 0,0-1 0 0 0,-1 0 0 0 0,1 1 0 0 0,0-1 0 0 0,0 0-1 0 0,0 0 1 0 0,0 0 0 0 0,0-1 0 0 0,0 1 0 0 0,4 1 0 0 0,0 0 47 0 0,14 2 22 0 0,-20-3-68 0 0,1-1 0 0 0,-1 1 0 0 0,1-1 0 0 0,-1 1 0 0 0,1-1 0 0 0,-1 1 0 0 0,1-1 0 0 0,-1 1 0 0 0,0 0 0 0 0,1-1 0 0 0,-1 1 0 0 0,0-1 0 0 0,1 1 0 0 0,-1 0 0 0 0,0-1 0 0 0,0 1 0 0 0,0 0 0 0 0,0-1 0 0 0,0 1 0 0 0,0 0 0 0 0,0-1 0 0 0,0 1 0 0 0,0 0 0 0 0,0-1 1 0 0,0 2-1 0 0,4 14 128 0 0,5-12-105 0 0,-8-4-33 0 0,0 0 0 0 0,0 0 0 0 0,-1 1 0 0 0,1-1 0 0 0,0 0 0 0 0,0 1 0 0 0,-1-1 0 0 0,1 0 0 0 0,0 1 1 0 0,0-1-1 0 0,-1 1 0 0 0,1-1 0 0 0,0 1 0 0 0,-1 0 0 0 0,1-1 0 0 0,-1 1 0 0 0,1 0 0 0 0,-1-1 0 0 0,1 1 0 0 0,-1 0 0 0 0,1 0 0 0 0,-1-1 1 0 0,0 1-1 0 0,1 0 0 0 0,-1 0 0 0 0,0 0 0 0 0,0-1 0 0 0,0 1 0 0 0,0 0 0 0 0,1 0 0 0 0,-1 0 0 0 0,0 0 0 0 0,-1-1 0 0 0,1 1 0 0 0,0 1 0 0 0,0 0 0 0 0,0-1 0 0 0,1 0 0 0 0,-1 0-1 0 0,0 1 1 0 0,1-1 0 0 0,-1 0 0 0 0,1 0-1 0 0,-1 0 1 0 0,1 1 0 0 0,0-1-1 0 0,-1 0 1 0 0,1 0 0 0 0,0 0 0 0 0,0 0-1 0 0,0 0 1 0 0,0-1 0 0 0,-1 1 0 0 0,1 0-1 0 0,1 0 1 0 0,0 1 0 0 0,8 7 33 0 0,20 53 124 0 0,-25-30-102 0 0,-6-28-54 0 0,1 0 0 0 0,0-1 0 0 0,1 1 0 0 0,-1-1 0 0 0,1 1 0 0 0,-1-1 0 0 0,1 1-1 0 0,2 5 1 0 0,4 0 16 0 0,-6-8-16 0 0,1 0 1 0 0,-1 0-1 0 0,0 0 1 0 0,0 0-1 0 0,0 0 1 0 0,0 1 0 0 0,0-1-1 0 0,0 0 1 0 0,0 1-1 0 0,0-1 1 0 0,-1 1-1 0 0,1-1 1 0 0,0 1-1 0 0,-1-1 1 0 0,1 1-1 0 0,-1-1 1 0 0,0 1 0 0 0,0 0-1 0 0,1-1 1 0 0,-1 1-1 0 0,0 0 1 0 0,0-1-1 0 0,-1 1 1 0 0,1-1-1 0 0,0 1 1 0 0,0 0-1 0 0,-1 1 1 0 0,-5 3 16 0 0,5-5-17 0 0,-1-1-1 0 0,1 1 1 0 0,0 0 0 0 0,0 0 0 0 0,-1 0-1 0 0,1 0 1 0 0,0 0 0 0 0,0 0 0 0 0,0 0-1 0 0,0 0 1 0 0,0 1 0 0 0,1-1 0 0 0,-1 0 0 0 0,0 0-1 0 0,0 1 1 0 0,1-1 0 0 0,-1 1 0 0 0,1-1-1 0 0,-1 1 1 0 0,1-1 0 0 0,0 1 0 0 0,0-1-1 0 0,0 1 1 0 0,-1-1 0 0 0,1 1 0 0 0,0-1-1 0 0,1 1 1 0 0,-1-1 0 0 0,0 1 0 0 0,0-1 0 0 0,1 0-1 0 0,-1 1 1 0 0,1-1 0 0 0,-1 1 0 0 0,1-1-1 0 0,0 2 1 0 0,5 3-5 0 0,-6-6 2 0 0,1 0 0 0 0,-1 0 0 0 0,1 1 1 0 0,-1-1-1 0 0,0 0 0 0 0,1 0 0 0 0,-1 1 0 0 0,1-1 0 0 0,-1 0 1 0 0,0 1-1 0 0,1-1 0 0 0,-1 1 0 0 0,0-1 0 0 0,1 0 0 0 0,-1 1 1 0 0,0-1-1 0 0,0 1 0 0 0,1-1 0 0 0,-1 1 0 0 0,0-1 0 0 0,0 1 1 0 0,0-1-1 0 0,0 1 0 0 0,0-1 0 0 0,0 1 0 0 0,0-1 0 0 0,0 1 1 0 0,0-1-1 0 0,0 1 0 0 0,0-1 0 0 0,0 1 0 0 0,0-1 0 0 0,0 1 1 0 0,0-1-1 0 0,0 1 0 0 0,-1-1 0 0 0,1 0 0 0 0,0 1 0 0 0,0-1 1 0 0,0 1-1 0 0,-1-1 0 0 0,1 1 0 0 0,0-1 0 0 0,-1 0 1 0 0,1 1-1 0 0,0-1 0 0 0,-1 0 0 0 0,1 1 0 0 0,-1-1 0 0 0,1 0 1 0 0,0 1-1 0 0,-1-1 0 0 0,1 0 0 0 0,-2 1 0 0 0,-3 4 16 0 0,4 0 6 0 0,-1 0-1 0 0,0 0 1 0 0,1 0 0 0 0,0 0 0 0 0,0 0-1 0 0,1 0 1 0 0,0 0 0 0 0,-1 1-1 0 0,2-1 1 0 0,-1 0 0 0 0,2 10-1 0 0,-1 4 13 0 0,0-15-31 0 0,-1-1 1 0 0,1 0-1 0 0,0 1 1 0 0,0-1-1 0 0,0 0 0 0 0,0 0 1 0 0,0 0-1 0 0,1 0 1 0 0,-1 0-1 0 0,1 0 0 0 0,0 0 1 0 0,0-1-1 0 0,0 1 1 0 0,0 0-1 0 0,0-1 1 0 0,5 4-1 0 0,-4-3-3 0 0,0-1 0 0 0,0 1 0 0 0,-1-1 0 0 0,0 1 0 0 0,1 0 0 0 0,-1 0 0 0 0,0 0 0 0 0,0 0 0 0 0,-1 0 0 0 0,1 1 0 0 0,-1-1 0 0 0,0 1 0 0 0,1-1 0 0 0,-1 1 0 0 0,-1-1 0 0 0,1 1 0 0 0,0 3 0 0 0,-1 106 173 0 0,0-112-172 0 0,0 0 1 0 0,0 0-1 0 0,0 0 0 0 0,0 1 1 0 0,0-1-1 0 0,0 0 1 0 0,0 0-1 0 0,1 0 1 0 0,-1 0-1 0 0,0 0 1 0 0,1 0-1 0 0,-1 0 0 0 0,1 0 1 0 0,-1 0-1 0 0,1 0 1 0 0,0 0-1 0 0,-1 0 1 0 0,1 0-1 0 0,0 0 0 0 0,0 0 1 0 0,0 0-1 0 0,-1-1 1 0 0,1 1-1 0 0,0 0 1 0 0,0-1-1 0 0,2 1 1 0 0,-2 0-3 0 0,0 0 0 0 0,0-1 0 0 0,0 1 0 0 0,0 0 0 0 0,0 0 0 0 0,0-1 0 0 0,-1 1 0 0 0,1 0 0 0 0,0 0 0 0 0,0 0 0 0 0,-1 0 0 0 0,1 0 0 0 0,0 0 0 0 0,-1 0 0 0 0,1 0 0 0 0,-1 0 0 0 0,1 1 0 0 0,-1-1 0 0 0,0 0 0 0 0,1 0 0 0 0,-1 0 0 0 0,0 1 0 0 0,0-1 0 0 0,0 0 0 0 0,0 0 0 0 0,0 2 0 0 0,0 0 1 0 0,1 1-1 0 0,-1-1 0 0 0,1 1 0 0 0,0-1 0 0 0,-1 0 0 0 0,2 1 0 0 0,-1-1 0 0 0,0 0 0 0 0,1 0 0 0 0,-1 0 1 0 0,4 4-1 0 0,5 12 12 0 0,20 50-12 0 0,-26-43-15 0 0,-4-23 17 0 0,0 0-1 0 0,0-1 0 0 0,1 1 1 0 0,-1 0-1 0 0,0 0 0 0 0,1-1 1 0 0,0 1-1 0 0,-1 0 0 0 0,1-1 0 0 0,1 3 1 0 0,6 8 16 0 0,-6-9-14 0 0,0-1 0 0 0,0 1 0 0 0,0 0 0 0 0,0 0 0 0 0,0 0 0 0 0,-1 0 0 0 0,0 0 0 0 0,0 0 0 0 0,0 0 0 0 0,0 1 0 0 0,0 7 0 0 0,-2-11-4 0 0,1 0 0 0 0,0 0 0 0 0,1 0 0 0 0,-1 0 0 0 0,0 0 0 0 0,0 0 0 0 0,0 0 0 0 0,0-1 0 0 0,1 1 0 0 0,-1 0 0 0 0,0 0 0 0 0,1 0 0 0 0,-1 0 0 0 0,1 0 0 0 0,-1-1 0 0 0,1 1 0 0 0,-1 0 0 0 0,1 0 0 0 0,0-1 0 0 0,-1 1 0 0 0,1 0 0 0 0,0-1 0 0 0,0 1 0 0 0,-1 0 0 0 0,1-1 0 0 0,1 1 0 0 0,6 9 0 0 0,-13 5-3 0 0,4-10 5 0 0,12 9 13 0 0,-10-13-12 0 0,0 1 1 0 0,0 0 0 0 0,0 0-1 0 0,-1-1 1 0 0,1 1-1 0 0,0 0 1 0 0,-1 0 0 0 0,1 0-1 0 0,-1 0 1 0 0,0 0 0 0 0,0 0-1 0 0,1 0 1 0 0,-1 0-1 0 0,-1 0 1 0 0,1 0 0 0 0,0 0-1 0 0,0 0 1 0 0,-2 4-1 0 0,2-4-3 0 0,-1 1 0 0 0,1-1 0 0 0,-1 1 0 0 0,1-1 0 0 0,0 1 0 0 0,0-1 0 0 0,0 1-1 0 0,1-1 1 0 0,-1 1 0 0 0,0-1 0 0 0,1 1 0 0 0,0-1 0 0 0,0 1 0 0 0,-1-1 0 0 0,3 3 0 0 0,13 15 0 0 0,-12-16 0 0 0,0-1 0 0 0,0 1 0 0 0,-1 1 0 0 0,1-1 0 0 0,-1 0 0 0 0,0 1 0 0 0,0 0 0 0 0,-1-1 0 0 0,0 1 0 0 0,0 0 0 0 0,3 10-1 0 0,-5-10 1 0 0,0-1 0 0 0,1 1 0 0 0,-1 0 0 0 0,1 0 0 0 0,0-1 0 0 0,0 1 0 0 0,0-1 0 0 0,1 1 0 0 0,0-1 0 0 0,0 1 0 0 0,0-1 0 0 0,0 0 0 0 0,3 4 1 0 0,0 0-2 0 0,-2 0 7 0 0,-1 0 0 0 0,-1 0 0 0 0,1 0 0 0 0,-1 0-1 0 0,0 1 1 0 0,-1-1 0 0 0,0 0 0 0 0,-1 0 0 0 0,-1 12-1 0 0,0 7 4 0 0,1 11-61 0 0,-1-29 58 0 0,1 0 0 0 0,1 1-1 0 0,0-1 1 0 0,0 1 0 0 0,1-1 0 0 0,0 1 0 0 0,1-1-1 0 0,3 12 1 0 0,5-4-32 0 0,-8-14 23 0 0,0 0 0 0 0,-1 0-1 0 0,1 0 1 0 0,0 0 0 0 0,-1 1 0 0 0,0-1 0 0 0,0 0 0 0 0,0 1 0 0 0,0-1 0 0 0,0 1 0 0 0,-1-1 0 0 0,0 5-1 0 0,0 10 4 0 0,-1-13 0 0 0,0 0 0 0 0,1 1 0 0 0,0-1 0 0 0,0 0 0 0 0,0 0 1 0 0,1 0-1 0 0,-1 0 0 0 0,1 0 0 0 0,0 0 0 0 0,4 8 0 0 0,4-2 0 0 0,-8-9 5 0 0,1 0-1 0 0,0 0 0 0 0,-1 0 1 0 0,0 0-1 0 0,0 0 1 0 0,1 0-1 0 0,-1 0 0 0 0,0 0 1 0 0,-1 0-1 0 0,1 0 1 0 0,0 1-1 0 0,-1-1 0 0 0,1 0 1 0 0,-1 0-1 0 0,1 1 1 0 0,-1-1-1 0 0,0 4 1 0 0,0-3-5 0 0,0 0 1 0 0,0 0 0 0 0,1 0-1 0 0,-1 0 1 0 0,1 0 0 0 0,0 0-1 0 0,0 0 1 0 0,0 0 0 0 0,0-1-1 0 0,0 1 1 0 0,0 0 0 0 0,1-1 0 0 0,0 1-1 0 0,-1-1 1 0 0,1 1 0 0 0,0-1-1 0 0,0 0 1 0 0,0 0 0 0 0,1 0-1 0 0,1 2 1 0 0,23 28-15 0 0,-6 30 218 0 0,-20-55-173 0 0,1 0 1 0 0,-1-1-1 0 0,1 1 1 0 0,1-1-1 0 0,-1 1 1 0 0,1-1-1 0 0,0 0 1 0 0,0 0-1 0 0,1 0 1 0 0,0-1-1 0 0,0 1 1 0 0,8 8-1 0 0,73 58-84 0 0,-25-9 66 0 0,-11-31 35 0 0,-34-23-28 0 0,0 1-1 0 0,0 0 1 0 0,-1 1 0 0 0,24 24 0 0 0,-32-28-11 0 0,1-1 0 0 0,0 1 1 0 0,0-1-1 0 0,0 0 0 0 0,16 9 1 0 0,11 9 14 0 0,-34-24-24 0 0,1 1 0 0 0,0-1 0 0 0,-1 1 0 0 0,1 0 0 0 0,-1 0 0 0 0,1-1 0 0 0,-1 1 0 0 0,0 0 0 0 0,1 0 0 0 0,-1-1 0 0 0,0 1 0 0 0,1 0 0 0 0,-1 0 0 0 0,0 0 0 0 0,0-1 0 0 0,0 1 0 0 0,0 0 0 0 0,0 0 0 0 0,0 2 0 0 0,4 12 13 0 0,14 16 41 0 0,-13-21-46 0 0,0 0 0 0 0,1-1 0 0 0,0 0 0 0 0,9 11 0 0 0,-10-14 31 0 0,0 1 0 0 0,0-1 0 0 0,0 1 0 0 0,-1 0 0 0 0,5 14 1 0 0,19 27 98 0 0,27 20 36 0 0,-51-60-152 0 0,1 0 1 0 0,0 0 0 0 0,0 0-1 0 0,1-1 1 0 0,0 0 0 0 0,0 0-1 0 0,1-1 1 0 0,-1 1 0 0 0,9 4-1 0 0,-15-10-22 0 0,8 7 57 0 0,0 0-1 0 0,-1 0 0 0 0,12 18 0 0 0,-5-7 39 0 0,-10-3 76 0 0,-3-11-304 0 0,-1-7-932 0 0,0 2 1022 0 0,0-1-1 0 0,0 0 0 0 0,0 1 1 0 0,1-1-1 0 0,-1 0 0 0 0,0 1 1 0 0,1-1-1 0 0,-1 0 1 0 0,0 1-1 0 0,1-1 0 0 0,-1 1 1 0 0,1-1-1 0 0,-1 1 0 0 0,1-1 1 0 0,-1 1-1 0 0,1-1 0 0 0,0 1 1 0 0,-1-1-1 0 0,1 1 0 0 0,-1 0 1 0 0,1-1-1 0 0,0 1 0 0 0,-1 0 1 0 0,1-1-1 0 0,0 1 1 0 0,0 0-1 0 0,0 0 0 0 0,0 0 0 0 0,0 0 0 0 0,-1-1 0 0 0,1 1 0 0 0,0 0 0 0 0,-1 0 0 0 0,1 0 0 0 0,0-1 0 0 0,-1 1 0 0 0,1 0 0 0 0,0-1 0 0 0,-1 1 0 0 0,1 0 0 0 0,-1-1 0 0 0,1 1 0 0 0,-1-1 0 0 0,1 1 0 0 0,-1-1-1 0 0,1 1 1 0 0,-1-1 0 0 0,1 0 0 0 0,-1 1 0 0 0,0-1 0 0 0,1 1 0 0 0,-1-1 0 0 0,0 0 0 0 0,1 1 0 0 0,-1-1 0 0 0,0 0 0 0 0,0 0 0 0 0,0 1 0 0 0,0-1 0 0 0,0 0 0 0 0,0 1 0 0 0,0-1 0 0 0,0 0 0 0 0,0 0 0 0 0,0 1 0 0 0,0-1 0 0 0,0 0 0 0 0,0 1 0 0 0,0-1-1 0 0,-1 0 1 0 0,1 1 0 0 0,0-1 0 0 0,-1 0 0 0 0,1 1 0 0 0,0-1 0 0 0,-1 0 0 0 0,1 1 0 0 0,-1-1 0 0 0,-24-34-3544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17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3327 341 3842 0 0,'-25'4'5104'0'0,"45"0"-4579"0"0,-20-4-497 0 0,0 0 0 0 0,-1 0 0 0 0,1 0 0 0 0,0-1 1 0 0,0 1-1 0 0,0 0 0 0 0,0 0 0 0 0,-1 0 0 0 0,1 0 0 0 0,0 0 0 0 0,0 0 0 0 0,0-1 0 0 0,0 1 1 0 0,0 0-1 0 0,-1 0 0 0 0,1 0 0 0 0,0 0 0 0 0,0-1 0 0 0,0 1 0 0 0,0 0 0 0 0,0 0 0 0 0,0 0 0 0 0,0-1 1 0 0,0 1-1 0 0,0 0 0 0 0,0 0 0 0 0,0 0 0 0 0,0-1 0 0 0,0 1 0 0 0,0 0 0 0 0,0 0 0 0 0,0 0 1 0 0,0-1-1 0 0,0 1 0 0 0,0 0 0 0 0,0 0 0 0 0,0 0 0 0 0,0 0 0 0 0,0-1 0 0 0,0 1 0 0 0,1 0 1 0 0,-1 0-1 0 0,0 0 0 0 0,0 0 0 0 0,0-1 0 0 0,0 1 0 0 0,0 0 0 0 0,1 0 0 0 0,-1 0 0 0 0,0 0 1 0 0,0 0-1 0 0,0 0 0 0 0,0-1 0 0 0,1 1 0 0 0,-1 0 0 0 0,-96-15 719 0 0,44 8-474 0 0,-97-26 1 0 0,131 28-223 0 0,0 1 0 0 0,-32-3 0 0 0,-15-3 103 0 0,62 9-157 0 0,-29-7 127 0 0,-1 2 0 0 0,-1 1 0 0 0,-39-1 0 0 0,-133 1 103 0 0,-126-3 0 0 0,72 21-85 0 0,158-5-97 0 0,-114 23 181 0 0,194-30-203 0 0,6 0 2 0 0,-1 1 0 0 0,1 1 0 0 0,0 0-1 0 0,-18 6 1 0 0,-197 48 55 0 0,26-12 0 0 0,166-38-80 0 0,0 2 0 0 0,-69 26 0 0 0,-69 41 94 0 0,129-53-66 0 0,1 2 0 0 0,-52 38 1 0 0,53-34-34 0 0,25-13 16 0 0,2 1 1 0 0,-1 1 0 0 0,2 0 0 0 0,1 1-1 0 0,0 1 1 0 0,1 1 0 0 0,-20 36-1 0 0,-11 12 56 0 0,46-68-65 0 0,-8 10 11 0 0,1 1 0 0 0,0 0 0 0 0,1 0 0 0 0,0 0 0 0 0,-9 24 0 0 0,6 19-13 0 0,-10-1 0 0 0,10 7 13 0 0,1-28 10 0 0,5-19-14 0 0,0 0 0 0 0,2 0-1 0 0,-1 0 1 0 0,0 24 0 0 0,4-10-9 0 0,0-18 0 0 0,-1 0 0 0 0,0 1 0 0 0,0-1 0 0 0,-1 0 0 0 0,0 0 0 0 0,-4 13 0 0 0,-19 24 49 0 0,20-41-39 0 0,0 0 0 0 0,0 1 0 0 0,1 0 0 0 0,0-1 0 0 0,0 1 0 0 0,0 0 0 0 0,1 0 1 0 0,0 1-1 0 0,1-1 0 0 0,-1 9 0 0 0,0 23-10 0 0,1-24 0 0 0,0 0 0 0 0,1 0 0 0 0,1 1 0 0 0,0-1 0 0 0,6 24 0 0 0,1-15 8 0 0,-5-17-1 0 0,0 0 1 0 0,0 0-1 0 0,-1 1 0 0 0,0-1 1 0 0,-1 1-1 0 0,0-1 0 0 0,1 11 1 0 0,-1 23 6 0 0,0-24-27 0 0,-1 1-1 0 0,0-1 0 0 0,-1 0 1 0 0,-5 27-1 0 0,-4-14 1 0 0,7-20 2 0 0,0-1 0 0 0,0 1 0 0 0,1 0 0 0 0,0 0-1 0 0,0 19 1 0 0,1-18 11 0 0,0 0 1 0 0,-1-1-1 0 0,0 1 0 0 0,0 0 0 0 0,-6 11 1 0 0,5-11 49 0 0,0-1 1 0 0,0 1 0 0 0,1-1 0 0 0,0 1 0 0 0,0 13 0 0 0,2 389 269 0 0,1-404-331 0 0,0 1 0 0 0,0-1 1 0 0,1 0-1 0 0,0 0 0 0 0,0 0 0 0 0,4 10 0 0 0,-2-11 20 0 0,-1 1 0 0 0,-1 0 0 0 0,0 0 0 0 0,0 0 0 0 0,-1 0 0 0 0,1 11 0 0 0,-4 19 4 0 0,1-28-11 0 0,0 1 0 0 0,1 0 0 0 0,0-1 0 0 0,1 1 0 0 0,0 0 0 0 0,6 19-1 0 0,43 83-94 0 0,-41-90 44 0 0,-8-18 46 0 0,1-1-1 0 0,0 1 0 0 0,1-1 0 0 0,0 1 0 0 0,-1-1 0 0 0,1 0 0 0 0,7 8 0 0 0,141 146 71 0 0,-140-149-77 0 0,0-2 1 0 0,1 0-1 0 0,0 0 1 0 0,0-1-1 0 0,0 0 1 0 0,21 7-1 0 0,15 8 10 0 0,-7 1-39 0 0,50 38 0 0 0,-73-49 37 0 0,123 70-65 0 0,-103-59 128 0 0,-28-18-52 0 0,0 1 0 0 0,-1 1 0 0 0,1-1 0 0 0,-1 2 0 0 0,-1-1 1 0 0,1 1-1 0 0,14 17 0 0 0,-12-11-44 0 0,1-1 0 0 0,25 21 1 0 0,-24-23 42 0 0,0 1 0 0 0,21 25 0 0 0,-23-25-17 0 0,-1 0 1 0 0,2-1-1 0 0,19 16 1 0 0,26 25-92 0 0,-23-16 82 0 0,2-2-1 0 0,1-1 0 0 0,1-3 1 0 0,53 33-1 0 0,-75-55 13 0 0,-13-7-2 0 0,0 0-1 0 0,0 0 1 0 0,-1 0-1 0 0,1 0 1 0 0,0 0-1 0 0,-1 1 0 0 0,1-1 1 0 0,-1 1-1 0 0,0 0 1 0 0,1 0-1 0 0,-1 0 0 0 0,0 0 1 0 0,0 0-1 0 0,0 0 1 0 0,0 0-1 0 0,-1 1 0 0 0,3 2 1 0 0,-4-3 8 0 0,1-1 0 0 0,-1 0 0 0 0,1 0 0 0 0,-1 0 0 0 0,1 0 0 0 0,-1 0 0 0 0,1 0 0 0 0,0 0 0 0 0,-1 0 0 0 0,1 0 0 0 0,0-1 0 0 0,0 1 0 0 0,0 0 0 0 0,0 0 0 0 0,0-1 0 0 0,0 1 0 0 0,0 0 0 0 0,0-1 0 0 0,0 1 0 0 0,0-1 0 0 0,0 1 0 0 0,0-1 0 0 0,0 0 0 0 0,0 1 0 0 0,0-1 0 0 0,1 0 0 0 0,-1 0 0 0 0,1 0 0 0 0,0 0 0 0 0,-1 0 0 0 0,1 0 0 0 0,-1 1 0 0 0,1-1 0 0 0,-1 0 0 0 0,1 1 0 0 0,-1-1 0 0 0,1 1 0 0 0,-1 0 0 0 0,0-1 0 0 0,1 1 0 0 0,-1 0 0 0 0,0 0 0 0 0,0-1 0 0 0,1 1 0 0 0,-1 0 0 0 0,0 1 0 0 0,0-1 0 0 0,0 0 0 0 0,0 0 0 0 0,0 0 0 0 0,-1 0 0 0 0,1 1 0 0 0,0-1 0 0 0,0 0 0 0 0,-1 1 0 0 0,1-1 0 0 0,-1 1 0 0 0,1-1 0 0 0,-1 3 0 0 0,0-3-2 0 0,0 0 1 0 0,0 0-1 0 0,0 0 1 0 0,1 0 0 0 0,-1 0-1 0 0,0 1 1 0 0,0-1-1 0 0,1 0 1 0 0,-1 0-1 0 0,1 0 1 0 0,-1 0-1 0 0,1 0 1 0 0,-1 0-1 0 0,1 0 1 0 0,-1-1 0 0 0,1 1-1 0 0,0 0 1 0 0,0 0-1 0 0,-1 0 1 0 0,1 0-1 0 0,0-1 1 0 0,0 1-1 0 0,0 0 1 0 0,0-1-1 0 0,1 1 1 0 0,-1 0-12 0 0,0-1-1 0 0,0 1 1 0 0,0 0-1 0 0,0-1 1 0 0,0 1-1 0 0,0 0 1 0 0,0 0 0 0 0,0 0-1 0 0,-1 0 1 0 0,1 0-1 0 0,0 0 1 0 0,-1 0-1 0 0,1 0 1 0 0,0 0 0 0 0,-1 0-1 0 0,1 0 1 0 0,-1 0-1 0 0,0 0 1 0 0,1 1 0 0 0,-1-1-1 0 0,0 0 1 0 0,0 0-1 0 0,0 0 1 0 0,1 1-1 0 0,-2 0 1 0 0,1-1 9 0 0,0 0 0 0 0,-1-1 1 0 0,0 1-1 0 0,1 0 0 0 0,-1-1 0 0 0,1 1 1 0 0,-1-1-1 0 0,0 1 0 0 0,1-1 0 0 0,-1 1 0 0 0,0-1 1 0 0,1 1-1 0 0,-1-1 0 0 0,0 0 0 0 0,0 1 1 0 0,0-1-1 0 0,1 0 0 0 0,-1 0 0 0 0,0 0 1 0 0,0 1-1 0 0,0-1 0 0 0,0 0 0 0 0,1 0 0 0 0,-3 0 1 0 0,-13 3 17 0 0,-15 9 42 0 0,9-4-131 0 0,1 0 0 0 0,-1 1 1 0 0,2 1-1 0 0,-1 1 0 0 0,2 1 1 0 0,-26 19-1 0 0,39-27 86 0 0,1 0 0 0 0,-1-1-1 0 0,0 0 1 0 0,-1 0 0 0 0,-9 3 0 0 0,8-3 31 0 0,7-2-41 0 0,1-1 0 0 0,-1 0 0 0 0,1 1 0 0 0,-1-1 0 0 0,1 0 0 0 0,-1 1 0 0 0,1-1 0 0 0,-1 1 0 0 0,1-1 0 0 0,0 1 1 0 0,-1-1-1 0 0,1 1 0 0 0,0-1 0 0 0,0 1 0 0 0,-1-1 0 0 0,1 1 0 0 0,0-1 0 0 0,0 1 0 0 0,0 0 0 0 0,0-1 0 0 0,-1 1 0 0 0,1-1 0 0 0,0 1 0 0 0,0 0 1 0 0,0 0-1 0 0,-2 8-3 0 0,-1-8-1 0 0,-15 10 10 0 0,17-11-8 0 0,1 0 0 0 0,-1 1 0 0 0,1-1-1 0 0,0 0 1 0 0,-1 1 0 0 0,1-1 0 0 0,0 0 0 0 0,-1 1-1 0 0,1-1 1 0 0,0 1 0 0 0,0-1 0 0 0,-1 0 0 0 0,1 1-1 0 0,0-1 1 0 0,0 1 0 0 0,0-1 0 0 0,0 1-1 0 0,0-1 1 0 0,0 1 0 0 0,0-1 0 0 0,-1 1 0 0 0,1-1-1 0 0,0 1 1 0 0,1-1 0 0 0,-1 1 0 0 0,0-1-1 0 0,0 0 1 0 0,0 1 0 0 0,0-1 0 0 0,0 1 0 0 0,0-1-1 0 0,1 1 1 0 0,-1-1 0 0 0,0 1 0 0 0,0-1-1 0 0,0 0 1 0 0,1 1 0 0 0,-1-1 0 0 0,0 1 0 0 0,1-1-1 0 0,-1 0 1 0 0,0 0 0 0 0,1 1 0 0 0,-1-1 0 0 0,1 0-1 0 0,-1 1 1 0 0,9 6-1 0 0,-1 0 0 0 0,0 1 0 0 0,0 0 0 0 0,-1 1 1 0 0,0-1-1 0 0,7 12 0 0 0,70 89 42 0 0,-46-74-8 0 0,-31-30-22 0 0,-1 0 0 0 0,0 0 0 0 0,0 0 1 0 0,-1 1-1 0 0,8 9 0 0 0,0 7-1 0 0,-9-14-8 0 0,1 1-1 0 0,0 0 0 0 0,1-1 1 0 0,0 0-1 0 0,0-1 1 0 0,1 1-1 0 0,0-1 0 0 0,0 0 1 0 0,0-1-1 0 0,15 10 0 0 0,24 15 18 0 0,-31-20-20 0 0,0 0 0 0 0,0-2 0 0 0,2 1 0 0 0,-1-2 0 0 0,1 0 0 0 0,0-1 0 0 0,0-1 0 0 0,25 6 0 0 0,-13-7 2 0 0,13 3 0 0 0,58 17 0 0 0,-31-4-29 0 0,2-2-1 0 0,74 8 1 0 0,52 14 37 0 0,-164-33-37 0 0,66 6 0 0 0,-20-4 7 0 0,4 3 21 0 0,105 18-51 0 0,-123-21 74 0 0,108 1 1 0 0,-139-10-28 0 0,6 1-15 0 0,1-2 0 0 0,0-1 0 0 0,78-13 0 0 0,-84 7-20 0 0,-1 0 27 0 0,0-1 0 0 0,44-17-1 0 0,188-61-52 0 0,-246 81 65 0 0,123-33-12 0 0,-98 29 0 0 0,0-3-1 0 0,0-1 1 0 0,-1-3 0 0 0,-1-1-1 0 0,50-28 1 0 0,-48 23-32 0 0,19-13 10 0 0,-18-3 31 0 0,49-53 1 0 0,11-9 10 0 0,-62 62-26 0 0,16-13-45 0 0,113-75 0 0 0,52-34 584 0 0,-87 59-387 0 0,36-28-266 0 0,-170 126 112 0 0,198-146 202 0 0,-78 58-113 0 0,-17 12-96 0 0,-77 55 28 0 0,10-3 0 0 0,124-45 64 0 0,-80 36-49 0 0,86-50 0 0 0,-135 67-21 0 0,45-29 116 0 0,-75 44-103 0 0,1 0-1 0 0,-1-1 0 0 0,0 1 0 0 0,0-1 1 0 0,-1 0-1 0 0,1 0 0 0 0,-1 0 0 0 0,0-1 1 0 0,-1 0-1 0 0,6-10 0 0 0,1-11 90 0 0,-8 18-40 0 0,2 0-1 0 0,-1 1 1 0 0,1 0-1 0 0,8-14 1 0 0,-7 15-21 0 0,-1-2 0 0 0,0 1 1 0 0,0 0-1 0 0,-1-1 0 0 0,0 0 0 0 0,-1 1 1 0 0,0-1-1 0 0,0 0 0 0 0,-1 0 0 0 0,0-1 1 0 0,-1 1-1 0 0,1 0 0 0 0,-3-13 0 0 0,3 13 18 0 0,0-1-1 0 0,0 1 1 0 0,1-1-1 0 0,0 1 0 0 0,5-14 1 0 0,4-18 99 0 0,-1-9 0 0 0,-6 23-100 0 0,1 1-1 0 0,12-32 1 0 0,-9 33-38 0 0,-2-1 0 0 0,5-28 0 0 0,-1 3 37 0 0,1 12-2 0 0,-8 30-28 0 0,0 0 0 0 0,-1 0 0 0 0,0-1-1 0 0,0 1 1 0 0,0-16 0 0 0,-2 19-4 0 0,1-1 0 0 0,0 1-1 0 0,1 0 1 0 0,-1 0 0 0 0,1-1 0 0 0,0 1 0 0 0,4-7 0 0 0,-4 10-12 0 0,0-1 1 0 0,0 1 0 0 0,-1-1 0 0 0,0 0-1 0 0,1 0 1 0 0,-1 0 0 0 0,-1 0 0 0 0,1 0-1 0 0,0 0 1 0 0,-1 0 0 0 0,0 0 0 0 0,0 0-1 0 0,0 0 1 0 0,-1 0 0 0 0,-1-8 0 0 0,-8-10 35 0 0,8 19-36 0 0,0-1-1 0 0,0 0 1 0 0,0 0 0 0 0,1 0 0 0 0,-1 0-1 0 0,1 0 1 0 0,0-1 0 0 0,0 1 0 0 0,1 0-1 0 0,-1-5 1 0 0,1-3 14 0 0,1 6-14 0 0,-1 0-1 0 0,0 0 1 0 0,0 0-1 0 0,0 0 0 0 0,-1-1 1 0 0,0 1-1 0 0,0 0 0 0 0,0 0 1 0 0,-1 0-1 0 0,0 0 0 0 0,0 1 1 0 0,-1-1-1 0 0,1 1 0 0 0,-1-1 1 0 0,0 1-1 0 0,-7-9 0 0 0,6 8 3 0 0,0 1 0 0 0,1-1 0 0 0,0-1 1 0 0,0 1-1 0 0,1 0 0 0 0,-1-1 0 0 0,-1-12 0 0 0,2 12 20 0 0,1 1 1 0 0,-1 0 0 0 0,0 0-1 0 0,0 0 1 0 0,-1 0-1 0 0,0 0 1 0 0,0 0 0 0 0,0 1-1 0 0,-1-1 1 0 0,-6-7 0 0 0,5 7-15 0 0,1 0 0 0 0,-1 0 0 0 0,1-1 0 0 0,0 1 0 0 0,1-1 0 0 0,-5-13 1 0 0,-19-32 0 0 0,13 33 13 0 0,6 9-11 0 0,0 0 1 0 0,1-1 0 0 0,-11-21 0 0 0,15 23 3 0 0,-1 1 1 0 0,1-1-1 0 0,-1 1 1 0 0,-1 0 0 0 0,0 0-1 0 0,0 0 1 0 0,0 1 0 0 0,-1-1-1 0 0,0 1 1 0 0,-8-6-1 0 0,-197-168 741 0 0,191 164-752 0 0,0 1-1 0 0,-34-19 1 0 0,38 25 2 0 0,0-1 0 0 0,0 0 1 0 0,1-1-1 0 0,0 0 0 0 0,-24-28 0 0 0,23 23-23 0 0,1 1 1 0 0,-2 0-1 0 0,-27-19 0 0 0,32 27 18 0 0,0-1 0 0 0,1 0 0 0 0,-1-1 0 0 0,2-1 0 0 0,0 1 0 0 0,0-2 0 0 0,1 1 0 0 0,0-1 0 0 0,-11-20 0 0 0,17 22 7 0 0,-1 1-1 0 0,-1-1 0 0 0,1 2 1 0 0,-2-1-1 0 0,1 0 0 0 0,-1 1 1 0 0,0 0-1 0 0,-1 0 0 0 0,0 1 1 0 0,0 0-1 0 0,-1 0 0 0 0,-14-10 1 0 0,-5-1 35 0 0,2-1 1 0 0,0-1 0 0 0,1-2 0 0 0,1 0 0 0 0,1-2 0 0 0,2 0 0 0 0,0-1 0 0 0,1-1 0 0 0,2-1 0 0 0,0-1 0 0 0,-15-36-1 0 0,17 33-74 0 0,-2 0-1 0 0,-1 2 0 0 0,-2 0 0 0 0,-34-40 0 0 0,2 3-12 0 0,-23-38 39 0 0,43 69 6 0 0,-2 2-1 0 0,-1 1 1 0 0,-1 2 0 0 0,-1 1 0 0 0,-2 2-1 0 0,-65-34 1 0 0,44 37 3 0 0,0 3 1 0 0,-75-16-1 0 0,119 33 30 0 0,-54-11-90 0 0,-1 3 1 0 0,-1 3 0 0 0,1 3 0 0 0,-113 5-1 0 0,-267 52-2952 0 0,366-36 1606 0 0,-134 41-1 0 0,180-42 286 0 0,1 1-1 0 0,0 1 0 0 0,1 3 0 0 0,1 0 1 0 0,-40 31-1 0 0,51-30-848 0 0,0 2 0 0 0,-26 30 0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2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1948 1 2241 0 0,'0'0'3468'0'0,"1"1"-2906"0"0,-7 2-537 0 0,-20-2-11 0 0,-18 0-10 0 0,0 2 0 0 0,-87 16 0 0 0,23-2 224 0 0,102-16-199 0 0,0 1 1 0 0,0-1 0 0 0,0 1-1 0 0,1 1 1 0 0,-1-1 0 0 0,0 1-1 0 0,1 0 1 0 0,0 0 0 0 0,0 1-1 0 0,0-1 1 0 0,0 1 0 0 0,0 0-1 0 0,1 1 1 0 0,-5 5 0 0 0,-26 21 272 0 0,-5 2 54 0 0,-16 12-99 0 0,34-30-213 0 0,-2 0 26 0 0,0 0 0 0 0,-52 23 0 0 0,47-26 33 0 0,-38 24 1 0 0,-23 10 89 0 0,83-43-175 0 0,-36 14 60 0 0,2 2 1 0 0,-69 43-1 0 0,89-48-31 0 0,-1-2-1 0 0,-34 16 1 0 0,5-4-80 0 0,-100 40 407 0 0,134-56-280 0 0,-2 1 18 0 0,0 1 0 0 0,0 1 0 0 0,2 1-1 0 0,-18 13 1 0 0,29-20-105 0 0,-1-1-1 0 0,0 0 0 0 0,0 0 1 0 0,0-1-1 0 0,-12 4 1 0 0,12-5 21 0 0,1 0 0 0 0,-1 1 0 0 0,1 0 0 0 0,0 0 1 0 0,0 0-1 0 0,0 1 0 0 0,1-1 0 0 0,-1 1 0 0 0,-7 8 0 0 0,6-5 81 0 0,-1 0 0 0 0,1-1 0 0 0,-2 0 0 0 0,1 0 0 0 0,-1-1 0 0 0,-18 9-1 0 0,17-9-31 0 0,-1 0 0 0 0,1 1 0 0 0,0 1 1 0 0,-14 12-1 0 0,-30 21 862 0 0,46-35-930 0 0,0 0-1 0 0,0 0 1 0 0,0 1 0 0 0,1 0 0 0 0,0 1-1 0 0,-8 9 1 0 0,-15 27 111 0 0,28-38-118 0 0,0 0 0 0 0,1 0-1 0 0,0 0 1 0 0,0 0 0 0 0,1 0 0 0 0,-1 0 0 0 0,1 0-1 0 0,0 0 1 0 0,0 0 0 0 0,1 0 0 0 0,-1 0-1 0 0,1 0 1 0 0,1 0 0 0 0,2 8 0 0 0,0-5-1 0 0,1-2 1 0 0,1 1 0 0 0,-1 0-1 0 0,1-1 1 0 0,0 0 0 0 0,1-1-1 0 0,9 8 1 0 0,-13-11 8 0 0,0 1 0 0 0,0-1 0 0 0,0 1 0 0 0,0 0 0 0 0,-1 0 0 0 0,1 0-1 0 0,-1 0 1 0 0,0 0 0 0 0,0 1 0 0 0,0-1 0 0 0,0 1 0 0 0,1 5 0 0 0,19 29-72 0 0,-16-30 57 0 0,0 0 0 0 0,-1 1 0 0 0,0-1 0 0 0,4 10 1 0 0,20 32 94 0 0,-9-24-85 0 0,80 95-90 0 0,-93-113 65 0 0,-1 1-1 0 0,0 0 0 0 0,-1 0 0 0 0,0 0 1 0 0,0 1-1 0 0,-1-1 0 0 0,-1 1 0 0 0,5 16 0 0 0,-5-15 37 0 0,0 1-1 0 0,2-1 0 0 0,-1 0 1 0 0,1 0-1 0 0,1-1 0 0 0,10 16 0 0 0,-13-22-9 0 0,0-1-1 0 0,0 1 1 0 0,0-1-1 0 0,-1 1 1 0 0,1 0-1 0 0,-1 0 1 0 0,0 0-1 0 0,-1 1 1 0 0,1-1-1 0 0,0 0 1 0 0,-1 1-1 0 0,0-1 1 0 0,0 1-1 0 0,-1-1 1 0 0,1 1-1 0 0,-1 5 1 0 0,0-6 1 0 0,1 0-1 0 0,-1 1 1 0 0,1-1 0 0 0,0 1-1 0 0,0-1 1 0 0,0 0 0 0 0,1 0-1 0 0,-1 0 1 0 0,1 0 0 0 0,0 0 0 0 0,4 7-1 0 0,1 1-6 0 0,-2-2-1 0 0,-4-8 1 0 0,0 0-1 0 0,0 0 0 0 0,0 0 0 0 0,0 0 1 0 0,1 0-1 0 0,-1 0 0 0 0,0 0 1 0 0,1 0-1 0 0,-1-1 0 0 0,1 1 0 0 0,0-1 1 0 0,0 1-1 0 0,-1-1 0 0 0,1 0 1 0 0,0 1-1 0 0,0-1 0 0 0,4 1 0 0 0,-3 0 1 0 0,0 0-1 0 0,0 1 1 0 0,0-1-1 0 0,0 1 1 0 0,0 0-1 0 0,0 0 0 0 0,-1 0 1 0 0,0 0-1 0 0,1 0 1 0 0,1 5-1 0 0,-1-4 13 0 0,-1 0 1 0 0,1 0-1 0 0,0 0 0 0 0,0 0 1 0 0,1-1-1 0 0,6 6 1 0 0,-1-2-2 0 0,0-1 1 0 0,1-1 0 0 0,0 0 0 0 0,15 6 0 0 0,38 21 22 0 0,-42-19-33 0 0,43 30 78 0 0,-53-34-65 0 0,-1-2 0 0 0,1 1 0 0 0,0-2 1 0 0,23 11-1 0 0,10 5-72 0 0,-14-10 76 0 0,0-1-1 0 0,1-2 1 0 0,36 7-1 0 0,-25-6-20 0 0,356 70 137 0 0,-309-65-188 0 0,213 26 54 0 0,279 20-13 0 0,7-32-27 0 0,-325-19 13 0 0,456-26-20 0 0,-327-1 81 0 0,229-39-252 0 0,-7-48 217 0 0,-563 95 6 0 0,560-95 196 0 0,-207 47-95 0 0,289-26 468 0 0,-502 62-453 0 0,85-15-16 0 0,-205 11 456 0 0,-38 12-88 0 0,-6 0-213 0 0,-25 12-246 0 0,-1 1 1 0 0,1-1-1 0 0,-1 1 0 0 0,1-1 0 0 0,-1 1 0 0 0,1-1 0 0 0,-1 0 0 0 0,1 0 1 0 0,-1 0-1 0 0,0 0 0 0 0,1 0 0 0 0,-1 0 0 0 0,0 0 0 0 0,0 0 0 0 0,0-1 0 0 0,0 1 1 0 0,0 0-1 0 0,0-1 0 0 0,0 1 0 0 0,-1-1 0 0 0,2-1 0 0 0,1-41 237 0 0,-4 21-199 0 0,0 11-49 0 0,0-1 0 0 0,-1 1 1 0 0,0 0-1 0 0,-1-1 0 0 0,-1 1 1 0 0,0 0-1 0 0,-1 1 0 0 0,0-1 0 0 0,0 1 1 0 0,-1 0-1 0 0,-1 0 0 0 0,0 1 1 0 0,-15-18-1 0 0,-15-13-122 0 0,-84-71 0 0 0,21 22 84 0 0,60 50-17 0 0,6 8-2 0 0,-37-48 0 0 0,64 72 39 0 0,0 0-1 0 0,-1 0 0 0 0,0 1 1 0 0,-18-12-1 0 0,-3-4 14 0 0,-8-12 12 0 0,-22-18 47 0 0,7 16-53 0 0,19 14-40 0 0,-58-50 1 0 0,77 59 36 0 0,4 2 23 0 0,-2 1 0 0 0,1 1-1 0 0,-1 0 1 0 0,-24-15 0 0 0,-143-94-77 0 0,123 78 58 0 0,-2 3-1 0 0,-66-33 0 0 0,84 51 46 0 0,26 12-37 0 0,0 0 1 0 0,-1 2 0 0 0,0-1 0 0 0,-1 2 0 0 0,1 0-1 0 0,-1 1 1 0 0,-20-3 0 0 0,-15 3 46 0 0,12 1-5 0 0,0-1 1 0 0,-43-11 0 0 0,11-6 48 0 0,25 7 51 0 0,-78-14-1 0 0,19 17 7 0 0,0 4-1 0 0,-128 7 0 0 0,-74 35-242 0 0,188-19 150 0 0,-3 0 45 0 0,-324 29-159 0 0,-67-6 313 0 0,291-25-239 0 0,2-1 10 0 0,160-8-60 0 0,-1-3 0 0 0,-105-10-1 0 0,-119-32-170 0 0,43 4 293 0 0,152 26-39 0 0,-52-6-84 0 0,-249-59-1 0 0,374 71 4 0 0,0 1-1 0 0,0 1 1 0 0,-32-1 0 0 0,-2 0 34 0 0,-95-17 119 0 0,90 9-71 0 0,-18 0-97 0 0,26 6 62 0 0,0-2 0 0 0,-87-25-1 0 0,70 18 188 0 0,40 13-201 0 0,-17 1-49 0 0,1 1 0 0 0,0 2 0 0 0,-60 12 1 0 0,78-9-19 0 0,1 2 0 0 0,0 1 0 0 0,0 0 0 0 0,1 1 0 0 0,-37 25 0 0 0,-31 20-7 0 0,-124 55 1 0 0,163-88-132 0 0,-1-2 0 0 0,0-2 0 0 0,-2-3 0 0 0,-63 10 1 0 0,114-24-8 0 0,-1 0-1 0 0,1-1 1 0 0,-1 1 0 0 0,0-1 0 0 0,1 1 0 0 0,-1-1 0 0 0,0 0 0 0 0,0 0 0 0 0,1 0 0 0 0,-1-1 0 0 0,0 1 0 0 0,1-1 0 0 0,-1 1 0 0 0,0-1 0 0 0,1 0 0 0 0,-4-1 0 0 0,5 0-66 0 0,1 1 1 0 0,-1-1-1 0 0,1 1 1 0 0,0-1-1 0 0,0 0 1 0 0,0 1-1 0 0,-1-1 1 0 0,1 1-1 0 0,1-1 1 0 0,-1 1-1 0 0,0-1 1 0 0,0 1-1 0 0,1-1 1 0 0,-1 0 0 0 0,0 1-1 0 0,1 0 1 0 0,0-1-1 0 0,0-1 1 0 0,5-17-1225 0 0,-4 7 281 0 0,0-1 0 0 0,-1 0 0 0 0,-1-16 0 0 0,0 30 1157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4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2 400 0 0,'0'0'5603'0'0,"-2"-1"-4647"0"0,9 1-872 0 0,18 1-84 0 0,0-1 14 0 0,-20 0 52 0 0,-5 32 268 0 0,0 5-188 0 0,0-36-146 0 0,0-1 0 0 0,0 0 0 0 0,1 1 0 0 0,-1-1 0 0 0,0 0 0 0 0,0 1 0 0 0,0-1 0 0 0,0 0 0 0 0,1 1 0 0 0,-1-1 0 0 0,0 0 0 0 0,0 1 0 0 0,1-1 0 0 0,-1 0 0 0 0,0 0 0 0 0,1 0 0 0 0,-1 1 0 0 0,0-1 0 0 0,0 0 0 0 0,1 0 0 0 0,-1 0 0 0 0,0 0 0 0 0,1 1 0 0 0,-1-1 0 0 0,1 0 0 0 0,-1 0 0 0 0,0 0 0 0 0,1 0 0 0 0,-1 0 0 0 0,0 0 0 0 0,1 0 0 0 0,-1 0 0 0 0,1 0 0 0 0,-1 0 0 0 0,0 0 0 0 0,1 0 0 0 0,-1 0 0 0 0,0-1 0 0 0,1 1 0 0 0,0 0 0 0 0,-1 0 0 0 0,1 0 0 0 0,-1-1 0 0 0,1 1 0 0 0,0 0 0 0 0,-1 0 0 0 0,1 0 0 0 0,-1 0 0 0 0,1 0 0 0 0,-1 0 0 0 0,1 0 0 0 0,0 1 0 0 0,-1-1 0 0 0,1 0 0 0 0,-1 0 0 0 0,1 0 0 0 0,-1 0 0 0 0,1 1 0 0 0,-1-1 0 0 0,1 0 0 0 0,-1 1 0 0 0,1-1 0 0 0,-1 0 0 0 0,1 1 0 0 0,-1-1 0 0 0,1 1 0 0 0,-1-1 0 0 0,0 0 0 0 0,1 1 0 0 0,-1-1 0 0 0,0 1 0 0 0,1-1 0 0 0,-1 1 0 0 0,0-1 0 0 0,0 1 0 0 0,1 0 0 0 0,-1-1 0 0 0,0 1 0 0 0,0-1 0 0 0,0 1 0 0 0,0-1 0 0 0,0 1 0 0 0,0 1 0 0 0,0 157 814 0 0,0-159-812 0 0,0 1 1 0 0,1 0-1 0 0,-1-1 0 0 0,0 1 0 0 0,0-1 0 0 0,0 1 1 0 0,0 0-1 0 0,1-1 0 0 0,-1 1 0 0 0,0-1 1 0 0,1 1-1 0 0,-1-1 0 0 0,0 1 0 0 0,1-1 0 0 0,-1 1 1 0 0,1-1-1 0 0,-1 1 0 0 0,1-1 0 0 0,-1 0 0 0 0,1 1 1 0 0,-1-1-1 0 0,1 0 0 0 0,-1 1 0 0 0,1-1 0 0 0,-1 0 1 0 0,1 0-1 0 0,0 1 0 0 0,-1-1 0 0 0,1 0 1 0 0,-1 0-1 0 0,2 0 0 0 0,-1 0-3 0 0,0 0 1 0 0,-1 1-1 0 0,1-1 1 0 0,0 0-1 0 0,0 0 1 0 0,-1 0-1 0 0,1 1 1 0 0,0-1-1 0 0,-1 0 1 0 0,1 1-1 0 0,0-1 1 0 0,-1 1-1 0 0,1-1 1 0 0,0 1-1 0 0,-1-1 1 0 0,1 1-1 0 0,-1-1 0 0 0,1 1 1 0 0,-1 0-1 0 0,1-1 1 0 0,-1 1-1 0 0,0-1 1 0 0,1 1-1 0 0,-1 0 1 0 0,0 0-1 0 0,1-1 1 0 0,-1 1-1 0 0,0 0 1 0 0,0 0-1 0 0,0-1 1 0 0,0 1-1 0 0,0 1 1 0 0,0 171 253 0 0,1-173-252 0 0,-1 0 0 0 0,0 1 0 0 0,0-1 0 0 0,0 1 0 0 0,0-1 0 0 0,0 1-1 0 0,1-1 1 0 0,-1 0 0 0 0,0 1 0 0 0,0-1 0 0 0,0 1 0 0 0,1-1 0 0 0,-1 0 0 0 0,0 1 0 0 0,1-1 0 0 0,-1 0 0 0 0,0 1 0 0 0,1-1-1 0 0,-1 0 1 0 0,1 0 0 0 0,-1 1 0 0 0,0-1 0 0 0,1 0 0 0 0,-1 0 0 0 0,1 0 0 0 0,-1 1 0 0 0,1-1 0 0 0,-1 0 0 0 0,1 0 0 0 0,-1 0 0 0 0,0 0-1 0 0,1 0 1 0 0,-1 0 0 0 0,1 0 0 0 0,-1 0 0 0 0,1 0 0 0 0,0 0 0 0 0,0 0 0 0 0,-1 0 1 0 0,1 0-1 0 0,0 0 0 0 0,-1 0 0 0 0,1 0 0 0 0,0 0 0 0 0,-1 0 1 0 0,1 0-1 0 0,0 1 0 0 0,-1-1 0 0 0,1 0 0 0 0,-1 0 1 0 0,1 1-1 0 0,0-1 0 0 0,-1 0 0 0 0,1 1 0 0 0,-1-1 0 0 0,1 1 1 0 0,-1-1-1 0 0,1 1 0 0 0,-1-1 0 0 0,0 1 0 0 0,1-1 1 0 0,-1 1-1 0 0,1-1 0 0 0,-1 1 0 0 0,0-1 0 0 0,0 1 0 0 0,1 0 1 0 0,-1-1-1 0 0,0 1 0 0 0,0 0 0 0 0,0-1 0 0 0,1 1 0 0 0,-1-1 1 0 0,0 1-1 0 0,0 1 0 0 0,0 61-81 0 0,0-62 80 0 0,0-1 0 0 0,0 1 0 0 0,0-1 0 0 0,0 1 0 0 0,1-1 0 0 0,-1 1 0 0 0,0-1 0 0 0,0 1 0 0 0,1-1 0 0 0,-1 1 0 0 0,0-1 0 0 0,1 0 0 0 0,-1 1 0 0 0,0-1 0 0 0,1 0 0 0 0,-1 1 0 0 0,1-1 0 0 0,-1 0 0 0 0,0 1 0 0 0,1-1 0 0 0,-1 0 0 0 0,1 0 0 0 0,-1 1 0 0 0,1-1 0 0 0,-1 0 0 0 0,1 0 0 0 0,-1 0 0 0 0,1 0 0 0 0,-1 0 0 0 0,1 0 0 0 0,0 0 0 0 0,-1 0 0 0 0,1 0 0 0 0,0 0 0 0 0,0 0 0 0 0,-1 0 0 0 0,1 0 0 0 0,0 0 0 0 0,-1 0 0 0 0,1 1 0 0 0,-1-1 0 0 0,1 0 0 0 0,0 0 0 0 0,-1 0 0 0 0,1 1 0 0 0,0-1 0 0 0,-1 0 0 0 0,1 1 0 0 0,-1-1 0 0 0,1 0 0 0 0,-1 1 0 0 0,1-1 0 0 0,-1 1 0 0 0,1-1 0 0 0,-1 1 0 0 0,1-1 0 0 0,-1 1 0 0 0,0-1 0 0 0,1 1 0 0 0,-1-1 0 0 0,0 1 0 0 0,1 0 0 0 0,-1-1 0 0 0,0 1 0 0 0,0-1 0 0 0,0 1 0 0 0,1 0 0 0 0,-1 1 0 0 0,0 56 80 0 0,0-58-80 0 0,0 1 0 0 0,0-1 0 0 0,0 1 0 0 0,0-1 0 0 0,0 1 0 0 0,1-1 0 0 0,-1 1 0 0 0,0-1 0 0 0,0 0 0 0 0,1 1 0 0 0,-1-1 0 0 0,0 1 0 0 0,0-1 0 0 0,1 0 0 0 0,-1 1 0 0 0,0-1 0 0 0,1 0 0 0 0,-1 1 0 0 0,0-1 1 0 0,1 0-1 0 0,-1 0 0 0 0,1 1 0 0 0,-1-1 0 0 0,1 0 0 0 0,-1 0 0 0 0,0 0 0 0 0,1 0 0 0 0,-1 0 0 0 0,1 1 0 0 0,-1-1 0 0 0,1 0 0 0 0,-1 0 0 0 0,1 0 0 0 0,-1 0 0 0 0,1 0 0 0 0,0-1 0 0 0,0 1 0 0 0,-1 0-1 0 0,1 0 1 0 0,0 0-1 0 0,-1 0 1 0 0,1 0 0 0 0,-1 0-1 0 0,1 1 1 0 0,0-1 0 0 0,-1 0-1 0 0,1 0 1 0 0,0 0 0 0 0,-1 1-1 0 0,1-1 1 0 0,-1 0-1 0 0,1 1 1 0 0,-1-1 0 0 0,1 0-1 0 0,0 1 1 0 0,-1-1 0 0 0,1 1-1 0 0,-1-1 1 0 0,0 0 0 0 0,1 1-1 0 0,-1-1 1 0 0,1 1-1 0 0,-1 0 1 0 0,0-1 0 0 0,1 1-1 0 0,-1-1 1 0 0,0 1 0 0 0,0 0-1 0 0,0-1 1 0 0,1 1 0 0 0,-1-1-1 0 0,0 1 1 0 0,0 0-1 0 0,0-1 1 0 0,0 2 0 0 0,-1-1-12 0 0,0 3-6 0 0,28 10-32 0 0,-26-11 50 0 0,0-1 0 0 0,1 1 0 0 0,-2-1 0 0 0,1 0 0 0 0,0 1 1 0 0,-1 0-1 0 0,1-1 0 0 0,-1 1 0 0 0,0-1 0 0 0,1 1 0 0 0,-1-1 1 0 0,-1 1-1 0 0,1 0 0 0 0,0-1 0 0 0,-1 4 0 0 0,0 2-56 0 0,1-7 55 0 0,0-1-1 0 0,0 1 0 0 0,0 0 0 0 0,0 0 0 0 0,0 0 1 0 0,0 0-1 0 0,0 0 0 0 0,0 0 0 0 0,0 0 1 0 0,0-1-1 0 0,1 1 0 0 0,-1 0 0 0 0,0 0 0 0 0,1 0 1 0 0,-1 0-1 0 0,1-1 0 0 0,-1 1 0 0 0,1 0 1 0 0,-1 0-1 0 0,1-1 0 0 0,-1 1 0 0 0,1 0 0 0 0,0-1 1 0 0,-1 1-1 0 0,1-1 0 0 0,0 1 0 0 0,-1 0 1 0 0,1-1-1 0 0,0 0 0 0 0,0 1 0 0 0,0-1 1 0 0,1 1-1 0 0,-1-1 0 0 0,0 1 1 0 0,0-1-1 0 0,0 0 1 0 0,-1 1-1 0 0,1-1 1 0 0,0 1 0 0 0,0-1-1 0 0,0 1 1 0 0,-1-1-1 0 0,1 1 1 0 0,0 0-1 0 0,-1-1 1 0 0,1 1-1 0 0,0 0 1 0 0,-1-1-1 0 0,1 1 1 0 0,-1 0-1 0 0,1 0 1 0 0,-1 0 0 0 0,0 0-1 0 0,1-1 1 0 0,-1 1-1 0 0,0 0 1 0 0,0 0-1 0 0,1 0 1 0 0,-1 0-1 0 0,0 0 1 0 0,0 0-1 0 0,0 0 1 0 0,0 0 0 0 0,0 0-1 0 0,-1 1 1 0 0,1-1-1 0 0,0 0 1 0 0,0 0-1 0 0,-1-1 1 0 0,1 1 0 0 0,0 0-1 0 0,0 0 1 0 0,0-1 0 0 0,0 1-1 0 0,0 0 1 0 0,0 0 0 0 0,0 0-1 0 0,0-1 1 0 0,0 1-1 0 0,0 0 1 0 0,0 0 0 0 0,1-1-1 0 0,-1 1 1 0 0,0 0 0 0 0,1 0-1 0 0,-1-1 1 0 0,0 1 0 0 0,1 0-1 0 0,-1-1 1 0 0,1 1-1 0 0,-1 0 1 0 0,1-1 0 0 0,-1 1-1 0 0,1-1 1 0 0,-1 1 0 0 0,1-1-1 0 0,0 1 1 0 0,-1-1-1 0 0,1 1 1 0 0,0-1 0 0 0,-1 0-1 0 0,1 1 1 0 0,0-1 0 0 0,0 0-1 0 0,-1 0 1 0 0,1 0 0 0 0,0 1-1 0 0,0-1 1 0 0,0 0-1 0 0,0 0 1 0 0,8 1-4 0 0,-9-1 4 0 0,0 1-1 0 0,1-1 1 0 0,-1 0 0 0 0,1 0 0 0 0,-1 1 0 0 0,0-1-1 0 0,1 0 1 0 0,-1 0 0 0 0,0 1 0 0 0,0-1 0 0 0,1 0-1 0 0,-1 1 1 0 0,0-1 0 0 0,0 1 0 0 0,1-1-1 0 0,-1 0 1 0 0,0 1 0 0 0,0-1 0 0 0,0 1 0 0 0,1-1-1 0 0,-1 0 1 0 0,0 1 0 0 0,0-1 0 0 0,0 1 0 0 0,0-1-1 0 0,0 1 1 0 0,0-1 0 0 0,0 0 0 0 0,0 1-1 0 0,0-1 1 0 0,0 1 0 0 0,0-1 0 0 0,-1 1 0 0 0,1-1-1 0 0,0 1 1 0 0,0-1 0 0 0,-1 1-6 0 0,1 0 0 0 0,0 0-1 0 0,0-1 1 0 0,0 1 0 0 0,0 0 0 0 0,0-1-1 0 0,0 1 1 0 0,0 0 0 0 0,0 0 0 0 0,0-1-1 0 0,0 1 1 0 0,0 0 0 0 0,0-1 0 0 0,0 1 0 0 0,1 0-1 0 0,-1-1 1 0 0,0 1 0 0 0,0 0 0 0 0,1-1-1 0 0,-1 1 1 0 0,1 0 0 0 0,-1-1 0 0 0,0 1-1 0 0,1-1 1 0 0,-1 1 0 0 0,2 0 0 0 0,3 2-16 0 0,-4-3 18 0 0,0 1 0 0 0,1 0 0 0 0,-1-1 0 0 0,0 1 0 0 0,0-1 0 0 0,0 1 0 0 0,0 0-1 0 0,0 0 1 0 0,0 0 0 0 0,0 0 0 0 0,0 0 0 0 0,-1-1 0 0 0,1 1 0 0 0,0 1 0 0 0,0-1 0 0 0,-1 0 0 0 0,1 0 0 0 0,-1 0-1 0 0,1 0 1 0 0,-1 0 0 0 0,1 1 0 0 0,-1-1 0 0 0,0 0 0 0 0,0 0 0 0 0,1 1 0 0 0,-1 1 0 0 0,0-2 2 0 0,0-1 0 0 0,-1 1 0 0 0,1-1 0 0 0,0 1 1 0 0,0-1-1 0 0,0 1 0 0 0,0-1 0 0 0,0 1 0 0 0,1-1 0 0 0,-1 1 1 0 0,0-1-1 0 0,0 1 0 0 0,0-1 0 0 0,0 1 0 0 0,1-1 1 0 0,-1 1-1 0 0,0-1 0 0 0,0 1 0 0 0,1-1 0 0 0,-1 1 0 0 0,0-1 1 0 0,1 0-1 0 0,-1 1 0 0 0,0-1 0 0 0,1 1 0 0 0,-1-1 1 0 0,1 0-1 0 0,-1 1 0 0 0,1-1 0 0 0,-1 0 0 0 0,0 0 0 0 0,1 0 1 0 0,-1 1-1 0 0,1-1 0 0 0,-1 0 0 0 0,1 0 0 0 0,0 0 1 0 0,12 9-89 0 0,-11-6 86 0 0,-1 1 1 0 0,0-1 0 0 0,0 0 0 0 0,0 1 0 0 0,-1-1-1 0 0,1 1 1 0 0,-1-1 0 0 0,0 1 0 0 0,0 4 0 0 0,0 62 4 0 0,0-70 1 0 0,0 1 0 0 0,0-1 0 0 0,0 0 0 0 0,0 0 1 0 0,0 1-1 0 0,0-1 0 0 0,-1 0 0 0 0,1 1 1 0 0,0-1-1 0 0,0 0 0 0 0,0 0 0 0 0,0 1 0 0 0,0-1 1 0 0,-1 0-1 0 0,1 0 0 0 0,0 1 0 0 0,0-1 0 0 0,-1 0 1 0 0,1 0-1 0 0,0 0 0 0 0,0 1 0 0 0,-1-1 1 0 0,1 0-1 0 0,0 0 0 0 0,0 0 0 0 0,-1 0 0 0 0,1 0 1 0 0,0 0-1 0 0,-1 0 0 0 0,1 1 0 0 0,0-1 1 0 0,0 0-1 0 0,-1 0 0 0 0,1 0 0 0 0,0 0 0 0 0,-1 0 1 0 0,1 0-1 0 0,0 0 0 0 0,-1-1 0 0 0,1 1 0 0 0,0 0 1 0 0,0 0-1 0 0,-1 0 0 0 0,1 0 0 0 0,0 0 1 0 0,-1 0-1 0 0,1-1 1 0 0,-1 1 0 0 0,0 0 0 0 0,1 0 0 0 0,-1 0 0 0 0,0 0 0 0 0,1 0 0 0 0,-1 0 0 0 0,0 0 0 0 0,1 0 0 0 0,-1 0 0 0 0,0 0 0 0 0,1 0 1 0 0,-1 0-1 0 0,0 0 0 0 0,1 1 0 0 0,-1-1 0 0 0,1 0 0 0 0,-1 0 0 0 0,0 1 0 0 0,1-1 0 0 0,-1 0 0 0 0,1 1 0 0 0,-1-1 0 0 0,1 1 0 0 0,-1-1 0 0 0,1 1 0 0 0,-1-1 0 0 0,1 1 0 0 0,0-1 0 0 0,-1 1 1 0 0,1-1-1 0 0,-1 1 0 0 0,1 0 0 0 0,0-1 0 0 0,0 1 0 0 0,-1-1 0 0 0,1 1 0 0 0,0 0 0 0 0,0-1 0 0 0,0 1 0 0 0,0 0 0 0 0,0-1 0 0 0,0 1 0 0 0,0 0 0 0 0,0-1 0 0 0,0 1 0 0 0,0 0 1 0 0,0-1-1 0 0,1 2 0 0 0,0 0 1 0 0,1 12 39 0 0,-3-12-40 0 0,0-1 0 0 0,0 0 1 0 0,0 0-1 0 0,0 0 0 0 0,0 0 0 0 0,0 0 1 0 0,0 0-1 0 0,-1 0 0 0 0,1 0 1 0 0,0-1-1 0 0,0 1 0 0 0,-1 0 1 0 0,1-1-1 0 0,0 1 0 0 0,-1-1 1 0 0,1 1-1 0 0,-1-1 0 0 0,1 0 0 0 0,0 0 1 0 0,-3 1-1 0 0,-1 1 51 0 0,10 1-53 0 0,20-2-1027 0 0,-30-8-1974 0 0,-20-5 880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1173 135 2721 0 0,'-8'-2'248'0'0,"0"-1"0"0"0,0 0 1 0 0,0 0-1 0 0,0 0 0 0 0,0-1 0 0 0,1 0 0 0 0,0 0 0 0 0,0-1 0 0 0,0 0 0 0 0,0 0 0 0 0,1-1 1 0 0,0 0-1 0 0,0 0 0 0 0,-9-12 0 0 0,8 4-177 0 0,-16-21 98 0 0,16 27 1360 0 0,9 23-283 0 0,-2-8-1138 0 0,1 1 1 0 0,-2-1 0 0 0,1 1-1 0 0,-1-1 1 0 0,0 1-1 0 0,-1-1 1 0 0,1 1 0 0 0,-2-1-1 0 0,1 0 1 0 0,-1 0-1 0 0,0 0 1 0 0,0 0 0 0 0,-8 11-1 0 0,6-9-32 0 0,0 0-1 0 0,1 1 0 0 0,1-1 0 0 0,0 1 0 0 0,0 0 0 0 0,1 0 1 0 0,0 0-1 0 0,0 0 0 0 0,1 0 0 0 0,1 11 0 0 0,-5-17 72 0 0,0-4-119 0 0,1 1 0 0 0,0-1 0 0 0,-1 1 1 0 0,1 0-1 0 0,0 1 0 0 0,0-1 0 0 0,0 1 0 0 0,0-1 0 0 0,0 1 0 0 0,0 1 0 0 0,1-1 0 0 0,-1 0 1 0 0,1 1-1 0 0,-1 0 0 0 0,1 0 0 0 0,0 0 0 0 0,0 0 0 0 0,0 0 0 0 0,1 0 0 0 0,-1 1 0 0 0,1 0 1 0 0,0-1-1 0 0,0 1 0 0 0,0 0 0 0 0,0 0 0 0 0,1 0 0 0 0,-2 4 0 0 0,-2 7 9 0 0,1-5-29 0 0,0 1 0 0 0,1-1 0 0 0,0 1 0 0 0,1-1 0 0 0,0 1 0 0 0,0 13 1 0 0,2-19 17 0 0,-1 0 0 0 0,1 0 0 0 0,-1 0 0 0 0,0-1 0 0 0,0 1 0 0 0,-1 0 1 0 0,1-1-1 0 0,-1 1 0 0 0,-4 7 0 0 0,3-7 11 0 0,1-1-1 0 0,0 0 1 0 0,0 1-1 0 0,1 0 1 0 0,-1 0-1 0 0,1-1 1 0 0,0 1-1 0 0,1 0 1 0 0,-1 9-1 0 0,1 5 18 0 0,1-11-43 0 0,-1 1 1 0 0,0-1-1 0 0,-1 0 1 0 0,1 1-1 0 0,-2-1 0 0 0,-1 10 1 0 0,-6 5 0 0 0,6-17 5 0 0,0 1 0 0 0,1 0 0 0 0,0-1-1 0 0,0 1 1 0 0,0 0 0 0 0,1 0 0 0 0,-1 13 0 0 0,2-12-12 0 0,-1-1 0 0 0,0 1 1 0 0,0 0-1 0 0,-1 0 0 0 0,0-1 1 0 0,-6 14-1 0 0,5-14 9 0 0,1 0-1 0 0,-1 0 1 0 0,1 1 0 0 0,1-1 0 0 0,-1 1-1 0 0,0 13 1 0 0,3-1-46 0 0,-1-13 54 0 0,1 1-1 0 0,-2-1 1 0 0,1 0 0 0 0,-1 1 0 0 0,0-1-1 0 0,-3 11 1 0 0,-5 5 69 0 0,6-18-101 0 0,1 1 0 0 0,0-1 0 0 0,0 1 0 0 0,0-1 0 0 0,0 1 0 0 0,1 0-1 0 0,0 0 1 0 0,0 9 0 0 0,0-4 44 0 0,0-1-1 0 0,0 1 1 0 0,-1-1 0 0 0,-1 0-1 0 0,0 1 1 0 0,-7 17 0 0 0,-4 10 10 0 0,9-27-28 0 0,0 0-1 0 0,-1 0 1 0 0,0 0 0 0 0,-8 11-1 0 0,8-16-16 0 0,1 1 0 0 0,1 0 0 0 0,-1 1 0 0 0,1-1 0 0 0,1 1 0 0 0,-1-1 0 0 0,1 1 0 0 0,0 0 0 0 0,1 1 0 0 0,-3 15 0 0 0,5-8 54 0 0,1-10-57 0 0,0 0 0 0 0,-1 0 0 0 0,0 1 0 0 0,0-1 0 0 0,-1 0 0 0 0,0 1 0 0 0,0-1 1 0 0,0 0-1 0 0,-1 0 0 0 0,0 0 0 0 0,0 0 0 0 0,-1 0 0 0 0,1 0 0 0 0,-1-1 0 0 0,0 1 0 0 0,-8 9 1 0 0,6-7-13 0 0,0 0 1 0 0,0 1 0 0 0,1-1 0 0 0,0 1-1 0 0,0 0 1 0 0,-4 16 0 0 0,5-13 5 0 0,-1 0 0 0 0,-1 0 0 0 0,-8 16 0 0 0,9-22 12 0 0,0 0 0 0 0,0 1 0 0 0,1-1 1 0 0,0 1-1 0 0,1 0 0 0 0,-1 0 0 0 0,1 0 1 0 0,0 0-1 0 0,1 1 0 0 0,0-1 0 0 0,0 11 1 0 0,1-14-8 0 0,0 0 0 0 0,-1-1 0 0 0,1 1 0 0 0,0 0 0 0 0,-1-1 0 0 0,0 1 0 0 0,0 0 1 0 0,0-1-1 0 0,-1 1 0 0 0,1-1 0 0 0,-1 0 0 0 0,1 1 0 0 0,-1-1 0 0 0,0 0 0 0 0,0 0 1 0 0,-1 0-1 0 0,1 0 0 0 0,-1-1 0 0 0,-4 5 0 0 0,-17 20 143 0 0,-6 18-178 0 0,29-42 65 0 0,-1 0 0 0 0,1 0 0 0 0,0 0 1 0 0,0 1-1 0 0,0-1 0 0 0,0 0 0 0 0,0 1 1 0 0,1-1-1 0 0,0 1 0 0 0,0-1 0 0 0,0 1 1 0 0,1 5-1 0 0,-3 20 300 0 0,-9-1-128 0 0,9-23-180 0 0,-1 1-1 0 0,1-1 1 0 0,1 1 0 0 0,-1-1-1 0 0,1 1 1 0 0,0-1 0 0 0,0 1-1 0 0,0 9 1 0 0,0-3-1 0 0,0 0-1 0 0,-1 0 1 0 0,0 0 0 0 0,-6 20 0 0 0,-3 10-2 0 0,-19 122 66 0 0,27-149-54 0 0,1 0 0 0 0,1 1 0 0 0,1 18 0 0 0,0-18 4 0 0,1-15-30 0 0,-1-1 1 0 0,0 1-1 0 0,0 0 1 0 0,0 0-1 0 0,0 0 1 0 0,0 0-1 0 0,-1-1 1 0 0,1 1-1 0 0,0 0 1 0 0,0 0-1 0 0,-1 0 0 0 0,1-1 1 0 0,0 1-1 0 0,-1 0 1 0 0,1 0-1 0 0,0-1 1 0 0,-1 1-1 0 0,1 0 1 0 0,-1-1-1 0 0,0 1 1 0 0,1-1-1 0 0,-1 1 1 0 0,1 0-1 0 0,-1-1 1 0 0,0 1-1 0 0,1-1 1 0 0,-1 0-1 0 0,0 1 1 0 0,0-1-1 0 0,1 0 1 0 0,-1 1-1 0 0,0-1 0 0 0,-1 1 1 0 0,1-1-3 0 0,0 0 0 0 0,1 0 0 0 0,-1 0 0 0 0,0 0 0 0 0,0 1 0 0 0,1-1 0 0 0,-1 0 0 0 0,1 1 0 0 0,-1-1-1 0 0,0 0 1 0 0,1 1 0 0 0,-1-1 0 0 0,1 1 0 0 0,-1-1 0 0 0,1 1 0 0 0,-1-1 0 0 0,1 1 0 0 0,-1-1 0 0 0,1 1 0 0 0,-1 0 0 0 0,1-1 0 0 0,0 1 0 0 0,-1 0 0 0 0,1-1 0 0 0,0 1 0 0 0,0 0 0 0 0,0-1 0 0 0,-1 1 0 0 0,1 0 0 0 0,0-1 0 0 0,0 1 0 0 0,0 0-1 0 0,0 1 1 0 0,0 0 4 0 0,0-1-1 0 0,0 1 0 0 0,-1 0 1 0 0,1 0-1 0 0,-1 0 0 0 0,1-1 0 0 0,-1 1 1 0 0,0 0-1 0 0,0-1 0 0 0,0 1 0 0 0,0-1 1 0 0,0 1-1 0 0,0-1 0 0 0,0 1 1 0 0,-3 2-1 0 0,-7 11 18 0 0,9-8-19 0 0,0 0 0 0 0,1 1 0 0 0,-1-1-1 0 0,2 0 1 0 0,-1 0 0 0 0,1 1 0 0 0,0-1-1 0 0,2 14 1 0 0,-1 6 69 0 0,-2-7-21 0 0,-1 0-1 0 0,-1 0 1 0 0,-10 37 0 0 0,7-32-92 0 0,4-17 4 0 0,0 1 51 0 0,1-1 1 0 0,-2 1-1 0 0,1-1 0 0 0,-1 1 1 0 0,-1-1-1 0 0,-7 14 1 0 0,9-20-40 0 0,0 0 1 0 0,1-1 0 0 0,-1 1 0 0 0,-1 0 0 0 0,1 0 0 0 0,0-1-1 0 0,0 1 1 0 0,0-1 0 0 0,-1 0 0 0 0,1 0 0 0 0,-1 0-1 0 0,1 0 1 0 0,-1 0 0 0 0,1 0 0 0 0,-1-1 0 0 0,0 1 0 0 0,1-1-1 0 0,-1 0 1 0 0,0 0 0 0 0,1 0 0 0 0,-1 0 0 0 0,0 0-1 0 0,1-1 1 0 0,-1 1 0 0 0,-5-2 0 0 0,0 0-265 0 0,-1 1 153 0 0,0 0 0 0 0,0-1 0 0 0,1 0 0 0 0,-1 0 0 0 0,1-1 0 0 0,-1 0 0 0 0,1 0-1 0 0,0-1 1 0 0,1 0 0 0 0,-1-1 0 0 0,-7-5 0 0 0,14 11 310 0 0,0 1-1 0 0,0 0 1 0 0,0 0-1 0 0,1-1 1 0 0,-1 1-1 0 0,1 0 1 0 0,-1 0-1 0 0,1 0 1 0 0,0 0-1 0 0,0 0 1 0 0,0 0-1 0 0,0 0 1 0 0,0 0-1 0 0,0 0 1 0 0,1 2-1 0 0,-1 33-1157 0 0,0-27-474 0 0,0-16-3421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8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0 480 0 0,'0'20'2641'0'0,"0"-7"-1440"0"0,30-1-801 0 0,-60 7-240 0 0,30-6-80 0 0,-31-1-80 0 0,31 15-640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2801 0 0,'-30'19'2001'0'0,"0"-5"-640"0"0,30-1-561 0 0,-30-1-240 0 0,30 7-239 0 0,30 0-81 0 0,-30 14-160 0 0,0-2 160 0 0,0 51 240 0 0,-60 20 0 0 0,29 13 1 0 0,-29 18-241 0 0,0-4-80 0 0,-91-85-2481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1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1 320 0 0,'0'0'97'0'0,"0"1"0"0"0,0-1 0 0 0,0 1 0 0 0,0-1 0 0 0,1 1 0 0 0,-1-1 0 0 0,0 1 0 0 0,0-1 0 0 0,0 1 0 0 0,1-1 0 0 0,-1 0 0 0 0,0 1 0 0 0,1-1 0 0 0,-1 1 0 0 0,0-1 0 0 0,1 0 0 0 0,-1 0 0 0 0,0 1 0 0 0,1-1 0 0 0,-1 0 0 0 0,1 1 0 0 0,-1-1 0 0 0,1 0 0 0 0,-1 0 0 0 0,1 0 0 0 0,-1 0 0 0 0,0 1 0 0 0,1-1 0 0 0,0 0 0 0 0,0 0-69 0 0,-1 0 0 0 0,1 0 0 0 0,-1 0 0 0 0,1 0 0 0 0,-1 0 0 0 0,0 0 0 0 0,1 1 0 0 0,-1-1 0 0 0,1 0-1 0 0,-1 0 1 0 0,0 0 0 0 0,1 1 0 0 0,-1-1 0 0 0,0 0 0 0 0,1 0 0 0 0,-1 1 0 0 0,0-1 0 0 0,1 0 0 0 0,-1 1 0 0 0,0-1 0 0 0,0 1 0 0 0,1-1 0 0 0,-1 0 0 0 0,0 1 0 0 0,0-1 0 0 0,0 0 0 0 0,1 1 0 0 0,-1-1 0 0 0,0 1 0 0 0,-7 14 977 0 0,6-13-917 0 0,-1 1 0 0 0,0-1 0 0 0,1 0 0 0 0,0 1-1 0 0,-1-1 1 0 0,1 1 0 0 0,0-1 0 0 0,0 1 0 0 0,1 0 0 0 0,-1-1-1 0 0,0 1 1 0 0,1 0 0 0 0,0-1 0 0 0,-1 1 0 0 0,1 0 0 0 0,0 0-1 0 0,1 0 1 0 0,-1-1 0 0 0,0 1 0 0 0,1 0 0 0 0,0-1 0 0 0,-1 1-1 0 0,1 0 1 0 0,2 3 0 0 0,77 114 1606 0 0,-74-100-1466 0 0,-2 3-42 0 0,19 15-45 0 0,1 0 0 0 0,1-2 1 0 0,2-1-1 0 0,54 55 1 0 0,-61-71-164 0 0,118 127 200 0 0,-127-133-357 0 0,0 0-1 0 0,-2 1 0 0 0,1 0 0 0 0,-2 1 1 0 0,0 0-1 0 0,0 0 0 0 0,-2 0 0 0 0,0 1 1 0 0,6 24-1 0 0,-11-34-217 0 0,-1 0 0 0 0,0 0 0 0 0,0 0 0 0 0,-1 0 1 0 0,0 0-1 0 0,0 0 0 0 0,0-1 0 0 0,0 1 0 0 0,-1 0 0 0 0,0-1 1 0 0,-5 11-1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20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2081 0 0,'-61'100'3602'0'0,"31"104"-3042"0"0,0 46-320 0 0,-30-85-400 0 0,5-57-5683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11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80 0 0,'0'0'3908'0'0,"-1"-2"-3134"0"0,7-1-667 0 0,14 2 146 0 0,-15 1 641 0 0,0-21-105 0 0,7 17-435 0 0,-3 3-390 0 0,-9 0 100 0 0,1 0 0 0 0,0 0 1 0 0,0-1-1 0 0,-1 1 0 0 0,1 0 0 0 0,-1 0 0 0 0,1 0 0 0 0,-1 0 0 0 0,1-1 0 0 0,-1 1 0 0 0,0 0 1 0 0,1-1-1 0 0,-1 1 0 0 0,0 0 0 0 0,0 0 0 0 0,0-1 0 0 0,0 1 0 0 0,0 0 0 0 0,0-1 0 0 0,-1 1 0 0 0,1 0 1 0 0,0 0-1 0 0,-1-2 0 0 0,0 1 29 0 0,1 1 0 0 0,-1 0 0 0 0,1 0 1 0 0,0-1-1 0 0,-1 1 0 0 0,1 0 0 0 0,0-1 0 0 0,0 1 1 0 0,0 0-1 0 0,0-1 0 0 0,0 1 0 0 0,1 0 0 0 0,-1-1 0 0 0,0 1 1 0 0,1 0-1 0 0,-1 0 0 0 0,0-1 0 0 0,1 1 0 0 0,0 0 1 0 0,-1 0-1 0 0,1 0 0 0 0,0 0 0 0 0,1-2 0 0 0,18 2-26 0 0,-15 1 93 0 0,-5-1-80 0 0,0-3 0 0 0,0 3 560 0 0,-1 0-619 0 0,1 1 0 0 0,0-1-1 0 0,-1 1 1 0 0,1-1 0 0 0,-1 1-1 0 0,1-1 1 0 0,-1 1 0 0 0,0-1-1 0 0,1 1 1 0 0,-1 0 0 0 0,1-1-1 0 0,-1 1 1 0 0,0 0-1 0 0,1 0 1 0 0,-1-1 0 0 0,0 1-1 0 0,1 0 1 0 0,-1 0 0 0 0,0 0-1 0 0,1 0 1 0 0,-1 0 0 0 0,0 0-1 0 0,0 0 1 0 0,1 0 0 0 0,-1 0-1 0 0,0 0 1 0 0,1 0-1 0 0,-1 0 1 0 0,0 1 0 0 0,1-1-1 0 0,-2 1 1 0 0,1 0 5 0 0,0 0 1 0 0,0-1-1 0 0,0 1 0 0 0,1 1 1 0 0,-1-1-1 0 0,0 0 0 0 0,1 0 1 0 0,-1 0-1 0 0,1 0 0 0 0,-1 0 1 0 0,1 1-1 0 0,-1-1 0 0 0,1 0 1 0 0,0 0-1 0 0,0 1 0 0 0,0-1 1 0 0,0 0-1 0 0,-1 0 0 0 0,2 2 1 0 0,-1-2-26 0 0,0-1 0 0 0,-1 0 1 0 0,1 1-1 0 0,0-1 1 0 0,0 1-1 0 0,0-1 0 0 0,0 1 1 0 0,0-1-1 0 0,-1 0 1 0 0,1 1-1 0 0,0-1 0 0 0,0 1 1 0 0,-1-1-1 0 0,1 0 0 0 0,0 1 1 0 0,-1-1-1 0 0,1 0 1 0 0,0 1-1 0 0,-1-1 0 0 0,1 0 1 0 0,0 0-1 0 0,-1 1 0 0 0,1-1 1 0 0,-1 0-1 0 0,1 0 1 0 0,0 0-1 0 0,-1 0 0 0 0,1 1 1 0 0,-1-1-1 0 0,1 0 1 0 0,-1 0-1 0 0,1 0 0 0 0,-1 0 1 0 0,1 0-1 0 0,-1 0 0 0 0,1 0 1 0 0,-1 0-1 0 0,0-1 5 0 0,1 1-1 0 0,-1 0 0 0 0,0 0 1 0 0,1 0-1 0 0,-1 1 0 0 0,0-1 1 0 0,1 0-1 0 0,-1 0 0 0 0,0 0 1 0 0,1 0-1 0 0,-1 0 1 0 0,0 1-1 0 0,1-1 0 0 0,-1 0 1 0 0,1 1-1 0 0,-1-1 0 0 0,1 0 1 0 0,-1 1-1 0 0,0-1 0 0 0,1 1 1 0 0,0-1-1 0 0,-1 1 0 0 0,1-1 1 0 0,-1 1-1 0 0,1-1 0 0 0,0 1 1 0 0,-1-1-1 0 0,1 1 1 0 0,0 0-1 0 0,-1-1 0 0 0,1 1 1 0 0,0 0-1 0 0,0-1 0 0 0,0 1 1 0 0,0 0-1 0 0,-1-1 0 0 0,1 1 1 0 0,0-1-1 0 0,0 2 0 0 0,2 20 135 0 0,-1-15-104 0 0,0-1 0 0 0,-1 0 0 0 0,1 0-1 0 0,-1 1 1 0 0,-1-1 0 0 0,1 0 0 0 0,-1 1 0 0 0,0-1-1 0 0,0 0 1 0 0,-5 11 0 0 0,5-16-34 0 0,0 0 0 0 0,0 0 0 0 0,0 0 0 0 0,0 0 0 0 0,0 1 0 0 0,1-1 1 0 0,-1 0-1 0 0,0 1 0 0 0,0-1 0 0 0,1 0 0 0 0,-1 1 0 0 0,1-1 0 0 0,-1 1 0 0 0,1-1 0 0 0,0 1 0 0 0,0-1 0 0 0,-1 1 0 0 0,1-1 0 0 0,0 1 1 0 0,0-1-1 0 0,0 1 0 0 0,1-1 0 0 0,-1 1 0 0 0,0-1 0 0 0,1 1 0 0 0,-1-1 0 0 0,1 1 0 0 0,-1-1 0 0 0,1 0 0 0 0,-1 1 0 0 0,1-1 0 0 0,0 0 1 0 0,0 1-1 0 0,2 1 0 0 0,-1 2 5 0 0,0 1-6 0 0,0 1 0 0 0,0-1 1 0 0,-1 0-1 0 0,0 1 0 0 0,0-1 0 0 0,-1 0 0 0 0,0 1 1 0 0,0-1-1 0 0,0 1 0 0 0,-2 6 0 0 0,0 15 13 0 0,2-17 6 0 0,-1-8-10 0 0,1 1-1 0 0,0-1 1 0 0,0 1-1 0 0,0-1 0 0 0,0 1 1 0 0,1-1-1 0 0,-1 1 1 0 0,1-1-1 0 0,0 0 0 0 0,0 1 1 0 0,1 3-1 0 0,6 5-9 0 0,-5-9 13 0 0,-1 0-1 0 0,-1 0 1 0 0,1 1-1 0 0,0-1 1 0 0,-1 0-1 0 0,1 1 0 0 0,-1-1 1 0 0,0 0-1 0 0,0 1 1 0 0,0 0-1 0 0,-1-1 1 0 0,0 1-1 0 0,1-1 0 0 0,-1 7 1 0 0,0-6-14 0 0,1 1 1 0 0,-1-1-1 0 0,0 0 0 0 0,0 0 1 0 0,0 0-1 0 0,-1 0 0 0 0,1 0 1 0 0,-1 0-1 0 0,0 0 0 0 0,0 0 1 0 0,-1 0-1 0 0,1 0 0 0 0,-1 0 1 0 0,0-1-1 0 0,0 1 0 0 0,0-1 1 0 0,0 1-1 0 0,-1-1 0 0 0,-4 5 1 0 0,7-7 1 0 0,-1 0 1 0 0,0 0 0 0 0,1 0 0 0 0,-1 0 0 0 0,1 0 0 0 0,-1 0-1 0 0,1 0 1 0 0,0 0 0 0 0,-1 0 0 0 0,1 0 0 0 0,0 0 0 0 0,-1 0-1 0 0,1 0 1 0 0,0 0 0 0 0,0 0 0 0 0,0 0 0 0 0,0 1 0 0 0,0-1 0 0 0,0 0-1 0 0,1 0 1 0 0,-1 0 0 0 0,0 0 0 0 0,1 0 0 0 0,-1 0 0 0 0,0 0-1 0 0,1 0 1 0 0,-1 0 0 0 0,1 0 0 0 0,-1 0 0 0 0,1 0 0 0 0,0 0-1 0 0,0 0 1 0 0,-1 0 0 0 0,1-1 0 0 0,0 1 0 0 0,0 0 0 0 0,0 0 0 0 0,0-1-1 0 0,-1 1 1 0 0,1-1 0 0 0,2 1 0 0 0,-2 0-2 0 0,0 0 0 0 0,1 1 0 0 0,-1-1 1 0 0,0 0-1 0 0,0 0 0 0 0,0 1 0 0 0,0-1 0 0 0,0 0 0 0 0,0 1 1 0 0,0-1-1 0 0,0 1 0 0 0,-1-1 0 0 0,1 1 0 0 0,0 0 0 0 0,0 1 1 0 0,-3 29 33 0 0,1-23-30 0 0,0 0 1 0 0,0-1-1 0 0,1 1 1 0 0,0 0 0 0 0,1-1-1 0 0,0 1 1 0 0,0 0-1 0 0,1-1 1 0 0,3 11 0 0 0,1-9-4 0 0,-4-7 5 0 0,0 1 0 0 0,1 0-1 0 0,-1 0 1 0 0,0 0-1 0 0,-1 0 1 0 0,1 1 0 0 0,-1-1-1 0 0,0 0 1 0 0,0 0-1 0 0,0 1 1 0 0,-1-1-1 0 0,1 1 1 0 0,-1 5 0 0 0,0 67 154 0 0,0-76-160 0 0,0 0 0 0 0,0 0 0 0 0,0 0 0 0 0,0 0 0 0 0,1 0 0 0 0,-1 0 0 0 0,0 0 0 0 0,1 0 0 0 0,-1 0 0 0 0,0-1 0 0 0,1 1 0 0 0,-1 0 0 0 0,1 0 0 0 0,-1 0 0 0 0,1 0 0 0 0,0-1 0 0 0,-1 1 0 0 0,1 0 0 0 0,0-1 0 0 0,0 1 0 0 0,-1 0 0 0 0,1-1 0 0 0,0 1 0 0 0,0-1 0 0 0,0 1 0 0 0,0-1 0 0 0,1 1 0 0 0,7 4 0 0 0,21 33-14 0 0,-29-35 5 0 0,0-1-1 0 0,0 1 1 0 0,0-1-1 0 0,-1 0 1 0 0,1 1-1 0 0,-1 0 0 0 0,1-1 1 0 0,-1 1-1 0 0,0-1 1 0 0,0 1-1 0 0,0-1 1 0 0,0 1-1 0 0,-2 4 1 0 0,2-5 8 0 0,-1 1 0 0 0,1-1 0 0 0,0 1 0 0 0,0-1 1 0 0,0 1-1 0 0,0-1 0 0 0,0 1 0 0 0,0-1 0 0 0,1 1 1 0 0,-1-1-1 0 0,1 0 0 0 0,0 1 0 0 0,-1-1 0 0 0,1 0 0 0 0,2 4 1 0 0,6 2 36 0 0,-8-7-29 0 0,1 0 1 0 0,-1 0 0 0 0,0 0 0 0 0,0 0-1 0 0,0 1 1 0 0,0-1 0 0 0,0 0-1 0 0,0 0 1 0 0,0 1 0 0 0,0-1 0 0 0,0 0-1 0 0,-1 1 1 0 0,1-1 0 0 0,-1 1-1 0 0,1-1 1 0 0,-1 1 0 0 0,1-1 0 0 0,-1 1-1 0 0,0-1 1 0 0,0 1 0 0 0,0-1-1 0 0,0 4 1 0 0,0 6 79 0 0,3 22 238 0 0,-3-32-320 0 0,1 0-1 0 0,-1 0 1 0 0,1 0-1 0 0,0 0 1 0 0,-1 0-1 0 0,1 0 1 0 0,0 0-1 0 0,0 0 1 0 0,-1 0-1 0 0,1-1 1 0 0,0 1-1 0 0,0 0 1 0 0,0 0-1 0 0,0-1 1 0 0,0 1-1 0 0,0-1 1 0 0,0 1-1 0 0,0-1 1 0 0,0 1-1 0 0,0-1 1 0 0,0 0-1 0 0,0 0 1 0 0,3 1-1 0 0,-3-1-2 0 0,1 1-1 0 0,0 0 1 0 0,0 0-1 0 0,0-1 1 0 0,0 1-1 0 0,-1 0 1 0 0,1 0-1 0 0,-1 1 0 0 0,1-1 1 0 0,0 0-1 0 0,-1 0 1 0 0,0 1-1 0 0,1-1 1 0 0,-1 1-1 0 0,0-1 1 0 0,0 1-1 0 0,0 0 1 0 0,0-1-1 0 0,0 1 1 0 0,0 0-1 0 0,0 0 0 0 0,-1 0 1 0 0,2 3-1 0 0,5 11-36 0 0,2-5 23 0 0,-7-9 8 0 0,-1-1 1 0 0,1 0-1 0 0,-1 1 1 0 0,0-1-1 0 0,0 1 1 0 0,0-1-1 0 0,0 1 0 0 0,0 0 1 0 0,0-1-1 0 0,0 1 1 0 0,-1 0-1 0 0,1 0 1 0 0,-1 0-1 0 0,1-1 1 0 0,-1 1-1 0 0,1 0 0 0 0,-1 0 1 0 0,0 2-1 0 0,0-1 4 0 0,0 0-1 0 0,1 0 0 0 0,-1 0 0 0 0,1 0 1 0 0,0 0-1 0 0,0 0 0 0 0,0-1 0 0 0,0 1 1 0 0,1 0-1 0 0,-1-1 0 0 0,1 1 0 0 0,-1 0 1 0 0,3 2-1 0 0,5 8 11 0 0,51 90 190 0 0,-58-100-199 0 0,-1 1 0 0 0,0-1 1 0 0,0 0-1 0 0,0 0 0 0 0,-1 0 0 0 0,1 1 0 0 0,-1-1 0 0 0,0 0 0 0 0,0 1 0 0 0,0-1 0 0 0,0 1 0 0 0,-1 4 0 0 0,0-5 0 0 0,1 1 0 0 0,-1 0 0 0 0,1-1 0 0 0,0 1 0 0 0,0 0 0 0 0,1-1 1 0 0,-1 1-1 0 0,1-1 0 0 0,0 1 0 0 0,0 0 0 0 0,2 4 0 0 0,5 6-11 0 0,-6-12 7 0 0,0 0-1 0 0,0 1 1 0 0,-1-1 0 0 0,1 1 0 0 0,-1 0 0 0 0,0-1 0 0 0,0 1 0 0 0,0 0 0 0 0,0 0 0 0 0,0 0 0 0 0,0-1 0 0 0,-1 1 0 0 0,1 5 0 0 0,-1-5 6 0 0,0 0 0 0 0,0 0 0 0 0,1 0 0 0 0,-1-1 0 0 0,1 1 0 0 0,0 0 0 0 0,0-1 0 0 0,0 1 0 0 0,0-1 0 0 0,0 1 0 0 0,0-1 1 0 0,1 1-1 0 0,3 3 0 0 0,-4-3-2 0 0,1-1 1 0 0,0 0 0 0 0,-1 1-1 0 0,1-1 1 0 0,-1 1 0 0 0,0-1 0 0 0,0 1-1 0 0,0 0 1 0 0,0 0 0 0 0,-1-1-1 0 0,1 1 1 0 0,-1 0 0 0 0,1 5-1 0 0,-2 14-12 0 0,0-16 12 0 0,0-1 0 0 0,1 1 0 0 0,0-1 0 0 0,0 1 0 0 0,0 0 0 0 0,1-1 0 0 0,0 1 0 0 0,0-1 0 0 0,0 1 0 0 0,3 6 0 0 0,5 1 22 0 0,-7-11-20 0 0,-1 1 0 0 0,1-1 0 0 0,0 1 0 0 0,-1-1 0 0 0,0 1 0 0 0,1 0 0 0 0,-1-1 0 0 0,0 1-1 0 0,0 0 1 0 0,-1 0 0 0 0,1 0 0 0 0,-1 0 0 0 0,1 0 0 0 0,-1 4 0 0 0,0 116 144 0 0,0-121-214 0 0,0-1 14 0 0,0 18 186 0 0,-5-12-133 0 0,3-7 0 0 0,1 0 0 0 0,0 0 0 0 0,0 0 0 0 0,0 0 0 0 0,0 0 0 0 0,-1 1 0 0 0,1-1 0 0 0,0 0 0 0 0,0 0 0 0 0,0 1 0 0 0,0-1 0 0 0,0 1 0 0 0,0-1 0 0 0,0 1 0 0 0,0 0 0 0 0,1-1 0 0 0,-1 1 0 0 0,0 0 0 0 0,0-1 0 0 0,0 1 0 0 0,1 0 0 0 0,-1 0 0 0 0,0 0 0 0 0,0 1 0 0 0,1-1 0 0 0,0-1 0 0 0,0 1 0 0 0,0 0 0 0 0,0-1 0 0 0,0 1 0 0 0,-1 0 0 0 0,1 0 0 0 0,0-1 0 0 0,0 1 1 0 0,-1 0-1 0 0,1-1 0 0 0,0 1 0 0 0,-1 0 0 0 0,1-1 0 0 0,0 1 0 0 0,-1 0 0 0 0,1-1 0 0 0,-1 1 0 0 0,1-1 0 0 0,-1 1 0 0 0,0-1 0 0 0,1 1 0 0 0,-1-1 0 0 0,1 0 0 0 0,-1 1 0 0 0,0-1 0 0 0,1 0 0 0 0,-1 1 0 0 0,0-1 0 0 0,0 0 0 0 0,0 1 0 0 0,0-1 0 0 0,0 0-1 0 0,0 0 1 0 0,0 1-1 0 0,0-1 1 0 0,1 0 0 0 0,-1 1-1 0 0,0-1 1 0 0,0 1-1 0 0,1-1 1 0 0,-1 1-1 0 0,0-1 1 0 0,1 1-1 0 0,-1-1 1 0 0,1 1 0 0 0,-1 0-1 0 0,0-1 1 0 0,1 1-1 0 0,-1 0 1 0 0,1 0-1 0 0,0-1 1 0 0,-1 1-1 0 0,1 0 1 0 0,0 0-1 0 0,-1 0 1 0 0,1-1 0 0 0,0 1-1 0 0,0 0 1 0 0,0 0-1 0 0,0 0 1 0 0,0 0-1 0 0,0 1 1 0 0,0 194 160 0 0,-1-194-162 0 0,1-1 1 0 0,0 1-1 0 0,-1-1 1 0 0,1 1-1 0 0,-1 0 1 0 0,0-1-1 0 0,1 1 1 0 0,-1-1-1 0 0,0 0 0 0 0,0 1 1 0 0,0-1-1 0 0,0 1 1 0 0,0-1-1 0 0,0 0 1 0 0,0 0-1 0 0,-1 0 1 0 0,0 1-1 0 0,0-1 3 0 0,1 0 0 0 0,0-1-1 0 0,0 1 1 0 0,1 0 0 0 0,-1-1-1 0 0,0 1 1 0 0,0 0 0 0 0,0 0 0 0 0,0 0-1 0 0,1 0 1 0 0,-1 0 0 0 0,0 0-1 0 0,1 0 1 0 0,-1 0 0 0 0,1 0 0 0 0,-1 0-1 0 0,1 1 1 0 0,0-1 0 0 0,-1 0-1 0 0,1 0 1 0 0,0 0 0 0 0,0 0 0 0 0,0 1-1 0 0,0-1 1 0 0,0 0 0 0 0,0 0-1 0 0,0 1 1 0 0,0-1 0 0 0,0 0-1 0 0,0 0 1 0 0,1 0 0 0 0,-1 0 0 0 0,1 0-1 0 0,-1 1 1 0 0,1-1 0 0 0,-1 0-1 0 0,1 0 1 0 0,1 1 0 0 0,0 0 0 0 0,16 16 17 0 0,-17-18-19 0 0,-1 1-1 0 0,0-1 0 0 0,1 0 0 0 0,-1 1 1 0 0,1-1-1 0 0,-1 1 0 0 0,0-1 0 0 0,0 1 0 0 0,1-1 1 0 0,-1 1-1 0 0,0-1 0 0 0,0 1 0 0 0,1-1 1 0 0,-1 1-1 0 0,0-1 0 0 0,0 1 0 0 0,0 0 0 0 0,0-1 1 0 0,0 1-1 0 0,0-1 0 0 0,0 1 0 0 0,0-1 1 0 0,0 1-1 0 0,0 0 0 0 0,0-1 0 0 0,0 1 0 0 0,0-1 1 0 0,-1 1-1 0 0,1-1 0 0 0,0 1 0 0 0,0-1 1 0 0,-1 1-1 0 0,1-1 0 0 0,0 1 0 0 0,-1-1 0 0 0,1 1 1 0 0,0-1-1 0 0,-1 0 0 0 0,1 1 0 0 0,-1 0 1 0 0,-12 11-14 0 0,19-1 22 0 0,1-3 1 0 0,-7-7-6 0 0,0 0 0 0 0,1-1 1 0 0,-1 1-1 0 0,0 0 1 0 0,1-1-1 0 0,-1 1 0 0 0,0 0 1 0 0,0 0-1 0 0,0 0 1 0 0,0-1-1 0 0,0 1 1 0 0,0 0-1 0 0,0 0 0 0 0,0-1 1 0 0,0 1-1 0 0,0 0 1 0 0,0 0-1 0 0,0 0 0 0 0,-1-1 1 0 0,1 1-1 0 0,0 0 1 0 0,0-1-1 0 0,-1 1 1 0 0,1 0-1 0 0,-1 0 0 0 0,1-1 1 0 0,0 1-1 0 0,-1-1 1 0 0,1 1-1 0 0,-1 0 0 0 0,0-1 1 0 0,1 1-1 0 0,-1-1 1 0 0,1 1-1 0 0,-1-1 1 0 0,0 0-1 0 0,1 1 0 0 0,-1-1 1 0 0,0 0-1 0 0,0 1 1 0 0,1-1-1 0 0,-3 0 0 0 0,-4 6 15 0 0,5-3-21 0 0,1 0 0 0 0,0 0 1 0 0,0 1-1 0 0,0-1 1 0 0,0 0-1 0 0,0 0 1 0 0,1 1-1 0 0,0-1 1 0 0,0 0-1 0 0,0 1 0 0 0,0-1 1 0 0,0 0-1 0 0,0 1 1 0 0,1-1-1 0 0,0 0 1 0 0,0 1-1 0 0,0-1 0 0 0,0 0 1 0 0,0 0-1 0 0,0 0 1 0 0,1 0-1 0 0,3 5 1 0 0,4 18-22 0 0,-17-13 40 0 0,7-12-14 0 0,0 0 0 0 0,1 0 0 0 0,-1-1 1 0 0,0 1-1 0 0,0 0 0 0 0,1 0 1 0 0,-1 0-1 0 0,0 0 0 0 0,1 0 0 0 0,-1 0 1 0 0,1 0-1 0 0,-1 1 0 0 0,1-1 1 0 0,0 0-1 0 0,-1 0 0 0 0,1 0 0 0 0,0 0 1 0 0,0 1-1 0 0,0-1 0 0 0,0 0 1 0 0,0 0-1 0 0,0 0 0 0 0,0 1 1 0 0,0-1-1 0 0,0 0 0 0 0,1 0 0 0 0,-1 0 1 0 0,1 0-1 0 0,0 2 0 0 0,6 6 3 0 0,-2 0 21 0 0,-15 2 9 0 0,8-9-30 0 0,0 1-8 0 0,1 0 1 0 0,0 0-1 0 0,0 0 1 0 0,0 0-1 0 0,1 0 1 0 0,-1 0-1 0 0,1 0 1 0 0,0 1-1 0 0,0-1 1 0 0,0 0-1 0 0,0 0 1 0 0,0 0-1 0 0,1 1 1 0 0,-1-1-1 0 0,1 0 1 0 0,0 0-1 0 0,0 0 1 0 0,2 3-1 0 0,1-1 9 0 0,17 20 64 0 0,-21-24-66 0 0,1 0 0 0 0,-1 0 0 0 0,1 0 0 0 0,-1 0 0 0 0,0 1 0 0 0,1-1 0 0 0,-1 0 0 0 0,0 0 0 0 0,0 0 0 0 0,0 1 0 0 0,0-1 0 0 0,0 0 0 0 0,0 0 0 0 0,0 0 0 0 0,0 1-1 0 0,0-1 1 0 0,-1 0 0 0 0,1 0 0 0 0,-1 0 0 0 0,1 0 0 0 0,-1 0 0 0 0,1 1 0 0 0,-1-1 0 0 0,1 0 0 0 0,-1 0 0 0 0,0 0 0 0 0,0-1 0 0 0,0 2 0 0 0,-9 7 31 0 0,9-9-35 0 0,0 1-1 0 0,-1 0 0 0 0,1 0 0 0 0,0 0 0 0 0,0 0 0 0 0,0 0 1 0 0,0 0-1 0 0,1 0 0 0 0,-1 0 0 0 0,0 0 0 0 0,0 0 1 0 0,1 0-1 0 0,-1 1 0 0 0,0-1 0 0 0,1 0 0 0 0,0 0 0 0 0,-1 1 1 0 0,1-1-1 0 0,0 1 0 0 0,-1-1 0 0 0,1 0 0 0 0,0 1 0 0 0,0-1 1 0 0,0 0-1 0 0,1 3 0 0 0,-5 38-128 0 0,3-40 126 0 0,1 0-1 0 0,-1 0 1 0 0,0 0-1 0 0,0-1 1 0 0,0 1 0 0 0,0 0-1 0 0,0-1 1 0 0,-1 1 0 0 0,1-1-1 0 0,0 1 1 0 0,-1-1-1 0 0,1 1 1 0 0,-1-1 0 0 0,1 0-1 0 0,-4 2 1 0 0,5-3 5 0 0,0 0 0 0 0,-1 0-1 0 0,1 0 1 0 0,0 1 0 0 0,-1-1 0 0 0,1 0 0 0 0,0 0 0 0 0,-1 1 0 0 0,1-1-1 0 0,0 0 1 0 0,0 0 0 0 0,-1 1 0 0 0,1-1 0 0 0,0 0 0 0 0,0 1 0 0 0,0-1-1 0 0,-1 0 1 0 0,1 1 0 0 0,0-1 0 0 0,0 1 0 0 0,0-1 0 0 0,0 0-1 0 0,0 1 1 0 0,0-1 0 0 0,0 0 0 0 0,0 1 0 0 0,0-1 0 0 0,0 1 0 0 0,0-1-1 0 0,0 0 1 0 0,0 2 0 0 0,0-2 0 0 0,0 0 0 0 0,0 1 0 0 0,0-1-1 0 0,0 0 1 0 0,0 1 0 0 0,0-1 0 0 0,0 0 0 0 0,0 1 0 0 0,0-1-1 0 0,0 0 1 0 0,0 1 0 0 0,0-1 0 0 0,0 1 0 0 0,0-1-1 0 0,0 0 1 0 0,0 1 0 0 0,-1-1 0 0 0,1 0 0 0 0,0 1-1 0 0,0-1 1 0 0,0 0 0 0 0,-1 0 0 0 0,1 1 0 0 0,0-1 0 0 0,0 0-1 0 0,-1 0 1 0 0,1 1 0 0 0,0-1 0 0 0,0 0 0 0 0,-1 0-1 0 0,0 1 1 0 0,0 0-5 0 0,-1 0-1 0 0,0 0 1 0 0,1 0-1 0 0,-1 0 1 0 0,1 1-1 0 0,-1-1 0 0 0,1 1 1 0 0,0-1-1 0 0,-1 1 1 0 0,1-1-1 0 0,0 1 1 0 0,0 0-1 0 0,0 0 1 0 0,0-1-1 0 0,1 1 1 0 0,-2 2-1 0 0,-1 40-78 0 0,3-41 83 0 0,1 17 0 0 0,0-15 0 0 0,0-1 0 0 0,-1 1 0 0 0,0 0 0 0 0,0-1 0 0 0,0 1 0 0 0,0 0 0 0 0,-1 0 0 0 0,0-1 0 0 0,0 1 0 0 0,0-1 0 0 0,-3 7 0 0 0,1-7-2 0 0,0 0 0 0 0,1-1 0 0 0,-1 1-1 0 0,1 0 1 0 0,0-1 0 0 0,0 1 0 0 0,1 0-1 0 0,-1 0 1 0 0,1 0 0 0 0,-1 0 0 0 0,1 1-1 0 0,1-1 1 0 0,-1 0 0 0 0,1 0 0 0 0,-1 1 0 0 0,1-1-1 0 0,1 7 1 0 0,-1-10 5 0 0,0 0-1 0 0,0 0 1 0 0,0-1-1 0 0,-1 1 1 0 0,1 0-1 0 0,0 0 1 0 0,0 0 0 0 0,-1 0-1 0 0,1-1 1 0 0,-1 1-1 0 0,1 0 1 0 0,0 0-1 0 0,-1-1 1 0 0,0 1-1 0 0,1 0 1 0 0,-1-1-1 0 0,1 1 1 0 0,-1-1-1 0 0,0 1 1 0 0,1 0 0 0 0,-1-1-1 0 0,0 1 1 0 0,0-1-1 0 0,1 0 1 0 0,-1 1-1 0 0,0-1 1 0 0,0 0-1 0 0,0 1 1 0 0,1-1-1 0 0,-2 0 1 0 0,1 0-4 0 0,0 0-1 0 0,1 0 1 0 0,-1 1 0 0 0,1-1-1 0 0,-1 0 1 0 0,0 0 0 0 0,1 0-1 0 0,-1 1 1 0 0,1-1 0 0 0,-1 0-1 0 0,1 1 1 0 0,-1-1 0 0 0,1 0-1 0 0,-1 1 1 0 0,1-1 0 0 0,-1 1-1 0 0,1-1 1 0 0,0 1 0 0 0,-1-1-1 0 0,1 1 1 0 0,-1-1 0 0 0,1 1-1 0 0,0-1 1 0 0,0 1 0 0 0,-1-1-1 0 0,1 1 1 0 0,0 0 0 0 0,0 0-1 0 0,0-1 2 0 0,-1 1 0 0 0,1-1 0 0 0,0 1 0 0 0,0-1 0 0 0,0 1 0 0 0,-1-1 0 0 0,1 1 0 0 0,0-1 0 0 0,0 1 1 0 0,-1-1-1 0 0,1 1 0 0 0,-1-1 0 0 0,1 0 0 0 0,0 1 0 0 0,-1-1 0 0 0,1 0 0 0 0,-1 1 0 0 0,1-1 0 0 0,-1 0 0 0 0,1 0 0 0 0,-1 1 0 0 0,1-1 0 0 0,-1 0 0 0 0,1 0 0 0 0,-1 0 0 0 0,1 0 0 0 0,-1 0 0 0 0,1 0 0 0 0,-1 0 0 0 0,1 0 0 0 0,-1 0 0 0 0,1 0 0 0 0,-1 0 0 0 0,0 0 0 0 0,1 0 0 0 0,-1 0-1 0 0,0 0 1 0 0,1 0 0 0 0,-1 0-1 0 0,1 0 1 0 0,-1 0-1 0 0,1 0 1 0 0,-1 0 0 0 0,1 0-1 0 0,-1 0 1 0 0,0 0-1 0 0,1 0 1 0 0,-1 1 0 0 0,1-1-1 0 0,-1 0 1 0 0,1 0-1 0 0,-1 1 1 0 0,1-1-1 0 0,-1 0 1 0 0,1 1 0 0 0,0-1-1 0 0,-1 0 1 0 0,1 1-1 0 0,-1-1 1 0 0,1 1 0 0 0,0-1-1 0 0,-1 1 1 0 0,1-1-1 0 0,0 1 1 0 0,0-1 0 0 0,-1 1-1 0 0,1-1 1 0 0,0 1-1 0 0,0 0 1 0 0,-1 0-6 0 0,0 0 1 0 0,0 0 0 0 0,0 0-1 0 0,1 0 1 0 0,-1-1 0 0 0,0 1-1 0 0,0 0 1 0 0,0-1-1 0 0,0 1 1 0 0,0-1 0 0 0,0 1-1 0 0,0-1 1 0 0,-1 1 0 0 0,1-1-1 0 0,0 0 1 0 0,0 1-1 0 0,0-1 1 0 0,0 0 0 0 0,0 0-1 0 0,-1 0 1 0 0,-1 0-1 0 0,2 0 5 0 0,-4 1 54 0 0,6 0-51 0 0,-1-1 1 0 0,0 1-1 0 0,0-1 0 0 0,1 1 0 0 0,-1-1 1 0 0,0 1-1 0 0,1-1 0 0 0,-1 1 0 0 0,0-1 0 0 0,1 1 1 0 0,-1-1-1 0 0,1 0 0 0 0,-1 1 0 0 0,1-1 1 0 0,-1 0-1 0 0,1 1 0 0 0,-1-1 0 0 0,1 0 1 0 0,-1 0-1 0 0,1 1 0 0 0,0-1 0 0 0,-1 0 0 0 0,1 0 1 0 0,-1 0-1 0 0,1 0 0 0 0,0 0 0 0 0,-1 0 1 0 0,1 0-1 0 0,-1 0 0 0 0,1 0 0 0 0,0 0 1 0 0,-1 0-1 0 0,1 0 0 0 0,-1 0 0 0 0,1 0 1 0 0,0-1-1 0 0,-2 2-11 0 0,-12 3 15 0 0,12-1-32 0 0,0 0-1 0 0,0 0 1 0 0,0 0-1 0 0,0 0 1 0 0,0 0-1 0 0,1 0 1 0 0,-1 0-1 0 0,1 0 1 0 0,0 0 0 0 0,0 0-1 0 0,0 0 1 0 0,1 4-1 0 0,0 36-861 0 0,-1-43 880 0 0,1 1 7 0 0,-1 0 1 0 0,0 0-1 0 0,0 1 1 0 0,0-1-1 0 0,0 0 1 0 0,0 0-1 0 0,0 0 1 0 0,0 0-1 0 0,0 1 1 0 0,-1-1-1 0 0,1 0 1 0 0,0 0-1 0 0,-1 0 0 0 0,1 0 1 0 0,-1 0-1 0 0,1 0 1 0 0,-1 0-1 0 0,1 0 1 0 0,-1 0-1 0 0,0 0 1 0 0,0 0-1 0 0,1 0 1 0 0,-1-1-1 0 0,0 1 1 0 0,0 0-1 0 0,0 0 1 0 0,0-1-1 0 0,0 1 1 0 0,0 0-1 0 0,-2 0 1 0 0,2-1 3 0 0,0 1 1 0 0,1-1-1 0 0,-1 0 0 0 0,0 1 1 0 0,0-1-1 0 0,0 1 1 0 0,1-1-1 0 0,-1 1 1 0 0,0 0-1 0 0,1-1 0 0 0,-1 1 1 0 0,1-1-1 0 0,-1 1 1 0 0,0 0-1 0 0,1 0 0 0 0,0-1 1 0 0,-1 1-1 0 0,1 0 1 0 0,-1 0-1 0 0,1 0 0 0 0,0 0 1 0 0,-1-1-1 0 0,1 1 1 0 0,0 0-1 0 0,0 0 1 0 0,0 0-1 0 0,0 0 0 0 0,0 0 1 0 0,0 0-1 0 0,0 0 1 0 0,0 0-1 0 0,0 0-4 0 0,0-1 0 0 0,1 1 0 0 0,-1-1 0 0 0,0 1 0 0 0,0-1 0 0 0,0 1 0 0 0,1-1 0 0 0,-1 1 0 0 0,0-1-1 0 0,1 1 1 0 0,-1-1 0 0 0,0 0 0 0 0,1 1 0 0 0,-1-1 0 0 0,0 0 0 0 0,1 1 0 0 0,-1-1 0 0 0,1 0 0 0 0,-1 1 0 0 0,0-1 0 0 0,1 0 0 0 0,-1 0 0 0 0,1 0 0 0 0,-1 1 0 0 0,1-1 0 0 0,-1 0 0 0 0,1 0 0 0 0,-1 0 0 0 0,1 0-1 0 0,-1 0 1 0 0,1 0 0 0 0,-1 0 0 0 0,2 0 0 0 0,4 3-16 0 0,-20 5 15 0 0,13-7 3 0 0,1-1 1 0 0,-1 1 0 0 0,1-1 0 0 0,-1 1-1 0 0,1-1 1 0 0,0 0 0 0 0,-1 1-1 0 0,1 0 1 0 0,-1-1 0 0 0,1 1-1 0 0,0-1 1 0 0,0 1 0 0 0,-1-1-1 0 0,1 1 1 0 0,0 0 0 0 0,0-1-1 0 0,0 1 1 0 0,0-1 0 0 0,0 1-1 0 0,0 0 1 0 0,0-1 0 0 0,0 1-1 0 0,0 0 1 0 0,0-1 0 0 0,0 1-1 0 0,0-1 1 0 0,0 1 0 0 0,0 0-1 0 0,0-1 1 0 0,1 1 0 0 0,-1-1-1 0 0,0 1 1 0 0,1-1 0 0 0,-1 1-1 0 0,0 0 1 0 0,1-1 0 0 0,-1 1-1 0 0,0-1 1 0 0,1 0 0 0 0,0 2-1 0 0,7 2 8 0 0,-7-4-12 0 0,0 0 1 0 0,0 1-1 0 0,0-1 0 0 0,0 0 0 0 0,0 1 0 0 0,-1-1 0 0 0,1 1 0 0 0,0-1 0 0 0,0 1 1 0 0,0-1-1 0 0,-1 1 0 0 0,1 0 0 0 0,0-1 0 0 0,-1 1 0 0 0,1 0 0 0 0,-1 0 1 0 0,1-1-1 0 0,-1 1 0 0 0,1 0 0 0 0,-1 0 0 0 0,1 0 0 0 0,-1 0 0 0 0,0-1 0 0 0,1 1 1 0 0,-1 0-1 0 0,0 0 0 0 0,0 0 0 0 0,0 0 0 0 0,0 0 0 0 0,0 1 0 0 0,1 0 0 0 0,-1-1 0 0 0,0 0 0 0 0,0 0 0 0 0,1 1 0 0 0,-1-1 0 0 0,1 0 0 0 0,-1 0-1 0 0,1 1 1 0 0,0-1 0 0 0,-1 0 0 0 0,1 0 0 0 0,0 0 0 0 0,0 0 0 0 0,-1 0 0 0 0,1 0 0 0 0,0 0-1 0 0,0 0 1 0 0,0-1 0 0 0,0 1 0 0 0,3 1 0 0 0,5 6 2 0 0,21 23 1 0 0,-29-30 3 0 0,0 1 1 0 0,0 0 0 0 0,0 0 0 0 0,0 0 0 0 0,-1 0 0 0 0,1 0 0 0 0,0 0-1 0 0,-1 0 1 0 0,0 0 0 0 0,1 0 0 0 0,-1 0 0 0 0,0 0 0 0 0,0 0 0 0 0,0 0-1 0 0,0 0 1 0 0,0 0 0 0 0,-1 0 0 0 0,1 0 0 0 0,-1 0 0 0 0,0 3 0 0 0,0-3-1 0 0,0 0 0 0 0,1 0 0 0 0,-1 0 0 0 0,1 0 0 0 0,0 0 0 0 0,-1 1 0 0 0,1-1 1 0 0,0 0-1 0 0,0 0 0 0 0,0 0 0 0 0,1 0 0 0 0,-1 0 0 0 0,0 0 0 0 0,1 0 1 0 0,0 0-1 0 0,-1 0 0 0 0,1 0 0 0 0,0 0 0 0 0,0 0 0 0 0,2 2 0 0 0,-1-2-1 0 0,0 0 0 0 0,0-1-1 0 0,0 1 1 0 0,0 0 0 0 0,0 0-1 0 0,0 0 1 0 0,-1 0 0 0 0,1 0-1 0 0,2 5 1 0 0,0 35-5 0 0,-5-24 8 0 0,0-13-4 0 0,1 0 0 0 0,-1 0-1 0 0,1 1 1 0 0,0-1 0 0 0,1 0 0 0 0,-1 0-1 0 0,1 0 1 0 0,0 0 0 0 0,0 0-1 0 0,3 7 1 0 0,16 14-1 0 0,10 23 200 0 0,-28-47-204 0 0,-1 1-1 0 0,0-1 0 0 0,0 1 1 0 0,0-1-1 0 0,-1 1 1 0 0,1-1-1 0 0,-1 1 1 0 0,1 0-1 0 0,-1-1 1 0 0,0 1-1 0 0,0 0 1 0 0,0-1-1 0 0,0 1 0 0 0,0 0 1 0 0,-1-1-1 0 0,-1 5 1 0 0,2-4 9 0 0,-1-1 0 0 0,1 1 1 0 0,-1 0-1 0 0,1-1 0 0 0,0 1 1 0 0,0 0-1 0 0,0 0 0 0 0,0-1 1 0 0,0 1-1 0 0,1 0 0 0 0,-1-1 1 0 0,1 1-1 0 0,0 0 0 0 0,0-1 1 0 0,0 1-1 0 0,1 2 0 0 0,1-2 0 0 0,0 0-1 0 0,-1 1 1 0 0,1-1-1 0 0,-1 1 1 0 0,0 0-1 0 0,0-1 1 0 0,0 1-1 0 0,-1 0 0 0 0,0 0 1 0 0,1 0-1 0 0,-1 0 1 0 0,0 0-1 0 0,-1 1 1 0 0,1-1-1 0 0,-1 0 1 0 0,0 0-1 0 0,0 7 0 0 0,0 143 77 0 0,0-151-88 0 0,1 1 1 0 0,0-1-1 0 0,0 1 1 0 0,0-1-1 0 0,0 0 1 0 0,1 0-1 0 0,-1 0 1 0 0,1 0-1 0 0,3 5 1 0 0,-3-6 10 0 0,-1-1 0 0 0,1 1 1 0 0,-1 0-1 0 0,0 0 0 0 0,0 0 0 0 0,1 0 1 0 0,-1 0-1 0 0,0 0 0 0 0,-1 0 0 0 0,1 0 0 0 0,0 0 1 0 0,-1 0-1 0 0,1 0 0 0 0,-1 1 0 0 0,1-1 0 0 0,-1 0 1 0 0,0 0-1 0 0,0 0 0 0 0,0 1 0 0 0,0-1 0 0 0,-1 0 1 0 0,1 0-1 0 0,-1 1 0 0 0,1-1 0 0 0,-1 0 0 0 0,0 0 1 0 0,-1 4-1 0 0,-3-1-4 0 0,5-5-1 0 0,-1 1 0 0 0,1-1 0 0 0,-1 0 0 0 0,1 1 0 0 0,-1-1 0 0 0,1 1 0 0 0,-1-1 1 0 0,1 1-1 0 0,-1-1 0 0 0,1 0 0 0 0,0 1 0 0 0,-1-1 0 0 0,1 1 0 0 0,0 0 0 0 0,0-1 1 0 0,-1 1-1 0 0,1-1 0 0 0,0 1 0 0 0,0-1 0 0 0,0 1 0 0 0,-1 0 0 0 0,1-1 1 0 0,0 1-1 0 0,0 0 0 0 0,0-1 0 0 0,0 1 0 0 0,0-1 0 0 0,0 1 0 0 0,1 0 0 0 0,-1-1 1 0 0,0 1-1 0 0,0-1 0 0 0,0 1 0 0 0,1 0 0 0 0,-1-1 0 0 0,0 1 0 0 0,0-1 0 0 0,1 1 1 0 0,-1-1-1 0 0,0 1 0 0 0,1-1 0 0 0,-1 1 0 0 0,2 0 0 0 0,5 10 13 0 0,-5-4-15 0 0,0 0-1 0 0,0 1 0 0 0,-1-1 1 0 0,0 1-1 0 0,0-1 0 0 0,-1 1 1 0 0,0 0-1 0 0,0-1 0 0 0,-3 14 1 0 0,2 5 119 0 0,1 475-182 0 0,0-500 72 0 0,0 0 0 0 0,0 0 0 0 0,0 0 1 0 0,0 0-1 0 0,-1 0 0 0 0,1 0 1 0 0,0 0-1 0 0,0 0 0 0 0,0 0 0 0 0,-1 0 1 0 0,1 0-1 0 0,-1-1 0 0 0,1 1 1 0 0,-1 0-1 0 0,1 0 0 0 0,-1 0 1 0 0,1 0-1 0 0,-1-1 0 0 0,0 1 0 0 0,1 0 1 0 0,-1-1-1 0 0,0 1 0 0 0,0 0 1 0 0,1-1-1 0 0,-1 1 0 0 0,0-1 0 0 0,0 1 1 0 0,-2 0-1 0 0,2-1-5 0 0,1 0-1 0 0,-1 1 1 0 0,0-1-1 0 0,0 0 1 0 0,0 1 0 0 0,0-1-1 0 0,1 1 1 0 0,-1 0 0 0 0,0-1-1 0 0,1 1 1 0 0,-1-1-1 0 0,0 1 1 0 0,1 0 0 0 0,-1 0-1 0 0,1-1 1 0 0,-1 1-1 0 0,1 0 1 0 0,-1 0 0 0 0,1 0-1 0 0,0 0 1 0 0,-1-1-1 0 0,1 1 1 0 0,0 0 0 0 0,0 0-1 0 0,0 0 1 0 0,0 0-1 0 0,-1 0 1 0 0,2 1 0 0 0,-1 113-295 0 0,0-112 301 0 0,0 0 0 0 0,0 0 0 0 0,1 0 0 0 0,0 0 0 0 0,-1 0 0 0 0,1 0 0 0 0,0 0 0 0 0,1 0 0 0 0,-1 0 0 0 0,0-1 0 0 0,3 4 0 0 0,4 13 29 0 0,-18 2-102 0 0,17-9-40 0 0,-6-11 101 0 0,0 0-1 0 0,0 0 1 0 0,0 1 0 0 0,0-1 0 0 0,0 0-1 0 0,0 1 1 0 0,0-1 0 0 0,0 0 0 0 0,-1 1-1 0 0,1-1 1 0 0,0 1 0 0 0,-1-1 0 0 0,0 1-1 0 0,1-1 1 0 0,-1 1 0 0 0,0-1 0 0 0,1 4-1 0 0,-1 95 60 0 0,0-99-57 0 0,0-1 1 0 0,0 1 0 0 0,0-1-1 0 0,0 1 1 0 0,0-1 0 0 0,0 0-1 0 0,1 1 1 0 0,-1-1 0 0 0,0 1-1 0 0,0-1 1 0 0,1 0 0 0 0,-1 1-1 0 0,0-1 1 0 0,0 0 0 0 0,1 1-1 0 0,-1-1 1 0 0,0 0 0 0 0,1 1-1 0 0,-1-1 1 0 0,0 0 0 0 0,1 0-1 0 0,-1 1 1 0 0,1-1 0 0 0,-1 0 0 0 0,0 0-1 0 0,1 0 1 0 0,-1 0 0 0 0,1 0-1 0 0,-1 1 1 0 0,1-1 0 0 0,-1 0-1 0 0,1 0 1 0 0,-1 0 0 0 0,0 0-1 0 0,1 0 1 0 0,-1 0 0 0 0,1-1-1 0 0,0 1 1 0 0,0 0 1 0 0,-1 0-1 0 0,1 0 0 0 0,0 0 0 0 0,-1 0 0 0 0,1 1 1 0 0,0-1-1 0 0,-1 0 0 0 0,1 0 0 0 0,0 0 1 0 0,-1 1-1 0 0,1-1 0 0 0,0 0 0 0 0,-1 0 0 0 0,1 1 1 0 0,-1-1-1 0 0,1 1 0 0 0,-1-1 0 0 0,1 0 0 0 0,-1 1 1 0 0,1-1-1 0 0,-1 1 0 0 0,1-1 0 0 0,-1 1 1 0 0,0 0-1 0 0,1-1 0 0 0,-1 1 0 0 0,0-1 0 0 0,1 1 1 0 0,-1 0-1 0 0,0-1 0 0 0,0 1 0 0 0,1 0 0 0 0,-1-1 1 0 0,0 1-1 0 0,0 0 0 0 0,0-1 0 0 0,0 1 0 0 0,0 1 1 0 0,0-2-1 0 0,0 1 1 0 0,0 0 0 0 0,1 0 0 0 0,-1 0 0 0 0,0-1-1 0 0,1 1 1 0 0,-1 0 0 0 0,1 0 0 0 0,-1-1 0 0 0,0 1-1 0 0,1 0 1 0 0,0-1 0 0 0,-1 1 0 0 0,1 0 0 0 0,-1-1-1 0 0,1 1 1 0 0,0-1 0 0 0,-1 1 0 0 0,1-1-1 0 0,0 1 1 0 0,0-1 0 0 0,-1 0 0 0 0,1 1 0 0 0,0-1-1 0 0,0 0 1 0 0,0 0 0 0 0,-1 1 0 0 0,2-1 0 0 0,11 6-58 0 0,-4 1 72 0 0,-1 1-1 0 0,0 1 1 0 0,0-1-1 0 0,-1 1 1 0 0,0 1-1 0 0,0-1 1 0 0,-1 1 0 0 0,-1 0-1 0 0,7 14 1 0 0,21 33-32 0 0,-32-54 18 0 0,0-1 0 0 0,0 1 0 0 0,0-1-1 0 0,0 1 1 0 0,0-1 0 0 0,-1 1 0 0 0,1 0 0 0 0,-1-1 0 0 0,0 1-1 0 0,0 0 1 0 0,0-1 0 0 0,0 1 0 0 0,0 0 0 0 0,0 0 0 0 0,-1-1 0 0 0,0 4-1 0 0,0-3 16 0 0,0-1 0 0 0,1 1-1 0 0,-1-1 1 0 0,1 1 0 0 0,0 0 0 0 0,0-1-1 0 0,0 1 1 0 0,0 0 0 0 0,0-1-1 0 0,1 1 1 0 0,-1-1 0 0 0,1 1 0 0 0,0-1-1 0 0,0 1 1 0 0,0-1 0 0 0,2 5-1 0 0,5 2 5 0 0,-6-7-19 0 0,-1 0 0 0 0,1-1 1 0 0,-1 1-1 0 0,1 0 0 0 0,-1 0 0 0 0,0 0 0 0 0,1 0 0 0 0,-1 0 1 0 0,0 1-1 0 0,-1-1 0 0 0,1 0 0 0 0,0 0 0 0 0,-1 1 0 0 0,1-1 1 0 0,-1 0-1 0 0,0 1 0 0 0,1-1 0 0 0,-1 1 0 0 0,-1-1 0 0 0,1 3 0 0 0,0-3 2 0 0,0 0 0 0 0,0 0 0 0 0,1 1 0 0 0,-1-1 0 0 0,1 0 0 0 0,-1 0 0 0 0,1-1 0 0 0,0 1 0 0 0,0 0 0 0 0,0 0 0 0 0,0 0 0 0 0,0 0-1 0 0,0-1 1 0 0,0 1 0 0 0,0 0 0 0 0,3 1 0 0 0,-3-1-2 0 0,1-1 0 0 0,-1 1 0 0 0,1 0 0 0 0,-1-1 1 0 0,0 1-1 0 0,0 0 0 0 0,0 0 0 0 0,0 0 0 0 0,0 0 0 0 0,0 0 0 0 0,-1 0 0 0 0,1 0 0 0 0,-1 0 0 0 0,1 0 0 0 0,-1 1 0 0 0,0 2 0 0 0,0-2-7 0 0,0 0 0 0 0,1-1 0 0 0,-1 1 0 0 0,1 0 0 0 0,0 0 0 0 0,-1 0-1 0 0,1 0 1 0 0,1-1 0 0 0,-1 1 0 0 0,0-1 0 0 0,0 1 0 0 0,1-1 0 0 0,2 5-1 0 0,-2-5 8 0 0,0 0 0 0 0,-1 0-1 0 0,1 1 1 0 0,-1-1 0 0 0,0 1-1 0 0,1-1 1 0 0,-1 1-1 0 0,-1-1 1 0 0,1 1 0 0 0,0 0-1 0 0,-1 0 1 0 0,1-1-1 0 0,-1 5 1 0 0,0-4 5 0 0,1 0-1 0 0,-1 0 1 0 0,0 0-1 0 0,1-1 1 0 0,0 1-1 0 0,-1 0 1 0 0,1-1-1 0 0,0 1 1 0 0,0-1-1 0 0,1 1 1 0 0,-1-1-1 0 0,0 1 1 0 0,1-1-1 0 0,2 3 1 0 0,-3-3-8 0 0,1 0 1 0 0,-1 0-1 0 0,1 1 1 0 0,-1-1-1 0 0,0 0 1 0 0,1 1-1 0 0,-1-1 1 0 0,-1 1-1 0 0,1 0 1 0 0,0-1-1 0 0,-1 1 1 0 0,1 0-1 0 0,-1-1 1 0 0,1 4-1 0 0,-3 29 105 0 0,1-23-98 0 0,1-1 0 0 0,-1 0-1 0 0,2 1 1 0 0,0-1 0 0 0,0 0-1 0 0,5 17 1 0 0,24 56-123 0 0,-24-70 139 0 0,-5-13-18 0 0,-1 0 0 0 0,1 0 0 0 0,0 0 0 0 0,-1 0 0 0 0,1 0 0 0 0,-1 1 0 0 0,0-1 0 0 0,1 0 0 0 0,-1 0 0 0 0,0 0 0 0 0,0 1 0 0 0,1-1 0 0 0,-1 0 0 0 0,0 0 0 0 0,0 0 0 0 0,-1 1 0 0 0,1-1 0 0 0,0 0 0 0 0,0 0 0 0 0,-1 1 0 0 0,1-1 0 0 0,0 0 0 0 0,-1 0 0 0 0,1 0 0 0 0,-1 0 0 0 0,1 0 0 0 0,-1 0 0 0 0,0 0 0 0 0,0 0 0 0 0,1 0-1 0 0,-1 0 1 0 0,0 0 0 0 0,0 0 0 0 0,-1 1 0 0 0,1-1-1 0 0,0 0 1 0 0,0 0-1 0 0,1 1 0 0 0,-1-1 0 0 0,0 0 0 0 0,1 1 0 0 0,-1-1 0 0 0,1 1 0 0 0,0-1 0 0 0,-1 1 0 0 0,1-1 0 0 0,0 1 0 0 0,0-1 0 0 0,0 1 0 0 0,0-1 0 0 0,0 0 0 0 0,1 3 0 0 0,0 19 160 0 0,-8-18-160 0 0,0 1 0 0 0,0-1 0 0 0,-1-1 0 0 0,1 0 0 0 0,-13 5 0 0 0,19-7-4 0 0,0 1 0 0 0,0-1 1 0 0,0 1-1 0 0,0-1 0 0 0,1 0 1 0 0,-1 1-1 0 0,1-1 0 0 0,-1 1 1 0 0,1 0-1 0 0,0-1 0 0 0,0 1 1 0 0,0-1-1 0 0,0 1 0 0 0,1-1 1 0 0,0 5-1 0 0,-1 0 9 0 0,0 63 62 0 0,0-70-66 0 0,0 1-1 0 0,0-1 1 0 0,0 1 0 0 0,0-1-1 0 0,0 1 1 0 0,-1-1 0 0 0,1 0-1 0 0,0 1 1 0 0,0-1 0 0 0,-1 1-1 0 0,1-1 1 0 0,0 0 0 0 0,0 1-1 0 0,-1-1 1 0 0,1 0 0 0 0,-1 1-1 0 0,1-1 1 0 0,0 0 0 0 0,-1 0-1 0 0,1 1 1 0 0,0-1 0 0 0,-1 0-1 0 0,1 0 1 0 0,-1 0 0 0 0,1 1-1 0 0,-1-1 1 0 0,1 0 0 0 0,-1 0-1 0 0,1 0 1 0 0,0 0 0 0 0,-1 0-1 0 0,1 0 1 0 0,-1 0 0 0 0,1 0 0 0 0,-1 0-1 0 0,0-1 1 0 0,0 1-1 0 0,1 0 1 0 0,-1 0-1 0 0,1 0 0 0 0,-1 0 0 0 0,0 0 1 0 0,1 0-1 0 0,-1 0 0 0 0,1 0 1 0 0,-1 0-1 0 0,0 0 0 0 0,1 1 1 0 0,-1-1-1 0 0,1 0 0 0 0,-1 0 1 0 0,1 0-1 0 0,-1 1 0 0 0,0-1 1 0 0,1 0-1 0 0,-1 1 0 0 0,1-1 1 0 0,0 0-1 0 0,-1 1 0 0 0,1-1 1 0 0,-1 1-1 0 0,1-1 0 0 0,-1 1 1 0 0,1-1-1 0 0,0 1 0 0 0,-1-1 1 0 0,1 1-1 0 0,0-1 0 0 0,0 1 1 0 0,-1-1-1 0 0,1 1 0 0 0,0-1 1 0 0,0 1-1 0 0,0 0 0 0 0,0-1 1 0 0,0 1-1 0 0,0-1 0 0 0,0 1 1 0 0,0 0-1 0 0,0-1 0 0 0,0 1 1 0 0,0 0-1 0 0,-5-1-214 0 0,-8 1-261 0 0,14-1 220 0 0,1-1 38 0 0,0 0 0 0 0,-1-1 0 0 0,1 1 0 0 0,0-1 0 0 0,-1 1 0 0 0,1-1 0 0 0,-1 1 0 0 0,0-1 0 0 0,1 0 0 0 0,-1 1 0 0 0,0-1 0 0 0,0 0 0 0 0,0 0 0 0 0,0 0 0 0 0,0-3 1 0 0,24-55-5414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5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83 320 0 0,'-2'-2'331'0'0,"1"0"1"0"0,-1 0-1 0 0,0 0 0 0 0,0 0 1 0 0,0 1-1 0 0,-1-1 0 0 0,1 1 1 0 0,0-1-1 0 0,-1 1 0 0 0,1 0 1 0 0,0 0-1 0 0,-1 0 0 0 0,1 0 1 0 0,-1 0-1 0 0,-3 0 0 0 0,-51-14 1945 0 0,56 15-2260 0 0,0 0 0 0 0,0 0 0 0 0,0 0 0 0 0,-1 0 0 0 0,1-1 0 0 0,0 1 0 0 0,0 0-1 0 0,0-1 1 0 0,0 1 0 0 0,0-1 0 0 0,-1 1 0 0 0,1-1 0 0 0,0 0 0 0 0,0 1 0 0 0,0-1 0 0 0,0 0 0 0 0,1 0 0 0 0,-3-1 0 0 0,0-31 643 0 0,3 32-634 0 0,0 0 162 0 0,-1 1-138 0 0,-1 0 1 0 0,0 0-1 0 0,0 0 1 0 0,1 0-1 0 0,-1 1 0 0 0,0-1 1 0 0,0 1-1 0 0,1-1 1 0 0,-1 1-1 0 0,0-1 1 0 0,1 1-1 0 0,-1 0 0 0 0,1 0 1 0 0,-1 0-1 0 0,1 0 1 0 0,-3 2-1 0 0,4-2 578 0 0,-1 0-430 0 0,7 2-140 0 0,14-2 49 0 0,-10 6 201 0 0,11-6-170 0 0,19 5 140 0 0,40 19 363 0 0,-75-18-515 0 0,0-2 43 0 0,-4-5-143 0 0,0 0-14 0 0,1 0-1 0 0,-1 0 0 0 0,0 0 0 0 0,0 0 1 0 0,0 0-1 0 0,0 0 0 0 0,0 0 0 0 0,1 0 1 0 0,-1 0-1 0 0,0 1 0 0 0,0-1 0 0 0,0 0 1 0 0,0 1-1 0 0,0-1 0 0 0,0 1 0 0 0,0-1 1 0 0,0 1-1 0 0,0-1 0 0 0,0 1 0 0 0,1 1 1 0 0,34 25 322 0 0,-29-22-301 0 0,1-1 0 0 0,-1 0 0 0 0,1 0 1 0 0,15 5-1 0 0,-12-5 0 0 0,-1 0-1 0 0,0 1 1 0 0,0 0 0 0 0,11 8 0 0 0,28 28 168 0 0,78 83 0 0 0,-122-118-166 0 0,-1-1 0 0 0,0 1 0 0 0,-1 0 0 0 0,1 0 0 0 0,-1 0-1 0 0,-1 0 1 0 0,4 10 0 0 0,-3-7 5 0 0,0-1 1 0 0,1 0-1 0 0,-1 0 1 0 0,2-1-1 0 0,-1 1 1 0 0,8 8-1 0 0,9 8 38 0 0,-10-12-15 0 0,0 0 0 0 0,-1 1 0 0 0,-1 0 0 0 0,14 25 0 0 0,-17-27-75 0 0,8 17 164 0 0,19 53 1 0 0,-30-74-180 0 0,-1 0-1 0 0,0 0 1 0 0,-1 1 0 0 0,1-1-1 0 0,-1 0 1 0 0,-1 1 0 0 0,0-1-1 0 0,0 0 1 0 0,0 1 0 0 0,-1-1-1 0 0,0 0 1 0 0,0 0 0 0 0,-4 13-1 0 0,-7-2-542 0 0,12-17 468 0 0,-1-1 0 0 0,1 1-1 0 0,0-1 1 0 0,-1 0 0 0 0,1 1 0 0 0,0-1 0 0 0,-1 0-1 0 0,1 1 1 0 0,-1-1 0 0 0,1 0 0 0 0,0 0 0 0 0,-1 1 0 0 0,1-1-1 0 0,-1 0 1 0 0,1 0 0 0 0,-1 0 0 0 0,1 0 0 0 0,-1 0-1 0 0,1 1 1 0 0,-1-1 0 0 0,1 0 0 0 0,-1 0 0 0 0,1 0-1 0 0,-1 0 1 0 0,1-1 0 0 0,-1 1 0 0 0,1 0 0 0 0,-1 0-1 0 0,1 0 1 0 0,-1 0 0 0 0,1 0 0 0 0,-1-1 0 0 0,1 1 0 0 0,-1 0-1 0 0,1 0 1 0 0,0-1 0 0 0,-1 1 0 0 0,1 0 0 0 0,0-1-1 0 0,-1 0 1 0 0,-25-21-4486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0 480 0 0,'-1'1'136'0'0,"1"0"-1"0"0,-1-1 1 0 0,1 1 0 0 0,-1-1-1 0 0,0 1 1 0 0,1 0-1 0 0,-1-1 1 0 0,0 1 0 0 0,1-1-1 0 0,-1 1 1 0 0,0-1-1 0 0,0 0 1 0 0,1 1 0 0 0,-1-1-1 0 0,0 0 1 0 0,0 1-1 0 0,0-1 1 0 0,0 0 0 0 0,0 0-1 0 0,1 0 1 0 0,-1 0-1 0 0,0 0 1 0 0,0 0 0 0 0,0 0-1 0 0,0 0 1 0 0,0 0-1 0 0,0 0 1 0 0,-1-1 0 0 0,1 1 227 0 0,-4 0 1931 0 0,0 0-1721 0 0,-15 0-226 0 0,15 0 534 0 0,-1 0-788 0 0,6 0-52 0 0,-1-1-30 0 0,1 1 1 0 0,-1 0-1 0 0,0-1 1 0 0,1 1 0 0 0,-1 0-1 0 0,0 0 1 0 0,1 0-1 0 0,-1-1 1 0 0,0 1-1 0 0,0 0 1 0 0,1 0-1 0 0,-1 0 1 0 0,0 0-1 0 0,1 0 1 0 0,-1 1-1 0 0,0-1 1 0 0,0 0-1 0 0,1 0 1 0 0,-1 0-1 0 0,0 1 1 0 0,1-1 0 0 0,-1 0-1 0 0,0 1 1 0 0,1-1-1 0 0,-1 0 1 0 0,1 1-1 0 0,-1-1 1 0 0,0 1-1 0 0,1-1 1 0 0,-1 1-1 0 0,1-1 1 0 0,-1 1-1 0 0,1-1 1 0 0,0 1-1 0 0,-1 0 1 0 0,1-1-1 0 0,0 1 1 0 0,-1 0 0 0 0,1-1-1 0 0,0 1 1 0 0,0 0-1 0 0,-1-1 1 0 0,1 1-1 0 0,0 0 1 0 0,0-1-1 0 0,0 1 1 0 0,0 0-1 0 0,0 0 1 0 0,0-1-1 0 0,0 1 1 0 0,0 1-1 0 0,0-1 149 0 0,1-2-141 0 0,-1 1 0 0 0,0-1-1 0 0,0 0 1 0 0,0 0 0 0 0,0 1 0 0 0,0-1-1 0 0,0 0 1 0 0,0 0 0 0 0,0 1-1 0 0,0-1 1 0 0,0 0 0 0 0,0 0-1 0 0,-1 1 1 0 0,1-1 0 0 0,0 0-1 0 0,0 1 1 0 0,-1-1 0 0 0,1 0-1 0 0,0 1 1 0 0,-1-1 0 0 0,1 0-1 0 0,-1 1 1 0 0,1-1 0 0 0,-2 0-1 0 0,-18 0 9 0 0,15 1 40 0 0,0 0 13 0 0,-15 0 0 0 0,15 0 80 0 0,5-2-80 0 0,0-1-13 0 0,0 6 13 0 0,0-6-67 0 0,0 6 0 0 0,0-1 294 0 0,0-4-227 0 0,-5-3-13 0 0,-20 4 0 0 0,25 7-187 0 0,55 19-7551 0 0,-50-17 4923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28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7 1441 0 0,'-12'-2'1485'0'0,"1"0"1"0"0,-1 1-1 0 0,-20 1 0 0 0,26 0-1327 0 0,0 1-1 0 0,0 0 0 0 0,0 0 1 0 0,0 1-1 0 0,0-1 1 0 0,-7 4-1 0 0,-17 8 563 0 0,30-14-710 0 0,0 2-1 0 0,-1-1 1 0 0,1 0 0 0 0,0 0-1 0 0,0 0 1 0 0,-1 0-1 0 0,1 0 1 0 0,0 0 0 0 0,0 0-1 0 0,0 0 1 0 0,-1 0-1 0 0,1 0 1 0 0,0 0 0 0 0,0 0-1 0 0,0 1 1 0 0,-1-1-1 0 0,1 0 1 0 0,0 0 0 0 0,0 0-1 0 0,0 0 1 0 0,0 0-1 0 0,0 1 1 0 0,-1-1-1 0 0,1 0 1 0 0,0 0 0 0 0,0 0-1 0 0,0 1 1 0 0,0-1-1 0 0,0 0 1 0 0,0 0 0 0 0,0 0-1 0 0,0 1 1 0 0,0-1-1 0 0,0 0 1 0 0,0 0 0 0 0,0 1-1 0 0,0-1 1 0 0,0 0-1 0 0,0 0 1 0 0,0 0 0 0 0,0 1-1 0 0,0-1 1 0 0,0 0-1 0 0,0 1 1 0 0,0-1 2 0 0,0 0 0 0 0,0 0 1 0 0,0 0-1 0 0,0 0 0 0 0,0 1 1 0 0,0-1-1 0 0,0 0 0 0 0,0 0 0 0 0,0 0 1 0 0,0 0-1 0 0,0 1 0 0 0,0-1 0 0 0,0 0 1 0 0,0 0-1 0 0,0 0 0 0 0,0 0 0 0 0,0 1 1 0 0,0-1-1 0 0,0 0 0 0 0,0 0 0 0 0,0 0 1 0 0,0 0-1 0 0,0 1 0 0 0,0-1 0 0 0,0 0 1 0 0,-1 0-1 0 0,1 0 0 0 0,0 0 1 0 0,0 0-1 0 0,0 0 0 0 0,0 1 0 0 0,0-1 1 0 0,0 0-1 0 0,-1 0 0 0 0,1 0 0 0 0,0 0 1 0 0,0 0-1 0 0,0 0 0 0 0,0 0 0 0 0,-1 0 1 0 0,1 0-1 0 0,0 0 0 0 0,0 0 0 0 0,0 0 1 0 0,0 0-1 0 0,-1 0 0 0 0,1 0 0 0 0,0 0 1 0 0,0 0-1 0 0,0 0 0 0 0,0 0 1 0 0,-1 0-1 0 0,1 0 0 0 0,-8 0 21 0 0,19 0 29 0 0,21 0 16 0 0,587-6 16 0 0,-459 0-94 0 0,-148 4 0 0 0,21-2 32 0 0,-24 0 1 0 0,53-10-5 0 0,-57 13 119 0 0,-7 1-136 0 0,1 0 0 0 0,0 0 0 0 0,0 0 0 0 0,-1 0 0 0 0,1 0-1 0 0,0 0 1 0 0,-1 0 0 0 0,1 0 0 0 0,0 0 0 0 0,-1 0 0 0 0,1 1 0 0 0,0-1 0 0 0,0 0 0 0 0,0 1 0 0 0,-1-1 0 0 0,1 1-1 0 0,0 0 1 0 0,-1 0 0 0 0,10 17 146 0 0,9 7-108 0 0,28 82 82 0 0,-31-68-152 0 0,1-1 0 0 0,31 53-1 0 0,-18-30 25 0 0,-24-50 34 0 0,1 1 0 0 0,0-2 0 0 0,0 1-1 0 0,9 12 1 0 0,-10-18 5 0 0,-1 1 1 0 0,1 0-1 0 0,-1-1 1 0 0,0 1 0 0 0,-1 0-1 0 0,1 0 1 0 0,-1 1-1 0 0,0-1 1 0 0,-1 0-1 0 0,1 1 1 0 0,-1-1-1 0 0,-1 1 1 0 0,1-1-1 0 0,-1 1 1 0 0,-1 10-1 0 0,1-13-35 0 0,1 0 0 0 0,-1 0 0 0 0,1 0 0 0 0,0 0 0 0 0,0 0 0 0 0,0 0 0 0 0,1-1 0 0 0,-1 1 0 0 0,1 0 0 0 0,3 5 0 0 0,-3-6-5 0 0,0 1-1 0 0,0-1 1 0 0,0 1-1 0 0,-1-1 1 0 0,1 1-1 0 0,-1 0 1 0 0,0 0-1 0 0,0 0 1 0 0,-1-1-1 0 0,1 8 1 0 0,1 49 52 0 0,0-36-1 0 0,-2 0 0 0 0,0 0 0 0 0,-1-1 1 0 0,-7 33-1 0 0,0-26-16 0 0,4-16-10 0 0,0 0 1 0 0,1 0-1 0 0,0 1 0 0 0,0 24 0 0 0,2-8 39 0 0,1-15-25 0 0,0 1-1 0 0,0-1 0 0 0,6 31 0 0 0,4-13 2 0 0,-7-23-22 0 0,1 0-1 0 0,-2 0 1 0 0,0 0 0 0 0,0 1-1 0 0,0 12 1 0 0,-2 79 220 0 0,0-102-236 0 0,0 0 0 0 0,0 0 0 0 0,0 0 0 0 0,0 0 0 0 0,0 0 0 0 0,0 0 0 0 0,0 0 0 0 0,-1 0 0 0 0,1-1 0 0 0,0 1 0 0 0,-1 0 0 0 0,1 0-1 0 0,-1 0 1 0 0,1 0 0 0 0,-1-1 0 0 0,1 1 0 0 0,-1 0 0 0 0,1 0 0 0 0,-1-1 0 0 0,0 1 0 0 0,1-1 0 0 0,-1 1 0 0 0,0 0 0 0 0,1-1 0 0 0,-1 1 0 0 0,0-1 0 0 0,0 0 0 0 0,0 1 0 0 0,0-1 0 0 0,1 1 0 0 0,-1-1 0 0 0,0 0 0 0 0,0 0-1 0 0,-1 0 1 0 0,-4 2 18 0 0,5-1-11 0 0,1-1 0 0 0,-1 1 0 0 0,0-1 0 0 0,1 1 0 0 0,-1 0 0 0 0,0-1 0 0 0,1 1 0 0 0,-1 0 0 0 0,1-1 0 0 0,-1 1 0 0 0,1 0 0 0 0,0 0 0 0 0,-1-1 0 0 0,1 1 0 0 0,0 0 0 0 0,-1 0 0 0 0,1 0 1 0 0,0 0-1 0 0,0-1 0 0 0,0 1 0 0 0,0 0 0 0 0,0 0 0 0 0,0 0 0 0 0,0 0 0 0 0,0 0 0 0 0,0 0 0 0 0,0-1 0 0 0,0 1 0 0 0,1 0 0 0 0,-1 0 0 0 0,0 0 0 0 0,1 0 0 0 0,-1-1 0 0 0,0 1 0 0 0,1 0 0 0 0,-1 0 0 0 0,1-1 0 0 0,-1 1 0 0 0,1 0 0 0 0,-1-1 0 0 0,1 1 0 0 0,0-1 0 0 0,0 2 0 0 0,20 22 64 0 0,6 17-8 0 0,-23-34-45 0 0,0 0-1 0 0,1 0 0 0 0,0-1 1 0 0,11 12-1 0 0,-6 4 46 0 0,-7-20-67 0 0,-1-2 0 0 0,-1 1 0 0 0,0-1 0 0 0,1 1 0 0 0,-1-1 0 0 0,0 1 0 0 0,1 0 0 0 0,-1-1 0 0 0,0 1 0 0 0,0 0 0 0 0,0 0 0 0 0,0 0 0 0 0,0 0 0 0 0,0 0 0 0 0,0 0 0 0 0,0 0 0 0 0,0 0 0 0 0,-1 0 0 0 0,2 2 0 0 0,-4-1 0 0 0,29 3 0 0 0,-22 1 13 0 0,-5-2 40 0 0,0-7-26 0 0,0 2 466 0 0,-5-5 401 0 0,-11 3-407 0 0,-1 1-1 0 0,1 1 1 0 0,-18 1-1 0 0,-9 0 129 0 0,-208 4 1531 0 0,-92-3-1530 0 0,148-12-456 0 0,186 10-176 0 0,-14 2 109 0 0,23-1-106 0 0,-1 0 0 0 0,1 0 0 0 0,0 0 1 0 0,-1 0-1 0 0,1 0 0 0 0,-1 0 0 0 0,1 1 0 0 0,0-1 0 0 0,-1 0 0 0 0,1 0 0 0 0,0 0 1 0 0,-1 1-1 0 0,1-1 0 0 0,0 0 0 0 0,-1 1 0 0 0,1-1 0 0 0,0 0 0 0 0,0 0 1 0 0,-1 1-1 0 0,1-1 0 0 0,0 0 0 0 0,0 1 0 0 0,0-1 0 0 0,0 1 0 0 0,-1-1 0 0 0,1 0 1 0 0,0 1-1 0 0,0-1 0 0 0,0 1 0 0 0,0-1 0 0 0,0 0 0 0 0,0 1 0 0 0,0 0 1 0 0,0-1-103 0 0,0 1-1 0 0,1 0 1 0 0,-1-1 0 0 0,0 1 0 0 0,0-1 0 0 0,1 1 0 0 0,-1-1 0 0 0,0 0 0 0 0,1 1 0 0 0,-1-1 0 0 0,0 1 0 0 0,1-1 0 0 0,-1 0 0 0 0,1 1-1 0 0,-1-1 1 0 0,1 0 0 0 0,-1 1 0 0 0,1-1 0 0 0,-1 0 0 0 0,1 0 0 0 0,-1 1 0 0 0,1-1 0 0 0,-1 0 0 0 0,1 0 0 0 0,-1 0 0 0 0,1 0 0 0 0,-1 0-1 0 0,1 0 1 0 0,0 0 0 0 0,-1 0 0 0 0,1 0 0 0 0,-1 0 0 0 0,1 0 0 0 0,-1 0 0 0 0,1 0 0 0 0,0-1 0 0 0,35-4-2801 0 0,-19 2 1646 0 0,69-12-1438 0 0,30-19-1387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3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92 214 4162 0 0,'-25'16'2214'0'0,"19"-9"-1533"0"0,9-9-776 0 0,-7-4-326 0 0,-19-2 123 0 0,17 7 1739 0 0,-19 5-908 0 0,25-4-525 0 0,0 0 0 0 0,-1 0-1 0 0,1 0 1 0 0,0 0 0 0 0,0 0-1 0 0,-1 0 1 0 0,1 0 0 0 0,0 0 0 0 0,0 0-1 0 0,-1-1 1 0 0,1 1 0 0 0,0 0-1 0 0,0 0 1 0 0,-1 0 0 0 0,1 0 0 0 0,0-1-1 0 0,0 1 1 0 0,0 0 0 0 0,-1 0-1 0 0,1 0 1 0 0,0-1 0 0 0,0 1 0 0 0,0 0-1 0 0,0 0 1 0 0,0-1 0 0 0,0 1-1 0 0,-1 0 1 0 0,1-1 0 0 0,0 1 0 0 0,0 0-1 0 0,0 0 1 0 0,0-1 0 0 0,0 1-1 0 0,0 0 1 0 0,0-1 0 0 0,0 1 0 0 0,0 0-1 0 0,0 0 1 0 0,0-1 0 0 0,0 1-1 0 0,1 0 1 0 0,-1-1 0 0 0,0 1 0 0 0,0 0-1 0 0,0 0 1 0 0,0-1 0 0 0,5-13 43 0 0,1 10-41 0 0,-5 3-7 0 0,1-1 0 0 0,-1 1 1 0 0,1 0-1 0 0,-1-1 0 0 0,1 1 1 0 0,-1-1-1 0 0,0 1 0 0 0,0-1 1 0 0,0 0-1 0 0,0 1 0 0 0,0-1 1 0 0,0 0-1 0 0,0 0 0 0 0,0 0 1 0 0,-1 0-1 0 0,1 0 0 0 0,-1 0 1 0 0,1 0-1 0 0,-1 0 0 0 0,0 0 1 0 0,0 0-1 0 0,0 0 0 0 0,0 0 1 0 0,-1-2-1 0 0,1-1-3 0 0,0 1 0 0 0,-1-1 0 0 0,1 1 0 0 0,1-1 0 0 0,-1 1 0 0 0,1-1 0 0 0,0 1 0 0 0,0-1 0 0 0,0 1 0 0 0,0 0 0 0 0,1-1 0 0 0,0 1 0 0 0,0 0 0 0 0,0 0 0 0 0,0 0 0 0 0,1 0 0 0 0,5-6 0 0 0,-8 8 0 0 0,1 1 0 0 0,0-1 0 0 0,-1 1 0 0 0,0-1 0 0 0,1 1 0 0 0,-1-1 0 0 0,0 0 0 0 0,1 1 0 0 0,-1-1 0 0 0,0 1 0 0 0,0-1 0 0 0,-1 0 0 0 0,1-1 0 0 0,0 2 0 0 0,-1 0 0 0 0,1-1 0 0 0,0 1 0 0 0,0 0 0 0 0,0 0 0 0 0,0-1 0 0 0,0 1 0 0 0,0 0 0 0 0,0 0 0 0 0,1-1 0 0 0,-1 1 0 0 0,0 0 0 0 0,1 0 0 0 0,-1-1 0 0 0,1 1 0 0 0,-1 0 0 0 0,1 0 0 0 0,-1 0 0 0 0,1 0 0 0 0,0 0 0 0 0,1-1 0 0 0,0 0 4 0 0,0 0 1 0 0,1 1-1 0 0,-1-1 1 0 0,1 1-1 0 0,-1 0 1 0 0,1 0-1 0 0,-1 0 0 0 0,1 0 1 0 0,0 0-1 0 0,-1 0 1 0 0,1 1-1 0 0,0 0 1 0 0,0-1-1 0 0,0 1 0 0 0,-1 0 1 0 0,1 0-1 0 0,0 0 1 0 0,0 1-1 0 0,0-1 1 0 0,3 2-1 0 0,1 2 36 0 0,1 0 0 0 0,-1 0 0 0 0,-1 0 0 0 0,1 1-1 0 0,-1 1 1 0 0,8 6 0 0 0,-3-1 28 0 0,25 24 69 0 0,-1 2-1 0 0,-3 1 0 0 0,0 1 1 0 0,-3 2-1 0 0,-2 1 0 0 0,-1 1 1 0 0,-2 2-1 0 0,27 73 0 0 0,-44-100-177 0 0,4 6-19 0 0,-1 0 0 0 0,-1 1 1 0 0,-2 0-1 0 0,-1 1 0 0 0,5 31 0 0 0,-10-69-321 0 0,0 1-1 0 0,1 0 1 0 0,0 0-1 0 0,5-14 1 0 0,5-22-993 0 0,-7-39-2135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30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1361 0 0,'1'1'164'0'0,"-1"0"0"0"0,1 0 1 0 0,0 0-1 0 0,-1 0 0 0 0,1 0 1 0 0,0 0-1 0 0,0-1 0 0 0,0 1 0 0 0,0 0 1 0 0,0 0-1 0 0,0-1 0 0 0,-1 1 1 0 0,2-1-1 0 0,-1 1 0 0 0,0-1 1 0 0,0 1-1 0 0,0-1 0 0 0,0 0 1 0 0,0 1-1 0 0,0-1 0 0 0,0 0 1 0 0,0 0-1 0 0,1 0 0 0 0,-1 0 1 0 0,0 0-1 0 0,0 0 0 0 0,0 0 0 0 0,0 0 1 0 0,0-1-1 0 0,0 1 0 0 0,2-1 1 0 0,57-6 565 0 0,-37 3-662 0 0,-5 3-183 0 0,1 1 0 0 0,-1 0 1 0 0,1 2-1 0 0,-1 0 0 0 0,28 7 1 0 0,87 32 1 0 0,-111-33 256 0 0,0 0 0 0 0,0 2 0 0 0,-1 1 0 0 0,0 0 0 0 0,-1 2 0 0 0,23 17 0 0 0,-40-26-75 0 0,1 0-1 0 0,0 0 1 0 0,-1 0 0 0 0,0 0 0 0 0,0 0-1 0 0,0 0 1 0 0,-1 1 0 0 0,1 0 0 0 0,-1-1-1 0 0,0 1 1 0 0,0 0 0 0 0,-1 0 0 0 0,0 0-1 0 0,1 0 1 0 0,-2 0 0 0 0,2 9 0 0 0,3 17 261 0 0,-1-19-172 0 0,1 1 1 0 0,0-1-1 0 0,1 1 1 0 0,14 20 0 0 0,-12-20-17 0 0,-1-1 0 0 0,0 1 0 0 0,-1 0 0 0 0,6 20 1 0 0,-9-23 15 0 0,-1 1 0 0 0,-1-1 0 0 0,0 1 0 0 0,0 0 0 0 0,-1 0 0 0 0,-1-1 0 0 0,0 1 1 0 0,0 0-1 0 0,-1-1 0 0 0,0 1 0 0 0,-1-1 0 0 0,-6 15 0 0 0,7-18-65 0 0,-1-1 0 0 0,-1 1 0 0 0,1 0 0 0 0,-1-1 0 0 0,-1 0-1 0 0,1 0 1 0 0,-1 0 0 0 0,0 0 0 0 0,0-1 0 0 0,-1 0 0 0 0,1 0 0 0 0,-1 0 0 0 0,0-1 0 0 0,-1 0-1 0 0,1 0 1 0 0,-1 0 0 0 0,1-1 0 0 0,-14 5 0 0 0,4-5-45 0 0,1 0-1 0 0,0-2 1 0 0,-1 1 0 0 0,1-2-1 0 0,-1 0 1 0 0,-24-3 0 0 0,-89-20 79 0 0,99 16-107 0 0,0 0-1 0 0,1-2 0 0 0,0-2 1 0 0,0 0-1 0 0,1-2 1 0 0,1-1-1 0 0,-42-28 0 0 0,19 7 22 0 0,50 34-41 0 0,0 1 0 0 0,-1 0 0 0 0,1 0-1 0 0,0 0 1 0 0,0 0 0 0 0,-1 0 0 0 0,1 0-1 0 0,0-1 1 0 0,0 1 0 0 0,0 0 0 0 0,-1 0 0 0 0,1 0-1 0 0,0-1 1 0 0,0 1 0 0 0,0 0 0 0 0,-1 0-1 0 0,1-1 1 0 0,0 1 0 0 0,0 0 0 0 0,0 0 0 0 0,0-1-1 0 0,0 1 1 0 0,0 0 0 0 0,0 0 0 0 0,0-1-1 0 0,0 1 1 0 0,0 0 0 0 0,0-1 0 0 0,0 1 0 0 0,0 0-1 0 0,0 0 1 0 0,0-1 0 0 0,0 1 0 0 0,0 0-1 0 0,0-1 1 0 0,0 1 0 0 0,0 0 0 0 0,0 0 0 0 0,0-1-1 0 0,1 1 1 0 0,14-2-117 0 0,37 8-124 0 0,-31-2 212 0 0,95 13 110 0 0,130 25-213 0 0,467 146-1 0 0,-681-177-73 0 0,169 52-1292 0 0,-165-54 52 0 0,0-2-1 0 0,0-1 0 0 0,65 2 0 0 0,-10-17-4888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5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2470 4162 0 0,'-86'-14'2534'0'0,"86"14"-2525"0"0,0 0 0 0 0,-1 0-1 0 0,1-1 1 0 0,0 1 0 0 0,0 0 0 0 0,-1 0-1 0 0,1 0 1 0 0,0 0 0 0 0,0 0-1 0 0,-1 0 1 0 0,1-1 0 0 0,0 1-1 0 0,0 0 1 0 0,-1 0 0 0 0,1 0-1 0 0,0-1 1 0 0,0 1 0 0 0,0 0-1 0 0,0 0 1 0 0,-1-1 0 0 0,1 1-1 0 0,0 0 1 0 0,0 0 0 0 0,0-1 0 0 0,0 1-1 0 0,0 0 1 0 0,0 0 0 0 0,0-1-1 0 0,0 1 1 0 0,0 0 0 0 0,0-1-1 0 0,0 1 1 0 0,0 0 0 0 0,0 0-1 0 0,0-1 1 0 0,0 1 0 0 0,0 0-1 0 0,0-1 1 0 0,-4-9 159 0 0,-10 4-36 0 0,11 5-98 0 0,0 1 0 0 0,1-1 0 0 0,-1 0 0 0 0,0 0 0 0 0,1 0 0 0 0,-1 0 0 0 0,1-1 0 0 0,-1 1 0 0 0,1-1 0 0 0,0 1 0 0 0,0-1 0 0 0,-4-4 0 0 0,6 6-22 0 0,0-1 1 0 0,0 0-1 0 0,0 0 1 0 0,0 1-1 0 0,-1-1 1 0 0,1 0-1 0 0,0 0 0 0 0,0 1 1 0 0,-1-1-1 0 0,1 0 1 0 0,0 1-1 0 0,-1-1 1 0 0,1 0-1 0 0,-1 1 0 0 0,1-1 1 0 0,-1 1-1 0 0,1-1 1 0 0,-1 1-1 0 0,1-1 1 0 0,-1 1-1 0 0,0-1 1 0 0,1 1-1 0 0,-1-1 0 0 0,0 1 1 0 0,1 0-1 0 0,-2-1 1 0 0,-6-8 118 0 0,15-1 13 0 0,-6 9-123 0 0,0 0 1 0 0,0 0 0 0 0,0 0-1 0 0,0-1 1 0 0,0 1 0 0 0,0 0-1 0 0,0-1 1 0 0,0 1 0 0 0,-1 0-1 0 0,1-1 1 0 0,0 1-1 0 0,-1-1 1 0 0,1 0 0 0 0,-1 1-1 0 0,0-1 1 0 0,1 1 0 0 0,-1-4-1 0 0,1 1 16 0 0,0 0-1 0 0,0-1 0 0 0,0 1 0 0 0,0 0 0 0 0,1 0 0 0 0,0 0 1 0 0,0 0-1 0 0,0 1 0 0 0,0-1 0 0 0,1 1 0 0 0,-1-1 0 0 0,1 1 1 0 0,0 0-1 0 0,0 0 0 0 0,0 0 0 0 0,1 0 0 0 0,-1 0 0 0 0,4-2 1 0 0,13-9 244 0 0,40-20 1 0 0,-46 26-172 0 0,56-27 286 0 0,-49 25-271 0 0,-1 0 1 0 0,1-2-1 0 0,-1 0 0 0 0,-1-1 0 0 0,26-23 0 0 0,10-8 179 0 0,-40 34-257 0 0,-1-1 1 0 0,0-1-1 0 0,14-15 1 0 0,3-5 33 0 0,-11 12-65 0 0,0 0 0 0 0,-2-2-1 0 0,0 0 1 0 0,21-36 0 0 0,-8 8 42 0 0,57-70 0 0 0,-57 80-27 0 0,-20 26-34 0 0,1 0 0 0 0,1 1 0 0 0,0 0 1 0 0,1 1-1 0 0,20-13 0 0 0,-10 7-154 0 0,61-44 148 0 0,-28 22 220 0 0,67-62 1 0 0,-118 97-204 0 0,-1 1-1 0 0,1 0 1 0 0,0 0 0 0 0,0 0 0 0 0,0 1 0 0 0,1 0 0 0 0,11-4 0 0 0,-13 5-3 0 0,-1 0 1 0 0,1 1 0 0 0,0-2 0 0 0,-1 1 0 0 0,1 0 0 0 0,-1-1 0 0 0,0 0 0 0 0,0 0-1 0 0,0 0 1 0 0,0-1 0 0 0,4-4 0 0 0,-3 1-7 0 0,-4 6 2 0 0,0-1 1 0 0,0 1-1 0 0,0-1 1 0 0,0 1-1 0 0,1 0 1 0 0,-1 0-1 0 0,0-1 1 0 0,1 1-1 0 0,-1 0 1 0 0,1 0-1 0 0,-1 0 0 0 0,1 0 1 0 0,0 1-1 0 0,-1-1 1 0 0,1 0-1 0 0,0 1 1 0 0,0-1-1 0 0,2 0 1 0 0,29-18 179 0 0,-6 1-55 0 0,34-20 47 0 0,-47 32-123 0 0,-1 0 0 0 0,1-1 0 0 0,-1 0 0 0 0,-1-1 0 0 0,1-1 0 0 0,-1 0 0 0 0,17-17 0 0 0,-22 20-23 0 0,0 0 0 0 0,1 0 0 0 0,0 1 0 0 0,1 0 0 0 0,-1 1 0 0 0,12-5 0 0 0,-12 6 1 0 0,0 0 0 0 0,0-1 0 0 0,0-1 0 0 0,-1 1 0 0 0,1-1 0 0 0,-1 0 1 0 0,12-12-1 0 0,-10 7 28 0 0,1 1 1 0 0,-1 0 0 0 0,1 1-1 0 0,1 1 1 0 0,19-12 0 0 0,-18 12 28 0 0,-1 0 1 0 0,0-1 0 0 0,0 0-1 0 0,-1-1 1 0 0,17-17-1 0 0,59-48 596 0 0,-17 4 28 0 0,-50 53-417 0 0,0-2 1 0 0,20-25 0 0 0,-6-1 225 0 0,-7 8-23 0 0,46-47-1 0 0,-60 72-418 0 0,-1 0 31 0 0,1 0 1 0 0,-2-1 0 0 0,0 0-1 0 0,15-26 1 0 0,-18 28-60 0 0,1-1 1 0 0,0 1-1 0 0,0 1 1 0 0,1-1-1 0 0,17-14 0 0 0,28-34 156 0 0,1-10 49 0 0,-50 60-226 0 0,0 0-1 0 0,0 1 1 0 0,0 0 0 0 0,1 0-1 0 0,0 0 1 0 0,1 1 0 0 0,0-1-1 0 0,8-5 1 0 0,-12 0 39 0 0,-3 12-61 0 0,0 0-1 0 0,0 0 1 0 0,0 0 0 0 0,0 0 0 0 0,0 0-1 0 0,0 0 1 0 0,0 0 0 0 0,1 0-1 0 0,-1 0 1 0 0,0 0 0 0 0,1 0 0 0 0,-1 0-1 0 0,0 0 1 0 0,1 1 0 0 0,-1-1-1 0 0,1 0 1 0 0,0 0 0 0 0,-1 0 0 0 0,2 0-1 0 0,33-16 277 0 0,-26 14-159 0 0,-3 3-125 0 0,-1 0 404 0 0,-10 0-241 0 0,-20 0 640 0 0,25 3-489 0 0,0-2-276 0 0,0-1 0 0 0,0 0-1 0 0,-1 0 1 0 0,1 1 0 0 0,0-1-1 0 0,0 0 1 0 0,0 1 0 0 0,0-1 0 0 0,0 0-1 0 0,0 0 1 0 0,0 1 0 0 0,0-1-1 0 0,0 0 1 0 0,0 1 0 0 0,0-1-1 0 0,0 0 1 0 0,0 0 0 0 0,0 1 0 0 0,0-1-1 0 0,0 0 1 0 0,0 1 0 0 0,0-1-1 0 0,1 0 1 0 0,-1 0 0 0 0,0 1 0 0 0,0-1-1 0 0,0 0 1 0 0,0 0 0 0 0,1 0-1 0 0,-1 1 1 0 0,0-1 0 0 0,0 0-1 0 0,0 0 1 0 0,1 0 0 0 0,-1 1 0 0 0,0-1-1 0 0,0 0 1 0 0,1 0 0 0 0,-1 0-1 0 0,0 0 1 0 0,0 0 0 0 0,1 0-1 0 0,-1 1 1 0 0,0-1 0 0 0,1 0 0 0 0,19 0 71 0 0,-15 0 41 0 0,-5 0-111 0 0,0 1-1 0 0,-1 0 1 0 0,1 0-1 0 0,0 0 1 0 0,0-1-1 0 0,0 1 1 0 0,0 0 0 0 0,0 0-1 0 0,0-1 1 0 0,0 1-1 0 0,0 0 1 0 0,0 0-1 0 0,0 0 1 0 0,0-1 0 0 0,1 1-1 0 0,-1 0 1 0 0,0 0-1 0 0,1-1 1 0 0,-1 1-1 0 0,0 0 1 0 0,1-1 0 0 0,-1 1-1 0 0,1 0 1 0 0,-1-1-1 0 0,1 1 1 0 0,0 0-1 0 0,16 10 46 0 0,0 1-1 0 0,30 27 0 0 0,-39-28-80 0 0,-7-9 0 0 0,0 0 0 0 0,0 0 0 0 0,1-1 0 0 0,-1 1 0 0 0,1-1 0 0 0,-1 1 0 0 0,1-1 0 0 0,-1 0 0 0 0,1 0 0 0 0,0 1 0 0 0,0-1 0 0 0,-1 0 0 0 0,1 0 0 0 0,4 1 0 0 0,54 34 66 0 0,-48-33-47 0 0,0 0 0 0 0,0 1-1 0 0,-1 1 1 0 0,0 0 0 0 0,0 0-1 0 0,0 1 1 0 0,-1 1 0 0 0,1-1-1 0 0,14 15 1 0 0,35 25 48 0 0,-5-6-54 0 0,-40-25 20 0 0,2 0 0 0 0,0-2-1 0 0,32 20 1 0 0,24 19 36 0 0,-19-11-89 0 0,-43-34 16 0 0,-1 0 1 0 0,-1 0 0 0 0,0 1 0 0 0,0 1-1 0 0,15 16 1 0 0,126 146-157 0 0,-80-108 204 0 0,-14-15 59 0 0,-39-34-75 0 0,-4-3-52 0 0,-1 1 1 0 0,0 0-1 0 0,20 26 0 0 0,-23-25 1 0 0,1-1-1 0 0,1 1 1 0 0,19 16-1 0 0,26 30-42 0 0,124 153 106 0 0,-168-197-64 0 0,2-1-1 0 0,0-1 1 0 0,1 0-1 0 0,18 12 1 0 0,25 22 79 0 0,-6 4 7 0 0,142 134-324 0 0,-142-138 794 0 0,132 108-170 0 0,-157-132-341 0 0,-1 1 1 0 0,-1 1-1 0 0,-2 1 0 0 0,26 36 1 0 0,-40-52 5 0 0,0 0 0 0 0,0-1 1 0 0,1 0-1 0 0,0-1 0 0 0,21 14 1 0 0,17 13 168 0 0,5 3-205 0 0,-21-15 40 0 0,34 31 0 0 0,-38-32 71 0 0,0 0-1 0 0,54 29 0 0 0,16 11 142 0 0,184 113 321 0 0,-268-167-541 0 0,127 62-290 0 0,-133-62-18 0 0,-16-5-350 0 0,-9-4-382 0 0,0-1 0 0 0,1-1-1 0 0,-1 0 1 0 0,1-1 0 0 0,-1-1 0 0 0,1-1 0 0 0,-24-11 0 0 0,-145-63-6000 0 0,-91-50-1547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5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122 167 1121 0 0,'-86'8'4668'0'0,"86"-8"-4642"0"0,0 0 0 0 0,1 0 0 0 0,-1 0 0 0 0,0-1 0 0 0,0 1 0 0 0,0 0 0 0 0,0 0-1 0 0,0 0 1 0 0,1 0 0 0 0,-1 0 0 0 0,0 0 0 0 0,0-1 0 0 0,0 1 0 0 0,0 0 0 0 0,0 0 0 0 0,0 0 0 0 0,0 0-1 0 0,0-1 1 0 0,0 1 0 0 0,0 0 0 0 0,0 0 0 0 0,1 0 0 0 0,-1-1 0 0 0,0 1 0 0 0,0 0 0 0 0,0 0-1 0 0,0 0 1 0 0,0 0 0 0 0,0-1 0 0 0,-1 1 0 0 0,1 0 0 0 0,0 0 0 0 0,0 0 0 0 0,0 0 0 0 0,0-1 0 0 0,0 1-1 0 0,0 0 1 0 0,0 0 0 0 0,0 0 0 0 0,0 0 0 0 0,0-1 0 0 0,0 1 0 0 0,-1 0 0 0 0,1 0 0 0 0,0 0-1 0 0,0 0 1 0 0,0 0 0 0 0,0 0 0 0 0,0-1 0 0 0,-1 1 0 0 0,15 2 132 0 0,-21 3 105 0 0,-35 7 850 0 0,72-4-553 0 0,-25-8-480 0 0,201-13 1121 0 0,-164 10-1049 0 0,0-1-1 0 0,-1-2 1 0 0,49-14 0 0 0,27-4 41 0 0,325-24 477 0 0,-141 20-233 0 0,152-16 124 0 0,-127 43-308 0 0,-24-1-26 0 0,176 10 111 0 0,-298-1-23 0 0,508 56 859 0 0,-410-35-865 0 0,52 8 236 0 0,52 34-38 0 0,-206-42 67 0 0,235 7-1 0 0,-310-28-279 0 0,50 2-4 0 0,945 76 4168 0 0,-1026-79-4454 0 0,-53-8-386 0 0,-34-7-480 0 0,-63-15-2820 0 0,-46-9-2521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59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 1281 0 0,'-6'-5'3120'0'0,"5"4"-3108"0"0,1 1 1 0 0,-1 0 0 0 0,0 0 0 0 0,1-1-1 0 0,-1 1 1 0 0,0 0 0 0 0,1 0 0 0 0,-1 0-1 0 0,0 0 1 0 0,0 0 0 0 0,1 0 0 0 0,-1 0-1 0 0,0 0 1 0 0,1 0 0 0 0,-1 0 0 0 0,0 0-1 0 0,1 1 1 0 0,-1-1 0 0 0,0 0 0 0 0,1 0-1 0 0,-1 1 1 0 0,0-1 0 0 0,1 0 0 0 0,-1 1-1 0 0,1-1 1 0 0,-1 1 0 0 0,0-1 0 0 0,1 1-1 0 0,-1-1 1 0 0,1 1 0 0 0,0-1 0 0 0,-1 1-1 0 0,1 0 1 0 0,-1-1 0 0 0,1 1 0 0 0,0-1-1 0 0,-1 1 1 0 0,1 0 0 0 0,0-1 0 0 0,0 1-1 0 0,0 0 1 0 0,-1 1 0 0 0,-2 9 294 0 0,-10-6-190 0 0,12-6-113 0 0,1 1-1 0 0,-1 0 1 0 0,1 0 0 0 0,-1 0-1 0 0,1 0 1 0 0,-1 0 0 0 0,1 0-1 0 0,-1 0 1 0 0,1 0-1 0 0,-1 0 1 0 0,1 1 0 0 0,0-1-1 0 0,-1 0 1 0 0,1 0 0 0 0,-1 0-1 0 0,1 0 1 0 0,-1 1 0 0 0,1-1-1 0 0,0 0 1 0 0,-1 0 0 0 0,1 1-1 0 0,0-1 1 0 0,-1 0 0 0 0,1 1-1 0 0,0-1 1 0 0,-1 0-1 0 0,1 1 1 0 0,0-1 0 0 0,0 0-1 0 0,-1 1 1 0 0,1-1 0 0 0,0 1-1 0 0,0-1 1 0 0,0 0 0 0 0,0 1-1 0 0,-1-1 1 0 0,1 1 0 0 0,0-1-1 0 0,0 1 1 0 0,0 0 0 0 0,0 0-1 0 0,0-1 0 0 0,0 1 1 0 0,0-1-1 0 0,0 1 0 0 0,0 0 1 0 0,0-1-1 0 0,0 1 0 0 0,0-1 1 0 0,0 1-1 0 0,0 0 0 0 0,0-1 1 0 0,-1 1-1 0 0,1-1 0 0 0,0 1 1 0 0,0-1-1 0 0,-1 1 0 0 0,1-1 1 0 0,0 1-1 0 0,-1-1 0 0 0,1 1 1 0 0,0-1-1 0 0,-1 1 0 0 0,1-1 1 0 0,-1 1-1 0 0,1-1 0 0 0,-1 0 1 0 0,1 1-1 0 0,-1-1 0 0 0,1 0 1 0 0,-1 0-1 0 0,1 1 0 0 0,-1-1 1 0 0,0 0-1 0 0,0 0 0 0 0,-12 10 30 0 0,12-7-23 0 0,0 0 1 0 0,0 0-1 0 0,0 0 1 0 0,0 0-1 0 0,1 0 0 0 0,-1 0 1 0 0,1 0-1 0 0,0 1 1 0 0,0 4-1 0 0,0-7 0 0 0,0-1-1 0 0,0 0 1 0 0,0 1 0 0 0,-1-1-1 0 0,1 0 1 0 0,0 1 0 0 0,0-1 0 0 0,0 0-1 0 0,0 1 1 0 0,-1-1 0 0 0,1 0-1 0 0,0 1 1 0 0,0-1 0 0 0,-1 0-1 0 0,1 0 1 0 0,0 1 0 0 0,-1-1-1 0 0,1 0 1 0 0,0 0 0 0 0,0 0 0 0 0,-1 1-1 0 0,1-1 1 0 0,-1 0 0 0 0,1 0-1 0 0,0 0 1 0 0,-1 0 0 0 0,1 0-1 0 0,0 0 1 0 0,-1 0 0 0 0,1 0-1 0 0,0 0 1 0 0,-1 0 0 0 0,1 0 0 0 0,-1 0-1 0 0,1 0 1 0 0,0 0 0 0 0,-1 0-1 0 0,1 0 1 0 0,0 0 0 0 0,-1 0-1 0 0,1-1 1 0 0,-1 1-5 0 0,1 0 0 0 0,-1 0 0 0 0,0 0 0 0 0,1 0-1 0 0,-1 0 1 0 0,1-1 0 0 0,-1 1 0 0 0,1 0 0 0 0,-1 0 0 0 0,1 0 0 0 0,-1 1 0 0 0,0-1 0 0 0,1 0-1 0 0,-1 0 1 0 0,1 0 0 0 0,-1 0 0 0 0,1 0 0 0 0,-1 1 0 0 0,1-1 0 0 0,-1 0 0 0 0,1 0 0 0 0,-1 1-1 0 0,1-1 1 0 0,-1 1 0 0 0,1-1 0 0 0,-1 0 0 0 0,1 1 0 0 0,0-1 0 0 0,-1 1 0 0 0,1-1 0 0 0,0 0-1 0 0,-1 1 1 0 0,1-1 0 0 0,0 1 0 0 0,0 0 0 0 0,-1-1 0 0 0,1 1 0 0 0,0-1 0 0 0,0 1 0 0 0,0-1-1 0 0,0 1 1 0 0,0-1 0 0 0,0 1 0 0 0,0 1 0 0 0,0-1 58 0 0,0 1-1 0 0,0-1 1 0 0,0 0 0 0 0,0 1 0 0 0,1-1-1 0 0,-1 1 1 0 0,0-1 0 0 0,1 0 0 0 0,0 1 0 0 0,-1-1-1 0 0,1 0 1 0 0,0 1 0 0 0,-1-1 0 0 0,1 0-1 0 0,0 0 1 0 0,0 0 0 0 0,0 1 0 0 0,0-1-1 0 0,0 0 1 0 0,0 0 0 0 0,0-1 0 0 0,1 1-1 0 0,1 1 1 0 0,-3-2-42 0 0,1 1 1 0 0,0-1-1 0 0,0 1 0 0 0,0-1 1 0 0,-1 1-1 0 0,1 0 0 0 0,0-1 0 0 0,-1 1 1 0 0,1 0-1 0 0,0-1 0 0 0,-1 1 0 0 0,1 0 1 0 0,-1 0-1 0 0,1 0 0 0 0,-1-1 1 0 0,0 1-1 0 0,1 0 0 0 0,-1 0 0 0 0,0 0 1 0 0,0 0-1 0 0,1 2 0 0 0,4-1 86 0 0,30 0 80 0 0,0 2-1 0 0,36 8 1 0 0,-67-12-167 0 0,1 1-1 0 0,-1-1 0 0 0,1 0 1 0 0,-1 0-1 0 0,1 0 1 0 0,-1-1-1 0 0,7-1 0 0 0,12-1 0 0 0,27 1 124 0 0,53-10 1 0 0,-20 2-31 0 0,660-3 1020 0 0,-441 17-679 0 0,573-9 1867 0 0,-515 29-1191 0 0,-279-16-926 0 0,-31-4-93 0 0,12 1 159 0 0,0 3 0 0 0,71 18 0 0 0,-106-20-27 0 0,48 2 1 0 0,-7 0 216 0 0,-63-5-354 0 0,-14-3-319 0 0,-23-5-988 0 0,1-1 1 0 0,-37-13-1 0 0,-118-32-4375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0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2081 0 0,'0'13'1441'0'0,"0"-1"-401"0"0,0 1-400 0 0,0 1-319 0 0,0-3-81 0 0,0-3-160 0 0,30 4-80 0 0,-30-5-80 0 0,30-1 0 0 0,0-6-961 0 0,0-6-480 0 0,-30-7-319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0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5683 0 0,'-120'83'2001'0'0,"29"0"-2162"0"0,31-14-159 0 0,30-17 400 0 0,-1-14 80 0 0,31-13-240 0 0,0-6-480 0 0,0-24-320 0 0,31-15-161 0 0,-1-12-239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1 2801 0 0,'-211'83'4802'0'0,"30"-9"-4081"0"0,30 17-1281 0 0,36 11 399 0 0,24-20 242 0 0,31-12-1 0 0,0-13 80 0 0,29-13-160 0 0,31-24-80 0 0,0-34-321 0 0,31-17 1 0 0,29-7 0 0 0,0-12-320 0 0,31-15-801 0 0,-31 9-2801 0 0</inkml:trace>
  <inkml:trace contextRef="#ctx0" brushRef="#br0" timeOffset="1">954 133 3922 0 0,'-205'83'3842'0'0,"24"13"-3042"0"0,0 6-880 0 0,60 0 0 0 0,0-14 160 0 0,61-30 80 0 0,6-8 0 0 0,23-12-80 0 0,31-30-240 0 0,31-21-240 0 0,53-31 160 0 0,-24-14 160 0 0,1-11-160 0 0,-1-14-241 0 0,31-7-559 0 0,-31 13-401 0 0,31 8-1680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01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1 3041 0 0,'-120'38'3842'0'0,"-1"20"-3122"0"0,30 11-720 0 0,1 14 241 0 0,29-1-1 0 0,-29-5-80 0 0,66-13-80 0 0,-6-32-80 0 0,60-26-160 0 0,-6-25-401 0 0,36-6-399 0 0,1-27-1201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1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1 720 0 0,'56'5'3549'0'0,"-50"-10"-2352"0"0,-12 5-754 0 0,4 0-437 0 0,0 0-7 0 0,1 0 1 0 0,-1 1 0 0 0,1-1-1 0 0,-1 0 1 0 0,1 1 0 0 0,0-1-1 0 0,-1 0 1 0 0,1 1 0 0 0,0 0-1 0 0,-1-1 1 0 0,1 1 0 0 0,0 0-1 0 0,0 0 1 0 0,0 0 0 0 0,-3 2-1 0 0,4-3-65 0 0,0 0 62 0 0,0 0 0 0 0,0 0 1 0 0,0 0-1 0 0,0 0 1 0 0,0 0-1 0 0,0 0 0 0 0,0-1 1 0 0,0 1-1 0 0,0 0 0 0 0,-1 0 1 0 0,1 0-1 0 0,0 0 1 0 0,0 0-1 0 0,0-1 0 0 0,0 1 1 0 0,0 0-1 0 0,0 0 1 0 0,0 0-1 0 0,0 0 0 0 0,0-1 1 0 0,0 1-1 0 0,0 0 0 0 0,0 0 1 0 0,0 0-1 0 0,0 0 1 0 0,0-1-1 0 0,1 1 0 0 0,-1 0 1 0 0,0 0-1 0 0,0 0 0 0 0,0 0 1 0 0,0-1-1 0 0,0 1 1 0 0,0 0-1 0 0,0 0 0 0 0,0 0 1 0 0,0 0-1 0 0,1 0 0 0 0,-1 0 1 0 0,0 0-1 0 0,0-1 1 0 0,0 1-1 0 0,0 0 0 0 0,0 0 1 0 0,1 0-1 0 0,-1 0 1 0 0,0 0-1 0 0,0 0 0 0 0,0 0 1 0 0,0 0-1 0 0,1 0 0 0 0,-1 0 1 0 0,0 0-1 0 0,0 0 1 0 0,0 0-1 0 0,0 0 0 0 0,1 0 1 0 0,-1 0-1 0 0,0 0 0 0 0,0 0 1 0 0,0 0-1 0 0,0 0 1 0 0,1 0-1 0 0,-1 0 0 0 0,0 0 1 0 0,0 0-1 0 0,0 0 0 0 0,0 1 1 0 0,1-1-1 0 0,19 0-196 0 0,-20 0 171 0 0,0 0 1 0 0,0 0-1 0 0,0 0 0 0 0,1-1 0 0 0,-1 1 1 0 0,0 0-1 0 0,0 0 0 0 0,0 0 1 0 0,0 0-1 0 0,1 0 0 0 0,-1 0 0 0 0,0 0 1 0 0,0 1-1 0 0,0-1 0 0 0,1 0 0 0 0,-1 0 1 0 0,0 0-1 0 0,0 0 0 0 0,0 0 1 0 0,0 0-1 0 0,1 0 0 0 0,-1 0 0 0 0,0 0 1 0 0,0 0-1 0 0,0 1 0 0 0,0-1 0 0 0,0 0 1 0 0,0 0-1 0 0,1 0 0 0 0,-1 0 1 0 0,0 0-1 0 0,0 1 0 0 0,0-1 0 0 0,0 0 1 0 0,0 0-1 0 0,0 0 0 0 0,0 0 0 0 0,0 1 1 0 0,0-1-1 0 0,0 0 0 0 0,0 0 1 0 0,0 0-1 0 0,0 0 0 0 0,0 1 0 0 0,0-1 1 0 0,0 0-1 0 0,0 0 0 0 0,0 0 0 0 0,0 1 1 0 0,0-1-1 0 0,0 0 0 0 0,0 0 0 0 0,0 0 1 0 0,0 1-1 0 0,0 0-325 0 0,0 11-1740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12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83 160 0 0,'0'0'245'0'0,"-2"0"-112"0"0,0-1 1 0 0,0 0-1 0 0,1 1 0 0 0,-1-1 1 0 0,0 0-1 0 0,0 0 0 0 0,1 0 0 0 0,-1 0 1 0 0,1-1-1 0 0,-1 1 0 0 0,1 0 1 0 0,-1-1-1 0 0,1 1 0 0 0,-2-3 1 0 0,-1-23 4264 0 0,3 26-4392 0 0,0 0 0 0 0,1 1 0 0 0,-1-1 0 0 0,0 0 0 0 0,0 1 0 0 0,0-1 0 0 0,1 1 0 0 0,-1-1 0 0 0,0 1 0 0 0,0 0 0 0 0,0-1 0 0 0,0 1 0 0 0,0 0 0 0 0,0 0 0 0 0,0-1 0 0 0,0 1 0 0 0,0 0 0 0 0,0 0 0 0 0,0 0 0 0 0,0 0 0 0 0,0 0 0 0 0,0 1 0 0 0,-2-1 0 0 0,2 0 10 0 0,1 0-14 0 0,-1 0 1 0 0,1 0-1 0 0,0 0 0 0 0,0 0 0 0 0,0 0 0 0 0,0 0 1 0 0,0 0-1 0 0,-1 0 0 0 0,1 0 0 0 0,0 0 0 0 0,0 0 0 0 0,0 0 1 0 0,0 0-1 0 0,-1 0 0 0 0,1 0 0 0 0,0 0 0 0 0,0 0 1 0 0,0 0-1 0 0,0 0 0 0 0,0 0 0 0 0,-1 0 0 0 0,1 0 1 0 0,0 0-1 0 0,0 1 0 0 0,0-1 0 0 0,0 0 0 0 0,0 0 0 0 0,-1 0 1 0 0,1 0-1 0 0,0 0 0 0 0,0 0 0 0 0,0 0 0 0 0,0 1 1 0 0,0-1-1 0 0,0 0 0 0 0,0 0 0 0 0,0 0 0 0 0,0 0 1 0 0,0 0-1 0 0,0 1 0 0 0,-1-1 0 0 0,1 0 0 0 0,0 0 0 0 0,0 0 1 0 0,0 0-1 0 0,0 1 0 0 0,0-1 0 0 0,0 0 0 0 0,0 0 1 0 0,0 0-1 0 0,0 0 0 0 0,1 1 0 0 0,-1-1 1 0 0,0 0 0 0 0,0 0 0 0 0,0 0 0 0 0,0 0 0 0 0,0 0 0 0 0,0 1 1 0 0,0-1-1 0 0,0 0 0 0 0,0 0 0 0 0,0 0 0 0 0,0 0 0 0 0,0 0 0 0 0,0 0 0 0 0,0 0 0 0 0,0 1 0 0 0,-1-1 0 0 0,1 0 0 0 0,0 0 0 0 0,0 0 0 0 0,0 0 0 0 0,0 0 0 0 0,0 0 0 0 0,0 0 0 0 0,0 0 0 0 0,0 1 0 0 0,0-1 0 0 0,0 0 1 0 0,0 0-1 0 0,-1 0 0 0 0,1 0 0 0 0,0 0 0 0 0,0 0 0 0 0,0 0 0 0 0,0 0 0 0 0,0 0 0 0 0,0 0 0 0 0,0 0 0 0 0,0 0 0 0 0,-1 0 0 0 0,1 0 0 0 0,0 0 0 0 0,0 0 0 0 0,0 0 0 0 0,0 0 0 0 0,0 0 0 0 0,0 0 0 0 0,-1 0 0 0 0,1 0 0 0 0,0 0 1 0 0,0 0-1 0 0,0 0 0 0 0,0 0 0 0 0,0 0 0 0 0,0 0 0 0 0,0 0 0 0 0,0 0 0 0 0,-1 0 0 0 0,1 0 0 0 0,0 0 0 0 0,0-1 0 0 0,0 1 0 0 0,0 0 0 0 0,0 0 0 0 0,0 0 0 0 0,0 0 0 0 0,0 0 0 0 0,-51-19 398 0 0,21 21-95 0 0,25 2-279 0 0,10-3 26 0 0,15-1-26 0 0,-2-3 41 0 0,25 0-43 0 0,-38-3-1013 0 0,0-1-91 0 0,2 5 401 0 0,1 0 0 0 0,-1 1 0 0 0,1 0-1 0 0,-1 1 1 0 0,11 0 0 0 0,12 0-1296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1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89 1281 0 0,'-49'0'1547'0'0,"13"-1"-842"0"0,1 1 0 0 0,-1 1-1 0 0,1 2 1 0 0,0 2 0 0 0,-65 17 0 0 0,94-20-689 0 0,1 0 0 0 0,0-1 0 0 0,-1 0 1 0 0,1 0-1 0 0,-1 0 0 0 0,0-1 1 0 0,1 0-1 0 0,-7-1 0 0 0,98-18 64 0 0,162-35-129 0 0,-205 46 5 0 0,259-37-263 0 0,-276 48 323 0 0,-25-3-15 0 0,-1 0 1 0 0,0 1-1 0 0,1-1 0 0 0,-1 0 1 0 0,1 0-1 0 0,-1 0 1 0 0,1 1-1 0 0,-1-1 0 0 0,0 0 1 0 0,1 1-1 0 0,-1-1 0 0 0,0 0 1 0 0,1 1-1 0 0,-1-1 0 0 0,0 1 1 0 0,0-1-1 0 0,1 0 1 0 0,-1 1-1 0 0,0-1 0 0 0,0 1 1 0 0,0-1-1 0 0,0 1 0 0 0,1-1 1 0 0,-1 0-1 0 0,0 1 0 0 0,0-1 1 0 0,0 1-1 0 0,0-1 0 0 0,0 2 1 0 0,-2 0 4 0 0,1 0 0 0 0,0 1 0 0 0,-1-1 0 0 0,0 0 1 0 0,0 0-1 0 0,0 0 0 0 0,0 0 0 0 0,0 0 0 0 0,0 0 0 0 0,0 0 0 0 0,0-1 1 0 0,-1 1-1 0 0,1-1 0 0 0,-1 0 0 0 0,1 1 0 0 0,-1-1 0 0 0,1-1 0 0 0,-6 2 1 0 0,-44 17 81 0 0,-1-4 1 0 0,0-1 0 0 0,-1-3 0 0 0,-1-2 0 0 0,-80 3 0 0 0,10-7 165 0 0,255-25-254 0 0,-24 11 0 0 0,182 9 0 0 0,-275 0 0 0 0,116 6 0 0 0,179 31 0 0 0,-280-33 3 0 0,-1 2 0 0 0,0 1 1 0 0,47 19-1 0 0,-61-14 81 0 0,-20-4-3 0 0,-24-1 34 0 0,-5-3-89 0 0,-59 2 1 0 0,-367-22-120 0 0,402 16-747 0 0,0 5-1455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50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1553 320 0 0,'-7'1'514'0'0,"6"-1"-429"0"0,0 0-1 0 0,1 1 1 0 0,-1-1-1 0 0,1 0 0 0 0,-1 0 1 0 0,0 0-1 0 0,0 0 1 0 0,1 0-1 0 0,-1 0 0 0 0,0 0 1 0 0,1 0-1 0 0,-1 0 1 0 0,0 0-1 0 0,1 0 1 0 0,-1 0-1 0 0,0 0 0 0 0,1 0 1 0 0,-1 0-1 0 0,0-1 1 0 0,1 1-1 0 0,-1 0 0 0 0,0-1 1 0 0,1 1-1 0 0,-1 0 1 0 0,1-1-1 0 0,-1 1 0 0 0,1-1 1 0 0,-1 1-1 0 0,1-1 1 0 0,-1 1-1 0 0,1-1 1 0 0,-1 1-1 0 0,1-1 0 0 0,0 1 1 0 0,-1-1-1 0 0,1 0 1 0 0,0 1-1 0 0,0-1 0 0 0,-1 0 1 0 0,1 0-1 0 0,0 0 810 0 0,0-28 107 0 0,0 25-967 0 0,1 1 1 0 0,-1-1 0 0 0,0 0-1 0 0,-1 1 1 0 0,1-1 0 0 0,-1 0-1 0 0,1 1 1 0 0,-1-1 0 0 0,0 1-1 0 0,0-1 1 0 0,-1 1 0 0 0,1 0-1 0 0,-1-1 1 0 0,1 1 0 0 0,-1 0-1 0 0,0 0 1 0 0,0 0 0 0 0,-1 0-1 0 0,-3-4 1 0 0,4 3 4 0 0,1 0 0 0 0,-1 1-1 0 0,1-1 1 0 0,0 0 0 0 0,1 0-1 0 0,-1 0 1 0 0,1 0 0 0 0,0 0 0 0 0,0 0-1 0 0,0 0 1 0 0,0 0 0 0 0,2-7-1 0 0,-1-2 19 0 0,-1 10-44 0 0,0 1-1 0 0,-1-1 1 0 0,1 0-1 0 0,0 1 1 0 0,-1-1-1 0 0,1 1 0 0 0,-1-1 1 0 0,0 1-1 0 0,0-1 1 0 0,0 1-1 0 0,0-1 1 0 0,-1 1-1 0 0,1 0 0 0 0,0 0 1 0 0,-3-3-1 0 0,2 3 0 0 0,0 0 0 0 0,1-1 0 0 0,-1 1-1 0 0,1 0 1 0 0,0 0 0 0 0,0-1 0 0 0,0 1-1 0 0,0-1 1 0 0,0 1 0 0 0,0-1 0 0 0,1 1-1 0 0,-1-1 1 0 0,1 0 0 0 0,0 1 0 0 0,-1-5-1 0 0,1-234 563 0 0,1 238-567 0 0,-1 0 0 0 0,0 0 0 0 0,1 0 1 0 0,-1 0-1 0 0,1 0 0 0 0,0 0 0 0 0,0 0 1 0 0,0 0-1 0 0,0 1 0 0 0,1-1 0 0 0,-1 0 0 0 0,4-4 1 0 0,-3 4-3 0 0,0 0 0 0 0,0 1 0 0 0,-1-1 0 0 0,1 0 0 0 0,-1 0 0 0 0,0 0 0 0 0,0-1 0 0 0,0 1 1 0 0,0 0-1 0 0,0 0 0 0 0,-1-1 0 0 0,1-5 0 0 0,-1-177 22 0 0,0 184-25 0 0,1-1 0 0 0,-1 1 1 0 0,1-1-1 0 0,0 1 1 0 0,0-1-1 0 0,0 1 0 0 0,0 0 1 0 0,0-1-1 0 0,0 1 1 0 0,1 0-1 0 0,-1 0 0 0 0,4-3 1 0 0,-4 3 0 0 0,1 0 0 0 0,-1 1-1 0 0,1-1 1 0 0,-1 0 0 0 0,1 0 0 0 0,-1 0 0 0 0,0 0 0 0 0,0 0 0 0 0,0 0 0 0 0,0 0-1 0 0,-1 0 1 0 0,1 0 0 0 0,0 0 0 0 0,-1-1 0 0 0,1 1 0 0 0,-1 0 0 0 0,0 0-1 0 0,0-1 1 0 0,0 1 0 0 0,0 0 0 0 0,0-1 0 0 0,-1 1 0 0 0,1 0 0 0 0,0 0-1 0 0,-1-1 1 0 0,0 1 0 0 0,0 0 0 0 0,1 0 0 0 0,-1 0 0 0 0,-2-3 0 0 0,-3-3 5 0 0,6 7-8 0 0,-1 0 0 0 0,1 1 1 0 0,-1-1-1 0 0,1 0 0 0 0,-1 1 0 0 0,1-1 0 0 0,-1 0 0 0 0,1 0 0 0 0,-1 1 0 0 0,1-1 0 0 0,0 0 1 0 0,-1 0-1 0 0,1 0 0 0 0,0 0 0 0 0,0 1 0 0 0,0-1 0 0 0,0 0 0 0 0,0 0 0 0 0,0 0 1 0 0,0 0-1 0 0,0 0 0 0 0,0 1 0 0 0,0-1 0 0 0,0 0 0 0 0,0 0 0 0 0,1 0 0 0 0,-1 0 1 0 0,0 1-1 0 0,1-1 0 0 0,-1 0 0 0 0,0 0 0 0 0,1 0 0 0 0,-1 1 0 0 0,1-1 0 0 0,0 0 1 0 0,-1 1-1 0 0,1-1 0 0 0,-1 1 0 0 0,1-1 0 0 0,1 0 0 0 0,1-4 0 0 0,-1-1 0 0 0,0 0 0 0 0,-1 0 0 0 0,0 0 0 0 0,0-1 0 0 0,0 1 0 0 0,0 0 0 0 0,-1 0 0 0 0,0-1 0 0 0,-1 1 0 0 0,-1-9 0 0 0,1-8 0 0 0,1-50 80 0 0,0 73-80 0 0,0-1 0 0 0,0 1 0 0 0,0-1 0 0 0,0 1 0 0 0,0-1 0 0 0,-1 0 0 0 0,1 1 0 0 0,0-1 0 0 0,0 1 0 0 0,0-1 0 0 0,-1 1 0 0 0,1-1 0 0 0,0 1 0 0 0,0-1 0 0 0,-1 1 0 0 0,1-1 0 0 0,0 1 0 0 0,-1 0-1 0 0,1-1 1 0 0,-1 1 0 0 0,1-1 0 0 0,-1 1 0 0 0,1 0 0 0 0,-1-1 0 0 0,1 1 0 0 0,-1 0 0 0 0,1 0 0 0 0,-1-1 0 0 0,1 1 0 0 0,-1 0 0 0 0,1 0 0 0 0,-1 0 0 0 0,1 0 0 0 0,-1 0 0 0 0,1 0 0 0 0,-1 0 0 0 0,0 0 0 0 0,0 0 0 0 0,0 0 1 0 0,1 0-1 0 0,-1 0 0 0 0,0-1 1 0 0,1 1-1 0 0,-1 0 1 0 0,0 0-1 0 0,1 0 0 0 0,-1 0 1 0 0,1-1-1 0 0,-1 1 1 0 0,0 0-1 0 0,1-1 0 0 0,-1 1 1 0 0,1-1-1 0 0,-1 1 0 0 0,1 0 1 0 0,-1-1-1 0 0,1 1 1 0 0,-1-1-1 0 0,1 1 0 0 0,-1-1 1 0 0,1 1-1 0 0,0-1 0 0 0,-1 0 1 0 0,1 1-1 0 0,0-1 1 0 0,0 0-1 0 0,-1 1 0 0 0,1-1 1 0 0,0 1-1 0 0,0-1 0 0 0,0 0 1 0 0,0 1-1 0 0,0-1 1 0 0,0 0-1 0 0,0-1 0 0 0,0-142 147 0 0,0 143-147 0 0,0 0 0 0 0,0 0 0 0 0,0 0 0 0 0,0 0 0 0 0,-1 0-1 0 0,1 0 1 0 0,0 0 0 0 0,0 0 0 0 0,-1 0 0 0 0,1 0 0 0 0,0 0 0 0 0,-1 0 0 0 0,1 0-1 0 0,-1 0 1 0 0,1 0 0 0 0,-1 0 0 0 0,0 1 0 0 0,1-1 0 0 0,-1 0 0 0 0,0 0 0 0 0,0 1-1 0 0,1-1 1 0 0,-1 0 0 0 0,0 1 0 0 0,0-1 0 0 0,0 1 0 0 0,-2-2 0 0 0,2 2 0 0 0,0 0 1 0 0,1-1 0 0 0,-1 1-1 0 0,0-1 1 0 0,0 1-1 0 0,0-1 1 0 0,0 1 0 0 0,1-1-1 0 0,-1 0 1 0 0,0 0-1 0 0,1 1 1 0 0,-1-1 0 0 0,1 0-1 0 0,-1 0 1 0 0,0 1-1 0 0,1-1 1 0 0,0 0-1 0 0,-1 0 1 0 0,1 0 0 0 0,-1 0-1 0 0,1 0 1 0 0,0 0-1 0 0,0 0 1 0 0,0 0 0 0 0,0 0-1 0 0,-1 0 1 0 0,1-2-1 0 0,1-11 20 0 0,0 10-16 0 0,-1-1 1 0 0,1 0-1 0 0,-1 0 0 0 0,0 0 0 0 0,0 0 1 0 0,-1 1-1 0 0,0-1 0 0 0,0 0 1 0 0,0 0-1 0 0,-3-6 0 0 0,-4 0-1 0 0,6 8 2 0 0,0 1-1 0 0,1 0 1 0 0,-1-1-1 0 0,1 0 1 0 0,-1 1-1 0 0,1-1 1 0 0,0 0-1 0 0,0 1 1 0 0,0-1-1 0 0,0 0 1 0 0,0 0 0 0 0,1 0-1 0 0,-1 0 1 0 0,1 0-1 0 0,0 0 1 0 0,0-6-1 0 0,0 9 0 0 0,1-1-1 0 0,-1 0 1 0 0,0 1-1 0 0,0-1 0 0 0,0 0 1 0 0,-1 1-1 0 0,1-1 1 0 0,0 0-1 0 0,0 1 1 0 0,0-1-1 0 0,0 0 1 0 0,0 1-1 0 0,-1-1 1 0 0,1 1-1 0 0,0-1 1 0 0,-1 0-1 0 0,1 1 1 0 0,0-1-1 0 0,-1 1 0 0 0,1-1 1 0 0,-1 1-1 0 0,1-1 1 0 0,-1 1-1 0 0,1-1 1 0 0,-1 1-1 0 0,1 0 1 0 0,-1-1-1 0 0,1 1 1 0 0,-1 0-1 0 0,0-1 1 0 0,1 1-1 0 0,-1 0 1 0 0,1 0-1 0 0,-1 0 0 0 0,0-1 1 0 0,1 1-1 0 0,-2 0 1 0 0,1 0-3 0 0,1 0-1 0 0,-1 0 1 0 0,0 0 0 0 0,0-1 0 0 0,0 1-1 0 0,1 0 1 0 0,-1 0 0 0 0,0-1 0 0 0,1 1-1 0 0,-1-1 1 0 0,0 1 0 0 0,1 0 0 0 0,-1-1-1 0 0,0 1 1 0 0,1-1 0 0 0,-1 0 0 0 0,1 1-1 0 0,-1-1 1 0 0,1 1 0 0 0,-1-1 0 0 0,1 0-1 0 0,0 1 1 0 0,-1-1 0 0 0,1 0 0 0 0,0 0-1 0 0,-1 1 1 0 0,1-1 0 0 0,0 0 0 0 0,0 0-1 0 0,0 1 1 0 0,0-1 0 0 0,0 0 0 0 0,0 0-1 0 0,0 0 1 0 0,0 1 0 0 0,0-1 0 0 0,0-1-1 0 0,0 1 0 0 0,0 0 0 0 0,0 0 0 0 0,0 1 0 0 0,0-1 0 0 0,0 0 0 0 0,-1 0 0 0 0,1 0 0 0 0,0 1 0 0 0,0-1 0 0 0,-1 0 0 0 0,1 0 0 0 0,-1 1 0 0 0,1-1 0 0 0,-1 0 0 0 0,1 1 0 0 0,-1-1 0 0 0,1 1 0 0 0,-1-1 0 0 0,1 0 0 0 0,-1 1-1 0 0,0-1 1 0 0,1 1 0 0 0,-1-1 0 0 0,0 1 0 0 0,1 0 0 0 0,-1-1 0 0 0,0 1 0 0 0,-1-1 0 0 0,1 1 1 0 0,0 0-1 0 0,0-1 1 0 0,0 1-1 0 0,1-1 1 0 0,-1 1-1 0 0,0-1 1 0 0,0 1-1 0 0,0-1 1 0 0,1 1-1 0 0,-1-1 0 0 0,0 0 1 0 0,0 0-1 0 0,1 1 1 0 0,-1-1-1 0 0,1 0 1 0 0,-1 0-1 0 0,1 0 1 0 0,-1 1-1 0 0,1-1 1 0 0,-1 0-1 0 0,1 0 1 0 0,0 0-1 0 0,-1 0 1 0 0,1 0-1 0 0,0 0 1 0 0,0 0-1 0 0,0 0 1 0 0,0 0-1 0 0,0-1 1 0 0,-5 0 52 0 0,-15-3-26 0 0,15 3 119 0 0,-20 2 14 0 0,19 1-82 0 0,7 1-77 0 0,-6-3 81 0 0,-21-1-69 0 0,-76 3 1138 0 0,0 3 1 0 0,-196 36 0 0 0,238-28-485 0 0,55-11-627 0 0,10-1-414 0 0,27-2-2675 0 0,49-8 0 0 0,17-3-804 0 0,-12 7 1359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3:5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61 110 80 0 0,'-8'-11'1283'0'0,"0"0"1"0"0,-1 1-1 0 0,0 0 0 0 0,-12-10 0 0 0,21 20-1265 0 0,-1 0-1 0 0,1 0 1 0 0,0 0-1 0 0,-1 0 1 0 0,1 0 0 0 0,0 0-1 0 0,0-1 1 0 0,-1 1-1 0 0,1 0 1 0 0,0 0-1 0 0,0 0 1 0 0,0 0-1 0 0,-1-1 1 0 0,1 1-1 0 0,0 0 1 0 0,0 0-1 0 0,0-1 1 0 0,0 1-1 0 0,-1 0 1 0 0,1 0 0 0 0,0-1-1 0 0,0 1 1 0 0,0 0-1 0 0,0 0 1 0 0,0-1-1 0 0,0 1 1 0 0,0 0-1 0 0,0 0 1 0 0,0-1-1 0 0,0 1 1 0 0,0 0-1 0 0,0-1 1 0 0,0 1 0 0 0,0 0-1 0 0,0 0 1 0 0,0-1-1 0 0,0 1 1 0 0,0 0-1 0 0,0 0 1 0 0,0-1-1 0 0,1 1 1 0 0,-1 0-1 0 0,0 0 1 0 0,0-1-1 0 0,0 1 1 0 0,0 0 0 0 0,1 0-1 0 0,-1-1 1 0 0,0 1-1 0 0,1 0 1 0 0,15-6 503 0 0,-5 2-349 0 0,-10 2-176 0 0,1 1 0 0 0,0-1 0 0 0,-1 1 0 0 0,1-1 0 0 0,0 1 0 0 0,0 0 0 0 0,0 0 0 0 0,-1 0 0 0 0,1 0 0 0 0,1 0 0 0 0,-1 0 0 0 0,0 0 0 0 0,4 0 0 0 0,-1-1-7 0 0,4-1 23 0 0,0 2 0 0 0,1-1 0 0 0,-1 1-1 0 0,0 0 1 0 0,0 1 0 0 0,1 0 0 0 0,-1 1 0 0 0,0 0 0 0 0,1 0-1 0 0,-1 1 1 0 0,0 0 0 0 0,0 1 0 0 0,0 0 0 0 0,-1 0 0 0 0,1 1-1 0 0,-1 0 1 0 0,10 6 0 0 0,16 10 122 0 0,-1 2-1 0 0,44 36 1 0 0,-63-48-102 0 0,-2-1 1 0 0,1 1 0 0 0,-1-1-1 0 0,-1 2 1 0 0,0 0 0 0 0,0 0 0 0 0,-1 1 0 0 0,-1 0-1 0 0,0 1 1 0 0,10 18 0 0 0,-17-28-20 0 0,1 1 0 0 0,-1 0 0 0 0,1-1 1 0 0,0 1-1 0 0,0-1 0 0 0,0 0 0 0 0,4 3 0 0 0,-5-5-9 0 0,-1 0 0 0 0,1 1 0 0 0,0-1 0 0 0,-1 1 1 0 0,1 0-1 0 0,-1 0 0 0 0,1-1 0 0 0,-1 1 0 0 0,0 0 0 0 0,2 4 0 0 0,-3-5-2 0 0,0 0 1 0 0,0 0-1 0 0,-1 0 0 0 0,1 1 1 0 0,0-1-1 0 0,0 0 0 0 0,-1 0 1 0 0,1 0-1 0 0,-1 0 0 0 0,1 0 1 0 0,-1 0-1 0 0,1 0 0 0 0,-1 0 1 0 0,0 0-1 0 0,0 0 0 0 0,1-1 1 0 0,-1 1-1 0 0,0 0 0 0 0,0 0 1 0 0,0-1-1 0 0,0 1 0 0 0,0 0 1 0 0,0-1-1 0 0,0 1 1 0 0,0-1-1 0 0,-2 2 0 0 0,-11 7 37 0 0,2-1-4 0 0,12-8-35 0 0,0 0 0 0 0,0 0 0 0 0,0 0-1 0 0,0 0 1 0 0,0 0 0 0 0,0 0 0 0 0,-1 0 0 0 0,1 0 0 0 0,0 0 0 0 0,0 0 0 0 0,0 0-1 0 0,0 0 1 0 0,0 0 0 0 0,0 0 0 0 0,-1 0 0 0 0,1 0 0 0 0,0 0 0 0 0,0 0 0 0 0,0 0 0 0 0,0 0-1 0 0,0 0 1 0 0,0 0 0 0 0,-1 0 0 0 0,1 0 0 0 0,0 0 0 0 0,0 0 0 0 0,0 0 0 0 0,0 0-1 0 0,0 0 1 0 0,0 0 0 0 0,0 0 0 0 0,0 0 0 0 0,-1 0 0 0 0,1-1 0 0 0,0 1 0 0 0,0 0-1 0 0,0 0 1 0 0,0 0 0 0 0,0 0 0 0 0,0 0 0 0 0,0 0 0 0 0,0 0 0 0 0,0 0 0 0 0,0-1-1 0 0,0 1 1 0 0,0 0 0 0 0,0 0 0 0 0,0 0 0 0 0,0 0 0 0 0,0 0 0 0 0,0 0 0 0 0,0-1 0 0 0,0 1-1 0 0,0 0 1 0 0,0 0 0 0 0,0 0 0 0 0,0 0 0 0 0,-3-3-1 0 0,-1 1-1 0 0,1 0 1 0 0,0 0-1 0 0,-1 1 1 0 0,0-1 0 0 0,1 1-1 0 0,-1 0 1 0 0,0 0 0 0 0,0 0-1 0 0,0 0 1 0 0,1 1-1 0 0,-5-1 1 0 0,-1-1 19 0 0,-1 1-15 0 0,0-1 1 0 0,0-1-1 0 0,1 0 0 0 0,0 0 1 0 0,-1-1-1 0 0,1 0 0 0 0,-10-7 1 0 0,13 7 13 0 0,0 1 0 0 0,-1-1 1 0 0,1 1-1 0 0,-1 1 0 0 0,0-1 1 0 0,0 1-1 0 0,0 0 0 0 0,0 0 1 0 0,0 1-1 0 0,0 0 0 0 0,0 1 1 0 0,0-1-1 0 0,-9 2 0 0 0,7-2 52 0 0,0 2 0 0 0,0 0-1 0 0,0 0 1 0 0,0 0 0 0 0,0 1 0 0 0,1 0-1 0 0,-1 1 1 0 0,1 0 0 0 0,0 0-1 0 0,-1 1 1 0 0,-11 7 0 0 0,15-7-10 0 0,-5 3 93 0 0,0 1 1 0 0,1 0-1 0 0,-16 17 0 0 0,23-22-111 0 0,0-1-1 0 0,0 1 1 0 0,0-1-1 0 0,0 1 1 0 0,1 0-1 0 0,-1-1 1 0 0,1 1-1 0 0,0 0 1 0 0,0 0-1 0 0,0 0 1 0 0,0 0-1 0 0,0 0 1 0 0,1 1 0 0 0,-1-1-1 0 0,1 0 1 0 0,0 0-1 0 0,0 0 1 0 0,0 0-1 0 0,0 1 1 0 0,1-1-1 0 0,-1 0 1 0 0,2 4-1 0 0,2 2 97 0 0,0 0-1 0 0,1 0 0 0 0,0 0 0 0 0,0-1 1 0 0,1 0-1 0 0,0 0 0 0 0,0-1 0 0 0,1 1 0 0 0,0-1 1 0 0,0-1-1 0 0,1 1 0 0 0,0-1 0 0 0,0-1 1 0 0,0 1-1 0 0,18 7 0 0 0,-5-4-19 0 0,0-1 0 0 0,0-1 0 0 0,1-1 0 0 0,0-1 0 0 0,42 5 0 0 0,-32-7-231 0 0,1-1 1 0 0,0-2 0 0 0,-1-1-1 0 0,1-1 1 0 0,35-8-1 0 0,-60 8-211 0 0,0-1 0 0 0,0 1-1 0 0,0-2 1 0 0,0 1 0 0 0,-1-1-1 0 0,0 0 1 0 0,0 0 0 0 0,0-1-1 0 0,0 0 1 0 0,-1 0 0 0 0,1 0-1 0 0,-2-1 1 0 0,1 0 0 0 0,0 0-1 0 0,-1-1 1 0 0,0 1 0 0 0,6-13-1 0 0,-2 1-1723 0 0,-1 0-1 0 0,10-32 0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1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2324 1601 0 0,'-85'20'5682'0'0,"73"-19"-5053"0"0,0 0 0 0 0,0 1 0 0 0,0 1 0 0 0,-22 7 0 0 0,-10 3 2629 0 0,44-8 1335 0 0,0-8-3143 0 0,0 1-476 0 0,95-36-934 0 0,124-19 95 0 0,180-53-30 0 0,-358 94-83 0 0,0-1 0 0 0,57-34 0 0 0,-36 18-35 0 0,-36 18-47 0 0,1-2 0 0 0,33-27 0 0 0,13-9 14 0 0,-65 47 51 0 0,-1 0 1 0 0,1 0-1 0 0,-1-1 1 0 0,-1 0-1 0 0,10-11 1 0 0,-11 12-1 0 0,0-1-1 0 0,0 2 1 0 0,1-1 0 0 0,-1 0-1 0 0,1 1 1 0 0,1 0 0 0 0,-1 1-1 0 0,1-1 1 0 0,10-4 0 0 0,3 0-21 0 0,0-1 0 0 0,-1 0 0 0 0,0-2 0 0 0,22-18 0 0 0,-28 23 18 0 0,-1-1 0 0 0,1 2 0 0 0,1 0 0 0 0,-1 0 1 0 0,1 2-1 0 0,15-5 0 0 0,40-14 129 0 0,-15-3-167 0 0,-31 14 9 0 0,0 1-1 0 0,1 2 0 0 0,33-10 1 0 0,-25 10 60 0 0,-1-1 1 0 0,58-27 0 0 0,-60 24-42 0 0,142-46 75 0 0,-136 40-67 0 0,85-23 173 0 0,-92 34-123 0 0,-18 6-47 0 0,-1-1 0 0 0,0 0-1 0 0,-1 0 1 0 0,1-1 0 0 0,13-8 0 0 0,39-24-3 0 0,-50 29-8 0 0,1 0-1 0 0,0 0 1 0 0,22-7 0 0 0,12-7 54 0 0,5-8 274 0 0,-3-1 0 0 0,65-53 0 0 0,-100 72-175 0 0,2 1 0 0 0,-1 1 0 0 0,22-12 0 0 0,11-5 143 0 0,119-62 579 0 0,-142 77-765 0 0,-1-2 1 0 0,0-1 0 0 0,25-19-1 0 0,-23 15 100 0 0,53-28-1 0 0,-10 13-9 0 0,195-102 670 0 0,-186 97-594 0 0,2 2 0 0 0,89-25 0 0 0,97-44 9 0 0,-209 71 200 0 0,-43 25-386 0 0,0 0-1 0 0,1 2 1 0 0,20-10 0 0 0,7-2 251 0 0,71-46 1 0 0,31-15 506 0 0,-50 39-265 0 0,1 4 1 0 0,2 4-1 0 0,1 4 0 0 0,136-21 0 0 0,-223 49-1091 0 0,-32 4-7590 0 0,-5 4 4749 0 0,-99 15-9658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1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0 240 0 0,'-1'9'2441'0'0,"0"-7"-2146"0"0,1 1 0 0 0,-1-1 0 0 0,1 0 0 0 0,0 1 0 0 0,0-1 0 0 0,0 1 0 0 0,0-1 0 0 0,0 0 0 0 0,1 1 1 0 0,-1-1-1 0 0,1 1 0 0 0,-1-1 0 0 0,1 0 0 0 0,0 0 0 0 0,0 1 0 0 0,2 1 0 0 0,2 0-259 0 0,-4-4-28 0 0,1 1-1 0 0,-1-1 0 0 0,0 1 0 0 0,0-1 1 0 0,0 1-1 0 0,0 0 0 0 0,0 0 0 0 0,0-1 1 0 0,0 1-1 0 0,0 0 0 0 0,0 0 1 0 0,0 0-1 0 0,-1 0 0 0 0,1 0 0 0 0,0 0 1 0 0,-1 0-1 0 0,1 1 0 0 0,-1-1 0 0 0,1 0 1 0 0,-1 0-1 0 0,1 0 0 0 0,-1 1 1 0 0,0-1-1 0 0,0 0 0 0 0,1 0 0 0 0,-1 1 1 0 0,0 1-1 0 0,0-1 7 0 0,0 0 0 0 0,0 1 0 0 0,1-1 0 0 0,-1 0 0 0 0,1 0 0 0 0,-1 0 0 0 0,1 0 0 0 0,0 1-1 0 0,0-1 1 0 0,0 0 0 0 0,0 0 0 0 0,0 0 0 0 0,0-1 0 0 0,1 1 0 0 0,2 3 0 0 0,-3-3-4 0 0,1-1 1 0 0,-1 1-1 0 0,1 0 0 0 0,-1 0 0 0 0,0 0 0 0 0,0 0 1 0 0,0 1-1 0 0,0-1 0 0 0,0 0 0 0 0,0 0 1 0 0,-1 0-1 0 0,1 1 0 0 0,-1-1 0 0 0,1 0 1 0 0,-1 5-1 0 0,0-4-4 0 0,0 0-1 0 0,1 0 1 0 0,-1 0 0 0 0,1-1-1 0 0,-1 1 1 0 0,1 0 0 0 0,0 0 0 0 0,0-1-1 0 0,1 1 1 0 0,-1-1 0 0 0,0 1 0 0 0,1-1-1 0 0,2 4 1 0 0,-2-4-6 0 0,0 1 0 0 0,-1-1 0 0 0,1 0 0 0 0,-1 1 0 0 0,0 0 0 0 0,0-1 0 0 0,0 1 0 0 0,0 0 0 0 0,0-1 0 0 0,0 1 0 0 0,-1 0 0 0 0,1 0 0 0 0,-1 4 0 0 0,0-5 2 0 0,0 0 1 0 0,0 0-1 0 0,1 1 0 0 0,-1-1 1 0 0,1 0-1 0 0,-1 0 0 0 0,1 0 1 0 0,0 0-1 0 0,0 0 0 0 0,0 0 1 0 0,0 0-1 0 0,0 0 1 0 0,0 0-1 0 0,0 0 0 0 0,1-1 1 0 0,2 4-1 0 0,-3-4 0 0 0,1 1 1 0 0,-1-1-1 0 0,0 1 0 0 0,0 0 1 0 0,0-1-1 0 0,0 1 0 0 0,0 0 1 0 0,0 0-1 0 0,0 0 0 0 0,0-1 1 0 0,-1 1-1 0 0,1 0 0 0 0,-1 0 1 0 0,1 0-1 0 0,-1 0 1 0 0,0 4-1 0 0,-1 12-2 0 0,1-14 0 0 0,-1-1 0 0 0,1 1 0 0 0,0 0 0 0 0,0-1 0 0 0,0 1 0 0 0,0 0 0 0 0,1-1 0 0 0,0 1 0 0 0,-1 0 0 0 0,1-1 0 0 0,1 1 0 0 0,0 3 0 0 0,8 4-1 0 0,-8-10-2 0 0,-1 1 0 0 0,0-1-1 0 0,0 0 1 0 0,1 1 0 0 0,-1-1-1 0 0,0 1 1 0 0,0-1 0 0 0,0 1-1 0 0,-1-1 1 0 0,1 1 0 0 0,0 0 0 0 0,-1 0-1 0 0,1-1 1 0 0,-1 1 0 0 0,1 0-1 0 0,-1 0 1 0 0,0 0 0 0 0,0-1-1 0 0,1 3 1 0 0,-1 1 2 0 0,0 0 0 0 0,0 0 0 0 0,1 0 0 0 0,0 0 0 0 0,0 0 0 0 0,0 0 0 0 0,1 0 0 0 0,0-1 0 0 0,0 1 0 0 0,0-1 0 0 0,5 9 0 0 0,-1-3 0 0 0,-2 12 1 0 0,-4-21 0 0 0,0 1 0 0 0,0-1 0 0 0,0 1 0 0 0,0-1 0 0 0,0 1 0 0 0,0-1 0 0 0,1 1 0 0 0,-1-1 0 0 0,0 1 0 0 0,1-1 0 0 0,-1 0 0 0 0,1 1 0 0 0,0-1 0 0 0,1 2 0 0 0,6 6 16 0 0,-7-7-10 0 0,1-1 1 0 0,-1 1-1 0 0,1 0 0 0 0,-1 0 0 0 0,1 0 0 0 0,-1-1 0 0 0,0 1 0 0 0,0 0 1 0 0,0 1-1 0 0,0-1 0 0 0,-1 0 0 0 0,1 0 0 0 0,0 0 0 0 0,-1 0 1 0 0,1 1-1 0 0,-1-1 0 0 0,0 0 0 0 0,0 5 0 0 0,-1-5-10 0 0,1 1-1 0 0,0-1 1 0 0,0 0-1 0 0,0 1 1 0 0,0-1-1 0 0,0 0 1 0 0,0 0-1 0 0,1 1 1 0 0,-1-1-1 0 0,1 0 1 0 0,-1 1-1 0 0,1-1 1 0 0,0 0-1 0 0,0 0 1 0 0,0 0-1 0 0,0 0 1 0 0,0 0 0 0 0,1 0-1 0 0,-1 0 1 0 0,0 0-1 0 0,1-1 1 0 0,0 1-1 0 0,-1 0 1 0 0,1-1-1 0 0,0 1 1 0 0,2 1-1 0 0,-3-3 6 0 0,0 1 2 0 0,-1 0-1 0 0,1 0 1 0 0,0 0-1 0 0,-1 0 1 0 0,1 0-1 0 0,-1-1 1 0 0,1 1-1 0 0,-1 0 1 0 0,1 0-1 0 0,-1 0 1 0 0,0 1-1 0 0,1-1 1 0 0,-1 0-1 0 0,0 0 1 0 0,0 0-1 0 0,0 0 1 0 0,0 0-1 0 0,0 0 1 0 0,0 0 0 0 0,0 0-1 0 0,-1 2 1 0 0,1-2-7 0 0,0 0 1 0 0,0 0-1 0 0,0 1 1 0 0,0-1-1 0 0,0 0 1 0 0,0 1-1 0 0,0-1 1 0 0,0 0-1 0 0,1 0 1 0 0,-1 1-1 0 0,0-1 1 0 0,1 0 0 0 0,-1 0-1 0 0,1 0 1 0 0,0 2-1 0 0,8 5-6 0 0,-8-7 10 0 0,0 0 1 0 0,1 0-1 0 0,-1 0 1 0 0,0 0-1 0 0,0 0 1 0 0,0 1-1 0 0,0-1 1 0 0,0 0-1 0 0,0 0 1 0 0,0 1-1 0 0,-1-1 1 0 0,1 1-1 0 0,0-1 1 0 0,-1 0-1 0 0,1 1 1 0 0,-1-1-1 0 0,0 1 1 0 0,1-1-1 0 0,-1 1 1 0 0,0 2-1 0 0,0-2 3 0 0,0-1 0 0 0,0 0 0 0 0,0 1 0 0 0,1-1 0 0 0,-1 1 0 0 0,0-1-1 0 0,1 0 1 0 0,-1 1 0 0 0,0-1 0 0 0,1 0 0 0 0,0 0 0 0 0,-1 1 0 0 0,1-1 0 0 0,0 0 0 0 0,0 0 0 0 0,-1 0-1 0 0,1 0 1 0 0,0 0 0 0 0,0 0 0 0 0,0 0 0 0 0,0 0 0 0 0,2 1 0 0 0,-1-1-3 0 0,-1 0 0 0 0,0 0 0 0 0,0-1 0 0 0,0 1 0 0 0,0 0 0 0 0,0 0 0 0 0,0 0 0 0 0,-1 0 0 0 0,1 1 0 0 0,0-1 0 0 0,0 0 0 0 0,-1 0 0 0 0,1 0 0 0 0,-1 1 0 0 0,1-1 0 0 0,-1 0 0 0 0,1 1 0 0 0,-1-1 0 0 0,0 0 0 0 0,0 1 0 0 0,0-1 0 0 0,0 3 0 0 0,0 0 17 0 0,0 0-1 0 0,0 0 1 0 0,-1 0 0 0 0,0-1-1 0 0,0 1 1 0 0,0 0 0 0 0,0 0-1 0 0,-1 0 1 0 0,1-1 0 0 0,-1 1-1 0 0,-3 4 1 0 0,3-5 0 0 0,0 1-1 0 0,0-1 1 0 0,1 1 0 0 0,-1 0-1 0 0,1-1 1 0 0,0 1 0 0 0,0 0-1 0 0,0 0 1 0 0,0 0 0 0 0,1 0-1 0 0,-1 5 1 0 0,2 4 6 0 0,0-10-7 0 0,-1 0-1 0 0,0 1 1 0 0,0-1 0 0 0,0 0-1 0 0,0 0 1 0 0,0 1 0 0 0,-1-1-1 0 0,1 0 1 0 0,-1 0 0 0 0,0 0-1 0 0,0 0 1 0 0,-2 5 0 0 0,0-2 13 0 0,-1-1 1 0 0,1 1-1 0 0,0 1 1 0 0,1-1 0 0 0,-1 0-1 0 0,1 1 1 0 0,1-1-1 0 0,-1 1 1 0 0,1-1-1 0 0,0 1 1 0 0,1 0-1 0 0,-1 0 1 0 0,2 10-1 0 0,-1-11-8 0 0,0-1 1 0 0,-1 1-1 0 0,1-1 0 0 0,-1 1 0 0 0,0-1 0 0 0,-1 0 0 0 0,1 1 0 0 0,-1-1 0 0 0,0 0 0 0 0,0 0 0 0 0,-4 5 0 0 0,-1 4 33 0 0,5-6 2 0 0,0 0-1 0 0,0 0 0 0 0,1 0 1 0 0,0 1-1 0 0,0-1 1 0 0,1 0-1 0 0,0 0 0 0 0,1 1 1 0 0,-1-1-1 0 0,2 0 1 0 0,-1 0-1 0 0,4 9 0 0 0,-3-13-1 0 0,-1 0-1 0 0,1 0 1 0 0,-1-1-1 0 0,0 1 1 0 0,0 0-1 0 0,-1 0 0 0 0,1 0 1 0 0,-1 0-1 0 0,0 7 1 0 0,-1-5 10 0 0,-1 0 1 0 0,0 1 0 0 0,0-1 0 0 0,0 0-1 0 0,-1 0 1 0 0,-4 6 0 0 0,-3 4 52 0 0,8-14-88 0 0,0 0 0 0 0,1 1-1 0 0,-1-1 1 0 0,1 0-1 0 0,0 1 1 0 0,0-1 0 0 0,0 1-1 0 0,0-1 1 0 0,0 1-1 0 0,0-1 1 0 0,1 1 0 0 0,-1 0-1 0 0,1-1 1 0 0,0 5 0 0 0,0-3 15 0 0,-1 0 0 0 0,1 0 0 0 0,-1 0 0 0 0,0 1 0 0 0,0-1 0 0 0,0 0 0 0 0,-1 0 0 0 0,1 0 0 0 0,-1-1 0 0 0,-3 7 0 0 0,3-7 2 0 0,-1 1-1 0 0,2 0 1 0 0,-1 0 0 0 0,0 0 0 0 0,1 0-1 0 0,0 0 1 0 0,0 1 0 0 0,0-1-1 0 0,0 0 1 0 0,1 7 0 0 0,0 26-1434 0 0,0-38 1209 0 0,0 0 0 0 0,0-1-1 0 0,0 1 1 0 0,1 0 0 0 0,-1-1-1 0 0,1 1 1 0 0,-1 0 0 0 0,1 0-1 0 0,-1-1 1 0 0,1 1 0 0 0,0 0-1 0 0,-1 0 1 0 0,1 0 0 0 0,0 0-1 0 0,1-1 1 0 0,-1 1 26 0 0,0-1-1 0 0,0 1 1 0 0,0 0 0 0 0,0 0-1 0 0,0 0 1 0 0,-1-1 0 0 0,1 1-1 0 0,0 0 1 0 0,-1-1 0 0 0,1 1-1 0 0,-1 0 1 0 0,1-1 0 0 0,-1 1 0 0 0,0-1-1 0 0,1-1 1 0 0,-3-4-562 0 0,1-1 1 0 0,-1 1-1 0 0,-1 0 0 0 0,1 1 1 0 0,-1-1-1 0 0,-4-7 1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22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1761 0 0,'0'1'88'0'0,"0"0"0"0"0,1-1 1 0 0,-1 1-1 0 0,0 0 0 0 0,0 0 1 0 0,0 0-1 0 0,0-1 0 0 0,0 1 1 0 0,0 0-1 0 0,0 0 0 0 0,0 0 1 0 0,0-1-1 0 0,-1 1 0 0 0,1 0 1 0 0,0 0-1 0 0,0 0 0 0 0,-1-1 1 0 0,1 1-1 0 0,0 0 0 0 0,-1-1 1 0 0,1 1-1 0 0,-1 0 0 0 0,1-1 1 0 0,-1 1-1 0 0,1 0 0 0 0,-1-1 1 0 0,1 1-1 0 0,-1-1 0 0 0,0 1 1 0 0,1-1-1 0 0,-1 0 0 0 0,0 1 1 0 0,1-1-1 0 0,-1 1 0 0 0,0-1 1 0 0,0 0-1 0 0,1 0 0 0 0,-1 1 1 0 0,0-1-1 0 0,0 0 0 0 0,0 0 1 0 0,-1 0-1 0 0,-5 1-151 0 0,2 6 571 0 0,5-7-485 0 0,0 0 1 0 0,0 1 0 0 0,0-1 0 0 0,0 0-1 0 0,0 0 1 0 0,0 0 0 0 0,0 1 0 0 0,0-1-1 0 0,0 0 1 0 0,0 0 0 0 0,0 0-1 0 0,0 1 1 0 0,0-1 0 0 0,0 0 0 0 0,0 0-1 0 0,0 0 1 0 0,-1 1 0 0 0,1-1 0 0 0,0 0-1 0 0,0 0 1 0 0,0 0 0 0 0,0 0-1 0 0,-1 1 1 0 0,1-1 0 0 0,0 0 0 0 0,0 0-1 0 0,0 0 1 0 0,0 0 0 0 0,-1 0 0 0 0,1 0-1 0 0,0 0 1 0 0,0 0 0 0 0,0 1-1 0 0,-1-1 1 0 0,1 0 0 0 0,0 0 0 0 0,0 0-1 0 0,-1 0 1 0 0,1 0 0 0 0,0 0 0 0 0,-20 0 122 0 0,19 1-30 0 0,0 1 1 0 0,0 0-1 0 0,0 0 0 0 0,0 0 0 0 0,1 0 0 0 0,-1 0 0 0 0,1 0 0 0 0,-1 0 1 0 0,1 0-1 0 0,0 0 0 0 0,0 0 0 0 0,0 0 0 0 0,0 0 0 0 0,0 0 1 0 0,1 4-1 0 0,0-2 93 0 0,-1 146 765 0 0,0-148-971 0 0,0-1 0 0 0,0 1 1 0 0,0 0-1 0 0,0 0 0 0 0,0-1 0 0 0,1 1 1 0 0,-1 0-1 0 0,1-1 0 0 0,-1 1 1 0 0,1-1-1 0 0,0 1 0 0 0,0-1 0 0 0,-1 1 1 0 0,1-1-1 0 0,0 1 0 0 0,0-1 1 0 0,1 0-1 0 0,-1 1 0 0 0,0-1 0 0 0,2 1 1 0 0,-2-1 6 0 0,0 0 1 0 0,1 1 0 0 0,-1-1-1 0 0,0 0 1 0 0,0 0 0 0 0,0 1 0 0 0,0-1-1 0 0,0 1 1 0 0,-1-1 0 0 0,1 0-1 0 0,0 1 1 0 0,-1 0 0 0 0,1-1-1 0 0,-1 1 1 0 0,1-1 0 0 0,-1 1-1 0 0,0 0 1 0 0,1-1 0 0 0,-1 1-1 0 0,0 2 1 0 0,0 0-2 0 0,1 0-1 0 0,-1 0 1 0 0,1 0-1 0 0,0 0 1 0 0,1 0-1 0 0,-1 0 1 0 0,1-1-1 0 0,0 1 1 0 0,-1 0-1 0 0,2-1 1 0 0,3 7-1 0 0,9 14 64 0 0,-5-4-64 0 0,-3-5 10 0 0,0-1 0 0 0,2 0 0 0 0,13 19 0 0 0,-12-19 5 0 0,0 1 0 0 0,-1 0 1 0 0,11 27-1 0 0,-13-27-23 0 0,-6-11 8 0 0,1 1 0 0 0,-1 0 0 0 0,0 0 0 0 0,-1-1 1 0 0,1 1-1 0 0,-1 0 0 0 0,1 0 0 0 0,-2 0 0 0 0,0 9 0 0 0,0-9-5 0 0,1 0-1 0 0,-1 1 1 0 0,1-1-1 0 0,1 0 1 0 0,-1 0-1 0 0,1 0 1 0 0,-1 0 0 0 0,1 1-1 0 0,3 5 1 0 0,76 159 77 0 0,-78-166-78 0 0,-1 1-1 0 0,0-1 1 0 0,0 0 0 0 0,-1 0 0 0 0,1 1 0 0 0,-1-1 0 0 0,0 0-1 0 0,-1 8 1 0 0,1-8 5 0 0,-1-1 0 0 0,1 1 0 0 0,0-1 0 0 0,0 1 0 0 0,1-1 0 0 0,-1 1 0 0 0,1-1 0 0 0,0 1 0 0 0,0-1 0 0 0,1 5 0 0 0,5 5 40 0 0,-4-9-27 0 0,0 1 0 0 0,-1-1 0 0 0,0 1 0 0 0,0 0 0 0 0,-1 0 0 0 0,1-1 0 0 0,-1 1 0 0 0,0 0 0 0 0,0 0 0 0 0,-1 0 0 0 0,1 0 0 0 0,-2 10 0 0 0,1 255 740 0 0,1-268-760 0 0,0 1 0 0 0,0-1-1 0 0,0 1 1 0 0,0-1 0 0 0,0 1-1 0 0,0-1 1 0 0,1 0 0 0 0,-1 1-1 0 0,1-1 1 0 0,-1 0-1 0 0,1 0 1 0 0,0 0 0 0 0,0 0-1 0 0,0 0 1 0 0,0-1 0 0 0,0 1-1 0 0,4 2 1 0 0,-3-2-4 0 0,0 0 1 0 0,0 0-1 0 0,-1 0 0 0 0,1 1 0 0 0,-1 0 1 0 0,0-1-1 0 0,1 1 0 0 0,1 3 0 0 0,-3 0 20 0 0,1-1 0 0 0,-1 0 0 0 0,-1 1-1 0 0,1-1 1 0 0,-1 0 0 0 0,0 1 0 0 0,0-1 0 0 0,0 1-1 0 0,-2 5 1 0 0,1-6-11 0 0,1 0 0 0 0,-1 0-1 0 0,1 0 1 0 0,0 0-1 0 0,0 0 1 0 0,0 0 0 0 0,1 0-1 0 0,0-1 1 0 0,0 1-1 0 0,0 0 1 0 0,4 8 0 0 0,-2-7-6 0 0,0-1 0 0 0,0 0 0 0 0,0 1 0 0 0,0-1 0 0 0,-1 1 0 0 0,0 0 0 0 0,-1 0 0 0 0,1 0 0 0 0,-1 0 0 0 0,0 0 0 0 0,0 0 0 0 0,-1 0 0 0 0,0 7 0 0 0,0 129 1 0 0,0-138 5 0 0,0-1 1 0 0,1 0-1 0 0,-1 0 0 0 0,1 0 0 0 0,-1 0 0 0 0,1 0 1 0 0,0-1-1 0 0,0 1 0 0 0,1 0 0 0 0,-1 0 0 0 0,1 0 1 0 0,-1-1-1 0 0,3 3 0 0 0,-2-2 22 0 0,0-1 0 0 0,-1 1 1 0 0,1 0-1 0 0,-1 0 0 0 0,0 0 0 0 0,1 0 0 0 0,-1 0 1 0 0,0 0-1 0 0,-1 0 0 0 0,1 0 0 0 0,0 0 0 0 0,-1 0 1 0 0,0 4-1 0 0,0 9 11 0 0,-1-7-27 0 0,1 0 1 0 0,0 0-1 0 0,0 0 1 0 0,1 0 0 0 0,0 0-1 0 0,1 0 1 0 0,0 0-1 0 0,0 0 1 0 0,1 0 0 0 0,0-1-1 0 0,0 0 1 0 0,1 1-1 0 0,6 10 1 0 0,81 137 241 0 0,-84-142-187 0 0,0 1-1 0 0,-1 0 0 0 0,7 27 0 0 0,4 9 141 0 0,-16-50-214 0 0,0 1 0 0 0,-1 0 0 0 0,1 0 0 0 0,0 0 0 0 0,-1 0-1 0 0,0 0 1 0 0,1 0 0 0 0,-1 0 0 0 0,0 0 0 0 0,0-1 0 0 0,0 1 0 0 0,0 0 0 0 0,-1 0-1 0 0,1 0 1 0 0,0 0 0 0 0,-1 0 0 0 0,1 0 0 0 0,-1 0 0 0 0,0 0 0 0 0,0-1-1 0 0,0 1 1 0 0,0 0 0 0 0,0-1 0 0 0,0 1 0 0 0,0 0 0 0 0,0-1 0 0 0,-1 1 0 0 0,1-1-1 0 0,-3 3 1 0 0,1-2-148 0 0,-7-11-4045 0 0,-9-19 2039 0 0,4-16-506 0 0,-35-26-1507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25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32 231 2001 0 0,'-2'1'193'0'0,"0"-1"1"0"0,1 1-1 0 0,-1 0 1 0 0,0 0-1 0 0,1 0 0 0 0,-1 0 1 0 0,1 0-1 0 0,-1 0 1 0 0,1 0-1 0 0,-1 1 1 0 0,1-1-1 0 0,0 0 0 0 0,0 1 1 0 0,-1-1-1 0 0,1 1 1 0 0,0 0-1 0 0,0-1 1 0 0,1 1-1 0 0,-1 0 0 0 0,0-1 1 0 0,1 1-1 0 0,-1 0 1 0 0,0 3-1 0 0,1-4 848 0 0,-1-2-787 0 0,7-2-188 0 0,79 7 747 0 0,127 10 602 0 0,-137-6-935 0 0,120-4 0 0 0,671-23 2174 0 0,-252-8-2059 0 0,-420 11-483 0 0,45-5-70 0 0,215-11 23 0 0,-222 14 2 0 0,110-13 93 0 0,-117 4-13 0 0,-34 3-63 0 0,21-2 98 0 0,-48 11 86 0 0,113-7 158 0 0,417 7 228 0 0,316 60 693 0 0,-764-20-947 0 0,-222-23-395 0 0,-41-7-179 0 0,-55-3-1871 0 0,17 14-1383 0 0,-6 6-2202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2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178 192 1121 0 0,'-7'-3'558'0'0,"0"0"0"0"0,1 0 0 0 0,-1 1 0 0 0,0 0 0 0 0,-15-3 0 0 0,22 5-538 0 0,0 0 1 0 0,0 0 0 0 0,-1 0-1 0 0,1 0 1 0 0,0 0 0 0 0,0 0 0 0 0,0 0-1 0 0,-1 0 1 0 0,1 0 0 0 0,0 0-1 0 0,0 0 1 0 0,0 0 0 0 0,-1 0-1 0 0,1 0 1 0 0,0-1 0 0 0,0 1 0 0 0,0 0-1 0 0,-1 0 1 0 0,1 0 0 0 0,0 0-1 0 0,0 0 1 0 0,0-1 0 0 0,0 1-1 0 0,0 0 1 0 0,-1 0 0 0 0,1 0-1 0 0,0 0 1 0 0,0-1 0 0 0,0 1 0 0 0,0 0-1 0 0,0 0 1 0 0,0 0 0 0 0,0-1-1 0 0,0 1 1 0 0,0 0 0 0 0,0 0-1 0 0,0-1 1 0 0,0 1 0 0 0,0 0-1 0 0,0 0 1 0 0,0 0 0 0 0,0-1 0 0 0,0 1-1 0 0,0 0 1 0 0,0 0 0 0 0,0-1-1 0 0,0 1-13 0 0,0 0 0 0 0,0 0 0 0 0,0-1 0 0 0,0 1 0 0 0,0 0-1 0 0,0 0 1 0 0,0 0 0 0 0,0-1 0 0 0,0 1 0 0 0,0 0 0 0 0,0 0-1 0 0,0 0 1 0 0,0-1 0 0 0,0 1 0 0 0,0 0 0 0 0,0 0 0 0 0,0 0-1 0 0,0-1 1 0 0,0 1 0 0 0,0 0 0 0 0,0 0 0 0 0,0 0 0 0 0,0 0-1 0 0,-1-1 1 0 0,1 1 0 0 0,0 0 0 0 0,0 0 0 0 0,0 0 0 0 0,0 0-1 0 0,0 0 1 0 0,-1-1 0 0 0,1 1 0 0 0,0 0 0 0 0,0 0 0 0 0,0 0-1 0 0,-1 0 1 0 0,1 0 0 0 0,0 0 0 0 0,0 0 0 0 0,0 0 0 0 0,0 0-1 0 0,-1 0 1 0 0,1 0 0 0 0,0 0 0 0 0,0 0 0 0 0,-1 0 0 0 0,-6-1 26 0 0,7 1-5 0 0,-1 0 0 0 0,0 0 0 0 0,1 0 0 0 0,-1 0 1 0 0,0 0-1 0 0,0 0 0 0 0,1 0 0 0 0,-1 0 0 0 0,0 0 0 0 0,1-1 0 0 0,-1 1 0 0 0,0 0 0 0 0,1 0 0 0 0,-1-1 0 0 0,1 1 0 0 0,-1 0 0 0 0,0-1 0 0 0,1 1 0 0 0,-1-1 0 0 0,1 1 0 0 0,-1 0 0 0 0,1-1 0 0 0,-1 1 0 0 0,1-1 0 0 0,0 0 0 0 0,-1 1 0 0 0,1-1 0 0 0,-1 1 0 0 0,1-1 0 0 0,0 0 0 0 0,0 1 0 0 0,-1-1 1 0 0,1 0-1 0 0,0 1 0 0 0,0-1 0 0 0,0 0 0 0 0,0 1 0 0 0,0-1 0 0 0,0 0 0 0 0,0 1 0 0 0,0-1 0 0 0,0 0 0 0 0,0-1 0 0 0,0 2-21 0 0,0 0 1 0 0,0-1-1 0 0,-1 1 0 0 0,1-1 1 0 0,0 1-1 0 0,0-1 0 0 0,0 1 1 0 0,-1-1-1 0 0,1 1 1 0 0,0 0-1 0 0,-1-1 0 0 0,1 1 1 0 0,0 0-1 0 0,-1-1 0 0 0,1 1 1 0 0,-1 0-1 0 0,1-1 1 0 0,0 1-1 0 0,-1 0 0 0 0,1 0 1 0 0,-1-1-1 0 0,1 1 0 0 0,-1 0 1 0 0,1 0-1 0 0,-1 0 1 0 0,1 0-1 0 0,-1 0 0 0 0,1 0 1 0 0,-1 0-1 0 0,1 0 0 0 0,-1 0 1 0 0,1 0-1 0 0,-1 0 1 0 0,0 0-1 0 0,1 0-1 0 0,-1 0 0 0 0,0 0 0 0 0,1 0 0 0 0,-1 0 0 0 0,1 0 0 0 0,-1 0 0 0 0,0 0 0 0 0,1 0 0 0 0,-1 0 0 0 0,1 0 0 0 0,-1 0 0 0 0,1-1 0 0 0,-1 1 0 0 0,1 0 0 0 0,-1 0 0 0 0,1-1 0 0 0,-1 1 0 0 0,1 0 0 0 0,-1 0 0 0 0,1-1 0 0 0,-1 1 0 0 0,1-1 0 0 0,-1 1 0 0 0,1 0 0 0 0,0-1 0 0 0,-1 1 0 0 0,1-1 0 0 0,0 1 0 0 0,-1-1 0 0 0,1 1 0 0 0,0-1 0 0 0,0 1 0 0 0,-1-1 0 0 0,1 0 0 0 0,0 1 0 0 0,0-1 0 0 0,0 0 1 0 0,0 0-1 0 0,0 0 1 0 0,0 0-1 0 0,0 1 1 0 0,-1-1 0 0 0,1 0-1 0 0,0 0 1 0 0,0 0-1 0 0,-1 1 1 0 0,1-1-1 0 0,0 0 1 0 0,-1 0 0 0 0,1 1-1 0 0,-1-1 1 0 0,1 0-1 0 0,-1 1 1 0 0,1-1-1 0 0,-1 1 1 0 0,0-1 0 0 0,1 0-1 0 0,-1 1 1 0 0,0-1-1 0 0,1 1 1 0 0,-1 0-1 0 0,0-1 1 0 0,0 1-1 0 0,-1-1 1 0 0,1 1 4 0 0,0-1-1 0 0,0 1 1 0 0,0-1 0 0 0,0 1-1 0 0,1-1 1 0 0,-1 0 0 0 0,0 1-1 0 0,0-1 1 0 0,0 0 0 0 0,0 0-1 0 0,1 1 1 0 0,-1-1 0 0 0,0 0 0 0 0,1 0-1 0 0,-1 0 1 0 0,1 0 0 0 0,-1 0-1 0 0,1 0 1 0 0,-1 0 0 0 0,1 0-1 0 0,-1 0 1 0 0,1 0 0 0 0,0 0-1 0 0,0 0 1 0 0,0 0 0 0 0,0-1-1 0 0,0 1 1 0 0,0-1 0 0 0,0-73 869 0 0,0 74-720 0 0,-4 2-66 0 0,3 0-78 0 0,0-1 0 0 0,0 0 0 0 0,0 0 0 0 0,0 0 0 0 0,0 1 0 0 0,0-1 0 0 0,0 0 0 0 0,0 1 0 0 0,0-1 0 0 0,0 1 0 0 0,0-1 0 0 0,0 1 0 0 0,0 0 0 0 0,1-1 0 0 0,-1 1 0 0 0,0 0 0 0 0,0-1 0 0 0,1 1 0 0 0,-1 0 0 0 0,1 0 0 0 0,-1 0 0 0 0,0 0 0 0 0,1 0 0 0 0,0 0 0 0 0,-1-1 0 0 0,1 1 0 0 0,-1 0 0 0 0,1 0 0 0 0,0 0 0 0 0,0 0 0 0 0,0 0 0 0 0,0 1 0 0 0,0-1 0 0 0,0 0 0 0 0,0 0 0 0 0,0 0 0 0 0,0 0 0 0 0,0 0 0 0 0,0 0 0 0 0,0 0 0 0 0,1 0 0 0 0,-1 0 0 0 0,1 0 0 0 0,-1 0 0 0 0,0-1 0 0 0,1 1 0 0 0,0 0 0 0 0,-1 0 0 0 0,2 1 0 0 0,0 1 0 0 0,0 0 1 0 0,0 1-1 0 0,0-1 1 0 0,0 1-1 0 0,0-1 0 0 0,-1 1 1 0 0,1 0-1 0 0,-1-1 1 0 0,0 1-1 0 0,0 0 0 0 0,0 0 1 0 0,0 6-1 0 0,-1-8-13 0 0,0-1 0 0 0,0 1-1 0 0,0-1 1 0 0,0 1-1 0 0,0 0 1 0 0,1-1 0 0 0,-1 1-1 0 0,1-1 1 0 0,-1 1-1 0 0,1-1 1 0 0,0 1 0 0 0,-1-1-1 0 0,1 0 1 0 0,0 1 0 0 0,0-1-1 0 0,0 0 1 0 0,0 0-1 0 0,0 1 1 0 0,0-1 0 0 0,0 0-1 0 0,1 0 1 0 0,-1 0 0 0 0,0 0-1 0 0,2 0 1 0 0,3 3 11 0 0,-5-2-5 0 0,0 0 0 0 0,0 0 0 0 0,0-1 0 0 0,-1 1 0 0 0,1 0 1 0 0,0 0-1 0 0,-1 0 0 0 0,1 0 0 0 0,-1 0 0 0 0,0 0 0 0 0,0 0 0 0 0,1 0 0 0 0,-1 0 0 0 0,-1 0 0 0 0,1 0 0 0 0,0 0 0 0 0,0 0 0 0 0,-1 2 0 0 0,0 5 86 0 0,1 0-58 0 0,-3 26 554 0 0,3-34-576 0 0,-1 0 1 0 0,1 0-1 0 0,-1 0 1 0 0,1 0-1 0 0,-1 0 0 0 0,0 0 1 0 0,1 0-1 0 0,-1 0 1 0 0,0-1-1 0 0,0 1 1 0 0,1 0-1 0 0,-1 0 1 0 0,0-1-1 0 0,0 1 0 0 0,0 0 1 0 0,0-1-1 0 0,0 1 1 0 0,0-1-1 0 0,0 1 1 0 0,0-1-1 0 0,0 0 1 0 0,0 1-1 0 0,0-1 0 0 0,-2 0 1 0 0,2 1 3 0 0,1-1 1 0 0,-1 0-1 0 0,1 1 0 0 0,0-1 0 0 0,-1 0 1 0 0,1 1-1 0 0,0-1 0 0 0,-1 0 1 0 0,1 1-1 0 0,0-1 0 0 0,-1 1 1 0 0,1-1-1 0 0,0 0 0 0 0,0 1 0 0 0,0-1 1 0 0,-1 1-1 0 0,1-1 0 0 0,0 1 1 0 0,0-1-1 0 0,0 1 0 0 0,0-1 1 0 0,0 1-1 0 0,0-1 0 0 0,0 1 0 0 0,0-1 1 0 0,0 1-1 0 0,0-1 0 0 0,0 1 1 0 0,0-1-1 0 0,0 1 0 0 0,0-1 1 0 0,1 1-1 0 0,-1-1 0 0 0,0 1 0 0 0,0-1 1 0 0,0 0-1 0 0,1 1 0 0 0,-1-1 1 0 0,0 1-1 0 0,1-1 0 0 0,-1 0 1 0 0,0 1-1 0 0,1-1 0 0 0,-1 0 0 0 0,0 1 1 0 0,2 0-1 0 0,45 0 130 0 0,-28 1-70 0 0,0 0 1 0 0,0-2 0 0 0,0-1 0 0 0,0 0-1 0 0,0-1 1 0 0,21-6 0 0 0,-30-6-80 0 0,-6 12 2 0 0,-3 1 3 0 0,1 0 0 0 0,-1 0 0 0 0,1 0 0 0 0,-1 0 0 0 0,1 0 0 0 0,-1 0 0 0 0,0 0 0 0 0,0-1 1 0 0,1 1-1 0 0,-1 0 0 0 0,0-1 0 0 0,0 1 0 0 0,0-1 0 0 0,-1 1 0 0 0,1-1 0 0 0,0 1 0 0 0,-1-1 1 0 0,1 0-1 0 0,0 1 0 0 0,-1-1 0 0 0,0 0 0 0 0,1 1 0 0 0,-1-1 0 0 0,0 0 0 0 0,0 0 1 0 0,0 1-1 0 0,0-1 0 0 0,0 0 0 0 0,-1 1 0 0 0,0-4 0 0 0,2 8 15 0 0,0 0 0 0 0,0 0-1 0 0,0-1 1 0 0,0 1 0 0 0,0 0 0 0 0,0 0 0 0 0,1-1-1 0 0,0 1 1 0 0,-1-1 0 0 0,1 0 0 0 0,0 1-1 0 0,0-1 1 0 0,3 3 0 0 0,7 9 50 0 0,3 6 47 0 0,-1 1 0 0 0,15 29 0 0 0,29 47 159 0 0,-52-88-233 0 0,0 1 0 0 0,-1-1 0 0 0,7 20 0 0 0,-8-20-101 0 0,0 1-1 0 0,0-1 1 0 0,1 0-1 0 0,10 13 1 0 0,-8-13-171 0 0,28 30-1163 0 0,-33-37 1124 0 0,0 0 1 0 0,0-1-1 0 0,0 0 0 0 0,0 1 0 0 0,1-1 0 0 0,-1 0 0 0 0,0 0 0 0 0,1 0 1 0 0,-1-1-1 0 0,0 1 0 0 0,1-1 0 0 0,-1 1 0 0 0,1-1 0 0 0,-1 0 0 0 0,1 0 1 0 0,-1 0-1 0 0,1 0 0 0 0,3-1 0 0 0,24-8-5561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30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1281 0 0,'5'0'524'0'0,"-4"0"-428"0"0,0 0 0 0 0,0 1 0 0 0,0-1 0 0 0,0 0 0 0 0,0 0 0 0 0,0 0 0 0 0,0 0 0 0 0,0 0 0 0 0,0 0 0 0 0,-1 0 0 0 0,1 0 0 0 0,0 0 0 0 0,0 0 0 0 0,0-1 0 0 0,0 1 0 0 0,0 0 0 0 0,0 0 0 0 0,0-1 0 0 0,-1 1 0 0 0,1-1 0 0 0,0 1 0 0 0,0-1 0 0 0,-1 1 0 0 0,1-1 0 0 0,0 1 0 0 0,-1-1 0 0 0,1 0 0 0 0,1-1 0 0 0,-2 2-13 0 0,1-1 0 0 0,0 0 0 0 0,0 0 0 0 0,0 1 0 0 0,0-1 0 0 0,0 1 0 0 0,0-1 0 0 0,0 1 0 0 0,0 0 0 0 0,0-1 0 0 0,0 1 0 0 0,0 0 1 0 0,0-1-1 0 0,0 1 0 0 0,0 0 0 0 0,0 0 0 0 0,0 0 0 0 0,1 0 0 0 0,-1 0 0 0 0,0 0 0 0 0,0 1 0 0 0,1-1 0 0 0,-1 0 34 0 0,4 0 924 0 0,0-1-801 0 0,55-16 107 0 0,-24 9 53 0 0,63-4 0 0 0,-93 10-99 0 0,-6 2-212 0 0,-1 7 1 0 0,-4-5-10 0 0,-15 3 0 0 0,14 0 309 0 0,7-10-57 0 0,-121 18 868 0 0,102-13-890 0 0,-1 2 0 0 0,1 0-1 0 0,-20 5 1 0 0,20-4 25 0 0,17-1-300 0 0,1 0 0 0 0,-1 0 0 0 0,0 0 0 0 0,0 1 0 0 0,1-1 0 0 0,-1 0 0 0 0,1 0 0 0 0,0 1 0 0 0,-1-1 0 0 0,1 0 0 0 0,0 0 0 0 0,0 1 0 0 0,1-1-1 0 0,-1 0 1 0 0,0 0 0 0 0,1 1 0 0 0,-1-1 0 0 0,1 0 0 0 0,0 0 0 0 0,1 3 0 0 0,4 0-7 0 0,-1-1 1 0 0,1 0-1 0 0,0-1 0 0 0,0 1 1 0 0,0-1-1 0 0,1-1 0 0 0,12 5 1 0 0,6-5-69 0 0,0 0 36 0 0,0 0 1 0 0,-1-2-1 0 0,27-3 1 0 0,-1 1 17 0 0,-28 2 13 0 0,-1 1-1 0 0,1 0 1 0 0,-1 2 0 0 0,24 6 0 0 0,-37-7 6 0 0,1 1-1 0 0,-1 0 1 0 0,1 1 0 0 0,-1-1 0 0 0,0 2 0 0 0,0-1-1 0 0,-1 1 1 0 0,1 0 0 0 0,-1 1 0 0 0,0-1-1 0 0,-1 1 1 0 0,12 13 0 0 0,37 48 687 0 0,-55-67-700 0 0,1 1-1 0 0,-1 0 0 0 0,1 0 1 0 0,-1 0-1 0 0,0-1 1 0 0,0 1-1 0 0,1 0 0 0 0,-1 0 1 0 0,0 0-1 0 0,0 0 0 0 0,0-1 1 0 0,0 1-1 0 0,0 0 0 0 0,0 0 1 0 0,0 0-1 0 0,0 0 0 0 0,0 0 1 0 0,0-1-1 0 0,-1 1 0 0 0,1 0 1 0 0,0 0-1 0 0,-1 0 1 0 0,1-1-1 0 0,0 1 0 0 0,-1 0 1 0 0,1 0-1 0 0,-1-1 0 0 0,1 1 1 0 0,-1 0-1 0 0,1-1 0 0 0,-1 1 1 0 0,0-1-1 0 0,1 1 0 0 0,-1 0 1 0 0,0-1-1 0 0,1 0 1 0 0,-1 1-1 0 0,0-1 0 0 0,0 1 1 0 0,0-1-1 0 0,1 0 0 0 0,-1 0 1 0 0,0 1-1 0 0,-2-1 0 0 0,-37 9 391 0 0,-10-6-316 0 0,40-2-212 0 0,-1 0 0 0 0,0-1 0 0 0,0-1 0 0 0,0 1 0 0 0,-11-4 0 0 0,2 2-807 0 0,1-2 1 0 0,-1 0-1 0 0,1-1 0 0 0,0-1 0 0 0,1-1 0 0 0,0 0 0 0 0,0-2 0 0 0,-27-16 1 0 0,-20-27-6000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3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71 1361 0 0,'-6'1'1760'0'0,"-14"2"-372"0"0,15-2 386 0 0,0-1-1254 0 0,-15 0-53 0 0,5 24 1667 0 0,-25 6-1427 0 0,28-12-30 0 0,13-16-288 0 0,0-9-187 0 0,-1 6 38 0 0,0 1-201 0 0,1 0-24 0 0,0 0 0 0 0,0 0 0 0 0,1 0 0 0 0,-1 0 0 0 0,0 0 0 0 0,0 0 0 0 0,0 0 0 0 0,0-1 0 0 0,0 1 0 0 0,1 0 0 0 0,-1-1 0 0 0,0 1 0 0 0,0-1 0 0 0,0 1 0 0 0,0-1 0 0 0,0 0 0 0 0,0 1 0 0 0,0-1 0 0 0,0 0 0 0 0,-1 0 0 0 0,1 1 0 0 0,0-1 0 0 0,0 0 0 0 0,0 0 0 0 0,-1 0 0 0 0,1 0-1 0 0,-1 0 1 0 0,1 0 0 0 0,-1 0 0 0 0,1 0 0 0 0,-1 0 0 0 0,1-2 0 0 0,-1 2-14 0 0,0 0-1 0 0,0 0 1 0 0,1 0-1 0 0,-1 0 1 0 0,0 0 0 0 0,1 0-1 0 0,-1 0 1 0 0,1 0-1 0 0,-1 0 1 0 0,1 0-1 0 0,-1 1 1 0 0,1-1-1 0 0,0 0 1 0 0,0 0-1 0 0,-1 0 1 0 0,1 1-1 0 0,0-1 1 0 0,0 0 0 0 0,0 1-1 0 0,-1-1 1 0 0,1 1-1 0 0,0-1 1 0 0,2 0-1 0 0,6-5 1 0 0,7-12 4 0 0,-10 11 2 0 0,0 1 0 0 0,0-1-1 0 0,1 1 1 0 0,-1 0 0 0 0,2 1 0 0 0,-1 0-1 0 0,1 0 1 0 0,-1 0 0 0 0,1 1 0 0 0,0 0-1 0 0,1 1 1 0 0,10-4 0 0 0,5 1 61 0 0,-13 6 24 0 0,-6 20 255 0 0,18 40 73 0 0,-13-33-164 0 0,1 1-1 0 0,25 44 1 0 0,-3-25-347 0 0,-33-47 85 0 0,0 0 0 0 0,0 0 0 0 0,0 0-1 0 0,0 0 1 0 0,0 0 0 0 0,0 0 0 0 0,0 1-1 0 0,0-1 1 0 0,0 0 0 0 0,0 0 0 0 0,-1 0-1 0 0,1 0 1 0 0,0 0 0 0 0,0 0 0 0 0,0 0-1 0 0,0 0 1 0 0,0 0 0 0 0,0 0 0 0 0,0 0-1 0 0,0 0 1 0 0,0 0 0 0 0,0 0 0 0 0,0 1-1 0 0,-1-1 1 0 0,1 0 0 0 0,0 0 0 0 0,0 0-1 0 0,0 0 1 0 0,0 0 0 0 0,0 0 0 0 0,0 0-1 0 0,0 0 1 0 0,0 0 0 0 0,-1 0 0 0 0,1 0-1 0 0,0 0 1 0 0,0 0 0 0 0,0 0 0 0 0,0 0-1 0 0,0-1 1 0 0,0 2-88 0 0,0 0 1 0 0,0-1-1 0 0,0 1 0 0 0,0-1 0 0 0,0 1 1 0 0,0-1-1 0 0,1 1 0 0 0,-1-1 0 0 0,0 1 1 0 0,0-1-1 0 0,1 1 0 0 0,-1-1 0 0 0,0 0 1 0 0,0 1-1 0 0,1-1 0 0 0,-1 1 0 0 0,0-1 1 0 0,1 0-1 0 0,-1 1 0 0 0,1-1 0 0 0,-1 0 0 0 0,1 1 1 0 0,-1-1-1 0 0,0 0 0 0 0,1 0 0 0 0,-1 1 1 0 0,1-1-1 0 0,-1 0 0 0 0,1 0 0 0 0,0 0 1 0 0,24 0-978 0 0,-19-1 823 0 0,-1 0-1 0 0,0 0 0 0 0,0-1 0 0 0,0 1 0 0 0,0-1 1 0 0,0 0-1 0 0,-1-1 0 0 0,6-3 0 0 0,26-26-4273 0 0,-6 13 2454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39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27 160 0 0,'0'0'3882'0'0,"-1"-12"522"0"0,0 12-4385 0 0,1-1-1 0 0,0 1 1 0 0,0-1-1 0 0,0 0 1 0 0,0 1-1 0 0,0-1 1 0 0,0 1-1 0 0,1-1 1 0 0,-1 1-1 0 0,0-1 1 0 0,0 1-1 0 0,0-1 1 0 0,0 1-1 0 0,1-1 1 0 0,-1 1-1 0 0,0-1 1 0 0,0 1-1 0 0,1-1 1 0 0,-1 1-1 0 0,0-1 1 0 0,1 1-1 0 0,-1-1 1 0 0,1 1-1 0 0,-1 0 1 0 0,0-1-1 0 0,1 1 1 0 0,0-1-1 0 0,24 0 62 0 0,-17 2-48 0 0,0-1 0 0 0,1 2 1 0 0,-1-1-1 0 0,0 1 0 0 0,0 0 0 0 0,-1 1 0 0 0,1 0 0 0 0,0 0 0 0 0,-1 1 0 0 0,0 0 1 0 0,0 0-1 0 0,0 0 0 0 0,0 1 0 0 0,9 8 0 0 0,-4 0 43 0 0,1-1 1 0 0,-1 1-1 0 0,-1 1 0 0 0,-1 0 1 0 0,15 26-1 0 0,-19-29-21 0 0,-1-1-1 0 0,0 2 1 0 0,-1-1 0 0 0,-1 1-1 0 0,4 18 1 0 0,4 12 131 0 0,-2-14-44 0 0,-6-20-67 0 0,0-1-1 0 0,0 1 0 0 0,-1-1 0 0 0,-1 1 0 0 0,1 0 0 0 0,0 15 0 0 0,-1 7 161 0 0,0-21-82 0 0,0 0 0 0 0,-1 0 0 0 0,-1 0 0 0 0,1 0 0 0 0,-1 0 0 0 0,-4 14 0 0 0,5-20-128 0 0,-1-1 0 0 0,-1 0-1 0 0,1 0 1 0 0,0 1 0 0 0,0-1 0 0 0,-1 0 0 0 0,1 0 0 0 0,-1 0 0 0 0,0-1 0 0 0,0 1 0 0 0,0 0 0 0 0,1-1-1 0 0,-1 1 1 0 0,-1-1 0 0 0,1 1 0 0 0,0-1 0 0 0,0 0 0 0 0,0 0 0 0 0,-1 0 0 0 0,1 0 0 0 0,-1-1 0 0 0,1 1-1 0 0,0-1 1 0 0,-1 1 0 0 0,1-1 0 0 0,-1 0 0 0 0,1 0 0 0 0,-1 0 0 0 0,-3 0 0 0 0,-3-1-64 0 0,0 0 0 0 0,0 0 0 0 0,0-1 0 0 0,0 0 0 0 0,0 0 1 0 0,1-1-1 0 0,-1 0 0 0 0,1-1 0 0 0,-10-5 0 0 0,-69-48-317 0 0,40 24 379 0 0,46 33-27 0 0,1 0 0 0 0,0-1 1 0 0,-1 1-1 0 0,1 0 0 0 0,0 0 0 0 0,-1-1 1 0 0,1 1-1 0 0,0 0 0 0 0,-1 0 0 0 0,1-1 0 0 0,0 1 1 0 0,0 0-1 0 0,-1-1 0 0 0,1 1 0 0 0,0 0 1 0 0,0-1-1 0 0,0 1 0 0 0,-1-1 0 0 0,1 1 0 0 0,0 0 1 0 0,0-1-1 0 0,0 1 0 0 0,0-1 0 0 0,0 1 0 0 0,0 0 1 0 0,0-1-1 0 0,0 1 0 0 0,0-1 0 0 0,0 1 1 0 0,0-1-1 0 0,0 1 0 0 0,0 0 0 0 0,0-1 0 0 0,0 1 1 0 0,0-1-1 0 0,1 1 0 0 0,-1 0 0 0 0,0-1 1 0 0,0 1-1 0 0,0 0 0 0 0,1-1 0 0 0,-1 1 0 0 0,0 0 1 0 0,0-1-1 0 0,1 1 0 0 0,-1 0 0 0 0,0-1 0 0 0,1 1 1 0 0,-1 0-1 0 0,0 0 0 0 0,1-1 0 0 0,0 1 1 0 0,21 2 3 0 0,1 0 0 0 0,-1 2 1 0 0,1 1-1 0 0,-2 0 0 0 0,1 2 1 0 0,0 0-1 0 0,38 20 0 0 0,-30-14 20 0 0,217 93 261 0 0,-243-104-321 0 0,0 0 0 0 0,0-1 0 0 0,0 1 0 0 0,1-1 0 0 0,-1 0 0 0 0,0 0 0 0 0,1 0 0 0 0,-1-1-1 0 0,1 0 1 0 0,-1 0 0 0 0,0 0 0 0 0,1 0 0 0 0,-1 0 0 0 0,1-1 0 0 0,-1 0 0 0 0,0 0 0 0 0,1 0 0 0 0,-1-1 0 0 0,0 1 0 0 0,0-1 0 0 0,5-2 0 0 0,-2-2-399 0 0,0 1 1 0 0,-1-1 0 0 0,1 0 0 0 0,-1 0 0 0 0,-1-1 0 0 0,1 0 0 0 0,-1 0 0 0 0,8-14-1 0 0,17-35-4042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4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64 1040 0 0,'0'0'80'0'0,"0"-1"-1"0"0,1 1 0 0 0,-1 0 1 0 0,0-1-1 0 0,0 1 1 0 0,0-1-1 0 0,0 1 0 0 0,1-1 1 0 0,-1 1-1 0 0,0 0 0 0 0,0-1 1 0 0,1 1-1 0 0,-1 0 0 0 0,0-1 1 0 0,1 1-1 0 0,-1 0 0 0 0,0-1 1 0 0,1 1-1 0 0,-1 0 0 0 0,0 0 1 0 0,1-1-1 0 0,-1 1 0 0 0,1 0 1 0 0,-1 0-1 0 0,1 0 0 0 0,-1 0 1 0 0,0 0-1 0 0,1-1 0 0 0,-1 1 1 0 0,1 0-1 0 0,-1 0 0 0 0,1 0 1 0 0,-1 0-1 0 0,1 0 0 0 0,0 1 1 0 0,13-6 1107 0 0,-11-7 1599 0 0,2 12-2292 0 0,-4 0-445 0 0,0 1-38 0 0,-1-1 0 0 0,1 0 0 0 0,0 1 0 0 0,-1-1 0 0 0,1 0 0 0 0,0 0 0 0 0,-1 0 0 0 0,1 0 0 0 0,0 0 0 0 0,0 0 0 0 0,-1 0 0 0 0,1 0 0 0 0,0 0 0 0 0,0 0 0 0 0,-1 0 0 0 0,1 0-1 0 0,0 0 1 0 0,-1-1 0 0 0,1 1 0 0 0,0 0 0 0 0,-1 0 0 0 0,1-1 0 0 0,0 1 0 0 0,-1-1 0 0 0,1 1 0 0 0,0 0 0 0 0,-1-1 0 0 0,1 1 0 0 0,-1-1 0 0 0,1 0 0 0 0,-1 1 0 0 0,1-1 0 0 0,-1 1 0 0 0,0-1-1 0 0,1 0 1 0 0,-1 1 0 0 0,0-1 0 0 0,1 0 0 0 0,-1 1 0 0 0,0-1 0 0 0,0 0 0 0 0,1-1 0 0 0,-1 2-11 0 0,1-1 1 0 0,0 0-1 0 0,0 0 1 0 0,0 1-1 0 0,0-1 0 0 0,0 1 1 0 0,0-1-1 0 0,0 1 0 0 0,0 0 1 0 0,0-1-1 0 0,0 1 1 0 0,0 0-1 0 0,0-1 0 0 0,0 1 1 0 0,0 0-1 0 0,0 0 0 0 0,0 0 1 0 0,1 0-1 0 0,-1 0 1 0 0,0 0-1 0 0,0 1 0 0 0,1-1 1 0 0,-1 0 3 0 0,4 2 98 0 0,0 3 103 0 0,-5-5-180 0 0,2 0-12 0 0,-1 0 1 0 0,0 0-1 0 0,0 1 0 0 0,1-1 1 0 0,-1 0-1 0 0,0 0 1 0 0,0 1-1 0 0,1-1 1 0 0,-1 1-1 0 0,0-1 1 0 0,0 1-1 0 0,0-1 0 0 0,0 1 1 0 0,0 0-1 0 0,0-1 1 0 0,0 1-1 0 0,0 0 1 0 0,0 0-1 0 0,0 0 1 0 0,1 1-1 0 0,-1 0 8 0 0,1 0 0 0 0,0-1 0 0 0,-1 1-1 0 0,1-1 1 0 0,0 0 0 0 0,0 1 0 0 0,0-1 0 0 0,0 0 0 0 0,0 0-1 0 0,0 0 1 0 0,0-1 0 0 0,0 1 0 0 0,4 1 0 0 0,-1 0 87 0 0,76 30 372 0 0,-192-78-946 0 0,51 27-28 0 0,50 8 281 0 0,-20 10 156 0 0,28 1 55 0 0,1-1 0 0 0,0 1 0 0 0,0 0 1 0 0,-1 0-1 0 0,1 0 0 0 0,0 0 0 0 0,0 0 0 0 0,-1 0 0 0 0,1 1 1 0 0,0-1-1 0 0,0 0 0 0 0,0 1 0 0 0,0-1 0 0 0,-1 1 0 0 0,1-1 1 0 0,0 1-1 0 0,0-1 0 0 0,0 1 0 0 0,-2 1 0 0 0,-4 1 2 0 0,0 0 0 0 0,0-1 0 0 0,-1 0 0 0 0,1 0 0 0 0,-9 0 0 0 0,13-1 0 0 0,-2 2 14 0 0,0-2 39 0 0,-15-1-26 0 0,19 0-25 0 0,1 0 0 0 0,0 0 0 0 0,-1 0 0 0 0,1 0 0 0 0,0 0 0 0 0,0 0 1 0 0,-1-1-1 0 0,1 1 0 0 0,0 0 0 0 0,0 0 0 0 0,-1 0 0 0 0,1 0 1 0 0,0-1-1 0 0,0 1 0 0 0,-1 0 0 0 0,1 0 0 0 0,0-1 0 0 0,0 1 0 0 0,0 0 1 0 0,0 0-1 0 0,-1-1 0 0 0,1 1 0 0 0,0 0 0 0 0,0-1 0 0 0,0 1 0 0 0,0 0 1 0 0,0-1-1 0 0,0 1 0 0 0,0 0 0 0 0,0-1 0 0 0,0 1 0 0 0,0 0 1 0 0,0-1-1 0 0,0 1 0 0 0,0 0 0 0 0,0 0 0 0 0,0-1 0 0 0,0 1 0 0 0,0 0 1 0 0,0-1-1 0 0,0 1 0 0 0,1 0 0 0 0,-1-1 0 0 0,0 1 0 0 0,0 0 1 0 0,0 0-1 0 0,0-1 0 0 0,1 1 0 0 0,-1 0 0 0 0,0 0 0 0 0,0 0 0 0 0,1-1 1 0 0,-1 1-1 0 0,0 0 0 0 0,0 0 0 0 0,1 0 0 0 0,-1 0 0 0 0,0-1 0 0 0,1 1 1 0 0,-1 0-1 0 0,1 0 0 0 0,-1 0 2 0 0,1 0-3 0 0,1 0 0 0 0,-1 0 0 0 0,0 0 0 0 0,0 0 0 0 0,0 0 0 0 0,0 0 0 0 0,1-1 0 0 0,-1 1 0 0 0,0 0 0 0 0,0-1 0 0 0,0 1 0 0 0,0-1 1 0 0,0 1-1 0 0,0-1 0 0 0,0 0 0 0 0,0 1 0 0 0,0-1 0 0 0,0 0 0 0 0,0 1 0 0 0,0-1 0 0 0,1-2 0 0 0,2 1 25 0 0,0 0 1 0 0,1 0 0 0 0,-1 1-1 0 0,0-1 1 0 0,1 1 0 0 0,-1 0-1 0 0,1 0 1 0 0,0 1 0 0 0,-1-1-1 0 0,7 1 1 0 0,12 0 144 0 0,-1 1 0 0 0,33 5-1 0 0,-46-4-145 0 0,-1 0 0 0 0,1 0-1 0 0,-1 1 1 0 0,0 1-1 0 0,0-1 1 0 0,0 1 0 0 0,0 1-1 0 0,12 8 1 0 0,236 168 455 0 0,-255-181-477 0 0,-1 1-1 0 0,1-1 1 0 0,0 0 0 0 0,-1 1-1 0 0,1-1 1 0 0,0 1 0 0 0,-1 0 0 0 0,1-1-1 0 0,-1 1 1 0 0,1-1 0 0 0,-1 1-1 0 0,1 0 1 0 0,-1 0 0 0 0,0-1-1 0 0,1 1 1 0 0,-1 0 0 0 0,0 0 0 0 0,1-1-1 0 0,-1 1 1 0 0,0 0 0 0 0,0 0-1 0 0,0-1 1 0 0,0 1 0 0 0,0 0-1 0 0,0 1 1 0 0,5 9 7 0 0,15 0-10 0 0,-15-3-27 0 0,-5-11 9 0 0,0 1 0 0 0,-1-1 0 0 0,1 1 0 0 0,-1-1 0 0 0,1 1 0 0 0,-1 0 0 0 0,0 0 0 0 0,0-1 0 0 0,0 1 0 0 0,0 0 0 0 0,0 0 0 0 0,-1 0 0 0 0,1 0 0 0 0,-1 0 0 0 0,1 0 0 0 0,-1 0 0 0 0,0 1 0 0 0,1-1 0 0 0,-3-1-1 0 0,-8-9-60 0 0,9 9 78 0 0,-1 0 0 0 0,1 0 1 0 0,-1 0-1 0 0,0 0 0 0 0,1 1 0 0 0,-1 0 0 0 0,0-1 0 0 0,-1 1 1 0 0,1 1-1 0 0,0-1 0 0 0,-1 1 0 0 0,1 0 0 0 0,0 0 0 0 0,-1 0 1 0 0,1 0-1 0 0,-1 1 0 0 0,0-1 0 0 0,1 1 0 0 0,-1 1 0 0 0,1-1 1 0 0,-1 1-1 0 0,1-1 0 0 0,-1 1 0 0 0,1 1 0 0 0,-1-1 0 0 0,1 0 1 0 0,0 1-1 0 0,0 0 0 0 0,-1 0 0 0 0,1 1 0 0 0,-5 3 0 0 0,4-2 9 0 0,0 1-1 0 0,1 0 0 0 0,-1 0 0 0 0,1 1 0 0 0,0-1 1 0 0,0 1-1 0 0,1 0 0 0 0,0 0 0 0 0,0 0 0 0 0,0 0 0 0 0,1 1 1 0 0,-3 10-1 0 0,6-7 18 0 0,1 0 1 0 0,1 0-1 0 0,0 0 1 0 0,0 0-1 0 0,1-1 1 0 0,8 17-1 0 0,5 12 90 0 0,-10-13-87 0 0,-6-21-18 0 0,-1-1-1 0 0,1 1 1 0 0,1 0 0 0 0,-1-1 0 0 0,0 1 0 0 0,1 0 0 0 0,0-1 0 0 0,-1 0 0 0 0,2 1 0 0 0,-1-1 0 0 0,0 0 0 0 0,0 0 0 0 0,1 0 0 0 0,0-1 0 0 0,3 4 0 0 0,75 57 297 0 0,-78-61-304 0 0,1 0 1 0 0,0 0-1 0 0,-1-1 1 0 0,1 1-1 0 0,0-1 1 0 0,0 1-1 0 0,0-1 1 0 0,0-1 0 0 0,0 1-1 0 0,0 0 1 0 0,0-1-1 0 0,7 0 1 0 0,53-8-87 0 0,-34 4 53 0 0,-10 2-61 0 0,-1 0-1 0 0,1-2 1 0 0,-1 0-1 0 0,0-1 1 0 0,0-1-1 0 0,21-9 1 0 0,-1 1-3113 0 0,77-14 0 0 0,-100 25 2208 0 0,19-4-1845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43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1 320 0 0,'121'115'5122'0'0,"-61"-44"-2961"0"0,-30-34-2000 0 0,1-5-402 0 0,-1-7 241 0 0,-30 0 0 0 0,30-5-800 0 0,0-13-3362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44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1361 0 0,'30'8'2321'0'0,"1"-8"-480"0"0,-1-8-401 0 0,-30 2-479 0 0,0-13-481 0 0,0 0-960 0 0,-30-6-1281 0 0,30 6-560 0 0,-31 13-160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4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91 166 3602 0 0,'-30'-83'5122'0'0,"-31"64"-4402"0"0,61 13-1520 0 0,0-7 320 0 0,30-7 400 0 0,-30 9-481 0 0,0 3-879 0 0,31 2-1201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47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1040 0 0,'30'-6'2001'0'0,"1"1"-400"0"0,-31-3-720 0 0,0 2-1202 0 0,0-5-959 0 0,0 3-481 0 0,0 2-80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5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3865 45 2161 0 0,'0'-1'160'0'0,"0"0"-1"0"0,0 0 1 0 0,1 0-1 0 0,-1 0 1 0 0,0 0-1 0 0,0 0 1 0 0,0 1-1 0 0,-1-1 1 0 0,1 0-1 0 0,0 0 1 0 0,0 0-1 0 0,0 0 1 0 0,-1 0-1 0 0,1 0 1 0 0,0 0-1 0 0,-1 0 1 0 0,1 0-1 0 0,-1 0 1 0 0,1 0-1 0 0,-1 1 1 0 0,1-1-1 0 0,-1 0 1 0 0,0 0-1 0 0,0 1 1 0 0,1-1-1 0 0,-1 0 1 0 0,0 1-1 0 0,0-1 1 0 0,1 1 0 0 0,-1-1-1 0 0,0 1 1 0 0,0-1-1 0 0,0 1 1 0 0,0 0-1 0 0,0-1 1 0 0,-1 1-1 0 0,-5-3-125 0 0,-1 0 66 0 0,0 1 0 0 0,0-1 0 0 0,0 2 0 0 0,0-1 0 0 0,0 1-1 0 0,0 0 1 0 0,0 0 0 0 0,0 1 0 0 0,0 0 0 0 0,0 1 0 0 0,-10 2 0 0 0,-36 0-112 0 0,-389 5 159 0 0,-108 40 648 0 0,449-34-763 0 0,62-11 6 0 0,1-1 0 0 0,-1-2-1 0 0,0-1 1 0 0,1-2 0 0 0,-40-9 0 0 0,15 7 44 0 0,-1 4 0 0 0,0 2 0 0 0,-103 15 0 0 0,88-8-10 0 0,12 0 31 0 0,0 3 0 0 0,0 3 0 0 0,1 2 0 0 0,1 4 0 0 0,1 3-1 0 0,-75 36 1 0 0,108-45-63 0 0,-53 16 1 0 0,-9 2-42 0 0,3 3 79 0 0,56-24-20 0 0,1 2-1 0 0,1 2 0 0 0,-46 27 0 0 0,-47 47-53 0 0,-126 113 0 0 0,213-169-79 0 0,-15 18-8 0 0,35-32 106 0 0,-2 0 1 0 0,-35 25-1 0 0,38-34 65 0 0,2 1-1 0 0,-1 0 0 0 0,2 1 1 0 0,-1 1-1 0 0,2 0 1 0 0,0 1-1 0 0,0 0 1 0 0,-13 21-1 0 0,-2 5 56 0 0,19-28-147 0 0,0 2-1 0 0,2-1 0 0 0,-1 1 1 0 0,-11 27-1 0 0,10 2 72 0 0,1-22-22 0 0,6-17-38 0 0,1 0 0 0 0,0 0 0 0 0,0 0-1 0 0,0 0 1 0 0,1 0 0 0 0,0 1 0 0 0,0-1-1 0 0,0 0 1 0 0,0 1 0 0 0,0-1-1 0 0,1 1 1 0 0,0-1 0 0 0,0 1 0 0 0,0-1-1 0 0,1 1 1 0 0,-1-1 0 0 0,1 1 0 0 0,3 7-1 0 0,5 12 45 0 0,1-1 1 0 0,0-1-1 0 0,2 0 0 0 0,1 0 0 0 0,18 23 0 0 0,41 51 84 0 0,38 44-70 0 0,-85-115-367 0 0,34 25-1 0 0,-23-21 401 0 0,45 34 52 0 0,-49-39-75 0 0,-1 0-1 0 0,32 34 1 0 0,-34-27 0 0 0,2-1 1 0 0,59 44 0 0 0,-66-54-62 0 0,34 35 1 0 0,10 9-31 0 0,-48-49-4 0 0,4 6-84 0 0,1 0 0 0 0,1-2-1 0 0,1-1 1 0 0,1-2 0 0 0,0 0 0 0 0,1-2-1 0 0,41 14 1 0 0,-41-16 140 0 0,0 1 0 0 0,-1 1-1 0 0,36 24 1 0 0,22 11-5 0 0,60 46-925 0 0,70 12 320 0 0,81 2 414 0 0,-250-95 229 0 0,2-2 0 0 0,-1-1 0 0 0,1-3 0 0 0,1-2 0 0 0,88-1 0 0 0,158-43 681 0 0,-255 32-713 0 0,-3-2 17 0 0,0-2 1 0 0,39-16-1 0 0,41-12 23 0 0,438-151 79 0 0,-278 86-85 0 0,0-20 7 0 0,-164 68-63 0 0,-102 50-23 0 0,0-1 0 0 0,-1-1 0 0 0,0 0 0 0 0,0 0 0 0 0,-1-1 0 0 0,0-1 1 0 0,13-13-1 0 0,-18 16 2 0 0,0 0 1 0 0,-1 0-1 0 0,1 0 0 0 0,-2 0 1 0 0,1-1-1 0 0,-1 1 1 0 0,0-1-1 0 0,0 0 1 0 0,-1 0-1 0 0,0 0 1 0 0,0 0-1 0 0,0-1 0 0 0,-1 1 1 0 0,0-14-1 0 0,-1 0-5 0 0,-1 12-3 0 0,1 0 0 0 0,0-1 1 0 0,1 1-1 0 0,0 0 1 0 0,3-15-1 0 0,4 0-33 0 0,3-13-15 0 0,1 0 1 0 0,2 1-1 0 0,27-49 0 0 0,-22 55 37 0 0,-11 19 22 0 0,-1 0-1 0 0,-1-1 0 0 0,9-21 0 0 0,15-68-142 0 0,-28 92 132 0 0,0 0 1 0 0,-1 0 0 0 0,0 0 0 0 0,-1-12-1 0 0,4-32-26 0 0,3 27-6 0 0,-2 10 10 0 0,-1-1 0 0 0,0 1 0 0 0,-2-1-1 0 0,2-26 1 0 0,-4 9-28 0 0,1 14-13 0 0,-1-1 0 0 0,0 1-1 0 0,-6-30 1 0 0,-15-20-70 0 0,13 26 126 0 0,5 21 54 0 0,-2 0 1 0 0,-14-40 0 0 0,-33-85-503 0 0,28 73 45 0 0,-54-113 0 0 0,68 167 429 0 0,-2 0 0 0 0,-1 1 0 0 0,0 0 0 0 0,-1 1 0 0 0,-1 1 0 0 0,-1 0 0 0 0,-1 1 0 0 0,0 1 0 0 0,-33-24 0 0 0,-4 6 462 0 0,-1 2 0 0 0,-97-39-1 0 0,76 38 13 0 0,43 18-198 0 0,-50-16 0 0 0,22 13-12 0 0,-1 3 1 0 0,-75-9-1 0 0,106 21-550 0 0,0 1 0 0 0,1 2-1 0 0,-1 0 1 0 0,0 2 0 0 0,0 2 0 0 0,-56 13-1 0 0,73-13-185 0 0,1 1 1 0 0,-1 0-1 0 0,1 0 0 0 0,-13 9 0 0 0,21-11 64 0 0,0 0 0 0 0,1 1-1 0 0,0 0 1 0 0,-1 0 0 0 0,2 0 0 0 0,-1 1 0 0 0,0-1 0 0 0,-3 7 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4:5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5841 357 5122 0 0,'-111'4'3854'0'0,"-58"9"-4173"0"0,53-4 559 0 0,-509 58 322 0 0,210 13 77 0 0,155-17-380 0 0,-561 114-211 0 0,409-107 5 0 0,243-36 40 0 0,-325 111 1 0 0,258-44-81 0 0,152-60 111 0 0,53-28-131 0 0,1 2 0 0 0,0 0-1 0 0,2 2 1 0 0,0 2 0 0 0,-48 40-1 0 0,9 6-3 0 0,25-21-12 0 0,-2-3 0 0 0,-69 50 0 0 0,111-89 22 0 0,-40 25-3 0 0,2 2 0 0 0,-52 47 0 0 0,25-9-4 0 0,-202 217-64 0 0,249-258 72 0 0,1 2 0 0 0,-17 31 0 0 0,19-29 0 0 0,-37 48 0 0 0,32-53 0 0 0,-2-1 0 0 0,0-1 0 0 0,-2-1 0 0 0,-38 25 0 0 0,-120 65 0 0 0,136-85 0 0 0,12-8 0 0 0,25-14 0 0 0,0 1 0 0 0,1-1 0 0 0,0 2 0 0 0,0-1 0 0 0,0 1 0 0 0,1 1 0 0 0,0 0 0 0 0,1 0 0 0 0,0 0 0 0 0,-11 16 0 0 0,-34 51-47 0 0,-100 109 0 0 0,150-180 51 0 0,-1 0 0 0 0,1 0 0 0 0,0 1 0 0 0,0-1 0 0 0,1 1 0 0 0,-1 0 0 0 0,1-1 0 0 0,0 1 0 0 0,0 0 0 0 0,1 0 0 0 0,-1 0 0 0 0,1 1 0 0 0,0-1 0 0 0,1 0 0 0 0,-1 11 0 0 0,2 0 41 0 0,1 0 0 0 0,1 0 0 0 0,8 28 1 0 0,-7-28-27 0 0,0 0 0 0 0,-1 0 0 0 0,2 31 0 0 0,-5 238 221 0 0,2-275-227 0 0,0 1 0 0 0,0 0 0 0 0,1-1 0 0 0,1 0 0 0 0,0 1 0 0 0,0-1 0 0 0,1-1 0 0 0,0 1 0 0 0,0-1 0 0 0,1 0 0 0 0,12 14 0 0 0,12 22 71 0 0,-19-29-50 0 0,0 0-1 0 0,2-2 1 0 0,-1 1 0 0 0,2-1 0 0 0,0-1 0 0 0,0-1-1 0 0,2 0 1 0 0,-1-1 0 0 0,25 13 0 0 0,12 5 204 0 0,98 38 0 0 0,320 109 280 0 0,15-33-143 0 0,-363-112-316 0 0,143 26-24 0 0,-145-40-10 0 0,127 12 70 0 0,-112-13-14 0 0,153 37 1 0 0,27 4-85 0 0,213-4 43 0 0,-10-48-214 0 0,-475-8 201 0 0,256-21-377 0 0,-238 15 307 0 0,-1-3-1 0 0,114-39 1 0 0,-6-11-234 0 0,147-51 180 0 0,91-34 31 0 0,-334 117 68 0 0,-1-3 1 0 0,-2-3-1 0 0,123-87 1 0 0,7-4-107 0 0,43-27-29 0 0,-224 140 176 0 0,0-1 0 0 0,17-19 0 0 0,-20 19-39 0 0,0 1 1 0 0,1 0-1 0 0,18-11 1 0 0,7-3-28 0 0,0-1 1 0 0,58-55 0 0 0,-92 77 20 0 0,1 0-1 0 0,0 1 1 0 0,1 0 0 0 0,-1 1 0 0 0,12-5-1 0 0,-12 6 15 0 0,0 0-1 0 0,-1-1 1 0 0,1 0-1 0 0,-1 0 1 0 0,0 0-1 0 0,8-10 1 0 0,13-12 49 0 0,-20 21-60 0 0,-1-1-1 0 0,0 0 1 0 0,0 0 0 0 0,-1-1 0 0 0,0 1 0 0 0,6-11-1 0 0,-10 13-4 0 0,0 0 0 0 0,1 0 0 0 0,-1 0 0 0 0,1 0-1 0 0,0 1 1 0 0,1-1 0 0 0,-1 1 0 0 0,1-1 0 0 0,0 1 0 0 0,0 0-1 0 0,0 1 1 0 0,1-1 0 0 0,-1 1 0 0 0,1 0 0 0 0,7-4 0 0 0,-10 6 6 0 0,0 0 0 0 0,0 1 1 0 0,-1-1-1 0 0,1 0 1 0 0,0 0-1 0 0,-1 0 0 0 0,1 0 1 0 0,-1 0-1 0 0,1 0 0 0 0,-1-1 1 0 0,0 1-1 0 0,0 0 1 0 0,1-1-1 0 0,-1 1 0 0 0,0-1 1 0 0,0 1-1 0 0,1-4 0 0 0,2-32 108 0 0,-5 25-76 0 0,2-12 60 0 0,-1 9-124 0 0,0-1 0 0 0,0 1 0 0 0,-6-26 0 0 0,-2 0 30 0 0,-2 2 0 0 0,-3-1 0 0 0,0 2 0 0 0,-27-53 0 0 0,5-2 253 0 0,-46-34 134 0 0,73 113-355 0 0,0 0-1 0 0,-1 1 1 0 0,-1 0 0 0 0,-16-17-1 0 0,16 19-28 0 0,1 0-1 0 0,-1-1 1 0 0,2 0-1 0 0,0 0 1 0 0,-7-14-1 0 0,-2-6 10 0 0,-3 0-1 0 0,0 1 0 0 0,-2 2 0 0 0,-35-38 0 0 0,-18-23 0 0 0,39 41-11 0 0,13 16 0 0 0,-1 1 0 0 0,-2 2 0 0 0,-51-48 0 0 0,-209-158 93 0 0,267 217-65 0 0,0-1-1 0 0,-20-28 1 0 0,-15-17 23 0 0,-157-177-158 0 0,158 191 222 0 0,41 41-76 0 0,1 0 0 0 0,0 0 0 0 0,0-1 0 0 0,1-1 0 0 0,1 0 0 0 0,0 0 0 0 0,-11-20 0 0 0,11 15-27 0 0,0 0 0 0 0,1 0 0 0 0,1-1 0 0 0,1 0 0 0 0,0-1 0 0 0,2 1 0 0 0,0-1 0 0 0,1 0 0 0 0,-1-20 0 0 0,3 21-33 0 0,0 1 0 0 0,-2-1 0 0 0,0 1 0 0 0,0 0 0 0 0,-2 0 0 0 0,0 1 0 0 0,-10-21 0 0 0,-4-5 138 0 0,-41-61 1 0 0,41 75 71 0 0,-2 1 0 0 0,-32-35 0 0 0,20 27-129 0 0,-77-66 73 0 0,104 94-126 0 0,-21-24 22 0 0,-1 1-1 0 0,-2 1 0 0 0,-35-26 0 0 0,55 49-10 0 0,0 0 1 0 0,0 1-1 0 0,-1 1 0 0 0,1 0 0 0 0,-1 0 0 0 0,0 1 1 0 0,0 0-1 0 0,0 1 0 0 0,-20-2 0 0 0,6 1-40 0 0,-6-1-339 0 0,0 1-1 0 0,0 2 0 0 0,0 1 1 0 0,-59 8-1 0 0,33-3-818 0 0,-64 11-1701 0 0,-25 11-2948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4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2481 0 0,'0'-6'2401'0'0,"31"0"1521"0"0,-1 6-1201 0 0,0 0 81 0 0,0 0-2642 0 0,-30-7-400 0 0,0 1-481 0 0,30 0-1040 0 0,-30-7-1120 0 0,0-1-400 0 0,0 8 159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2081 0 0,'60'-7'3041'0'0,"-6"7"-560"0"0,-24-6 401 0 0,1-8-2722 0 0,-31 9-1601 0 0,30-15-1040 0 0,-60-5-720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5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5683 0 0,'-30'33'3761'0'0,"-30"-14"-4321"0"0,29-13-1201 0 0,1-6-2481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 8004 0 0,'-60'19'3521'0'0,"6"-8"-3201"0"0,54-16-2080 0 0,30-1-321 0 0,-30-2-561 0 0,0-3-79 0 0,24-3 400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19 1921 0 0,'-30'-13'2561'0'0,"30"7"-240"0"0,-30 6-400 0 0,30 6 0 0 0,0 0-2401 0 0,60-12-1521 0 0,-30 6-721 0 0,-5 0-79 0 0,5 0 240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1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25 374 3602 0 0,'-7'7'5270'0'0,"-10"-4"-3969"0"0,16-3-869 0 0,1 0-382 0 0,1 1 1 0 0,-1-1-1 0 0,0 0 1 0 0,0 0-1 0 0,0 0 1 0 0,0 0-1 0 0,1 0 1 0 0,-1 0-1 0 0,0 0 1 0 0,0 1-1 0 0,0-1 1 0 0,0 0-1 0 0,0 0 1 0 0,0 0-1 0 0,1 0 1 0 0,-1 1-1 0 0,0-1 1 0 0,0 0-1 0 0,0 0 1 0 0,0 0-1 0 0,0 0 1 0 0,0 1-1 0 0,0-1 1 0 0,0 0-1 0 0,0 0 1 0 0,0 0-1 0 0,0 1 1 0 0,0-1-1 0 0,0 0 1 0 0,0 0-1 0 0,0 0 1 0 0,0 1-1 0 0,0-1 1 0 0,0 0-1 0 0,0 0 1 0 0,0 0-1 0 0,0 1 1 0 0,0-1-1 0 0,0 0 1 0 0,0 0-1 0 0,0 0 1 0 0,-1 0-1 0 0,1 1 1 0 0,0-1-1 0 0,0 0 1 0 0,0 0-1 0 0,0 0 1 0 0,0 0-1 0 0,-1 0 1 0 0,1 1-1 0 0,0-1 1 0 0,0 0-1 0 0,0 0 1 0 0,0 0-1 0 0,-1 0 1 0 0,26 0 669 0 0,-17-2 409 0 0,-7 2-1120 0 0,0 0-1 0 0,0 0 0 0 0,0 0 0 0 0,0 0 1 0 0,0 0-1 0 0,-1 0 0 0 0,1 0 0 0 0,0 0 1 0 0,0 0-1 0 0,0-1 0 0 0,0 1 1 0 0,0 0-1 0 0,0-1 0 0 0,-1 1 0 0 0,1 0 1 0 0,0-1-1 0 0,0 1 0 0 0,0-1 0 0 0,-1 0 1 0 0,1 1-1 0 0,0-1 0 0 0,-1 0 0 0 0,1 1 1 0 0,-1-1-1 0 0,1 0 0 0 0,-1 1 1 0 0,2-2-1 0 0,-2 0-3 0 0,0 1-1 0 0,1 0 1 0 0,0-1 0 0 0,-1 1 0 0 0,1 0 0 0 0,0 0 0 0 0,0 0 0 0 0,0 0-1 0 0,-1-1 1 0 0,1 1 0 0 0,0 0 0 0 0,1 1 0 0 0,-1-1 0 0 0,0 0 0 0 0,0 0-1 0 0,0 0 1 0 0,2 0 0 0 0,5-5 1 0 0,-7 2-6 0 0,0 1 0 0 0,0 0 0 0 0,0-1 0 0 0,0 1 0 0 0,0-1 0 0 0,-1 1 0 0 0,1-1 0 0 0,-1 1 0 0 0,0-1 0 0 0,0 0 0 0 0,-2-6 0 0 0,2-4-13 0 0,1-30-42 0 0,1 28 38 0 0,-2 0-1 0 0,0 0 0 0 0,0-1 1 0 0,-2 1-1 0 0,-4-23 1 0 0,-5 12-7 0 0,8 19 21 0 0,0 0 0 0 0,1-1 0 0 0,0 1 0 0 0,0-1 0 0 0,0 0 0 0 0,1 1 0 0 0,1-1 0 0 0,-1 0 0 0 0,3-14 0 0 0,-2 23 9 0 0,0 1-1 0 0,0-1 1 0 0,0 1-1 0 0,1-1 1 0 0,-1 0-1 0 0,0 1 1 0 0,1-1-1 0 0,-1 0 1 0 0,0 0-1 0 0,1 1 1 0 0,-1-1-1 0 0,1 0 1 0 0,-1 0-1 0 0,0 1 1 0 0,1-1-1 0 0,-1 0 1 0 0,1 0-1 0 0,-1 0 1 0 0,0 0-1 0 0,1 0 1 0 0,-1 0-1 0 0,1 1 1 0 0,-1-1-1 0 0,1 0 1 0 0,-1 0-1 0 0,1 0 1 0 0,-1-1-1 0 0,1 1 1 0 0,-1 0-1 0 0,0 0 1 0 0,1 0-1 0 0,0 0 1 0 0,-1-1 1 0 0,1 1 1 0 0,0 0-1 0 0,-1 0 1 0 0,1 0 0 0 0,-1 0-1 0 0,1 0 1 0 0,-1 0-1 0 0,1 0 1 0 0,-1 0-1 0 0,1 0 1 0 0,-1 0-1 0 0,1 0 1 0 0,-1 0 0 0 0,1 0-1 0 0,-1 0 1 0 0,1 0-1 0 0,-1 0 1 0 0,1 1-1 0 0,-1-1 1 0 0,1 0 0 0 0,-1 0-1 0 0,1 1 1 0 0,-1-1-1 0 0,1 0 1 0 0,-1 1-1 0 0,1-1 1 0 0,-1 0-1 0 0,0 1 1 0 0,1-1 0 0 0,-1 1-1 0 0,0-1 1 0 0,1 1-1 0 0,-1-1 1 0 0,0 0-1 0 0,1 2 1 0 0,-1 2 47 0 0,0 0 0 0 0,1 0-1 0 0,0 0 1 0 0,0 1 0 0 0,0-1 0 0 0,0 0 0 0 0,0-1 0 0 0,1 1 0 0 0,4 7 0 0 0,5 15 130 0 0,19 69 375 0 0,-20-34-253 0 0,-4-49-312 0 0,-3-5 37 0 0,0-1 1 0 0,0 1-1 0 0,-1-1 1 0 0,0 1-1 0 0,0 0 1 0 0,-1 0-1 0 0,1 0 1 0 0,-2 0-1 0 0,1 8 1 0 0,-1 61 367 0 0,61-77-560 0 0,4-8 89 0 0,0-3 0 0 0,75-22-1 0 0,-133 32 62 0 0,-1 0 0 0 0,0 0 0 0 0,0-1 0 0 0,0 0 0 0 0,0 0 0 0 0,0 0 0 0 0,-1-1 0 0 0,1 1 0 0 0,-1-2 0 0 0,0 1 0 0 0,0 0 0 0 0,-1-1 0 0 0,1 0 0 0 0,-1 0 0 0 0,5-7 0 0 0,-8 11 7 0 0,0 0 0 0 0,0 0 0 0 0,0 0 0 0 0,0 0 0 0 0,-1 0 0 0 0,1 0 0 0 0,0 0 0 0 0,0 0 0 0 0,-1 0-1 0 0,1-1 1 0 0,-1 1 0 0 0,1 0 0 0 0,-1 0 0 0 0,1-1 0 0 0,-1 1 0 0 0,0 0 0 0 0,1-3 0 0 0,-22-28-35 0 0,20 31 38 0 0,-50-51 13 0 0,46 42-25 0 0,5 5 758 0 0,1 7-714 0 0,-1 0-1 0 0,0 0 1 0 0,1 0 0 0 0,-1 0-1 0 0,1 0 1 0 0,-1 0 0 0 0,1 0-1 0 0,0 0 1 0 0,0 0 0 0 0,0-1 0 0 0,0 1-1 0 0,0 0 1 0 0,0-1 0 0 0,1 1-1 0 0,2 2 1 0 0,157 161 1155 0 0,-124-118-1137 0 0,43 69 1 0 0,-36-49-18 0 0,1-4-73 0 0,-10 8-3736 0 0,-30-57-1106 0 0,-5-7-2121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2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153 220 2721 0 0,'-50'-13'3589'0'0,"44"11"-3273"0"0,1 0 0 0 0,-1 0 0 0 0,1 0 0 0 0,-1 1 0 0 0,0 0 0 0 0,1 0 0 0 0,-1 0 0 0 0,0 1 0 0 0,0-1 0 0 0,0 2 0 0 0,0-1 0 0 0,1 0 0 0 0,-1 1 1 0 0,-10 3-1 0 0,16-4-295 0 0,0 0 37 0 0,-1 0 0 0 0,1 0 0 0 0,0 1 0 0 0,-1-1 0 0 0,1 0 0 0 0,0 0 0 0 0,-1 0 1 0 0,1 0-1 0 0,0 1 0 0 0,0-1 0 0 0,-1 0 0 0 0,1 0 0 0 0,0 1 0 0 0,0-1 0 0 0,-1 0 0 0 0,1 0 1 0 0,0 1-1 0 0,0-1 0 0 0,0 0 0 0 0,0 1 0 0 0,-1-1 0 0 0,1 0 0 0 0,0 1 0 0 0,0-1 0 0 0,0 0 0 0 0,0 1 1 0 0,0-1-1 0 0,0 0 0 0 0,0 1 0 0 0,0-1 0 0 0,0 0 0 0 0,0 1 0 0 0,0-1 0 0 0,0 0 0 0 0,0 1 1 0 0,0-1-1 0 0,0 0 0 0 0,0 1 0 0 0,1-1 0 0 0,-1 0 0 0 0,0 1 0 0 0,0-1 0 0 0,0 0 0 0 0,0 0 0 0 0,1 1 1 0 0,-1-1-1 0 0,0 0 0 0 0,0 1 0 0 0,1-1 0 0 0,-1 0 0 0 0,0 0 0 0 0,0 0 0 0 0,1 1 0 0 0,-1-1 1 0 0,0 0-1 0 0,1 0 0 0 0,-1 0 0 0 0,1 0 0 0 0,51 11 699 0 0,0-3 0 0 0,1-3 0 0 0,97-1 0 0 0,-34-11-584 0 0,1-6 1 0 0,172-40-1 0 0,-238 39-16 0 0,104-20 393 0 0,-136 31-520 0 0,-1 0-1 0 0,0-1 1 0 0,23-9-1 0 0,-37 12-66 0 0,-1 0-1 0 0,0 0 1 0 0,0 0-1 0 0,0 0 1 0 0,0-1 0 0 0,0 1-1 0 0,0-1 1 0 0,0 0 0 0 0,-1 0-1 0 0,1 0 1 0 0,-1 0 0 0 0,1 0-1 0 0,-1 0 1 0 0,0-1-1 0 0,0 1 1 0 0,0-1 0 0 0,0 0-1 0 0,0 0 1 0 0,-1 0 0 0 0,1 0-1 0 0,-1 0 1 0 0,0 0 0 0 0,1 0-1 0 0,-2 0 1 0 0,2-5 0 0 0,-2 6-85 0 0,0 1 0 0 0,0 0 0 0 0,0-1 1 0 0,-1 1-1 0 0,1 0 0 0 0,-1-1 1 0 0,1 1-1 0 0,-1 0 0 0 0,1 0 0 0 0,-1-1 1 0 0,1 1-1 0 0,-1 0 0 0 0,0 0 1 0 0,0 0-1 0 0,0 0 0 0 0,0 0 1 0 0,0 0-1 0 0,0 0 0 0 0,0 0 0 0 0,0 0 1 0 0,0 1-1 0 0,0-1 0 0 0,0 0 1 0 0,-2 0-1 0 0,-3-3-824 0 0,4 3 445 0 0,2 0 378 0 0,0 1 1 0 0,-1 0-1 0 0,1-1 0 0 0,-1 1 1 0 0,1 0-1 0 0,0 0 0 0 0,-1-1 1 0 0,1 1-1 0 0,-1 0 0 0 0,1 0 1 0 0,-1 0-1 0 0,1 0 1 0 0,-1-1-1 0 0,1 1 0 0 0,-1 0 1 0 0,1 0-1 0 0,0 0 0 0 0,-1 0 1 0 0,1 0-1 0 0,-1 0 0 0 0,1 0 1 0 0,-1 0-1 0 0,1 0 0 0 0,-1 1 1 0 0,1-1-1 0 0,-1 0 1 0 0,0 0-1 0 0,-49 16-4493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2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64 222 2401 0 0,'-4'-11'4502'0'0,"-9"6"-2909"0"0,2 2-1258 0 0,9-3 1172 0 0,-3-2-615 0 0,-10-1-684 0 0,9 5-54 0 0,5 1-119 0 0,0-1 0 0 0,-1 1 0 0 0,1-1 0 0 0,0 0 0 0 0,1 0 0 0 0,-1 1 0 0 0,1-1 1 0 0,0 0-1 0 0,0 0 0 0 0,0 0 0 0 0,0 1 0 0 0,2-7 0 0 0,-2-4 3 0 0,0-7-48 0 0,0-47-52 0 0,0 51 67 0 0,0 16 62 0 0,0 2 39 0 0,15 19 148 0 0,40 31 179 0 0,51 63 1 0 0,-75-76-321 0 0,54 74 67 0 0,-54-68-469 0 0,2-2 0 0 0,53 53 0 0 0,-84-93 162 0 0,11 4-693 0 0,-8-5 389 0 0,23 1 55 0 0,-5-12-2939 0 0,2-7-2194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3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44 2081 0 0,'0'0'2414'0'0,"-5"0"-319"0"0,-75 4 2560 0 0,79-4-4644 0 0,1 0 0 0 0,0-1 0 0 0,-1 1 1 0 0,1 0-1 0 0,0 0 0 0 0,-1 0 0 0 0,1-1 0 0 0,0 1 0 0 0,-1 0 0 0 0,1 0 0 0 0,0-1 1 0 0,0 1-1 0 0,-1 0 0 0 0,1-1 0 0 0,0 1 0 0 0,0 0 0 0 0,0-1 0 0 0,0 1 0 0 0,-1-1 0 0 0,1 1 1 0 0,0 0-1 0 0,0-1 0 0 0,0 1 0 0 0,0 0 0 0 0,0-1 0 0 0,0 1 0 0 0,0-1 0 0 0,0 1 1 0 0,0 0-1 0 0,0-1 0 0 0,0 1 0 0 0,0-1 0 0 0,0 1 0 0 0,0 0 0 0 0,0-1 0 0 0,1 1 0 0 0,-1 0 1 0 0,0-1-1 0 0,0 1 0 0 0,0 0 0 0 0,1-1 0 0 0,-1 1 0 0 0,0 0 0 0 0,0-1 0 0 0,1 1 0 0 0,-1 0 1 0 0,0-1-1 0 0,1 1 0 0 0,-1 0 0 0 0,0 0 0 0 0,0 0 0 0 0,1-1 0 0 0,0 1 0 0 0,9-5-42 0 0,-4 2 37 0 0,0-1 0 0 0,1 1 0 0 0,-1 0 0 0 0,1 1 0 0 0,0-1 0 0 0,0 1 0 0 0,-1 1 0 0 0,1-1 0 0 0,1 1 0 0 0,-1 0 1 0 0,0 1-1 0 0,0 0 0 0 0,0 0 0 0 0,0 0 0 0 0,0 1 0 0 0,0 0 0 0 0,0 1 0 0 0,0-1 0 0 0,0 1 0 0 0,0 1 0 0 0,0-1 0 0 0,-1 1 0 0 0,0 0 0 0 0,12 8 0 0 0,17 12 115 0 0,-1-1 52 0 0,58 49 0 0 0,-81-61-152 0 0,0 1 0 0 0,-1 0 1 0 0,0 1-1 0 0,-1 0 1 0 0,0 1-1 0 0,-1 0 1 0 0,0 0-1 0 0,-1 1 0 0 0,6 15 1 0 0,10 28 44 0 0,9 27 95 0 0,-31-81-157 0 0,-1 1 1 0 0,1-1-1 0 0,-1 0 1 0 0,0 1 0 0 0,0-1-1 0 0,0 0 1 0 0,0 1-1 0 0,0-1 1 0 0,-1 0 0 0 0,1 0-1 0 0,-1 1 1 0 0,0-1-1 0 0,0 0 1 0 0,-1 0 0 0 0,1 0-1 0 0,0 0 1 0 0,-1 0 0 0 0,0 0-1 0 0,0 0 1 0 0,0-1-1 0 0,0 1 1 0 0,0 0 0 0 0,0-1-1 0 0,-1 0 1 0 0,1 0-1 0 0,-1 1 1 0 0,0-1 0 0 0,1-1-1 0 0,-1 1 1 0 0,0 0-1 0 0,0-1 1 0 0,0 1 0 0 0,-5 0-1 0 0,-7 4 12 0 0,0-1 1 0 0,-1-1-1 0 0,0 0 0 0 0,0-1 0 0 0,-24 1 0 0 0,19-3-22 0 0,-1 0 0 0 0,1-2-1 0 0,0 0 1 0 0,0-1 0 0 0,0-1 0 0 0,0-1-1 0 0,0-2 1 0 0,1 1 0 0 0,0-2 0 0 0,0-1 0 0 0,0 0-1 0 0,1-2 1 0 0,1 0 0 0 0,-28-20 0 0 0,43 29 9 0 0,1-1 1 0 0,-1 0 0 0 0,1 0 0 0 0,-1 0-1 0 0,1 0 1 0 0,0 0 0 0 0,0 0 0 0 0,0-1-1 0 0,0 1 1 0 0,0-1 0 0 0,1 1-1 0 0,-1-1 1 0 0,1 0 0 0 0,0 1 0 0 0,0-1-1 0 0,0 0 1 0 0,0 0 0 0 0,0 0 0 0 0,0 0-1 0 0,1 0 1 0 0,-1 0 0 0 0,1 0 0 0 0,0 0-1 0 0,1-6 1 0 0,-1 8-5 0 0,0 0 0 0 0,1 0 0 0 0,-1 1-1 0 0,1-1 1 0 0,-1 0 0 0 0,1 1 0 0 0,-1-1 0 0 0,1 0 0 0 0,0 1-1 0 0,-1-1 1 0 0,1 1 0 0 0,0-1 0 0 0,-1 1 0 0 0,1-1 0 0 0,0 1 0 0 0,0 0-1 0 0,-1-1 1 0 0,1 1 0 0 0,0 0 0 0 0,0-1 0 0 0,0 1 0 0 0,0 0-1 0 0,-1 0 1 0 0,1 0 0 0 0,0 0 0 0 0,0 0 0 0 0,0 0 0 0 0,1 0 0 0 0,35-1-43 0 0,-30 1 41 0 0,13 1 12 0 0,0 0 0 0 0,31 7 0 0 0,437 107 257 0 0,-208-32-719 0 0,-266-80 29 0 0,-1 0 1 0 0,1-1-1 0 0,16 1 1 0 0,55-7-3726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26 3282 0 0,'-13'0'675'0'0,"-4"0"185"0"0,1 0 0 0 0,-1-1 0 0 0,1-1 0 0 0,-26-6 0 0 0,23 3-593 0 0,-1 2 0 0 0,-36-3-1 0 0,6 13 522 0 0,47-7-707 0 0,0 1 1 0 0,1-1 0 0 0,-1 1 0 0 0,1 0 0 0 0,-1 0 0 0 0,1 0 0 0 0,0 0 0 0 0,-1 1 0 0 0,1-1 0 0 0,0 1 0 0 0,0-1 0 0 0,0 1 0 0 0,-3 2 0 0 0,-30 9 1719 0 0,15-8-1135 0 0,40-3 1069 0 0,4 1-909 0 0,-13 0-759 0 0,46 2 35 0 0,0-2 0 0 0,90-8 0 0 0,22-12-3103 0 0,-65 6-2707 0 0,-94 11 2666 0 0,-10 5 321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76 720 0 0,'0'-12'2001'0'0,"24"12"3442"0"0,-24 6-4243 0 0,0 0-239 0 0,60-6-321 0 0,1 0-240 0 0,120-6-320 0 0,90-13-960 0 0,-95-6-2001 0 0,-56 0-3522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8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 1841 0 0,'0'0'4268'0'0,"5"0"-3374"0"0,-4 0-795 0 0,0 0-47 0 0,0 0-1 0 0,0 0 1 0 0,0-1-1 0 0,0 1 1 0 0,0 0-1 0 0,0 0 1 0 0,0 0-1 0 0,0 0 1 0 0,0 0 0 0 0,0 0-1 0 0,0 1 1 0 0,0-1-1 0 0,0 0 1 0 0,0 0-1 0 0,0 1 1 0 0,0-1-1 0 0,-1 1 1 0 0,1-1-1 0 0,0 1 1 0 0,0-1-1 0 0,0 1 1 0 0,0-1-1 0 0,-1 1 1 0 0,3 1 0 0 0,-3-1-42 0 0,0-1 0 0 0,0 0 1 0 0,0 1-1 0 0,0-1 1 0 0,0 1-1 0 0,0-1 1 0 0,1 1-1 0 0,-1-1 1 0 0,0 0-1 0 0,0 1 1 0 0,1-1-1 0 0,-1 0 1 0 0,0 1-1 0 0,1-1 1 0 0,-1 0-1 0 0,0 1 1 0 0,1-1-1 0 0,-1 0 1 0 0,0 0-1 0 0,1 1 1 0 0,-1-1-1 0 0,1 0 1 0 0,-1 0-1 0 0,0 0 1 0 0,1 0-1 0 0,-1 1 1 0 0,1-1-1 0 0,-1 0 1 0 0,1 0-1 0 0,-1 0 1 0 0,1 0-1 0 0,-1 0 1 0 0,0 0-1 0 0,1 0 0 0 0,0 0 1 0 0,0-1 0 0 0,-1 1 0 0 0,1 0 0 0 0,0 0-1 0 0,-1 0 1 0 0,1 0 0 0 0,0 1 0 0 0,-1-1 0 0 0,1 0 0 0 0,0 0-1 0 0,-1 0 1 0 0,1 0 0 0 0,0 1 0 0 0,-1-1 0 0 0,1 0 0 0 0,-1 1-1 0 0,1-1 1 0 0,-1 0 0 0 0,1 1 0 0 0,0-1 0 0 0,-1 1 0 0 0,0-1 0 0 0,1 1-1 0 0,-1-1 1 0 0,1 1 0 0 0,-1-1 0 0 0,1 1 0 0 0,-1-1 0 0 0,0 1-1 0 0,0 0 1 0 0,1-1 0 0 0,-1 1 0 0 0,0 0 0 0 0,0-1 0 0 0,0 1-1 0 0,1 0 1 0 0,-1-1 0 0 0,0 1 0 0 0,0 0 0 0 0,0 0-4 0 0,0 0-1 0 0,0-1 1 0 0,0 1-1 0 0,0-1 1 0 0,0 1 0 0 0,0 0-1 0 0,0-1 1 0 0,1 1 0 0 0,-1-1-1 0 0,0 1 1 0 0,0-1 0 0 0,1 1-1 0 0,-1-1 1 0 0,0 1-1 0 0,1-1 1 0 0,-1 1 0 0 0,0-1-1 0 0,1 1 1 0 0,-1-1 0 0 0,1 1-1 0 0,-1-1 1 0 0,1 0 0 0 0,-1 1-1 0 0,1-1 1 0 0,-1 0-1 0 0,1 0 1 0 0,-1 1 0 0 0,1-1-1 0 0,-1 0 1 0 0,1 0 0 0 0,-1 0-1 0 0,1 1 1 0 0,0-1 0 0 0,-1 0-1 0 0,1 0 1 0 0,-1 0 0 0 0,1 0-1 0 0,0 0 1 0 0,-1 0-1 0 0,1-1 1 0 0,-1 1 0 0 0,1 0-1 0 0,0 0 1 0 0,0 0-4 0 0,-1-1 0 0 0,0 1 1 0 0,1 0-1 0 0,-1 0 0 0 0,0 0 0 0 0,1 0 0 0 0,-1 0 1 0 0,0 0-1 0 0,1 0 0 0 0,-1 0 0 0 0,1 0 0 0 0,-1 0 1 0 0,0 0-1 0 0,1 0 0 0 0,-1 0 0 0 0,0 0 0 0 0,1 0 1 0 0,-1 0-1 0 0,0 0 0 0 0,1 1 0 0 0,-1-1 0 0 0,0 0 0 0 0,1 0 1 0 0,-1 0-1 0 0,0 0 0 0 0,0 1 0 0 0,1-1 0 0 0,-1 0 1 0 0,0 0-1 0 0,0 1 0 0 0,1-1 0 0 0,-1 0 0 0 0,0 1 1 0 0,0-1-1 0 0,0 0 0 0 0,0 0 0 0 0,1 1 0 0 0,-1 0 77 0 0,5-1-13 0 0,-4 0-61 0 0,0 0-5 0 0,0 0 0 0 0,0 0 0 0 0,0-1-1 0 0,0 1 1 0 0,0 0 0 0 0,0 0 0 0 0,0 0 0 0 0,0 0 0 0 0,0 0 0 0 0,0 1-1 0 0,0-1 1 0 0,0 0 0 0 0,0 0 0 0 0,0 1 0 0 0,0-1 0 0 0,0 0 0 0 0,0 1 0 0 0,0-1-1 0 0,0 1 1 0 0,-1-1 0 0 0,1 1 0 0 0,0 0 0 0 0,1 1 0 0 0,3-1 52 0 0,15-1-26 0 0,-15-1 26 0 0,-5-4-26 0 0,0 3 200 0 0,-60-3 159 0 0,56 5-364 0 0,-49-1 455 0 0,1 2 1 0 0,-76 13-1 0 0,126-14-433 0 0,1 0-1 0 0,-1 1 1 0 0,0-1-1 0 0,0 0 0 0 0,0 1 1 0 0,0-1-1 0 0,0 1 0 0 0,1 0 1 0 0,-1-1-1 0 0,0 1 0 0 0,1 0 1 0 0,-1 0-1 0 0,0 0 0 0 0,1 1 1 0 0,-1-1-1 0 0,1 0 0 0 0,0 0 1 0 0,-1 1-1 0 0,-1 2 1 0 0,3-3-31 0 0,0 0 1 0 0,-1 0 0 0 0,1 0 0 0 0,-1-1 0 0 0,1 1-1 0 0,-1 0 1 0 0,1 0 0 0 0,-1 0 0 0 0,0-1 0 0 0,1 1-1 0 0,-1 0 1 0 0,0-1 0 0 0,0 1 0 0 0,0 0 0 0 0,1-1 0 0 0,-1 1-1 0 0,-1 0 1 0 0,1-1-7 0 0,1 0 0 0 0,-1 0-1 0 0,1 0 1 0 0,0 0 0 0 0,-1 0 0 0 0,1 0 0 0 0,-1 0-1 0 0,1 1 1 0 0,0-1 0 0 0,-1 0 0 0 0,1 0-1 0 0,0 0 1 0 0,-1 1 0 0 0,1-1 0 0 0,0 0-1 0 0,-1 0 1 0 0,1 1 0 0 0,0-1 0 0 0,-1 0 0 0 0,1 1-1 0 0,0-1 1 0 0,0 0 0 0 0,0 1 0 0 0,-1-1-1 0 0,1 0 1 0 0,0 1 0 0 0,0-1 0 0 0,0 1-1 0 0,0-1 1 0 0,0 0 0 0 0,-1 1 0 0 0,1-1 0 0 0,0 1-1 0 0,0-1 1 0 0,0 0 0 0 0,0 1 0 0 0,0-1-1 0 0,0 1 1 0 0,1-1 0 0 0,-1 1 0 0 0,0-1 0 0 0,0 0-1 0 0,0 1 1 0 0,0-1 0 0 0,0 0 0 0 0,1 1-1 0 0,-1 0 1 0 0,20 12 88 0 0,1-1 1 0 0,0-1-1 0 0,0-1 1 0 0,1-1-1 0 0,1-1 0 0 0,-1-1 1 0 0,1 0-1 0 0,30 3 0 0 0,200 22-157 0 0,-234-30 67 0 0,19 1-25 0 0,-8-2-22 0 0,0 2 1 0 0,0 1 0 0 0,0 1-1 0 0,44 14 1 0 0,-64-7 85 0 0,-6-5-22 0 0,0-1 1 0 0,-1 1-1 0 0,1 0 1 0 0,-1-1-1 0 0,-1 2 0 0 0,1-1 1 0 0,-1 0-1 0 0,-1 0 0 0 0,3 12 1 0 0,-4-15-4 0 0,0-1 0 0 0,0 1 0 0 0,0 0 0 0 0,-1-1 0 0 0,1 1 0 0 0,-1-1 0 0 0,0 1 0 0 0,0-1 0 0 0,0 1 1 0 0,0-1-1 0 0,-1 1 0 0 0,1-1 0 0 0,-1 0 0 0 0,0 0 0 0 0,0 0 0 0 0,0 0 0 0 0,0 0 0 0 0,0 0 0 0 0,-1 0 0 0 0,0-1 1 0 0,1 1-1 0 0,-4 2 0 0 0,-16 9 78 0 0,-1 0 1 0 0,0-1 0 0 0,-1-1 0 0 0,0-1-1 0 0,0-2 1 0 0,-30 8 0 0 0,3-3-171 0 0,-1-4 1 0 0,-64 7 0 0 0,116-17 82 0 0,-9 1-274 0 0,0-1 1 0 0,0 1-1 0 0,-1-1 1 0 0,1-1-1 0 0,-11-1 1 0 0,18 2 115 0 0,1-1 1 0 0,0 1-1 0 0,-1 0 1 0 0,1-1 0 0 0,0 1-1 0 0,0-1 1 0 0,0 0 0 0 0,0 1-1 0 0,-1-1 1 0 0,1 0 0 0 0,0 1-1 0 0,0-1 1 0 0,0 0-1 0 0,0 0 1 0 0,1 0 0 0 0,-1 0-1 0 0,0 0 1 0 0,0 0 0 0 0,0 0-1 0 0,1 0 1 0 0,-1 0 0 0 0,1-1-1 0 0,-1 1 1 0 0,1 0-1 0 0,-1 0 1 0 0,1-1 0 0 0,0 1-1 0 0,-1 0 1 0 0,1 0 0 0 0,0-1-1 0 0,0 1 1 0 0,0 0 0 0 0,0-1-1 0 0,0 1 1 0 0,0 0-1 0 0,1-1 1 0 0,-1 1 0 0 0,0 0-1 0 0,1 0 1 0 0,-1-1 0 0 0,1 1-1 0 0,-1 0 1 0 0,1 0 0 0 0,-1 0-1 0 0,1 0 1 0 0,1-1-1 0 0,23-36-4227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09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 3121 0 0,'-64'23'4182'0'0,"-29"1"-2719"0"0,-16 4-318 0 0,-37 11-478 0 0,141-37-613 0 0,5 2-28 0 0,0-3-12 0 0,1-1 0 0 0,-1 1 1 0 0,0 0-1 0 0,1 0 0 0 0,-1-1 0 0 0,1 1 0 0 0,-1 0 0 0 0,1-1 0 0 0,-1 1 1 0 0,1-1-1 0 0,-1 1 0 0 0,1-1 0 0 0,0 1 0 0 0,-1-1 0 0 0,1 1 0 0 0,0-1 1 0 0,0 0-1 0 0,-1 1 0 0 0,1-1 0 0 0,0 0 0 0 0,0 1 0 0 0,-1-1 0 0 0,1 0 0 0 0,0 0 1 0 0,0 0-1 0 0,0 0 0 0 0,1 0 0 0 0,30 3 52 0 0,-23-3 32 0 0,59 7 231 0 0,227 16 823 0 0,483-10 769 0 0,171-82-1654 0 0,-707 41-3015 0 0,-232 27 1972 0 0,0-1-1 0 0,0 0 1 0 0,0 0-1 0 0,10-5 1 0 0,15-16-5560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33 286 3682 0 0,'1'-10'1232'0'0,"-1"7"-929"0"0,1 0-1 0 0,0-1 1 0 0,-1 1 0 0 0,0-1 0 0 0,0 1 0 0 0,0 0 0 0 0,0-1 0 0 0,-1 1 0 0 0,1-1 0 0 0,-1 1 0 0 0,0 0 0 0 0,0-1 0 0 0,0 1 0 0 0,-2-3 0 0 0,1 4-268 0 0,-1 0 0 0 0,1 0 0 0 0,0-1 1 0 0,0 1-1 0 0,0 0 0 0 0,0-1 0 0 0,1 1 0 0 0,-1-1 1 0 0,1 1-1 0 0,-1-1 0 0 0,1 0 0 0 0,0 0 0 0 0,0 1 1 0 0,0-1-1 0 0,1 0 0 0 0,-1 0 0 0 0,1 0 1 0 0,-1 0-1 0 0,1 0 0 0 0,0 0 0 0 0,0 0 0 0 0,0 0 1 0 0,1 0-1 0 0,0-4 0 0 0,-1 3-45 0 0,1 0 0 0 0,0-1-1 0 0,0 1 1 0 0,0 0 0 0 0,1 0-1 0 0,-1 0 1 0 0,1 0 0 0 0,0 0 0 0 0,0 0-1 0 0,0 0 1 0 0,1 0 0 0 0,-1 1-1 0 0,1-1 1 0 0,0 1 0 0 0,0 0 0 0 0,6-5-1 0 0,8-11 13 0 0,-3 4-2 0 0,-12 14 0 0 0,0-1 0 0 0,0 0 0 0 0,-1 1 0 0 0,1-1 0 0 0,0 0 0 0 0,-1 0 0 0 0,0 1 0 0 0,1-1 0 0 0,-1 0 0 0 0,0-1 0 0 0,0 1 0 0 0,0 0 0 0 0,-1 0 0 0 0,1 0 0 0 0,0-3 0 0 0,0 4 0 0 0,-1 0 1 0 0,0 0-1 0 0,1 1 1 0 0,-1-1 0 0 0,1 0-1 0 0,-1 0 1 0 0,1 0-1 0 0,-1 1 1 0 0,1-1 0 0 0,0 0-1 0 0,-1 1 1 0 0,1-1-1 0 0,0 1 1 0 0,0-1 0 0 0,-1 0-1 0 0,1 1 1 0 0,0 0-1 0 0,0-1 1 0 0,0 1 0 0 0,0-1-1 0 0,-1 1 1 0 0,1 0-1 0 0,0 0 1 0 0,0-1 0 0 0,0 1-1 0 0,0 0 1 0 0,0 0-1 0 0,0 0 1 0 0,0 0 0 0 0,0 0-1 0 0,0 0 1 0 0,1 1-1 0 0,3-2 154 0 0,-5 2-141 0 0,0 0-1 0 0,1 0 0 0 0,-1 0 1 0 0,1 0-1 0 0,-1-1 1 0 0,1 1-1 0 0,-1 0 1 0 0,1 0-1 0 0,-1 0 1 0 0,1-1-1 0 0,0 1 1 0 0,0 0-1 0 0,-1-1 0 0 0,1 1 1 0 0,0 0-1 0 0,0-1 1 0 0,0 1-1 0 0,1 0 1 0 0,10 8 84 0 0,3 37 196 0 0,16 13-51 0 0,22 46 100 0 0,-47-93-277 0 0,-2 1 0 0 0,0-1 1 0 0,0 1-1 0 0,-1 0 0 0 0,-1 1 0 0 0,1 25 1 0 0,-2-33-33 0 0,-1 1 0 0 0,1 0 1 0 0,0-1-1 0 0,0 1 0 0 0,1-1 1 0 0,0 1-1 0 0,0-1 0 0 0,0 0 1 0 0,1 1-1 0 0,0-1 0 0 0,5 7 1 0 0,-9-13-49 0 0,1 0 0 0 0,-1 0 1 0 0,1-1-1 0 0,-1 1 0 0 0,1 0 1 0 0,0 0-1 0 0,-1 0 0 0 0,1 0 1 0 0,-1 0-1 0 0,1 0 0 0 0,-1 0 1 0 0,1 0-1 0 0,-1 0 0 0 0,1 0 1 0 0,-1 0-1 0 0,1 0 0 0 0,0 0 1 0 0,-1 1-1 0 0,1-1 0 0 0,-1 0 1 0 0,1 0-1 0 0,-1 0 0 0 0,1 1 1 0 0,0-1-1 0 0,-1 0 0 0 0,1 0 1 0 0,0 1-1 0 0,-1-1 0 0 0,1 0 0 0 0,0 1 1 0 0,-1-1-1 0 0,1 0 0 0 0,0 1 1 0 0,0-1-1 0 0,-1 1 0 0 0,1-1 1 0 0,0 0-1 0 0,0 1 0 0 0,0-1 1 0 0,0 1-1 0 0,0-1 0 0 0,-1 1 1 0 0,1-1-1 0 0,0 1 0 0 0,0-1 1 0 0,0 0-1 0 0,0 1 0 0 0,0-1 1 0 0,1 2-1 0 0,44-67-2680 0 0,-44 61 2353 0 0,1-1-1 0 0,-1 0 0 0 0,0 1 0 0 0,0-1 0 0 0,0 0 0 0 0,-1 0 0 0 0,0 0 0 0 0,0 0 0 0 0,-1-9 1 0 0,0-10-1245 0 0,1-47-2295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2 240 0 0,'60'5'3054'0'0,"-45"-3"-2267"0"0,0-1 0 0 0,0 0 1 0 0,25-3-1 0 0,-21 0-507 0 0,-10 0-237 0 0,1 0 0 0 0,-1 1 0 0 0,0 0 0 0 0,0 1 0 0 0,1 0 0 0 0,-1 0 1 0 0,0 1-1 0 0,0 0 0 0 0,1 1 0 0 0,-1 0 0 0 0,0 0 0 0 0,17 8 0 0 0,-4 0 37 0 0,-1 0 0 0 0,0 2 0 0 0,-1 1 0 0 0,0 0 1 0 0,-1 1-1 0 0,0 1 0 0 0,-2 1 0 0 0,0 1 0 0 0,0 0 0 0 0,26 38 0 0 0,-38-46-4 0 0,0-1 0 0 0,-1 1 1 0 0,-1 0-1 0 0,1 1 1 0 0,-2-1-1 0 0,1 0 0 0 0,-1 1 1 0 0,-1 0-1 0 0,1-1 0 0 0,-2 1 1 0 0,1 0-1 0 0,-3 17 1 0 0,2-20-30 0 0,1-4-21 0 0,-2 0 0 0 0,1 0 0 0 0,0 0-1 0 0,-1 0 1 0 0,1 0 0 0 0,-1 0 0 0 0,0 0 0 0 0,0 0-1 0 0,0 0 1 0 0,0 0 0 0 0,-1 0 0 0 0,1 0 0 0 0,-1-1-1 0 0,1 1 1 0 0,-4 3 0 0 0,-38 26 234 0 0,13-12 14 0 0,22-15-226 0 0,0-1 0 0 0,0 1 0 0 0,0-1 0 0 0,-1-1 0 0 0,0 0 0 0 0,0 0 0 0 0,1-1 0 0 0,-1 0 0 0 0,-1 0 0 0 0,-9 0 0 0 0,-12 0 43 0 0,-47-4 1 0 0,55 1-69 0 0,-153-13 204 0 0,147 7-214 0 0,24-4-13 0 0,10 5 0 0 0,20 5 0 0 0,-14 0 0 0 0,0 1 1 0 0,-1 0-1 0 0,1 1 0 0 0,0 0 1 0 0,0 0-1 0 0,13 5 0 0 0,2 0 11 0 0,3 1 69 0 0,47 16 0 0 0,-35-9-13 0 0,49 22 80 0 0,-87-35-249 0 0,0 0 0 0 0,-1 0 1 0 0,1 0-1 0 0,0 0 0 0 0,0-1 0 0 0,0 1 1 0 0,-1-1-1 0 0,1 0 0 0 0,0 0 0 0 0,0 0 1 0 0,0 0-1 0 0,0 0 0 0 0,0-1 0 0 0,-1 1 1 0 0,1-1-1 0 0,0 0 0 0 0,0 0 0 0 0,-1 0 1 0 0,1 0-1 0 0,-1 0 0 0 0,1 0 0 0 0,-1-1 1 0 0,1 1-1 0 0,-1-1 0 0 0,0 0 0 0 0,1 0 1 0 0,-1 0-1 0 0,2-2 0 0 0,13-10-1536 0 0,-12 12 1275 0 0,1-2-212 0 0,0 0 0 0 0,0 0 0 0 0,0 0 0 0 0,0-1 0 0 0,-1 0 0 0 0,10-11-1 0 0,-10-9-1238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3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1121 0 0,'0'13'2801'0'0,"-30"-7"-400"0"0,-1 0-640 0 0,31 7-481 0 0,-30-7-399 0 0,30 2-321 0 0,30-8-160 0 0,31 0-160 0 0,-1 0-160 0 0,31-8 0 0 0,-31 2-80 0 0,31 1-160 0 0,-1-3-320 0 0,-29 2-320 0 0,-1-5-801 0 0,-30 3-1040 0 0,0 2 160 0 0,1 0 400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4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0,'30'45'6723'0'0,"-30"5"-3281"0"0,0 7-3202 0 0,0-5-560 0 0,0-8 480 0 0,30-19 80 0 0,-60-19-80 0 0,30-18-1440 0 0,0-1 159 0 0,30-6-79 0 0,-30 0-721 0 0,0 7-240 0 0,0-7 240 0 0,-30 5 240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1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86 320 0 0,'0'-2'277'0'0,"0"1"0"0"0,1-1 0 0 0,-1 0-1 0 0,0 1 1 0 0,0-1 0 0 0,0 0 0 0 0,-1 1-1 0 0,1-1 1 0 0,0 0 0 0 0,-1 1 0 0 0,1-1 0 0 0,-1 0-1 0 0,1 1 1 0 0,-1-1 0 0 0,0 1 0 0 0,0-1 0 0 0,0 1-1 0 0,0-1 1 0 0,0 1 0 0 0,0 0 0 0 0,0 0 0 0 0,0-1-1 0 0,0 1 1 0 0,0 0 0 0 0,-1 0 0 0 0,-1-1 0 0 0,1 0-294 0 0,1 2 79 0 0,1-1-1 0 0,-1 1 1 0 0,1 0-1 0 0,-1-1 1 0 0,1 1 0 0 0,-1-1-1 0 0,1 1 1 0 0,0-1 0 0 0,-1 1-1 0 0,1-1 1 0 0,0 1-1 0 0,-1-1 1 0 0,1 1 0 0 0,0-1-1 0 0,0 0 1 0 0,0 1 0 0 0,-1-1-1 0 0,1 0 1 0 0,0 1-1 0 0,0-1 1 0 0,0 1 0 0 0,0-1-1 0 0,0 0 1 0 0,0 1 0 0 0,0-1-1 0 0,0 0 1 0 0,0 1-1 0 0,1-1 1 0 0,-1 1 0 0 0,0-1-1 0 0,0 0 1 0 0,0 1 0 0 0,1-1-1 0 0,-1 1 1 0 0,0-1 0 0 0,1 1-1 0 0,-1-1 1 0 0,0 1-1 0 0,1-1 1 0 0,-1 1 0 0 0,1-1-1 0 0,-1 1 1 0 0,1-1 0 0 0,-1 1-1 0 0,2-1 1 0 0,22-12-203 0 0,-12 11 113 0 0,0 0-1 0 0,0 2 1 0 0,0-1-1 0 0,0 1 1 0 0,0 1-1 0 0,-1 0 1 0 0,19 4-1 0 0,-24-4 44 0 0,1 1 1 0 0,-1-1-1 0 0,0 1 0 0 0,0 0 0 0 0,1 0 0 0 0,-2 1 0 0 0,1 0 0 0 0,0 0 0 0 0,0 0 0 0 0,-1 1 0 0 0,0 0 0 0 0,0 0 1 0 0,0 0-1 0 0,0 1 0 0 0,7 8 0 0 0,-4-2 77 0 0,1 0 0 0 0,0-1 0 0 0,19 16 0 0 0,-1 0 100 0 0,-26-25-166 0 0,3 10 125 0 0,-4-8-88 0 0,-5-2 4 0 0,-13-1-77 0 0,1-1-1 0 0,-1-1 1 0 0,1 0 0 0 0,0-1-1 0 0,0-1 1 0 0,-20-7 0 0 0,-29-5-52 0 0,47 13 56 0 0,-1-1 20 0 0,-1 1 1 0 0,1 1-1 0 0,-1 1 1 0 0,0 1-1 0 0,-27 3 1 0 0,46-3 2 0 0,0 1 1 0 0,0-1 0 0 0,0 1 0 0 0,0 0 0 0 0,0 0 0 0 0,1 0 0 0 0,-1 0 0 0 0,0 0-1 0 0,0 0 1 0 0,0 1 0 0 0,1-1 0 0 0,-1 1 0 0 0,1-1 0 0 0,-1 1 0 0 0,1-1 0 0 0,0 1-1 0 0,0 0 1 0 0,-1 0 0 0 0,1 0 0 0 0,0 0 0 0 0,1-1 0 0 0,-1 1 0 0 0,0 0 0 0 0,1 1 0 0 0,-1-1-1 0 0,1 0 1 0 0,-1 0 0 0 0,1 0 0 0 0,0 0 0 0 0,0 0 0 0 0,0 0 0 0 0,0 0 0 0 0,0 1-1 0 0,0-1 1 0 0,1 0 0 0 0,-1 0 0 0 0,1 0 0 0 0,0 0 0 0 0,-1 0 0 0 0,1 0 0 0 0,0 0-1 0 0,0 0 1 0 0,0 0 0 0 0,0-1 0 0 0,1 1 0 0 0,1 2 0 0 0,5 6 42 0 0,1 0 0 0 0,0-1-1 0 0,0-1 1 0 0,1 0 0 0 0,0 0 0 0 0,0 0 0 0 0,1-1 0 0 0,0-1-1 0 0,15 7 1 0 0,0-1 14 0 0,0-1 0 0 0,1-2 0 0 0,42 10 0 0 0,-13-7-10 0 0,1-3 0 0 0,0-2 1 0 0,72-1-1 0 0,-105-7-441 0 0,0 0-1 0 0,0-2 1 0 0,0-1-1 0 0,0 0 1 0 0,0-2-1 0 0,-1-1 1 0 0,0-1-1 0 0,0-1 1 0 0,-1 0-1 0 0,28-17 1 0 0,-47 24 85 0 0,0 0 1 0 0,0 0-1 0 0,-1 0 1 0 0,1-1-1 0 0,0 1 1 0 0,-1-1 0 0 0,1 1-1 0 0,-1-1 1 0 0,0 0-1 0 0,0 0 1 0 0,0 0 0 0 0,2-3-1 0 0,1-26-4177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31 332 2161 0 0,'-7'-8'4826'0'0,"-9"8"-4548"0"0,14 0 234 0 0,2 0-492 0 0,-1 0 0 0 0,1 0 0 0 0,0 0 0 0 0,0 0 0 0 0,0 0 0 0 0,0-1 0 0 0,-1 1 0 0 0,1 0 0 0 0,0 0 0 0 0,0 0 0 0 0,0 0 0 0 0,0 0 0 0 0,-1 0 0 0 0,1 0 0 0 0,0 1 0 0 0,0-1 0 0 0,0 0 0 0 0,0 0 0 0 0,-1 0 0 0 0,1 0 0 0 0,0 0 0 0 0,0 0 0 0 0,0 0 0 0 0,0 0 0 0 0,0 0 0 0 0,-1 0 0 0 0,1 0 0 0 0,0 1 0 0 0,0-1 0 0 0,0 0 0 0 0,0 0 0 0 0,0 0 0 0 0,0 0 0 0 0,0 0 0 0 0,-1 1 0 0 0,1-1 0 0 0,0 0 0 0 0,0 0 0 0 0,0 0 0 0 0,0 0 0 0 0,0 1 0 0 0,0-1 0 0 0,0 0 0 0 0,0 0 0 0 0,0 0 0 0 0,0 0 0 0 0,0 1 0 0 0,0-1 0 0 0,0 0 0 0 0,0 0 0 0 0,0 0 0 0 0,0 0 0 0 0,0 1 0 0 0,0-1 0 0 0,0 0 0 0 0,0 0 0 0 0,0 0 0 0 0,1 0 0 0 0,-1 0 0 0 0,0 1 0 0 0,0-1 0 0 0,0 0 0 0 0,0 0 0 0 0,0 0 0 0 0,0 0 0 0 0,0 0 0 0 0,1 0 0 0 0,-1 1 0 0 0,0-1 0 0 0,4 1 888 0 0,-3-1-896 0 0,0 0-9 0 0,0 0 1 0 0,0 0-1 0 0,0 0 0 0 0,0 1 1 0 0,0-1-1 0 0,0 0 1 0 0,0 0-1 0 0,0 0 0 0 0,0-1 1 0 0,0 1-1 0 0,0 0 0 0 0,0 0 1 0 0,0 0-1 0 0,0-1 1 0 0,0 1-1 0 0,0-1 0 0 0,0 1 1 0 0,0 0-1 0 0,-1-1 0 0 0,1 0 1 0 0,0 1-1 0 0,0-1 1 0 0,1-1-1 0 0,3 1 64 0 0,172-13 259 0 0,-118 8-239 0 0,30-3 138 0 0,-38 3-111 0 0,56 2 1 0 0,-55 3-81 0 0,-12-1 36 0 0,69 7-1 0 0,7 2 21 0 0,-21-3-6 0 0,20 3-4 0 0,-54 0 0 0 0,-56-7 80 0 0,-8-2-60 0 0,0 0 1 0 0,0-1-1 0 0,0 1 0 0 0,0 0 1 0 0,0 1-1 0 0,0-1 1 0 0,-1 0-1 0 0,1 1 0 0 0,0 0 1 0 0,-1 0-1 0 0,1 0 1 0 0,-6-1-1 0 0,-10-4 275 0 0,-295-95 2642 0 0,156 52-2285 0 0,112 35-599 0 0,-64-24 307 0 0,87 30-515 0 0,17 7-96 0 0,0 0 0 0 0,1-1 0 0 0,-1 0 0 0 0,0 0 0 0 0,1-1 0 0 0,-1 1 0 0 0,1-1 0 0 0,-7-5 0 0 0,11 7 106 0 0,1 1-1 0 0,0 0 0 0 0,-1-1 1 0 0,1 1-1 0 0,0 0 0 0 0,-1-1 1 0 0,1 1-1 0 0,0-1 0 0 0,0 1 0 0 0,0-1 1 0 0,-1 1-1 0 0,1-1 0 0 0,0 1 1 0 0,0-1-1 0 0,0 1 0 0 0,0-1 1 0 0,0 1-1 0 0,0-1 0 0 0,0 1 0 0 0,0-1 1 0 0,0 1-1 0 0,0 0 0 0 0,0-1 1 0 0,0 1-1 0 0,0-1 0 0 0,0 1 1 0 0,0-1-1 0 0,0 1 0 0 0,1-1 1 0 0,-1 1-1 0 0,0-1 0 0 0,0 1 0 0 0,0-1 1 0 0,1 1-1 0 0,-1 0 0 0 0,0-1 1 0 0,1 1-1 0 0,-1-1 0 0 0,0 1 1 0 0,1 0-1 0 0,-1 0 0 0 0,1-1 0 0 0,-1 1 1 0 0,0 0-1 0 0,2-1 0 0 0,25-10-2274 0 0,-17 8 1793 0 0,3-1-461 0 0,-1 0 0 0 0,1 2 0 0 0,0-1 0 0 0,0 2 0 0 0,0 0 0 0 0,21 0-1 0 0,21 8-1392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1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4722 0 0,'-60'69'5763'0'0,"-1"-17"-4483"0"0,61-21-1840 0 0,0-24 80 0 0,30-7-481 0 0,1-13-4241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151 179 2721 0 0,'-30'12'6163'0'0,"-30"1"-3442"0"0,30-13-2321 0 0,0 0-79 0 0,60-13-722 0 0,-30 1-319 0 0,0-45-2561 0 0,0-65-3442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3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 1681 0 0,'-30'19'4962'0'0,"-30"6"-2001"0"0,29-11-2000 0 0,31-22-2002 0 0,0-3-559 0 0,0-9-1362 0 0,-30-5-479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89 4882 0 0,'-121'-12'6243'0'0,"60"18"-4882"0"0,92-12-2962 0 0,-1-13 881 0 0,91-39-4643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1040 0 0,'-60'8'3602'0'0,"-31"-2"-80"0"0,61 7-1521 0 0,30-7-1441 0 0,30-6-1120 0 0,31-6-1761 0 0,29-2-561 0 0,-35-3 161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 1921 0 0,'0'5'3521'0'0,"0"1"-1360"0"0,-30 2-800 0 0,6 3-801 0 0,-36-11-4161 0 0,-61 6-1922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9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1381 80 0 0,'-46'9'6839'0'0,"1"0"-4434"0"0,40-8-2397 0 0,-1 0-1 0 0,0 0 0 0 0,1 1 1 0 0,-1 0-1 0 0,1 0 1 0 0,-1 0-1 0 0,1 0 1 0 0,-6 5-1 0 0,1 7 380 0 0,-4-11-156 0 0,1 0 1 0 0,-1 0 0 0 0,0-2-1 0 0,0 1 1 0 0,-26-2 0 0 0,38 0-208 0 0,-3 0 69 0 0,5-1-86 0 0,0 0-1 0 0,0 1 0 0 0,1-1 1 0 0,-1 1-1 0 0,0-1 1 0 0,0 0-1 0 0,0 1 0 0 0,1-1 1 0 0,-1 1-1 0 0,0-1 1 0 0,0 1-1 0 0,1-1 0 0 0,-1 1 1 0 0,1-1-1 0 0,-1 1 1 0 0,0 0-1 0 0,1-1 0 0 0,-1 1 1 0 0,1-1-1 0 0,-1 1 1 0 0,1 0-1 0 0,-1-1 0 0 0,1 1 1 0 0,-1 0-1 0 0,1 0 1 0 0,-1-1-1 0 0,1 1 0 0 0,0 0 1 0 0,-1 0-1 0 0,1 0 1 0 0,-1 0-1 0 0,2 0 0 0 0,-2 0 0 0 0,1 0 0 0 0,0-1-1 0 0,0 1 1 0 0,-1 0-1 0 0,1 0 1 0 0,0-1-1 0 0,0 1 1 0 0,-1 0-1 0 0,1-1 1 0 0,0 1 0 0 0,-1 0-1 0 0,1-1 1 0 0,0 1-1 0 0,-1-1 1 0 0,1 1-1 0 0,-1-1 1 0 0,1 0-1 0 0,0 1 1 0 0,-1-1 0 0 0,0 0-1 0 0,1 1 1 0 0,-1-1-1 0 0,1 0 1 0 0,-1 1-1 0 0,0-1 1 0 0,0 0-1 0 0,1 0 1 0 0,-1 1 0 0 0,0-1-1 0 0,0 0 1 0 0,0 0-1 0 0,0 0 1 0 0,0 0-1 0 0,1-2 11 0 0,-1 0 0 0 0,0 1 0 0 0,1-1 0 0 0,-1 1 0 0 0,1-1 0 0 0,0 1 0 0 0,0 0 0 0 0,0-1 0 0 0,0 1 0 0 0,0 0 0 0 0,1 0 0 0 0,-1-1 0 0 0,1 1 0 0 0,-1 0 0 0 0,1 1 0 0 0,3-4 0 0 0,10-12 73 0 0,-7 6-35 0 0,34-43 279 0 0,53-52 0 0 0,-74 86-275 0 0,4-2 16 0 0,-2-1 0 0 0,34-45 0 0 0,-10 14-6 0 0,-30 36-37 0 0,-1-1-1 0 0,15-23 1 0 0,-9 4 32 0 0,16-40 0 0 0,35-105 184 0 0,-50 121-220 0 0,-11 34-47 0 0,1 1 0 0 0,1 1-1 0 0,2 0 1 0 0,0 1 0 0 0,2 1 0 0 0,0 0-1 0 0,2 2 1 0 0,1 0 0 0 0,0 1-1 0 0,2 1 1 0 0,41-28 0 0 0,-15 16-31 0 0,2 2 1 0 0,1 3-1 0 0,1 1 0 0 0,1 3 1 0 0,64-17-1 0 0,-45 20 100 0 0,1 5 0 0 0,0 2-1 0 0,2 4 1 0 0,-1 2 0 0 0,114 7-1 0 0,381 59 781 0 0,195 85-101 0 0,-311-52-589 0 0,-397-83-86 0 0,-49-8-79 0 0,-8-4-51 0 0,-8-3-207 0 0,-22-6-42 0 0,-51-13 0 0 0,16 5 18 0 0,-463-166-5721 0 0,377 139-174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1040 0 0,'-121'6'8004'0'0,"37"21"-5123"0"0,54-22-3361 0 0,60-10-320 0 0,24-3 160 0 0,37 2-241 0 0,29 0-2320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0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33 2001 0 0,'0'-7'3682'0'0,"-30"7"-3923"0"0,30-6-1679 0 0,-90-13-1362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346 121 2961 0 0,'0'0'187'0'0,"25"16"3541"0"0,-24-17-3630 0 0,0-1 0 0 0,-1 1 0 0 0,1 0 0 0 0,0 0 0 0 0,-1-1 0 0 0,1 1 0 0 0,-1 0 0 0 0,1-1 0 0 0,-1 1 0 0 0,0 0 0 0 0,0-1 0 0 0,0 1 0 0 0,1-1-1 0 0,-1 1 1 0 0,0-1 0 0 0,-1 1 0 0 0,1 0 0 0 0,-1-3 0 0 0,1-86 1023 0 0,1 89-1116 0 0,-1 1 0 0 0,0-1 1 0 0,0 1-1 0 0,1-1 0 0 0,-1 1 0 0 0,0-1 0 0 0,1 1 1 0 0,-1-1-1 0 0,0 1 0 0 0,1 0 0 0 0,-1-1 1 0 0,0 1-1 0 0,1 0 0 0 0,-1-1 0 0 0,1 1 0 0 0,-1 0 1 0 0,1-1-1 0 0,-1 1 0 0 0,1 0 0 0 0,-1 0 0 0 0,1 0 1 0 0,-1 0-1 0 0,1-1 0 0 0,0 1 0 0 0,-1 0 1 0 0,1 0-1 0 0,-1 0 0 0 0,1 0 0 0 0,-1 0 0 0 0,1 0 1 0 0,-1 0-1 0 0,1 1 0 0 0,-1-1 0 0 0,1 0 1 0 0,0 0-1 0 0,0 0-2 0 0,-1 1 1 0 0,0-1 0 0 0,1 0-1 0 0,-1 0 1 0 0,1 0-1 0 0,-1 0 1 0 0,1 0 0 0 0,-1 0-1 0 0,1 0 1 0 0,-1 0-1 0 0,1 0 1 0 0,-1 0 0 0 0,0 0-1 0 0,1 0 1 0 0,-1 0-1 0 0,1-1 1 0 0,-1 1 0 0 0,1 0-1 0 0,-1 0 1 0 0,0 0-1 0 0,1-1 1 0 0,-1 1 0 0 0,1 0-1 0 0,-1 0 1 0 0,0-1-1 0 0,1 1 1 0 0,-1 0 0 0 0,0-1-1 0 0,1 1 1 0 0,-1 0-1 0 0,0-1 1 0 0,1 0 0 0 0,-1 0 169 0 0,1 0 68 0 0,-7-2-162 0 0,-8 2 75 0 0,1 1 1 0 0,0 1-1 0 0,-1 0 0 0 0,1 1 0 0 0,0 0 0 0 0,0 1 1 0 0,0 0-1 0 0,1 1 0 0 0,-1 1 0 0 0,-18 9 0 0 0,-8 2 111 0 0,30-13-225 0 0,-1 1 0 0 0,1 0 0 0 0,0 0 0 0 0,0 1 0 0 0,0 0 0 0 0,1 1 0 0 0,-1 0 0 0 0,1 1 0 0 0,1-1 0 0 0,-1 1 0 0 0,1 1 0 0 0,-6 8 0 0 0,-18 29 187 0 0,30-44-219 0 0,1 0 0 0 0,-1 1 0 0 0,0-1 0 0 0,1 1 0 0 0,-1-1 0 0 0,1 1 0 0 0,-1-1 0 0 0,1 1 0 0 0,-1-1 0 0 0,1 1 0 0 0,0 0 0 0 0,0-1 0 0 0,0 1 0 0 0,0 1 0 0 0,-4 19 99 0 0,-3-8-66 0 0,4-10-25 0 0,1-1 1 0 0,0 1-1 0 0,0 0 0 0 0,0 0 1 0 0,1 1-1 0 0,-1-1 0 0 0,1 0 1 0 0,0 0-1 0 0,0 1 0 0 0,1-1 1 0 0,-1 0-1 0 0,1 8 0 0 0,-1 17 99 0 0,0-20-79 0 0,0 0 0 0 0,1 0-1 0 0,0 0 1 0 0,1 0 0 0 0,0-1-1 0 0,0 1 1 0 0,4 14 0 0 0,5-4 47 0 0,-8-16-77 0 0,0 1 0 0 0,0 0 1 0 0,0-1-1 0 0,-1 1 1 0 0,1 0-1 0 0,-1 0 1 0 0,0 0-1 0 0,0 0 0 0 0,-1 0 1 0 0,1 0-1 0 0,-1 5 1 0 0,0-5-4 0 0,0-1 1 0 0,1 1 0 0 0,-1-1 0 0 0,1 1-1 0 0,0-1 1 0 0,-1 0 0 0 0,1 1 0 0 0,1-1-1 0 0,-1 0 1 0 0,0 0 0 0 0,1 1 0 0 0,0-1 0 0 0,0 0-1 0 0,4 5 1 0 0,-1 0 20 0 0,-3-4-8 0 0,-1 1 0 0 0,0 0 1 0 0,0-1-1 0 0,0 1 1 0 0,0 0-1 0 0,-1 0 1 0 0,0 0-1 0 0,0 0 0 0 0,-1 6 1 0 0,0-9-17 0 0,1 0-1 0 0,-1 0 1 0 0,1-1 0 0 0,0 1 0 0 0,-1 0 0 0 0,1 0-1 0 0,0-1 1 0 0,0 1 0 0 0,1 0 0 0 0,-1 0 0 0 0,0 0-1 0 0,0-1 1 0 0,1 1 0 0 0,-1 0 0 0 0,1-1 0 0 0,0 1-1 0 0,0 0 1 0 0,-1-1 0 0 0,3 3 0 0 0,35-6-61 0 0,1-1 0 0 0,-1-1 1 0 0,74-21-1 0 0,-85 18 39 0 0,-1-1-1 0 0,0-2 1 0 0,-1-1-1 0 0,0-1 1 0 0,0-1-1 0 0,30-22 1 0 0,-38 23-9 0 0,-2 0 1 0 0,0-2 0 0 0,24-27 0 0 0,-37 39 13 0 0,0 0 1 0 0,0 0-1 0 0,0 0 0 0 0,0-1 0 0 0,0 1 0 0 0,-1-1 1 0 0,0 1-1 0 0,1-1 0 0 0,-1 0 0 0 0,0 0 1 0 0,0 1-1 0 0,0-1 0 0 0,0 0 0 0 0,-1 0 1 0 0,1 0-1 0 0,-1 0 0 0 0,0 0 0 0 0,0 0 0 0 0,0 0 1 0 0,0 0-1 0 0,-1 0 0 0 0,1 0 0 0 0,-1 0 1 0 0,1 0-1 0 0,-1 1 0 0 0,0-1 0 0 0,0 0 1 0 0,0 0-1 0 0,-1 1 0 0 0,-2-6 0 0 0,-12-7-83 0 0,0 0 0 0 0,0 1 1 0 0,-2 0-1 0 0,0 2 0 0 0,0 0 0 0 0,-1 1 0 0 0,-1 1 0 0 0,-40-16 0 0 0,-6-4 186 0 0,51 22-81 0 0,-1 0 1 0 0,0 1 0 0 0,0 1 0 0 0,0 0 0 0 0,-1 2 0 0 0,0-1-1 0 0,0 2 1 0 0,0 1 0 0 0,0 0 0 0 0,-1 1 0 0 0,1 0 0 0 0,0 2-1 0 0,-1 0 1 0 0,1 1 0 0 0,-28 6 0 0 0,42-6-22 0 0,-1-1-1 0 0,1 1 1 0 0,0 0 0 0 0,0 0 0 0 0,-1 0-1 0 0,1 0 1 0 0,0 0 0 0 0,1 1 0 0 0,-1-1 0 0 0,0 1-1 0 0,1 0 1 0 0,0 0 0 0 0,-1 0 0 0 0,1 0-1 0 0,0 0 1 0 0,1 1 0 0 0,-1-1 0 0 0,0 0-1 0 0,1 1 1 0 0,0-1 0 0 0,0 1 0 0 0,-1 4-1 0 0,3-4-33 0 0,0 1 0 0 0,1-1 0 0 0,-1 0 0 0 0,1 0-1 0 0,0 0 1 0 0,0 0 0 0 0,0 0 0 0 0,1 0 0 0 0,-1-1-1 0 0,1 1 1 0 0,0-1 0 0 0,0 0 0 0 0,0 0 0 0 0,0 0 0 0 0,6 4-1 0 0,0 0-144 0 0,0 0 0 0 0,0-1 0 0 0,0 0 0 0 0,1 0-1 0 0,18 7 1 0 0,-5-8-228 0 0,1 0 0 0 0,0-1 0 0 0,0-2 0 0 0,0 0 0 0 0,0-2 0 0 0,34-3 0 0 0,62-8-2192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6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0 560 0 0,'0'4'484'0'0,"0"-1"-1"0"0,-1 0 1 0 0,1 1-1 0 0,-1-1 0 0 0,0 0 1 0 0,0 0-1 0 0,0 1 1 0 0,-1-1-1 0 0,1 0 1 0 0,-1 0-1 0 0,0 0 0 0 0,0-1 1 0 0,-3 6-1 0 0,-38 33 1286 0 0,36-35-1679 0 0,1-1 0 0 0,0 1 1 0 0,0 0-1 0 0,0 0 0 0 0,1 1 0 0 0,-1 0 0 0 0,-5 11 0 0 0,7 10 78 0 0,4-26-147 0 0,0 0-1 0 0,0 1 0 0 0,0-1 1 0 0,0 1-1 0 0,-1-1 1 0 0,1 1-1 0 0,-1-1 1 0 0,0 0-1 0 0,1 1 0 0 0,-1-1 1 0 0,-1 3-1 0 0,0-3-4 0 0,1 0-1 0 0,0 0 0 0 0,0 0 1 0 0,0 0-1 0 0,0 0 1 0 0,0 0-1 0 0,0 0 0 0 0,1 1 1 0 0,-1-1-1 0 0,1 0 0 0 0,-1 1 1 0 0,1-1-1 0 0,0 4 0 0 0,15 35 196 0 0,-9-27-143 0 0,-3-8-50 0 0,1 0 0 0 0,0 0 0 0 0,0-1 0 0 0,0 0 0 0 0,1 1 0 0 0,0-2 0 0 0,0 1 0 0 0,0-1 0 0 0,1 1 0 0 0,0-1 0 0 0,6 3 0 0 0,7 4 21 0 0,2 0 0 0 0,27 9 0 0 0,-19-10-12 0 0,0-1 0 0 0,1-2 0 0 0,1-1 0 0 0,-1-2 0 0 0,1-1-1 0 0,39 0 1 0 0,-47-4-36 0 0,-1 0 0 0 0,0-2 0 0 0,1 0 0 0 0,-1-1 0 0 0,33-12 0 0 0,-43 12-4 0 0,-3 1 0 0 0,0 0-1 0 0,0 0 1 0 0,-1-1-1 0 0,1 0 0 0 0,8-7 1 0 0,-16 10 9 0 0,1 0 0 0 0,-1 0 0 0 0,1 0 1 0 0,-1 0-1 0 0,0-1 0 0 0,0 1 0 0 0,0 0 0 0 0,0-1 1 0 0,0 1-1 0 0,0-1 0 0 0,0 1 0 0 0,0-1 0 0 0,0 1 1 0 0,-1-1-1 0 0,1 0 0 0 0,0 1 0 0 0,-1-1 1 0 0,0 0-1 0 0,1 0 0 0 0,-1 1 0 0 0,0-1 0 0 0,0 0 1 0 0,0 0-1 0 0,0 0 0 0 0,0 1 0 0 0,0-1 0 0 0,-1 0 1 0 0,1 0-1 0 0,-1 1 0 0 0,1-1 0 0 0,-1 0 0 0 0,1 1 1 0 0,-1-1-1 0 0,-1-2 0 0 0,-1 0-5 0 0,0 0-1 0 0,0 0 1 0 0,-1 1 0 0 0,1-1-1 0 0,-1 1 1 0 0,1 0 0 0 0,-1-1-1 0 0,0 2 1 0 0,-6-4 0 0 0,-241-131-218 0 0,211 118 210 0 0,0 1 0 0 0,-1 2 0 0 0,-44-10 0 0 0,62 20-28 0 0,0 2 0 0 0,0 1 0 0 0,0 0 0 0 0,0 2 1 0 0,-1 1-1 0 0,1 0 0 0 0,-37 7 0 0 0,47-5-72 0 0,-1 1 1 0 0,0 0-1 0 0,-14 7 0 0 0,27-10 90 0 0,1 0 1 0 0,-1 0-1 0 0,0 0 0 0 0,1 1 1 0 0,-1-1-1 0 0,0 0 0 0 0,1 0 1 0 0,-1 1-1 0 0,1-1 0 0 0,-1 0 1 0 0,1 1-1 0 0,-1-1 0 0 0,1 1 1 0 0,-1-1-1 0 0,1 1 0 0 0,-1-1 1 0 0,1 1-1 0 0,-1-1 0 0 0,1 1 1 0 0,0-1-1 0 0,-1 1 0 0 0,1 0 1 0 0,0-1-1 0 0,0 1 0 0 0,-1 0 0 0 0,1-1 1 0 0,0 1-1 0 0,0-1 0 0 0,0 1 1 0 0,0 0-1 0 0,0-1 0 0 0,0 1 1 0 0,0 0-1 0 0,0-1 0 0 0,0 1 1 0 0,0 0-1 0 0,0-1 0 0 0,0 1 1 0 0,1 0-1 0 0,-1-1 0 0 0,0 1 1 0 0,0 0-1 0 0,1-1 0 0 0,0 2 1 0 0,24 23-2602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7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 2001 0 0,'-76'30'6076'0'0,"16"-13"-4042"0"0,44-14-1708 0 0,0-1-1 0 0,0 0 1 0 0,-28 0-1 0 0,35-2 508 0 0,11-1-624 0 0,-1 1-152 0 0,-1 0 1 0 0,1 0-1 0 0,0 0 0 0 0,0-1 0 0 0,0 1 0 0 0,-1 0 1 0 0,1 0-1 0 0,0 0 0 0 0,0 0 0 0 0,0 0 1 0 0,-1 0-1 0 0,1 0 0 0 0,0 1 0 0 0,0-1 1 0 0,0 0-1 0 0,-1 0 0 0 0,1 1 0 0 0,0-1 1 0 0,0 0-1 0 0,-1 1 0 0 0,1-1 0 0 0,0 1 0 0 0,-1-1 1 0 0,1 1-1 0 0,0-1 0 0 0,-1 1 0 0 0,1-1 1 0 0,-1 1-1 0 0,1 0 0 0 0,-1-1 0 0 0,2 2 1 0 0,-1-1-38 0 0,0 0 0 0 0,0-1 0 0 0,0 1 0 0 0,0 0 0 0 0,0-1 0 0 0,0 1 0 0 0,0-1 0 0 0,1 0 0 0 0,-1 1 1 0 0,0-1-1 0 0,0 0 0 0 0,1 0 0 0 0,-1 0 0 0 0,0 0 0 0 0,0 0 0 0 0,1 0 0 0 0,-1 0 0 0 0,2 0 0 0 0,3 0 39 0 0,300 34 448 0 0,-185-20-720 0 0,125 9-75 0 0,-189-21-2030 0 0,57-6 1 0 0,-69-3-324 0 0,-44 7 2560 0 0,-1 0-1 0 0,1 0 1 0 0,-1 0 0 0 0,0 0 0 0 0,1-1 0 0 0,-1 1 0 0 0,1 0 0 0 0,-1 0-1 0 0,1 0 1 0 0,-1 0 0 0 0,0-1 0 0 0,1 1 0 0 0,-1 0 0 0 0,0 0 0 0 0,1-1-1 0 0,-1 1 1 0 0,0 0 0 0 0,1-1 0 0 0,-1 1 0 0 0,0 0 0 0 0,1-1-1 0 0,-1 1 1 0 0,0 0 0 0 0,0-1 0 0 0,0 1 0 0 0,1-1 0 0 0,-1 1 0 0 0,0 0-1 0 0,0-1 1 0 0,0 1 0 0 0,0-1 0 0 0,0 1 0 0 0,0-1 0 0 0,0 1 0 0 0,0-1-1 0 0,0-12-2692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4242 0 0,'-90'33'5603'0'0,"29"-1"-4083"0"0,61-26-1600 0 0,31-6 160 0 0,59 0 320 0 0,61 0 401 0 0,60 6-81 0 0,-5 2-400 0 0,5-3-320 0 0,-30 7-880 0 0,0-4-1681 0 0,-36-16-3842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9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18 113 1681 0 0,'1'-3'244'0'0,"-1"0"-1"0"0,1 1 1 0 0,0-1 0 0 0,0 0 0 0 0,0 1 0 0 0,0-1-1 0 0,0 0 1 0 0,0 1 0 0 0,1 0 0 0 0,-1-1 0 0 0,1 1 0 0 0,0 0-1 0 0,0 0 1 0 0,0 0 0 0 0,0 0 0 0 0,0 0 0 0 0,0 0-1 0 0,0 0 1 0 0,1 1 0 0 0,-1-1 0 0 0,0 1 0 0 0,1 0-1 0 0,-1-1 1 0 0,1 1 0 0 0,0 0 0 0 0,-1 1 0 0 0,5-2 0 0 0,15-4 351 0 0,0 1 0 0 0,36-4 0 0 0,-53 9-497 0 0,140-31-231 0 0,-131 27 169 0 0,-21 3 136 0 0,-34 5 7 0 0,24 1-157 0 0,1 0 1 0 0,0 1 0 0 0,0 1-1 0 0,0 0 1 0 0,1 1-1 0 0,0 1 1 0 0,0 0 0 0 0,1 1-1 0 0,-15 13 1 0 0,22-17-9 0 0,4-4-10 0 0,1-1 1 0 0,-1 1-1 0 0,1 0 0 0 0,-1 0 0 0 0,1 0 1 0 0,0 1-1 0 0,0-1 0 0 0,0 0 0 0 0,0 1 1 0 0,0-1-1 0 0,1 1 0 0 0,-1 0 0 0 0,1 0 1 0 0,0 0-1 0 0,0-1 0 0 0,0 1 1 0 0,0 0-1 0 0,0 0 0 0 0,0 0 0 0 0,1 0 1 0 0,0 1-1 0 0,-1-1 0 0 0,1 0 0 0 0,1 6 1 0 0,-1-8 0 0 0,0 0 1 0 0,0 0-1 0 0,0 1 1 0 0,0-1-1 0 0,-1 0 1 0 0,1 1-1 0 0,0-1 1 0 0,-1 0-1 0 0,1 0 1 0 0,0 1-1 0 0,-1-1 1 0 0,0 0-1 0 0,1 0 1 0 0,-1 0-1 0 0,0 0 1 0 0,1 0-1 0 0,-1 0 1 0 0,0 0-1 0 0,0 0 1 0 0,0 0-1 0 0,0 0 1 0 0,0 0-1 0 0,-2 1 1 0 0,2-1-6 0 0,0-1 1 0 0,-1 1-1 0 0,1 0 1 0 0,0 0 0 0 0,0 0-1 0 0,1 0 1 0 0,-1 0 0 0 0,0 0-1 0 0,0 0 1 0 0,0 0-1 0 0,1 0 1 0 0,-1 0 0 0 0,0 1-1 0 0,1-1 1 0 0,-1 0-1 0 0,1 0 1 0 0,0 1 0 0 0,-1-1-1 0 0,1 0 1 0 0,0 1 0 0 0,0-1-1 0 0,0 0 1 0 0,0 3-1 0 0,-1-3 4 0 0,1-1-1 0 0,0 1 0 0 0,0-1 0 0 0,0 1 0 0 0,0-1 0 0 0,-1 0 0 0 0,1 1 0 0 0,0-1 0 0 0,-1 1 0 0 0,1-1 0 0 0,0 1 0 0 0,0-1 0 0 0,-1 0 0 0 0,1 1 1 0 0,-1-1-1 0 0,1 0 0 0 0,0 0 0 0 0,-1 1 0 0 0,1-1 0 0 0,-1 0 0 0 0,1 0 0 0 0,-1 1 0 0 0,1-1 0 0 0,-1 0 0 0 0,1 0 0 0 0,-1 0 0 0 0,1 0 1 0 0,-1 0-1 0 0,1 0 0 0 0,-1 0 0 0 0,1 0 0 0 0,-1 0 0 0 0,1 0 0 0 0,-1 0 0 0 0,0 0 0 0 0,0 0 0 0 0,1 0 0 0 0,-1 0 0 0 0,1 0-1 0 0,-1 0 1 0 0,1 0 0 0 0,-1 0 0 0 0,0 0 0 0 0,1 0 0 0 0,-1 0 0 0 0,1 0-1 0 0,-1 0 1 0 0,1 1 0 0 0,-1-1 0 0 0,1 0 0 0 0,-1 0 0 0 0,1 1 0 0 0,-1-1-1 0 0,1 0 1 0 0,-1 1 0 0 0,1-1 0 0 0,-1 0 0 0 0,1 1 0 0 0,-1-1 0 0 0,1 1-1 0 0,0-1 1 0 0,-1 1 0 0 0,1-1 0 0 0,0 1 0 0 0,0-1 0 0 0,-1 1 0 0 0,1-1-1 0 0,0 1 1 0 0,0-1 0 0 0,0 1 0 0 0,-1 0 0 0 0,2 7 9 0 0,-1-7-12 0 0,1 1 0 0 0,-1 0 0 0 0,0-1 1 0 0,0 1-1 0 0,0 0 0 0 0,0 0 0 0 0,0-1 0 0 0,0 1 0 0 0,-1 0 0 0 0,1 0 0 0 0,-1-1 0 0 0,1 1 0 0 0,-1-1 0 0 0,1 1 0 0 0,-1 0 0 0 0,-2 2 0 0 0,1-2 0 0 0,1-1 2 0 0,1-1-1 0 0,-1 0 0 0 0,1 1 0 0 0,-1-1 0 0 0,0 0 0 0 0,1 1 0 0 0,-1-1 1 0 0,1 1-1 0 0,-1-1 0 0 0,1 1 0 0 0,-1-1 0 0 0,1 1 0 0 0,-1-1 1 0 0,1 1-1 0 0,-1 0 0 0 0,1-1 0 0 0,0 1 0 0 0,0-1 0 0 0,-1 1 0 0 0,1 0 1 0 0,0-1-1 0 0,0 1 0 0 0,0 0 0 0 0,-1 0 0 0 0,1-1 0 0 0,0 1 0 0 0,0 0 1 0 0,0-1-1 0 0,0 1 0 0 0,0 0 0 0 0,0 0 0 0 0,1-1 0 0 0,-1 1 0 0 0,0 0 1 0 0,0-1-1 0 0,0 1 0 0 0,1 0 0 0 0,-1-1 0 0 0,0 1 0 0 0,1 0 0 0 0,-1-1 1 0 0,1 1-1 0 0,-1-1 0 0 0,1 1 0 0 0,-1-1 0 0 0,1 1 0 0 0,-1-1 0 0 0,1 1 1 0 0,-1-1-1 0 0,1 1 0 0 0,-1-1 0 0 0,1 0 0 0 0,0 1 0 0 0,-1-1 0 0 0,1 0 1 0 0,0 0-1 0 0,0 1 0 0 0,9 16-1 0 0,28 22-62 0 0,-28-27 83 0 0,0-1-1 0 0,23 20 1 0 0,-10-14-15 0 0,1 0 1 0 0,1-2-1 0 0,1 0 1 0 0,39 15-1 0 0,-53-25-8 0 0,0-1 0 0 0,-1 0-1 0 0,2-1 1 0 0,-1-1 0 0 0,0 0-1 0 0,0 0 1 0 0,1-1 0 0 0,-1-1 0 0 0,1 0-1 0 0,-1 0 1 0 0,0-2 0 0 0,1 1-1 0 0,11-4 1 0 0,-19 3-5 0 0,-1 0 1 0 0,1 0-1 0 0,-1 0 1 0 0,1 0-1 0 0,-1 0 1 0 0,0-1-1 0 0,8-6 1 0 0,11-7-9 0 0,-20 14 14 0 0,0 0-1 0 0,-1 0 0 0 0,1 0 1 0 0,0-1-1 0 0,-1 1 0 0 0,1-1 0 0 0,-1 0 1 0 0,4-5-1 0 0,21-45-47 0 0,-26 51 47 0 0,0-2 1 0 0,0 1 0 0 0,0 0 0 0 0,0-1 0 0 0,0 1 0 0 0,-1-1 0 0 0,1 1 0 0 0,-1-1 0 0 0,0 1 0 0 0,0 0 0 0 0,0-1 1 0 0,0 1-1 0 0,-1-1 0 0 0,1 1 0 0 0,-1-1 0 0 0,0 1 0 0 0,0 0 0 0 0,-2-5 0 0 0,0 2 2 0 0,-1 0 0 0 0,1 0 0 0 0,-1 0-1 0 0,-1 1 1 0 0,1 0 0 0 0,0-1 0 0 0,-1 2 0 0 0,-8-8 0 0 0,5 6-7 0 0,0 0 1 0 0,0 0-1 0 0,0 1 1 0 0,-1 0-1 0 0,0 1 1 0 0,0 0-1 0 0,0 0 1 0 0,0 1-1 0 0,0 0 1 0 0,-1 0-1 0 0,0 1 1 0 0,-9-1-1 0 0,14 5 4 0 0,0 0 0 0 0,0 0 0 0 0,1 0 0 0 0,-1 1 0 0 0,1-1 0 0 0,0 1 0 0 0,-1 0 0 0 0,1 1 0 0 0,0-1 0 0 0,1 1 0 0 0,-1-1 0 0 0,-4 8 0 0 0,3-7-12 0 0,4-3 8 0 0,0 0 0 0 0,0 0 0 0 0,1-1 0 0 0,-1 1 0 0 0,0 0 0 0 0,0 0 0 0 0,0 0-1 0 0,0 0 1 0 0,1 0 0 0 0,-1 0 0 0 0,0 0 0 0 0,1 0 0 0 0,-1 1 0 0 0,1-1-1 0 0,0 0 1 0 0,-1 0 0 0 0,1 0 0 0 0,0 1 0 0 0,0-1 0 0 0,-1 0 0 0 0,1 0 0 0 0,0 0-1 0 0,0 1 1 0 0,0-1 0 0 0,1 0 0 0 0,-1 0 0 0 0,0 1 0 0 0,0-1 0 0 0,1 0 0 0 0,-1 0-1 0 0,0 0 1 0 0,1 1 0 0 0,0-1 0 0 0,-1 0 0 0 0,1 0 0 0 0,-1 0 0 0 0,2 1-1 0 0,3 2-26 0 0,0 0-1 0 0,0 0 1 0 0,0-1-1 0 0,1 0 1 0 0,-1 0-1 0 0,9 4 0 0 0,7 2-58 0 0,1 3-129 0 0,1-1-1 0 0,38 13 1 0 0,-41-19-89 0 0,0 0 1 0 0,0-2 0 0 0,1 0 0 0 0,-1-1 0 0 0,1-1 0 0 0,22-2 0 0 0,48-10-3159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1121 0 0,'-5'0'2080'0'0,"-16"2"-508"0"0,1 1 0 0 0,-28 8 0 0 0,27-7-1058 0 0,19-3-470 0 0,0-1 1 0 0,1 0 0 0 0,-1 0 0 0 0,0 1 0 0 0,1-1-1 0 0,-1 1 1 0 0,0-1 0 0 0,1 1 0 0 0,-1 0 0 0 0,1 0 0 0 0,-1 0-1 0 0,1 0 1 0 0,-1 0 0 0 0,1 0 0 0 0,0 0 0 0 0,0 0-1 0 0,-1 0 1 0 0,1 1 0 0 0,0-1 0 0 0,0 0 0 0 0,0 1 0 0 0,0-1-1 0 0,0 1 1 0 0,1-1 0 0 0,-1 1 0 0 0,0-1 0 0 0,1 1-1 0 0,-1 0 1 0 0,1-1 0 0 0,0 1 0 0 0,-1 0 0 0 0,1-1 0 0 0,0 1-1 0 0,0 0 1 0 0,0 0 0 0 0,0-1 0 0 0,0 1 0 0 0,1 0-1 0 0,-1-1 1 0 0,0 1 0 0 0,1 0 0 0 0,-1-1 0 0 0,1 1 0 0 0,0-1-1 0 0,-1 1 1 0 0,1-1 0 0 0,2 3 0 0 0,0 3-39 0 0,1 0 0 0 0,1 0 1 0 0,-1-1-1 0 0,1 1 0 0 0,0-1 1 0 0,1 0-1 0 0,-1-1 0 0 0,1 1 1 0 0,11 6-1 0 0,14 5 24 0 0,0-1 0 0 0,1-2 0 0 0,0-1 0 0 0,2-2 0 0 0,-1-1 0 0 0,1-2 0 0 0,36 4 0 0 0,-62-10-23 0 0,1-2-1 0 0,-1 1 1 0 0,1-1 0 0 0,0-1-1 0 0,-1 1 1 0 0,1-1 0 0 0,-1-1-1 0 0,1 0 1 0 0,-1 0 0 0 0,0-1-1 0 0,0 1 1 0 0,0-2 0 0 0,8-4-1 0 0,-9 4 17 0 0,-7 4-22 0 0,0 0-1 0 0,1 0 1 0 0,-1 0 0 0 0,0 0-1 0 0,0 0 1 0 0,1 0 0 0 0,-1 0-1 0 0,0 0 1 0 0,0 0-1 0 0,1 0 1 0 0,-1 0 0 0 0,0 0-1 0 0,0 0 1 0 0,1 0 0 0 0,-1 0-1 0 0,0-1 1 0 0,0 1 0 0 0,0 0-1 0 0,1 0 1 0 0,-1 0 0 0 0,0 0-1 0 0,0-1 1 0 0,0 1-1 0 0,0 0 1 0 0,1 0 0 0 0,-1 0-1 0 0,0-1 1 0 0,0 1 0 0 0,0 0-1 0 0,0 0 1 0 0,0 0 0 0 0,0-1-1 0 0,0 1 1 0 0,0 0 0 0 0,0 0-1 0 0,0-1 1 0 0,1 1-1 0 0,-1 0 1 0 0,0 0 0 0 0,0-1-1 0 0,-1 1 1 0 0,1 0 0 0 0,0 0-1 0 0,0-1 1 0 0,0 1 0 0 0,0 0-1 0 0,0 0 1 0 0,0-1 0 0 0,0 1-1 0 0,0 0 1 0 0,0 0-1 0 0,0 0 1 0 0,-1-1 0 0 0,1 1-1 0 0,0 0 1 0 0,0 0 0 0 0,0 0-1 0 0,0-1 1 0 0,-1 1 0 0 0,1 0-1 0 0,0 0 1 0 0,0 0 0 0 0,0 0-1 0 0,-1 0 1 0 0,1-1-1 0 0,0 1 1 0 0,0 0 0 0 0,-1 0-1 0 0,1 0 1 0 0,-19-20 78 0 0,13 13-63 0 0,-1 0-1 0 0,0 1 1 0 0,0-1-1 0 0,-1 2 1 0 0,0-1-1 0 0,0 1 1 0 0,0 0-1 0 0,-11-5 1 0 0,-77-26-12 0 0,64 24-28 0 0,-27-7-65 0 0,32 10-153 0 0,-1 0 1 0 0,-29-16-1 0 0,47 17-540 0 0,14 5-575 0 0,15 2-1124 0 0,-17 1 2259 0 0,8 10-2246 0 0,15-3 307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0 880 0 0,'-90'6'5843'0'0,"-31"13"-1681"0"0,91-5-3362 0 0,30-8-960 0 0,30-6 240 0 0,0 5 0 0 0,0-5 0 0 0,0 0 0 0 0,31 8-80 0 0,29-8-80 0 0,-29-8-160 0 0,29 3-160 0 0,1-1-320 0 0,-31-2-1121 0 0,-36 8-1200 0 0,7 8 239 0 0,-1-2 801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5843 0 0,'-90'19'4882'0'0,"29"6"-3842"0"0,61-13-1280 0 0,30-12 240 0 0,1 0 240 0 0,59 0-80 0 0,31 0-80 0 0,0-12-240 0 0,54-13-640 0 0,36-21-2001 0 0,-90 9-3762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242 237 720 0 0,'-13'-4'1826'0'0,"4"0"-846"0"0,0 1-1 0 0,-1 1 1 0 0,1 0 0 0 0,-1 0 0 0 0,1 1 0 0 0,-13 0-1 0 0,20 0-978 0 0,0 1 0 0 0,0 0-1 0 0,0-1 1 0 0,0 0 0 0 0,0 1-1 0 0,0-1 1 0 0,0 0 0 0 0,0 0-1 0 0,0 0 1 0 0,0 0 0 0 0,1 0-1 0 0,-1-1 1 0 0,0 1 0 0 0,1 0-1 0 0,-1-1 1 0 0,1 1 0 0 0,-1-1-1 0 0,1 0 1 0 0,0 1 0 0 0,-1-1 0 0 0,1 0-1 0 0,-1-4 1 0 0,-13-13 183 0 0,14 19-173 0 0,1-1 0 0 0,-1 0-1 0 0,1 0 1 0 0,-1 0 0 0 0,1 1 0 0 0,-1-1-1 0 0,1 0 1 0 0,-1 0 0 0 0,1 0-1 0 0,0 0 1 0 0,0 0 0 0 0,-1 0-1 0 0,1 0 1 0 0,0 0 0 0 0,0 0-1 0 0,0 0 1 0 0,0-2 0 0 0,-4-13 103 0 0,-4 6-71 0 0,6 8-35 0 0,1 0 0 0 0,-1 0 0 0 0,1 0 1 0 0,-1 0-1 0 0,1 0 0 0 0,0 0 0 0 0,0 0 0 0 0,0-1 0 0 0,0 1 1 0 0,0 0-1 0 0,0-1 0 0 0,0 1 0 0 0,1 0 0 0 0,-1-1 0 0 0,1-3 1 0 0,0 4-6 0 0,0 1 0 0 0,0-1 1 0 0,0 1-1 0 0,-1-1 1 0 0,1 1-1 0 0,0-1 1 0 0,-1 1-1 0 0,1-1 0 0 0,-1 1 1 0 0,0 0-1 0 0,1-1 1 0 0,-1 1-1 0 0,0 0 1 0 0,0 0-1 0 0,1-1 0 0 0,-1 1 1 0 0,0 0-1 0 0,0 0 1 0 0,-1 0-1 0 0,1 0 0 0 0,0 0 1 0 0,-3-1-1 0 0,-3-5-1 0 0,-12-8 29 0 0,17 14-18 0 0,1 1 0 0 0,0-1 1 0 0,0 0-1 0 0,0 1 0 0 0,0-1 0 0 0,0 0 0 0 0,0 0 0 0 0,1 0 1 0 0,-1 0-1 0 0,0 1 0 0 0,0-1 0 0 0,1 0 0 0 0,-1-1 0 0 0,0 1 1 0 0,1 0-1 0 0,-1 0 0 0 0,1 0 0 0 0,0 0 0 0 0,-1 0 0 0 0,1 0 1 0 0,0-1-1 0 0,-1 1 0 0 0,1 0 0 0 0,0 0 0 0 0,0-1 0 0 0,0 1 1 0 0,1-2-1 0 0,-1 1 160 0 0,25 2 54 0 0,-25 1-216 0 0,1-1 0 0 0,-1 0 0 0 0,0 0 0 0 0,1 0 0 0 0,-1 1 0 0 0,1-1 0 0 0,-1 0 0 0 0,0 1 0 0 0,1-1 0 0 0,-1 0 0 0 0,1 1 0 0 0,-1-1 0 0 0,0 0 0 0 0,0 1 0 0 0,1-1 0 0 0,-1 1 0 0 0,0-1-1 0 0,0 0 1 0 0,1 1 0 0 0,-1-1 0 0 0,0 1 0 0 0,0-1 0 0 0,0 1 0 0 0,0-1 0 0 0,0 1 0 0 0,0-1 0 0 0,0 1 0 0 0,3 6 122 0 0,44 57 645 0 0,-39-55-710 0 0,0-1-1 0 0,-1 1 1 0 0,-1 1 0 0 0,1-1 0 0 0,-2 1-1 0 0,1 0 1 0 0,-1 1 0 0 0,6 20 0 0 0,0 11 70 0 0,-4-20-38 0 0,-2 1 1 0 0,0 0-1 0 0,-2 1 0 0 0,2 43 1 0 0,-4-34-30 0 0,0-23-38 0 0,0 0 0 0 0,0 1-1 0 0,-1-1 1 0 0,-1 0 0 0 0,0 1 0 0 0,0-1 0 0 0,-5 17-1 0 0,-5-9 12 0 0,9-16-31 0 0,1 1 0 0 0,-1-1 0 0 0,1 1 0 0 0,-1-1 1 0 0,1 1-1 0 0,0-1 0 0 0,0 1 0 0 0,0 0 0 0 0,0 0 0 0 0,1 0 0 0 0,-1 0 0 0 0,1-1 0 0 0,-1 6 0 0 0,1-4 7 0 0,0 1-1 0 0,0 0 1 0 0,1-1 0 0 0,-1 1-1 0 0,1 0 1 0 0,0 0-1 0 0,0-1 1 0 0,0 1 0 0 0,1-1-1 0 0,-1 1 1 0 0,1-1-1 0 0,0 0 1 0 0,1 0 0 0 0,-1 0-1 0 0,1 0 1 0 0,3 4 0 0 0,-1 5 60 0 0,-5-12-79 0 0,0-1 0 0 0,0 0 1 0 0,0 0-1 0 0,-1 0 1 0 0,1 1-1 0 0,0-1 1 0 0,0 0-1 0 0,0 0 0 0 0,0 0 1 0 0,0 0-1 0 0,1 1 1 0 0,-1-1-1 0 0,0 0 0 0 0,0 0 1 0 0,0 0-1 0 0,0 1 1 0 0,0-1-1 0 0,0 0 1 0 0,0 0-1 0 0,0 0 0 0 0,0 0 1 0 0,0 1-1 0 0,1-1 1 0 0,-1 0-1 0 0,0 0 0 0 0,0 0 1 0 0,0 0-1 0 0,0 0 1 0 0,0 1-1 0 0,1-1 1 0 0,-1 0-1 0 0,0 0 0 0 0,0 0 1 0 0,0 0-1 0 0,0 0 1 0 0,1 0-1 0 0,-1 0 1 0 0,0 0-1 0 0,0 0 0 0 0,0 0 1 0 0,1 0-1 0 0,-1 0 1 0 0,0 0-1 0 0,0 0 0 0 0,0 0 1 0 0,1 0-1 0 0,145 1 146 0 0,-140 0-147 0 0,10 0-19 0 0,0 0 1 0 0,-1 0 0 0 0,1-2-1 0 0,0 0 1 0 0,0-1 0 0 0,-1 0 0 0 0,25-8-1 0 0,-21 5-23 0 0,9-3 17 0 0,0-1 0 0 0,-1-1-1 0 0,0-1 1 0 0,41-23 0 0 0,-62 31 31 0 0,-1-1 1 0 0,1-1 0 0 0,-1 1 0 0 0,0-1 0 0 0,0 0 0 0 0,0 0 0 0 0,-1 0 0 0 0,1-1 0 0 0,-1 1 0 0 0,6-13-1 0 0,-8 13 5 0 0,-1 1-1 0 0,1-1 1 0 0,-1 0-1 0 0,0 0 0 0 0,0 0 1 0 0,-1 0-1 0 0,1 0 0 0 0,-1 0 1 0 0,0 0-1 0 0,-1 0 0 0 0,1 0 1 0 0,-1 0-1 0 0,0 0 0 0 0,0 1 1 0 0,0-1-1 0 0,-1 0 0 0 0,-2-5 1 0 0,0 4-4 0 0,0-1 1 0 0,0 1-1 0 0,-1-1 1 0 0,0 1-1 0 0,-1 1 1 0 0,1-1-1 0 0,-1 1 1 0 0,0 0-1 0 0,-9-6 1 0 0,-4-5-3 0 0,-37-36-5 0 0,51 45 13 0 0,7 35 20 0 0,0 0 0 0 0,2 0 0 0 0,0 0 0 0 0,3-1 0 0 0,0 0 0 0 0,1 0 1 0 0,2-1-1 0 0,14 28 0 0 0,18 26 167 0 0,60 86 0 0 0,-23-40 36 0 0,7 8-450 0 0,-71-91-533 0 0,0-24-880 0 0,-15-19 1576 0 0,-1 0 1 0 0,1 0-1 0 0,0 0 1 0 0,-1 0-1 0 0,1 0 1 0 0,0 0-1 0 0,-1 1 0 0 0,1-1 1 0 0,0-1-1 0 0,-1 1 1 0 0,1 0-1 0 0,0 0 1 0 0,-1 0-1 0 0,1 0 0 0 0,0 0 1 0 0,-1 0-1 0 0,1 0 1 0 0,0 0-1 0 0,0 0 1 0 0,-1-1-1 0 0,1 1 1 0 0,0 0-1 0 0,-1 0 0 0 0,1 0 1 0 0,0-1-1 0 0,0 1 1 0 0,0 0-1 0 0,-1 0 1 0 0,1-1-1 0 0,0 1 0 0 0,0 0 1 0 0,0 0-1 0 0,0-1 1 0 0,-1 1-1 0 0,1 0 1 0 0,0-1-1 0 0,0 1 0 0 0,0 0 1 0 0,0-1-1 0 0,0 1 1 0 0,0 0-1 0 0,0-1 1 0 0,15-36-1791 0 0,-13 27 1419 0 0,-1 0 1 0 0,0 0-1 0 0,0 0 1 0 0,-1-13-1 0 0,0-56-3580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3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0 80 0 0,'-9'10'1045'0'0,"1"-1"-1"0"0,-1-1 0 0 0,-1 0 1 0 0,0 0-1 0 0,0-1 1 0 0,-1 0-1 0 0,1-1 1 0 0,-14 6-1 0 0,-11 7-186 0 0,34-19-842 0 0,0 1-1 0 0,0 0 1 0 0,0-1-1 0 0,1 1 1 0 0,-1 0-1 0 0,0 0 0 0 0,0 0 1 0 0,1 0-1 0 0,-1 0 1 0 0,0-1-1 0 0,1 1 1 0 0,-1 0-1 0 0,1 1 1 0 0,0-1-1 0 0,-1 0 1 0 0,1 0-1 0 0,0 0 1 0 0,-1 0-1 0 0,1 0 1 0 0,0 0-1 0 0,0 0 1 0 0,0 0-1 0 0,0 1 1 0 0,0-1-1 0 0,0 0 1 0 0,0 0-1 0 0,1 0 1 0 0,-1 0-1 0 0,0 0 1 0 0,0 0-1 0 0,1 0 1 0 0,-1 0-1 0 0,1 0 1 0 0,-1 0-1 0 0,1 0 1 0 0,0 0-1 0 0,-1 0 1 0 0,1 0-1 0 0,0 1 1 0 0,29 31 685 0 0,5-6-242 0 0,1-1 0 0 0,1-2 0 0 0,1-2-1 0 0,1-1 1 0 0,1-2 0 0 0,45 15 0 0 0,258 61 90 0 0,-268-80-749 0 0,0-3 0 0 0,0-4 0 0 0,138-2 0 0 0,-211-6 91 0 0,-1 0 0 0 0,1 0 0 0 0,0 0 0 0 0,-1 0 0 0 0,1 0 0 0 0,0 0-1 0 0,-1-1 1 0 0,1 1 0 0 0,0-1 0 0 0,-1 1 0 0 0,1-1 0 0 0,0 1 0 0 0,-1-1 0 0 0,1 0 0 0 0,-1 0 0 0 0,0 0 0 0 0,1 0 0 0 0,-1 0-1 0 0,0 0 1 0 0,1 0 0 0 0,0-2 0 0 0,-1 1 10 0 0,-1 1-1 0 0,0-1 0 0 0,1 1 1 0 0,-1 0-1 0 0,0-1 1 0 0,0 1-1 0 0,0-1 0 0 0,0 1 1 0 0,0 0-1 0 0,0-1 0 0 0,0 1 1 0 0,-1-1-1 0 0,1 1 1 0 0,0 0-1 0 0,-1-1 0 0 0,1 1 1 0 0,-1 0-1 0 0,1-1 1 0 0,-1 1-1 0 0,-1-2 0 0 0,-3-4-407 0 0,0 0 0 0 0,0 1-1 0 0,0-1 1 0 0,-1 1 0 0 0,0 0-1 0 0,-1 0 1 0 0,1 1 0 0 0,-15-9 0 0 0,-85-35-4416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61 370 560 0 0,'0'12'2962'0'0,"-30"1"-481"0"0,30-7-640 0 0,-31-6 400 0 0,31-12-1521 0 0,31 5-160 0 0,29-24-240 0 0,30-21-160 0 0,61-50-240 0 0,-66 19-720 0 0,-55 33-1281 0 0,0-13-3842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4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0,'30'25'2962'0'0,"-30"69"1119"0"0,0 21-2320 0 0,-30 6-1681 0 0,60 1-240 0 0,0-1 320 0 0,-30-27 80 0 0,54-4-79 0 0,-23-1-1 0 0,29-26-80 0 0,0-11-160 0 0,61-46-641 0 0,0-31-559 0 0,-31-20-2562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64 190 160 0 0,'0'-1'112'0'0,"0"0"-1"0"0,0 1 1 0 0,0-1-1 0 0,0 1 1 0 0,0-1-1 0 0,1 0 1 0 0,-1 1 0 0 0,0-1-1 0 0,0 1 1 0 0,1-1-1 0 0,-1 1 1 0 0,0-1-1 0 0,1 1 1 0 0,-1-1 0 0 0,1 1-1 0 0,-1-1 1 0 0,1 1-1 0 0,-1 0 1 0 0,1-1-1 0 0,-1 1 1 0 0,1-1 0 0 0,-1 1-1 0 0,1 0 1 0 0,-1 0-1 0 0,1-1 1 0 0,0 1-1 0 0,0 0 1 0 0,8-8 793 0 0,-36-30 2082 0 0,8 14-1986 0 0,-11-20-67 0 0,29 40-894 0 0,-1 1 0 0 0,1 0 0 0 0,0-1 0 0 0,1 1 0 0 0,-1-1 0 0 0,0 0 0 0 0,1 1 0 0 0,0-1 0 0 0,0 1 0 0 0,0-1 0 0 0,0 0 0 0 0,1-3 0 0 0,0-6 93 0 0,4 17-52 0 0,3 3-51 0 0,0 0 0 0 0,0 1 0 0 0,-1 0 1 0 0,0 1-1 0 0,0 0 0 0 0,9 17 0 0 0,13 17 65 0 0,-11-18-41 0 0,0 0-1 0 0,-2 1 0 0 0,-1 0 1 0 0,-1 1-1 0 0,15 44 0 0 0,-22-49-44 0 0,1 0 0 0 0,1 0 0 0 0,1-1 0 0 0,1 0 0 0 0,0-1 0 0 0,2 0 0 0 0,0-1 0 0 0,21 24-1 0 0,-4-6-208 0 0,-28-36 159 0 0,-1 0 1 0 0,0 0-1 0 0,1 0 0 0 0,-1 1 0 0 0,1-1 0 0 0,-1-1 0 0 0,1 1 0 0 0,-1 0 0 0 0,1 0 0 0 0,0-1 0 0 0,-1 1 0 0 0,1 0 0 0 0,0-1 0 0 0,-1 0 0 0 0,1 1 0 0 0,0-1 1 0 0,0 0-1 0 0,0 0 0 0 0,-1 0 0 0 0,1 0 0 0 0,0 0 0 0 0,0-1 0 0 0,-1 1 0 0 0,1-1 0 0 0,0 1 0 0 0,0-1 0 0 0,-1 1 0 0 0,1-1 0 0 0,0 0 0 0 0,-1 0 0 0 0,1 0 1 0 0,1-1-1 0 0,2 0-183 0 0,-2 1 1 0 0,0-1 0 0 0,0 0 0 0 0,0 1 0 0 0,0-1 0 0 0,0 0 0 0 0,0 0-1 0 0,-1-1 1 0 0,1 1 0 0 0,-1-1 0 0 0,5-4 0 0 0,23-41-4659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1761 0 0,'-6'4'582'0'0,"5"-4"-370"0"0,-1 1-1 0 0,1 0 1 0 0,-1-1 0 0 0,1 1-1 0 0,-1 0 1 0 0,1 0-1 0 0,0 0 1 0 0,0 0-1 0 0,0 0 1 0 0,-1 0-1 0 0,1 1 1 0 0,0-1-1 0 0,0 0 1 0 0,0 0 0 0 0,1 1-1 0 0,-1-1 1 0 0,0 1-1 0 0,0-1 1 0 0,1 1-1 0 0,-1-1 1 0 0,1 1-1 0 0,0-1 1 0 0,-1 1 0 0 0,1 0-1 0 0,0 2 1 0 0,5-2-23 0 0,1 0 1 0 0,-1 0-1 0 0,1-1 1 0 0,0 1-1 0 0,-1-1 1 0 0,1-1-1 0 0,0 1 1 0 0,10-1-1 0 0,-12 0-94 0 0,37 3-36 0 0,-1 1 0 0 0,1 3 0 0 0,72 21 0 0 0,-92-21-44 0 0,0 1 0 0 0,-1 0 1 0 0,-1 2-1 0 0,0 1 1 0 0,0 0-1 0 0,-1 1 0 0 0,0 1 1 0 0,29 28-1 0 0,-27-21 58 0 0,-1 1 0 0 0,-1 2 0 0 0,0-1 0 0 0,17 33 0 0 0,-28-42 0 0 0,0 0 0 0 0,-1 1 0 0 0,-1-1 0 0 0,0 1 0 0 0,-1 0-1 0 0,0 1 1 0 0,-2-1 0 0 0,1 1 0 0 0,0 25 0 0 0,-4-34-56 0 0,1 1 0 0 0,-1-1 0 0 0,0 1 1 0 0,-1-1-1 0 0,1 0 0 0 0,-1 0 0 0 0,0 1 0 0 0,-1-2 1 0 0,0 1-1 0 0,0 0 0 0 0,0 0 0 0 0,0-1 0 0 0,-1 0 0 0 0,0 1 1 0 0,0-2-1 0 0,-1 1 0 0 0,1 0 0 0 0,-1-1 0 0 0,0 0 1 0 0,0 0-1 0 0,0 0 0 0 0,-1-1 0 0 0,1 1 0 0 0,-1-1 1 0 0,0-1-1 0 0,0 1 0 0 0,-9 1 0 0 0,-6 3 19 0 0,0-1 0 0 0,-1-1 0 0 0,0-1 0 0 0,0-1 0 0 0,0-1 0 0 0,-39-1 0 0 0,13-2 124 0 0,-77-13-1 0 0,113 12-151 0 0,0-1 0 0 0,-1 0 0 0 0,1-1 0 0 0,0 0 0 0 0,1 0 0 0 0,-1-2 0 0 0,1 1-1 0 0,0-2 1 0 0,0 1 0 0 0,0-1 0 0 0,-10-10 0 0 0,18 14-11 0 0,0 1 1 0 0,1-1-1 0 0,-1 1 1 0 0,1-1-1 0 0,0 0 0 0 0,-1 0 1 0 0,1 0-1 0 0,1 0 1 0 0,-1 0-1 0 0,0 0 0 0 0,1-1 1 0 0,0 1-1 0 0,-1-1 1 0 0,1 1-1 0 0,1-1 0 0 0,-1 1 1 0 0,0-1-1 0 0,1 1 1 0 0,0-1-1 0 0,0 0 0 0 0,0 1 1 0 0,0-1-1 0 0,1 1 0 0 0,-1-1 1 0 0,1 0-1 0 0,0 1 1 0 0,0-1-1 0 0,0 1 0 0 0,0 0 1 0 0,1-1-1 0 0,-1 1 1 0 0,1 0-1 0 0,0 0 0 0 0,0 0 1 0 0,3-4-1 0 0,0 2-8 0 0,-1 1 1 0 0,1 0-1 0 0,0 0 0 0 0,0 0 0 0 0,1 0 1 0 0,-1 1-1 0 0,1 0 0 0 0,0 0 0 0 0,-1 0 0 0 0,1 1 1 0 0,0 0-1 0 0,1 0 0 0 0,-1 0 0 0 0,0 1 1 0 0,0 0-1 0 0,1 0 0 0 0,-1 1 0 0 0,1 0 0 0 0,-1 0 1 0 0,12 2-1 0 0,56 15 91 0 0,84 36 280 0 0,263 125 0 0 0,-407-171-350 0 0,0-2-1 0 0,28 8 0 0 0,-39-12-50 0 0,0-1 0 0 0,0 1 0 0 0,0-1 0 0 0,1 0-1 0 0,-1 0 1 0 0,0 0 0 0 0,0 0 0 0 0,0 0 0 0 0,4-2-1 0 0,-6 2 0 0 0,0 0-1 0 0,0-1 0 0 0,0 1 0 0 0,0-1 0 0 0,-1 1 1 0 0,1-1-1 0 0,0 1 0 0 0,0-1 0 0 0,-1 1 1 0 0,1-1-1 0 0,0 0 0 0 0,-1 0 0 0 0,1 1 0 0 0,0-1 1 0 0,-1 0-1 0 0,1 0 0 0 0,-1 1 0 0 0,1-1 0 0 0,-1 0 1 0 0,0 0-1 0 0,1 0 0 0 0,-1 0 0 0 0,0 0 0 0 0,0 0 1 0 0,0 0-1 0 0,0 0 0 0 0,1 0 0 0 0,-1 0 1 0 0,-1-1-1 0 0,1-72-2879 0 0,0-3-1386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1 640 0 0,'-85'25'6963'0'0,"-6"8"-3761"0"0,61-22-2962 0 0,60-3-320 0 0,-30-16 560 0 0,31 8-400 0 0,29 8 0 0 0,25-2 0 0 0,96 7-80 0 0,30-7-240 0 0,-60-6-320 0 0,-61-6-320 0 0,-5-2-1 0 0,-25 3-1600 0 0,-60-9-3041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6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4562 0 0,'24'102'5443'0'0,"-24"-6"-4243"0"0,30-13-1360 0 0,61 5 400 0 0,-31 3 240 0 0,1-16-159 0 0,-31-31-241 0 0,-30-17-241 0 0,30-27-719 0 0,0-19-400 0 0,0-26-962 0 0,1-18-4240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6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48 400 0 0,'25'-4'2375'0'0,"-16"0"4463"0"0,4-4-4922 0 0,-8 4-2076 0 0,0 1-1 0 0,1 0 0 0 0,0 0 0 0 0,-1 0 1 0 0,11-3-1 0 0,11 2 154 0 0,-1 1-1 0 0,1 1 1 0 0,-1 1 0 0 0,1 1 0 0 0,-1 2 0 0 0,1 0-1 0 0,-1 2 1 0 0,0 1 0 0 0,45 15 0 0 0,-2 4 213 0 0,-2 3 0 0 0,76 42 1 0 0,-128-61-170 0 0,-8-5-19 0 0,0 0 0 0 0,0 0 0 0 0,0 1 0 0 0,0 0 0 0 0,-1 0 0 0 0,0 1 0 0 0,0 0 0 0 0,0 0 0 0 0,0 0 0 0 0,-1 1 0 0 0,6 7 0 0 0,-8-8-4 0 0,0 1 0 0 0,0-1 1 0 0,1 0-1 0 0,-1 0 0 0 0,1 0 0 0 0,0-1 0 0 0,1 1 0 0 0,7 5 0 0 0,2 3 6 0 0,-13-13-18 0 0,0 1-1 0 0,0 0 1 0 0,0-1 0 0 0,-1 1-1 0 0,1 0 1 0 0,0 0 0 0 0,-1 0-1 0 0,1 0 1 0 0,0 0 0 0 0,-1 0-1 0 0,1 0 1 0 0,-1 0-1 0 0,1 0 1 0 0,-1 0 0 0 0,0 0-1 0 0,0 0 1 0 0,1 2 0 0 0,-1-2-1 0 0,0 0 1 0 0,-1-1-1 0 0,1 1 1 0 0,0-1-1 0 0,0 1 1 0 0,-1-1-1 0 0,1 1 1 0 0,0-1-1 0 0,-1 1 1 0 0,1-1-1 0 0,0 1 1 0 0,-1-1-1 0 0,1 1 1 0 0,-1-1-1 0 0,1 1 1 0 0,-1-1-1 0 0,1 0 1 0 0,-1 1-1 0 0,1-1 1 0 0,-1 0-1 0 0,1 0 1 0 0,-1 1-1 0 0,0-1 1 0 0,-42 7-14 0 0,35-7-29 0 0,-18 1 6 0 0,0-2 0 0 0,0-1 0 0 0,-43-8-1 0 0,49 6 54 0 0,1 0-1 0 0,-1 1 0 0 0,0 1 0 0 0,-1 1 0 0 0,1 1 0 0 0,0 1 0 0 0,0 1 0 0 0,-29 6 1 0 0,28-3 27 0 0,13-3-40 0 0,0 0-1 0 0,0 1 1 0 0,0 0 0 0 0,-13 7-1 0 0,20-10-1 0 0,-1 1 0 0 0,1 0 0 0 0,0-1 0 0 0,0 1 0 0 0,0 0-1 0 0,0 0 1 0 0,1 0 0 0 0,-1 0 0 0 0,0 0 0 0 0,0 0-1 0 0,0 0 1 0 0,1 0 0 0 0,-1 0 0 0 0,1 0 0 0 0,-1 0 0 0 0,1 0-1 0 0,-1 0 1 0 0,1 1 0 0 0,-1-1 0 0 0,1 0 0 0 0,0 0 0 0 0,0 1-1 0 0,0-1 1 0 0,0 0 0 0 0,0 0 0 0 0,0 1 0 0 0,0-1 0 0 0,0 0-1 0 0,0 1 1 0 0,0-1 0 0 0,1 0 0 0 0,-1 0 0 0 0,1 0 0 0 0,-1 1-1 0 0,1-1 1 0 0,0 1 0 0 0,2 4 22 0 0,1-1-1 0 0,0 0 1 0 0,0 0-1 0 0,0 0 1 0 0,1 0-1 0 0,-1-1 1 0 0,1 1-1 0 0,0-1 1 0 0,0 0-1 0 0,1-1 1 0 0,-1 1-1 0 0,1-1 1 0 0,10 4-1 0 0,-8-3-22 0 0,1-1-1 0 0,0 0 1 0 0,0-1 0 0 0,0 0 0 0 0,0 0-1 0 0,0 0 1 0 0,0-1 0 0 0,0-1-1 0 0,11 0 1 0 0,-4-3-94 0 0,-1 0 0 0 0,0-1 1 0 0,0-1-1 0 0,0 0 0 0 0,-1-1 0 0 0,27-15 0 0 0,13-6-1252 0 0,57-24-2978 0 0,10-2-1281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3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 0 0,'61'13'2641'0'0,"90"43"1201"0"0,84 46-641 0 0,-54 0-2241 0 0,-30 0-719 0 0,-30 13-1 0 0,-6-19 80 0 0,-25-7-80 0 0,1-1-240 0 0,-31-17-400 0 0,-30-40-401 0 0,-120-43-1039 0 0,-31-40-3603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86 400 1841 0 0,'0'10'4470'0'0,"0"-20"-2457"0"0,-1 8-1929 0 0,7 0-88 0 0,14 5 17 0 0,-15-2 27 0 0,-10 0-93 0 0,3-1 47 0 0,0 0 0 0 0,0 1 0 0 0,1-1 0 0 0,-1 1 1 0 0,0-1-1 0 0,0 1 0 0 0,0 0 0 0 0,1 0 0 0 0,-1 0 0 0 0,0 0 1 0 0,1 0-1 0 0,-1 0 0 0 0,1 0 0 0 0,-3 2 0 0 0,6 6 13 0 0,-1-8-20 0 0,-1 0 13 0 0,0 0 0 0 0,0 0 0 0 0,0 0-1 0 0,0 0 1 0 0,0 0 0 0 0,0-1-1 0 0,0 1 1 0 0,0 0 0 0 0,0 0-1 0 0,-1 0 1 0 0,1 0 0 0 0,0 0 0 0 0,-1 0-1 0 0,1 0 1 0 0,-1-1 0 0 0,1 1-1 0 0,-1 0 1 0 0,1 0 0 0 0,-1-1-1 0 0,1 1 1 0 0,-1 0 0 0 0,0-1 0 0 0,1 1-1 0 0,-1 0 1 0 0,0-1 0 0 0,0 1-1 0 0,0-1 1 0 0,1 1 0 0 0,-1-1-1 0 0,0 0 1 0 0,0 1 0 0 0,0-1 0 0 0,0 0-1 0 0,-1 1 1 0 0,-5 1 10 0 0,6-1-6 0 0,1-1 0 0 0,-1 1 0 0 0,1 0 0 0 0,-1-1 0 0 0,1 1 0 0 0,-1 0 0 0 0,1 0 0 0 0,-1-1 0 0 0,1 1 0 0 0,0 0 0 0 0,-1 0 0 0 0,1 0 0 0 0,0-1 0 0 0,0 1 0 0 0,0 0 0 0 0,-1 0 0 0 0,1 0 0 0 0,0 0 0 0 0,0-1 0 0 0,0 1 0 0 0,0 0 0 0 0,1 0 0 0 0,-1 0 0 0 0,0 0 0 0 0,0 0 0 0 0,1 3-1 0 0,-6 1 51 0 0,-40 9 452 0 0,44-16-470 0 0,0-1 0 0 0,0 1 0 0 0,0 0 0 0 0,1 0 0 0 0,-1-1 0 0 0,1 1 0 0 0,0 0 0 0 0,0-1 0 0 0,0 1 0 0 0,0 0 0 0 0,0-4 0 0 0,0 5-14 0 0,1-3-18 0 0,0 1-1 0 0,0-1 1 0 0,0 1-1 0 0,0-1 1 0 0,1 1 0 0 0,-1-1-1 0 0,1 1 1 0 0,0 0-1 0 0,0 0 1 0 0,0 0 0 0 0,0 0-1 0 0,1 0 1 0 0,-1 0-1 0 0,5-4 1 0 0,48-39 35 0 0,-50 43-39 0 0,31-23 34 0 0,1 2 0 0 0,1 1-1 0 0,46-19 1 0 0,124-40 170 0 0,-113 46-169 0 0,134-44-102 0 0,-175 66 45 0 0,1 3 0 0 0,69-5-1 0 0,446 10 216 0 0,-311 11-212 0 0,29 7 107 0 0,-153-4 37 0 0,-42 2 6 0 0,-1 4-1 0 0,125 35 1 0 0,-105-21 347 0 0,122 15 0 0 0,-211-41-387 0 0,-2 0 19 0 0,-1 0 0 0 0,0 1 0 0 0,0 2-1 0 0,26 8 1 0 0,83 26 169 0 0,-89-29 582 0 0,58 23 0 0 0,-98-33-860 0 0,0 0 0 0 0,0 0-1 0 0,-1 0 1 0 0,1 0 0 0 0,0 0 0 0 0,0 0 0 0 0,0 0 0 0 0,0 0 0 0 0,0 0 0 0 0,0 0 0 0 0,0 1-1 0 0,-1-1 1 0 0,1 0 0 0 0,0 0 0 0 0,0 0 0 0 0,0 0 0 0 0,0 0 0 0 0,0 0 0 0 0,0 0 0 0 0,0 1-1 0 0,0-1 1 0 0,0 0 0 0 0,0 0 0 0 0,0 0 0 0 0,0 0 0 0 0,0 0 0 0 0,0 0 0 0 0,0 1 0 0 0,0-1 0 0 0,0 0-1 0 0,0 0 1 0 0,0 0 0 0 0,0 0 0 0 0,0 0 0 0 0,0 1 0 0 0,0-1 0 0 0,0 0 0 0 0,0 0 0 0 0,0 0-1 0 0,0 0 1 0 0,0 0 0 0 0,0 0 0 0 0,0 1 0 0 0,0-1 0 0 0,0 0 0 0 0,0 0 0 0 0,0 0 0 0 0,0 0-1 0 0,1 0 1 0 0,-1 0 0 0 0,0 0 0 0 0,0 0 0 0 0,0 0 0 0 0,0 1 0 0 0,0-1 0 0 0,0 0 0 0 0,0 0-1 0 0,1 0 1 0 0,-1 0 0 0 0,-10-1-449 0 0,0 0 0 0 0,0 0 0 0 0,0-1 0 0 0,0 0 0 0 0,0-1 1 0 0,1 0-1 0 0,-1-1 0 0 0,-12-6 0 0 0,-3 0-803 0 0,-85-34-5099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3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26 806 4722 0 0,'0'0'2281'0'0,"0"0"-2216"0"0,0-1 0 0 0,0 0 0 0 0,0 0 0 0 0,1 0 0 0 0,-1 1 0 0 0,0-1 0 0 0,0 0 0 0 0,0 0 0 0 0,0 0 0 0 0,-1 1 0 0 0,1-1 0 0 0,0 0 0 0 0,0 0 0 0 0,0 0 0 0 0,-1 1 0 0 0,1-1-1 0 0,0 0 1 0 0,-1 0 0 0 0,1 1 0 0 0,-1-1 0 0 0,1 0 0 0 0,-1 0 0 0 0,-1-1-54 0 0,0 0 0 0 0,0 0 0 0 0,0 0 0 0 0,1 0 0 0 0,-1 0 0 0 0,1 0 0 0 0,-1 0 0 0 0,1-1 0 0 0,0 1 0 0 0,0 0 0 0 0,0-1 0 0 0,0 1 0 0 0,0-1 0 0 0,1 1 0 0 0,-1-1 0 0 0,1 1 0 0 0,-1-1-1 0 0,1 0 1 0 0,0 1 0 0 0,0-1 0 0 0,0 1 0 0 0,1-1 0 0 0,-1 0 0 0 0,0 1 0 0 0,1-1 0 0 0,0 1 0 0 0,2-5 0 0 0,4-7 25 0 0,2 1-1 0 0,-1 1 1 0 0,2-1-1 0 0,0 1 1 0 0,0 1-1 0 0,1 0 1 0 0,1 1 0 0 0,0 0-1 0 0,0 0 1 0 0,1 1-1 0 0,23-12 1 0 0,99-43 97 0 0,2 5 1 0 0,2 7-1 0 0,219-52 0 0 0,-51 39-66 0 0,-171 38-35 0 0,200-47 30 0 0,-183 35 31 0 0,267-31 1 0 0,-33 53 25 0 0,362 53 68 0 0,-432-34 243 0 0,-37-3-140 0 0,-10 15-78 0 0,506 42 270 0 0,-697-46-400 0 0,198 30 316 0 0,90 25-478 0 0,-301-55 94 0 0,-36-1-1 0 0,85 30 120 0 0,-19 1-91 0 0,-60-26 24 0 0,68 38 0 0 0,-81-39-60 0 0,-4-3 87 0 0,-1 0-1 0 0,0 1 1 0 0,-1 0-1 0 0,0 2 1 0 0,-1 0 0 0 0,0 1-1 0 0,21 24 1 0 0,49 53-267 0 0,-85-89 184 0 0,-1 0-1 0 0,1 0 1 0 0,0 0-1 0 0,-1 0 1 0 0,1 0-1 0 0,-1 0 1 0 0,0 0-1 0 0,0 0 1 0 0,0 1-1 0 0,0-1 1 0 0,0 0-1 0 0,0 0 1 0 0,-1 2-1 0 0,1-3-20 0 0,-1 1 1 0 0,1-1-1 0 0,0 1 0 0 0,0 0 0 0 0,0-1 1 0 0,0 1-1 0 0,0-1 0 0 0,0 1 0 0 0,0-1 0 0 0,0 1 1 0 0,0 0-1 0 0,1-1 0 0 0,-1 1 0 0 0,1-1 1 0 0,-1 1-1 0 0,1-1 0 0 0,0 0 0 0 0,0 1 1 0 0,-1-1-1 0 0,3 2 0 0 0,0 0-59 0 0,1 0 0 0 0,-1 1-1 0 0,0-1 1 0 0,0 0 0 0 0,0 1 0 0 0,-1 0-1 0 0,1-1 1 0 0,-1 1 0 0 0,0 0 0 0 0,2 5-1 0 0,19 29-397 0 0,-10-21 333 0 0,-6-7 45 0 0,0-1 0 0 0,0 0-1 0 0,1 0 1 0 0,16 12-1 0 0,111 81-3017 0 0,-100-75-1961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5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61 185 880 0 0,'0'0'6884'0'0,"-30"14"-4403"0"0,0-14-2721 0 0,60-14-481 0 0,0-5 561 0 0,61-50-1280 0 0,84-27-2962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5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1 560 0 0,'0'0'3682'0'0,"0"6"-1601"0"0,0-1-961 0 0,30 3-559 0 0,-30-2-161 0 0,30 7-240 0 0,1-1-720 0 0,-1 1-1681 0 0,0-7-561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1 231 1121 0 0,'0'-2'310'0'0,"0"0"1"0"0,0 0-1 0 0,0-1 1 0 0,0 1 0 0 0,1 0-1 0 0,0 0 1 0 0,-1 0 0 0 0,1-1-1 0 0,0 1 1 0 0,0 0-1 0 0,0 0 1 0 0,0 0 0 0 0,0 0-1 0 0,0 0 1 0 0,1 1 0 0 0,2-4-1 0 0,-3 4-165 0 0,1-1-1 0 0,-1 0 1 0 0,0 0-1 0 0,1 0 1 0 0,-1 0-1 0 0,0 0 1 0 0,0 0-1 0 0,0 0 1 0 0,0 0-1 0 0,-1 0 1 0 0,1 0-1 0 0,0-1 0 0 0,-1 1 1 0 0,0 0-1 0 0,1-1 1 0 0,-1-2-1 0 0,-1 0-68 0 0,1 1 0 0 0,0-1-1 0 0,0 1 1 0 0,0-1-1 0 0,1 1 1 0 0,-1-1 0 0 0,1 1-1 0 0,0-1 1 0 0,0 1-1 0 0,1 0 1 0 0,-1 0-1 0 0,1 0 1 0 0,0-1 0 0 0,0 2-1 0 0,1-1 1 0 0,-1 0-1 0 0,6-6 1 0 0,4-10-48 0 0,-2 5-29 0 0,28-13 1 0 0,-28 21 0 0 0,10 6 13 0 0,-14 1 54 0 0,-6 0-53 0 0,0 0 0 0 0,0 1 0 0 0,0-1 0 0 0,0 1 0 0 0,0-1 0 0 0,1 0 0 0 0,-1 1 0 0 0,0-1 0 0 0,0 1 0 0 0,0-1 0 0 0,0 0 0 0 0,0 1 0 0 0,0-1 0 0 0,0 1 0 0 0,0-1 0 0 0,0 0 0 0 0,-1 1 0 0 0,1-1 0 0 0,0 1 0 0 0,0-1 0 0 0,0 0 0 0 0,0 1 0 0 0,0-1 0 0 0,-1 0 0 0 0,1 1 0 0 0,0-1 0 0 0,0 0 0 0 0,-1 1 0 0 0,1-1 0 0 0,0 0 0 0 0,0 0 0 0 0,-1 1 1 0 0,1-1-1 0 0,0 0 0 0 0,-1 0 0 0 0,1 1 0 0 0,0-1 0 0 0,-2 0 0 0 0,1 1-3 0 0,0-1 0 0 0,-1 0 0 0 0,1 1 0 0 0,0 0 0 0 0,0-1 0 0 0,-1 1 0 0 0,1 0 1 0 0,0-1-1 0 0,0 1 0 0 0,0 0 0 0 0,0 0 0 0 0,0 0 0 0 0,0 0 0 0 0,0 0 0 0 0,0 0 0 0 0,0 0 0 0 0,0 1 1 0 0,-1 1-1 0 0,-1 34 406 0 0,3-33-392 0 0,0 1 11 0 0,0 1 0 0 0,0-1 0 0 0,-1 0 0 0 0,0 0 0 0 0,0 1 0 0 0,0-1 0 0 0,-1 0 0 0 0,0 0-1 0 0,0 0 1 0 0,0 0 0 0 0,-5 8 0 0 0,1-3 13 0 0,5-7-29 0 0,0 0-1 0 0,0 0 1 0 0,0 0-1 0 0,1 0 1 0 0,-1 0-1 0 0,1 0 0 0 0,0 0 1 0 0,0 1-1 0 0,0-1 1 0 0,0 0-1 0 0,1 5 0 0 0,0-6 1 0 0,-1 1-1 0 0,0 0 0 0 0,1-1 0 0 0,-1 1 0 0 0,0 0 0 0 0,-1 0 0 0 0,1-1 1 0 0,0 1-1 0 0,-1 0 0 0 0,1-1 0 0 0,-1 1 0 0 0,0-1 0 0 0,0 1 1 0 0,-2 3-1 0 0,-5 4 83 0 0,6-9-76 0 0,1 0 0 0 0,-1 1 0 0 0,1-1 0 0 0,0 0 1 0 0,0 1-1 0 0,0 0 0 0 0,-1-1 0 0 0,1 1 1 0 0,1 0-1 0 0,-1-1 0 0 0,0 1 0 0 0,0 0 1 0 0,1 0-1 0 0,-1 0 0 0 0,1 0 0 0 0,-1-1 1 0 0,1 1-1 0 0,0 3 0 0 0,0-3-3 0 0,0 0 1 0 0,0 0-1 0 0,-1 0 1 0 0,1 0-1 0 0,0 0 1 0 0,-1 0-1 0 0,0 0 1 0 0,1-1-1 0 0,-1 1 0 0 0,0 0 1 0 0,0 0-1 0 0,0-1 1 0 0,0 1-1 0 0,0-1 1 0 0,0 1-1 0 0,0-1 0 0 0,-3 3 1 0 0,3-3 52 0 0,-1 1 0 0 0,1-1 0 0 0,0 1-1 0 0,-1 0 1 0 0,1-1 0 0 0,0 1 0 0 0,0 0 0 0 0,0 0 0 0 0,0 0 0 0 0,1 0-1 0 0,-1 0 1 0 0,0 0 0 0 0,1 0 0 0 0,-1 0 0 0 0,1 0 0 0 0,0 0 0 0 0,0 3-1 0 0,0-4-53 0 0,1 0-1 0 0,0 0 0 0 0,-1 0 0 0 0,1-1 0 0 0,0 1 0 0 0,0 0 0 0 0,0 0 0 0 0,0-1 0 0 0,-1 1 0 0 0,1 0 0 0 0,0-1 0 0 0,0 1 0 0 0,0-1 0 0 0,0 0 0 0 0,0 1 0 0 0,0-1 0 0 0,1 0 0 0 0,-1 1 0 0 0,0-1 0 0 0,0 0 0 0 0,2 0 0 0 0,5 2 37 0 0,33 17 25 0 0,-28-13-79 0 0,0 0-1 0 0,1 0 0 0 0,0-1 0 0 0,0-1 1 0 0,1 0-1 0 0,17 2 0 0 0,109 7-29 0 0,-126-13 6 0 0,33 1-39 0 0,0-2 1 0 0,-1-2 0 0 0,65-13-1 0 0,-89 6-30 0 0,-18-2-75 0 0,-7 8 134 0 0,0 0-1 0 0,0 0 1 0 0,0 0-1 0 0,0 1 1 0 0,-1-1-1 0 0,0 1 1 0 0,1 0 0 0 0,-4-3-1 0 0,2 2 25 0 0,-14-18-69 0 0,-1 2 0 0 0,-1 0 1 0 0,-1 1-1 0 0,-40-28 0 0 0,30 27 49 0 0,26 13 39 0 0,10 7 54 0 0,21 6 60 0 0,-24 0-81 0 0,1 2 47 0 0,15 9 56 0 0,-1 1-1 0 0,0 0 0 0 0,-1 2 1 0 0,15 24-1 0 0,10 13 17 0 0,104 121-18 0 0,-127-157-480 0 0,-2 0-1 0 0,0 1 1 0 0,-1 1-1 0 0,11 24 1 0 0,-20-30 63 0 0,-7-14-577 0 0,0-4 778 0 0,1 0 1 0 0,0 0-1 0 0,0 0 1 0 0,0 0-1 0 0,0 0 1 0 0,-1 0 0 0 0,1 0-1 0 0,0 0 1 0 0,1 0-1 0 0,-1 0 1 0 0,0 0-1 0 0,0 0 1 0 0,0 0 0 0 0,0 0-1 0 0,1 0 1 0 0,-1 1-1 0 0,1-1 1 0 0,-1 0-1 0 0,0 0 1 0 0,1 0 0 0 0,-1 0-1 0 0,1 1 1 0 0,0-1-1 0 0,0-1 1 0 0,24-20-806 0 0,-23 21 747 0 0,0 0 0 0 0,0-1-1 0 0,0 1 1 0 0,0 0 0 0 0,0-1-1 0 0,0 1 1 0 0,0-1 0 0 0,-1 0 0 0 0,1 0-1 0 0,0 0 1 0 0,-1 0 0 0 0,0 0-1 0 0,1 0 1 0 0,-1 0 0 0 0,0 0 0 0 0,0 0-1 0 0,0-1 1 0 0,-1 1 0 0 0,1 0 0 0 0,0-1-1 0 0,-1 1 1 0 0,1-1 0 0 0,-1 1-1 0 0,0 0 1 0 0,0-1 0 0 0,0 1 0 0 0,0-1-1 0 0,-1 1 1 0 0,1-1 0 0 0,0 1-1 0 0,-1 0 1 0 0,0-1 0 0 0,0 1 0 0 0,1 0-1 0 0,-3-3 1 0 0,-22-44-3248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90 800 0 0,'0'-30'4609'0'0,"0"16"-1307"0"0,5 14-3222 0 0,56 0 320 0 0,-41 0-373 0 0,-72-4 513 0 0,-58-12 1 0 0,-80-8 18 0 0,173 23-441 0 0,1 0 1 0 0,-1 1-1 0 0,0 1 0 0 0,1 0 0 0 0,-1 2 0 0 0,-28 7 0 0 0,45-10-109 0 0,-1 0-1 0 0,1 0 1 0 0,0 0-1 0 0,-1 0 0 0 0,1 0 1 0 0,0 1-1 0 0,-1-1 1 0 0,1 0-1 0 0,0 0 1 0 0,0 0-1 0 0,-1 1 0 0 0,1-1 1 0 0,0 0-1 0 0,0 0 1 0 0,0 1-1 0 0,-1-1 1 0 0,1 0-1 0 0,0 1 0 0 0,0-1 1 0 0,0 0-1 0 0,0 1 1 0 0,0-1-1 0 0,0 0 1 0 0,-1 1-1 0 0,1-1 0 0 0,0 0 1 0 0,0 1-1 0 0,0-1 1 0 0,0 0-1 0 0,0 1 1 0 0,0-1-1 0 0,0 0 0 0 0,1 1 1 0 0,-1-1-1 0 0,0 0 1 0 0,0 1-1 0 0,0-1 1 0 0,0 0-1 0 0,0 1 0 0 0,0-1 1 0 0,1 0-1 0 0,-1 0 1 0 0,0 1-1 0 0,0-1 1 0 0,0 0-1 0 0,1 1 0 0 0,-1-1 1 0 0,0 0-1 0 0,0 0 1 0 0,1 0-1 0 0,-1 1 0 0 0,0-1 1 0 0,1 0-1 0 0,-1 0 1 0 0,0 0-1 0 0,0 0 1 0 0,1 0-1 0 0,-1 1 0 0 0,0-1 1 0 0,1 0-1 0 0,-1 0 1 0 0,0 0-1 0 0,1 0 1 0 0,-1 0-1 0 0,1 0 0 0 0,-1 0 1 0 0,22 9 52 0 0,-22-9-60 0 0,97 29 97 0 0,-1 0-27 0 0,92 42 0 0 0,-182-68-72 0 0,5 1 11 0 0,0 1 1 0 0,-1 1-1 0 0,19 13 0 0 0,-27-17-8 0 0,1 0 1 0 0,-1 0 0 0 0,0 0 0 0 0,0 1-1 0 0,0-1 1 0 0,0 1 0 0 0,0 0-1 0 0,0-1 1 0 0,-1 1 0 0 0,1 0-1 0 0,-1 0 1 0 0,0 0 0 0 0,0 0 0 0 0,0 0-1 0 0,0 0 1 0 0,0 0 0 0 0,-1 1-1 0 0,1-1 1 0 0,-1 4 0 0 0,-1-5-5 0 0,1 0 1 0 0,-1-1 0 0 0,0 1 0 0 0,1 0-1 0 0,-1 0 1 0 0,0 0 0 0 0,0-1-1 0 0,-1 1 1 0 0,1-1 0 0 0,0 1-1 0 0,-1-1 1 0 0,1 1 0 0 0,0-1-1 0 0,-1 0 1 0 0,0 1 0 0 0,1-1 0 0 0,-1 0-1 0 0,0 0 1 0 0,1 0 0 0 0,-1-1-1 0 0,0 1 1 0 0,0 0 0 0 0,0-1-1 0 0,0 1 1 0 0,0-1 0 0 0,0 1-1 0 0,0-1 1 0 0,-2 0 0 0 0,-67 8-56 0 0,65-8 58 0 0,-225 1-67 0 0,202-7-174 0 0,32 6 219 0 0,1-1 1 0 0,0 0-1 0 0,-1 0 1 0 0,1 0 0 0 0,-1 0-1 0 0,1 0 1 0 0,-1-1 0 0 0,6-3-1 0 0,38-13-49 0 0,-2 9 22 0 0,116-29-64 0 0,-159 38 109 0 0,0-1 0 0 0,0 1-1 0 0,0-1 1 0 0,0 1 0 0 0,0-1 0 0 0,-1 0 0 0 0,1 0-1 0 0,0 0 1 0 0,-1 0 0 0 0,1 0 0 0 0,-1 0 0 0 0,1 0-1 0 0,-1 0 1 0 0,1-1 0 0 0,-1 1 0 0 0,0-1-1 0 0,3-2 1 0 0,-4 3 3 0 0,0 0-1 0 0,0 0 0 0 0,0 0 1 0 0,0 0-1 0 0,0 0 1 0 0,0 0-1 0 0,-1 0 0 0 0,1 0 1 0 0,0 1-1 0 0,0-1 0 0 0,-1 0 1 0 0,1 0-1 0 0,0 0 1 0 0,-1 0-1 0 0,1 0 0 0 0,-1 1 1 0 0,1-1-1 0 0,-1 0 0 0 0,1 0 1 0 0,-1 1-1 0 0,0-1 1 0 0,1 0-1 0 0,-1 1 0 0 0,0-1 1 0 0,0 0-1 0 0,-9-6 5 0 0,0 1 0 0 0,-1 0-1 0 0,1 0 1 0 0,-14-4 0 0 0,12 5-2 0 0,-2-2 9 0 0,-6-2-77 0 0,0-1 0 0 0,1-1-1 0 0,-29-21 1 0 0,48 32 47 0 0,0 0 0 0 0,0 0 0 0 0,0 0 0 0 0,-1 0 1 0 0,1-1-1 0 0,0 1 0 0 0,0 0 0 0 0,0 0 0 0 0,0 0 0 0 0,-1-1 0 0 0,1 1 0 0 0,0 0 0 0 0,0 0 0 0 0,0 0 0 0 0,0-1 0 0 0,0 1 0 0 0,0 0 0 0 0,0 0 0 0 0,0 0 0 0 0,0-1 0 0 0,0 1 0 0 0,0 0 0 0 0,0 0 1 0 0,0-1-1 0 0,0 1 0 0 0,0 0 0 0 0,0 0 0 0 0,0-1 0 0 0,0 1 0 0 0,0 0 0 0 0,0 0 0 0 0,0 0 0 0 0,0-1 0 0 0,0 1 0 0 0,0 0 0 0 0,0 0 0 0 0,0 0 0 0 0,1-1 0 0 0,-1 1 0 0 0,0 0 0 0 0,0 0 0 0 0,0 0 0 0 0,0-1 1 0 0,1 1-1 0 0,-1 0 0 0 0,0 0 0 0 0,0 0 0 0 0,18-8-986 0 0,20 0-1576 0 0,-22 6 1240 0 0,1 2 1 0 0,28 1 0 0 0,-28 0 812 0 0,69 5-1313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4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3282 0 0,'-30'88'5522'0'0,"0"-68"-4081"0"0,60-51-3522 0 0,0-21-3762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0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1 800 0 0,'0'11'2962'0'0,"0"3"-3122"0"0,-30-1-961 0 0,30-7-320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117 248 320 0 0,'-90'-58'7497'0'0,"88"57"-7385"0"0,0 0 1 0 0,0 0-1 0 0,1 0 0 0 0,-1 0 1 0 0,1 0-1 0 0,-1 0 0 0 0,1 0 0 0 0,-1 0 1 0 0,1-1-1 0 0,-1 1 0 0 0,1 0 1 0 0,0-1-1 0 0,0 1 0 0 0,0-1 1 0 0,0 0-1 0 0,0 1 0 0 0,0-1 1 0 0,-1-2-1 0 0,3 3-67 0 0,-1 0-1 0 0,0 0 1 0 0,1 0 0 0 0,-1 0-1 0 0,1 0 1 0 0,-1 0-1 0 0,1-1 1 0 0,0 1 0 0 0,-1 0-1 0 0,1 0 1 0 0,0 1 0 0 0,0-1-1 0 0,0 0 1 0 0,-1 0-1 0 0,1 0 1 0 0,0 0 0 0 0,0 1-1 0 0,0-1 1 0 0,0 1 0 0 0,1-1-1 0 0,-1 0 1 0 0,0 1-1 0 0,0 0 1 0 0,0-1 0 0 0,0 1-1 0 0,0 0 1 0 0,1-1 0 0 0,1 1-1 0 0,31-9 137 0 0,61-10 1 0 0,106 1-234 0 0,-84 11-5 0 0,265-50-1758 0 0,-375 55 1194 0 0,0 0 0 0 0,0-1 0 0 0,0 0 0 0 0,0 0 0 0 0,8-5-1 0 0,-5 3-2054 0 0,-30 0 516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1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20 720 0 0,'0'-12'2481'0'0,"0"4"-480"0"0,0 16-400 0 0,30 23-80 0 0,-30 40 0 0 0,31 12-881 0 0,29-8-560 0 0,0 2-80 0 0,1-6 0 0 0,-1-16-240 0 0,31-16-721 0 0,-61-31-1440 0 0,30-16-3121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351 286 960 0 0,'-7'5'7303'0'0,"-11"-5"-5408"0"0,-17-8-1381 0 0,21 0-490 0 0,0-1 0 0 0,0 0 1 0 0,1-1-1 0 0,0-1 1 0 0,0 0-1 0 0,2-1 0 0 0,-15-18 1 0 0,3 6-20 0 0,-15-21-39 0 0,27 31 54 0 0,-1 0 0 0 0,-21-19 0 0 0,24 26-5 0 0,7 6-13 0 0,1 0 0 0 0,-1 1 1 0 0,1-1-1 0 0,0 0 0 0 0,-1-1 1 0 0,1 1-1 0 0,0 0 1 0 0,0 0-1 0 0,0 0 0 0 0,0-1 1 0 0,0 1-1 0 0,0-1 1 0 0,0 1-1 0 0,0-1 0 0 0,1 1 1 0 0,-1-1-1 0 0,0 1 0 0 0,1-1 1 0 0,-1 0-1 0 0,1 1 1 0 0,-1-3-1 0 0,1 3-2 0 0,0 0 0 0 0,0 0-1 0 0,0 1 1 0 0,0-1 0 0 0,-1 0 0 0 0,1 1 0 0 0,0-1 0 0 0,-1 1-1 0 0,1-1 1 0 0,-1 0 0 0 0,1 1 0 0 0,0-1 0 0 0,-1 1 0 0 0,1-1-1 0 0,-1 1 1 0 0,1-1 0 0 0,-1 1 0 0 0,0 0 0 0 0,1-1 0 0 0,-1 1-1 0 0,1 0 1 0 0,-1-1 0 0 0,0 1 0 0 0,1 0 0 0 0,-1 0-1 0 0,0-1 1 0 0,0 1 0 0 0,-11-1 98 0 0,17 4-86 0 0,11 12 34 0 0,-12 23-24 0 0,1-36 58 0 0,16 2 54 0 0,-16-3-41 0 0,-4 24 157 0 0,0-18-210 0 0,0 1 1 0 0,-1-1-1 0 0,0 0 1 0 0,0 0-1 0 0,-1 0 0 0 0,0 0 1 0 0,0 1-1 0 0,0-1 0 0 0,-3 7 1 0 0,-4-1 5 0 0,6-9-26 0 0,-1 1 1 0 0,1-1 0 0 0,0 1-1 0 0,0 0 1 0 0,1-1 0 0 0,-1 1-1 0 0,1 0 1 0 0,0 0-1 0 0,0 0 1 0 0,1 0 0 0 0,-1 5-1 0 0,1-4-9 0 0,0-4-5 0 0,0 0-1 0 0,-1 0 1 0 0,1 1 0 0 0,0-1 0 0 0,0 0 0 0 0,0 0 0 0 0,0 0-1 0 0,1 0 1 0 0,-1 0 0 0 0,1 0 0 0 0,-1 0 0 0 0,1 0 0 0 0,0 0 0 0 0,-1 0-1 0 0,1-1 1 0 0,0 1 0 0 0,0 0 0 0 0,0 0 0 0 0,1-1 0 0 0,-1 1 0 0 0,0 0-1 0 0,1-1 1 0 0,-1 1 0 0 0,1-1 0 0 0,-1 0 0 0 0,1 1 0 0 0,0-1-1 0 0,-1 0 1 0 0,1 0 0 0 0,0 0 0 0 0,0 0 0 0 0,0-1 0 0 0,0 1 0 0 0,0 0-1 0 0,0-1 1 0 0,3 1 0 0 0,23 6 4 0 0,0-2 0 0 0,1 0 0 0 0,0-2-1 0 0,-1-2 1 0 0,1 0 0 0 0,44-5 0 0 0,-13-3-126 0 0,0-2-1 0 0,68-20 1 0 0,-124 29 99 0 0,1-1 0 0 0,-1-1 1 0 0,1 1-1 0 0,-1-1 0 0 0,1 1 0 0 0,-1-1 1 0 0,0-1-1 0 0,0 1 0 0 0,0 0 0 0 0,7-7 1 0 0,-9 7-4 0 0,-1-1 0 0 0,1 0 1 0 0,-1 0-1 0 0,0-1 0 0 0,0 1 0 0 0,0 0 1 0 0,0 0-1 0 0,0 0 0 0 0,-1-1 0 0 0,1 1 1 0 0,-1 0-1 0 0,0-1 0 0 0,0 1 0 0 0,-1-4 1 0 0,1 6 19 0 0,1 0 0 0 0,-1 0 0 0 0,0 0 0 0 0,0 0 0 0 0,0 0 0 0 0,0 0 0 0 0,0 0 0 0 0,0 0 0 0 0,0 0 0 0 0,-1 0 0 0 0,1 0 0 0 0,0 0 0 0 0,0 0 0 0 0,-1 0 0 0 0,1 0 0 0 0,0 0 0 0 0,-1 1 0 0 0,1-1 0 0 0,-1 0 0 0 0,0 0 0 0 0,1 0 0 0 0,-1 0 0 0 0,0 1 0 0 0,1-1 0 0 0,-1 0 0 0 0,0 1 0 0 0,0-1 0 0 0,1 1 0 0 0,-1-1 0 0 0,0 1 0 0 0,0-1 0 0 0,0 1 0 0 0,0-1 0 0 0,0 1 0 0 0,0 0 0 0 0,0-1 0 0 0,0 1 0 0 0,0 0 0 0 0,0 0 0 0 0,0 0 0 0 0,0 0 0 0 0,0 0 0 0 0,-1 0 0 0 0,1 0 5 0 0,1 1 0 0 0,0-1 0 0 0,-1 0 0 0 0,1 1 0 0 0,-1-1 1 0 0,1 0-1 0 0,0 1 0 0 0,-1-1 0 0 0,1 1 0 0 0,0-1 0 0 0,-1 1 0 0 0,1-1 0 0 0,0 0 1 0 0,0 1-1 0 0,-1-1 0 0 0,1 1 0 0 0,0 0 0 0 0,0-1 0 0 0,0 1 0 0 0,0-1 1 0 0,0 1-1 0 0,0-1 0 0 0,-1 1 0 0 0,1-1 0 0 0,1 1 0 0 0,-1-1 0 0 0,0 1 0 0 0,0-1 1 0 0,0 1-1 0 0,0-1 0 0 0,0 1 0 0 0,1 0 0 0 0,4 27 93 0 0,7 7-62 0 0,1-2 0 0 0,2 1 1 0 0,1-2-1 0 0,2 0 0 0 0,1-1 1 0 0,2-1-1 0 0,0-1 1 0 0,2-1-1 0 0,1-1 0 0 0,35 31 1 0 0,-22-38-172 0 0,-32-17 48 0 0,1-1-1 0 0,-1 1 1 0 0,1 0-1 0 0,-1 0 1 0 0,0 1-1 0 0,7 5 1 0 0,-10-7-12 0 0,0 0 0 0 0,0-1 0 0 0,1 1 0 0 0,-1-1 0 0 0,0 0 0 0 0,1 0 0 0 0,-1 0 0 0 0,1 0 0 0 0,0 0 0 0 0,-1 0 0 0 0,1-1 0 0 0,0 1 0 0 0,-1-1 0 0 0,1 0 0 0 0,0 0 0 0 0,-1 0 0 0 0,1 0 0 0 0,0 0 0 0 0,-1 0 0 0 0,1-1 0 0 0,0 1 0 0 0,-1-1 0 0 0,1 0 0 0 0,-1 0 0 0 0,1 0 0 0 0,4-3 0 0 0,-4 3-189 0 0,0-1 0 0 0,0 1 0 0 0,0-1 0 0 0,-1 0-1 0 0,1 0 1 0 0,0 0 0 0 0,-1 0 0 0 0,1 0 0 0 0,-1-1 0 0 0,0 1 0 0 0,0-1 0 0 0,0 1 0 0 0,0-1 0 0 0,0 0 0 0 0,-1 0 0 0 0,1 0 0 0 0,-1 0 0 0 0,0 0 0 0 0,0 0 0 0 0,0 0 0 0 0,0 0 0 0 0,1-7 0 0 0,-2-7-1473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64 1761 0 0,'-86'-25'6109'0'0,"86"24"-6023"0"0,-1 1-1 0 0,1-1 0 0 0,-1 1 0 0 0,1-1 1 0 0,-1 0-1 0 0,1 1 0 0 0,-1-1 1 0 0,1 0-1 0 0,0 1 0 0 0,-1-1 1 0 0,1 0-1 0 0,0 1 0 0 0,0-1 0 0 0,0 0 1 0 0,-1 0-1 0 0,1 1 0 0 0,0-1 1 0 0,0 0-1 0 0,0 0 0 0 0,0 1 1 0 0,0-1-1 0 0,0 0 0 0 0,0 0 1 0 0,1 1-1 0 0,-1-1 0 0 0,0 0 0 0 0,0 0 1 0 0,1 1-1 0 0,-1-1 0 0 0,0 0 1 0 0,1 1-1 0 0,-1-1 0 0 0,0 1 1 0 0,1-1-1 0 0,-1 0 0 0 0,1 1 0 0 0,0-2 1 0 0,6 0-103 0 0,1 0 1 0 0,-1 0-1 0 0,1 0 0 0 0,0 1 1 0 0,-1 0-1 0 0,1 0 0 0 0,0 1 1 0 0,0 0-1 0 0,-1 0 1 0 0,1 1-1 0 0,12 3 0 0 0,-6-1 15 0 0,-1 0 0 0 0,1 2 0 0 0,-1-1 0 0 0,0 2 0 0 0,0 0 0 0 0,13 8 0 0 0,176 125 709 0 0,-185-121-651 0 0,-14-15-55 0 0,-1 0 0 0 0,0-1 0 0 0,1 1 0 0 0,-1 0 0 0 0,1-1 0 0 0,0 1 0 0 0,0-1-1 0 0,0 0 1 0 0,0 0 0 0 0,0 0 0 0 0,5 1 0 0 0,-28-3 12 0 0,15-4-26 0 0,5 3 9 0 0,-1 0-1 0 0,1-1 1 0 0,-1 1-1 0 0,1 0 1 0 0,-1 0-1 0 0,1 0 1 0 0,-1-1-1 0 0,0 1 1 0 0,1 0 0 0 0,-1 0-1 0 0,0 0 1 0 0,0 0-1 0 0,0 0 1 0 0,0 0-1 0 0,0 0 1 0 0,0 1-1 0 0,0-1 1 0 0,0 0 0 0 0,0 0-1 0 0,0 1 1 0 0,0-1-1 0 0,-1 1 1 0 0,-1-1-1 0 0,-41-14-147 0 0,19 8 104 0 0,3-2 62 0 0,-1 1-1 0 0,-32-7 0 0 0,46 13-9 0 0,0 0 0 0 0,0 1 0 0 0,-1 0 0 0 0,1 1 0 0 0,0 0 0 0 0,0 0 0 0 0,-1 1 0 0 0,1 0 0 0 0,-13 4 0 0 0,21-5-2 0 0,-1 0-1 0 0,1 0 1 0 0,0 1 0 0 0,-1-1-1 0 0,1 1 1 0 0,0-1-1 0 0,0 1 1 0 0,-1-1 0 0 0,1 1-1 0 0,0 0 1 0 0,0 0 0 0 0,0 0-1 0 0,0-1 1 0 0,0 1-1 0 0,0 0 1 0 0,0 0 0 0 0,0 0-1 0 0,0 0 1 0 0,0 1-1 0 0,1-1 1 0 0,-1 0 0 0 0,0 0-1 0 0,1 0 1 0 0,-1 1-1 0 0,1-1 1 0 0,-1 0 0 0 0,0 3-1 0 0,2-2 1 0 0,-1 1 0 0 0,1-1 0 0 0,-1 0-1 0 0,1 1 1 0 0,0-1 0 0 0,0 0 0 0 0,0 1-1 0 0,0-1 1 0 0,0 0 0 0 0,0 0 0 0 0,1 0 0 0 0,-1 0-1 0 0,1 0 1 0 0,2 2 0 0 0,6 6 2 0 0,1 0 1 0 0,0-1-1 0 0,1 0 0 0 0,13 8 1 0 0,-5-7 0 0 0,-1-2 1 0 0,1-1 0 0 0,0 0 0 0 0,1-2 0 0 0,-1 0 0 0 0,1-1-1 0 0,0-1 1 0 0,0-1 0 0 0,30-1 0 0 0,-18 1-11 0 0,-7-1-188 0 0,1-2-1 0 0,-1 0 1 0 0,0-2-1 0 0,0-1 1 0 0,49-14-1 0 0,-73 17 35 0 0,0 1 0 0 0,0-1 0 0 0,0 0 0 0 0,0 0-1 0 0,0 1 1 0 0,0-1 0 0 0,-1 0 0 0 0,1 0-1 0 0,0-1 1 0 0,-1 1 0 0 0,1 0 0 0 0,0-1 0 0 0,-1 1-1 0 0,0-1 1 0 0,1 1 0 0 0,-1-1 0 0 0,0 1-1 0 0,0-1 1 0 0,0 0 0 0 0,0 0 0 0 0,0 0 0 0 0,0 1-1 0 0,-1-1 1 0 0,1 0 0 0 0,0 0 0 0 0,-1 0-1 0 0,0 0 1 0 0,1 0 0 0 0,-1 0 0 0 0,0 0 0 0 0,0 0-1 0 0,0 0 1 0 0,0-1 0 0 0,-1 1 0 0 0,1 0-1 0 0,-1 0 1 0 0,1 0 0 0 0,-1 1 0 0 0,1-1 0 0 0,-1 0-1 0 0,0 0 1 0 0,0 0 0 0 0,0 0 0 0 0,0 1-1 0 0,0-1 1 0 0,-2-2 0 0 0,-48-44-2629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5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2065 115 1040 0 0,'0'-24'2808'0'0,"0"-17"2762"0"0,-2 40-5538 0 0,0 0 1 0 0,0 0-1 0 0,-1 0 1 0 0,1 0 0 0 0,0 0-1 0 0,-1 0 1 0 0,1 1-1 0 0,-1-1 1 0 0,1 1 0 0 0,-1 0-1 0 0,0 0 1 0 0,1 0-1 0 0,-1 0 1 0 0,1 0 0 0 0,-6 1-1 0 0,-12-1 20 0 0,-242-29 268 0 0,208 27-273 0 0,-17-3 80 0 0,17 0 11 0 0,-1 3-1 0 0,-96 9 1 0 0,3-1 182 0 0,-20 2 296 0 0,107-3-450 0 0,-76-3 0 0 0,-48-1-18 0 0,68 2-70 0 0,-144 4 29 0 0,188 2-41 0 0,16 0-52 0 0,46-7-8 0 0,3-2 9 0 0,0 1-1 0 0,1 0 0 0 0,-1 1 0 0 0,1 0 0 0 0,-1 0 0 0 0,1 0 0 0 0,0 1 0 0 0,-13 7 0 0 0,-8 0-68 0 0,8-1 45 0 0,19-7 4 0 0,0 0 0 0 0,0 0 0 0 0,0 0 0 0 0,0 0 0 0 0,1 1 0 0 0,-1-1 0 0 0,0 0 0 0 0,1 0 0 0 0,0 0 0 0 0,-1 1 0 0 0,1-1 0 0 0,0 0 0 0 0,1 4 0 0 0,-1 42 5 0 0,1-36 11 0 0,1 0 1 0 0,0 0-1 0 0,1 0 0 0 0,1 0 1 0 0,8 20-1 0 0,-1-2 1 0 0,9 16 41 0 0,-10 3-39 0 0,40 84 66 0 0,-43-114-78 0 0,-4-8 4 0 0,1 1 0 0 0,0-1 0 0 0,0-1 0 0 0,1 1 0 0 0,1-1 0 0 0,0 0 0 0 0,0 0 0 0 0,1 0 0 0 0,0-1 0 0 0,0 0 0 0 0,1-1 0 0 0,14 13 0 0 0,134 104-380 0 0,-121-96 172 0 0,44 27 0 0 0,2 2 326 0 0,-64-45-97 0 0,33 28-1 0 0,0-3 1 0 0,85 47 0 0 0,-65-49-40 0 0,2-4-1 0 0,1-4 1 0 0,2-2 0 0 0,0-4-1 0 0,2-3 1 0 0,0-3 0 0 0,92 6-1 0 0,-63-18-35 0 0,0-5 0 0 0,190-25 1 0 0,-42-12 8 0 0,-214 30 32 0 0,0-1 0 0 0,-1-3 0 0 0,-1-1 0 0 0,53-25-1 0 0,-75 28 9 0 0,0 0-1 0 0,-1-1 0 0 0,0-1 0 0 0,-1 0 0 0 0,0-1 0 0 0,-1-1 1 0 0,-1 0-1 0 0,0 0 0 0 0,0-1 0 0 0,-2-1 0 0 0,0 0 0 0 0,-1 0 1 0 0,0-1-1 0 0,-2 0 0 0 0,11-32 0 0 0,-4-52-92 0 0,-14 97 78 0 0,3-13 14 0 0,0 0-1 0 0,-1-1 1 0 0,-1 1-1 0 0,-2-19 1 0 0,0 28 55 0 0,-1-1 0 0 0,0 0 0 0 0,0 0 0 0 0,-1 1 0 0 0,-1-1 1 0 0,1 1-1 0 0,-1 0 0 0 0,0 0 0 0 0,-1 0 0 0 0,-9-11 0 0 0,5 8-57 0 0,-1 0-1 0 0,0 0 0 0 0,-1 1 0 0 0,0 1 0 0 0,-1 0 0 0 0,0 0 0 0 0,0 1 0 0 0,-18-8 1 0 0,-116-46-96 0 0,139 59 99 0 0,-88-29-6 0 0,-145-29 0 0 0,-108-1-88 0 0,171 33-80 0 0,61 10-145 0 0,-245-55-2564 0 0,326 64-692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70 240 0 0,'-30'0'4322'0'0,"0"-6"-3281"0"0,30 0-401 0 0,-30-2-160 0 0,30 3-240 0 0,-30-1-160 0 0,30-8 0 0 0,-31 3-80 0 0,1 3-320 0 0,30 2-1281 0 0,-30 6-960 0 0,-30 0 320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0 264 1040 0 0,'146'-63'4109'0'0,"-123"55"-3532"0"0,-2 0-234 0 0,0 1 1 0 0,0 0-1 0 0,0 2 1 0 0,28-4-1 0 0,-41 9-296 0 0,-7 0-40 0 0,-1 0 1 0 0,1 0-1 0 0,0 1 0 0 0,0-1 0 0 0,-1 0 0 0 0,1 0 1 0 0,0 0-1 0 0,-1 0 0 0 0,1 0 0 0 0,0 0 0 0 0,0 0 1 0 0,-1-1-1 0 0,1 1 0 0 0,0 0 0 0 0,-1 0 0 0 0,1 0 1 0 0,0-1-1 0 0,-1 1 0 0 0,1 0 0 0 0,0-1 0 0 0,-1 1 0 0 0,1-1 1 0 0,-1 1-1 0 0,1-1 0 0 0,-1 1 0 0 0,1-1 0 0 0,-1 1 1 0 0,1-1-1 0 0,-1 1 0 0 0,1-1 0 0 0,-1 1 0 0 0,1-1 1 0 0,-1 0-1 0 0,0 1 0 0 0,0-1 0 0 0,1 0 0 0 0,-1-1 1 0 0,1 1 3 0 0,-1 0 1 0 0,1 0 0 0 0,0 0 0 0 0,-1 0 0 0 0,1 0 0 0 0,0 1-1 0 0,0-1 1 0 0,-1 0 0 0 0,1 0 0 0 0,0 1 0 0 0,0-1 0 0 0,0 0 0 0 0,0 1-1 0 0,0-1 1 0 0,0 1 0 0 0,0-1 0 0 0,0 1 0 0 0,0 0 0 0 0,0-1-1 0 0,0 1 1 0 0,1 0 0 0 0,0 0 0 0 0,1-1 36 0 0,0 0-18 0 0,-1 0 0 0 0,0 0 0 0 0,0-1 0 0 0,0 1 0 0 0,0 0 0 0 0,0-1 0 0 0,0 1 0 0 0,0-1 0 0 0,-1 0 0 0 0,1 0 0 0 0,0 1 0 0 0,-1-1 0 0 0,0 0 0 0 0,1 0 0 0 0,-1-1 0 0 0,0 1 0 0 0,0 0 0 0 0,0 0 0 0 0,0 0 0 0 0,-1-1 0 0 0,1 1 0 0 0,0 0 0 0 0,0-5 0 0 0,-1 6-23 0 0,0 0 0 0 0,0 1 1 0 0,0-1-1 0 0,0 1 0 0 0,0-1 0 0 0,0 0 0 0 0,1 1 0 0 0,-1-1 1 0 0,0 1-1 0 0,1-1 0 0 0,-1 1 0 0 0,0-1 0 0 0,1 0 0 0 0,-1 1 0 0 0,0 0 1 0 0,1-1-1 0 0,-1 1 0 0 0,1-1 0 0 0,-1 1 0 0 0,1-1 0 0 0,-1 1 1 0 0,1 0-1 0 0,-1-1 0 0 0,1 1 0 0 0,0 0 0 0 0,-1 0 0 0 0,1 0 1 0 0,-1-1-1 0 0,1 1 0 0 0,0 0 0 0 0,-1 0 0 0 0,1 0 0 0 0,1 0 1 0 0,-2 0-4 0 0,1 0 1 0 0,0 0-1 0 0,-1 0 1 0 0,1 0 0 0 0,-1 0-1 0 0,1-1 1 0 0,0 1-1 0 0,-1 0 1 0 0,1 0 0 0 0,-1 0-1 0 0,1-1 1 0 0,0 1-1 0 0,-1 0 1 0 0,1-1 0 0 0,-1 1-1 0 0,1-1 1 0 0,-1 1 0 0 0,1 0-1 0 0,-1-1 1 0 0,0 1-1 0 0,1-1 1 0 0,-1 1 0 0 0,0-1-1 0 0,1 1 1 0 0,-1-1-1 0 0,0 0 1 0 0,1 1 0 0 0,-1-1-1 0 0,0 1 1 0 0,0-1-1 0 0,0 0 1 0 0,1 1 0 0 0,-1-2-1 0 0,0-48 556 0 0,-1 49-553 0 0,0 1-1 0 0,-1-1 1 0 0,1 1-1 0 0,0 0 1 0 0,0 0-1 0 0,0 0 0 0 0,0 0 1 0 0,0 0-1 0 0,-1 0 1 0 0,1 0-1 0 0,0 0 1 0 0,0 0-1 0 0,0 0 0 0 0,0 0 1 0 0,0 1-1 0 0,0-1 1 0 0,0 1-1 0 0,0-1 1 0 0,-1 0-1 0 0,1 1 0 0 0,0 0 1 0 0,1-1-1 0 0,-1 1 1 0 0,0 0-1 0 0,0-1 0 0 0,-1 3 1 0 0,1-2-1 0 0,0 0 0 0 0,0 0-1 0 0,1 0 1 0 0,-1-1 0 0 0,0 1 0 0 0,0 0 0 0 0,0 0 0 0 0,0-1 0 0 0,0 1-1 0 0,0 0 1 0 0,0-1 0 0 0,0 1 0 0 0,0-1 0 0 0,0 1 0 0 0,0-1-1 0 0,-1 0 1 0 0,1 0 0 0 0,0 1 0 0 0,-2-1 0 0 0,-1 1 10 0 0,-31 36 78 0 0,13-19-36 0 0,5-5-13 0 0,0 2 1 0 0,0-1-1 0 0,-26 33 1 0 0,33-8-46 0 0,8-36 8 0 0,-1 0 0 0 0,1 0 0 0 0,0 0 0 0 0,-1 0 1 0 0,1 1-1 0 0,1-1 0 0 0,-1 0 0 0 0,0 1 0 0 0,1-1 0 0 0,0 1 0 0 0,0 0 1 0 0,0 0-1 0 0,0-1 0 0 0,1 1 0 0 0,-1 0 0 0 0,1 0 0 0 0,0 7 0 0 0,-1 7-4 0 0,0-15-9 0 0,1 1 0 0 0,0-1 0 0 0,0 0 0 0 0,0 0 0 0 0,0 1 0 0 0,0-1 0 0 0,0 0 0 0 0,1 1 0 0 0,0-1 0 0 0,-1 0 0 0 0,1 0 0 0 0,1 0 0 0 0,0 4 0 0 0,17 29 31 0 0,18 29 28 0 0,-15-36-44 0 0,-8-11 18 0 0,0 1 0 0 0,21 39-1 0 0,-21-29 21 0 0,-11-23-39 0 0,0-1 0 0 0,0 1 0 0 0,-1 0 0 0 0,0 0 0 0 0,0 0 0 0 0,0 0 0 0 0,-1 0 0 0 0,1 0 0 0 0,-2 0 0 0 0,1 9 0 0 0,0-12-9 0 0,-1-1 0 0 0,1 0 0 0 0,-1 1 0 0 0,1-1 0 0 0,0 0 0 0 0,0 1 0 0 0,0-1 0 0 0,0 0 0 0 0,1 0 0 0 0,-1 0 1 0 0,0 0-1 0 0,1 0 0 0 0,0-1 0 0 0,-1 1 0 0 0,1 0 0 0 0,0-1 0 0 0,0 1 0 0 0,0-1 0 0 0,0 1 0 0 0,0-1 0 0 0,3 1 0 0 0,1 2-2 0 0,0-1 0 0 0,0-1 1 0 0,0 1-1 0 0,0-1 0 0 0,0 0 0 0 0,1-1 0 0 0,8 2 1 0 0,2-1-22 0 0,-7-1 15 0 0,0 0 1 0 0,0-1 0 0 0,1 0 0 0 0,-1-1-1 0 0,12-2 1 0 0,-4 1 6 0 0,0 0 1 0 0,0-1-1 0 0,-1 0 1 0 0,0-2-1 0 0,28-10 1 0 0,-34 9 1 0 0,-1 0 1 0 0,1 0 0 0 0,-1-1-1 0 0,0 0 1 0 0,-1-1 0 0 0,0 0-1 0 0,0 0 1 0 0,-1-1 0 0 0,8-10-1 0 0,-14 17 3 0 0,0 0-1 0 0,-1 0 0 0 0,1 0 0 0 0,-1 0 1 0 0,1-1-1 0 0,-1 1 0 0 0,0 0 1 0 0,0-1-1 0 0,0 1 0 0 0,0 0 1 0 0,0-1-1 0 0,0 0 0 0 0,-1 1 0 0 0,1-1 1 0 0,-1-2-1 0 0,-1-1-1 0 0,0 1 0 0 0,0 0 0 0 0,-1 0 0 0 0,0 0 0 0 0,0 0 1 0 0,-5-9-1 0 0,5 11-3 0 0,-6-12-1 0 0,-1 0 1 0 0,0 1-1 0 0,-1 0 1 0 0,-1 1-1 0 0,0 0 1 0 0,-1 1-1 0 0,0 0 1 0 0,-1 1-1 0 0,0 0 1 0 0,-1 1-1 0 0,0 0 0 0 0,0 1 1 0 0,-1 1-1 0 0,-1 0 1 0 0,1 2-1 0 0,-1-1 1 0 0,0 2-1 0 0,-1 0 1 0 0,1 1-1 0 0,-1 0 1 0 0,0 2-1 0 0,0 0 1 0 0,0 1-1 0 0,0 0 0 0 0,-18 3 1 0 0,30-2-53 0 0,0 1-1 0 0,0-1 1 0 0,1 2 0 0 0,-1-1 0 0 0,0 0 0 0 0,1 1-1 0 0,0 0 1 0 0,-8 3 0 0 0,12-4 46 0 0,0-1-1 0 0,-1 0 1 0 0,1 0-1 0 0,0 1 1 0 0,0-1-1 0 0,-1 0 1 0 0,1 0 0 0 0,0 1-1 0 0,0-1 1 0 0,-1 0-1 0 0,1 1 1 0 0,0-1-1 0 0,0 0 1 0 0,0 1 0 0 0,-1-1-1 0 0,1 0 1 0 0,0 1-1 0 0,0-1 1 0 0,0 1-1 0 0,0-1 1 0 0,0 0 0 0 0,0 1-1 0 0,0-1 1 0 0,0 1-1 0 0,0-1 1 0 0,0 0-1 0 0,0 1 1 0 0,0-1 0 0 0,0 0-1 0 0,0 2 1 0 0,17 10-110 0 0,5-4-591 0 0,-1 0 0 0 0,1-1 0 0 0,1-1 0 0 0,-1-1 0 0 0,1-1 0 0 0,24 1 1 0 0,9-4-2227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5:5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 1040 0 0,'21'0'2985'0'0,"-32"2"1451"0"0,-13 1-2260 0 0,8-1-3382 0 0,-51 11 1352 0 0,37-8-26 0 0,-1 2 1 0 0,-56 20-1 0 0,65-20-56 0 0,-34 16 78 0 0,53-21-133 0 0,0-1-1 0 0,0 1 1 0 0,1 1 0 0 0,-1-1 0 0 0,1 0-1 0 0,-1 1 1 0 0,1-1 0 0 0,0 1 0 0 0,-3 3-1 0 0,-25 38 72 0 0,29-42-79 0 0,0-1-1 0 0,0 0 1 0 0,1 1-1 0 0,-1-1 1 0 0,0 1-1 0 0,1-1 1 0 0,0 1-1 0 0,-1-1 0 0 0,1 1 1 0 0,0 0-1 0 0,0-1 1 0 0,-1 1-1 0 0,1-1 1 0 0,0 1-1 0 0,1 0 1 0 0,-1-1-1 0 0,0 1 0 0 0,0-1 1 0 0,1 1-1 0 0,-1-1 1 0 0,1 1-1 0 0,-1-1 1 0 0,1 1-1 0 0,0-1 1 0 0,0 1-1 0 0,-1-1 0 0 0,1 0 1 0 0,0 1-1 0 0,0-1 1 0 0,2 2-1 0 0,41 38 5 0 0,-34-33 3 0 0,8 6 8 0 0,1 0-1 0 0,0-2 1 0 0,0-1-1 0 0,1 0 1 0 0,1-1-1 0 0,0-1 1 0 0,0-1-1 0 0,39 8 1 0 0,-40-11-31 0 0,1-2 0 0 0,35 1 1 0 0,6-8-82 0 0,-43 1 81 0 0,13-8 23 0 0,-31 11-7 0 0,0 0 1 0 0,0-1 0 0 0,0 1-1 0 0,0-1 1 0 0,0 1 0 0 0,0-1-1 0 0,-1 0 1 0 0,1 1 0 0 0,0-1-1 0 0,0 0 1 0 0,-1 1 0 0 0,1-1 0 0 0,0 0-1 0 0,-1 0 1 0 0,1 0 0 0 0,-1 0-1 0 0,1 0 1 0 0,-1 0 0 0 0,0 1-1 0 0,1-1 1 0 0,-1 0 0 0 0,0 0-1 0 0,1 0 1 0 0,-1-2 0 0 0,0 2 1 0 0,-1-1 0 0 0,1 1 0 0 0,0 0 0 0 0,-1-1 0 0 0,1 1 0 0 0,-1 0 0 0 0,0-1 0 0 0,1 1 0 0 0,-1 0 0 0 0,0 0 0 0 0,0-1 0 0 0,0 1 0 0 0,0 0 0 0 0,-1-1 0 0 0,-79-67 90 0 0,21 20-52 0 0,44 35-39 0 0,-6-7 11 0 0,0 2 0 0 0,-2 0 0 0 0,0 2 0 0 0,0 0 0 0 0,-2 2 0 0 0,-27-12 0 0 0,22 20-37 0 0,12 10-172 0 0,14 6-158 0 0,6-7 274 0 0,1-1 0 0 0,-1 1 0 0 0,0 0-1 0 0,1 0 1 0 0,-1-1 0 0 0,1 1 0 0 0,-1-1 0 0 0,1 0-1 0 0,0 1 1 0 0,-1-1 0 0 0,1 0 0 0 0,0 0-1 0 0,0 0 1 0 0,0 0 0 0 0,0 0 0 0 0,0 0 0 0 0,4 0-1 0 0,49 18-2831 0 0,-54-19 2786 0 0,54 13-2728 0 0,6-1 279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0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 1121 0 0,'-23'5'2852'0'0,"17"-3"-2440"0"0,-1 0 0 0 0,1 0-1 0 0,-1-1 1 0 0,1 0 0 0 0,-1 0 0 0 0,1-1-1 0 0,-1 0 1 0 0,0 0 0 0 0,1 0 0 0 0,-1-1-1 0 0,1 0 1 0 0,-1 0 0 0 0,-11-4 0 0 0,-12-2-180 0 0,11 4 574 0 0,48 1-297 0 0,191 15-1167 0 0,-143-6-2561 0 0,94-3 0 0 0,-107-9-10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1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181 141 1040 0 0,'-3'-23'7779'0'0,"-14"6"-6775"0"0,2 6-676 0 0,6 6-318 0 0,8 4-10 0 0,0 1-1 0 0,0-1 1 0 0,0 1 0 0 0,0-1-1 0 0,0 0 1 0 0,0 1 0 0 0,1-1-1 0 0,-1 0 1 0 0,0 0-1 0 0,0 1 1 0 0,0-1 0 0 0,1 0-1 0 0,-1 0 1 0 0,0 0 0 0 0,1 0-1 0 0,-1 0 1 0 0,1 0 0 0 0,-1 0-1 0 0,1 0 1 0 0,0 0-1 0 0,-1 0 1 0 0,1 0 0 0 0,0-1-1 0 0,0 1 1 0 0,-1 0 0 0 0,1-1-1 0 0,-1-1-9 0 0,0 0-1 0 0,-1 1 0 0 0,1-1 0 0 0,-1 0 0 0 0,0 1 1 0 0,0-1-1 0 0,0 1 0 0 0,0 0 0 0 0,-1 0 1 0 0,1 0-1 0 0,0 0 0 0 0,-1 0 0 0 0,1 0 1 0 0,-1 1-1 0 0,0-1 0 0 0,0 1 0 0 0,1 0 0 0 0,-4-1 1 0 0,-5-4-12 0 0,5-8 242 0 0,6 14-188 0 0,0 0 1 0 0,0 0-1 0 0,1 0 1 0 0,-1 0-1 0 0,0 0 1 0 0,0 0-1 0 0,0 0 1 0 0,0 1 47 0 0,0 0-74 0 0,0-1-1 0 0,0 1 1 0 0,0-1 0 0 0,0 1-1 0 0,0-1 1 0 0,0 0 0 0 0,0 1 0 0 0,0-1-1 0 0,0 1 1 0 0,0-1 0 0 0,0 1-1 0 0,0-1 1 0 0,0 1 0 0 0,-1-1 0 0 0,1 1-1 0 0,0-1 1 0 0,0 0 0 0 0,-1 1-1 0 0,1-1 1 0 0,0 1 0 0 0,0-1 0 0 0,-1 0-1 0 0,1 1 1 0 0,0-1 0 0 0,-1 0-1 0 0,1 0 1 0 0,-1 1 0 0 0,-4 0-4 0 0,4-1 0 0 0,0 0 0 0 0,0 1 0 0 0,0-1 0 0 0,1 0 0 0 0,-1 0 0 0 0,0 0 0 0 0,0 1 0 0 0,0-1 0 0 0,0 0 0 0 0,1 1 0 0 0,-1-1 0 0 0,0 1-1 0 0,0-1 1 0 0,1 1 0 0 0,-1-1 0 0 0,0 1 0 0 0,1-1 0 0 0,-1 1 0 0 0,1 0 0 0 0,-1-1 0 0 0,0 1 0 0 0,1 0 0 0 0,0-1 0 0 0,-1 1 0 0 0,1 0 0 0 0,-1 0 0 0 0,1 0 0 0 0,0-1 0 0 0,0 1 0 0 0,-1 0 0 0 0,1 0 0 0 0,0 1 0 0 0,0 0 1 0 0,-1 0 0 0 0,1 0 0 0 0,0-1 0 0 0,-1 1 1 0 0,1 0-1 0 0,-1-1 0 0 0,0 1 0 0 0,1 0 0 0 0,-1-1 1 0 0,0 1-1 0 0,0-1 0 0 0,0 1 0 0 0,0-1 1 0 0,0 0-1 0 0,-1 1 0 0 0,1-1 0 0 0,-2 1 0 0 0,2-1 1 0 0,0 0-1 0 0,0 0 1 0 0,0 0-1 0 0,0 0 1 0 0,0 0-1 0 0,1 0 1 0 0,-1 0-1 0 0,0 0 1 0 0,0 0-1 0 0,1 0 1 0 0,-1 0-1 0 0,0 0 1 0 0,1 1-1 0 0,-1-1 1 0 0,1 0-1 0 0,0 0 1 0 0,-1 1-1 0 0,1-1 1 0 0,0 0-1 0 0,0 1 1 0 0,0-1-1 0 0,0 0 1 0 0,0 1-1 0 0,0-1 1 0 0,0 0-1 0 0,0 1 1 0 0,1-1-1 0 0,-1 0 1 0 0,0 1-1 0 0,1-1 1 0 0,-1 0-1 0 0,2 2 1 0 0,8 10 31 0 0,-9-12-32 0 0,0 0-1 0 0,1 0 0 0 0,-1 1 1 0 0,0-1-1 0 0,0 1 0 0 0,0-1 1 0 0,0 1-1 0 0,0-1 0 0 0,0 1 1 0 0,0-1-1 0 0,-1 1 1 0 0,1 0-1 0 0,-1 0 0 0 0,1-1 1 0 0,-1 1-1 0 0,0 0 0 0 0,1 0 1 0 0,-1 2-1 0 0,0-2-2 0 0,1 0 0 0 0,-1 0 0 0 0,1 0 0 0 0,0-1 0 0 0,-1 1 0 0 0,1 0 0 0 0,0 0 0 0 0,0-1 0 0 0,0 1 0 0 0,1-1 0 0 0,-1 1 0 0 0,0-1 0 0 0,0 1 0 0 0,1-1 0 0 0,-1 0 0 0 0,1 1 0 0 0,-1-1 0 0 0,1 0 0 0 0,0 0 0 0 0,-1 0 0 0 0,1 0 0 0 0,0-1 0 0 0,0 1 0 0 0,3 0 0 0 0,16 13 13 0 0,-19-9 2 0 0,1 1 5 0 0,27 3 12 0 0,-15-5-42 0 0,0-1 0 0 0,1 0-1 0 0,-1-1 1 0 0,0 0 0 0 0,29-2-1 0 0,-13-1-20 0 0,20-2-29 0 0,-46 0 53 0 0,-4 1 7 0 0,0 0 0 0 0,0-1 0 0 0,0 1 0 0 0,-1 0 0 0 0,1-1 0 0 0,-1 1 0 0 0,1 0 0 0 0,-1-1 0 0 0,0 1 0 0 0,0 0 0 0 0,0-1 0 0 0,0 1 0 0 0,0-1 0 0 0,0 1 0 0 0,-1 0 0 0 0,1-1 0 0 0,-1 1 0 0 0,0 0 0 0 0,1-1 0 0 0,-3-3 0 0 0,-4 1-2 0 0,5 5 3 0 0,1-1-1 0 0,0 1 1 0 0,0-1 0 0 0,0 0-1 0 0,0 0 1 0 0,0 1 0 0 0,0-1-1 0 0,0 0 1 0 0,0 0-1 0 0,0 0 1 0 0,1 0 0 0 0,-1 0-1 0 0,0 0 1 0 0,0 0 0 0 0,1 0-1 0 0,-1-1 1 0 0,1 1 0 0 0,-1 0-1 0 0,1 0 1 0 0,-1 0-1 0 0,1-1 1 0 0,0 1 0 0 0,0-2-1 0 0,0 3 2 0 0,-1-1 0 0 0,1 0 0 0 0,0 0 0 0 0,0 1-1 0 0,0-1 1 0 0,0 1 0 0 0,0-1 0 0 0,-1 0-1 0 0,1 1 1 0 0,0-1 0 0 0,0 0 0 0 0,-1 1 0 0 0,1-1-1 0 0,-1 1 1 0 0,1-1 0 0 0,0 1 0 0 0,-1-1 0 0 0,1 1-1 0 0,-1-1 1 0 0,1 1 0 0 0,-1-1 0 0 0,1 1 0 0 0,-1 0-1 0 0,0-1 1 0 0,1 1 0 0 0,-1 0 0 0 0,1 0 0 0 0,-1-1-1 0 0,0 1 1 0 0,1 0 0 0 0,-1 0 0 0 0,0 0 0 0 0,1 0-1 0 0,-1 0 1 0 0,0 0 0 0 0,0 0 0 0 0,0 0-2 0 0,1 0 0 0 0,-1 0 0 0 0,1 0 0 0 0,-1 0 0 0 0,1 0 0 0 0,-1 0 0 0 0,1-1 0 0 0,-1 1 0 0 0,1 0 0 0 0,-1 0 0 0 0,1 0 0 0 0,-1 0 0 0 0,1-1 0 0 0,-1 1 0 0 0,1 0 0 0 0,-1 0 0 0 0,1-1 0 0 0,0 1 0 0 0,-1 0 0 0 0,1-1 0 0 0,-1 1 0 0 0,1-1 0 0 0,0 1 0 0 0,-1 0 0 0 0,1-1 0 0 0,0 1 0 0 0,0-1 0 0 0,-1 1 0 0 0,1-1 0 0 0,0 1 0 0 0,0-1 0 0 0,0 1 0 0 0,0-1 0 0 0,-1 0 0 0 0,37 36 27 0 0,30 41 82 0 0,-13-12-244 0 0,119 109 1 0 0,-166-170 36 0 0,-1 1 0 0 0,1-1-1 0 0,0-1 1 0 0,0 1 0 0 0,0-1 0 0 0,0 0 0 0 0,0 0 0 0 0,1-1 0 0 0,-1 0 0 0 0,10 1 0 0 0,-7-1-91 0 0,-7 0 39 0 0,0-1 0 0 0,0 0 0 0 0,1 1 0 0 0,-1-1 0 0 0,0 0 0 0 0,0 0 0 0 0,0 0 0 0 0,1 0 0 0 0,-1-1 0 0 0,0 1 0 0 0,4-2 0 0 0,-5 2-40 0 0,-1-1 1 0 0,1 0 0 0 0,-1 1 0 0 0,1-1 0 0 0,-1 1-1 0 0,0-1 1 0 0,1 0 0 0 0,-1 1 0 0 0,0-1 0 0 0,1 0 0 0 0,-1 0-1 0 0,0 1 1 0 0,0-1 0 0 0,0 0 0 0 0,0 0 0 0 0,0 1 0 0 0,0-1-1 0 0,0 0 1 0 0,0 0 0 0 0,0 1 0 0 0,0-2 0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321 111 1761 0 0,'5'0'2027'0'0,"15"0"-266"0"0,-15 0 1441 0 0,-5-1-3184 0 0,1 1 0 0 0,-1 0 1 0 0,0-1-1 0 0,0 1 0 0 0,0 0 0 0 0,0-1 1 0 0,0 1-1 0 0,0 0 0 0 0,0-1 1 0 0,0 1-1 0 0,1 0 0 0 0,-1-1 1 0 0,0 1-1 0 0,0 0 0 0 0,-1-1 1 0 0,1 1-1 0 0,0 0 0 0 0,0-1 0 0 0,0 1 1 0 0,0 0-1 0 0,0-1 0 0 0,0 1 1 0 0,0 0-1 0 0,-1-1 0 0 0,1 1 1 0 0,0 0-1 0 0,0 0 0 0 0,0-1 0 0 0,-1 1 1 0 0,1 0-1 0 0,0-1 0 0 0,0 1 1 0 0,-1 0-1 0 0,1 0 0 0 0,0 0 1 0 0,0-1-1 0 0,-1 1 0 0 0,1 0 0 0 0,0 0 1 0 0,-1 0-1 0 0,1 0 0 0 0,-1 0 1 0 0,0-1-10 0 0,0 2-6 0 0,-1-1 1 0 0,1 0-1 0 0,0 0 1 0 0,0 0 0 0 0,0 0-1 0 0,-1 0 1 0 0,1-1-1 0 0,0 1 1 0 0,0 0-1 0 0,0 0 1 0 0,0-1-1 0 0,-1 1 1 0 0,1-1-1 0 0,0 1 1 0 0,0-1 0 0 0,0 1-1 0 0,0-1 1 0 0,0 0-1 0 0,-1-1 1 0 0,1 2-1 0 0,0-1 1 0 0,1 0-1 0 0,-1 0 1 0 0,0 0-1 0 0,0 0 1 0 0,0 1-1 0 0,0-1 1 0 0,0 0-1 0 0,0 1 1 0 0,0-1-1 0 0,-1 1 1 0 0,1-1-1 0 0,0 1 1 0 0,0 0-1 0 0,0-1 1 0 0,0 1-1 0 0,-1 0 1 0 0,1 0-1 0 0,0 0 1 0 0,-3 0-1 0 0,4 0 4 0 0,0 0-4 0 0,-8-5 123 0 0,9 4-122 0 0,0 0 1 0 0,0 0 0 0 0,0 1-1 0 0,0-1 1 0 0,0 0 0 0 0,0 0-1 0 0,0 0 1 0 0,1 1 0 0 0,-1-1-1 0 0,0 1 1 0 0,0-1 0 0 0,1 1-1 0 0,-1-1 1 0 0,0 1 0 0 0,1 0-1 0 0,-1 0 1 0 0,0-1 0 0 0,1 1-1 0 0,-1 0 1 0 0,3 1 0 0 0,1-7-19 0 0,-5-1-39 0 0,0 1 53 0 0,0 5 3 0 0,0 0 0 0 0,0 1-1 0 0,-1-1 1 0 0,1 0 0 0 0,0 0 0 0 0,-1 0 0 0 0,1 0 0 0 0,0 1-1 0 0,-1-1 1 0 0,1 0 0 0 0,-1 0 0 0 0,0 1 0 0 0,1-1 0 0 0,-1 0-1 0 0,1 1 1 0 0,-1-1 0 0 0,0 1 0 0 0,1-1 0 0 0,-1 1 0 0 0,0-1-1 0 0,0 1 1 0 0,0-1 0 0 0,1 1 0 0 0,-1 0 0 0 0,0-1 0 0 0,-2 1-1 0 0,-25-6 21 0 0,18 4 11 0 0,-9-4 15 0 0,0 2-1 0 0,0 0 1 0 0,0 1-1 0 0,0 0 1 0 0,-1 2 0 0 0,1 1-1 0 0,-25 2 1 0 0,6-2 42 0 0,-12 7 3 0 0,50-7-94 0 0,0 0 0 0 0,0 0 0 0 0,1 0 0 0 0,-1 0 0 0 0,0 0 0 0 0,0 0 0 0 0,0 0 0 0 0,0 0 0 0 0,0 0 0 0 0,0 0 0 0 0,0 1 0 0 0,1-1 0 0 0,-1 0 0 0 0,0 0 0 0 0,0 0 0 0 0,0 0 0 0 0,0 0 0 0 0,0 0 0 0 0,0 0 0 0 0,0 1 0 0 0,0-1 0 0 0,0 0 0 0 0,0 0 0 0 0,0 0 0 0 0,0 0 0 0 0,0 0 0 0 0,0 0 0 0 0,0 1 0 0 0,0-1 0 0 0,0 0 0 0 0,0 0 0 0 0,0 0 0 0 0,0 0 0 0 0,0 0 0 0 0,0 1 0 0 0,0-1 0 0 0,0 0 0 0 0,0 0 0 0 0,0 0 0 0 0,0 0 0 0 0,0 0 0 0 0,0 0 0 0 0,0 1 0 0 0,0-1 0 0 0,0 0 0 0 0,0 0 0 0 0,0 0 0 0 0,-1 0 0 0 0,1 0 0 0 0,0 0 0 0 0,0 0 0 0 0,0 0 0 0 0,0 1 0 0 0,0-1 0 0 0,0 0 0 0 0,0 0 0 0 0,-1 0 0 0 0,1 0 0 0 0,37 19-7 0 0,71 27 0 0 0,-40-22 30 0 0,-29-11-25 0 0,0 2 0 0 0,-1 1 1 0 0,0 2-1 0 0,62 40 0 0 0,-95-53 5 0 0,1 0 0 0 0,-1 0 1 0 0,0 1-1 0 0,-1 0 0 0 0,0 0 0 0 0,0 0 0 0 0,0 0 1 0 0,0 1-1 0 0,3 10 0 0 0,5 7 32 0 0,-11-23-34 0 0,-1 0 0 0 0,1-1 1 0 0,-1 1-1 0 0,0-1 1 0 0,1 1-1 0 0,-1 0 1 0 0,0 0-1 0 0,0-1 0 0 0,1 1 1 0 0,-1 0-1 0 0,0 0 1 0 0,0-1-1 0 0,0 1 1 0 0,0 0-1 0 0,0 0 0 0 0,0-1 1 0 0,0 1-1 0 0,0 0 1 0 0,0 0-1 0 0,0-1 1 0 0,0 1-1 0 0,-1 0 0 0 0,1 0 1 0 0,0-1-1 0 0,-1 1 1 0 0,1 0-1 0 0,0-1 1 0 0,-1 1-1 0 0,1 0 0 0 0,-1-1 1 0 0,1 1-1 0 0,-1-1 1 0 0,1 1-1 0 0,-1-1 1 0 0,1 1-1 0 0,-1-1 0 0 0,0 1 1 0 0,1-1-1 0 0,-1 1 1 0 0,0-1-1 0 0,1 0 1 0 0,-1 1-1 0 0,0-1 0 0 0,0 0 1 0 0,0 1-1 0 0,0-1 0 0 0,0 1 1 0 0,0-1-1 0 0,0 1 0 0 0,0-1 0 0 0,0 1 1 0 0,0 0-1 0 0,1-1 0 0 0,-1 1 0 0 0,0 0 1 0 0,0 0-1 0 0,1 0 0 0 0,-1-1 1 0 0,1 1-1 0 0,-1 0 0 0 0,1 0 0 0 0,-1 0 1 0 0,1 0-1 0 0,-1 0 0 0 0,1 0 0 0 0,0 0 1 0 0,-1 2-1 0 0,2-1 4 0 0,1 7 36 0 0,-4-8-37 0 0,1 1-1 0 0,-1-1 0 0 0,0 0 1 0 0,1 0-1 0 0,-1 0 0 0 0,0 0 1 0 0,0 0-1 0 0,0 0 1 0 0,0 0-1 0 0,0-1 0 0 0,1 1 1 0 0,-1-1-1 0 0,-3 1 0 0 0,0-1 37 0 0,5-89-160 0 0,0 87 124 0 0,0 0 0 0 0,-1 0-1 0 0,1 0 1 0 0,0 1-1 0 0,-1-1 1 0 0,1 0 0 0 0,-1 0-1 0 0,0 0 1 0 0,1 1 0 0 0,-1-1-1 0 0,0 0 1 0 0,0 1 0 0 0,0-1-1 0 0,-1 0 1 0 0,1 1 0 0 0,0 0-1 0 0,-3-3 1 0 0,-5-7-3 0 0,-1-7-1 0 0,9 15-1 0 0,-1 0-1 0 0,1 1 1 0 0,-1-1 0 0 0,0 0 0 0 0,0 1 0 0 0,0-1-1 0 0,0 1 1 0 0,0 0 0 0 0,0-1 0 0 0,-5-2 0 0 0,5 4-15 0 0,0 0-26 0 0,0 0 0 0 0,0 0 0 0 0,1-1 0 0 0,-1 1 0 0 0,0 0 0 0 0,0-1 0 0 0,1 1 1 0 0,-1-1-1 0 0,1 1 0 0 0,0-1 0 0 0,-1 0 0 0 0,1 0 0 0 0,0 1 0 0 0,0-1 0 0 0,0 0 0 0 0,0 0 0 0 0,0 0 1 0 0,0 0-1 0 0,1 0 0 0 0,-1-1 0 0 0,1 1 0 0 0,0 0 0 0 0,-1 0 0 0 0,1 0 0 0 0,0 0 0 0 0,0-5 0 0 0,3 6-286 0 0,0 0 0 0 0,0-1-1 0 0,-1 1 1 0 0,1 1-1 0 0,0-1 1 0 0,0 0-1 0 0,0 1 1 0 0,0-1 0 0 0,0 1-1 0 0,0 0 1 0 0,0 0-1 0 0,0 0 1 0 0,5 1-1 0 0,7-1-1169 0 0,15-5-1010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2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39 3201 0 0,'-35'10'5776'0'0,"15"-9"-4989"0"0,15-1-840 0 0,10 0-120 0 0,15-1 173 0 0,-20 1 1 0 0,0 0 0 0 0,-1 0 0 0 0,1 0 0 0 0,0 0 0 0 0,0 0 0 0 0,0 0 0 0 0,-1 0 1 0 0,1 0-1 0 0,0-1 0 0 0,0 1 0 0 0,0 0 0 0 0,0 0 0 0 0,-1 0 0 0 0,1 0 0 0 0,0 0 0 0 0,0-1 1 0 0,0 1-1 0 0,0 0 0 0 0,0 0 0 0 0,0 0 0 0 0,0 0 0 0 0,0-1 0 0 0,0 1 0 0 0,-1 0 0 0 0,1 0 1 0 0,0 0-1 0 0,0-1 0 0 0,0 1 0 0 0,0 0 0 0 0,0 0 0 0 0,0 0 0 0 0,0-1 0 0 0,0 1 0 0 0,0 0 0 0 0,0 0 1 0 0,1 0-1 0 0,-1-1 0 0 0,0 1 0 0 0,0 0 0 0 0,0 0 0 0 0,0 0 0 0 0,0-1 0 0 0,0 1 0 0 0,0 0 1 0 0,0 0-1 0 0,0 0 0 0 0,1 0 0 0 0,-1-1 0 0 0,0 1 0 0 0,0 0 0 0 0,0 0 0 0 0,0 0 0 0 0,1 0 1 0 0,-1 0-1 0 0,0 0 0 0 0,0 0 0 0 0,0-1 0 0 0,0 1 0 0 0,1 0 0 0 0,-1 0 0 0 0,0 0 0 0 0,1 0 1 0 0,-2 0 8 0 0,-2 0 6 0 0,2 0-10 0 0,0 0-1 0 0,1 0 0 0 0,-1 0 1 0 0,0 0-1 0 0,0 0 0 0 0,0 0 1 0 0,0 0-1 0 0,0 0 0 0 0,0 0 1 0 0,0 0-1 0 0,1 0 0 0 0,-1 0 0 0 0,0-1 1 0 0,0 1-1 0 0,0 0 0 0 0,0-1 1 0 0,1 1-1 0 0,-1-1 0 0 0,0 1 1 0 0,0-1-1 0 0,1 1 0 0 0,-1-1 1 0 0,0 1-1 0 0,1-1 0 0 0,-1 0 1 0 0,0-1-1 0 0,0 2 1 0 0,1-1 1 0 0,-1 1 0 0 0,1-1-1 0 0,0 1 1 0 0,-1-1 0 0 0,0 1-1 0 0,1-1 1 0 0,-1 1-1 0 0,1 0 1 0 0,-1-1 0 0 0,1 1-1 0 0,-1 0 1 0 0,0-1 0 0 0,1 1-1 0 0,-1 0 1 0 0,0 0-1 0 0,1 0 1 0 0,-1-1 0 0 0,0 1-1 0 0,1 0 1 0 0,-1 0 0 0 0,0 0-1 0 0,0 0 1 0 0,1 0-1 0 0,-2 1 1 0 0,-7-1 173 0 0,10 0 748 0 0,19 0-794 0 0,45-5 346 0 0,59-5-860 0 0,-11 0-6563 0 0,-108 10 4275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3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5683 0 0,'-30'6'3441'0'0,"30"0"-2480"0"0,0 1-961 0 0,0-14-80 0 0,30 14 240 0 0,30-1 160 0 0,121 19 240 0 0,91 14 0 0 0,-97-20-400 0 0,-54-6-240 0 0,0-7 0 0 0,-31-6-400 0 0,-29 0-240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5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327 394 400 0 0,'-3'-14'544'0'0,"-1"0"-1"0"0,0 0 0 0 0,-1 1 1 0 0,-1-1-1 0 0,0 1 0 0 0,0 1 1 0 0,-1-1-1 0 0,-1 1 0 0 0,0 0 1 0 0,-1 1-1 0 0,0 0 1 0 0,0 0-1 0 0,-2 1 0 0 0,-15-14 1 0 0,8 9-578 0 0,10 9 90 0 0,0 0 0 0 0,0-1 0 0 0,0 0 0 0 0,1 0 0 0 0,0-1-1 0 0,1 0 1 0 0,-10-15 0 0 0,9 2 104 0 0,7 19-151 0 0,-1-1 0 0 0,0 0 0 0 0,0 0 0 0 0,0 0 1 0 0,0 1-1 0 0,0-1 0 0 0,-1 1 0 0 0,1-1 0 0 0,-1 1 0 0 0,1-1 0 0 0,-1 1 1 0 0,0 0-1 0 0,0 0 0 0 0,0 0 0 0 0,0 0 0 0 0,-1 0 0 0 0,1 0 0 0 0,-3-1 1 0 0,-70-36 857 0 0,70 36-667 0 0,10 3-240 0 0,15 1-27 0 0,-16 1 55 0 0,-1 3 10 0 0,0-1 3 0 0,2-2-7 0 0,0 1 0 0 0,1 0 0 0 0,-1 0 0 0 0,0 0 0 0 0,0 0 1 0 0,-1 1-1 0 0,1 0 0 0 0,6 8 0 0 0,-7-6-33 0 0,0-1 0 0 0,-1 1 0 0 0,0-1-1 0 0,-1 1 1 0 0,1 0 0 0 0,-1 0 0 0 0,0 1 0 0 0,0-1-1 0 0,-1 0 1 0 0,0 1 0 0 0,0-1 0 0 0,-1 0 0 0 0,1 1 0 0 0,-2 6-1 0 0,2-9 56 0 0,-1 1 0 0 0,1-1 0 0 0,-1 0 0 0 0,0 1 0 0 0,-1-1 0 0 0,1 0 0 0 0,-1 1 0 0 0,0-1 0 0 0,-2 7 0 0 0,1-8-12 0 0,0-1 0 0 0,0 1 0 0 0,0-1 0 0 0,0 1 0 0 0,0 0 0 0 0,1 0-1 0 0,-1 0 1 0 0,1 0 0 0 0,0 0 0 0 0,0 0 0 0 0,0 0 0 0 0,0 0-1 0 0,0 0 1 0 0,1 0 0 0 0,0 1 0 0 0,-1-1 0 0 0,1 0 0 0 0,0 1-1 0 0,1-1 1 0 0,0 6 0 0 0,-1-8-4 0 0,0 3 3 0 0,0-1 0 0 0,0 1 0 0 0,0 0 0 0 0,0-1 0 0 0,0 1 0 0 0,1-1 0 0 0,0 1 0 0 0,0 0 0 0 0,0-1 0 0 0,0 1 0 0 0,0-1 0 0 0,3 4 1 0 0,-2-5-2 0 0,0 0 0 0 0,0 0 0 0 0,0-1 0 0 0,1 1 1 0 0,-1-1-1 0 0,0 1 0 0 0,1-1 0 0 0,-1 0 1 0 0,1 0-1 0 0,0 0 0 0 0,-1 0 0 0 0,1-1 0 0 0,0 1 1 0 0,-1-1-1 0 0,1 0 0 0 0,0 1 0 0 0,4-2 1 0 0,25 3-3 0 0,0-1 0 0 0,0-2 0 0 0,-1-1 0 0 0,1-2 0 0 0,-1-1 0 0 0,1-1 0 0 0,-2-2 0 0 0,1-1 0 0 0,49-22 0 0 0,-59 21-1 0 0,-9 5 0 0 0,0 0 1 0 0,0-1-1 0 0,14-11 0 0 0,-23 15 2 0 0,-1 1 0 0 0,1-1 0 0 0,-1 0 0 0 0,0-1 0 0 0,0 1-1 0 0,0 0 1 0 0,0-1 0 0 0,0 1 0 0 0,0-1 0 0 0,-1 1-1 0 0,1-1 1 0 0,-1 0 0 0 0,0 0 0 0 0,0 0 0 0 0,0 0 0 0 0,0 0-1 0 0,0 0 1 0 0,-1 0 0 0 0,1-6 0 0 0,0-10 41 0 0,0 14-34 0 0,-1 1 1 0 0,1-1-1 0 0,-1 1 0 0 0,0 0 1 0 0,0-1-1 0 0,-1 1 0 0 0,0-1 0 0 0,1 1 1 0 0,-1-1-1 0 0,-4-7 0 0 0,-5 0 6 0 0,9 10-3 0 0,-1 1 0 0 0,1-1 1 0 0,0 1-1 0 0,-1-1 0 0 0,1 0 1 0 0,0 1-1 0 0,0-1 0 0 0,0 0 1 0 0,1 0-1 0 0,-1 0 0 0 0,0 0 1 0 0,1 0-1 0 0,-1 0 0 0 0,1 0 1 0 0,-1 0-1 0 0,1 0 0 0 0,0 0 1 0 0,0 0-1 0 0,0-4 0 0 0,40 44 96 0 0,-7-3-65 0 0,-2 1 0 0 0,-2 1 0 0 0,-2 2 0 0 0,-1 0 0 0 0,-2 2 0 0 0,33 76 0 0 0,-46-91-34 0 0,25 43 0 0 0,1 2-118 0 0,-30-55 13 0 0,-7-14 78 0 0,1 0 0 0 0,0 0 1 0 0,0 0-1 0 0,-1 0 1 0 0,1 0-1 0 0,1 0 0 0 0,-1 0 1 0 0,0 0-1 0 0,0-1 1 0 0,1 1-1 0 0,-1 0 0 0 0,1-1 1 0 0,0 1-1 0 0,-1-1 1 0 0,1 1-1 0 0,0-1 0 0 0,0 0 1 0 0,0 0-1 0 0,-1 0 1 0 0,1 0-1 0 0,4 1 0 0 0,5 3-345 0 0,1 0 0 0 0,0 0 0 0 0,1-2 0 0 0,-1 1 0 0 0,1-2 0 0 0,24 3 0 0 0,-1-10-4078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6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31 117 2161 0 0,'0'-1'146'0'0,"0"0"0"0"0,-1 0 0 0 0,1 0 0 0 0,0 0 0 0 0,0 0-1 0 0,-1 0 1 0 0,1 0 0 0 0,0 0 0 0 0,-1 0 0 0 0,1 0 0 0 0,-1 1 0 0 0,1-1 0 0 0,-1 0 0 0 0,0 0 0 0 0,1 0 0 0 0,-1 0-1 0 0,0 1 1 0 0,0-1 0 0 0,1 0 0 0 0,-1 1 0 0 0,0-1 0 0 0,-2 0 0 0 0,2 0-25 0 0,0 0 1 0 0,0 0-1 0 0,0 1 0 0 0,0-1 1 0 0,0 0-1 0 0,0 0 1 0 0,0 0-1 0 0,0 0 0 0 0,0 0 1 0 0,0 0-1 0 0,0-1 1 0 0,1 1-1 0 0,-1 0 1 0 0,0 0-1 0 0,1-1 0 0 0,-1 1 1 0 0,1 0-1 0 0,-1-1 1 0 0,1 1-1 0 0,0 0 0 0 0,0-1 1 0 0,0 1-1 0 0,-1-3 1 0 0,2 2-54 0 0,-1 0 0 0 0,1-1 0 0 0,0 1 0 0 0,0 0 0 0 0,0-1 0 0 0,0 1 0 0 0,0 0 0 0 0,0 0 0 0 0,1 0 0 0 0,-1 0 1 0 0,0 0-1 0 0,1 0 0 0 0,0 0 0 0 0,-1 0 0 0 0,1 1 0 0 0,0-1 0 0 0,0 1 0 0 0,0-1 0 0 0,0 1 0 0 0,0 0 1 0 0,5-2-1 0 0,1-1-72 0 0,0 0 1 0 0,0 1-1 0 0,0 0 1 0 0,15-3-1 0 0,-10 4-7 0 0,-1 1 0 0 0,1 1 0 0 0,0 0 0 0 0,0 0 0 0 0,-1 1 0 0 0,1 1 0 0 0,-1 0 0 0 0,1 1 0 0 0,-1 0 0 0 0,0 1 0 0 0,0 1 0 0 0,0 0 0 0 0,0 0 0 0 0,11 8 0 0 0,15 11 45 0 0,0 1 1 0 0,50 46-1 0 0,-62-49-25 0 0,-15-15 44 0 0,4-6-26 0 0,-36-2 40 0 0,-11-2-31 0 0,-22-3 55 0 0,-62 3-1 0 0,102 3-73 0 0,1 0-1 0 0,-1 2 1 0 0,1 0 0 0 0,0 0-1 0 0,0 1 1 0 0,0 1-1 0 0,0 0 1 0 0,1 1 0 0 0,-1 0-1 0 0,-11 8 1 0 0,21-11-14 0 0,0 0 0 0 0,0 0 0 0 0,1 1 0 0 0,-1 0 0 0 0,0 0 0 0 0,1-1 1 0 0,0 1-1 0 0,0 1 0 0 0,0-1 0 0 0,0 0 0 0 0,0 0 0 0 0,1 1 0 0 0,-1-1 0 0 0,1 1 0 0 0,0-1 1 0 0,0 1-1 0 0,0 0 0 0 0,0-1 0 0 0,1 1 0 0 0,0 0 0 0 0,0 0 0 0 0,0-1 0 0 0,0 1 0 0 0,0 0 1 0 0,2 5-1 0 0,-2 8-4 0 0,0-13 4 0 0,1 0 1 0 0,0 0-1 0 0,0 0 0 0 0,0 0 1 0 0,0 0-1 0 0,0 0 0 0 0,1 0 1 0 0,0-1-1 0 0,-1 1 0 0 0,2-1 1 0 0,-1 1-1 0 0,0-1 0 0 0,1 0 1 0 0,-1 0-1 0 0,1 0 0 0 0,0 0 1 0 0,0 0-1 0 0,0-1 1 0 0,0 1-1 0 0,0-1 0 0 0,1 0 1 0 0,-1 0-1 0 0,1 0 0 0 0,0 0 1 0 0,-1-1-1 0 0,1 1 0 0 0,7 1 1 0 0,12 3 11 0 0,0 0 1 0 0,0-2-1 0 0,36 3 1 0 0,-50-7-12 0 0,21 3-4 0 0,1-2 0 0 0,-1-2 0 0 0,0 0 0 0 0,0-2 0 0 0,36-9 0 0 0,-42 8-200 0 0,-1 2 275 0 0,-1-2-1 0 0,-1-1 1 0 0,31-11-1 0 0,-46 14-334 0 0,-1 0 0 0 0,1-1 0 0 0,-1 1 0 0 0,0-1 0 0 0,0-1 0 0 0,0 1 0 0 0,0-1 0 0 0,-1 1 0 0 0,1-2 0 0 0,-1 1 0 0 0,0 0 0 0 0,0-1 0 0 0,-1 1 0 0 0,1-1 0 0 0,-1 0 0 0 0,0 0 0 0 0,0-1 0 0 0,2-6 0 0 0,-1-22-3222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8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3602 0 0,'0'19'4001'0'0,"0"-30"-5041"0"0,30-3-1521 0 0,-30 1 80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0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56 115 2001 0 0,'-8'7'3891'0'0,"-9"-4"-3543"0"0,16-3 2 0 0,-4 1 2811 0 0,0-2-3001 0 0,-15-3-66 0 0,28 3-71 0 0,0-1 1 0 0,-1-1 0 0 0,1 0 0 0 0,-1 0-1 0 0,0 0 1 0 0,0-1 0 0 0,0 0 0 0 0,10-8-1 0 0,22-11 84 0 0,72-27 146 0 0,-106 42-199 0 0,-5 3-28 0 0,0 6-22 0 0,1 0-1 0 0,0 0 1 0 0,0 0 0 0 0,0 0-1 0 0,0 0 1 0 0,0 0-1 0 0,0 0 1 0 0,0-1 0 0 0,1 1-1 0 0,-1 0 1 0 0,0-1 0 0 0,0 1-1 0 0,1-1 1 0 0,-1 0-1 0 0,2 1 1 0 0,3 2 5 0 0,29 33 71 0 0,-7-9-7 0 0,-25-23-74 0 0,0-1 1 0 0,0 0-1 0 0,0 0 0 0 0,0 0 0 0 0,1 0 0 0 0,-1 0 0 0 0,7 3 1 0 0,14 9-66 0 0,-21-12 24 0 0,0-1 1 0 0,0 0-1 0 0,0 0 1 0 0,0 0 0 0 0,0-1-1 0 0,0 1 1 0 0,1-1-1 0 0,-1 0 1 0 0,6 2-1 0 0,20 2-1225 0 0,0-1 0 0 0,0-1 0 0 0,0-2-1 0 0,31-2 1 0 0,-25-6-1507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 1281 0 0,'0'0'5549'0'0,"-1"-2"-3804"0"0,7-1-1476 0 0,7 0 151 0 0,7-1-347 0 0,0 0 1 0 0,0 2-1 0 0,1 0 1 0 0,0 1-1 0 0,-1 1 0 0 0,26 4 1 0 0,-35-2-54 0 0,0 1 1 0 0,-1 0-1 0 0,0 1 0 0 0,0 0 1 0 0,0 1-1 0 0,-1 0 0 0 0,1 1 1 0 0,-1 0-1 0 0,0 0 0 0 0,-1 1 1 0 0,1 0-1 0 0,-1 0 0 0 0,-1 1 1 0 0,0 0-1 0 0,0 1 1 0 0,0-1-1 0 0,-1 1 0 0 0,7 15 1 0 0,-12-23-14 0 0,0 0 0 0 0,-1 0 0 0 0,1 1 0 0 0,-1-1 0 0 0,0 1 0 0 0,1-1 0 0 0,-1 0 0 0 0,0 1 0 0 0,0-1 0 0 0,0 0 0 0 0,0 1 0 0 0,0-1 0 0 0,0 1 0 0 0,0-1 1 0 0,-1 0-1 0 0,1 1 0 0 0,0-1 0 0 0,-1 0 0 0 0,1 1 0 0 0,-1-1 0 0 0,0 0 0 0 0,1 1 0 0 0,-1-1 0 0 0,-1 1 0 0 0,0 1-1 0 0,-1-1 0 0 0,1 1 0 0 0,-1-1 0 0 0,0 0 0 0 0,0 0 0 0 0,0 0 0 0 0,0 0 0 0 0,0-1 0 0 0,-5 3 0 0 0,-5 0-2 0 0,-1 0 1 0 0,1-1-1 0 0,-21 3 0 0 0,13-5 3 0 0,0-1-1 0 0,-1-1 1 0 0,1-1 0 0 0,0-1-1 0 0,1-1 1 0 0,-1 0 0 0 0,1-2-1 0 0,0 0 1 0 0,0-1 0 0 0,0-2-1 0 0,-30-16 1 0 0,43 21 2 0 0,6 4-8 0 0,0-1 1 0 0,-1 1-1 0 0,1-1 0 0 0,0 1 1 0 0,0-1-1 0 0,-1 0 1 0 0,1 0-1 0 0,0 1 0 0 0,0-1 1 0 0,0 0-1 0 0,0 0 1 0 0,0 0-1 0 0,0 0 0 0 0,0 0 1 0 0,0-1-1 0 0,1 1 1 0 0,-1 0-1 0 0,0 0 0 0 0,1 0 1 0 0,-1-1-1 0 0,0 1 1 0 0,1 0-1 0 0,0-1 0 0 0,-1 1 1 0 0,1 0-1 0 0,0-1 1 0 0,0 1-1 0 0,0-1 0 0 0,0 1 1 0 0,0 0-1 0 0,0-3 1 0 0,0 4-5 0 0,1-1 1 0 0,-1 1-1 0 0,1-1 1 0 0,-1 1-1 0 0,1-1 1 0 0,-1 1-1 0 0,1-1 1 0 0,-1 1-1 0 0,1 0 1 0 0,0-1 0 0 0,-1 1-1 0 0,1 0 1 0 0,0-1-1 0 0,-1 1 1 0 0,1 0-1 0 0,0 0 1 0 0,-1 0-1 0 0,1 0 1 0 0,0-1-1 0 0,-1 1 1 0 0,1 0 0 0 0,0 0-1 0 0,0 0 1 0 0,-1 1-1 0 0,1-1 1 0 0,0 0-1 0 0,-1 0 1 0 0,2 1-1 0 0,33 3 13 0 0,-24-3-15 0 0,139 25 78 0 0,178 53 1 0 0,-309-76-362 0 0,-1 0 1 0 0,1-1 0 0 0,-1-1-1 0 0,1-1 1 0 0,0-1 0 0 0,-1 0-1 0 0,1-2 1 0 0,-1 0 0 0 0,1-1-1 0 0,-1 0 1 0 0,0-2 0 0 0,21-9-1 0 0,-4-5-2780 0 0,-5-4 120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4242 0 0,'0'6'3442'0'0,"0"0"-1762"0"0,30-6-1119 0 0,-30 8-481 0 0,30-3-80 0 0,1-5 0 0 0,-1 6 0 0 0,30-6 0 0 0,-30 8 0 0 0,25-8 0 0 0,5 0 0 0 0,0 0-80 0 0,1-8-241 0 0,-1 8-399 0 0,-30-6-1041 0 0,1 1-720 0 0,-31-9-80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3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310 416 560 0 0,'1'-5'1758'0'0,"-1"3"-1460"0"0,0 0 0 0 0,1 0 0 0 0,-1 1 0 0 0,0-1-1 0 0,0 0 1 0 0,0 0 0 0 0,0 0 0 0 0,0 1 0 0 0,0-1 0 0 0,0 0-1 0 0,-1 0 1 0 0,1 1 0 0 0,-1-1 0 0 0,1 0 0 0 0,-1 1 0 0 0,0-1-1 0 0,0 0 1 0 0,-1-2 0 0 0,-83-36 2263 0 0,83 38-2550 0 0,1-1-1 0 0,0 1 1 0 0,0 0-1 0 0,1 0 1 0 0,-1 0 0 0 0,0-1-1 0 0,1 1 1 0 0,0 0-1 0 0,-1 0 1 0 0,1-1-1 0 0,0 1 1 0 0,0-1 0 0 0,0 1-1 0 0,0 0 1 0 0,1-1-1 0 0,0-2 1 0 0,-1 0-4 0 0,0 3-5 0 0,0 1-1 0 0,0-1 1 0 0,0 0 0 0 0,-1 1-1 0 0,1-1 1 0 0,0 1 0 0 0,-1-1-1 0 0,1 1 1 0 0,-1-1 0 0 0,0 1 0 0 0,0-1-1 0 0,1 1 1 0 0,-1 0 0 0 0,0-1-1 0 0,0 1 1 0 0,0 0 0 0 0,0 0-1 0 0,-1 0 1 0 0,-1-2 0 0 0,-8-10 44 0 0,-27-60 47 0 0,26 59-66 0 0,0 0 0 0 0,-1 0-1 0 0,0 2 1 0 0,-27-21 0 0 0,37 32-27 0 0,0-1 1 0 0,1 1 0 0 0,-1-1-1 0 0,1 0 1 0 0,0 0 0 0 0,-1 0-1 0 0,1 0 1 0 0,0 0-1 0 0,0 0 1 0 0,1-1 0 0 0,-1 1-1 0 0,0-1 1 0 0,1 1 0 0 0,-1-1-1 0 0,1 0 1 0 0,0 0 0 0 0,0 1-1 0 0,0-1 1 0 0,0 0-1 0 0,0-4 1 0 0,1 6 1 0 0,0 0 0 0 0,0 0 1 0 0,-1 0-1 0 0,1 0 0 0 0,-1 0 0 0 0,1 0 0 0 0,0 0 1 0 0,-1 1-1 0 0,0-1 0 0 0,1 0 0 0 0,-1 0 0 0 0,0 0 0 0 0,1 0 1 0 0,-1 1-1 0 0,0-1 0 0 0,0 0 0 0 0,1 1 0 0 0,-1-1 1 0 0,0 0-1 0 0,0 1 0 0 0,0-1 0 0 0,0 1 0 0 0,0 0 0 0 0,-2-1 1 0 0,0-1 9 0 0,51 41-12 0 0,-40-29-28 0 0,-3-3 34 0 0,0-1 0 0 0,0 1 0 0 0,-1 0-1 0 0,0 0 1 0 0,0 0 0 0 0,4 11 0 0 0,18 23-6 0 0,-22-38 4 0 0,-1 1 1 0 0,0-1-1 0 0,0 1 0 0 0,-1 0 1 0 0,1 0-1 0 0,-1 0 1 0 0,0 1-1 0 0,0-1 1 0 0,0 0-1 0 0,-1 1 1 0 0,1 0-1 0 0,-1-1 1 0 0,0 1-1 0 0,0 5 1 0 0,-1-7-4 0 0,0 0 0 0 0,0 0-1 0 0,0-1 1 0 0,0 1 0 0 0,0 0 0 0 0,1-1 0 0 0,-1 1 0 0 0,1 0 0 0 0,0-1 0 0 0,0 1-1 0 0,-1 0 1 0 0,2-1 0 0 0,-1 0 0 0 0,0 1 0 0 0,1-1 0 0 0,-1 0 0 0 0,1 1 0 0 0,2 2-1 0 0,-1-3 0 0 0,0-1 0 0 0,0 1 0 0 0,1 0-1 0 0,-1-1 1 0 0,1 0 0 0 0,-1 0 0 0 0,1 0-1 0 0,-1 0 1 0 0,1 0 0 0 0,0-1-1 0 0,5 1 1 0 0,26 1 0 0 0,-1-2 0 0 0,1-1 0 0 0,-1-2 0 0 0,47-10 0 0 0,-72 11 0 0 0,-1 0 1 0 0,1-1-1 0 0,-1 0 0 0 0,1 0 1 0 0,-1-1-1 0 0,0 0 0 0 0,-1-1 1 0 0,1 0-1 0 0,11-9 0 0 0,-16 11 0 0 0,1 0-1 0 0,-1-1 0 0 0,0 1 0 0 0,0-1 0 0 0,0 0 0 0 0,0 0 0 0 0,0 0 0 0 0,-1 0 0 0 0,0 0 0 0 0,0-1 0 0 0,0 1 0 0 0,0 0 0 0 0,-1-1 0 0 0,0 0 1 0 0,0 1-1 0 0,0-1 0 0 0,0-8 0 0 0,1-11-37 0 0,-1 18 36 0 0,-1 0-1 0 0,1-1 0 0 0,-1 1 1 0 0,0 0-1 0 0,0 0 0 0 0,-1 0 1 0 0,0 0-1 0 0,0 0 0 0 0,0 0 1 0 0,-4-11-1 0 0,-5 6 3 0 0,8 10-3 0 0,1-1 0 0 0,-1 1-1 0 0,1-1 1 0 0,0 1 0 0 0,0-1 0 0 0,0 0 0 0 0,-1 1 0 0 0,1-1-1 0 0,1 0 1 0 0,-1 0 0 0 0,0 1 0 0 0,0-1 0 0 0,1 0 0 0 0,-1 0-1 0 0,1 0 1 0 0,-1 0 0 0 0,1 0 0 0 0,0 0 0 0 0,0 0 0 0 0,0-3-1 0 0,1 12 8 0 0,0 0-1 0 0,0 0 1 0 0,0 0-1 0 0,1-1 1 0 0,0 1-1 0 0,0 0 1 0 0,1-1-1 0 0,0 0 1 0 0,0 0-1 0 0,1 1 1 0 0,-1-2-1 0 0,1 1 1 0 0,0 0-1 0 0,1-1 1 0 0,-1 0-1 0 0,1 0 1 0 0,0 0-1 0 0,10 7 1 0 0,8 9 9 0 0,34 45 34 0 0,-45-51-46 0 0,1 1 0 0 0,0-2 0 0 0,1 0 0 0 0,1-1 1 0 0,25 19-1 0 0,-22-21-201 0 0,1 2 146 0 0,1-1 1 0 0,0-1 0 0 0,38 15-1 0 0,-54-25-168 0 0,0 1-1 0 0,-1-1 1 0 0,1 0-1 0 0,0 0 1 0 0,0 0-1 0 0,0-1 1 0 0,0 1-1 0 0,0-1 1 0 0,1 0-1 0 0,-1 0 1 0 0,0 0-1 0 0,0-1 1 0 0,0 1-1 0 0,0-1 1 0 0,0 0-1 0 0,0 0 1 0 0,-1-1 0 0 0,1 1-1 0 0,0-1 1 0 0,0 0-1 0 0,-1 0 1 0 0,1 0-1 0 0,-1 0 1 0 0,0 0-1 0 0,1-1 1 0 0,-1 0-1 0 0,4-5 1 0 0,-1-12-2646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36 1281 0 0,'0'1'176'0'0,"0"0"0"0"0,0 0 0 0 0,0 0 0 0 0,0 0 0 0 0,0 0 0 0 0,0 0 0 0 0,-1 0 0 0 0,1 0 0 0 0,0 0 0 0 0,0-1 0 0 0,-1 1 0 0 0,1 0 0 0 0,-1 0 0 0 0,1 0 0 0 0,-1 0 0 0 0,1 0 0 0 0,-1-1 0 0 0,1 1 0 0 0,-1 0 0 0 0,0 0 0 0 0,1-1 0 0 0,-1 1 0 0 0,0 0 0 0 0,0-1 0 0 0,1 1 1 0 0,-1-1-1 0 0,-1 1 0 0 0,-26 3 1054 0 0,10-3-199 0 0,18-1-998 0 0,0 0 0 0 0,-1 0 0 0 0,1 0 1 0 0,0 0-1 0 0,0 0 0 0 0,-1 0 0 0 0,1 0 1 0 0,0 0-1 0 0,-1 0 0 0 0,1 0 0 0 0,0 0 1 0 0,0 0-1 0 0,-1 0 0 0 0,1 0 0 0 0,0 0 1 0 0,0-1-1 0 0,-1 1 0 0 0,1 0 0 0 0,0 0 1 0 0,0 0-1 0 0,0 0 0 0 0,-1 0 0 0 0,1-1 1 0 0,0 1-1 0 0,0 0 0 0 0,0 0 1 0 0,-1 0-1 0 0,1-1 0 0 0,0 1 0 0 0,0 0 1 0 0,0 0-1 0 0,0 0 0 0 0,0-1 0 0 0,0 1 1 0 0,-1 0-1 0 0,1 0 0 0 0,0-1 0 0 0,0 1 1 0 0,0 0-1 0 0,0 0 0 0 0,0-1 0 0 0,0 1 1 0 0,0 0-1 0 0,0-1 0 0 0,0 1 0 0 0,0 0 1 0 0,0 0-1 0 0,0-1 0 0 0,0 1 0 0 0,1 0 1 0 0,-1 0-1 0 0,0-1 0 0 0,0 1 1 0 0,0 0-1 0 0,0 0 0 0 0,0 0 0 0 0,0-1 1 0 0,1 1-1 0 0,-1 0 0 0 0,1-12-14 0 0,0 10-15 0 0,1 0 0 0 0,-1 0-1 0 0,1 1 1 0 0,-1-1 0 0 0,1 0 0 0 0,0 1 0 0 0,0-1 0 0 0,0 1 0 0 0,0-1 0 0 0,0 1-1 0 0,0 0 1 0 0,0 0 0 0 0,0 0 0 0 0,1 0 0 0 0,-1 0 0 0 0,0 0 0 0 0,1 1 0 0 0,-1-1-1 0 0,3 1 1 0 0,11-6-14 0 0,-12 4 2 0 0,-1 1 1 0 0,0-1 0 0 0,0 1 0 0 0,1 0-1 0 0,-1 0 1 0 0,1 0 0 0 0,-1 0 0 0 0,0 1-1 0 0,1-1 1 0 0,0 1 0 0 0,-1 0 0 0 0,1 0-1 0 0,-1 1 1 0 0,1-1 0 0 0,-1 1 0 0 0,7 1-1 0 0,58 24-1 0 0,-57-20 21 0 0,36 18 60 0 0,-1 3 1 0 0,-2 2-1 0 0,-1 2 0 0 0,43 39 0 0 0,-46-25-20 0 0,-16-17 56 0 0,-24-28-112 0 0,1 0 0 0 0,-1 0 0 0 0,1 1 0 0 0,-1-1 0 0 0,0 0 0 0 0,1 0 0 0 0,-1 0 0 0 0,1 0 0 0 0,-1 1 0 0 0,0-1 0 0 0,1 0 0 0 0,-1 0 0 0 0,0 1 0 0 0,1-1 1 0 0,-1 0-1 0 0,0 1 0 0 0,1-1 0 0 0,-1 0 0 0 0,0 1 0 0 0,0-1 0 0 0,1 0 0 0 0,-1 1 0 0 0,0-1 0 0 0,0 0 0 0 0,0 1 0 0 0,0-1 0 0 0,0 1 0 0 0,1-1 0 0 0,-1 1 0 0 0,0-1 0 0 0,0 0 0 0 0,0 1 1 0 0,0-1-1 0 0,0 1 0 0 0,0-1 0 0 0,0 1 0 0 0,0-1 0 0 0,-1 0 0 0 0,1 1 0 0 0,0-1 0 0 0,0 1 0 0 0,0-1 0 0 0,0 0 0 0 0,-1 1 0 0 0,1-1 0 0 0,0 0 0 0 0,0 1 0 0 0,0-1 0 0 0,-1 1 1 0 0,1-1-1 0 0,0 0 0 0 0,-1 0 0 0 0,1 1 0 0 0,0-1 0 0 0,-1 0 0 0 0,1 0 0 0 0,0 1 0 0 0,-1-1 0 0 0,1 0 0 0 0,-1 0 0 0 0,1 0 0 0 0,0 0 0 0 0,-1 1 0 0 0,1-1 0 0 0,-1 0 0 0 0,1 0 0 0 0,-1 0 1 0 0,-25 2-183 0 0,19-3 206 0 0,-1 0 0 0 0,1-1 0 0 0,0 0 0 0 0,-1 0 0 0 0,1-1-1 0 0,0 0 1 0 0,0 0 0 0 0,-9-7 0 0 0,-15-6 188 0 0,-204-93 486 0 0,233 108-691 0 0,-1 0-2 0 0,0-1 0 0 0,0 1 0 0 0,0 0 0 0 0,0 0 0 0 0,0 0 0 0 0,-1 0 0 0 0,1 1 0 0 0,0-1 0 0 0,-4 1 0 0 0,5 0-2 0 0,1 0-1 0 0,0 0 1 0 0,0 0 0 0 0,-1 0 0 0 0,1 0-1 0 0,0 1 1 0 0,0-1 0 0 0,-1 1 0 0 0,1-1-1 0 0,0 1 1 0 0,0-1 0 0 0,0 1 0 0 0,0-1-1 0 0,0 1 1 0 0,-1 0 0 0 0,1 0 0 0 0,1 0-1 0 0,-1-1 1 0 0,0 1 0 0 0,0 0 0 0 0,0 0-1 0 0,0 0 1 0 0,1 1 0 0 0,-1-1 0 0 0,0 0-1 0 0,1 0 1 0 0,-1 0 0 0 0,1 0 0 0 0,-1 1-1 0 0,1-1 1 0 0,0 0 0 0 0,-1 0 0 0 0,1 1-1 0 0,0-1 1 0 0,0 0 0 0 0,0 1 0 0 0,0-1-1 0 0,0 0 1 0 0,0 0 0 0 0,1 1 0 0 0,-1-1-1 0 0,0 0 1 0 0,1 0 0 0 0,0 3 0 0 0,1 3 11 0 0,1 1 0 0 0,0-1 1 0 0,0 0-1 0 0,1 0 1 0 0,0 0-1 0 0,0-1 0 0 0,6 7 1 0 0,4 5-72 0 0,1 0 0 0 0,1-1 1 0 0,0-1-1 0 0,1-1 0 0 0,1 0 1 0 0,0-2-1 0 0,1 0 1 0 0,0-1-1 0 0,1 0 0 0 0,27 10 1 0 0,-9-9 84 0 0,0-2 1 0 0,1-2 0 0 0,0-1 0 0 0,1-2 0 0 0,0-2 0 0 0,60-1-1 0 0,-73-4-77 0 0,-1 0 0 0 0,1-2-1 0 0,-1-1 1 0 0,0-1-1 0 0,0-1 1 0 0,0-1 0 0 0,-1-2-1 0 0,0 0 1 0 0,0-2 0 0 0,37-21-1 0 0,-56 28-96 0 0,0 0 0 0 0,-1-1 0 0 0,1 1 0 0 0,-1-1 0 0 0,0-1 0 0 0,0 1 0 0 0,0-1 0 0 0,-1 1 0 0 0,0-1-1 0 0,0 0 1 0 0,5-11 0 0 0,-7 9-397 0 0,1 0-1 0 0,-2 0 1 0 0,1-1-1 0 0,-1 1 0 0 0,0 0 1 0 0,-1-17-1 0 0,0 19 206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6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4980 0 2401 0 0,'12'5'930'0'0,"33"18"1837"0"0,-44-23-2711 0 0,0 1-1 0 0,0 0 0 0 0,-1-1 0 0 0,1 1 0 0 0,0 0 0 0 0,0 0 1 0 0,-1-1-1 0 0,1 1 0 0 0,-1 0 0 0 0,1 0 0 0 0,-1 0 0 0 0,1 0 1 0 0,-1 0-1 0 0,1 0 0 0 0,-1 0 0 0 0,0 0 0 0 0,1 0 0 0 0,-1 0 1 0 0,0 0-1 0 0,0 0 0 0 0,0 0 0 0 0,0 0 0 0 0,0 0 0 0 0,0 0 1 0 0,0 0-1 0 0,0 0 0 0 0,0 0 0 0 0,-1 0 0 0 0,1 0 0 0 0,0 0 1 0 0,0 0-1 0 0,-1 0 0 0 0,1 0 0 0 0,-1-1 0 0 0,1 1 0 0 0,-1 0 1 0 0,0 0-1 0 0,1 0 0 0 0,-1 0 0 0 0,0-1 0 0 0,1 1 0 0 0,-2 1 1 0 0,-7 3 87 0 0,8-4-127 0 0,0-1 0 0 0,0 0 0 0 0,0 1 0 0 0,0-1 0 0 0,0 1 0 0 0,0-1 0 0 0,0 1 0 0 0,1 0 0 0 0,-1-1-1 0 0,0 1 1 0 0,0 0 0 0 0,0 0 0 0 0,1 0 0 0 0,-1-1 0 0 0,0 1 0 0 0,1 0 0 0 0,-1 0 0 0 0,1 0 0 0 0,-1 0 0 0 0,1 0 0 0 0,0 0 0 0 0,-1 0-1 0 0,1 0 1 0 0,0 0 0 0 0,-1 0 0 0 0,1 3 0 0 0,0-4-5 0 0,0 1 0 0 0,0 0 0 0 0,0 0 1 0 0,0 0-1 0 0,0 0 0 0 0,0 0 0 0 0,-1 0 0 0 0,1 0 0 0 0,0 0 0 0 0,0-1 0 0 0,-1 1 1 0 0,1 0-1 0 0,-1 0 0 0 0,1 0 0 0 0,-1 0 0 0 0,1-1 0 0 0,-1 1 0 0 0,0 0 0 0 0,1-1 0 0 0,-1 1 1 0 0,0 0-1 0 0,1-1 0 0 0,-2 2 0 0 0,-180 118 1003 0 0,177-116-1002 0 0,1 0 1 0 0,-1 0-1 0 0,1 1 1 0 0,-1 0 0 0 0,1 0-1 0 0,-5 8 1 0 0,-19 22 59 0 0,4-14 49 0 0,0-2 0 0 0,-2-1 0 0 0,-48 26 0 0 0,30-20-245 0 0,26-11 16 0 0,0-1 0 0 0,-20 21-1 0 0,22-20 144 0 0,0 1-1 0 0,0-2 1 0 0,-26 15-1 0 0,25-18 16 0 0,-23 12 52 0 0,-52 36 0 0 0,42-23 16 0 0,-1-3 0 0 0,-58 27 0 0 0,89-48-99 0 0,-57 27 110 0 0,-3-4 0 0 0,-146 41 0 0 0,8-16-116 0 0,142-38 90 0 0,-89 10 0 0 0,-1-9-3 0 0,35-4-86 0 0,-662 91 213 0 0,441-66-67 0 0,231-28-106 0 0,-137-3-1 0 0,140-18-53 0 0,0-6 0 0 0,1-5 0 0 0,-196-57 0 0 0,270 63-6 0 0,-58-16 76 0 0,-127-19-1 0 0,198 42-80 0 0,0-1-1 0 0,-29-10 1 0 0,-19-4-21 0 0,74 19 27 0 0,1 0 0 0 0,0 0 0 0 0,0 0 0 0 0,-1-1 0 0 0,1 1 0 0 0,0-1 0 0 0,0 0 0 0 0,0 1 0 0 0,-3-4 0 0 0,-23-12-25 0 0,-30-5-144 0 0,113 24-6602 0 0,-49 5 3961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1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1085 4220 3682 0 0,'-5'9'674'0'0,"0"-1"1"0"0,-1 0-1 0 0,-1 0 1 0 0,0-1 0 0 0,0 0-1 0 0,-14 12 1 0 0,15-13-279 0 0,11-4-460 0 0,-4-2 92 0 0,13 2 113 0 0,0-1 0 0 0,0 0 0 0 0,0-2 0 0 0,0 1 0 0 0,26-6 0 0 0,47-4 227 0 0,-76 10-350 0 0,544-47 281 0 0,-405 28-284 0 0,263-71 0 0 0,-377 81-2 0 0,0-2 0 0 0,-1-2 1 0 0,0-1-1 0 0,-1-1 0 0 0,-1-2 1 0 0,46-31-1 0 0,-76 45-10 0 0,14-7 19 0 0,-2-1 1 0 0,1-1-1 0 0,-2-1 1 0 0,1 0-1 0 0,-2-1 0 0 0,0 0 1 0 0,0-1-1 0 0,-2 0 0 0 0,12-20 1 0 0,16-47 78 0 0,-34 69-85 0 0,0-1-1 0 0,-1 0 1 0 0,-1 0 0 0 0,0 0-1 0 0,-1-1 1 0 0,0 1 0 0 0,-1-15 0 0 0,0 7-11 0 0,1 1 0 0 0,1-1 0 0 0,8-25-1 0 0,-7 32 15 0 0,-1 0 0 0 0,0 0-1 0 0,0 0 1 0 0,-2-1-1 0 0,0 1 1 0 0,-1-1-1 0 0,0 1 1 0 0,-5-28-1 0 0,-9-8 81 0 0,-22-53-1 0 0,-5-13-14 0 0,1-44-155 0 0,28 101-8 0 0,-3 0 1 0 0,-45-110-1 0 0,-108-127-169 0 0,150 266 202 0 0,3 9 27 0 0,0 1 0 0 0,-1 1-1 0 0,-1 0 1 0 0,-35-32 0 0 0,-86-53-48 0 0,65 52 57 0 0,-143-110 9 0 0,-244-175-1 0 0,318 243 10 0 0,-201-101 0 0 0,-57-15 156 0 0,320 163-143 0 0,2-3 0 0 0,-119-104 0 0 0,172 131-10 0 0,1-2 1 0 0,-28-39-1 0 0,14 17 35 0 0,21 28-23 0 0,8 11-7 0 0,1 0 1 0 0,1-1-1 0 0,-1 0 0 0 0,1 0 1 0 0,1 0-1 0 0,0-1 1 0 0,0 0-1 0 0,1 0 0 0 0,-7-24 1 0 0,4-34 144 0 0,7 62-148 0 0,1 1 0 0 0,1 0 0 0 0,-1 0 1 0 0,1 0-1 0 0,0-1 0 0 0,0 1 0 0 0,1 0 1 0 0,-1 0-1 0 0,1 0 0 0 0,4-6 1 0 0,-1 5 2 0 0,1 0 1 0 0,0 0-1 0 0,1 0 0 0 0,0 1 1 0 0,0-1-1 0 0,0 2 1 0 0,16-11-1 0 0,69-35 1 0 0,-71 40-19 0 0,198-88 16 0 0,-187 84 53 0 0,0 2 0 0 0,1 1 0 0 0,1 2 1 0 0,0 1-1 0 0,0 2 0 0 0,1 1 1 0 0,0 1-1 0 0,42 1 0 0 0,-21 5 444 0 0,-1 2 1 0 0,0 2-1 0 0,0 3 0 0 0,74 20 0 0 0,-67-15-95 0 0,-50-12-529 0 0,-1 1 0 0 0,0 0 0 0 0,1 1 0 0 0,-1 0 0 0 0,0 1 0 0 0,0 0 0 0 0,-1 0 0 0 0,1 1 0 0 0,-1 1 0 0 0,10 6 0 0 0,14 19-2495 0 0,28 19-1440 0 0,2-14-848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0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3442 0 0,'19'7'3698'0'0,"-33"-14"-2381"0"0,14 6-1318 0 0,-1 1 0 0 0,1 0-1 0 0,0 0 1 0 0,0-1 0 0 0,-1 1-1 0 0,1-1 1 0 0,0 1 0 0 0,0 0-1 0 0,0-1 1 0 0,0 1 0 0 0,0 0 0 0 0,-1-1-1 0 0,1 1 1 0 0,0-1 0 0 0,0 1-1 0 0,0 0 1 0 0,0-1 0 0 0,0 1-1 0 0,0-1 1 0 0,0 1 0 0 0,0 0 0 0 0,1-1-1 0 0,-1 1 1 0 0,0-1 0 0 0,0 1-1 0 0,0 0 1 0 0,0-1 0 0 0,0 1-1 0 0,1 0 1 0 0,-1-1 0 0 0,0 1-1 0 0,0 0 1 0 0,1-1 0 0 0,-1 1 0 0 0,0 0-1 0 0,0-1 1 0 0,1 1 0 0 0,-1 0-1 0 0,0 0 1 0 0,1-1 0 0 0,-1 1-1 0 0,0 0 1 0 0,1 0 0 0 0,-1 0 0 0 0,0-1-1 0 0,1 1 1 0 0,-1 0 0 0 0,1 0-1 0 0,-1 0 1 0 0,16-9-27 0 0,-12 8 61 0 0,-1-1 0 0 0,1 1 0 0 0,-1 0 1 0 0,1 0-1 0 0,0 0 0 0 0,0 0 0 0 0,-1 0 0 0 0,1 1 0 0 0,0 0 1 0 0,0 0-1 0 0,0 0 0 0 0,-1 0 0 0 0,1 1 0 0 0,0-1 1 0 0,5 3-1 0 0,65 22 63 0 0,-31-4-20 0 0,-1 3 1 0 0,-1 1 0 0 0,46 38 0 0 0,-73-54-35 0 0,-1 1 0 0 0,0 0 1 0 0,-1 1-1 0 0,0 1 1 0 0,-1 0-1 0 0,0 0 1 0 0,-1 1-1 0 0,0 1 1 0 0,-1 0-1 0 0,10 19 0 0 0,-12-19 12 0 0,0 0-1 0 0,1 0 1 0 0,1 0-1 0 0,1-1 1 0 0,0-1-1 0 0,0 0 1 0 0,16 15-1 0 0,4-3 195 0 0,59 37 0 0 0,-83-58-224 0 0,-133-106 82 0 0,94 80-69 0 0,-1 1 0 0 0,-42-19-1 0 0,69 37-31 0 0,-1 0 0 0 0,1 1 0 0 0,0 0 0 0 0,-1 0 0 0 0,0 0 0 0 0,0 1 0 0 0,1 1 0 0 0,-1-1 0 0 0,0 2 0 0 0,0-1 0 0 0,-1 1 0 0 0,1 0 0 0 0,0 0 0 0 0,0 1 0 0 0,0 0 0 0 0,0 1 0 0 0,-15 4 0 0 0,22-5-6 0 0,0-1-1 0 0,0 1 1 0 0,1-1 0 0 0,-1 1-1 0 0,0 0 1 0 0,0 0-1 0 0,0 0 1 0 0,1 0-1 0 0,-1-1 1 0 0,0 1-1 0 0,1 0 1 0 0,-1 0-1 0 0,1 0 1 0 0,-1 0-1 0 0,1 0 1 0 0,-1 0-1 0 0,1 1 1 0 0,0 0 0 0 0,-4 7-12 0 0,-27 44-1 0 0,25-45 14 0 0,0 1 0 0 0,1 0 0 0 0,-1 0 1 0 0,2 0-1 0 0,-1 1 0 0 0,1-1 0 0 0,1 1 0 0 0,0 0 0 0 0,-4 19 0 0 0,17 11 4 0 0,-4-19 5 0 0,1 11 21 0 0,-7-26-27 0 0,1-1 0 0 0,0 0 1 0 0,0 0-1 0 0,0 0 1 0 0,1 0-1 0 0,0 0 0 0 0,0 0 1 0 0,0 0-1 0 0,0 0 1 0 0,1-1-1 0 0,0 1 0 0 0,0-1 1 0 0,0 0-1 0 0,7 7 0 0 0,0-1-5 0 0,0-1 0 0 0,0-1 0 0 0,1 0-1 0 0,0 0 1 0 0,1-1 0 0 0,0 0 0 0 0,0-1 0 0 0,0-1-1 0 0,0 0 1 0 0,1 0 0 0 0,22 4 0 0 0,-15-9-69 0 0,0 0 0 0 0,0-2 0 0 0,0 0 0 0 0,0-1 0 0 0,0-1 0 0 0,0-1 0 0 0,-1 0 0 0 0,0-2 0 0 0,33-15 0 0 0,-15 3-1015 0 0,-1-1-1 0 0,-1-2 1 0 0,63-51-1 0 0,-34 19-3688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0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28 1040 0 0,'-1'-1'276'0'0,"1"0"0"0"0,-1-1 0 0 0,0 1 0 0 0,0 0-1 0 0,0 0 1 0 0,0 0 0 0 0,0 0 0 0 0,-1 0 0 0 0,1 0-1 0 0,0 1 1 0 0,0-1 0 0 0,0 0 0 0 0,-1 0 0 0 0,1 1-1 0 0,0-1 1 0 0,-1 1 0 0 0,1-1 0 0 0,-1 1 0 0 0,-1-1-1 0 0,-36-7 1373 0 0,-68 6-320 0 0,59 3 3040 0 0,176 4-3688 0 0,-51-2-1744 0 0,-44-4-508 0 0,0 2 0 0 0,0 2 0 0 0,-1 1 0 0 0,63 16 0 0 0,-57 0-1683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0 240 0 0,'-96'21'5523'0'0,"0"-1"-2882"0"0,64 0-2321 0 0,0-13-320 0 0,0 7 400 0 0,32-8 160 0 0,64 2 1 0 0,160 31 159 0 0,90 16-80 0 0,6 12-159 0 0,25-6-562 0 0,-57-20-1119 0 0,0-29-801 0 0,-38-4-2321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1 147 560 0 0,'224'-94'7124'0'0,"-160"53"-4083"0"0,-39 35-2321 0 0,-25 12-960 0 0,0 0-160 0 0,32-6-240 0 0,32 0-161 0 0,0-6-1040 0 0,0 6-800 0 0,0-6 160 0 0,-32 0 480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47 400 0 0,'0'-8'5443'0'0,"0"16"-3683"0"0,0-2-719 0 0,0 0-801 0 0,32-12-1200 0 0,0-8-881 0 0,0-25-1281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1121 0 0,'0'0'90'0'0,"0"-1"1"0"0,0 1-1 0 0,0-1 1 0 0,0 1-1 0 0,0 0 1 0 0,0-1-1 0 0,1 1 1 0 0,-1-1-1 0 0,0 1 1 0 0,0 0-1 0 0,0-1 1 0 0,1 1-1 0 0,-1 0 1 0 0,0-1-1 0 0,0 1 1 0 0,1 0-1 0 0,-1 0 1 0 0,0-1-1 0 0,1 1 1 0 0,-1 0 0 0 0,0 0-1 0 0,1-1 1 0 0,-1 1-1 0 0,0 0 1 0 0,1 0-1 0 0,-1 0 1 0 0,1 0-1 0 0,-1-1 1 0 0,0 1-1 0 0,1 0 1 0 0,-1 0-1 0 0,1 0 1 0 0,-1 0-1 0 0,1 0 1 0 0,-1 0 24 0 0,1 0 0 0 0,0 0-1 0 0,0 0 1 0 0,-1 0 0 0 0,1-1 0 0 0,0 1 0 0 0,-1 0-1 0 0,1 0 1 0 0,0-1 0 0 0,-1 1 0 0 0,1-1 0 0 0,0 1 0 0 0,-1 0-1 0 0,1-1 1 0 0,-1 1 0 0 0,1-1 0 0 0,-1 1 0 0 0,1-1-1 0 0,-1 0 1 0 0,1 1 0 0 0,-1-1 0 0 0,0 1 0 0 0,1-1 0 0 0,-1 0-1 0 0,0 1 1 0 0,1-1 0 0 0,-1 0 0 0 0,0 1 0 0 0,0-1-1 0 0,0 0 1 0 0,0 0 0 0 0,1 1 0 0 0,-1-1 0 0 0,0 0 0 0 0,0 0-1 0 0,-1 0 1 0 0,1 0-102 0 0,0-1 0 0 0,0 1 0 0 0,0 0 0 0 0,0 0 0 0 0,0-1 0 0 0,1 1 0 0 0,-1 0 0 0 0,0 0-1 0 0,1 0 1 0 0,-1 0 0 0 0,0-1 0 0 0,1 1 0 0 0,-1 0 0 0 0,1 0 0 0 0,0 0 0 0 0,-1 0 0 0 0,1 0 0 0 0,0 0 0 0 0,0 0 0 0 0,0 0-1 0 0,-1 1 1 0 0,1-1 0 0 0,0 0 0 0 0,0 0 0 0 0,0 1 0 0 0,2-2 0 0 0,-2 2-7 0 0,0-1 0 0 0,0 0 0 0 0,0 0-1 0 0,1 1 1 0 0,-1-1 0 0 0,-1 0 0 0 0,1 0 0 0 0,0 0 0 0 0,0 0 0 0 0,0 0-1 0 0,0 0 1 0 0,-1 0 0 0 0,1-1 0 0 0,0 1 0 0 0,-1 0 0 0 0,1 0 0 0 0,-1 0-1 0 0,1-1 1 0 0,-1 1 0 0 0,0 0 0 0 0,0 0 0 0 0,1-1 0 0 0,-1 1 0 0 0,0 0-1 0 0,0-1 1 0 0,-1-1 0 0 0,1 2-6 0 0,1 0 0 0 0,-1 0 0 0 0,0 1 0 0 0,0-1 0 0 0,0 0 0 0 0,1 0 0 0 0,-1 0 0 0 0,0 1 0 0 0,1-1 0 0 0,-1 0 0 0 0,0 1 0 0 0,1-1 0 0 0,-1 0 0 0 0,1 0 0 0 0,0 1 0 0 0,-1-1 0 0 0,1 1 0 0 0,-1-1 0 0 0,1 1 0 0 0,0-1 0 0 0,-1 1 0 0 0,1-1 0 0 0,0 1 0 0 0,0-1 0 0 0,-1 1 0 0 0,1 0 0 0 0,0 0 0 0 0,0-1 0 0 0,0 1 0 0 0,-1 0 0 0 0,3 0 0 0 0,5-3 0 0 0,5-4 7 0 0,-1 1 0 0 0,1 1-1 0 0,1 0 1 0 0,-1 0 0 0 0,1 2 0 0 0,0 0-1 0 0,0 0 1 0 0,15 0 0 0 0,121-3 77 0 0,-143 6-82 0 0,66-1 13 0 0,-1 4 1 0 0,1 2 0 0 0,-1 4-1 0 0,-1 3 1 0 0,102 30-1 0 0,-168-40-13 0 0,66 28 0 0 0,-67-28 4 0 0,0 1 0 0 0,0-1 0 0 0,0 1 0 0 0,0 0 0 0 0,-1 0 0 0 0,1 0 0 0 0,-1 0 0 0 0,0 1 0 0 0,0-1 0 0 0,0 1 0 0 0,-1 0 0 0 0,1 0 0 0 0,-1 0 0 0 0,3 5 0 0 0,-3 0 26 0 0,0-1 1 0 0,0 1 0 0 0,0 0 0 0 0,-1 0 0 0 0,-1-1-1 0 0,1 1 1 0 0,-1 0 0 0 0,-2 10 0 0 0,2-15-12 0 0,0 0 0 0 0,-1 0 1 0 0,0 0-1 0 0,0 1 0 0 0,0-1 0 0 0,0-1 1 0 0,-1 1-1 0 0,1 0 0 0 0,-1 0 0 0 0,0 0 1 0 0,0-1-1 0 0,0 1 0 0 0,-1-1 0 0 0,1 0 1 0 0,-1 0-1 0 0,0 1 0 0 0,0-2 0 0 0,0 1 1 0 0,-4 3-1 0 0,-26 8 181 0 0,-1-1 1 0 0,0-2-1 0 0,-1-2 0 0 0,0-1 1 0 0,-65 7-1 0 0,95-15-128 0 0,4 1-43 0 0,0-1 1 0 0,0 1 0 0 0,-1-1-1 0 0,1 0 1 0 0,0 1-1 0 0,-1-1 1 0 0,1 0-1 0 0,0 0 1 0 0,0 0-1 0 0,-1 0 1 0 0,1 0-1 0 0,0 0 1 0 0,-1-1-1 0 0,1 1 1 0 0,0 0-1 0 0,0-1 1 0 0,-1 1-1 0 0,1-1 1 0 0,0 1-1 0 0,0-1 1 0 0,0 1-1 0 0,0-1 1 0 0,0 0 0 0 0,0 0-1 0 0,-2-1 1 0 0,9 1 208 0 0,159 2-294 0 0,-51 4 32 0 0,0 5 0 0 0,148 31 0 0 0,-237-35 26 0 0,1 2 1 0 0,40 17-1 0 0,-61-23 7 0 0,0 1 1 0 0,0 0-1 0 0,0 0 0 0 0,0 0 0 0 0,-1 0 1 0 0,1 1-1 0 0,-1 0 0 0 0,0 0 0 0 0,0 0 1 0 0,0 1-1 0 0,-1-1 0 0 0,0 1 0 0 0,0 0 1 0 0,0 0-1 0 0,0 0 0 0 0,-1 0 0 0 0,1 1 1 0 0,-2-1-1 0 0,1 0 0 0 0,0 1 0 0 0,-1 0 1 0 0,1 7-1 0 0,-2-6 20 0 0,0 1 1 0 0,0-1-1 0 0,-1 0 0 0 0,0 0 1 0 0,0 0-1 0 0,-1 0 0 0 0,1 0 1 0 0,-2 0-1 0 0,1 0 0 0 0,-1 0 1 0 0,0 0-1 0 0,0-1 0 0 0,-1 0 1 0 0,0 0-1 0 0,-9 11 0 0 0,-4 1 102 0 0,-1-1 0 0 0,-1-2 1 0 0,0 0-1 0 0,-1 0 0 0 0,-1-2 0 0 0,0-1 0 0 0,-1 0 0 0 0,0-2 0 0 0,-42 14 0 0 0,-9-1 75 0 0,-144 23 1 0 0,-3-18-564 0 0,191-26-8 0 0,-1-2 0 0 0,1 0-1 0 0,-1-2 1 0 0,1-2 0 0 0,-40-9-1 0 0,58 10 62 0 0,1 0 0 0 0,0-1-1 0 0,0 0 1 0 0,0 0-1 0 0,1-1 1 0 0,0-1 0 0 0,0 1-1 0 0,0-1 1 0 0,0-1 0 0 0,1 0-1 0 0,0 0 1 0 0,1-1 0 0 0,0 0-1 0 0,0 0 1 0 0,0 0 0 0 0,1-1-1 0 0,-8-15 1 0 0,3 0-1428 0 0,1 0 0 0 0,-7-27 1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28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34 317 5202 0 0,'-27'0'2228'0'0,"27"1"-2213"0"0,-1 0-1 0 0,0 0 1 0 0,0 0 0 0 0,1 0-1 0 0,-1 0 1 0 0,1 0-1 0 0,-1 0 1 0 0,1 1 0 0 0,-1-1-1 0 0,1 0 1 0 0,0 0-1 0 0,0 1 1 0 0,0-1 0 0 0,0 0-1 0 0,0 1 1 0 0,0-1 0 0 0,0 0-1 0 0,0 0 1 0 0,0 1-1 0 0,0-1 1 0 0,1 1 0 0 0,-1 0-3 0 0,0 1-40 0 0,0-1 0 0 0,1 0 0 0 0,-1 0 0 0 0,1 1 0 0 0,-1-1 0 0 0,1 0 0 0 0,0 0 0 0 0,0 0 0 0 0,0 0 0 0 0,0 0 0 0 0,0 0 0 0 0,0 0 0 0 0,0 0 0 0 0,3 2 0 0 0,9 19-113 0 0,1 30-110 0 0,9 24-31 0 0,-8-34 589 0 0,20 87 0 0 0,-26-93-241 0 0,-7-25-43 0 0,0 0 1 0 0,-1 1-1 0 0,-1 17 1 0 0,5 38 69 0 0,17 5 67 0 0,-12-5 40 0 0,12-5-80 0 0,-14-24-39 0 0,-4-22-48 0 0,0 0 0 0 0,0-1 0 0 0,13 28 0 0 0,11 12-20 0 0,-13-29-16 0 0,-1 2 0 0 0,-2 0 0 0 0,10 31-1 0 0,-12 0-49 0 0,2-34 41 0 0,-11-24 12 0 0,1 1 0 0 0,0 0 0 0 0,-1 0 0 0 0,0 0 0 0 0,0 0 0 0 0,0 0 0 0 0,0 0 0 0 0,0 0 0 0 0,0 0-1 0 0,-1 0 1 0 0,1 0 0 0 0,-1 0 0 0 0,0 1 0 0 0,0-1 0 0 0,0 0 0 0 0,-1 0 0 0 0,1 0 0 0 0,-2 7 0 0 0,-25 33 0 0 0,23-39 0 0 0,1 0 0 0 0,0 1 0 0 0,0-1 0 0 0,0 1 0 0 0,1-1 0 0 0,-1 1 0 0 0,1 0 0 0 0,0 0 0 0 0,1 0 0 0 0,-1 0 0 0 0,1 0 0 0 0,0 0 0 0 0,0 0 0 0 0,0 8 0 0 0,1-10 0 0 0,0 1 0 0 0,-1-1-1 0 0,0 1 1 0 0,1-1 0 0 0,-1 1 0 0 0,0-1 0 0 0,-1 1 0 0 0,1-1 0 0 0,-1 1 0 0 0,1-1 0 0 0,-1 0 0 0 0,-2 3 0 0 0,2-3 1 0 0,0 0 0 0 0,0 0 0 0 0,0 0 0 0 0,1 0 0 0 0,0 0 0 0 0,-1 0 0 0 0,1 1 1 0 0,0-1-1 0 0,1 0 0 0 0,-1 1 0 0 0,1-1 0 0 0,-1 4 0 0 0,1 135 146 0 0,5-134-147 0 0,33 6 19 0 0,0-1 0 0 0,0-2 0 0 0,1-2-1 0 0,59 6 1 0 0,172 6 122 0 0,-200-17-123 0 0,91 1 32 0 0,162 18 114 0 0,24 17-58 0 0,314 33 541 0 0,-55-4-360 0 0,-554-66-274 0 0,972 42 308 0 0,-548-26 73 0 0,-249-6-308 0 0,151 15 301 0 0,122 44-151 0 0,-179-19 21 0 0,-274-48-201 0 0,0-1-1 0 0,0-3 1 0 0,0-2 0 0 0,-1-1-1 0 0,82-17 1 0 0,26-19 251 0 0,-127 31-255 0 0,50-7 0 0 0,-52 10 104 0 0,1 0 1 0 0,48-16-1 0 0,7-10 191 0 0,-1-4 0 0 0,-2-3 0 0 0,83-53-1 0 0,-150 81-272 0 0,0 0 0 0 0,0-1-1 0 0,-1-1 1 0 0,0 0 0 0 0,-1 0-1 0 0,0-1 1 0 0,-1 0-1 0 0,0-1 1 0 0,-1 0 0 0 0,8-19-1 0 0,-3 5-21 0 0,-2-2-1 0 0,-1 1 1 0 0,-1-1-1 0 0,4-31 1 0 0,-2-47-39 0 0,-2 56-13 0 0,0 4 7 0 0,3-83-1 0 0,-10 73 16 0 0,0 9 1 0 0,-8-76-1 0 0,-4 63-24 0 0,5 32 7 0 0,2 1 0 0 0,-2-43 0 0 0,6-260 622 0 0,1 309-554 0 0,1-1-1 0 0,1 1 0 0 0,10-37 1 0 0,-5 25-29 0 0,2-35 143 0 0,-3 47-87 0 0,2-25 120 0 0,-18-9-68 0 0,5 44-140 0 0,2 1 0 0 0,-1-1 0 0 0,0-23 0 0 0,3-107 255 0 0,0 141-54 0 0,-78 8 302 0 0,12 1-390 0 0,-64 4 22 0 0,-268 20 120 0 0,-165-10-120 0 0,-45-1-67 0 0,531-17-38 0 0,-378 12-124 0 0,-759-43 135 0 0,452-24 94 0 0,598 26-309 0 0,-268-77 1 0 0,308 69 150 0 0,82 24-13 0 0,0 3 0 0 0,0 1-1 0 0,-1 2 1 0 0,-83 5 0 0 0,28 0-162 0 0,17 3-1521 0 0,-110 21-1 0 0,57-7-1386 0 0,123-18 2864 0 0,-1 0 0 0 0,0-1 0 0 0,0-1 0 0 0,0 0 0 0 0,0 0 0 0 0,1-1 0 0 0,-1-1 0 0 0,-15-5 0 0 0,0-2-780 0 0,-48-28 1 0 0,70 35 882 0 0,-85-49-3714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49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115 357 4322 0 0,'-24'-4'2134'0'0,"19"-11"-509"0"0,-1-16-1436 0 0,-1 10-45 0 0,2 0 0 0 0,-4-31 0 0 0,-5-16 158 0 0,-7 20 0 0 0,18 43-263 0 0,-1-1 1 0 0,2 1-1 0 0,-1-1 0 0 0,1 1 1 0 0,0-1-1 0 0,0 0 0 0 0,0 0 1 0 0,1 0-1 0 0,0 0 0 0 0,0 0 1 0 0,0-7-1 0 0,1-8 153 0 0,0 40 790 0 0,1 4-595 0 0,1 0 1 0 0,0 0 0 0 0,2-1 0 0 0,1 1 0 0 0,8 23-1 0 0,10 42-85 0 0,-18-25-689 0 0,-6-62 309 0 0,1 0 1 0 0,0-1-1 0 0,0 1 1 0 0,-1 0-1 0 0,1-1 1 0 0,0 1-1 0 0,0 0 1 0 0,0 0-1 0 0,0-1 1 0 0,0 1-1 0 0,0 0 1 0 0,0 0-1 0 0,0-1 1 0 0,1 1 0 0 0,-1 0-1 0 0,0-1 1 0 0,0 1-1 0 0,0 0 1 0 0,1-1-1 0 0,-1 1 1 0 0,0 0-1 0 0,1-1 1 0 0,-1 1-1 0 0,1-1 1 0 0,-1 1-1 0 0,1-1 1 0 0,-1 1-1 0 0,1-1 1 0 0,-1 1-1 0 0,1-1 1 0 0,-1 1-1 0 0,1-1 1 0 0,0 0-1 0 0,-1 1 1 0 0,1-1-1 0 0,0 0 1 0 0,-1 1 0 0 0,1-1-1 0 0,0 0 1 0 0,-1 0-1 0 0,1 0 1 0 0,0 0-1 0 0,-1 1 1 0 0,1-1-1 0 0,0 0 1 0 0,0 0-1 0 0,-1-1 1 0 0,2 1-1 0 0,30-18-3090 0 0,-27 15 2423 0 0,30-30-4418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0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1521 0 0,'0'1'107'0'0,"1"0"-1"0"0,-1 0 1 0 0,0 0 0 0 0,0 0 0 0 0,1-1 0 0 0,-1 1 0 0 0,0 0 0 0 0,1 0-1 0 0,-1 0 1 0 0,1 0 0 0 0,-1 0 0 0 0,1-1 0 0 0,0 1 0 0 0,-1 0 0 0 0,1 0-1 0 0,0-1 1 0 0,0 1 0 0 0,-1 0 0 0 0,1-1 0 0 0,0 1 0 0 0,0-1 0 0 0,0 1-1 0 0,0-1 1 0 0,0 0 0 0 0,-1 1 0 0 0,1-1 0 0 0,0 0 0 0 0,0 1 0 0 0,0-1-1 0 0,0 0 1 0 0,0 0 0 0 0,2 0 0 0 0,43 0 3030 0 0,-25 0-2490 0 0,-10 0-634 0 0,0 2-1 0 0,-1-1 1 0 0,1 1 0 0 0,0 1 0 0 0,-1-1 0 0 0,1 2-1 0 0,-1 0 1 0 0,0 0 0 0 0,0 1 0 0 0,0 0 0 0 0,-1 0 0 0 0,10 8-1 0 0,-7-3 64 0 0,0 1-1 0 0,0 1 0 0 0,-1 0 1 0 0,-1 0-1 0 0,0 1 0 0 0,16 27 0 0 0,-23-36-26 0 0,-1-1 1 0 0,0 1-1 0 0,0 0 0 0 0,0 0 0 0 0,0 0 0 0 0,-1 0 0 0 0,0 0 0 0 0,0 1 0 0 0,0-1 0 0 0,0 0 0 0 0,0 1 0 0 0,-1-1 0 0 0,0 0 0 0 0,0 1 0 0 0,-1 5 1 0 0,-1-4 54 0 0,0 1 1 0 0,0-1 0 0 0,-1 0 0 0 0,0 0-1 0 0,0 0 1 0 0,-1 0 0 0 0,-5 6 0 0 0,-1 3 152 0 0,2-1 183 0 0,-1-1-1 0 0,0-1 1 0 0,-1 1-1 0 0,-18 16 1 0 0,24-25-379 0 0,0-1 0 0 0,-1 0 1 0 0,1 0-1 0 0,-1 0 1 0 0,0-1-1 0 0,1 0 1 0 0,-1 0-1 0 0,0 0 0 0 0,0 0 1 0 0,-1-1-1 0 0,1 0 1 0 0,0 0-1 0 0,0 0 0 0 0,-1-1 1 0 0,1 0-1 0 0,-9 0 1 0 0,2-2-84 0 0,1 0-1 0 0,-1-1 1 0 0,1-1 0 0 0,-13-4 0 0 0,21 7 0 0 0,0 0 1 0 0,0 0 0 0 0,0 0-1 0 0,0 0 1 0 0,1 0-1 0 0,-1-1 1 0 0,0 1 0 0 0,1-1-1 0 0,-1 0 1 0 0,1 1-1 0 0,0-1 1 0 0,0-1 0 0 0,-1 1-1 0 0,1 0 1 0 0,1 0-1 0 0,-1-1 1 0 0,0 1 0 0 0,0-1-1 0 0,1 1 1 0 0,-3-6-1 0 0,9 7-204 0 0,27 7 287 0 0,-1 2 1 0 0,0 1-1 0 0,29 13 1 0 0,7 3 172 0 0,150 53 513 0 0,-201-72-844 0 0,0-2 1 0 0,32 6-1 0 0,-46-9-66 0 0,0-1 0 0 0,0 0 0 0 0,0 0-1 0 0,1 0 1 0 0,-1 0 0 0 0,0 0 0 0 0,0-1-1 0 0,0 1 1 0 0,1-1 0 0 0,-1 1 0 0 0,0-1-1 0 0,0 0 1 0 0,0 0 0 0 0,0 0 0 0 0,0 0-1 0 0,0 0 1 0 0,2-2 0 0 0,-4 3 86 0 0,0-1 1 0 0,1 1 0 0 0,-1 0-1 0 0,0 0 1 0 0,0-1 0 0 0,1 1-1 0 0,-1 0 1 0 0,0-1 0 0 0,0 1-1 0 0,0 0 1 0 0,0-1 0 0 0,1 1-1 0 0,-1 0 1 0 0,0-1 0 0 0,0 1-1 0 0,0 0 1 0 0,0-1 0 0 0,0 1-1 0 0,0 0 1 0 0,0-1 0 0 0,0 1-1 0 0,0-1 1 0 0,0 1 0 0 0,0 0-1 0 0,0-1 1 0 0,0 1 0 0 0,0 0-1 0 0,-1-1 1 0 0,1 1 0 0 0,0 0-1 0 0,0-1 1 0 0,0 1 0 0 0,0 0-1 0 0,-1-1 1 0 0,1 1 0 0 0,0 0-1 0 0,0-1 1 0 0,-1 1 0 0 0,1 0 0 0 0,0 0-1 0 0,0 0 1 0 0,-1-1 0 0 0,1 1-1 0 0,0 0 1 0 0,-1 0 0 0 0,1 0-1 0 0,0-1 1 0 0,-1 1 0 0 0,1 0-1 0 0,0 0 1 0 0,-1 0 0 0 0,1 0-1 0 0,-1 0 1 0 0,-49-23-5340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3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25 1121 0 0,'0'0'3388'0'0,"-6"0"-2908"0"0,-20 0 200 0 0,26-2-407 0 0,0 2-260 0 0,0 0 0 0 0,0 0 1 0 0,0 0-1 0 0,0-1 0 0 0,0 1 0 0 0,0 0 1 0 0,0 0-1 0 0,0 0 0 0 0,0 0 0 0 0,0-1 1 0 0,0 1-1 0 0,0 0 0 0 0,0 0 0 0 0,0 0 0 0 0,0-1 1 0 0,0 1-1 0 0,0 0 0 0 0,0 0 0 0 0,0 0 1 0 0,0 0-1 0 0,0-1 0 0 0,0 1 0 0 0,0 0 1 0 0,0 0-1 0 0,0 0 0 0 0,0 0 0 0 0,0-1 1 0 0,0 1-1 0 0,-1 0 0 0 0,1 0 0 0 0,0 0 1 0 0,0 0-1 0 0,0 0 0 0 0,0 0 0 0 0,0-1 0 0 0,-1 1 1 0 0,1 0-1 0 0,0 0 0 0 0,0 0 0 0 0,0 0 1 0 0,0 0-1 0 0,-1 0 0 0 0,1 0 0 0 0,0 0 1 0 0,0 0-1 0 0,0 0 0 0 0,0 0 0 0 0,-1 0 1 0 0,1 0-1 0 0,0 0 0 0 0,0 0 0 0 0,0 0 1 0 0,0 0-1 0 0,-1 0 0 0 0,1 0 0 0 0,0 0 1 0 0,0 0-1 0 0,-22 0 147 0 0,12-6 173 0 0,-49 6-106 0 0,32-1-200 0 0,22-3 39 0 0,5 3 175 0 0,0 2-175 0 0,5 3-39 0 0,-2-3-22 0 0,0 0 0 0 0,0 0 0 0 0,0 0 0 0 0,0 0 0 0 0,0-1 0 0 0,0 0 0 0 0,0 1 0 0 0,0-1 0 0 0,1 0 1 0 0,-1 0-1 0 0,0-1 0 0 0,5 0 0 0 0,11-2 62 0 0,705 3 267 0 0,-660-5-334 0 0,-53 2 23 0 0,37 1 34 0 0,-43 2-36 0 0,0 1 0 0 0,1 0 0 0 0,-1 1 1 0 0,0-1-1 0 0,0 1 0 0 0,0 0 0 0 0,-1 0 0 0 0,1 0 0 0 0,0 1 1 0 0,-1 0-1 0 0,1 0 0 0 0,-1 0 0 0 0,0 0 0 0 0,4 5 0 0 0,2 1 41 0 0,-1 1 0 0 0,0 0 0 0 0,0 1 0 0 0,12 20 0 0 0,38 54 258 0 0,-54-64-222 0 0,-5-20-94 0 0,0 0 0 0 0,0 0 0 0 0,0 0 1 0 0,0 0-1 0 0,0 0 0 0 0,1 0 0 0 0,-1 0 0 0 0,0 0 1 0 0,0 0-1 0 0,1 0 0 0 0,-1 0 0 0 0,0 0 0 0 0,1 0 1 0 0,-1 0-1 0 0,1-1 0 0 0,-1 1 0 0 0,2 1 0 0 0,8 6 34 0 0,-9-8-31 0 0,0 1 1 0 0,0 0 0 0 0,0-1 0 0 0,0 1 0 0 0,0 0-1 0 0,0 0 1 0 0,0 0 0 0 0,0 0 0 0 0,0 0 0 0 0,0 0-1 0 0,-1 0 1 0 0,1 0 0 0 0,0 0 0 0 0,-1 0 0 0 0,1 0-1 0 0,-1 1 1 0 0,1-1 0 0 0,-1 0 0 0 0,1 0 0 0 0,-1 1-1 0 0,0-1 1 0 0,0 0 0 0 0,0 0 0 0 0,0 1 0 0 0,0 1-1 0 0,1 0 5 0 0,-1 0-1 0 0,0 0 0 0 0,1 0 0 0 0,0 0 0 0 0,0 0 0 0 0,0 0 0 0 0,0 0 0 0 0,0 0 0 0 0,0 0 1 0 0,1 0-1 0 0,-1-1 0 0 0,5 6 0 0 0,4 8 5 0 0,0 7-18 0 0,-8-18 3 0 0,0 0 1 0 0,0 0 0 0 0,1 0 0 0 0,0-1 0 0 0,0 1 0 0 0,0 0 0 0 0,5 5 0 0 0,-2-3 36 0 0,0 0-1 0 0,-1 1 1 0 0,1 0 0 0 0,6 16-1 0 0,12 18 2 0 0,-15-28-52 0 0,-2 1 1 0 0,1 0-1 0 0,-2 0 1 0 0,0 1 0 0 0,6 22-1 0 0,-1-4 21 0 0,-8-17 11 0 0,0 0 0 0 0,0 1 0 0 0,-2-1-1 0 0,0 0 1 0 0,-1 0 0 0 0,-4 25 0 0 0,2 17-4 0 0,2 88 51 0 0,0-146-64 0 0,0 0 0 0 0,0-1 0 0 0,0 1-1 0 0,0 0 1 0 0,0 0 0 0 0,0 0 0 0 0,0 0-1 0 0,0-1 1 0 0,0 1 0 0 0,-1 0 0 0 0,1 0-1 0 0,0 0 1 0 0,0-1 0 0 0,-1 1 0 0 0,1 0 0 0 0,-1 0-1 0 0,1-1 1 0 0,-1 1 0 0 0,1 0 0 0 0,-1-1-1 0 0,1 1 1 0 0,-1 0 0 0 0,1-1 0 0 0,-1 1-1 0 0,0-1 1 0 0,1 1 0 0 0,-1-1 0 0 0,0 0-1 0 0,0 1 1 0 0,1-1 0 0 0,-1 1 0 0 0,0-1-1 0 0,0 0 1 0 0,-1 0 0 0 0,1 1-3 0 0,1-1-1 0 0,-1 0 1 0 0,0 0-1 0 0,0 1 1 0 0,0-1 0 0 0,0 1-1 0 0,1-1 1 0 0,-1 1 0 0 0,0-1-1 0 0,0 1 1 0 0,1-1-1 0 0,-1 1 1 0 0,0-1 0 0 0,1 1-1 0 0,-1 0 1 0 0,1 0 0 0 0,-1-1-1 0 0,1 1 1 0 0,-1 0-1 0 0,1 0 1 0 0,-1-1 0 0 0,1 1-1 0 0,0 0 1 0 0,-1 0-1 0 0,1 0 1 0 0,0 0 0 0 0,0 0-1 0 0,0 0 1 0 0,0-1 0 0 0,0 1-1 0 0,0 0 1 0 0,0 0-1 0 0,0 0 1 0 0,0 1 0 0 0,0 0-5 0 0,-1 0 0 0 0,1 0 1 0 0,-1 0-1 0 0,0 0 0 0 0,1 0 1 0 0,-1 0-1 0 0,0 0 0 0 0,0-1 1 0 0,0 1-1 0 0,0 0 0 0 0,-1-1 1 0 0,1 1-1 0 0,0 0 0 0 0,-4 2 1 0 0,4-4 7 0 0,0 1 0 0 0,-1 0 0 0 0,1 0 0 0 0,0 1-1 0 0,0-1 1 0 0,0 0 0 0 0,0 0 0 0 0,0 1 0 0 0,0-1 0 0 0,0 0 0 0 0,0 1 0 0 0,1-1 0 0 0,-1 1 0 0 0,1-1 0 0 0,-1 1 0 0 0,1-1 0 0 0,-1 1 0 0 0,1-1 0 0 0,0 1 0 0 0,-1 0 0 0 0,1-1 0 0 0,0 1 0 0 0,0-1 0 0 0,0 1 0 0 0,1 0 0 0 0,-1-1 0 0 0,0 1 0 0 0,1-1 0 0 0,-1 1 0 0 0,1-1 0 0 0,-1 1 0 0 0,1-1 0 0 0,0 1 0 0 0,-1-1 0 0 0,2 2 0 0 0,2 3-1 0 0,-1-1 0 0 0,0 0 0 0 0,0 1 0 0 0,0 0 0 0 0,-1 0 0 0 0,1 0 0 0 0,-2 0-1 0 0,1 0 1 0 0,-1 0 0 0 0,0 1 0 0 0,0-1 0 0 0,0 0 0 0 0,-1 1 0 0 0,-1 11 0 0 0,0 20-24 0 0,0-27 5 0 0,0 0 1 0 0,1 0-1 0 0,0-1 0 0 0,1 1 0 0 0,0 0 1 0 0,5 18-1 0 0,5-9 11 0 0,-9-17 4 0 0,-1-1 0 0 0,1 1 0 0 0,0-1 0 0 0,-1 1 0 0 0,1 0 0 0 0,-1-1 0 0 0,0 1 0 0 0,0 0 0 0 0,0 0 0 0 0,0 0 0 0 0,-1 0 0 0 0,1 0 0 0 0,-1 0 0 0 0,0 0-1 0 0,1 0 1 0 0,-1 0 0 0 0,-1 0 0 0 0,1 0 0 0 0,0 0 0 0 0,-1 0 0 0 0,0 0 0 0 0,1 0 0 0 0,-3 5 0 0 0,-7 5 31 0 0,8-11-22 0 0,0 0-1 0 0,0 1 1 0 0,1-1-1 0 0,-1 0 1 0 0,1 1 0 0 0,0-1-1 0 0,0 1 1 0 0,0-1-1 0 0,0 1 1 0 0,0-1-1 0 0,0 1 1 0 0,1 0-1 0 0,-1 0 1 0 0,1-1-1 0 0,0 1 1 0 0,-1 0-1 0 0,1 0 1 0 0,1 3-1 0 0,-1 134-71 0 0,0-137 75 0 0,0 1 1 0 0,1 0-1 0 0,-1-1 1 0 0,1 1-1 0 0,0-1 1 0 0,0 1-1 0 0,0-1 1 0 0,1 1-1 0 0,-1-1 1 0 0,1 0-1 0 0,3 6 1 0 0,7 13 22 0 0,-3 6-22 0 0,-7-22-18 0 0,0 1 0 0 0,0 0 0 0 0,1-1 0 0 0,0 1 1 0 0,0-1-1 0 0,1 0 0 0 0,5 7 0 0 0,12 10-3 0 0,-17-19 16 0 0,0-1-1 0 0,-1 1 0 0 0,1 0 0 0 0,-1 0 1 0 0,0 0-1 0 0,0 1 0 0 0,0-1 1 0 0,0 1-1 0 0,-1-1 0 0 0,0 1 0 0 0,0 0 1 0 0,0 0-1 0 0,0 0 0 0 0,1 10 0 0 0,-3-14-3 0 0,0 0-1 0 0,0 1 0 0 0,0-1 0 0 0,0 0 1 0 0,1 1-1 0 0,-1-1 0 0 0,0 0 0 0 0,1 1 1 0 0,-1-1-1 0 0,1 0 0 0 0,-1 0 0 0 0,1 1 1 0 0,0-1-1 0 0,-1 0 0 0 0,1 0 0 0 0,0 0 1 0 0,0 0-1 0 0,0 0 0 0 0,0 0 0 0 0,0 0 1 0 0,0 0-1 0 0,0 0 0 0 0,0-1 0 0 0,0 1 1 0 0,0 0-1 0 0,1-1 0 0 0,1 2 0 0 0,3 1-7 0 0,1 0-21 0 0,-11 0 23 0 0,-21-2 38 0 0,33 2-42 0 0,0-1 0 0 0,0 1 0 0 0,0 0-1 0 0,-1 1 1 0 0,0 0 0 0 0,11 6 0 0 0,4 3 7 0 0,-21-13 1 0 0,-1 0 1 0 0,1 0-1 0 0,-1 0 1 0 0,0 1 0 0 0,0-1 0 0 0,1 0 0 0 0,-1 0-1 0 0,0 0 1 0 0,0 0 0 0 0,1 1 0 0 0,-1-1 0 0 0,0 0-1 0 0,0 0 1 0 0,0 1 0 0 0,1-1 0 0 0,-1 0 0 0 0,0 0-1 0 0,0 1 1 0 0,0-1 0 0 0,0 0 0 0 0,0 1 0 0 0,1-1-1 0 0,-1 0 1 0 0,0 0 0 0 0,0 1 0 0 0,0-1 0 0 0,0 0-1 0 0,0 1 1 0 0,0-1 0 0 0,0 0 0 0 0,0 1 0 0 0,0-1-1 0 0,0 0 1 0 0,0 1 0 0 0,0-1 0 0 0,-1 0 0 0 0,1 0-1 0 0,0 1 1 0 0,0-1 0 0 0,0 2-5 0 0,0-1-61 0 0,0-2-1 0 0,0 1 68 0 0,0-1 0 0 0,-1 0 1 0 0,1 0-1 0 0,0 0 0 0 0,0 0 0 0 0,-1 0 1 0 0,1 0-1 0 0,-1 0 0 0 0,1 0 0 0 0,-1 1 1 0 0,1-1-1 0 0,-1 0 0 0 0,1 0 0 0 0,-1 1 1 0 0,0-1-1 0 0,1 0 0 0 0,-1 1 0 0 0,0-1 1 0 0,0 1-1 0 0,1-1 0 0 0,-1 1 0 0 0,0-1 1 0 0,0 1-1 0 0,0-1 0 0 0,0 1 0 0 0,0 0 1 0 0,1-1-1 0 0,-1 1 0 0 0,0 0 0 0 0,0 0 1 0 0,0 0-1 0 0,0 0 0 0 0,0 0 0 0 0,0 0 1 0 0,0 0-1 0 0,0 0 0 0 0,0 0 0 0 0,-1 1 1 0 0,-7-2 16 0 0,-44-6 58 0 0,-384-31 635 0 0,401 40-635 0 0,-1 0 0 0 0,1 3 0 0 0,-42 10 1 0 0,68-13-76 0 0,7-1 0 0 0,1-1-17 0 0,1 0 0 0 0,-1 0 0 0 0,0 0 1 0 0,1 0-1 0 0,-1 1 0 0 0,0-1 0 0 0,1 1 1 0 0,-1-1-1 0 0,0 1 0 0 0,1-1 0 0 0,-1 1 0 0 0,1 0 1 0 0,-1 0-1 0 0,1 0 0 0 0,-1 0 0 0 0,1 0 1 0 0,0 0-1 0 0,0 0 0 0 0,-1 1 0 0 0,1-1 0 0 0,-2 3 1 0 0,4-3-53 0 0,0 0 1 0 0,1 0-1 0 0,-1-1 0 0 0,0 1 1 0 0,0 0-1 0 0,0-1 1 0 0,0 1-1 0 0,1-1 1 0 0,-1 1-1 0 0,0-1 0 0 0,1 0 1 0 0,-1 0-1 0 0,0 1 1 0 0,1-1-1 0 0,-1 0 1 0 0,0 0-1 0 0,1 0 0 0 0,-1 0 1 0 0,0-1-1 0 0,1 1 1 0 0,-1 0-1 0 0,0 0 1 0 0,2-1-1 0 0,3 0-138 0 0,243-14-2395 0 0,66-10-2041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39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0 800 0 0,'-32'68'5443'0'0,"-32"-28"-4243"0"0,64-19-1680 0 0,32-21 80 0 0,-32-9 160 0 0,32-11-480 0 0,0-6-1121 0 0,-32-1-800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8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13 240 0 0,'0'-13'8253'0'0,"0"32"-6472"0"0,5 39-2371 0 0,63 126 403 0 0,10 26 361 0 0,-61-153-162 0 0,57 164 83 0 0,-66-197-42 0 0,11 48 0 0 0,-12-42 14 0 0,-5-24-37 0 0,0 0 0 0 0,0-1 0 0 0,1 0 0 0 0,-1 0 0 0 0,1 1 0 0 0,1-2 0 0 0,-1 1 0 0 0,7 8 0 0 0,4 4 114 0 0,-14-16-135 0 0,1-1 0 0 0,-1 0 0 0 0,0 1-1 0 0,1-1 1 0 0,-1 1 0 0 0,0-1 0 0 0,0 1 0 0 0,1-1 0 0 0,-1 1 0 0 0,0-1 0 0 0,0 1 0 0 0,0-1 0 0 0,0 1 0 0 0,0-1 0 0 0,0 1 0 0 0,0-1 0 0 0,0 1-1 0 0,0-1 1 0 0,0 1 0 0 0,0-1 0 0 0,0 1 0 0 0,0-1 0 0 0,0 1 0 0 0,-1-1 0 0 0,1 1 0 0 0,0-1 0 0 0,0 1 0 0 0,0-1 0 0 0,-1 1 0 0 0,1-1 0 0 0,0 0-1 0 0,-1 1 1 0 0,1-1 0 0 0,0 1 0 0 0,-1-1 0 0 0,1 0 0 0 0,-1 1 0 0 0,1-1 0 0 0,0 0 0 0 0,-1 0 0 0 0,1 1 0 0 0,-1-1 0 0 0,1 0 0 0 0,-1 0 0 0 0,1 0-1 0 0,-1 1 1 0 0,1-1 0 0 0,-1 0 0 0 0,1 0 0 0 0,-1 0 0 0 0,1 0 0 0 0,-2 0 0 0 0,2 0 1 0 0,-1 0 1 0 0,0 0-1 0 0,1 0 1 0 0,-1 0-1 0 0,1 0 1 0 0,-1-1-1 0 0,0 1 1 0 0,1 0-1 0 0,-1 0 1 0 0,1 0 0 0 0,-1-1-1 0 0,1 1 1 0 0,-1 0-1 0 0,1-1 1 0 0,-1 1-1 0 0,1 0 1 0 0,-1-1-1 0 0,1 1 1 0 0,-1-1-1 0 0,1 1 1 0 0,0-1-1 0 0,-1 1 1 0 0,1-1-1 0 0,0 1 1 0 0,-1-1-1 0 0,1 1 1 0 0,0-1-1 0 0,0 1 1 0 0,-1-1-1 0 0,1 0 1 0 0,0 1-1 0 0,0-1 1 0 0,0 1-1 0 0,0-1 1 0 0,0 0-1 0 0,0 1 1 0 0,0-1-1 0 0,0 1 1 0 0,0-1-1 0 0,0 0 1 0 0,0 1-1 0 0,0-1 1 0 0,1 1-1 0 0,-1-1 1 0 0,0 1-1 0 0,0-1 1 0 0,0 0-1 0 0,1 1 1 0 0,-1-1-1 0 0,0 1 1 0 0,1-1-1 0 0,-1 1 1 0 0,1-1-1 0 0,80-144 1297 0 0,-46 56-788 0 0,25-51 123 0 0,-14 48-190 0 0,-22 42-60 0 0,3 0-1 0 0,57-81 1 0 0,-81 128-490 0 0,0 0 0 0 0,0 0 0 0 0,1 0 0 0 0,-1 1 0 0 0,1-1 0 0 0,-1 1 0 0 0,1 0 0 0 0,0 0 0 0 0,0 0 0 0 0,0 0 0 0 0,0 1 0 0 0,0 0 0 0 0,0 0 0 0 0,0 0 0 0 0,1 0 0 0 0,-1 0 0 0 0,0 1-1 0 0,0 0 1 0 0,1 0 0 0 0,-1 0 0 0 0,5 1 0 0 0,10 2-790 0 0,0 0 0 0 0,-1 1 0 0 0,24 9-1 0 0,-23-8 303 0 0,46 19-1895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2001 0 0,'55'-5'5277'0'0,"7"-6"-3470"0"0,-8 2-1461 0 0,66-16 134 0 0,-99 22-391 0 0,1-1 0 0 0,25-8 0 0 0,-132 20 551 0 0,41 1-564 0 0,0 3-1 0 0,-60 23 1 0 0,100-33-68 0 0,0-1 0 0 0,-1 0 0 0 0,1 1 1 0 0,0 0-1 0 0,0 0 0 0 0,0 0 0 0 0,0 1 0 0 0,0-1 0 0 0,1 1 0 0 0,-1 0 1 0 0,1 0-1 0 0,0 0 0 0 0,0 1 0 0 0,0-1 0 0 0,0 1 0 0 0,0-1 0 0 0,1 1 0 0 0,-1 0 1 0 0,1 0-1 0 0,0 0 0 0 0,1 0 0 0 0,-1 1 0 0 0,1-1 0 0 0,-1 0 0 0 0,0 8 1 0 0,2-11-8 0 0,-6 14 17 0 0,-3 20-22 0 0,17-2-35 0 0,-1-14 11 0 0,-6-12 23 0 0,1 1 0 0 0,0-1 0 0 0,0 0 0 0 0,1 0 0 0 0,0 0 0 0 0,0-1 0 0 0,1 1 0 0 0,0-1 0 0 0,0 1 0 0 0,0-1 0 0 0,1 0 0 0 0,0-1 0 0 0,0 1 0 0 0,0-1 0 0 0,7 5 0 0 0,1 0-35 0 0,-1 0 0 0 0,2-1 0 0 0,-1-1 0 0 0,1 0 0 0 0,0-1 0 0 0,1-1 0 0 0,0 0 0 0 0,0 0 0 0 0,0-2 0 0 0,1 0 0 0 0,-1-1 0 0 0,1 0 0 0 0,0-1 0 0 0,18-1 0 0 0,24 2-1954 0 0,115-11-1 0 0,-102-9-3020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1:5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177 107 1040 0 0,'0'0'96'0'0,"0"1"-1"0"0,0-1 0 0 0,0 0 1 0 0,1 0-1 0 0,-1 0 0 0 0,0 0 0 0 0,0 0 1 0 0,0 1-1 0 0,0-1 0 0 0,0 0 1 0 0,0 0-1 0 0,0 0 0 0 0,0 0 0 0 0,0 0 1 0 0,0 1-1 0 0,0-1 0 0 0,0 0 1 0 0,0 0-1 0 0,0 0 0 0 0,0 0 0 0 0,0 1 1 0 0,0-1-1 0 0,0 0 0 0 0,0 0 1 0 0,0 0-1 0 0,0 0 0 0 0,0 1 0 0 0,0-1 1 0 0,0 0-1 0 0,0 0 0 0 0,0 0 0 0 0,0 0 1 0 0,0 0-1 0 0,-1 1 0 0 0,1-1 1 0 0,0 0-1 0 0,0 0 0 0 0,0 0 0 0 0,0 0 1 0 0,0 0-1 0 0,0 0 0 0 0,-1 0 1 0 0,1 1-1 0 0,0-1 0 0 0,0 0 0 0 0,0 0 1 0 0,0 0-1 0 0,-1 0 0 0 0,1 0 1 0 0,0 0-1 0 0,0 0 0 0 0,0 0 0 0 0,0 0 1 0 0,-1 0-1 0 0,1 0 0 0 0,0 0 1 0 0,0 0-1 0 0,0 0 0 0 0,0 0 0 0 0,-1 0 1 0 0,1 0-1 0 0,0 0 0 0 0,0 0 1 0 0,0 0-1 0 0,0 0 0 0 0,0-1 0 0 0,-1 1 1 0 0,1 0-1 0 0,0 0 0 0 0,-29-2 1348 0 0,16 1-1190 0 0,-1 0 0 0 0,0 1-1 0 0,-24 3 1 0 0,35-2-250 0 0,0-1 0 0 0,0 1 0 0 0,0-1 0 0 0,0 1-1 0 0,1 0 1 0 0,-1 0 0 0 0,0 1 0 0 0,1-1 0 0 0,-1 0-1 0 0,0 1 1 0 0,1 0 0 0 0,0-1 0 0 0,-1 1-1 0 0,1 0 1 0 0,0 0 0 0 0,0 0 0 0 0,0 1 0 0 0,0-1-1 0 0,1 0 1 0 0,-1 1 0 0 0,0-1 0 0 0,1 1 0 0 0,-2 4-1 0 0,1 2 7 0 0,0 0-1 0 0,1 0 1 0 0,0 0-1 0 0,1 0 1 0 0,-1 0-1 0 0,2 0 1 0 0,-1 0-1 0 0,1 0 1 0 0,1 0-1 0 0,0 0 1 0 0,0 0-1 0 0,1 0 1 0 0,0-1-1 0 0,7 16 1 0 0,-7-19 18 0 0,-1 1 1 0 0,1-1-1 0 0,0-1 0 0 0,0 1 1 0 0,0 0-1 0 0,1-1 1 0 0,0 1-1 0 0,-1-1 0 0 0,2 0 1 0 0,-1 0-1 0 0,0-1 1 0 0,1 1-1 0 0,0-1 0 0 0,-1 0 1 0 0,1 0-1 0 0,0-1 1 0 0,1 0-1 0 0,-1 1 0 0 0,0-2 1 0 0,1 1-1 0 0,-1-1 0 0 0,1 1 1 0 0,0-1-1 0 0,-1-1 1 0 0,1 1-1 0 0,7-1 0 0 0,-10-1-25 0 0,5 1 25 0 0,1-1-1 0 0,0 0 1 0 0,0 0-1 0 0,-1-1 1 0 0,1 0 0 0 0,-1-1-1 0 0,0 1 1 0 0,9-6-1 0 0,-15 7-16 0 0,0 0-1 0 0,0-1 1 0 0,0 1 0 0 0,0-1-1 0 0,-1 1 1 0 0,1-1-1 0 0,-1 0 1 0 0,1 0-1 0 0,-1 1 1 0 0,0-1-1 0 0,1 0 1 0 0,-1 0-1 0 0,0 0 1 0 0,0-1-1 0 0,-1 1 1 0 0,2-3-1 0 0,-1 1 0 0 0,-1 0 0 0 0,0-1-1 0 0,1 1 1 0 0,-2 0 0 0 0,1-1-1 0 0,0 1 1 0 0,-1 0 0 0 0,0-1-1 0 0,0 1 1 0 0,0 0 0 0 0,-3-8-1 0 0,-10-20-21 0 0,-1 1 0 0 0,-2 1-1 0 0,-1 0 1 0 0,-29-38 0 0 0,22 41-187 0 0,22 25 71 0 0,0-1 0 0 0,0 0 0 0 0,0 0 0 0 0,0 0 0 0 0,0 0 0 0 0,1-1 0 0 0,0 1 0 0 0,-1-1 0 0 0,1 0 0 0 0,0 1 0 0 0,1-1 0 0 0,-1 0 0 0 0,1 0 0 0 0,-2-5 0 0 0,5 11-60 0 0,-1 0 0 0 0,1 0-1 0 0,-1 0 1 0 0,1 0-1 0 0,0-1 1 0 0,-1 1 0 0 0,1-1-1 0 0,0 1 1 0 0,0-1-1 0 0,0 0 1 0 0,0 0 0 0 0,0 0-1 0 0,1 0 1 0 0,-1 0-1 0 0,0 0 1 0 0,0-1 0 0 0,1 1-1 0 0,-1-1 1 0 0,5 1-1 0 0,10 5-1211 0 0,13 7-973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85 116 3201 0 0,'-16'9'1969'0'0,"12"-8"-1623"0"0,0 1 0 0 0,0 0 0 0 0,0-1 1 0 0,1 1-1 0 0,-1 1 0 0 0,1-1 0 0 0,0 0 0 0 0,-1 1 0 0 0,1 0 0 0 0,-5 6 0 0 0,-4-1 331 0 0,12-7-667 0 0,-1-1-1 0 0,1 0 0 0 0,0 0 0 0 0,-1 0 1 0 0,1 0-1 0 0,0 0 0 0 0,-1 0 0 0 0,1 1 1 0 0,-1-1-1 0 0,1 0 0 0 0,0 0 1 0 0,-1 0-1 0 0,1 0 0 0 0,0 0 0 0 0,-1 0 1 0 0,1-1-1 0 0,0 1 0 0 0,-1 0 1 0 0,1 0-1 0 0,0 0 0 0 0,-1 0 0 0 0,1 0 1 0 0,0 0-1 0 0,-1-1 0 0 0,1 1 1 0 0,0 0-1 0 0,-1 0 0 0 0,1 0 0 0 0,0-1 1 0 0,0 1-1 0 0,-1 0 0 0 0,1 0 0 0 0,0-1 1 0 0,0 1-1 0 0,-1 0 0 0 0,1-1 1 0 0,0 1-1 0 0,0 0 0 0 0,0-1 0 0 0,0 1 1 0 0,0 0-1 0 0,0-1 0 0 0,-1 1 1 0 0,1 0-1 0 0,0-1 0 0 0,0 1 0 0 0,0 0 1 0 0,0-1-1 0 0,0 1 0 0 0,0-1 1 0 0,0 1-1 0 0,0 0 0 0 0,1-1 0 0 0,-1 1 1 0 0,0-2-7 0 0,-1 0 1 0 0,1 0-1 0 0,0 0 1 0 0,0 1-1 0 0,1-1 1 0 0,-1 0-1 0 0,0 0 1 0 0,0 1 0 0 0,1-1-1 0 0,-1 0 1 0 0,1 1-1 0 0,0-1 1 0 0,-1 0-1 0 0,1 1 1 0 0,0-1-1 0 0,0 1 1 0 0,0-1 0 0 0,0 1-1 0 0,0 0 1 0 0,1-1-1 0 0,-1 1 1 0 0,2-1-1 0 0,2-4 9 0 0,-5 6-11 0 0,1-1 1 0 0,-1 0-1 0 0,1 0 1 0 0,-1 0-1 0 0,1 0 1 0 0,-1 0-1 0 0,0 1 1 0 0,0-1-1 0 0,1 0 0 0 0,-1 0 1 0 0,0 0-1 0 0,0 0 1 0 0,0 0-1 0 0,0 0 1 0 0,0 0-1 0 0,0 0 1 0 0,0 0-1 0 0,-1-1 1 0 0,1 1-4 0 0,0 0 0 0 0,0 1 1 0 0,0-1-1 0 0,0 0 1 0 0,0 0-1 0 0,0 1 1 0 0,0-1-1 0 0,0 0 0 0 0,0 0 1 0 0,0 1-1 0 0,0-1 1 0 0,0 0-1 0 0,0 0 1 0 0,1 1-1 0 0,-1-1 0 0 0,0 0 1 0 0,0 0-1 0 0,1 1 1 0 0,-1-1-1 0 0,1 0 1 0 0,-1 1-1 0 0,1-1 0 0 0,-1 1 1 0 0,1-1-1 0 0,0 0 1 0 0,24-5 1 0 0,-20 7 6 0 0,0 0 0 0 0,0 0 0 0 0,0 1 0 0 0,-1-1 0 0 0,1 1 0 0 0,-1 0 0 0 0,1 0 0 0 0,-1 1 1 0 0,1-1-1 0 0,-1 1 0 0 0,0 0 0 0 0,0 0 0 0 0,6 8 0 0 0,-3-5 3 0 0,-1 1 0 0 0,0 0-1 0 0,0 0 1 0 0,0 0 0 0 0,-1 1 0 0 0,6 11-1 0 0,-7-8 1 0 0,-2-6-7 0 0,0 0 0 0 0,0 0 1 0 0,1 0-1 0 0,-1-1 0 0 0,1 1 1 0 0,0-1-1 0 0,6 8 0 0 0,-9-12-1 0 0,0 0 0 0 0,-1 0-1 0 0,1 0 1 0 0,0 0 0 0 0,0 0 0 0 0,0 0-1 0 0,0 0 1 0 0,-1 0 0 0 0,1 0 0 0 0,0 0-1 0 0,0 0 1 0 0,0 1 0 0 0,0-1 0 0 0,0 0 0 0 0,-1 0-1 0 0,1 0 1 0 0,0 0 0 0 0,0 0 0 0 0,0 0-1 0 0,0 0 1 0 0,0 1 0 0 0,0-1 0 0 0,0 0-1 0 0,0 0 1 0 0,-1 0 0 0 0,1 0 0 0 0,0 1-1 0 0,0-1 1 0 0,0 0 0 0 0,0 0 0 0 0,0 0 0 0 0,0 0-1 0 0,0 1 1 0 0,0-1 0 0 0,0 0 0 0 0,0 0-1 0 0,0 0 1 0 0,0 0 0 0 0,0 1 0 0 0,0-1-1 0 0,0 0 1 0 0,0 0 0 0 0,0 0 0 0 0,0 0-1 0 0,1 1 1 0 0,-1-1 0 0 0,0 0 0 0 0,0 0-1 0 0,0 0 1 0 0,0 0 0 0 0,0 0 0 0 0,0 1 0 0 0,0-1-1 0 0,0 0 1 0 0,1 0 0 0 0,-1 0 0 0 0,0 0-1 0 0,0 0 1 0 0,0 0 0 0 0,0 0 0 0 0,0 0-1 0 0,1 1 1 0 0,-1-1 0 0 0,0 0 0 0 0,0 0-1 0 0,0 0 1 0 0,0 0 0 0 0,1 0 0 0 0,-1 0-1 0 0,-2 0 1 0 0,-1-1 0 0 0,1 1-1 0 0,-1-1 1 0 0,1 0 0 0 0,-1 1-1 0 0,1-1 1 0 0,0 0 0 0 0,0 0-1 0 0,-1-1 1 0 0,1 1 0 0 0,0 0-1 0 0,0-1 1 0 0,0 1 0 0 0,0-1-1 0 0,1 0 1 0 0,-1 0 0 0 0,0 1-1 0 0,1-1 1 0 0,-1 0 0 0 0,1-1-1 0 0,-3-3 1 0 0,-29-56-2 0 0,31 59 3 0 0,1 0 0 0 0,-1 0 0 0 0,1 0 0 0 0,0-1 0 0 0,0 1 0 0 0,1-1 0 0 0,-1 1 0 0 0,1 0 0 0 0,-1-1 0 0 0,1 1 0 0 0,0-1 0 0 0,1 1 0 0 0,-1-1 0 0 0,0 1 0 0 0,1-1 0 0 0,0 1 0 0 0,0 0 0 0 0,0-1 0 0 0,0 1 0 0 0,0 0 0 0 0,1 0 0 0 0,0 0 0 0 0,-1 0 0 0 0,1 0 0 0 0,0 0 0 0 0,1 0 0 0 0,-1 1 1 0 0,0-1-1 0 0,1 1 0 0 0,-1-1 0 0 0,1 1 0 0 0,0 0 0 0 0,0 0 0 0 0,0 0 0 0 0,0 1 0 0 0,5-3 0 0 0,1 0 3 0 0,0 0 1 0 0,1 1-1 0 0,-1 0 1 0 0,1 0-1 0 0,-1 1 1 0 0,1 1-1 0 0,0 0 1 0 0,0 0-1 0 0,0 0 1 0 0,0 2-1 0 0,-1-1 1 0 0,16 3 0 0 0,17 9-12 0 0,0 1 0 0 0,-1 2 0 0 0,53 28 0 0 0,4 0-131 0 0,-38-20-116 0 0,-60-23 214 0 0,0 0-1 0 0,1 0 1 0 0,-1 0-1 0 0,0 1 1 0 0,0-1 0 0 0,1 0-1 0 0,-1 0 1 0 0,0 0 0 0 0,1 0-1 0 0,-1 0 1 0 0,0 0-1 0 0,0 0 1 0 0,1 1 0 0 0,-1-1-1 0 0,0 0 1 0 0,1 0 0 0 0,-1 0-1 0 0,0 0 1 0 0,1 0-1 0 0,-1 0 1 0 0,0 0 0 0 0,1-1-1 0 0,-1 1 1 0 0,0 0 0 0 0,0 0-1 0 0,1 0 1 0 0,-1 0-1 0 0,0 0 1 0 0,1 0 0 0 0,-1-1-1 0 0,0 1 1 0 0,0 0 0 0 0,1 0-1 0 0,-1 0 1 0 0,0-1-1 0 0,0 1 1 0 0,0 0 0 0 0,1 0-1 0 0,-1-1 1 0 0,0-13-2647 0 0,-1 4 197 0 0,1-1 222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86 640 0 0,'12'13'1762'0'0,"0"-1"-364"0"0,0 0 0 0 0,-1 1 0 0 0,0 1-1 0 0,17 28 1 0 0,-28-41-1390 0 0,1 1 1 0 0,0 0-1 0 0,0 0 1 0 0,0 0-1 0 0,0 0 0 0 0,0-1 1 0 0,0 1-1 0 0,0 0 1 0 0,1-1-1 0 0,-1 1 1 0 0,1-1-1 0 0,-1 0 0 0 0,1 1 1 0 0,-1-1-1 0 0,1 0 1 0 0,0 0-1 0 0,0 0 0 0 0,-1 0 1 0 0,1 0-1 0 0,0-1 1 0 0,0 1-1 0 0,0 0 1 0 0,0-1-1 0 0,0 0 0 0 0,0 1 1 0 0,0-1-1 0 0,0 0 1 0 0,0 0-1 0 0,0 0 0 0 0,0 0 1 0 0,0 0-1 0 0,0-1 1 0 0,0 1-1 0 0,0 0 0 0 0,0-1 1 0 0,0 0-1 0 0,0 1 1 0 0,0-1-1 0 0,0 0 1 0 0,-1 0-1 0 0,1 0 0 0 0,0 0 1 0 0,0-1-1 0 0,1-1 1 0 0,1 0 12 0 0,0 0 0 0 0,0 0 0 0 0,0 0 0 0 0,-1-1 1 0 0,0 1-1 0 0,1-1 0 0 0,-1 0 0 0 0,-1 0 0 0 0,1 0 1 0 0,-1 0-1 0 0,1-1 0 0 0,-1 1 0 0 0,0-1 0 0 0,-1 1 1 0 0,1-1-1 0 0,-1 0 0 0 0,1-8 0 0 0,-2-86 299 0 0,1 98-313 0 0,-1-1 0 0 0,0 1-1 0 0,0 0 1 0 0,0 0 0 0 0,0 0-1 0 0,0 0 1 0 0,-1-1-1 0 0,1 1 1 0 0,0 0 0 0 0,0 0-1 0 0,-1 0 1 0 0,1 0-1 0 0,-1 0 1 0 0,1 0 0 0 0,-1 0-1 0 0,1 0 1 0 0,-1 0-1 0 0,0 0 1 0 0,1 0 0 0 0,-1 0-1 0 0,0 0 1 0 0,0 0 0 0 0,0 0-1 0 0,0 1 1 0 0,0-1-1 0 0,0 0 1 0 0,0 1 0 0 0,0-1-1 0 0,0 1 1 0 0,0-1-1 0 0,0 1 1 0 0,0-1 0 0 0,0 1-1 0 0,0 0 1 0 0,0 0 0 0 0,0-1-1 0 0,-1 1 1 0 0,1 0-1 0 0,0 0 1 0 0,0 0 0 0 0,0 0-1 0 0,0 0 1 0 0,-1 1-1 0 0,1-1 1 0 0,0 0 0 0 0,0 0-1 0 0,-2 1 1 0 0,-1 1 14 0 0,1-1 0 0 0,-1 0 0 0 0,1 1 0 0 0,-1 0 0 0 0,1 0 0 0 0,-1 0 0 0 0,1 0 0 0 0,0 1 0 0 0,0-1 0 0 0,0 1 0 0 0,0-1 0 0 0,1 1 0 0 0,-1 0 0 0 0,1 0 0 0 0,-4 7 0 0 0,3-5-20 0 0,0 1 0 0 0,1 0 0 0 0,-1 0 0 0 0,1 0-1 0 0,1 0 1 0 0,-1 0 0 0 0,1 0 0 0 0,0 1 0 0 0,0-1 0 0 0,1 0 0 0 0,0 1-1 0 0,0-1 1 0 0,1 0 0 0 0,-1 1 0 0 0,1-1 0 0 0,1 0 0 0 0,-1 0 0 0 0,1 0-1 0 0,0 0 1 0 0,0 0 0 0 0,1 0 0 0 0,0 0 0 0 0,0-1 0 0 0,0 1 0 0 0,1-1-1 0 0,0 0 1 0 0,0 0 0 0 0,0-1 0 0 0,0 1 0 0 0,7 5 0 0 0,3-2-371 0 0,1 0-1 0 0,0-1 1 0 0,0-1 0 0 0,1 0 0 0 0,0-1-1 0 0,0-1 1 0 0,31 4 0 0 0,-35-6-550 0 0,-2 4-4349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1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8 720 0 0,'61'-7'2001'0'0,"-61"14"-160"0"0,30 18-80 0 0,-30 39-80 0 0,0 7-721 0 0,0-8-640 0 0,0-19-560 0 0,30 20 480 0 0,-30 5 80 0 0,0-17-240 0 0,30-8 0 0 0,-30-11-80 0 0,0-8-80 0 0,0-14-320 0 0,0-16-800 0 0,30-7-1281 0 0,-30-15-2562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59 2401 0 0,'0'-1'141'0'0,"0"0"-1"0"0,0 0 0 0 0,0 0 1 0 0,-1 0-1 0 0,1 0 1 0 0,0 0-1 0 0,0 0 1 0 0,-1 0-1 0 0,1 0 1 0 0,-1 0-1 0 0,1 0 1 0 0,-1 0-1 0 0,1 0 1 0 0,-1 1-1 0 0,0-1 1 0 0,1 0-1 0 0,-1 0 0 0 0,0 1 1 0 0,1-1-1 0 0,-1 0 1 0 0,0 1-1 0 0,0-1 1 0 0,-2 0-1 0 0,2 0 9 0 0,0 0 0 0 0,0 0 0 0 0,0 1 0 0 0,0-1 0 0 0,0 0 0 0 0,0 0 0 0 0,0 0 0 0 0,0 0 0 0 0,0 0 0 0 0,0 0 0 0 0,1-1 0 0 0,-1 1 0 0 0,0 0 1 0 0,1 0-1 0 0,-1 0 0 0 0,1-1 0 0 0,-1 1 0 0 0,1 0 0 0 0,-1-1 0 0 0,1 1 0 0 0,0 0 0 0 0,0-1 0 0 0,0 1 0 0 0,0-2 0 0 0,0 2-121 0 0,1 0 0 0 0,-1 1-1 0 0,1-1 1 0 0,-1 1 0 0 0,1-1 0 0 0,-1 1 0 0 0,1-1 0 0 0,0 1 0 0 0,-1 0 0 0 0,1-1 0 0 0,0 1 0 0 0,-1 0 0 0 0,1-1 0 0 0,0 1 0 0 0,-1 0 0 0 0,1 0 0 0 0,0 0-1 0 0,-1-1 1 0 0,1 1 0 0 0,0 0 0 0 0,0 0 0 0 0,-1 0 0 0 0,1 0 0 0 0,0 0 0 0 0,0 1 0 0 0,-1-1 0 0 0,1 0 0 0 0,1 1 0 0 0,34 3 49 0 0,-27-2-4 0 0,5 0-59 0 0,20 3-59 0 0,-1 1 1 0 0,47 16-1 0 0,-63-17 31 0 0,101 37-29 0 0,-105-36 59 0 0,-1-1-1 0 0,0 2 1 0 0,0-1-1 0 0,0 2 0 0 0,-1-1 1 0 0,0 2-1 0 0,13 12 1 0 0,-22-18-7 0 0,0-1 0 0 0,0 1 0 0 0,-1 0 0 0 0,1 0 0 0 0,-1 0 0 0 0,1 1 0 0 0,-1-1 0 0 0,0 0 0 0 0,0 0-1 0 0,-1 1 1 0 0,1-1 0 0 0,-1 1 0 0 0,1-1 0 0 0,-1 0 0 0 0,0 1 0 0 0,0-1 0 0 0,-2 6 0 0 0,2 6 3 0 0,0-13-10 0 0,-1 0 0 0 0,1 0 0 0 0,-1 0 0 0 0,1 0 0 0 0,-1 0 0 0 0,0 0 0 0 0,1 0 0 0 0,-1 0 0 0 0,0 0 1 0 0,0 0-1 0 0,-1 0 0 0 0,1-1 0 0 0,0 1 0 0 0,-1 0 0 0 0,1-1 0 0 0,-1 1 0 0 0,1-1 0 0 0,-1 0 0 0 0,0 1 0 0 0,1-1 0 0 0,-1 0 0 0 0,0 0 0 0 0,0 0 0 0 0,0 0 0 0 0,0 0 0 0 0,0-1 0 0 0,0 1 0 0 0,-4 0 0 0 0,-2 3-7 0 0,3-2-7 0 0,1-1 0 0 0,-1 1 0 0 0,1-1 0 0 0,-1 0 0 0 0,1 0 1 0 0,-1-1-1 0 0,0 1 0 0 0,1-1 0 0 0,-1 0 0 0 0,1 0 0 0 0,-1-1 0 0 0,0 1 1 0 0,1-1-1 0 0,-1 0 0 0 0,1 0 0 0 0,-10-4 0 0 0,0 1-13 0 0,-6-1-73 0 0,-1-1 0 0 0,2-1 0 0 0,-22-11 1 0 0,35 15-189 0 0,0 0 0 0 0,0-1 1 0 0,0 1-1 0 0,1-1 1 0 0,-1 0-1 0 0,1-1 1 0 0,0 1-1 0 0,0-1 1 0 0,1 0-1 0 0,0 0 1 0 0,-1-1-1 0 0,2 1 1 0 0,-6-11-1 0 0,4-21-3649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2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56 1841 0 0,'1'23'2012'0'0,"0"-17"-1584"0"0,0-1 0 0 0,-1 1 0 0 0,0 0 1 0 0,0 0-1 0 0,0-1 0 0 0,-1 1 1 0 0,0 0-1 0 0,0-1 0 0 0,0 1 1 0 0,-3 8-1 0 0,-2-8-139 0 0,-10 11-117 0 0,15-17-167 0 0,1 0 0 0 0,0 1-1 0 0,-1-1 1 0 0,1 1 0 0 0,0-1 0 0 0,0 0 0 0 0,-1 1-1 0 0,1-1 1 0 0,0 1 0 0 0,0-1 0 0 0,0 0 0 0 0,0 1 0 0 0,0-1-1 0 0,0 1 1 0 0,0-1 0 0 0,-1 1 0 0 0,1-1 0 0 0,0 1-1 0 0,0-1 1 0 0,1 1 0 0 0,-1-1 0 0 0,0 0 0 0 0,0 1-1 0 0,0-1 1 0 0,0 1 0 0 0,0-1 0 0 0,0 1 0 0 0,1-1 0 0 0,-1 0-1 0 0,0 1 1 0 0,0-1 0 0 0,1 1 0 0 0,-1-1 0 0 0,0 0-1 0 0,0 1 1 0 0,1-1 0 0 0,-1 0 0 0 0,0 1 0 0 0,1-1 0 0 0,6 3 56 0 0,0 0 0 0 0,0 0 0 0 0,0-1 0 0 0,0 0 0 0 0,0 0 0 0 0,0-1 1 0 0,1 1-1 0 0,-1-2 0 0 0,10 1 0 0 0,81-4 68 0 0,-45 0-69 0 0,-38 3-36 0 0,-1 0-1 0 0,1-1 1 0 0,-1-1 0 0 0,1 0-1 0 0,-1-1 1 0 0,0-1 0 0 0,0 0 0 0 0,22-10-1 0 0,-35 13-19 0 0,-1 0 0 0 0,1-1 0 0 0,0 1 0 0 0,-1 0 0 0 0,1-1 0 0 0,0 1 0 0 0,-1 0 0 0 0,0-1 0 0 0,1 1 0 0 0,-1-1 0 0 0,0 1 0 0 0,0-1 0 0 0,0 1 0 0 0,0-1 0 0 0,0 1 0 0 0,0-1 0 0 0,0 1-1 0 0,-1-1 1 0 0,1 1 0 0 0,0-1 0 0 0,-1 1 0 0 0,1 0 0 0 0,-1-1 0 0 0,0 1 0 0 0,1 0 0 0 0,-2-2 0 0 0,-11-11 24 0 0,-1 1 0 0 0,0 1 0 0 0,-1 0 0 0 0,0 1 0 0 0,0 0-1 0 0,-2 2 1 0 0,1 0 0 0 0,-1 0 0 0 0,0 2 0 0 0,-31-10 0 0 0,45 16-25 0 0,1-1 0 0 0,-1 1 0 0 0,1 0 0 0 0,-1 0 0 0 0,0 0 0 0 0,1 1-1 0 0,-1-1 1 0 0,0 1 0 0 0,0 0 0 0 0,1-1 0 0 0,-1 1 0 0 0,0 0 0 0 0,0 0 0 0 0,1 1 0 0 0,-1-1 0 0 0,0 1 0 0 0,1-1 0 0 0,-1 1 0 0 0,0 0 0 0 0,1 0 0 0 0,-1 0 0 0 0,-3 2-1 0 0,3 1-10 0 0,0-1-1 0 0,1 1 0 0 0,-1 0 0 0 0,1 0 0 0 0,0 0 0 0 0,0 1 0 0 0,0-1 0 0 0,0 0 0 0 0,1 1 0 0 0,-1-1 0 0 0,0 9 0 0 0,1-9 10 0 0,0 0 1 0 0,1 0-1 0 0,-1 0 1 0 0,1 0 0 0 0,0 0-1 0 0,0 1 1 0 0,0-1-1 0 0,1 0 1 0 0,0 0-1 0 0,0 0 1 0 0,0 0-1 0 0,0 0 1 0 0,0 0-1 0 0,1 0 1 0 0,-1 0-1 0 0,1 0 1 0 0,0-1-1 0 0,1 1 1 0 0,-1-1-1 0 0,5 6 1 0 0,4 3-24 0 0,0-2 0 0 0,1 1 0 0 0,0-2 0 0 0,17 11-1 0 0,-15-10-32 0 0,1-1-393 0 0,0 0 0 0 0,1 0-1 0 0,0-2 1 0 0,1 0-1 0 0,-1-1 1 0 0,1 0 0 0 0,1-2-1 0 0,-1 0 1 0 0,1 0-1 0 0,-1-2 1 0 0,1 0 0 0 0,28-2-1 0 0,15-4-2912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2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87 960 0 0,'1'0'194'0'0,"1"0"-1"0"0,-1 0 1 0 0,0-1-1 0 0,1 1 1 0 0,-1 0-1 0 0,0 0 1 0 0,1-1-1 0 0,-1 1 1 0 0,0-1-1 0 0,0 1 1 0 0,1-1-1 0 0,-1 1 1 0 0,0-1-1 0 0,0 0 1 0 0,0 1-1 0 0,0-1 1 0 0,0 0-1 0 0,0 0 1 0 0,0 0-1 0 0,0 0 1 0 0,0 0-1 0 0,0 0 1 0 0,-1 0-1 0 0,1 0 1 0 0,0 0-1 0 0,-1-1 1 0 0,1 1-1 0 0,-1 0 1 0 0,1 0-1 0 0,-1-1 1 0 0,1 1-1 0 0,-1 0 1 0 0,0-1-1 0 0,0 1 1 0 0,0 0-1 0 0,0-1 1 0 0,0 1-1 0 0,0 0 1 0 0,0-1-1 0 0,0 1 1 0 0,0 0-1 0 0,-1 0 1 0 0,0-3-1 0 0,1-4-76 0 0,0 7-88 0 0,-1 0 0 0 0,1 0-1 0 0,-1 0 1 0 0,0 0 0 0 0,1 0 0 0 0,-1 1 0 0 0,0-1 0 0 0,0 0-1 0 0,0 0 1 0 0,1 0 0 0 0,-1 1 0 0 0,0-1 0 0 0,0 1-1 0 0,0-1 1 0 0,0 0 0 0 0,0 1 0 0 0,0 0 0 0 0,-1-1-1 0 0,1 1 1 0 0,0 0 0 0 0,0-1 0 0 0,0 1 0 0 0,0 0 0 0 0,-2 0-1 0 0,-37-4 293 0 0,37 5-314 0 0,-2-1 3 0 0,0 0-1 0 0,1 0 0 0 0,-1 1 0 0 0,0 0 0 0 0,1 0 1 0 0,-1 0-1 0 0,1 0 0 0 0,0 1 0 0 0,-1 0 0 0 0,1 0 1 0 0,0 0-1 0 0,0 0 0 0 0,0 1 0 0 0,0 0 0 0 0,0-1 1 0 0,1 1-1 0 0,-7 7 0 0 0,7-7-4 0 0,-1 0 2 0 0,0 0-1 0 0,1 1 1 0 0,-1-1-1 0 0,0 1 0 0 0,1 0 1 0 0,0 0-1 0 0,0 0 1 0 0,0 0-1 0 0,1 0 1 0 0,-1 1-1 0 0,1-1 1 0 0,0 1-1 0 0,0 0 1 0 0,1 0-1 0 0,-1 0 0 0 0,1 0 1 0 0,0 0-1 0 0,1 0 1 0 0,-1 0-1 0 0,1 0 1 0 0,0 0-1 0 0,0 0 1 0 0,1 6-1 0 0,2-4 3 0 0,-1 1-1 0 0,2 0 1 0 0,-1-1 0 0 0,1 1 0 0 0,0-1-1 0 0,1 0 1 0 0,-1 0 0 0 0,1-1 0 0 0,1 1-1 0 0,-1-1 1 0 0,13 10 0 0 0,3 0 5 0 0,1 0 1 0 0,29 15-1 0 0,-42-25-15 0 0,-2-2-10 0 0,0 0 0 0 0,1 0 0 0 0,-1-1 0 0 0,1 0 0 0 0,0 0 0 0 0,0 0 0 0 0,0-1 0 0 0,0-1 0 0 0,0 1 0 0 0,0-1 0 0 0,9 0 0 0 0,-13-2 8 0 0,1 1-1 0 0,-1-1 1 0 0,0 1 0 0 0,0-1 0 0 0,0 0-1 0 0,0-1 1 0 0,0 1 0 0 0,0-1 0 0 0,0 0-1 0 0,-1 0 1 0 0,1 0 0 0 0,-1 0 0 0 0,1 0-1 0 0,-1-1 1 0 0,0 0 0 0 0,0 0 0 0 0,0 1-1 0 0,0-2 1 0 0,0 1 0 0 0,2-4 0 0 0,-4 4 6 0 0,1 1 0 0 0,-1-1 0 0 0,0 0 0 0 0,-1 1 0 0 0,1-1 0 0 0,0 0 0 0 0,-1 1 0 0 0,1-1 0 0 0,-1 0 0 0 0,0 0 0 0 0,0 1 0 0 0,0-1 0 0 0,0 0 0 0 0,-1 0 0 0 0,1 1 0 0 0,-2-6 0 0 0,-19-49-2 0 0,12 36 0 0 0,-26-64-1 0 0,-10 22 13 0 0,30 40 39 0 0,14 22-43 0 0,1-1 0 0 0,-1 1 0 0 0,0 0 0 0 0,0-1 0 0 0,0 1 0 0 0,0 0 0 0 0,0 0 0 0 0,0 0 0 0 0,0 0 0 0 0,0 0 0 0 0,0 0 0 0 0,0 0 0 0 0,0 0 0 0 0,-1 0 0 0 0,1 0 0 0 0,0 1 0 0 0,-3-2 0 0 0,4 2-8 0 0,0 0 1 0 0,-1 0 0 0 0,1 0 0 0 0,0 1-1 0 0,0-1 1 0 0,-1 0 0 0 0,1 0-1 0 0,0 0 1 0 0,-1 0 0 0 0,1 0 0 0 0,0 0-1 0 0,0 0 1 0 0,-1 0 0 0 0,1 1-1 0 0,0-1 1 0 0,0 0 0 0 0,-1 0-1 0 0,1 0 1 0 0,0 1 0 0 0,0-1 0 0 0,0 0-1 0 0,-1 0 1 0 0,1 1 0 0 0,0-1-1 0 0,0 0 1 0 0,0 0 0 0 0,0 1-1 0 0,0-1 1 0 0,-1 0 0 0 0,1 0 0 0 0,0 1-1 0 0,0-1 1 0 0,0 0 0 0 0,0 1-1 0 0,0-1 1 0 0,0 0 0 0 0,0 1-1 0 0,0-1 1 0 0,0 0 0 0 0,0 0 0 0 0,0 1-1 0 0,0-1 1 0 0,0 0 0 0 0,1 1-1 0 0,-1-1 1 0 0,0 0 0 0 0,0 0-1 0 0,0 1 1 0 0,0-1 0 0 0,0 0 0 0 0,1 0-1 0 0,-1 1 1 0 0,0 6 15 0 0,2 16 9 0 0,1 0 0 0 0,1 0 1 0 0,1-1-1 0 0,2 1 1 0 0,-1-1-1 0 0,2 0 1 0 0,12 22-1 0 0,11 34 69 0 0,15 90 84 0 0,3 8-118 0 0,-26-98-64 0 0,-19-57-78 0 0,2-1 1 0 0,1 1 0 0 0,16 35-1 0 0,-20-50 26 0 0,0 0-1 0 0,1-1 1 0 0,0 0 0 0 0,0 1-1 0 0,0-1 1 0 0,1-1-1 0 0,0 1 1 0 0,0-1 0 0 0,0 0-1 0 0,0 0 1 0 0,1 0-1 0 0,-1-1 1 0 0,1 1-1 0 0,0-1 1 0 0,0-1 0 0 0,11 4-1 0 0,-13-5-50 0 0,50 9-382 0 0,-51-9 317 0 0,0-1 1 0 0,0-1 0 0 0,1 1 0 0 0,-1 0 0 0 0,0-1-1 0 0,0 0 1 0 0,0 0 0 0 0,0 0 0 0 0,0 0 0 0 0,0 0-1 0 0,0 0 1 0 0,0-1 0 0 0,-1 1 0 0 0,1-1 0 0 0,0 0-1 0 0,-1 0 1 0 0,0 0 0 0 0,4-4 0 0 0,24-39-4899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3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61 2241 0 0,'0'5'431'0'0,"-1"0"0"0"0,1 0 0 0 0,-1 0 0 0 0,0-1 0 0 0,0 1-1 0 0,0 0 1 0 0,-1-1 0 0 0,1 1 0 0 0,-5 6 0 0 0,-5 19 943 0 0,9-24-1183 0 0,0 1 0 0 0,1 0 0 0 0,0 0 1 0 0,1-1-1 0 0,-1 1 0 0 0,1 0 1 0 0,1 0-1 0 0,-1 0 0 0 0,4 12 0 0 0,-3-16-192 0 0,0 0 0 0 0,0 0-1 0 0,0-1 1 0 0,0 1 0 0 0,1 0 0 0 0,-1-1-1 0 0,1 1 1 0 0,0-1 0 0 0,0 0 0 0 0,0 1-1 0 0,0-1 1 0 0,0 0 0 0 0,0 0-1 0 0,1 0 1 0 0,-1-1 0 0 0,1 1 0 0 0,-1-1-1 0 0,1 1 1 0 0,0-1 0 0 0,-1 0 0 0 0,1 0-1 0 0,0 0 1 0 0,0 0 0 0 0,5 1-1 0 0,2 0 47 0 0,-1 0-1 0 0,1-1 0 0 0,0 0 0 0 0,0 0 0 0 0,0-1 0 0 0,0 0 0 0 0,0 0 0 0 0,0-2 0 0 0,11-1 0 0 0,-11-11 289 0 0,-8 12-309 0 0,0 0 0 0 0,0 1-1 0 0,0-1 1 0 0,0 0 0 0 0,-1 0-1 0 0,1 0 1 0 0,0 0 0 0 0,-1 0-1 0 0,1-1 1 0 0,-1 1 0 0 0,0 0-1 0 0,0-1 1 0 0,0 1 0 0 0,0-1-1 0 0,0 1 1 0 0,-1-1 0 0 0,1 1-1 0 0,-1-1 1 0 0,0 0 0 0 0,1 1-1 0 0,-1-1 1 0 0,0 0 0 0 0,-1 1-1 0 0,1-1 1 0 0,0 1 0 0 0,-1-1-1 0 0,1 0 1 0 0,-1 1-1 0 0,0-1 1 0 0,-1-2 0 0 0,-5-8 104 0 0,0 1 1 0 0,-1 0-1 0 0,0 0 1 0 0,-1 0-1 0 0,0 1 1 0 0,-1 0-1 0 0,-11-9 1 0 0,19 18-103 0 0,-9-9 199 0 0,-2 0 0 0 0,1 0 0 0 0,-1 2 0 0 0,-19-11 0 0 0,29 17-141 0 0,-2 1 0 0 0,1-1 0 0 0,0 1 0 0 0,0 0 0 0 0,-1 1 0 0 0,1-1 0 0 0,-1 1 0 0 0,1 0 0 0 0,-1 0 0 0 0,0 0 0 0 0,1 1 0 0 0,-1 0 0 0 0,0 0 0 0 0,1 0 0 0 0,-1 0 0 0 0,0 1 0 0 0,1-1 0 0 0,-10 4 0 0 0,4 11 76 0 0,7-9-225 0 0,0 0 0 0 0,1 1 0 0 0,-1-1-1 0 0,1 1 1 0 0,0-1 0 0 0,1 1 0 0 0,0 0 0 0 0,0 0 0 0 0,0 0-1 0 0,1 0 1 0 0,0 0 0 0 0,0 0 0 0 0,1-1 0 0 0,0 1 0 0 0,0 0 0 0 0,1 0-1 0 0,-1 0 1 0 0,1-1 0 0 0,1 1 0 0 0,-1-1 0 0 0,1 0 0 0 0,1 0 0 0 0,-1 0-1 0 0,1 0 1 0 0,8 10 0 0 0,-3-5-157 0 0,0 0 1 0 0,0-1-1 0 0,2 0 0 0 0,-1 0 1 0 0,1-1-1 0 0,1-1 0 0 0,-1 0 1 0 0,1 0-1 0 0,1-1 1 0 0,-1-1-1 0 0,1 0 0 0 0,25 8 1 0 0,-11-8-400 0 0,0 0 1 0 0,1-2 0 0 0,-1-2-1 0 0,1 0 1 0 0,37-3 0 0 0,25-9-4249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4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99 2641 0 0,'-5'-5'3933'0'0,"-25"-6"-2303"0"0,24 10-1669 0 0,-9-5 431 0 0,11-20 802 0 0,4 25-1182 0 0,0 1 0 0 0,0-1-1 0 0,0 1 1 0 0,-1-1 0 0 0,1 1 0 0 0,0-1-1 0 0,0 1 1 0 0,0-1 0 0 0,-1 1 0 0 0,1-1 0 0 0,0 1-1 0 0,-1 0 1 0 0,1-1 0 0 0,0 1 0 0 0,-1 0-1 0 0,1-1 1 0 0,0 1 0 0 0,-1 0 0 0 0,1-1-1 0 0,-1 1 1 0 0,1 0 0 0 0,0 0 0 0 0,-1-1-1 0 0,1 1 1 0 0,-1 0 0 0 0,1 0 0 0 0,-1 0-1 0 0,1 0 1 0 0,-1 0 0 0 0,1 0 0 0 0,-1 0-1 0 0,1 0 1 0 0,-1 0 0 0 0,1 0 0 0 0,-2 0 0 0 0,2 0 2 0 0,-1 0 0 0 0,1 0 0 0 0,-1 0 0 0 0,0 0 0 0 0,1 0 0 0 0,-1 0 0 0 0,0 0 1 0 0,1 0-1 0 0,-1-1 0 0 0,1 1 0 0 0,-1 0 0 0 0,0 0 0 0 0,1-1 0 0 0,-1 1 1 0 0,1 0-1 0 0,-1-1 0 0 0,1 1 0 0 0,-1 0 0 0 0,1-1 0 0 0,-1 1 0 0 0,1-1 0 0 0,-1 1 1 0 0,1 0-1 0 0,0-1 0 0 0,-1 0 0 0 0,1 1 0 0 0,0-1 0 0 0,-1 1 0 0 0,1-1 1 0 0,0 1-1 0 0,-1-1 0 0 0,1 0 0 0 0,0 1 0 0 0,0-1 0 0 0,0 1 0 0 0,0-1 0 0 0,0-1 1 0 0,-5 0 91 0 0,1 2-75 0 0,3 0-25 0 0,0 0 0 0 0,0 0 0 0 0,1 0 0 0 0,-1 0 0 0 0,0-1 0 0 0,0 1 0 0 0,0 0 0 0 0,0 0 0 0 0,1 0 0 0 0,-1-1 0 0 0,0 1 0 0 0,0 0 0 0 0,0-1 0 0 0,1 1 0 0 0,-1-1 0 0 0,0 1 0 0 0,1-1 0 0 0,-1 1 0 0 0,0-1 0 0 0,1 1 0 0 0,-1-1 0 0 0,1 1 0 0 0,-1-1 0 0 0,1 0 0 0 0,-1 0 0 0 0,1 1 0 0 0,-1-1 0 0 0,1 0 0 0 0,0 0 0 0 0,-1 1-1 0 0,1-1 1 0 0,0 0 0 0 0,0 0 0 0 0,0-1 0 0 0,5-3 48 0 0,-2 6-62 0 0,0-1 1 0 0,0 0 0 0 0,0 1 0 0 0,0-1-1 0 0,0 1 1 0 0,0 0 0 0 0,0 0 0 0 0,0 0-1 0 0,0 0 1 0 0,0 1 0 0 0,-1-1-1 0 0,1 1 1 0 0,0-1 0 0 0,-1 1 0 0 0,1 0-1 0 0,-1 0 1 0 0,0 0 0 0 0,0 1 0 0 0,0-1-1 0 0,0 1 1 0 0,2 2 0 0 0,47 44-25 0 0,58 43 0 0 0,-7-8 176 0 0,-70-54-99 0 0,2-2 1 0 0,2-2 0 0 0,0-1 0 0 0,1-2-1 0 0,2-1 1 0 0,78 31 0 0 0,-111-51-45 0 0,1-1 0 0 0,-1 1 1 0 0,1-2-1 0 0,0 1 0 0 0,-1 0 0 0 0,1-1 0 0 0,0-1 1 0 0,0 1-1 0 0,-1-1 0 0 0,1 0 0 0 0,0 0 0 0 0,-1-1 1 0 0,1 0-1 0 0,-1 0 0 0 0,0-1 0 0 0,0 0 0 0 0,0 0 1 0 0,0 0-1 0 0,0-1 0 0 0,0 1 0 0 0,-1-1 1 0 0,0-1-1 0 0,0 1 0 0 0,0-1 0 0 0,4-5 0 0 0,-1 1 6 0 0,-1 1 0 0 0,-1-1 0 0 0,0-1 0 0 0,0 1-1 0 0,-1-1 1 0 0,0 0 0 0 0,0 0 0 0 0,-1 0 0 0 0,-1-1-1 0 0,1 0 1 0 0,-2 1 0 0 0,0-1 0 0 0,0 0-1 0 0,0-14 1 0 0,-22-129-367 0 0,20 132 1301 0 0,2-6-4973 0 0,-1 27 3826 0 0,0 1 1 0 0,0-1-1 0 0,-1 1 1 0 0,1 0 0 0 0,0 0-1 0 0,0-1 1 0 0,0 1 0 0 0,0 0-1 0 0,0 0 1 0 0,0 0 0 0 0,-1 0-1 0 0,1 0 1 0 0,0 0 0 0 0,0 0-1 0 0,0 0 1 0 0,0 1 0 0 0,0-1-1 0 0,0 0 1 0 0,-1 0 0 0 0,1 1-1 0 0,0-1 1 0 0,0 0 0 0 0,0 1-1 0 0,-1-1 1 0 0,2 2 0 0 0,3 3-2090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4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183 128 560 0 0,'-26'6'1788'0'0,"27"-6"-1722"0"0,-1 0 1 0 0,0 1-1 0 0,0-1 1 0 0,0 0-1 0 0,0 0 0 0 0,0 0 1 0 0,1 0-1 0 0,-1 0 1 0 0,0 0-1 0 0,0 1 1 0 0,0-1-1 0 0,0 0 0 0 0,0 0 1 0 0,0 0-1 0 0,1 0 1 0 0,-1 1-1 0 0,0-1 1 0 0,0 0-1 0 0,0 0 1 0 0,0 0-1 0 0,0 0 0 0 0,0 1 1 0 0,0-1-1 0 0,0 0 1 0 0,0 0-1 0 0,0 0 1 0 0,0 1-1 0 0,0-1 1 0 0,0 0-1 0 0,0 0 0 0 0,0 0 1 0 0,0 0-1 0 0,0 1 1 0 0,0-1-1 0 0,0 0 1 0 0,0 0-1 0 0,0 0 0 0 0,-1 1 1 0 0,1-1-1 0 0,0 0 1 0 0,0 0-1 0 0,0 0 1 0 0,0 0-1 0 0,0 0 1 0 0,0 1-1 0 0,-1-1 0 0 0,1 0 1 0 0,0 0-1 0 0,0 0 1 0 0,0 0-1 0 0,-1 0 1 0 0,82 5 3174 0 0,-99-16-2678 0 0,1 0 1 0 0,-30-27-1 0 0,43 35-505 0 0,-2-2-13 0 0,0 1 1 0 0,-1 0 0 0 0,0 0 0 0 0,0 0 0 0 0,0 1 0 0 0,-12-4 0 0 0,14 6-22 0 0,0-1 0 0 0,0 0-1 0 0,-1 0 1 0 0,1 0 0 0 0,1-1 0 0 0,-1 0 0 0 0,0 0 0 0 0,1 0 0 0 0,-8-8 0 0 0,2-1 56 0 0,10 12-76 0 0,-1-1 0 0 0,1 1 0 0 0,0-1 0 0 0,-1 0 0 0 0,1 1 0 0 0,-1-1 0 0 0,1 1 1 0 0,0-1-1 0 0,-1 1 0 0 0,1 0 0 0 0,-1-1 0 0 0,1 1 0 0 0,-1 0 0 0 0,0-1 0 0 0,1 1 0 0 0,-1 0 0 0 0,1-1 0 0 0,-1 1 0 0 0,0 0 0 0 0,1 0 1 0 0,-1 0-1 0 0,0 0 0 0 0,1-1 0 0 0,-1 1 0 0 0,1 0 0 0 0,-1 0 0 0 0,0 0 0 0 0,1 0 0 0 0,-1 1 0 0 0,0-1 0 0 0,1 0 0 0 0,-1 0 0 0 0,0 0 0 0 0,1 0 1 0 0,-2 1-1 0 0,2-1-8 0 0,0 1 0 0 0,-1-1 0 0 0,1 0 0 0 0,-1 1-1 0 0,1-1 1 0 0,0 1 0 0 0,-1-1 0 0 0,1 1 0 0 0,0-1 0 0 0,-1 1 0 0 0,1-1 0 0 0,0 1 0 0 0,0-1 0 0 0,-1 1 0 0 0,1-1 0 0 0,0 1 0 0 0,0-1 0 0 0,0 1 0 0 0,0-1 0 0 0,0 1 0 0 0,0 0 0 0 0,0-1 0 0 0,0 1 0 0 0,0-1 0 0 0,0 1 0 0 0,0-1 0 0 0,0 1 0 0 0,0 0 0 0 0,1-1 0 0 0,-1 1 0 0 0,0-1 0 0 0,0 1 0 0 0,0-1 0 0 0,1 1-1 0 0,-1-1 1 0 0,0 1 0 0 0,1-1 0 0 0,-1 0 0 0 0,0 1 0 0 0,1-1 0 0 0,-1 1 0 0 0,1-1 0 0 0,7 11-77 0 0,0-1 0 0 0,1-1-1 0 0,-1 1 1 0 0,2-1 0 0 0,-1-1-1 0 0,1 0 1 0 0,15 9 0 0 0,4 4-96 0 0,-1 1-156 0 0,96 66-301 0 0,-105-77-582 0 0,0-1 0 0 0,38 13 0 0 0,-2-10-3546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2:05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31 199 2561 0 0,'0'18'4384'0'0,"0"-15"-2243"0"0,0-13-1503 0 0,0 8-630 0 0,0 1-1 0 0,0 0 0 0 0,-1 0 0 0 0,1 0 1 0 0,0 0-1 0 0,0 0 0 0 0,-1 0 0 0 0,1 0 0 0 0,-1 0 1 0 0,1 0-1 0 0,-1 0 0 0 0,1 0 0 0 0,-1 0 0 0 0,0 0 1 0 0,1 0-1 0 0,-1 1 0 0 0,0-1 0 0 0,0 0 1 0 0,1 0-1 0 0,-1 1 0 0 0,0-1 0 0 0,0 1 0 0 0,-1-2 1 0 0,1 2-8 0 0,0-1 1 0 0,-1 0-1 0 0,1 1 1 0 0,0-1-1 0 0,0 0 1 0 0,1 0 0 0 0,-1 0-1 0 0,0 0 1 0 0,0 0-1 0 0,0 0 1 0 0,0 0-1 0 0,1 0 1 0 0,-1 0 0 0 0,1 0-1 0 0,-1-1 1 0 0,1 1-1 0 0,-1 0 1 0 0,1 0-1 0 0,-1 0 1 0 0,1-1 0 0 0,0 1-1 0 0,0 0 1 0 0,0-3-1 0 0,3-36-137 0 0,-2 38 132 0 0,0 1-1 0 0,0-1 1 0 0,0 0-1 0 0,0 1 1 0 0,1-1 0 0 0,-1 0-1 0 0,0 1 1 0 0,1-1-1 0 0,-1 1 1 0 0,1 0-1 0 0,-1 0 1 0 0,1-1-1 0 0,3-1 1 0 0,18-6-95 0 0,-22 9 101 0 0,-1 0-1 0 0,1 0 1 0 0,0 0-1 0 0,-1 0 1 0 0,0 0-1 0 0,1 1 0 0 0,-1-1 1 0 0,1 0-1 0 0,-1 0 1 0 0,1 0-1 0 0,-1 0 1 0 0,1 1-1 0 0,-1-1 1 0 0,1 0-1 0 0,-1 1 1 0 0,0-1-1 0 0,1 0 1 0 0,-1 1-1 0 0,1-1 1 0 0,-1 0-1 0 0,0 1 1 0 0,0-1-1 0 0,1 1 1 0 0,-1-1-1 0 0,0 0 1 0 0,0 1-1 0 0,1-1 1 0 0,-1 1-1 0 0,0-1 0 0 0,0 1 1 0 0,0-1-1 0 0,0 1 1 0 0,0-1-1 0 0,0 1 1 0 0,1-1-1 0 0,-1 1 1 0 0,0-1-1 0 0,-1 1 1 0 0,1-1-1 0 0,0 2 1 0 0,0-2 1 0 0,0 1 0 0 0,1-1 0 0 0,-1 1 0 0 0,0-1 0 0 0,0 1 0 0 0,1-1 0 0 0,-1 1 0 0 0,0-1 0 0 0,1 1 0 0 0,-1-1 0 0 0,0 0 0 0 0,1 1 0 0 0,-1-1 0 0 0,1 1 1 0 0,-1-1-1 0 0,1 0 0 0 0,-1 1 0 0 0,1-1 0 0 0,-1 0 0 0 0,1 0 0 0 0,-1 1 0 0 0,1-1 0 0 0,-1 0 0 0 0,1 0 0 0 0,-1 0 0 0 0,1 0 0 0 0,-1 0 0 0 0,1 0 0 0 0,0 0 0 0 0,-1 0 0 0 0,1 0 0 0 0,0 0 0 0 0,0 0-1 0 0,-1 0-1 0 0,1 0 1 0 0,-1 0-1 0 0,1 0 0 0 0,0 0 1 0 0,-1 0-1 0 0,1 0 0 0 0,-1 0 1 0 0,1 0-1 0 0,-1 1 1 0 0,1-1-1 0 0,-1 0 0 0 0,1 0 1 0 0,0 0-1 0 0,-1 1 0 0 0,1-1 1 0 0,-1 0-1 0 0,0 1 1 0 0,1-1-1 0 0,-1 0 0 0 0,1 1 1 0 0,-1-1-1 0 0,1 0 0 0 0,-1 1 1 0 0,0-1-1 0 0,1 1 1 0 0,-1-1-1 0 0,0 1 0 0 0,0-1 1 0 0,1 1-1 0 0,-1-1 0 0 0,0 2 1 0 0,-2-3 11 0 0,-1 1 0 0 0,0-1 1 0 0,1 0-1 0 0,-1 0 0 0 0,1 0 1 0 0,-1 0-1 0 0,1-1 0 0 0,-1 1 1 0 0,1-1-1 0 0,0 1 0 0 0,0-1 1 0 0,-4-3-1 0 0,4 3-9 0 0,-1 0 1 0 0,1-1-1 0 0,0 1 0 0 0,0 0 1 0 0,0-1-1 0 0,0 1 0 0 0,1-1 1 0 0,-1 0-1 0 0,1 1 0 0 0,0-1 1 0 0,-1 0-1 0 0,1 0 0 0 0,0 0 1 0 0,1 0-1 0 0,-1 0 0 0 0,0 0 1 0 0,1 0-1 0 0,0 0 0 0 0,-1 0 1 0 0,1 0-1 0 0,1 0 0 0 0,-1 0 1 0 0,1-4-1 0 0,-1 6-1 0 0,0 1 0 0 0,0 0-1 0 0,0-1 1 0 0,1 1 0 0 0,-1-1 0 0 0,0 1 0 0 0,0 0 0 0 0,1-1-1 0 0,-1 1 1 0 0,0 0 0 0 0,0-1 0 0 0,1 1 0 0 0,-1 0 0 0 0,0-1-1 0 0,1 1 1 0 0,-1 0 0 0 0,0 0 0 0 0,1-1 0 0 0,-1 1 0 0 0,0 0-1 0 0,1 0 1 0 0,-1 0 0 0 0,1-1 0 0 0,-1 1 0 0 0,0 0-1 0 0,1 0 1 0 0,-1 0 0 0 0,1 0 0 0 0,-1 0 0 0 0,1 0 0 0 0,-1 0-1 0 0,0 0 1 0 0,1 0 0 0 0,-1 0 0 0 0,1 0 0 0 0,0 0 0 0 0,16 3-4 0 0,-17-3 3 0 0,11 3 6 0 0,0 0 0 0 0,0 0 1 0 0,-1 1-1 0 0,0 0 0 0 0,16 10 1 0 0,21 10 28 0 0,178 86 110 0 0,-219-106-166 0 0,0-1 0 0 0,1 0 0 0 0,-1-1 0 0 0,0 1 0 0 0,1-1 0 0 0,0-1 0 0 0,-1 1 0 0 0,1-1 0 0 0,0 0 0 0 0,0 0 0 0 0,12-1 0 0 0,-18-3-109 0 0,0 0 0 0 0,0 1 0 0 0,0-1 0 0 0,0 0 0 0 0,0 0 0 0 0,-1 1 0 0 0,1-1 0 0 0,-1 0 0 0 0,0 0 0 0 0,0 0 0 0 0,0 0 0 0 0,0 0 0 0 0,0 1 0 0 0,-2-5 0 0 0,2-4-1057 0 0,0 8 882 0 0,0-1 0 0 0,0 1 1 0 0,-1 0-1 0 0,1 0 0 0 0,-1 0 1 0 0,0-1-1 0 0,0 1 0 0 0,0 0 1 0 0,0 0-1 0 0,0 0 0 0 0,-1 0 1 0 0,1 0-1 0 0,-1 1 0 0 0,0-1 1 0 0,-3-3-1 0 0,-1-3-13 0 0,1-11-319 0 0,0 1 979 0 0,2 17-123 0 0,1 0 1 0 0,0 1 0 0 0,-1-1-1 0 0,0 0 1 0 0,1 1 0 0 0,-1 0-1 0 0,0-1 1 0 0,0 1 0 0 0,0 0-1 0 0,1 0 1 0 0,-5 0 0 0 0,7 1-149 0 0,-1 0 0 0 0,0 0 1 0 0,1 0-1 0 0,-1 0 0 0 0,0 0 0 0 0,1 0 1 0 0,-1 0-1 0 0,0 0 0 0 0,1 0 0 0 0,-1 0 1 0 0,1 0-1 0 0,-1 1 0 0 0,0-1 0 0 0,1 0 1 0 0,-1 0-1 0 0,1 1 0 0 0,-1-1 0 0 0,1 0 1 0 0,-1 1-1 0 0,0-1 0 0 0,1 1 0 0 0,0-1 1 0 0,-1 1-1 0 0,1-1 0 0 0,-1 1 0 0 0,0 0 1 0 0,1 1 33 0 0,-1-1 0 0 0,1 1 0 0 0,0 0 0 0 0,-1 0 0 0 0,1 0 0 0 0,0 0 0 0 0,0 0 0 0 0,0-1 0 0 0,0 1 0 0 0,1 0 0 0 0,-1 0 0 0 0,0 0 0 0 0,1 0 0 0 0,0 3 0 0 0,30 145 3056 0 0,-30-145-3130 0 0,1 0 1 0 0,-1 0 0 0 0,1-1 0 0 0,1 1 0 0 0,-1-1 0 0 0,1 1 0 0 0,-1-1 0 0 0,1 0-1 0 0,0 0 1 0 0,1 0 0 0 0,-1 0 0 0 0,1-1 0 0 0,0 1 0 0 0,0-1 0 0 0,0 0 0 0 0,0 0-1 0 0,0 0 1 0 0,7 2 0 0 0,6 3 46 0 0,-1-2 0 0 0,1 0 1 0 0,27 6-1 0 0,-31-9-20 0 0,7 2 46 0 0,0-1 0 0 0,0-1-1 0 0,0-1 1 0 0,1-1 0 0 0,-1-1 0 0 0,40-4 0 0 0,-34 1 6 0 0,1-1 0 0 0,-1-2 0 0 0,0 0 0 0 0,0-2 1 0 0,0-1-1 0 0,-2-1 0 0 0,1-1 0 0 0,29-18 0 0 0,-51 27-131 0 0,0 0 0 0 0,0 0 0 0 0,0 0 0 0 0,0 0 0 0 0,-1 0 0 0 0,1-1 0 0 0,-1 1 1 0 0,1-1-1 0 0,-1 0 0 0 0,0 1 0 0 0,0-1 0 0 0,-1 0 0 0 0,1 0 0 0 0,0-1 0 0 0,-1 1 0 0 0,0 0 0 0 0,0 0 0 0 0,0-1 0 0 0,0 1 0 0 0,1-7 0 0 0,-3 5-37 0 0,1 1 0 0 0,-1 0 0 0 0,0-1 1 0 0,0 1-1 0 0,-1 0 0 0 0,1 0 0 0 0,-1 0 0 0 0,0 0 0 0 0,0 0 0 0 0,0 0 0 0 0,-1 0 0 0 0,1 1 1 0 0,-1-1-1 0 0,-4-3 0 0 0,-7-7-278 0 0,0 1 0 0 0,-1 0 1 0 0,-1 2-1 0 0,0 0 1 0 0,-1 0-1 0 0,-18-8 0 0 0,-76-27-2813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0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346 114 160 0 0,'-58'9'2721'0'0,"-70"-18"401"0"0,32 3-721 0 0,32 0-1361 0 0,64 12-1200 0 0,32-6 160 0 0,-32-6 80 0 0,32 0-80 0 0,-32-2-240 0 0,32-19-1200 0 0,-96-34-3843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4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2721 0 0,'0'19'5043'0'0,"-31"-7"-2082"0"0,1-5-2081 0 0,30-14-399 0 0,0 14 159 0 0,0 5 480 0 0,-30 32-479 0 0,0 41 159 0 0,0-3-240 0 0,-1-7-320 0 0,1-23-640 0 0,30-59-3762 0 0,61-30-800 0 0,-31-28-80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5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14 1361 0 0,'-121'11'4562'0'0,"91"3"-3282"0"0,0-8-799 0 0,-1-6 79 0 0,1 5 320 0 0,30 3-240 0 0,0-2 81 0 0,-30-6-401 0 0,60 0-240 0 0,61 6 240 0 0,30-6-80 0 0,-31-6-240 0 0,31-13-640 0 0,-31 7-1121 0 0,-90-21-4001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3522 0 0,'0'39'4081'0'0,"30"-14"-3200"0"0,0 46-161 0 0,-60 62 801 0 0,60 20-1041 0 0,1-31-480 0 0,-31-98-1921 0 0,0-68-6082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6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3121 0 0,'0'6'3442'0'0,"0"0"-1521"0"0,31-6-1041 0 0,-1 7-480 0 0,60-1-239 0 0,31 7-81 0 0,-6-7-321 0 0,-55-12-559 0 0,-30-7-1041 0 0,-30-6-2481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6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32 720 0 0,'-90'32'6563'0'0,"59"-18"-4642"0"0,62-8-1441 0 0,-31-1-239 0 0,60-10 79 0 0,61-9-160 0 0,30-11-640 0 0,24-19-3362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0:5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3121 0 0,'60'1'1148'0'0,"0"2"-1"0"0,60 13 0 0 0,-94-12-932 0 0,-1 2 0 0 0,0 1-1 0 0,0 0 1 0 0,-1 2 0 0 0,0 1 0 0 0,0 1-1 0 0,-1 1 1 0 0,-1 1 0 0 0,37 28 0 0 0,-56-38-155 0 0,0-1 0 0 0,0 0 0 0 0,0 1 0 0 0,0 0 0 0 0,0 0 1 0 0,-1 0-1 0 0,0 0 0 0 0,1 0 0 0 0,-1 0 0 0 0,0 0 0 0 0,-1 1 1 0 0,1-1-1 0 0,-1 1 0 0 0,2 4 0 0 0,-3-7-27 0 0,0 0-1 0 0,0 0 0 0 0,-1 0 1 0 0,1 0-1 0 0,0 0 1 0 0,0 0-1 0 0,-1 0 1 0 0,1 0-1 0 0,-1 0 1 0 0,1 0-1 0 0,-1 0 0 0 0,0 0 1 0 0,1 0-1 0 0,-1 0 1 0 0,0 0-1 0 0,1 0 1 0 0,-1-1-1 0 0,0 1 1 0 0,0 0-1 0 0,0-1 0 0 0,0 1 1 0 0,0 0-1 0 0,0-1 1 0 0,0 1-1 0 0,0-1 1 0 0,0 1-1 0 0,0-1 0 0 0,0 0 1 0 0,-2 1-1 0 0,-12 2 428 0 0,0-1-1 0 0,0-1 1 0 0,0 0-1 0 0,-29-2 1 0 0,35 1-165 0 0,-152-11 4014 0 0,146 7-3682 0 0,16 2-440 0 0,13 1-67 0 0,47 4-707 0 0,0 3 0 0 0,0 3 0 0 0,-1 2 0 0 0,0 3 0 0 0,98 37 0 0 0,-152-49 577 0 0,0 0 0 0 0,0 1 0 0 0,0 0 0 0 0,-1 0-1 0 0,1 0 1 0 0,-1 0 0 0 0,0 1 0 0 0,0 0 0 0 0,-1 0 0 0 0,1 1 0 0 0,4 5-1 0 0,-8-9 61 0 0,-1 0-1 0 0,1 1 0 0 0,0-1 0 0 0,-1 1 0 0 0,1-1 0 0 0,-1 0 0 0 0,1 1 0 0 0,-1 0 1 0 0,0-1-1 0 0,1 1 0 0 0,-1-1 0 0 0,0 1 0 0 0,0-1 0 0 0,0 1 0 0 0,0-1 1 0 0,-1 1-1 0 0,1 0 0 0 0,0-1 0 0 0,-1 1 0 0 0,1-1 0 0 0,-1 1 0 0 0,1-1 1 0 0,-1 0-1 0 0,0 1 0 0 0,1-1 0 0 0,-1 1 0 0 0,-1 0 0 0 0,-6 6 351 0 0,-1 0 1 0 0,1-1-1 0 0,-1-1 0 0 0,0 1 0 0 0,-1-1 0 0 0,1-1 0 0 0,-1 0 1 0 0,0 0-1 0 0,-19 5 0 0 0,-72 23 847 0 0,-165 31 0 0 0,235-58-1964 0 0,-1-2 0 0 0,1-1 0 0 0,-45-1 0 0 0,69-2 123 0 0,-1-1 0 0 0,1 0-1 0 0,0-1 1 0 0,0 1-1 0 0,-12-6 1 0 0,17 6 370 0 0,0 1 0 0 0,1-1 0 0 0,-1 0 0 0 0,1 0 0 0 0,-1 0 1 0 0,1 0-1 0 0,-1 0 0 0 0,1 0 0 0 0,0 0 0 0 0,-1 0 0 0 0,1 0 1 0 0,0-1-1 0 0,0 1 0 0 0,0-1 0 0 0,0 1 0 0 0,0-1 0 0 0,0 1 0 0 0,1-1 1 0 0,-2-1-1 0 0,3-3-443 0 0,0 0 0 0 0,0 0 0 0 0,0 0 0 0 0,1 1 0 0 0,-1-1 0 0 0,1 0 0 0 0,1 1 0 0 0,-1 0 0 0 0,1 0 0 0 0,0-1 0 0 0,0 2 0 0 0,1-1 0 0 0,5-6 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279 226 720 0 0,'25'5'661'0'0,"0"-1"0"0"0,52 2 0 0 0,20 1-96 0 0,-31 2-212 0 0,66 13 332 0 0,-115-18-491 0 0,-1 0 0 0 0,0 1 0 0 0,0 1 0 0 0,0 1-1 0 0,25 14 1 0 0,-35-17-101 0 0,0 1 0 0 0,0-1 0 0 0,-1 1 0 0 0,1 0 0 0 0,-1 1 0 0 0,0-1 0 0 0,-1 1 1 0 0,1 0-1 0 0,4 9 0 0 0,-7-12-67 0 0,0 1 0 0 0,-1-1 0 0 0,0 0 1 0 0,1 1-1 0 0,-1-1 0 0 0,-1 1 1 0 0,1-1-1 0 0,0 1 0 0 0,-1-1 0 0 0,0 1 1 0 0,0 0-1 0 0,0-1 0 0 0,0 1 0 0 0,0-1 1 0 0,-1 1-1 0 0,0 0 0 0 0,1-1 1 0 0,-1 1-1 0 0,-1-1 0 0 0,1 0 0 0 0,0 1 1 0 0,-1-1-1 0 0,0 0 0 0 0,-2 4 1 0 0,-1-1 2 0 0,0 0 1 0 0,-1-1-1 0 0,0 0 1 0 0,0 0 0 0 0,0 0-1 0 0,0-1 1 0 0,-1 1-1 0 0,-12 5 1 0 0,-63 25 257 0 0,81-35-280 0 0,-39 16 175 0 0,0-3 0 0 0,-1-1 1 0 0,0-2-1 0 0,-1-2 0 0 0,-69 5 1 0 0,97-12-145 0 0,-1-1 1 0 0,1-1 0 0 0,0 0-1 0 0,0-1 1 0 0,0-1 0 0 0,0 0-1 0 0,0 0 1 0 0,1-2 0 0 0,-16-6-1 0 0,24 8-36 0 0,1-1-1 0 0,-1 1 0 0 0,1-1 0 0 0,0 0 0 0 0,0 0 0 0 0,0-1 0 0 0,1 1 0 0 0,-1-1 0 0 0,1 0 0 0 0,0 0 0 0 0,0 0 0 0 0,1 0 0 0 0,-1-1 0 0 0,1 1 1 0 0,1 0-1 0 0,-1-1 0 0 0,1 0 0 0 0,0 1 0 0 0,0-1 0 0 0,0 0 0 0 0,1 0 0 0 0,0 1 0 0 0,0-1 0 0 0,2-8 0 0 0,1 2-7 0 0,1 1-1 0 0,0-1 0 0 0,1 1 0 0 0,0 1 1 0 0,1-1-1 0 0,0 1 0 0 0,1 0 1 0 0,0 0-1 0 0,1 1 0 0 0,0 0 1 0 0,0 0-1 0 0,1 1 0 0 0,0 0 1 0 0,0 0-1 0 0,12-6 0 0 0,12-9-79 0 0,0 2-1 0 0,2 2 0 0 0,49-20 1 0 0,-46 23-245 0 0,1 2 0 0 0,1 1 0 0 0,0 3 0 0 0,0 1 1 0 0,1 2-1 0 0,0 1 0 0 0,1 3 0 0 0,-1 1 0 0 0,77 7 0 0 0,-72-1 45 0 0,0 3-1 0 0,0 1 0 0 0,-1 3 0 0 0,0 1 0 0 0,61 26 1 0 0,-93-31 488 0 0,0 0 0 0 0,0 1 0 0 0,-1 0 1 0 0,-1 1-1 0 0,1 0 0 0 0,-1 1 1 0 0,-1 0-1 0 0,0 1 0 0 0,0 0 0 0 0,9 16 1 0 0,-16-23-120 0 0,0 0 1 0 0,0 1 0 0 0,0 0-1 0 0,-1-1 1 0 0,0 1 0 0 0,0 0-1 0 0,0 0 1 0 0,-1 0 0 0 0,1 0-1 0 0,-1 1 1 0 0,0-1 0 0 0,-1 0-1 0 0,0 1 1 0 0,1-1 0 0 0,-2 0 0 0 0,1 0-1 0 0,0 1 1 0 0,-1-1 0 0 0,0 0-1 0 0,0 0 1 0 0,-1 0 0 0 0,0 0-1 0 0,0 0 1 0 0,0 0 0 0 0,0 0-1 0 0,-1 0 1 0 0,1-1 0 0 0,-1 1-1 0 0,-7 7 1 0 0,-11 7 168 0 0,-2-1-1 0 0,0-1 1 0 0,-1 0-1 0 0,0-2 1 0 0,-1-1-1 0 0,-53 21 1 0 0,33-17 84 0 0,0-2 1 0 0,-2-2-1 0 0,1-2 1 0 0,-1-2-1 0 0,-1-3 0 0 0,-94 4 1 0 0,68-12-202 0 0,1-2 0 0 0,0-4 0 0 0,-134-31 0 0 0,167 28-145 0 0,0-1 0 0 0,1-2-1 0 0,-64-30 1 0 0,92 37-5 0 0,0 0-1 0 0,0 0 0 0 0,0-1 1 0 0,1-1-1 0 0,0 0 0 0 0,1 0 1 0 0,0-1-1 0 0,0 0 0 0 0,0 0 1 0 0,1-1-1 0 0,1 0 0 0 0,0-1 1 0 0,0 1-1 0 0,1-2 0 0 0,1 1 1 0 0,-5-13-1 0 0,8 19 4 0 0,0-1 0 0 0,1 0-1 0 0,0 0 1 0 0,0 0 0 0 0,1 1 0 0 0,-1-1 0 0 0,1 0 0 0 0,1 0 0 0 0,-1 0-1 0 0,1 0 1 0 0,0 0 0 0 0,0 0 0 0 0,1 1 0 0 0,0-1 0 0 0,0 0-1 0 0,0 1 1 0 0,6-10 0 0 0,0 2-45 0 0,2 0 0 0 0,-1 1 0 0 0,1 1 0 0 0,1 0 1 0 0,18-15-1 0 0,2 1-273 0 0,1 1 0 0 0,0 1 1 0 0,2 2-1 0 0,1 2 0 0 0,0 1 1 0 0,1 2-1 0 0,1 1 0 0 0,0 2 1 0 0,1 1-1 0 0,77-12 1 0 0,-63 18-294 0 0,1 2 1 0 0,0 2 0 0 0,-1 2 0 0 0,1 3-1 0 0,-1 2 1 0 0,0 2 0 0 0,95 26 0 0 0,-81-14-65 0 0,108 47 0 0 0,-155-57 926 0 0,0 1-1 0 0,0 0 1 0 0,0 2 0 0 0,-2 0 0 0 0,1 1-1 0 0,-2 1 1 0 0,0 0 0 0 0,0 1 0 0 0,21 28-1 0 0,-31-34-21 0 0,0 0-1 0 0,-1 0 0 0 0,0 0 0 0 0,-1 0 1 0 0,0 1-1 0 0,-1 0 0 0 0,0 0 0 0 0,0 0 0 0 0,2 19 1 0 0,-5-24-163 0 0,1 0 1 0 0,-1 0-1 0 0,-1 0 0 0 0,1 0 1 0 0,-1 0-1 0 0,1 0 1 0 0,-1 0-1 0 0,-1 0 1 0 0,1 0-1 0 0,-1 0 1 0 0,0-1-1 0 0,0 1 1 0 0,0-1-1 0 0,-1 1 1 0 0,1-1-1 0 0,-1 0 1 0 0,0 0-1 0 0,0 0 0 0 0,-1 0 1 0 0,1 0-1 0 0,-1-1 1 0 0,-7 6-1 0 0,-12 4 64 0 0,0 0 0 0 0,-1-2 0 0 0,-1 0 0 0 0,0-2 1 0 0,0-1-1 0 0,-33 7 0 0 0,-170 25 656 0 0,130-26-147 0 0,-1-5 0 0 0,0-4 0 0 0,0-5 0 0 0,-130-16 0 0 0,193 11-364 0 0,-69-19 0 0 0,93 20-230 0 0,1 0 1 0 0,-1-1-1 0 0,1 0 1 0 0,0 0-1 0 0,1-1 1 0 0,-1-1-1 0 0,1 1 0 0 0,-16-16 1 0 0,24 20-41 0 0,-1 0 0 0 0,1-1 0 0 0,-1 1 0 0 0,1-1 0 0 0,0 1 0 0 0,0-1 0 0 0,0 0 0 0 0,1 0 0 0 0,-1 0 0 0 0,1 0 0 0 0,-1 0 0 0 0,1 0 0 0 0,0 0 0 0 0,0-1 0 0 0,0 1 0 0 0,1 0 0 0 0,-1-1 0 0 0,1 1 0 0 0,0 0 0 0 0,0-1 0 0 0,0 1 0 0 0,0-1 0 0 0,1 1 0 0 0,-1 0 0 0 0,1-1 0 0 0,0 1 0 0 0,0 0 0 0 0,0 0 0 0 0,0-1 0 0 0,0 1 0 0 0,1 0 0 0 0,0 0 0 0 0,-1 1 0 0 0,1-1 0 0 0,0 0 0 0 0,1 0 0 0 0,-1 1 0 0 0,0-1 0 0 0,1 1 0 0 0,-1 0 0 0 0,5-3 0 0 0,8-5-58 0 0,1 0-1 0 0,0 1 0 0 0,1 0 0 0 0,0 1 0 0 0,0 1 1 0 0,25-6-1 0 0,15-2-231 0 0,70-8 1 0 0,38 5-962 0 0,1 8 1 0 0,0 7 0 0 0,321 36 0 0 0,-198 26-1171 0 0,-28 19-1200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4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1989 423 960 0 0,'15'12'981'0'0,"-1"0"-1"0"0,0 1 1 0 0,17 20-1 0 0,-29-31-897 0 0,-1-1-1 0 0,0 0 0 0 0,0 1 0 0 0,0-1 1 0 0,0 1-1 0 0,0 0 0 0 0,0-1 1 0 0,-1 1-1 0 0,1 0 0 0 0,0-1 1 0 0,-1 1-1 0 0,1 0 0 0 0,-1 0 1 0 0,0 0-1 0 0,1-1 0 0 0,-1 1 0 0 0,0 0 1 0 0,0 0-1 0 0,0 0 0 0 0,-1-1 1 0 0,1 1-1 0 0,0 0 0 0 0,-1 0 1 0 0,1 0-1 0 0,-1-1 0 0 0,1 1 1 0 0,-1 0-1 0 0,0-1 0 0 0,0 1 1 0 0,-2 3-1 0 0,0-3 20 0 0,0 1 0 0 0,0 0 1 0 0,-1-1-1 0 0,1 0 0 0 0,-1 1 1 0 0,0-2-1 0 0,0 1 0 0 0,0 0 1 0 0,0-1-1 0 0,0 1 0 0 0,0-1 1 0 0,-5 1-1 0 0,-21 2 652 0 0,-51 1-1 0 0,-108-1 773 0 0,0-9 0 0 0,1-8 0 0 0,0-8 0 0 0,-273-66 1 0 0,453 85-1490 0 0,-151-43 481 0 0,136 37-469 0 0,1-1 0 0 0,0 0 0 0 0,1-2 0 0 0,-28-17 0 0 0,47 27-47 0 0,-1-1-1 0 0,0 0 1 0 0,1 0-1 0 0,-1 0 1 0 0,1 0 0 0 0,0 0-1 0 0,0 0 1 0 0,-1-1-1 0 0,2 1 1 0 0,-1-1 0 0 0,0 1-1 0 0,0-1 1 0 0,1 0-1 0 0,-1 0 1 0 0,1 1 0 0 0,0-1-1 0 0,-1-5 1 0 0,2 6-3 0 0,0 0 0 0 0,1 0 0 0 0,-1 0-1 0 0,1 0 1 0 0,0 0 0 0 0,0 0 0 0 0,0 0 0 0 0,0 0 0 0 0,0 0 0 0 0,0 0 0 0 0,0 1 0 0 0,0-1-1 0 0,1 0 1 0 0,-1 1 0 0 0,1-1 0 0 0,-1 1 0 0 0,1 0 0 0 0,0-1 0 0 0,0 1 0 0 0,-1 0-1 0 0,1 0 1 0 0,0 0 0 0 0,0 0 0 0 0,0 0 0 0 0,3-1 0 0 0,17-6-46 0 0,-1 1 1 0 0,1 1-1 0 0,37-6 0 0 0,36 0-416 0 0,0 3-1 0 0,0 5 0 0 0,163 13 1 0 0,296 67-4006 0 0,-510-68 4024 0 0,302 63-2467 0 0,-290-56 2679 0 0,-1 3 0 0 0,-1 1 0 0 0,0 4 0 0 0,50 28 0 0 0,-93-45 267 0 0,-1 0-1 0 0,0 1 0 0 0,0 0 1 0 0,-1 1-1 0 0,11 10 0 0 0,-12-3 151 0 0,-16-7 59 0 0,-1-6-114 0 0,0 0 0 0 0,-1 0 0 0 0,1-1 0 0 0,0-1 0 0 0,-15 0 0 0 0,-212-7 2166 0 0,-292-45 0 0 0,-235-81 374 0 0,688 118-2418 0 0,29 7-133 0 0,-42-8 47 0 0,1-3 1 0 0,-124-45-1 0 0,198 60-181 0 0,-1-2 0 0 0,1 0 1 0 0,0-1-1 0 0,1 0 1 0 0,-13-10-1 0 0,24 17 9 0 0,0-1 0 0 0,0 0 1 0 0,0 1-1 0 0,0-1 0 0 0,0 0 0 0 0,0 0 0 0 0,0 0 0 0 0,1 1 0 0 0,-1-1 0 0 0,0 0 0 0 0,1 0 1 0 0,-1 0-1 0 0,0 0 0 0 0,1 0 0 0 0,0 0 0 0 0,-1 0 0 0 0,1-1 0 0 0,-1 1 0 0 0,1 0 1 0 0,0 0-1 0 0,0 0 0 0 0,0 0 0 0 0,0 0 0 0 0,0-1 0 0 0,0 1 0 0 0,0 0 0 0 0,0 0 0 0 0,0 0 1 0 0,0 0-1 0 0,1 0 0 0 0,-1-1 0 0 0,0 1 0 0 0,1 0 0 0 0,-1 0 0 0 0,1 0 0 0 0,0 0 1 0 0,-1 0-1 0 0,1 0 0 0 0,0 0 0 0 0,-1 0 0 0 0,1 1 0 0 0,0-1 0 0 0,0 0 0 0 0,0 0 0 0 0,0 1 1 0 0,-1-1-1 0 0,3-1 0 0 0,4-2-51 0 0,0 0 1 0 0,0 1-1 0 0,1-1 0 0 0,0 1 1 0 0,-1 1-1 0 0,13-3 0 0 0,32-6-260 0 0,2 3-1 0 0,-1 2 1 0 0,61 1-1 0 0,181 16-1187 0 0,-230-7 1125 0 0,365 37-2182 0 0,-326-25 1790 0 0,-1 5 0 0 0,123 42 0 0 0,-136-30 679 0 0,161 84 1 0 0,-250-116 101 0 0,8 4 60 0 0,0 0 0 0 0,0 0 0 0 0,-1 1 0 0 0,15 13 0 0 0,-22-19-52 0 0,-1 1-1 0 0,1-1 1 0 0,-1 1-1 0 0,1-1 0 0 0,-1 1 1 0 0,0-1-1 0 0,1 1 1 0 0,-1 0-1 0 0,0-1 0 0 0,1 1 1 0 0,-1 0-1 0 0,0-1 1 0 0,0 1-1 0 0,1 0 0 0 0,-1-1 1 0 0,0 1-1 0 0,0 0 1 0 0,0-1-1 0 0,0 1 0 0 0,0 0 1 0 0,0 0-1 0 0,0-1 1 0 0,0 1-1 0 0,-1 0 0 0 0,1-1 1 0 0,0 1-1 0 0,0 0 1 0 0,-1 0-1 0 0,0 1 52 0 0,-1-1 0 0 0,0 1 0 0 0,1-1 0 0 0,-1 1 0 0 0,0-1 0 0 0,0 0 1 0 0,0 0-1 0 0,0 0 0 0 0,0 0 0 0 0,0 0 0 0 0,0-1 0 0 0,0 1 0 0 0,-5 0 0 0 0,-46 8 947 0 0,-1-2 0 0 0,-1-3 0 0 0,-97-5-1 0 0,-50-8 684 0 0,-332-60 0 0 0,-196-106-729 0 0,678 161-965 0 0,-90-32-35 0 0,124 39 17 0 0,0-1 0 0 0,1-1 0 0 0,0-1 0 0 0,0 0-1 0 0,-21-18 1 0 0,35 26 8 0 0,0-1 0 0 0,0 0 0 0 0,1 0-1 0 0,-1 1 1 0 0,0-1 0 0 0,1-1 0 0 0,-4-5-1 0 0,6 8 3 0 0,-1 0-1 0 0,1 0 1 0 0,0 0-1 0 0,-1 0 1 0 0,1 0-1 0 0,0 0 0 0 0,0 0 1 0 0,0 0-1 0 0,0 0 1 0 0,0 1-1 0 0,0-1 1 0 0,0 0-1 0 0,0 0 1 0 0,0 0-1 0 0,0 0 0 0 0,0 0 1 0 0,1 0-1 0 0,-1 0 1 0 0,0 0-1 0 0,1 0 1 0 0,0-1-1 0 0,2-1-23 0 0,0 0 0 0 0,1 0-1 0 0,-1 0 1 0 0,1 0 0 0 0,-1 1 0 0 0,1-1-1 0 0,0 1 1 0 0,0 0 0 0 0,0 0 0 0 0,1 1 0 0 0,-1-1-1 0 0,7-1 1 0 0,39-9-181 0 0,0 2 0 0 0,1 2 0 0 0,90-2 0 0 0,38 6-346 0 0,-1 7 0 0 0,334 51 0 0 0,-410-35 224 0 0,0 4-1 0 0,148 55 1 0 0,-197-57 469 0 0,0 2 0 0 0,-1 3 1 0 0,-1 2-1 0 0,-2 1 0 0 0,87 70 1 0 0,-126-90 65 0 0,0 0-1 0 0,0 1 1 0 0,0 0 0 0 0,13 20 0 0 0,-22-29-169 0 0,-1 0 0 0 0,1 1 1 0 0,0-1-1 0 0,0 0 0 0 0,0 1 1 0 0,-1-1-1 0 0,1 1 1 0 0,-1-1-1 0 0,1 1 0 0 0,-1-1 1 0 0,0 1-1 0 0,0 0 0 0 0,1-1 1 0 0,-1 1-1 0 0,0-1 1 0 0,0 1-1 0 0,-1 0 0 0 0,1-1 1 0 0,0 1-1 0 0,0-1 0 0 0,-1 1 1 0 0,1-1-1 0 0,-1 1 0 0 0,0-1 1 0 0,1 1-1 0 0,-1-1 1 0 0,0 1-1 0 0,0-1 0 0 0,0 0 1 0 0,1 1-1 0 0,-2-1 0 0 0,1 0 1 0 0,-1 1-1 0 0,-3 2 32 0 0,-1 0 1 0 0,0 0-1 0 0,1-1 0 0 0,-1 0 1 0 0,-1 0-1 0 0,-6 2 0 0 0,8-3-31 0 0,-21 7-186 0 0,0-1-1 0 0,-1-2 1 0 0,0 0-1 0 0,0-2 1 0 0,0-1-1 0 0,-1-1 1 0 0,1-2-1 0 0,-40-3 1 0 0,7-4-1658 0 0,1-3 0 0 0,-105-31 0 0 0,107 23-312 0 0,-72-33 0 0 0,-31-39-2374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94 255 80 0 0,'-10'1'1308'0'0,"7"-1"-820"0"0,-1 1 0 0 0,1-1 0 0 0,-1 0 0 0 0,0 0 0 0 0,1 0 0 0 0,-1-1 0 0 0,0 1-1 0 0,1-1 1 0 0,-1 0 0 0 0,1 1 0 0 0,-6-4 0 0 0,9 3 166 0 0,0-1-487 0 0,0 1 0 0 0,1-1 1 0 0,-1 0-1 0 0,0 0 0 0 0,0 0 0 0 0,-1 1 0 0 0,1-1 0 0 0,0 0 1 0 0,-1 0-1 0 0,1 1 0 0 0,-1-1 0 0 0,1 0 0 0 0,-1 1 1 0 0,-1-4-1 0 0,0 4-117 0 0,0 0-1 0 0,0 0 1 0 0,1 0 0 0 0,-1-1 0 0 0,0 1 0 0 0,1-1 0 0 0,-1 1 0 0 0,1-1-1 0 0,0 1 1 0 0,-1-1 0 0 0,1 0 0 0 0,0 0 0 0 0,0 0 0 0 0,0 1-1 0 0,-1-4 1 0 0,-1-40 820 0 0,2 28-628 0 0,0 13-225 0 0,0 1 0 0 0,1-1 0 0 0,-1 1-1 0 0,1-1 1 0 0,0 1 0 0 0,0-1 0 0 0,0 1-1 0 0,1-1 1 0 0,-1 1 0 0 0,1-1 0 0 0,0 1-1 0 0,0-1 1 0 0,0 1 0 0 0,3-6 0 0 0,4 2 10 0 0,-7 6-24 0 0,1 0-1 0 0,-1 0 1 0 0,0 0-1 0 0,1 0 1 0 0,-1 0-1 0 0,0 0 1 0 0,0-1-1 0 0,0 1 1 0 0,0 0-1 0 0,0-1 1 0 0,0 1-1 0 0,0-1 1 0 0,-1 1-1 0 0,1-1 1 0 0,0 1-1 0 0,-1-1 1 0 0,1 0-1 0 0,-1 1 1 0 0,0-1-1 0 0,1-3 1 0 0,-1 5-2 0 0,0-1 0 0 0,0 0 0 0 0,0 0 0 0 0,0 1 0 0 0,0-1 0 0 0,0 0 0 0 0,1 0 0 0 0,-1 1 0 0 0,0-1 0 0 0,0 0 0 0 0,1 1 0 0 0,-1-1 0 0 0,0 0 0 0 0,1 1 0 0 0,-1-1 0 0 0,0 1 0 0 0,1-1 0 0 0,-1 1 0 0 0,1-1 0 0 0,-1 0 0 0 0,1 1 0 0 0,0 0 0 0 0,-1-1 0 0 0,1 1 0 0 0,-1-1 0 0 0,1 1 0 0 0,0 0 0 0 0,-1-1 0 0 0,1 1 0 0 0,0 0 0 0 0,0 0 0 0 0,-1 0 0 0 0,1-1 0 0 0,0 1 0 0 0,-1 0 0 0 0,1 0 0 0 0,1 0 0 0 0,-1 0 0 0 0,-1 0 1 0 0,1 0-1 0 0,-1 0 0 0 0,1 0 0 0 0,-1 0 0 0 0,1 0 0 0 0,-1 0 1 0 0,1 0-1 0 0,-1 0 0 0 0,1 0 0 0 0,-1 0 0 0 0,1-1 0 0 0,-1 1 0 0 0,1 0 1 0 0,-1 0-1 0 0,1-1 0 0 0,-1 1 0 0 0,0 0 0 0 0,1-1 0 0 0,-1 1 1 0 0,1 0-1 0 0,-1-1 0 0 0,0 1 0 0 0,1-1 0 0 0,-1 1 0 0 0,0-1 0 0 0,1 1 1 0 0,-1 0-1 0 0,0-1 0 0 0,0 1 0 0 0,0-1 0 0 0,1 1 0 0 0,-1-1 1 0 0,0 1-1 0 0,0-2 0 0 0,0 2-1 0 0,0-1 0 0 0,0 1 0 0 0,0 0 0 0 0,1 0 0 0 0,-1-1 0 0 0,0 1 0 0 0,0 0 0 0 0,0 0 0 0 0,1-1 0 0 0,-1 1 0 0 0,0 0 0 0 0,0 0 0 0 0,1 0 0 0 0,-1-1 0 0 0,0 1 0 0 0,1 0 0 0 0,-1 0 0 0 0,0 0 0 0 0,0 0 0 0 0,1-1 0 0 0,-1 1 0 0 0,0 0 0 0 0,1 0 0 0 0,-1 0 0 0 0,0 0 0 0 0,1 0 0 0 0,-1 0 0 0 0,0 0 0 0 0,1 0 0 0 0,-1 0 0 0 0,0 0 0 0 0,1 0 0 0 0,-1 0 0 0 0,0 0 0 0 0,1 1 0 0 0,-1-1 0 0 0,0 0 0 0 0,0 0 0 0 0,1 0 0 0 0,-1 0 0 0 0,0 0 0 0 0,1 1 0 0 0,-1-1 0 0 0,0 0 0 0 0,0 0 0 0 0,1 1 0 0 0,18 10 0 0 0,10 16-17 0 0,0 1 0 0 0,-2 1 1 0 0,36 51-1 0 0,-45-54 25 0 0,0 1 1 0 0,-3 1-1 0 0,0 0 0 0 0,-1 1 1 0 0,15 51-1 0 0,-11-19 27 0 0,15 101 0 0 0,-27-84-119 0 0,-7-70 26 0 0,1 1 0 0 0,0-1 0 0 0,0 1 1 0 0,1-1-1 0 0,0 1 0 0 0,1-1 0 0 0,0 0 0 0 0,0 0 1 0 0,1 1-1 0 0,0-1 0 0 0,0-1 0 0 0,1 1 0 0 0,8 12 0 0 0,-11-18-36 0 0,1 0-1 0 0,-1 0 0 0 0,1 0 1 0 0,0 0-1 0 0,0 0 0 0 0,0 0 1 0 0,0 0-1 0 0,0-1 0 0 0,1 1 0 0 0,-1-1 1 0 0,0 0-1 0 0,4 2 0 0 0,-5-3 45 0 0,-1 0-1 0 0,1 0 1 0 0,0 0-1 0 0,0 0 0 0 0,0 0 1 0 0,0 0-1 0 0,0 0 1 0 0,0 0-1 0 0,0 0 1 0 0,0 0-1 0 0,0 0 0 0 0,0-1 1 0 0,0 1-1 0 0,-1 0 1 0 0,1-1-1 0 0,0 1 0 0 0,0-1 1 0 0,0 1-1 0 0,0-1 1 0 0,-1 1-1 0 0,1-1 1 0 0,0 1-1 0 0,0-2 0 0 0,4-5-247 0 0,0 0 0 0 0,-1-1 0 0 0,0 1-1 0 0,0-1 1 0 0,-1 0 0 0 0,4-12 0 0 0,12-28-599 0 0,40-54-2037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62 1601 0 0,'-1'1'147'0'0,"-1"-1"1"0"0,0 1 0 0 0,1-1-1 0 0,-1 1 1 0 0,1-1 0 0 0,-1 0-1 0 0,0 0 1 0 0,1 0 0 0 0,-1 0-1 0 0,0 0 1 0 0,1 0 0 0 0,-1 0-1 0 0,0-1 1 0 0,-2 0 0 0 0,3-1 78 0 0,0 1 1 0 0,0-1 0 0 0,1 0-1 0 0,-1 0 1 0 0,1 1 0 0 0,-1-1 0 0 0,1 0-1 0 0,0 0 1 0 0,-1 0 0 0 0,1 0 0 0 0,0 1-1 0 0,0-1 1 0 0,1 0 0 0 0,-1-2 0 0 0,-1 3-210 0 0,1 0 0 0 0,-1 0 0 0 0,0 0 1 0 0,0 0-1 0 0,0 1 0 0 0,0-1 1 0 0,0 0-1 0 0,0 0 0 0 0,0 1 0 0 0,0-1 1 0 0,0 1-1 0 0,0-1 0 0 0,0 1 1 0 0,0-1-1 0 0,-1 1 0 0 0,1 0 0 0 0,0-1 1 0 0,0 1-1 0 0,0 0 0 0 0,-1 0 1 0 0,1 0-1 0 0,-2 0 0 0 0,-3-1 53 0 0,-52-8 194 0 0,0 3 1 0 0,0 2-1 0 0,0 2 1 0 0,-1 3-1 0 0,-82 13 1 0 0,129-13-179 0 0,0 0 0 0 0,1 1 0 0 0,-1 0 0 0 0,0 1 0 0 0,1 0 1 0 0,0 1-1 0 0,0 0 0 0 0,0 1 0 0 0,0 1 0 0 0,-12 8 0 0 0,0-3 230 0 0,20-9-278 0 0,0-1 1 0 0,0 0 0 0 0,0 1 0 0 0,0-1-1 0 0,0 1 1 0 0,0 0 0 0 0,1 0 0 0 0,-5 4-1 0 0,7-5-34 0 0,0-1 0 0 0,0 0 0 0 0,-1 1 1 0 0,1-1-1 0 0,0 0 0 0 0,0 1 0 0 0,0-1 0 0 0,0 0 0 0 0,0 0 0 0 0,0 1 0 0 0,0-1 0 0 0,0 0 0 0 0,0 1 0 0 0,1-1 0 0 0,-1 0 0 0 0,0 0 0 0 0,0 1 0 0 0,0-1 0 0 0,0 0 1 0 0,0 1-1 0 0,0-1 0 0 0,1 0 0 0 0,-1 0 0 0 0,0 1 0 0 0,0-1 0 0 0,0 0 0 0 0,1 0 0 0 0,-1 0 0 0 0,0 1 0 0 0,0-1 0 0 0,1 0 0 0 0,-1 0 0 0 0,0 0 0 0 0,0 0 0 0 0,1 1 1 0 0,26 8 158 0 0,105 5-230 0 0,285 37-208 0 0,-322-38 190 0 0,-59-10-103 0 0,53-1 0 0 0,-71-3 53 0 0,0 1 0 0 0,0 1-1 0 0,0 0 1 0 0,0 2 0 0 0,23 5 0 0 0,-28 2-20 0 0,-10-5 136 0 0,-1-4 22 0 0,-1 1 0 0 0,0-1-1 0 0,0 1 1 0 0,1 0 0 0 0,-1-1 0 0 0,0 1-1 0 0,0 0 1 0 0,-1-1 0 0 0,1 1-1 0 0,0 0 1 0 0,-1 0 0 0 0,1 0 0 0 0,-1 0-1 0 0,1-1 1 0 0,-1 4 0 0 0,-1-2 8 0 0,0 1 1 0 0,0-1 0 0 0,0 0-1 0 0,-1 1 1 0 0,1-1 0 0 0,-1 0-1 0 0,0 0 1 0 0,0 0 0 0 0,-4 4-1 0 0,-6 8 133 0 0,0-1 0 0 0,-1-1 0 0 0,0 0-1 0 0,-1-1 1 0 0,-1 0 0 0 0,0-2-1 0 0,0 1 1 0 0,-17 7 0 0 0,-21 8 460 0 0,-61 21-1 0 0,75-32-462 0 0,-7 4 67 0 0,-5 3-33 0 0,-1-3-1 0 0,-1-1 1 0 0,-59 10 0 0 0,110-27-236 0 0,-1 0 0 0 0,1-1 1 0 0,0 1-1 0 0,-1-1 0 0 0,1 0 1 0 0,0 0-1 0 0,-1 0 0 0 0,1 0 0 0 0,0 0 1 0 0,-1 0-1 0 0,1 0 0 0 0,0-1 1 0 0,-1 1-1 0 0,1-1 0 0 0,0 0 1 0 0,0 0-1 0 0,-1 1 0 0 0,1-1 1 0 0,0-1-1 0 0,0 1 0 0 0,0 0 1 0 0,0 0-1 0 0,0-1 0 0 0,1 0 1 0 0,-1 1-1 0 0,-1-3 0 0 0,1 0-187 0 0,0-1 0 0 0,1 0-1 0 0,-1 0 1 0 0,1 0 0 0 0,1 0 0 0 0,-1 0 0 0 0,1 0-1 0 0,0 0 1 0 0,0-8 0 0 0,1 2-60 0 0,-1-89-2693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6:4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123 156 1361 0 0,'-5'-1'2147'0'0,"-81"-6"-1173"0"0,87 4-696 0 0,9-3-204 0 0,6-4 388 0 0,-16 7-349 0 0,0 1 0 0 0,0-1-1 0 0,0 0 1 0 0,0 1 0 0 0,0-1 0 0 0,-1 1 0 0 0,1-1 0 0 0,-1 0 0 0 0,1 1 0 0 0,-1 0-1 0 0,0-1 1 0 0,0 1 0 0 0,-1-1 0 0 0,1 1 0 0 0,0 0 0 0 0,-1 0 0 0 0,1 0 0 0 0,-1 0-1 0 0,-2-3 1 0 0,-5-5 18 0 0,8 7-23 0 0,0-1 0 0 0,-1 1 1 0 0,1 0-1 0 0,0-1 1 0 0,1 1-1 0 0,-1-1 1 0 0,1 1-1 0 0,0-1 0 0 0,-1 0 1 0 0,1 1-1 0 0,1-1 1 0 0,0-6-1 0 0,0-4 2378 0 0,-6 13-1686 0 0,-17 1-160 0 0,23 0-626 0 0,-1 0 1 0 0,0 0-1 0 0,0 0 0 0 0,0 0 0 0 0,0 0 0 0 0,1 0 0 0 0,-1 0 1 0 0,0 1-1 0 0,0-1 0 0 0,0 0 0 0 0,0 0 0 0 0,0 0 0 0 0,0 0 1 0 0,1 0-1 0 0,-1 0 0 0 0,0 1 0 0 0,0-1 0 0 0,0 0 0 0 0,0 0 1 0 0,0 0-1 0 0,0 0 0 0 0,0 1 0 0 0,0-1 0 0 0,0 0 0 0 0,0 0 1 0 0,0 0-1 0 0,0 1 0 0 0,0-1 0 0 0,0 0 0 0 0,0 0 0 0 0,0 0 0 0 0,0 0 1 0 0,0 1-1 0 0,0-1 0 0 0,0 0 0 0 0,0 0 0 0 0,0 0 0 0 0,0 0 1 0 0,0 1-1 0 0,0-1 0 0 0,0 0 0 0 0,0 0 0 0 0,0 0 0 0 0,0 0 1 0 0,-1 1-1 0 0,1-1 0 0 0,0 0 0 0 0,0 0 0 0 0,0 0 0 0 0,0 0 1 0 0,0 0-1 0 0,-1 0 0 0 0,1 1 0 0 0,0-1 0 0 0,0 0 0 0 0,0 0 1 0 0,0 0-1 0 0,-1 0 0 0 0,1 0 0 0 0,0 0 17 0 0,13 11 37 0 0,-2 0 0 0 0,0 1 0 0 0,0 0 0 0 0,-1 1 1 0 0,0 0-1 0 0,12 23 0 0 0,39 97 31 0 0,-55-118-75 0 0,1 2 3 0 0,-1 0-1 0 0,-1 1 1 0 0,-1 0 0 0 0,0 0-1 0 0,-2 0 1 0 0,0 0 0 0 0,0 24-1 0 0,-1-17-49 0 0,1 0 1 0 0,11 47-1 0 0,-7-49-199 0 0,-2 0 0 0 0,2 44 1 0 0,-7-46-6 0 0,3 34-1555 0 0,-2-54 1714 0 0,0 0 1 0 0,0 0-1 0 0,0 0 1 0 0,0 0 0 0 0,0-1-1 0 0,1 1 1 0 0,-1 0 0 0 0,0 0-1 0 0,1 0 1 0 0,-1-1-1 0 0,1 1 1 0 0,-1 0 0 0 0,1 0-1 0 0,-1-1 1 0 0,1 1 0 0 0,-1 0-1 0 0,1-1 1 0 0,0 1-1 0 0,-1-1 1 0 0,1 1 0 0 0,0-1-1 0 0,-1 1 1 0 0,1-1 0 0 0,0 1-1 0 0,0-1 1 0 0,0 0-1 0 0,0 1 1 0 0,-1-1 0 0 0,1 0-1 0 0,0 0 1 0 0,0 1 0 0 0,0-1-1 0 0,0 0 1 0 0,0 0-1 0 0,-1 0 1 0 0,1 0 0 0 0,0 0-1 0 0,0-1 1 0 0,0 1 0 0 0,0 0-1 0 0,0 0 1 0 0,0 0 0 0 0,-1-1-1 0 0,1 1 1 0 0,0 0-1 0 0,1-2 1 0 0,3-1-153 0 0,0 0-1 0 0,0 0 1 0 0,0-1-1 0 0,-1 0 1 0 0,0 0 0 0 0,1 0-1 0 0,-1 0 1 0 0,-1-1-1 0 0,1 1 1 0 0,-1-1 0 0 0,4-6-1 0 0,8-11-909 0 0,44-52-3579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6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1110 40 560 0 0,'-19'-7'1033'0'0,"-1"2"-1"0"0,1 0 1 0 0,-31-3-1 0 0,-2 0 161 0 0,27 5-1050 0 0,0 1 1 0 0,0 1-1 0 0,0 1 1 0 0,1 1 0 0 0,-1 1-1 0 0,0 2 1 0 0,1 0-1 0 0,-1 1 1 0 0,1 2 0 0 0,0 0-1 0 0,1 2 1 0 0,0 1-1 0 0,1 0 1 0 0,-1 2 0 0 0,2 0-1 0 0,-32 25 1 0 0,48-32-133 0 0,0 0 0 0 0,0 0 0 0 0,1 0 0 0 0,0 1 0 0 0,-5 8 0 0 0,7-10-3 0 0,0 0 1 0 0,-1-1 0 0 0,0 1-1 0 0,1 0 1 0 0,-1-1-1 0 0,0 0 1 0 0,-1 0-1 0 0,1 0 1 0 0,0 0-1 0 0,-7 4 1 0 0,-5 3 34 0 0,-12 8 141 0 0,-117 22 469 0 0,117-30-474 0 0,-33 14-91 0 0,56-22-89 0 0,1-1 0 0 0,-1 2 0 0 0,1-1 0 0 0,-1 0 0 0 0,1 1-1 0 0,0-1 1 0 0,0 1 0 0 0,0 0 0 0 0,1 0 0 0 0,-1 0 0 0 0,-3 7 0 0 0,-5 27 67 0 0,0-17-26 0 0,9-17-31 0 0,0 0 0 0 0,0 0 0 0 0,1 1 0 0 0,-1-1 0 0 0,1 0 0 0 0,0 1 0 0 0,-1-1 0 0 0,2 1-1 0 0,-1-1 1 0 0,0 1 0 0 0,0 5 0 0 0,1-7-8 0 0,0 0 0 0 0,0 0-1 0 0,0 0 1 0 0,-1 0 0 0 0,1 0-1 0 0,-1 0 1 0 0,0 0 0 0 0,1 0-1 0 0,-1 0 1 0 0,0 0 0 0 0,0 0-1 0 0,0-1 1 0 0,0 1 0 0 0,0 0-1 0 0,-1-1 1 0 0,1 1 0 0 0,0-1-1 0 0,-3 3 1 0 0,-5 6 0 0 0,-7 10-1 0 0,14-18 1 0 0,0 0 0 0 0,0 1-1 0 0,0-1 1 0 0,0 1 0 0 0,1-1 0 0 0,-1 1-1 0 0,1-1 1 0 0,-1 1 0 0 0,1 0 0 0 0,0 0-1 0 0,0-1 1 0 0,0 1 0 0 0,1 0 0 0 0,-1 0-1 0 0,1 0 1 0 0,-1 5 0 0 0,3 19 22 0 0,-1-19-17 0 0,-1 0-1 0 0,1 0 1 0 0,-2 0-1 0 0,1 0 0 0 0,-1 0 1 0 0,0 0-1 0 0,-4 15 1 0 0,1-15-6 0 0,1 1 0 0 0,0-1 0 0 0,0 1 0 0 0,0 0 0 0 0,2 0 0 0 0,-1 0 0 0 0,1 0 0 0 0,0 17 0 0 0,0 7 6 0 0,0-19 8 0 0,1 0 1 0 0,0-1 0 0 0,1 1 0 0 0,4 21 0 0 0,2-1 61 0 0,-1 1 1 0 0,-2 0 0 0 0,0 55-1 0 0,-4-74-66 0 0,-1-11-11 0 0,1 1 0 0 0,0-1 0 0 0,0 0 0 0 0,0 1 0 0 0,1-1 0 0 0,-1 1 0 0 0,1-1-1 0 0,4 10 1 0 0,3 3-22 0 0,-2-3 41 0 0,1 0 0 0 0,1-1 0 0 0,0 0 0 0 0,19 23 0 0 0,-20-32-15 0 0,0 0 0 0 0,0-1-1 0 0,0 0 1 0 0,1 0 0 0 0,0 0-1 0 0,0-1 1 0 0,0-1 0 0 0,12 4 0 0 0,-10-3-1 0 0,36 8 26 0 0,0-2 0 0 0,0-2-1 0 0,1-2 1 0 0,-1-2 0 0 0,1-2 0 0 0,0-2 0 0 0,0-2 0 0 0,0-2 0 0 0,-1-2 0 0 0,64-18 0 0 0,-79 15 75 0 0,-1-1 0 0 0,0-1 1 0 0,-1-1-1 0 0,-1-1 0 0 0,0-2 1 0 0,-1-1-1 0 0,48-39 1 0 0,-69 50-68 0 0,0 1 0 0 0,-1-1 0 0 0,1 0 0 0 0,-1-1 0 0 0,0 1 0 0 0,-1-1 0 0 0,0 0 0 0 0,0 0 1 0 0,0-1-1 0 0,-1 1 0 0 0,0-1 0 0 0,3-11 0 0 0,-2-1 66 0 0,-2-1 0 0 0,0 0 0 0 0,-2-33 0 0 0,0 26-46 0 0,-1 12-15 0 0,0 0 0 0 0,-2 0-1 0 0,0 0 1 0 0,0 0 0 0 0,-2 0 0 0 0,0 1-1 0 0,0-1 1 0 0,-2 1 0 0 0,-9-16-1 0 0,6 9 7 0 0,-38-87 126 0 0,27 71-100 0 0,-2 1 0 0 0,-2 1-1 0 0,-1 1 1 0 0,-2 2-1 0 0,-1 0 1 0 0,-2 2 0 0 0,0 2-1 0 0,-52-38 1 0 0,78 64-89 0 0,-1 0 1 0 0,1 0-1 0 0,0 0 0 0 0,-1 1 0 0 0,0 0 1 0 0,1 0-1 0 0,-1 0 0 0 0,0 1 1 0 0,0 0-1 0 0,0 0 0 0 0,0 0 1 0 0,0 1-1 0 0,-8 0 0 0 0,12 1-71 0 0,0-1 0 0 0,0 0 0 0 0,-1 1 0 0 0,1 0 0 0 0,0 0 0 0 0,0-1 0 0 0,0 1-1 0 0,0 1 1 0 0,0-1 0 0 0,0 0 0 0 0,0 0 0 0 0,0 1 0 0 0,0-1 0 0 0,1 1 0 0 0,-1-1 0 0 0,1 1 0 0 0,-1 0-1 0 0,1 0 1 0 0,-1 0 0 0 0,1 0 0 0 0,0 0 0 0 0,0 0 0 0 0,0 0 0 0 0,0 0 0 0 0,0 0 0 0 0,1 0 0 0 0,-1 1-1 0 0,1-1 1 0 0,-1 0 0 0 0,1 0 0 0 0,0 1 0 0 0,0-1 0 0 0,0 0 0 0 0,0 5 0 0 0,0 4-266 0 0,0 0 0 0 0,1 1 0 0 0,0-1 0 0 0,0 0 0 0 0,2 0 0 0 0,-1 0 0 0 0,1 0 0 0 0,1 0 0 0 0,0 0 0 0 0,0-1 0 0 0,1 0 0 0 0,10 15 0 0 0,5 0-1995 0 0,45 43 1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5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1404 227 2081 0 0,'-46'2'2311'0'0,"32"-1"-1798"0"0,-1 0 0 0 0,0-2-1 0 0,-18-1 1 0 0,-63-12 647 0 0,22 8-533 0 0,44 2-566 0 0,1 2 0 0 0,-1 0-1 0 0,1 3 1 0 0,-1 0-1 0 0,1 2 1 0 0,-1 1-1 0 0,1 1 1 0 0,1 2-1 0 0,-1 1 1 0 0,1 1-1 0 0,0 1 1 0 0,-29 16-1 0 0,47-21-54 0 0,0-1 0 0 0,0 0 0 0 0,-1 0-1 0 0,-16 2 1 0 0,-37 13 72 0 0,16 1 8 0 0,-60 35-1 0 0,8-2 51 0 0,61-31-133 0 0,-67 54 0 0 0,64-46 71 0 0,33-22-71 0 0,0 1 0 0 0,0 0 0 0 0,1 1-1 0 0,-7 10 1 0 0,7-10-4 0 0,7-8 3 0 0,0 0-1 0 0,0-1 0 0 0,1 1 0 0 0,-1-1 0 0 0,1 1 1 0 0,-1 0-1 0 0,1 0 0 0 0,-1-1 0 0 0,1 1 0 0 0,0 0 0 0 0,0 0 1 0 0,0-1-1 0 0,0 1 0 0 0,0 0 0 0 0,1 2 0 0 0,-1-3 2 0 0,1 1 0 0 0,-1-1 0 0 0,0 0 0 0 0,0 0 0 0 0,0 1 0 0 0,0-1 0 0 0,0 0 0 0 0,0 1 0 0 0,0-1-1 0 0,0 0 1 0 0,-1 1 0 0 0,1-1 0 0 0,0 0 0 0 0,-1 0 0 0 0,1 0 0 0 0,-1 1 0 0 0,0-1 0 0 0,1 0 0 0 0,-1 0-1 0 0,-1 2 1 0 0,-7 1 29 0 0,8-4-30 0 0,1 0 0 0 0,-1 0 0 0 0,0 0 0 0 0,0 0-1 0 0,0 0 1 0 0,1 1 0 0 0,-1-1 0 0 0,0 0 0 0 0,0 1-1 0 0,1-1 1 0 0,-1 1 0 0 0,0-1 0 0 0,1 1 0 0 0,-1-1-1 0 0,0 1 1 0 0,1-1 0 0 0,-1 1 0 0 0,1 0 0 0 0,-1-1-1 0 0,1 1 1 0 0,-1 0 0 0 0,1-1 0 0 0,-1 1 0 0 0,1 0 0 0 0,0 0-1 0 0,-1-1 1 0 0,1 1 0 0 0,0 0 0 0 0,0 0 0 0 0,0 0-1 0 0,-1-1 1 0 0,1 1 0 0 0,0 1 0 0 0,0-1-1 0 0,0 1 0 0 0,0-1 0 0 0,0 0 0 0 0,0 0 0 0 0,-1 0 0 0 0,1 0 0 0 0,-1 0 0 0 0,1 0 0 0 0,-1 0 1 0 0,1 0-1 0 0,-1 0 0 0 0,1 0 0 0 0,-1 0 0 0 0,0 0 0 0 0,1 0 0 0 0,-1 0 0 0 0,0 0 0 0 0,0-1 0 0 0,0 1 0 0 0,0 0 0 0 0,0-1 0 0 0,-1 2 1 0 0,1-2-5 0 0,0 1 1 0 0,-1 0 0 0 0,1 0 0 0 0,0 0-1 0 0,0 0 1 0 0,0 0 0 0 0,0 1 0 0 0,0-1-1 0 0,0 0 1 0 0,0 0 0 0 0,0 1 0 0 0,0-1-1 0 0,1 1 1 0 0,-1-1 0 0 0,1 0 0 0 0,-1 1 0 0 0,1-1-1 0 0,-1 1 1 0 0,1-1 0 0 0,0 1 0 0 0,-1 0-1 0 0,1 2 1 0 0,0 8-22 0 0,-1-8 26 0 0,1 0 1 0 0,0 0-1 0 0,0 1 0 0 0,0-1 0 0 0,0 0 0 0 0,1 0 0 0 0,0-1 1 0 0,0 1-1 0 0,0 0 0 0 0,2 5 0 0 0,6 5 9 0 0,-7-11-11 0 0,0-1 1 0 0,0 0-1 0 0,-1 1 0 0 0,1-1 0 0 0,-1 1 0 0 0,1 0 0 0 0,-1 0 0 0 0,0-1 1 0 0,0 1-1 0 0,-1 0 0 0 0,1 0 0 0 0,0 0 0 0 0,-1 0 0 0 0,0 3 0 0 0,0 90 0 0 0,0-95 2 0 0,0 1 0 0 0,0-1 0 0 0,1 1 0 0 0,-1-1-1 0 0,0 1 1 0 0,0-1 0 0 0,1 1 0 0 0,-1-1-1 0 0,1 1 1 0 0,-1-1 0 0 0,1 0 0 0 0,0 1-1 0 0,0-1 1 0 0,-1 0 0 0 0,1 0 0 0 0,0 1-1 0 0,0-1 1 0 0,0 0 0 0 0,0 0 0 0 0,1 0 0 0 0,-1 0-1 0 0,2 1 1 0 0,-2-1-3 0 0,0-1 0 0 0,0 1 0 0 0,0 0-1 0 0,0 0 1 0 0,0 0 0 0 0,0 0 0 0 0,0 0 0 0 0,0 0-1 0 0,0 1 1 0 0,0-1 0 0 0,-1 0 0 0 0,1 0 0 0 0,0 0-1 0 0,-1 1 1 0 0,1-1 0 0 0,-1 0 0 0 0,0 1 0 0 0,1-1 0 0 0,-1 1-1 0 0,0-1 1 0 0,0 0 0 0 0,0 3 0 0 0,0-4 0 0 0,0 1 1 0 0,0 0 0 0 0,0-1-1 0 0,0 1 1 0 0,0 0-1 0 0,1-1 1 0 0,-1 1-1 0 0,0 0 1 0 0,0-1 0 0 0,0 1-1 0 0,0 0 1 0 0,1-1-1 0 0,-1 1 1 0 0,0 0 0 0 0,1-1-1 0 0,-1 1 1 0 0,1-1-1 0 0,-1 1 1 0 0,0-1 0 0 0,1 1-1 0 0,-1-1 1 0 0,1 1-1 0 0,-1-1 1 0 0,1 1-1 0 0,0-1 1 0 0,-1 0 0 0 0,1 1-1 0 0,-1-1 1 0 0,1 0-1 0 0,0 0 1 0 0,-1 1 0 0 0,1-1-1 0 0,0 0 1 0 0,-1 0-1 0 0,1 0 1 0 0,0 0-1 0 0,0 0 1 0 0,0 0 1 0 0,0 0-1 0 0,-1 0 0 0 0,1 0 1 0 0,0 1-1 0 0,-1-1 1 0 0,1 0-1 0 0,0 0 0 0 0,-1 0 1 0 0,1 1-1 0 0,0-1 1 0 0,-1 0-1 0 0,1 1 0 0 0,-1-1 1 0 0,1 0-1 0 0,0 1 1 0 0,-1-1-1 0 0,1 1 1 0 0,-1-1-1 0 0,1 1 0 0 0,-1-1 1 0 0,0 1-1 0 0,1-1 1 0 0,-1 1-1 0 0,1-1 0 0 0,-1 1 1 0 0,0 0-1 0 0,0-1 1 0 0,1 1-1 0 0,-1 0 0 0 0,0-1 1 0 0,0 1-1 0 0,0 0 1 0 0,0-1-1 0 0,0 1 1 0 0,0 0-1 0 0,0-1 0 0 0,0 2 1 0 0,1 1 3 0 0,-1-1 0 0 0,0 1-1 0 0,1-1 1 0 0,0 1 0 0 0,0-1 0 0 0,-1 1 0 0 0,1-1 0 0 0,1 1 0 0 0,-1-1 0 0 0,0 0 0 0 0,1 0-1 0 0,-1 1 1 0 0,1-1 0 0 0,-1 0 0 0 0,1 0 0 0 0,0-1 0 0 0,3 4 0 0 0,38 24-14 0 0,-24-18 3 0 0,23 32-60 0 0,-12-27 73 0 0,1-2-1 0 0,0-1 0 0 0,1-2 0 0 0,0 0 0 0 0,49 8 0 0 0,34 11 31 0 0,-65-17-45 0 0,1-3-1 0 0,0-1 0 0 0,74 2 1 0 0,-51-5 7 0 0,32 3 28 0 0,295 34 162 0 0,-349-38-144 0 0,96-1 0 0 0,29 2 28 0 0,-78 5-9 0 0,281 37 527 0 0,-290-38-206 0 0,123 0 0 0 0,-14-3 209 0 0,-180-4-481 0 0,1-1 0 0 0,0 0 0 0 0,0-2 0 0 0,0-1 0 0 0,0 0 0 0 0,0-1 0 0 0,0-1 0 0 0,-1-1 0 0 0,32-11 0 0 0,409-138 2168 0 0,-106 40-1158 0 0,-287 91-929 0 0,2 2 0 0 0,85-12-1 0 0,-60 13-10 0 0,-79 16-121 0 0,0-1 0 0 0,0-1 0 0 0,-1 0 1 0 0,0-1-1 0 0,23-12 0 0 0,-14 6-28 0 0,-17 8-8 0 0,0-1 0 0 0,-1 1 0 0 0,1-1-1 0 0,-1 0 1 0 0,0 0 0 0 0,0 0-1 0 0,-1-1 1 0 0,0 1 0 0 0,0-1-1 0 0,4-8 1 0 0,30-37 157 0 0,-31 44-166 0 0,-1-1 1 0 0,0 1-1 0 0,0-2 0 0 0,-1 1 0 0 0,0-1 0 0 0,4-11 1 0 0,16-25 122 0 0,-5 23-51 0 0,-16 18-82 0 0,0 1 1 0 0,-1 0 0 0 0,0-1-1 0 0,1 1 1 0 0,-1-1-1 0 0,-1 0 1 0 0,1 0 0 0 0,-1 0-1 0 0,1 0 1 0 0,-1-1 0 0 0,0 1-1 0 0,2-9 1 0 0,-4 11-3 0 0,0 1 0 0 0,0-1-1 0 0,1 0 1 0 0,-1 1 0 0 0,0-1 0 0 0,1 0 0 0 0,-1 1-1 0 0,1-1 1 0 0,0 1 0 0 0,-1-1 0 0 0,1 1 0 0 0,0-1-1 0 0,0 1 1 0 0,0 0 0 0 0,0-1 0 0 0,0 1 0 0 0,0 0 0 0 0,0 0-1 0 0,2-2 1 0 0,-1 2 0 0 0,-1 0 1 0 0,0-1-1 0 0,1 1 0 0 0,-1-1 0 0 0,0 1 0 0 0,0-1 0 0 0,1 0 1 0 0,-1 1-1 0 0,-1-1 0 0 0,1 0 0 0 0,0 0 0 0 0,0 0 1 0 0,-1 0-1 0 0,1 0 0 0 0,-1 0 0 0 0,1 0 0 0 0,-1 0 1 0 0,0 0-1 0 0,0-3 0 0 0,0-68 63 0 0,-1 70-65 0 0,1 1 1 0 0,-1 0 0 0 0,0 0-1 0 0,0 0 1 0 0,0 0 0 0 0,-1 1 0 0 0,1-1-1 0 0,0 0 1 0 0,-1 0 0 0 0,1 1-1 0 0,-1-1 1 0 0,1 1 0 0 0,-1-1 0 0 0,0 1-1 0 0,-3-3 1 0 0,-35-20 20 0 0,-114-50-89 0 0,-198-67-1 0 0,247 101 98 0 0,62 23-19 0 0,0 1 0 0 0,-59-13 0 0 0,93 27-12 0 0,-28-6 22 0 0,1 0 0 0 0,-68-28 0 0 0,66 21-49 0 0,0 2-1 0 0,-56-12 1 0 0,34 11-24 0 0,-190-39 131 0 0,-21-1-244 0 0,201 42 155 0 0,-42-3 69 0 0,0 4 0 0 0,-1 5 0 0 0,-125 9 0 0 0,121 7 86 0 0,-127 27 1 0 0,-28 3 13 0 0,245-38-232 0 0,1-1 1 0 0,-1-1-1 0 0,-52-8 0 0 0,78 8 66 0 0,0 0-76 0 0,0-1-15 0 0,0 1 0 0 0,-1-1 0 0 0,1 1 0 0 0,0 0 0 0 0,0-1 0 0 0,-1 1 0 0 0,1 0 0 0 0,0 0 0 0 0,0 0 0 0 0,-1 0 0 0 0,1 0 0 0 0,0 1 0 0 0,0-1 0 0 0,0 0 0 0 0,-1 0-1 0 0,1 1 1 0 0,0-1 0 0 0,0 1 0 0 0,0-1 0 0 0,0 1 0 0 0,0 0 0 0 0,-1-1 0 0 0,1 1 0 0 0,-1 1 0 0 0,13-2-2518 0 0,12-3 1268 0 0,135-22-5736 0 0,-69 6 3668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13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733 573 1361 0 0,'134'0'2708'0'0,"-105"-3"-865"0"0,-26-1-1819 0 0,50-15-24 0 0,-48 18 534 0 0,1 1-348 0 0,4-1-90 0 0,1 0-7 0 0,-9 1 498 0 0,-4 1 642 0 0,-58 8-456 0 0,36-7-509 0 0,0 2 0 0 0,0 1-1 0 0,-36 12 1 0 0,-158 56 456 0 0,154-34-653 0 0,32-24-58 0 0,-85 45 62 0 0,111-55-62 0 0,0 0-1 0 0,0 0 1 0 0,0 1 0 0 0,1-1 0 0 0,0 1 0 0 0,0 0-1 0 0,0 1 1 0 0,1-1 0 0 0,0 1 0 0 0,0 0 0 0 0,0 0 0 0 0,1 0-1 0 0,0 0 1 0 0,-2 10 0 0 0,1-5 5 0 0,-1 0-1 0 0,0-1 1 0 0,-11 19 0 0 0,1-9 10 0 0,7-10-2 0 0,0 0 0 0 0,1 1 0 0 0,0 0-1 0 0,-7 17 1 0 0,2 10 11 0 0,8-24-18 0 0,-1 0 0 0 0,0-1 0 0 0,-12 22 0 0 0,7-20-17 0 0,8-14 3 0 0,0 0 0 0 0,1 0 0 0 0,-1 0 0 0 0,1 0 0 0 0,0 0 0 0 0,0 0 0 0 0,0 1 0 0 0,0-1 0 0 0,0 0 1 0 0,0 1-1 0 0,0-1 0 0 0,1 1 0 0 0,-1-1 0 0 0,1 6 0 0 0,0-7 6 0 0,0 1 0 0 0,0 0 0 0 0,-1-1 1 0 0,1 1-1 0 0,0 0 0 0 0,-1-1 0 0 0,1 1 1 0 0,-1-1-1 0 0,1 1 0 0 0,-1 0 0 0 0,0-1 1 0 0,0 0-1 0 0,1 1 0 0 0,-1-1 0 0 0,0 1 1 0 0,0-1-1 0 0,-1 0 0 0 0,1 0 0 0 0,0 0 0 0 0,0 1 1 0 0,-3 0-1 0 0,-5 7 47 0 0,-23 24 213 0 0,27-20-59 0 0,-1 0 24 0 0,-12-2-128 0 0,16-10-94 0 0,-1 0 1 0 0,1 0 0 0 0,0 0-1 0 0,0 0 1 0 0,-1 1-1 0 0,1-1 1 0 0,0 1-1 0 0,0-1 1 0 0,0 1 0 0 0,0-1-1 0 0,1 1 1 0 0,-1 0-1 0 0,0 0 1 0 0,1 0-1 0 0,-1 0 1 0 0,1 0 0 0 0,0 1-1 0 0,-1-1 1 0 0,1 0-1 0 0,0 1 1 0 0,1-1-1 0 0,-2 5 1 0 0,1 17 55 0 0,0-15-62 0 0,0 0-1 0 0,1 0 0 0 0,0 0 1 0 0,1 0-1 0 0,0 0 1 0 0,0 0-1 0 0,4 12 0 0 0,16 21 51 0 0,-10 10-28 0 0,10 9 54 0 0,-10 5 54 0 0,-1-30-81 0 0,-6-23-26 0 0,0 0 0 0 0,-1 0-1 0 0,-1 1 1 0 0,2 24 0 0 0,-3-2 66 0 0,0-26-68 0 0,0 1 0 0 0,0-1 0 0 0,-2 1 0 0 0,1-1 0 0 0,-1 0 0 0 0,-1 1 0 0 0,-4 15 0 0 0,-4-6-13 0 0,8-17-9 0 0,0 0-1 0 0,0 0 0 0 0,0 1 1 0 0,1-1-1 0 0,-1 1 0 0 0,1-1 0 0 0,0 1 1 0 0,0-1-1 0 0,0 1 0 0 0,1-1 1 0 0,-1 7-1 0 0,1-6 13 0 0,0 0-1 0 0,0 0 1 0 0,0 0-1 0 0,0 0 1 0 0,0 0-1 0 0,-1-1 1 0 0,0 1-1 0 0,0 0 1 0 0,0 0 0 0 0,0-1-1 0 0,-1 1 1 0 0,1 0-1 0 0,-1-1 1 0 0,0 1-1 0 0,0-1 1 0 0,0 0-1 0 0,0 0 1 0 0,-5 5-1 0 0,5-5-10 0 0,-1 9 6 0 0,3-11-5 0 0,0 1 1 0 0,0-1-1 0 0,0 0 0 0 0,0 0 0 0 0,0 0 0 0 0,0 0 0 0 0,-1 0 0 0 0,1 1 0 0 0,0-1 0 0 0,-1 0 0 0 0,1 0 0 0 0,-1 0 0 0 0,1 0 0 0 0,-1 0 1 0 0,1 0-1 0 0,-1 0 0 0 0,0-1 0 0 0,-1 2 0 0 0,1-1-1 0 0,-1 0 0 0 0,0 0-1 0 0,0-1 1 0 0,1 1 0 0 0,-1 0 0 0 0,1 0 0 0 0,-1 0-1 0 0,1 1 1 0 0,-1-1 0 0 0,1 0 0 0 0,0 1 0 0 0,-1-1-1 0 0,1 1 1 0 0,0-1 0 0 0,0 1 0 0 0,0-1 0 0 0,0 1 0 0 0,0 0-1 0 0,1-1 1 0 0,-1 1 0 0 0,0 0 0 0 0,1 0 0 0 0,-1 0-1 0 0,1-1 1 0 0,0 1 0 0 0,0 0 0 0 0,-1 0 0 0 0,1 0-1 0 0,0 0 1 0 0,1 0 0 0 0,-1 0 0 0 0,0-1 0 0 0,0 1-1 0 0,1 0 1 0 0,-1 0 0 0 0,1 0 0 0 0,0-1 0 0 0,0 1 0 0 0,-1 0-1 0 0,1 0 1 0 0,2 2 0 0 0,6 9 57 0 0,0 0 0 0 0,21 23-1 0 0,13 16 51 0 0,-30-33-101 0 0,-5-8 4 0 0,0 1 0 0 0,-1-1 0 0 0,-1 1 0 0 0,10 24 0 0 0,-5 17 0 0 0,0-25-14 0 0,-8-22 1 0 0,-1-1 1 0 0,0 1-1 0 0,0 0 1 0 0,0 0-1 0 0,0 0 1 0 0,-1 0-1 0 0,0 0 1 0 0,0 7-1 0 0,-1 128 159 0 0,0-140-159 0 0,0-1 0 0 0,0 1-1 0 0,0 0 1 0 0,0 0 0 0 0,1 0 0 0 0,-1-1-1 0 0,0 1 1 0 0,1 0 0 0 0,-1 0-1 0 0,0-1 1 0 0,1 1 0 0 0,-1 0 0 0 0,1-1-1 0 0,-1 1 1 0 0,1 0 0 0 0,0-1 0 0 0,-1 1-1 0 0,1-1 1 0 0,-1 1 0 0 0,1-1-1 0 0,0 1 1 0 0,-1-1 0 0 0,1 0 0 0 0,0 1-1 0 0,0-1 1 0 0,-1 0 0 0 0,2 1 0 0 0,-1-1-2 0 0,0 0 0 0 0,0 1 0 0 0,0-1 1 0 0,0 1-1 0 0,0-1 0 0 0,0 1 1 0 0,0-1-1 0 0,-1 1 0 0 0,1 0 1 0 0,0-1-1 0 0,0 1 0 0 0,0 0 0 0 0,-1 0 1 0 0,1-1-1 0 0,0 1 0 0 0,-1 0 1 0 0,1 0-1 0 0,-1 0 0 0 0,1 0 1 0 0,-1 0-1 0 0,0 0 0 0 0,1 0 0 0 0,-1 0 1 0 0,0 0-1 0 0,0 0 0 0 0,1 0 1 0 0,-1 0-1 0 0,0 1 0 0 0,0-1 5 0 0,1 1-1 0 0,-1-1 1 0 0,1 0-1 0 0,0 0 1 0 0,0 0-1 0 0,0 0 1 0 0,-1 0-1 0 0,1 0 1 0 0,0 0-1 0 0,0 0 1 0 0,0 0-1 0 0,0 0 1 0 0,1 0-1 0 0,-1 0 1 0 0,0-1-1 0 0,0 1 1 0 0,0-1-1 0 0,1 1 1 0 0,-1-1-1 0 0,0 1 1 0 0,2-1-1 0 0,6 5 27 0 0,15 13-21 0 0,0 1-1 0 0,-1 1 1 0 0,22 24 0 0 0,31 28 76 0 0,-57-56-62 0 0,-1 2 1 0 0,0 0-1 0 0,27 37 0 0 0,3-20 124 0 0,-38-20-98 0 0,-8-13-52 0 0,-1 1 1 0 0,1-1-1 0 0,0 0 1 0 0,-1 0-1 0 0,1 0 1 0 0,0 0-1 0 0,0 0 1 0 0,0-1-1 0 0,1 1 1 0 0,-1-1-1 0 0,0 1 1 0 0,0-1-1 0 0,6 2 0 0 0,-7-2 3 0 0,23 10 0 0 0,-1 1 0 0 0,0 1 0 0 0,-1 0 0 0 0,34 29 0 0 0,-52-38 12 0 0,-1-1 0 0 0,1 0 0 0 0,0 1-1 0 0,1-1 1 0 0,-1-1 0 0 0,0 1-1 0 0,1-1 1 0 0,-1 1 0 0 0,1-1-1 0 0,8 2 1 0 0,33 17 6 0 0,-33-13-6 0 0,0-1-1 0 0,0-1 1 0 0,18 7 0 0 0,27 13 21 0 0,-36-16-37 0 0,0 0 0 0 0,1-2-1 0 0,0-1 1 0 0,31 6 0 0 0,26 9 12 0 0,-56-16-8 0 0,-1-1 0 0 0,1-1-1 0 0,32 2 1 0 0,35 6-12 0 0,-74-9-1 0 0,1 0 1 0 0,28 0-1 0 0,6-1-16 0 0,58 2-31 0 0,140-14-1 0 0,109-30-112 0 0,-359 40 173 0 0,159-28-52 0 0,171-52 0 0 0,44-8-17 0 0,255-18 229 0 0,-260 59 47 0 0,124-20 120 0 0,-397 50-342 0 0,224-48-10 0 0,-210 37 118 0 0,158-39-53 0 0,-18 0-173 0 0,175-10 157 0 0,-307 60 98 0 0,229-23-42 0 0,-22 19 80 0 0,126 24 363 0 0,13 0-32 0 0,-213-10-237 0 0,-202 6-142 0 0,0-3 0 0 0,-1-1 0 0 0,1-3 0 0 0,49-15 0 0 0,36-10-91 0 0,-50 14 38 0 0,5 0-53 0 0,99-8 1 0 0,-65 11-20 0 0,457-39 26 0 0,-413 41 241 0 0,-1-8-1 0 0,268-71 1 0 0,-410 86-264 0 0,-1-2 1 0 0,-1 0-1 0 0,1-2 1 0 0,-2 0-1 0 0,25-17 1 0 0,100-82 95 0 0,-94 68 71 0 0,98-83 110 0 0,-123 104-229 0 0,1 1 0 0 0,1 2-1 0 0,1 0 1 0 0,0 2 0 0 0,44-16-1 0 0,53-28-49 0 0,-117 53 27 0 0,-1 0 0 0 0,0 0 1 0 0,0 0-1 0 0,-1-1 0 0 0,0-1 1 0 0,0 1-1 0 0,-1-1 0 0 0,12-18 0 0 0,-4 6 34 0 0,-11 15-39 0 0,0-1 0 0 0,0 0 1 0 0,-1 0-1 0 0,0-1 0 0 0,0 1 0 0 0,0-1 0 0 0,-1 1 0 0 0,0-1 0 0 0,0-8 0 0 0,5-15-57 0 0,14-32-100 0 0,-10-3 0 0 0,10-2 67 0 0,-10-6 54 0 0,-2 35-1 0 0,-4 19 0 0 0,-1 1 0 0 0,0-2 1 0 0,1-34-1 0 0,-5-221-66 0 0,-1 265 81 0 0,0-1-1 0 0,-1 0 1 0 0,0 1 0 0 0,0-1-1 0 0,-1 1 1 0 0,-7-18 0 0 0,4 13 4 0 0,3 8 7 0 0,1 0 1 0 0,-2 0-1 0 0,1 0 0 0 0,-1 0 0 0 0,0 1 0 0 0,-1-1 0 0 0,0 1 0 0 0,0 0 0 0 0,-1 1 0 0 0,1-1 0 0 0,-1 1 0 0 0,-1 0 0 0 0,-9-6 0 0 0,-12-12-106 0 0,-1 2 0 0 0,-1 1 0 0 0,-45-24-1 0 0,-108-45 290 0 0,119 60-162 0 0,-428-179 212 0 0,419 185-247 0 0,-1 3 1 0 0,-1 3 0 0 0,-1 4 0 0 0,-152-10-1 0 0,-139 33-618 0 0,209-1 310 0 0,-196-14-1 0 0,-67-20 564 0 0,247 31-280 0 0,-318 50 0 0 0,267-25 139 0 0,130-18-38 0 0,-245 12 32 0 0,269-22-132 0 0,-108 15-1 0 0,162-15 39 0 0,-54 3-37 0 0,49-5 19 0 0,-1 1 0 0 0,1 1 0 0 0,0 1 0 0 0,-24 7 0 0 0,31-6 36 0 0,0 0 0 0 0,0-1 1 0 0,-1 0-1 0 0,1-1 0 0 0,-23 0 0 0 0,-14 1 0 0 0,-47 2-112 0 0,-26 4 270 0 0,-131 21-175 0 0,220-27 3 0 0,-69 15-1 0 0,23-3-100 0 0,-163 21-143 0 0,50 3 92 0 0,70-12 5 0 0,22-9 153 0 0,-150 18-18 0 0,217-34-23 0 0,17-1 26 0 0,1 1 1 0 0,0 0 0 0 0,-19 5 0 0 0,-57 8-35 0 0,-153 3 1 0 0,118-11 11 0 0,-103 15 59 0 0,-84 4 18 0 0,-24-13-49 0 0,-263 5 67 0 0,501-13-180 0 0,-61 6-54 0 0,-39 20 312 0 0,104-13-31 0 0,-130 6 0 0 0,67-17-94 0 0,-189 0 0 0 0,-22-19-113 0 0,171 8 96 0 0,-121-7 47 0 0,222 4-8 0 0,-146-18-4 0 0,225 24-51 0 0,10-6-201 0 0,-9 6 8 0 0,-34 0-6071 0 0,-26-4-1339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48 400 0 0,'0'-1'169'0'0,"0"0"-1"0"0,0 0 0 0 0,0 0 0 0 0,-1 0 1 0 0,1 0-1 0 0,0 1 0 0 0,0-1 1 0 0,-1 0-1 0 0,1 0 0 0 0,-1 0 1 0 0,1 1-1 0 0,-1-1 0 0 0,1 0 1 0 0,-1 1-1 0 0,1-1 0 0 0,-1 0 1 0 0,0 1-1 0 0,1-1 0 0 0,-1 1 1 0 0,0-1-1 0 0,0 1 0 0 0,1-1 1 0 0,-1 1-1 0 0,0 0 0 0 0,0-1 1 0 0,0 1-1 0 0,0 0 0 0 0,1-1 1 0 0,-1 1-1 0 0,0 0 0 0 0,0 0 1 0 0,0 0-1 0 0,0 0 0 0 0,0 0 1 0 0,0 0-1 0 0,1 0 0 0 0,-3 0 0 0 0,-36 6 1733 0 0,39-4-1812 0 0,0 0-1 0 0,0 0 1 0 0,0 0-1 0 0,0 1 1 0 0,0-1-1 0 0,0 0 1 0 0,0 0-1 0 0,1 0 0 0 0,-1 0 1 0 0,1-1-1 0 0,0 1 1 0 0,-1 0-1 0 0,1 0 1 0 0,0 0-1 0 0,0 0 1 0 0,0-1-1 0 0,0 1 1 0 0,2 2-1 0 0,7 7-56 0 0,7 9 42 0 0,-1 0 0 0 0,26 43 0 0 0,1 5 14 0 0,-31-52-64 0 0,-1 1 0 0 0,14 31 0 0 0,18 53 82 0 0,-39-95-92 0 0,0-1 0 0 0,0 0 0 0 0,1 0 0 0 0,0 0 0 0 0,0 0 0 0 0,0-1 0 0 0,7 5 0 0 0,-6-5 3 0 0,0 0 0 0 0,-1 1 0 0 0,1 0 0 0 0,-1 0 0 0 0,8 10 0 0 0,19 39 9 0 0,-27-34 23 0 0,-5-19-47 0 0,0 1 0 0 0,0-1 0 0 0,0 0 0 0 0,0 0 0 0 0,0 1 0 0 0,0-1 0 0 0,1 0 0 0 0,-1 0 0 0 0,0 0-1 0 0,1 0 1 0 0,-1 0 0 0 0,1 1 0 0 0,-1-1 0 0 0,1 0 0 0 0,1 1 0 0 0,4 5 20 0 0,1 0-1 0 0,0 0 1 0 0,1-1-1 0 0,0 0 0 0 0,0-1 1 0 0,0 0-1 0 0,0 0 0 0 0,1-1 1 0 0,12 5-1 0 0,-5-1-16 0 0,-12-6 16 0 0,0 0 0 0 0,-1-1 0 0 0,1 1 0 0 0,0-1 0 0 0,1 1 0 0 0,-1-1 0 0 0,6 1 0 0 0,-1-9 299 0 0,-3 6-239 0 0,-5 1-65 0 0,0 0 0 0 0,0 0 0 0 0,0 0-1 0 0,0 0 1 0 0,-1-1 0 0 0,1 1 0 0 0,0 0 0 0 0,0 0 0 0 0,0-1 0 0 0,-1 1 0 0 0,1 0 0 0 0,0-1 0 0 0,0 1 0 0 0,0-1 0 0 0,-1 1 0 0 0,1-1 0 0 0,0 1-1 0 0,-1-1 1 0 0,1 0 0 0 0,-1 1 0 0 0,1-1 0 0 0,-1 0 0 0 0,1 1 0 0 0,-1-1 0 0 0,1 0 0 0 0,-1 0 0 0 0,0 1 0 0 0,1-1 0 0 0,-1 0 0 0 0,0 0-1 0 0,0 0 1 0 0,1 0 0 0 0,-1 0 0 0 0,0 1 0 0 0,0-3 0 0 0,0-2 65 0 0,0 1 1 0 0,1-1-1 0 0,0 1 0 0 0,0-1 0 0 0,0 1 0 0 0,0-1 1 0 0,1 1-1 0 0,0 0 0 0 0,4-8 0 0 0,11-29 361 0 0,-9 10-129 0 0,0-1 0 0 0,-3 0 0 0 0,4-63 0 0 0,-6-123-359 0 0,-4 136-386 0 0,1 79 283 0 0,0 0 1 0 0,0 0 0 0 0,0 0 0 0 0,0 0 0 0 0,1 1-1 0 0,-1-1 1 0 0,1 0 0 0 0,0 0 0 0 0,0 0 0 0 0,0 0-1 0 0,0 1 1 0 0,0-1 0 0 0,1 0 0 0 0,-1 1-1 0 0,1-1 1 0 0,0 1 0 0 0,-1 0 0 0 0,1-1 0 0 0,0 1-1 0 0,1 0 1 0 0,-1 0 0 0 0,3-2 0 0 0,1 1-373 0 0,0 0 0 0 0,0 1 0 0 0,0 0 0 0 0,0-1 0 0 0,1 2 0 0 0,-1-1 0 0 0,1 1 1 0 0,10-1-1 0 0,47 0-5349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8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3041 0 0,'-1'0'130'0'0,"0"0"-1"0"0,-1 0 0 0 0,1 0 0 0 0,0-1 0 0 0,-1 2 0 0 0,1-1 0 0 0,0 0 0 0 0,-1 0 1 0 0,1 0-1 0 0,0 1 0 0 0,0-1 0 0 0,-1 0 0 0 0,1 1 0 0 0,0 0 0 0 0,0-1 1 0 0,-1 1-1 0 0,1 0 0 0 0,0-1 0 0 0,0 1 0 0 0,0 0 0 0 0,-1 1 0 0 0,-2 30 1656 0 0,4-16-1435 0 0,0-10-289 0 0,0 0 0 0 0,-1 0 0 0 0,0-1 0 0 0,0 1 0 0 0,-1 0 0 0 0,1-1 0 0 0,-1 1 0 0 0,-1-1 0 0 0,1 1 0 0 0,-1-1 0 0 0,0 0 0 0 0,0 0 0 0 0,-7 8 0 0 0,9-11-34 0 0,-1 0 1 0 0,0 0 0 0 0,1 0-1 0 0,-1 0 1 0 0,1 1-1 0 0,0-1 1 0 0,0 1 0 0 0,0-1-1 0 0,0 1 1 0 0,0-1-1 0 0,1 1 1 0 0,-1 0 0 0 0,1-1-1 0 0,-1 1 1 0 0,1 0-1 0 0,0-1 1 0 0,0 1 0 0 0,0 0-1 0 0,0-1 1 0 0,1 1 0 0 0,-1 0-1 0 0,1-1 1 0 0,0 1-1 0 0,0-1 1 0 0,2 5 0 0 0,-1-1 44 0 0,0 1 1 0 0,-1-1 0 0 0,1 0 0 0 0,-1 1-1 0 0,0-1 1 0 0,-1 8 0 0 0,1-5 27 0 0,0-1-1 0 0,0 1 1 0 0,1-1 0 0 0,0 1-1 0 0,0-1 1 0 0,6 13 0 0 0,-5-14-7 0 0,0 1-1 0 0,-1 1 1 0 0,0-1 0 0 0,0 0 0 0 0,-1 0-1 0 0,1 14 1 0 0,-2-4 82 0 0,-1-13-121 0 0,1 0 1 0 0,0 0 0 0 0,0 0-1 0 0,0 0 1 0 0,0 0-1 0 0,1 0 1 0 0,0 0-1 0 0,0 0 1 0 0,3 6 0 0 0,6 7-1 0 0,3 7 247 0 0,-10-5-3218 0 0,-3-69-1738 0 0,0 23 2027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9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61 2161 0 0,'0'0'2161'0'0,"0"7"-480"0"0,-25-7 800 0 0,25-7-2241 0 0,0 1-400 0 0,0-2-240 0 0,0-4-161 0 0,0 4-799 0 0,0-4-641 0 0,0 3-240 0 0,0 3 320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0 400 0 0,'-2'1'147'0'0,"1"-1"-81"0"0,0 0 0 0 0,0 0-1 0 0,0-1 1 0 0,0 2 0 0 0,-1-1 0 0 0,1 0-1 0 0,0 0 1 0 0,0 0 0 0 0,0 0 0 0 0,0 1-1 0 0,0-1 1 0 0,0 1 0 0 0,0-1 0 0 0,0 1-1 0 0,0-1 1 0 0,0 1 0 0 0,0-1 0 0 0,0 1 0 0 0,0 0-1 0 0,0 0 1 0 0,0-1 0 0 0,1 1 0 0 0,-1 0-1 0 0,0 0 1 0 0,0 0 0 0 0,1 0 0 0 0,-1 0-1 0 0,1 0 1 0 0,-1 0 0 0 0,1 0 0 0 0,-1 0-1 0 0,1 0 1 0 0,0 0 0 0 0,-1 0 0 0 0,1 0 0 0 0,0 0-1 0 0,0 1 1 0 0,0-1 0 0 0,0 0 0 0 0,0 0-1 0 0,0 0 1 0 0,0 3 2614 0 0,-17-6-1837 0 0,17 2-810 0 0,-1-1 0 0 0,1 1 0 0 0,0 0 0 0 0,-1 0 0 0 0,1 0 0 0 0,0-1-1 0 0,-1 1 1 0 0,1 0 0 0 0,0 0 0 0 0,-1 0 0 0 0,1 0 0 0 0,-1 0 0 0 0,1 0 0 0 0,0 0 0 0 0,-1 0 0 0 0,1 0 0 0 0,0 0 0 0 0,-1 0 0 0 0,1 0 0 0 0,-1 0 0 0 0,1 0 0 0 0,0 0 0 0 0,-1 0 0 0 0,1 0 0 0 0,0 0 0 0 0,-1 1 0 0 0,1-1 0 0 0,-1 0 0 0 0,1 0 0 0 0,0 0 0 0 0,0 1 0 0 0,-1-1 0 0 0,1 0 0 0 0,0 0-1 0 0,-1 1 1 0 0,1-1 0 0 0,0 0 0 0 0,0 1 0 0 0,-1-1 0 0 0,1 0 0 0 0,0 1 0 0 0,0-1 0 0 0,0 0 0 0 0,0 1 0 0 0,0-1 0 0 0,-1 1 0 0 0,1-1 0 0 0,0 0 0 0 0,0 1 0 0 0,0-1 0 0 0,0 0 0 0 0,0 1 0 0 0,0-1 0 0 0,0 1 0 0 0,0-1 0 0 0,0 1 0 0 0,0 0 153 0 0,70-14 455 0 0,79 6-334 0 0,-94 7-238 0 0,0 3 0 0 0,54 9 0 0 0,-82-6-6 0 0,0 0 1 0 0,-1 1-1 0 0,0 2 0 0 0,0 0 0 0 0,39 22 0 0 0,4 24 458 0 0,-53-42-401 0 0,-17-5-9 0 0,-39 4 62 0 0,28-9-150 0 0,-13 1 6 0 0,0-1 0 0 0,0-1 1 0 0,0-1-1 0 0,-46-3 1 0 0,23-1-17 0 0,-33-1-213 0 0,-152-29-1 0 0,229 32 95 0 0,1 1-1 0 0,-1 0 0 0 0,1-1 1 0 0,-1 0-1 0 0,1 0 0 0 0,0 0 1 0 0,-1 0-1 0 0,1-1 0 0 0,0 1 1 0 0,0-1-1 0 0,0 0 0 0 0,0 0 0 0 0,0 0 1 0 0,1 0-1 0 0,-5-4 0 0 0,7 4-5 0 0,0 0-1 0 0,0 1 1 0 0,-1-1-1 0 0,1 0 0 0 0,1 0 1 0 0,-1 0-1 0 0,0 0 1 0 0,0 1-1 0 0,1-1 0 0 0,-1 0 1 0 0,1 0-1 0 0,-1 1 1 0 0,1-1-1 0 0,0 0 0 0 0,0 1 1 0 0,0-1-1 0 0,0 1 1 0 0,0-1-1 0 0,0 1 0 0 0,0-1 1 0 0,0 1-1 0 0,1 0 1 0 0,-1-1-1 0 0,2-1 0 0 0,29-30-3782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30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29 1521 0 0,'6'-2'588'0'0,"-4"1"-422"0"0,-1 1-1 0 0,1 0 1 0 0,-1-1 0 0 0,1 1 0 0 0,-1-1 0 0 0,1 0 0 0 0,-1 0 0 0 0,1 1 0 0 0,-1-1 0 0 0,0 0 0 0 0,1 0 0 0 0,-1 0 0 0 0,0 0 0 0 0,0-1 0 0 0,0 1 0 0 0,1 0 0 0 0,0-2 0 0 0,-7 0 1328 0 0,-17-2-280 0 0,17 3 2281 0 0,4 4-3379 0 0,0 0 1 0 0,0-1 0 0 0,0 1 0 0 0,0-1 0 0 0,-1 1-1 0 0,1-1 1 0 0,0 0 0 0 0,-1 1 0 0 0,1-1 0 0 0,-1 0-1 0 0,1 0 1 0 0,-1 0 0 0 0,0 0 0 0 0,1 0 0 0 0,-1-1-1 0 0,0 1 1 0 0,0 0 0 0 0,1-1 0 0 0,-3 1 0 0 0,-29 17 321 0 0,27-11-329 0 0,0 1 0 0 0,0-1 1 0 0,1 1-1 0 0,0 0 0 0 0,0 0 0 0 0,1 0 0 0 0,0 1 1 0 0,1 0-1 0 0,0 0 0 0 0,-4 15 0 0 0,3 0-69 0 0,1 0 0 0 0,1 1 0 0 0,1 25 0 0 0,1-48-59 0 0,0 0 0 0 0,0 0 0 0 0,0 0 0 0 0,0 0 0 0 0,1 0 1 0 0,-1 0-1 0 0,0 0 0 0 0,1 0 0 0 0,0 0 0 0 0,-1 0 0 0 0,1-1 0 0 0,0 1 0 0 0,0 0 1 0 0,0 0-1 0 0,0-1 0 0 0,0 1 0 0 0,1-1 0 0 0,-1 1 0 0 0,0-1 0 0 0,1 1 0 0 0,-1-1 1 0 0,1 0-1 0 0,2 2 0 0 0,1 1-142 0 0,-4-3-72 0 0,1 0 0 0 0,0-1-1 0 0,0 1 1 0 0,-1 0 0 0 0,1-1 0 0 0,0 1-1 0 0,0-1 1 0 0,0 0 0 0 0,0 1 0 0 0,0-1-1 0 0,-1 0 1 0 0,1 0 0 0 0,0 0 0 0 0,0-1-1 0 0,0 1 1 0 0,0 0 0 0 0,0-1-1 0 0,0 1 1 0 0,2-2 0 0 0,42-17-722 0 0,-30 11 146 0 0,-5 4 356 0 0,-6 2 69 0 0,1 0 1 0 0,-1 0-1 0 0,0 0 1 0 0,0-1-1 0 0,0 0 0 0 0,-1 0 1 0 0,9-6-1 0 0,-3-14-1817 0 0,17 1 93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30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27 1121 0 0,'-59'-27'6482'0'0,"60"27"-6422"0"0,-1 0-1 0 0,0 0 1 0 0,0 1-1 0 0,0-1 1 0 0,0 0-1 0 0,0 0 1 0 0,1 0-1 0 0,-1 0 1 0 0,0 0-1 0 0,0 1 1 0 0,0-1-1 0 0,0 0 1 0 0,0 0-1 0 0,0 0 1 0 0,0 0-1 0 0,0 1 1 0 0,0-1-1 0 0,1 0 0 0 0,-1 0 1 0 0,0 0-1 0 0,0 0 1 0 0,0 1-1 0 0,0-1 1 0 0,0 0-1 0 0,0 0 1 0 0,0 0-1 0 0,0 1 1 0 0,0-1-1 0 0,0 0 1 0 0,0 0-1 0 0,-1 0 1 0 0,1 1-1 0 0,0-1 1 0 0,0 0-1 0 0,0 0 0 0 0,0 0 1 0 0,0 0-1 0 0,0 1 1 0 0,0-1-1 0 0,0 0 1 0 0,0 0-1 0 0,-1 0 1 0 0,1 0-1 0 0,0 0 1 0 0,0 1-1 0 0,0-1 1 0 0,-1 0-1 0 0,30 7 91 0 0,0 1-1 0 0,-1 1 0 0 0,0 1 1 0 0,0 2-1 0 0,-2 1 1 0 0,1 1-1 0 0,-2 1 0 0 0,0 1 1 0 0,28 24-1 0 0,-49-37-82 0 0,-1 1-1 0 0,1-1 1 0 0,-1 1-1 0 0,0 0 0 0 0,0 1 1 0 0,0-1-1 0 0,0 0 1 0 0,-1 1-1 0 0,1-1 1 0 0,-1 1-1 0 0,-1 0 1 0 0,1 0-1 0 0,-1 0 1 0 0,1 0-1 0 0,-2 0 1 0 0,1 0-1 0 0,0 0 1 0 0,-1 8-1 0 0,0-10-52 0 0,-1 0 1 0 0,0 0-1 0 0,0 0 1 0 0,1 0-1 0 0,-2 0 0 0 0,1 0 1 0 0,0 0-1 0 0,-1-1 1 0 0,1 1-1 0 0,-1 0 1 0 0,0-1-1 0 0,0 1 0 0 0,0-1 1 0 0,0 1-1 0 0,0-1 1 0 0,0 0-1 0 0,-1 0 0 0 0,1 0 1 0 0,-1 0-1 0 0,1-1 1 0 0,-1 1-1 0 0,0-1 0 0 0,0 1 1 0 0,0-1-1 0 0,0 0 1 0 0,0 0-1 0 0,0 0 1 0 0,-4 0-1 0 0,3 0-104 0 0,0-1 0 0 0,-1 0-1 0 0,1 1 1 0 0,0-2 0 0 0,0 1 0 0 0,0 0 0 0 0,0-1-1 0 0,0 0 1 0 0,0 0 0 0 0,0 0 0 0 0,0 0 0 0 0,1 0-1 0 0,-1-1 1 0 0,0 0 0 0 0,1 0 0 0 0,-1 0 0 0 0,-3-3 0 0 0,0 0-328 0 0,0-1 0 0 0,0 0 0 0 0,0-1 0 0 0,1 1 0 0 0,0-1 0 0 0,-7-12 0 0 0,-14-27-3063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09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1470 4882 0 0,'-90'0'3442'0'0,"89"0"-3427"0"0,1 0 0 0 0,0 0 0 0 0,0 0 0 0 0,0 0 0 0 0,0 0 0 0 0,-1 0 0 0 0,1 0 0 0 0,0 0 0 0 0,0 0 0 0 0,0 0 0 0 0,0 0 0 0 0,-1 0-1 0 0,1 0 1 0 0,0 0 0 0 0,0 0 0 0 0,0 0 0 0 0,0 0 0 0 0,-1 0 0 0 0,1 0 0 0 0,0 0 0 0 0,0 0 0 0 0,0 0 0 0 0,0 0 0 0 0,0 0 0 0 0,-1 0 0 0 0,1 0 0 0 0,0 0 0 0 0,0-1 0 0 0,0 1 0 0 0,0 0 0 0 0,0 0 0 0 0,0 0 0 0 0,0 0 0 0 0,-1 0 0 0 0,1-1 0 0 0,0 1 0 0 0,0 0 0 0 0,0 0 0 0 0,0 0 0 0 0,0 0 0 0 0,0 0 0 0 0,0-1 0 0 0,0 1 0 0 0,0 0 0 0 0,0 0 0 0 0,0 0 0 0 0,0 0 0 0 0,0-1 0 0 0,0 1 0 0 0,0 0-1 0 0,0 0 1 0 0,0-1 0 0 0,0 1-1 0 0,0 0 0 0 0,0 0 0 0 0,0 0 0 0 0,0 0 0 0 0,0 0-1 0 0,0 0 1 0 0,0-1 0 0 0,0 1 0 0 0,0 0 0 0 0,0 0 0 0 0,0 0-1 0 0,0 0 1 0 0,0 0 0 0 0,0 0 0 0 0,0-1 0 0 0,0 1 0 0 0,0 0 0 0 0,0 0-1 0 0,0 0 1 0 0,0 0 0 0 0,0 0 0 0 0,0 0 0 0 0,0 0 0 0 0,-1 0-1 0 0,1-1 1 0 0,0 1 0 0 0,0 0 0 0 0,0 0 0 0 0,0 0 0 0 0,0 0-1 0 0,0 0 1 0 0,0 0 0 0 0,0 0 0 0 0,-1 0 0 0 0,1 0 0 0 0,0 0-1 0 0,0 0 1 0 0,0 0 0 0 0,0 0 0 0 0,0 0 0 0 0,0 0 0 0 0,-1 0-1 0 0,1 0 1 0 0,0 0 0 0 0,0 0 0 0 0,0 0 0 0 0,0 0 0 0 0,0 0 0 0 0,0 0-1 0 0,-1 0 1 0 0,1 0 0 0 0,0 0 0 0 0,0 0 0 0 0,0 0 0 0 0,0 0-1 0 0,0 0 1 0 0,0 0 0 0 0,0 0 0 0 0,0 0 0 0 0,-1 1 0 0 0,1-1-1 0 0,0 0 1 0 0,0 0 0 0 0,0 0 0 0 0,0 0 0 0 0,0 0 0 0 0,-53 13 2560 0 0,53-13-2530 0 0,0 0 1 0 0,0 0-1 0 0,0 1 1 0 0,0-1-1 0 0,0 0 0 0 0,0 0 1 0 0,0 0-1 0 0,1 0 0 0 0,-1 0 1 0 0,0 1-1 0 0,0-1 0 0 0,0 0 1 0 0,0 0-1 0 0,0 0 0 0 0,0 0 1 0 0,0 1-1 0 0,0-1 0 0 0,0 0 1 0 0,0 0-1 0 0,0 0 1 0 0,0 0-1 0 0,0 1 0 0 0,0-1 1 0 0,0 0-1 0 0,0 0 0 0 0,0 0 1 0 0,0 0-1 0 0,0 1 0 0 0,0-1 1 0 0,0 0-1 0 0,0 0 0 0 0,0 0 1 0 0,-1 0-1 0 0,1 0 0 0 0,0 1 1 0 0,0-1-1 0 0,0 0 1 0 0,0 0-1 0 0,0 0 0 0 0,41 0 4634 0 0,-29 0-5087 0 0,-7 0 556 0 0,1 1 13 0 0,9 1-78 0 0,1 0 0 0 0,0-2 0 0 0,0 1 1 0 0,0-2-1 0 0,23-4 0 0 0,82-20 274 0 0,-84 16-325 0 0,-32 8-17 0 0,0 0 0 0 0,0-1 0 0 0,0 0 1 0 0,-1 0-1 0 0,1 0 0 0 0,6-5 0 0 0,18-8 61 0 0,120-39 218 0 0,-70 24-191 0 0,1 3 0 0 0,1 4 0 0 0,146-23 0 0 0,257-1 118 0 0,-342 37-194 0 0,102-10 40 0 0,-152 10-399 0 0,0-3-1 0 0,108-31 1 0 0,-5 5 85 0 0,-70 16 402 0 0,1-4 211 0 0,-2-7 0 0 0,158-64-1 0 0,38-38 277 0 0,-275 115-478 0 0,52-34-1 0 0,-16 9 153 0 0,7 5 62 0 0,147-48-1 0 0,-201 77-249 0 0,44-13 0 0 0,94-17 0 0 0,-96 27-114 0 0,93-31 0 0 0,61-28 454 0 0,-75 29-256 0 0,-28 10-35 0 0,-29 8 102 0 0,2 3 0 0 0,166-16 1 0 0,-224 35-167 0 0,96-8 315 0 0,256-55 1067 0 0,-360 56-1788 0 0,-68 25-3787 0 0,-51 34-5297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11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119 211 400 0 0,'0'6'-101'0'0,"-2"13"1596"0"0,-12-17 751 0 0,-2-3-2071 0 0,7 2-25 0 0,-14-2 501 0 0,23-3-170 0 0,0 3-476 0 0,0 1 1 0 0,0 0 0 0 0,0 0 0 0 0,0-1 0 0 0,0 1 0 0 0,0 0 0 0 0,0 0 0 0 0,0-1-1 0 0,0 1 1 0 0,0 0 0 0 0,0 0 0 0 0,0-1 0 0 0,0 1 0 0 0,0 0 0 0 0,0 0 0 0 0,0-1 0 0 0,0 1-1 0 0,0 0 1 0 0,0 0 0 0 0,0-1 0 0 0,-1 1 0 0 0,1 0 0 0 0,0 0 0 0 0,0-1 0 0 0,0 1-1 0 0,0 0 1 0 0,0 0 0 0 0,-1 0 0 0 0,1 0 0 0 0,0-1 0 0 0,0 1 0 0 0,0 0 0 0 0,-1 0-1 0 0,1 0 1 0 0,0 0 0 0 0,0 0 0 0 0,-1-1 0 0 0,1 1 0 0 0,0 0 0 0 0,0 0 0 0 0,-1 0-1 0 0,1 0 1 0 0,-21-1 168 0 0,15 1 213 0 0,6-1-315 0 0,0 0 1 0 0,0 1-1 0 0,-1-1 1 0 0,1 0-1 0 0,0 0 1 0 0,-1 1 0 0 0,1-1-1 0 0,-1 0 1 0 0,1 1-1 0 0,0-1 1 0 0,-1 1-1 0 0,0-1 1 0 0,1 1 0 0 0,-1-1-1 0 0,1 1 1 0 0,-1-1-1 0 0,0 1 1 0 0,1-1 0 0 0,-1 1-1 0 0,0 0 1 0 0,1-1-1 0 0,-1 1 1 0 0,0 0-1 0 0,1-1 1 0 0,-1 1 0 0 0,0 0-1 0 0,0 0 1 0 0,1 0-1 0 0,-1 0 1 0 0,0 0-1 0 0,-1 0 1 0 0,-2 1 56 0 0,22 0 154 0 0,-13-1 51 0 0,1 0-94 0 0,8 1 149 0 0,1 0 0 0 0,0 2 1 0 0,16 4-1 0 0,48 8 668 0 0,196-2 1307 0 0,-108-8-1513 0 0,217 16 430 0 0,173-26-590 0 0,-203-4-275 0 0,61-10-16 0 0,-154 5-147 0 0,218 1 294 0 0,-330 7-453 0 0,-44 5 36 0 0,210 7 127 0 0,-96-11-151 0 0,-54-4-26 0 0,-15 2 0 0 0,457-18 467 0 0,-453 19-400 0 0,-27-2 26 0 0,64-7 387 0 0,-62 2-92 0 0,42-6 88 0 0,-59 5-205 0 0,343 3 1403 0 0,-47 3-80 0 0,-164-5-647 0 0,-52 6-1707 0 0,-235-3-3069 0 0,-69-35-7416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1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250 120 960 0 0,'0'0'55'0'0,"-1"-1"-1"0"0,1 0 1 0 0,0 1-1 0 0,0-1 1 0 0,0 1-1 0 0,-1-1 0 0 0,1 1 1 0 0,0-1-1 0 0,0 1 1 0 0,-1-1-1 0 0,1 1 1 0 0,-1-1-1 0 0,1 1 0 0 0,0-1 1 0 0,-1 1-1 0 0,1 0 1 0 0,-1-1-1 0 0,1 1 1 0 0,-1 0-1 0 0,1-1 0 0 0,-1 1 1 0 0,1 0-1 0 0,-1 0 1 0 0,0-1-1 0 0,1 1 1 0 0,-1 0-1 0 0,1 0 0 0 0,-1 0 1 0 0,0 0-1 0 0,1 0 1 0 0,-1 0-1 0 0,1 0 0 0 0,-1 0 1 0 0,1 0-1 0 0,-2 0 1 0 0,2 0-20 0 0,-1 0-1 0 0,0 0 1 0 0,1 0 0 0 0,-1 0-1 0 0,1 0 1 0 0,-1 0 0 0 0,1 0 0 0 0,-1 0-1 0 0,1 0 1 0 0,-1 0 0 0 0,1 0 0 0 0,-1 0-1 0 0,1 0 1 0 0,-1-1 0 0 0,0 1-1 0 0,1 0 1 0 0,0 0 0 0 0,-1-1 0 0 0,1 1-1 0 0,-1 0 1 0 0,1-1 0 0 0,-1 1-1 0 0,1 0 1 0 0,0-1 0 0 0,-1 1 0 0 0,1-1-1 0 0,0 1 1 0 0,-1-1 0 0 0,1 1 0 0 0,0-1-1 0 0,0 1 1 0 0,-1-1 0 0 0,1 1-1 0 0,0-2 1 0 0,0 2-12 0 0,0-1 0 0 0,-1 1 0 0 0,1-1 0 0 0,0 1 0 0 0,0-1 0 0 0,0 1 0 0 0,-1-1 0 0 0,1 1 0 0 0,0-1-1 0 0,0 1 1 0 0,-1-1 0 0 0,1 1 0 0 0,-1-1 0 0 0,1 1 0 0 0,0 0 0 0 0,-1-1 0 0 0,1 1 0 0 0,-1 0 0 0 0,1-1 0 0 0,-1 1 0 0 0,1 0 0 0 0,-1-1 0 0 0,1 1-1 0 0,-1 0 1 0 0,1 0 0 0 0,-1 0 0 0 0,1-1 0 0 0,-1 1 0 0 0,1 0 0 0 0,-1 0 0 0 0,1 0 0 0 0,-1 0 0 0 0,0 0 0 0 0,0 0 0 0 0,-6-2 135 0 0,9 1-94 0 0,-1 0-37 0 0,0 0 0 0 0,1 1 0 0 0,-1-1-1 0 0,0 0 1 0 0,0 0 0 0 0,0 0 0 0 0,0 0-1 0 0,1 0 1 0 0,-1 0 0 0 0,-1 0 0 0 0,1-1-1 0 0,0 1 1 0 0,0 0 0 0 0,0 0 0 0 0,-1-1 0 0 0,1 1-1 0 0,0 0 1 0 0,-1-1 0 0 0,1 1 0 0 0,-1-1-1 0 0,0 1 1 0 0,0-1 0 0 0,1 1 0 0 0,-1-3-1 0 0,0-44 468 0 0,0 47-414 0 0,0-3 219 0 0,0 7-131 0 0,0-2 85 0 0,1-1-242 0 0,-1-1 1 0 0,1 1-1 0 0,0 0 0 0 0,0 0 0 0 0,0 0 1 0 0,0 0-1 0 0,0 0 0 0 0,0 0 0 0 0,0 0 0 0 0,0 0 1 0 0,0 0-1 0 0,0 0 0 0 0,-1 0 0 0 0,1 0 0 0 0,0 1 1 0 0,0-1-1 0 0,0 0 0 0 0,0 1 0 0 0,0-1 1 0 0,-1 1-1 0 0,1-1 0 0 0,0 1 0 0 0,0-1 0 0 0,-1 1 1 0 0,1-1-1 0 0,0 1 0 0 0,-1 0 0 0 0,1-1 0 0 0,0 1 1 0 0,-1 0-1 0 0,1 0 0 0 0,-1-1 0 0 0,1 1 1 0 0,-1 0-1 0 0,0 0 0 0 0,1 0 0 0 0,-1 0 0 0 0,0 0 1 0 0,0-1-1 0 0,1 1 0 0 0,-1 1 0 0 0,-1 2 35 0 0,0 0-1 0 0,0 0 0 0 0,-1 0 1 0 0,0 0-1 0 0,1-1 0 0 0,-1 1 1 0 0,-4 5-1 0 0,-2 6 68 0 0,5-5-17 0 0,1 1-1 0 0,0 0 0 0 0,1 0 0 0 0,0 0 0 0 0,1 0 0 0 0,0 0 0 0 0,2 16 1 0 0,0 13 36 0 0,-2 85 108 0 0,0-119-222 0 0,0-1 1 0 0,1 1-1 0 0,0 0 0 0 0,0 0 0 0 0,1-1 0 0 0,-1 1 1 0 0,1-1-1 0 0,0 1 0 0 0,4 5 0 0 0,-3-6-4 0 0,-1 0 0 0 0,0 0 0 0 0,0 0 0 0 0,0 1-1 0 0,-1-1 1 0 0,0 1 0 0 0,0-1 0 0 0,0 1 0 0 0,0 6-1 0 0,-1 326 321 0 0,-1-326-330 0 0,0 0 0 0 0,-1 0 0 0 0,0 0-1 0 0,-1 0 1 0 0,-4 12 0 0 0,3-12 3 0 0,1 0 1 0 0,0-1-1 0 0,0 1 0 0 0,2 0 0 0 0,-1 14 1 0 0,2 6-4 0 0,1-13-15 0 0,-1 0 0 0 0,-1 0 0 0 0,-5 26 0 0 0,-15 31-163 0 0,10 12 187 0 0,-10 8 428 0 0,17-73-355 0 0,2-9-136 0 0,0 0 0 0 0,-1 0 0 0 0,-1 0 0 0 0,0 0 0 0 0,-9 19 0 0 0,13-32 4 0 0,0-1 0 0 0,-1 1 0 0 0,1 0 0 0 0,0-1 0 0 0,-1 1 0 0 0,1 0 0 0 0,-1-1 0 0 0,1 1 0 0 0,-1-1 0 0 0,1 1 0 0 0,-1 0 0 0 0,1-1 1 0 0,-1 1-1 0 0,0-1 0 0 0,1 0 0 0 0,-1 1 0 0 0,0-1 0 0 0,1 0 0 0 0,-1 1 0 0 0,0-1 0 0 0,1 0 0 0 0,-1 1 0 0 0,0-1 0 0 0,0 0 0 0 0,1 0 0 0 0,-1 0 0 0 0,0 0 0 0 0,0 0 0 0 0,1 0 0 0 0,-1 0 0 0 0,0 0 0 0 0,0 0 0 0 0,-1-1 0 0 0,-27-16-1710 0 0,12 5 406 0 0,-42-26-3212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16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35 960 0 0,'4'0'4494'0'0,"19"0"-3665"0"0,-12-6 1225 0 0,14 7-1280 0 0,1 0 0 0 0,-1 2-1 0 0,48 11 1 0 0,-63-11-439 0 0,0-2 0 0 0,0 1 0 0 0,0-1 0 0 0,13 0 1 0 0,-22-1-318 0 0,4 0 2850 0 0,-3-2-2515 0 0,-9-1-292 0 0,-89-8 485 0 0,-112-14-214 0 0,197 24-317 0 0,-79-12 132 0 0,84 13 80 0 0,6 16 120 0 0,0-13-332 0 0,0-1 0 0 0,-1 0 1 0 0,1 0-1 0 0,-1 0 0 0 0,1 1 1 0 0,-1-1-1 0 0,0 0 1 0 0,0 0-1 0 0,0 0 0 0 0,0 0 1 0 0,0 0-1 0 0,0 0 0 0 0,-3 3 1 0 0,-9 17 89 0 0,10-12-64 0 0,1 0 0 0 0,1 1 1 0 0,0 0-1 0 0,0-1 0 0 0,1 1 0 0 0,1 12 1 0 0,0 8-24 0 0,-1-28-18 0 0,0-1 0 0 0,1 1 0 0 0,-1 0 0 0 0,0-1 0 0 0,1 1 0 0 0,0-1 0 0 0,0 1 0 0 0,-1-1 0 0 0,1 1 0 0 0,1-1 0 0 0,-1 0 0 0 0,0 0 0 0 0,1 1 0 0 0,-1-1 0 0 0,4 4 0 0 0,-3-5 0 0 0,-1 1 0 0 0,1 0 0 0 0,-1 0 0 0 0,0 0 0 0 0,0 0 0 0 0,0 0 0 0 0,0 0 0 0 0,0 0 0 0 0,0 0 0 0 0,0 1 0 0 0,0-1 0 0 0,-1 0 0 0 0,1 0 0 0 0,-1 1 0 0 0,0 3 0 0 0,1-4-7 0 0,-1-1 0 0 0,0 1 0 0 0,1-1 0 0 0,-1 0 0 0 0,1 1 0 0 0,0-1 0 0 0,-1 1 1 0 0,1-1-1 0 0,0 0 0 0 0,0 0 0 0 0,0 1 0 0 0,0-1 0 0 0,0 0 0 0 0,0 0 0 0 0,0 0 1 0 0,0 0-1 0 0,0 0 0 0 0,0 0 0 0 0,1-1 0 0 0,-1 1 0 0 0,0 0 0 0 0,1-1 1 0 0,-1 1-1 0 0,1-1 0 0 0,-1 1 0 0 0,0-1 0 0 0,1 1 0 0 0,-1-1 0 0 0,1 0 0 0 0,-1 0 1 0 0,1 0-1 0 0,2 0 0 0 0,25-1 27 0 0,50-8 1 0 0,-4 2 27 0 0,-71 7-45 0 0,1 0 0 0 0,-1 1 0 0 0,0 0 0 0 0,1 0 1 0 0,-1 0-1 0 0,0 0 0 0 0,0 1 0 0 0,0 0 0 0 0,0 0 0 0 0,0 0 1 0 0,0 0-1 0 0,0 0 0 0 0,4 5 0 0 0,-7-7-1 0 0,-1 1 0 0 0,1-1 0 0 0,-1 1-1 0 0,1 0 1 0 0,-1 0 0 0 0,1-1 0 0 0,-1 1 0 0 0,0 0 0 0 0,1 0-1 0 0,-1 0 1 0 0,0-1 0 0 0,0 1 0 0 0,0 0 0 0 0,1 0-1 0 0,-1 0 1 0 0,0 0 0 0 0,0 0 0 0 0,0-1 0 0 0,0 1 0 0 0,0 0-1 0 0,-1 1 1 0 0,1 5 11 0 0,-1 1 0 0 0,0-1 0 0 0,0 1 0 0 0,-1-1-1 0 0,0 0 1 0 0,0 1 0 0 0,0-1 0 0 0,-1 0 0 0 0,0 0 0 0 0,-1-1 0 0 0,0 1 0 0 0,0-1-1 0 0,0 0 1 0 0,-1 0 0 0 0,1 0 0 0 0,-2 0 0 0 0,1-1 0 0 0,0 0 0 0 0,-1 0-1 0 0,0 0 1 0 0,0-1 0 0 0,-1 0 0 0 0,1 0 0 0 0,-1-1 0 0 0,0 0 0 0 0,0 0-1 0 0,-11 3 1 0 0,-6 0 7 0 0,-11 4-343 0 0,-71 8-1 0 0,-43-5-3010 0 0,145-12 2981 0 0,1 0 0 0 0,0-1 0 0 0,0 0 0 0 0,0 0 0 0 0,-1 0 1 0 0,1 0-1 0 0,0 0 0 0 0,0-1 0 0 0,0 1 0 0 0,-1-1 0 0 0,1 0 1 0 0,0 0-1 0 0,0 0 0 0 0,0 0 0 0 0,0-1 0 0 0,1 1 0 0 0,-1-1 1 0 0,0 0-1 0 0,-2-2 0 0 0,4 3 89 0 0,0-1 0 0 0,0 1 0 0 0,1-1 0 0 0,-1 1 0 0 0,1-1 0 0 0,-1 0 0 0 0,1 1 1 0 0,-1-1-1 0 0,1 1 0 0 0,0-1 0 0 0,0 0 0 0 0,0 1 0 0 0,0-3 0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1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186 177 1361 0 0,'0'-1'102'0'0,"0"0"-1"0"0,0 0 1 0 0,0 1 0 0 0,0-1 0 0 0,-1 0 0 0 0,1 0 0 0 0,0 1 0 0 0,0-1 0 0 0,-1 0 0 0 0,1 1 0 0 0,0-1 0 0 0,-1 0 0 0 0,1 1 0 0 0,-1-1 0 0 0,1 0 0 0 0,-1 1-1 0 0,1-1 1 0 0,-1 1 0 0 0,1-1 0 0 0,-1 1 0 0 0,0-1 0 0 0,1 1 0 0 0,-1-1 0 0 0,0 1 0 0 0,1 0 0 0 0,-1-1 0 0 0,0 1 0 0 0,1 0 0 0 0,-1 0 0 0 0,0 0 0 0 0,0-1-1 0 0,1 1 1 0 0,-1 0 0 0 0,0 0 0 0 0,0 0 0 0 0,0 0 0 0 0,0 0-84 0 0,1 0 1 0 0,-1 0-1 0 0,1 0 0 0 0,-1 0 1 0 0,1 0-1 0 0,-1 0 0 0 0,1 0 1 0 0,-1 0-1 0 0,1 0 0 0 0,-1 0 0 0 0,1 0 1 0 0,0 0-1 0 0,-1-1 0 0 0,1 1 1 0 0,-1 0-1 0 0,1 0 0 0 0,-1-1 1 0 0,1 1-1 0 0,0 0 0 0 0,-1 0 0 0 0,1-1 1 0 0,0 1-1 0 0,-1 0 0 0 0,1-1 1 0 0,0 1-1 0 0,-1-1 0 0 0,1 1 0 0 0,0-1 1 0 0,0 1-1 0 0,0 0 0 0 0,-1-1 1 0 0,1 0-1 0 0,0 0-10 0 0,-1 0 0 0 0,1 0 0 0 0,-1 1 0 0 0,1-1 0 0 0,-1 0 0 0 0,1 0-1 0 0,-1 0 1 0 0,0 1 0 0 0,1-1 0 0 0,-1 0 0 0 0,0 1 0 0 0,0-1 0 0 0,0 1 0 0 0,1-1 0 0 0,-1 1 0 0 0,0-1 0 0 0,0 1 0 0 0,0-1 0 0 0,0 1 0 0 0,0 0-1 0 0,0-1 1 0 0,0 1 0 0 0,0 0 0 0 0,0 0 0 0 0,0 0 0 0 0,0 0 0 0 0,0 0 0 0 0,0 0 0 0 0,-1 0 0 0 0,0 0 21 0 0,1-2 37 0 0,0 0 0 0 0,0 0 0 0 0,1 0 0 0 0,-1 0 1 0 0,0 1-1 0 0,1-2 0 0 0,-1 1 0 0 0,1 0 0 0 0,-1 0 0 0 0,1 0 1 0 0,0 0-1 0 0,0 0 0 0 0,0 0 0 0 0,0 0 0 0 0,1 0 0 0 0,0-4 1 0 0,-1 2 182 0 0,0 4-239 0 0,0-1 0 0 0,0 1 1 0 0,0-1-1 0 0,0 0 0 0 0,0 1 0 0 0,0-1 1 0 0,0 0-1 0 0,0 1 0 0 0,-1-1 0 0 0,1 0 1 0 0,0 1-1 0 0,0-1 0 0 0,-1 0 0 0 0,1 1 1 0 0,0-1-1 0 0,-1 1 0 0 0,1-1 1 0 0,-1 1-1 0 0,1-1 0 0 0,0 1 0 0 0,-1-1 1 0 0,1 1-1 0 0,-1-1 0 0 0,1 1 0 0 0,-1 0 1 0 0,0-1-1 0 0,1 1 0 0 0,-1 0 0 0 0,1 0 1 0 0,-1-1-1 0 0,0 1 0 0 0,1 0 1 0 0,-1 0-1 0 0,0 0 0 0 0,1 0 0 0 0,-1-1 1 0 0,0 1-1 0 0,0 0 0 0 0,0 1-4 0 0,1-1 0 0 0,-1-1 0 0 0,0 1-1 0 0,1 0 1 0 0,-1 0 0 0 0,0 0 0 0 0,1 0 0 0 0,-1 0-1 0 0,1 0 1 0 0,-1-1 0 0 0,0 1 0 0 0,1 0 0 0 0,-1-1-1 0 0,1 1 1 0 0,-1 0 0 0 0,1-1 0 0 0,-1 1 0 0 0,1 0-1 0 0,-1-1 1 0 0,1 1 0 0 0,-1-1 0 0 0,1 1 0 0 0,0-1 0 0 0,-1 1-1 0 0,1-1 1 0 0,0 0 0 0 0,-1 1 0 0 0,1-1 0 0 0,0 1-1 0 0,0-1 1 0 0,-1 0 0 0 0,1 1 0 0 0,0-1 0 0 0,0 1-1 0 0,0-1 1 0 0,0 0 0 0 0,0 1 0 0 0,0-2 0 0 0,0 2 1 0 0,0-1 0 0 0,0 0 0 0 0,0 0 1 0 0,0 1-1 0 0,0-1 0 0 0,0 0 1 0 0,0 1-1 0 0,-1-1 0 0 0,1 0 0 0 0,0 1 1 0 0,0-1-1 0 0,-1 0 0 0 0,1 1 0 0 0,0-1 1 0 0,-1 0-1 0 0,1 1 0 0 0,-1-1 1 0 0,1 1-1 0 0,-1-1 0 0 0,1 1 0 0 0,-1-1 1 0 0,1 1-1 0 0,-1-1 0 0 0,1 1 0 0 0,-1 0 1 0 0,0-1-1 0 0,1 1 0 0 0,-1 0 1 0 0,0-1-1 0 0,1 1 0 0 0,-1 0 0 0 0,0 0 1 0 0,-1 0-1 0 0,1-1 6 0 0,0 1 1 0 0,1 0-1 0 0,-1 0 1 0 0,0 0-1 0 0,0-1 1 0 0,0 1-1 0 0,1-1 1 0 0,-1 1 0 0 0,0 0-1 0 0,0-1 1 0 0,1 1-1 0 0,-1-1 1 0 0,0 0-1 0 0,1 1 1 0 0,-1-1-1 0 0,1 1 1 0 0,-1-1-1 0 0,0 0 1 0 0,1 0-1 0 0,0 1 1 0 0,-1-1-1 0 0,1 0 1 0 0,-1 0-1 0 0,1 1 1 0 0,0-1-1 0 0,0 0 1 0 0,-1 0-1 0 0,1 0 1 0 0,0 0-1 0 0,0 0 1 0 0,0 1-1 0 0,0-1 1 0 0,0 0-1 0 0,0-1 1 0 0,0 1-5 0 0,-1 0 1 0 0,1 0-1 0 0,-1 0 1 0 0,1 1-1 0 0,-1-1 1 0 0,0 0-1 0 0,1 1 0 0 0,-1-1 1 0 0,0 0-1 0 0,0 1 1 0 0,1-1-1 0 0,-1 1 1 0 0,0-1-1 0 0,0 1 0 0 0,0-1 1 0 0,0 1-1 0 0,0-1 1 0 0,1 1-1 0 0,-1 0 0 0 0,0 0 1 0 0,0-1-1 0 0,0 1 1 0 0,-2 0-1 0 0,2 0 18 0 0,-5-8 666 0 0,7 17 362 0 0,-1 164-228 0 0,1-163-773 0 0,0 1 0 0 0,0-1 0 0 0,1 1 0 0 0,6 18 0 0 0,-5-19-36 0 0,0 1 0 0 0,-1-1 0 0 0,0 1 0 0 0,1 19 0 0 0,-4-16-24 0 0,0 0 0 0 0,-1-1-1 0 0,-7 25 1 0 0,6-25 12 0 0,0 1 1 0 0,0 0-1 0 0,-1 26 0 0 0,6 4-137 0 0,-1-26 351 0 0,0 0 0 0 0,-1 0-1 0 0,-1-1 1 0 0,0 1 0 0 0,-6 23-1 0 0,-4-16 92 0 0,9-19-327 0 0,-1-1-1 0 0,1 0 1 0 0,0 1 0 0 0,0 0-1 0 0,1-1 1 0 0,0 1-1 0 0,0 0 1 0 0,0 0-1 0 0,0 7 1 0 0,1 8-1805 0 0,0-18-1031 0 0,0-14-65 0 0,6-1 783 0 0,20-1-748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18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226 384 1040 0 0,'-13'0'1029'0'0,"-22"-2"2222"0"0,34 2-3184 0 0,0 0 1 0 0,1-1 0 0 0,-1 1-1 0 0,0-1 1 0 0,0 1 0 0 0,0-1-1 0 0,0 1 1 0 0,0-1 0 0 0,1 1-1 0 0,-1-1 1 0 0,0 0 0 0 0,1 0-1 0 0,-1 1 1 0 0,0-1-1 0 0,1 0 1 0 0,-1 0 0 0 0,1 0-1 0 0,-1 0 1 0 0,1 1 0 0 0,-1-1-1 0 0,1 0 1 0 0,0 0 0 0 0,0 0-1 0 0,-1 0 1 0 0,1 0 0 0 0,0 0-1 0 0,0 0 1 0 0,0 0-1 0 0,0 0 1 0 0,0-1 0 0 0,0 1-53 0 0,0 0 1 0 0,0 0-1 0 0,0 0 1 0 0,0 0-1 0 0,0 0 1 0 0,-1 0-1 0 0,1 0 1 0 0,0 1-1 0 0,0-1 1 0 0,-1 0-1 0 0,1 0 1 0 0,0 0-1 0 0,-1 0 1 0 0,1 1 0 0 0,-1-1-1 0 0,0 0 1 0 0,1 1-1 0 0,-1-1 1 0 0,1 0-1 0 0,-1 1 1 0 0,0-1-1 0 0,1 0 1 0 0,-1 1-1 0 0,0-1 1 0 0,0 1-1 0 0,0 0 1 0 0,1-1-1 0 0,-3 0 1 0 0,2 1-4 0 0,0-1 1 0 0,0 1-1 0 0,0-1 1 0 0,0 1 0 0 0,0-1-1 0 0,0 1 1 0 0,0-1-1 0 0,1 0 1 0 0,-1 0-1 0 0,0 1 1 0 0,0-1 0 0 0,0 0-1 0 0,1 0 1 0 0,-1 0-1 0 0,0 0 1 0 0,1 0-1 0 0,-1 0 1 0 0,1 0 0 0 0,0 0-1 0 0,-1 0 1 0 0,1 0-1 0 0,0 0 1 0 0,-1-1-1 0 0,1 1 1 0 0,0 0 0 0 0,0 0-1 0 0,0 0 1 0 0,0 0-1 0 0,0-2 1 0 0,0-142 1107 0 0,0 137-1055 0 0,-1 0 0 0 0,0-1 0 0 0,-1 1 0 0 0,0 0-1 0 0,0 0 1 0 0,-6-14 0 0 0,5 14-36 0 0,0 0-1 0 0,1 0 1 0 0,-1 0-1 0 0,2 0 1 0 0,-1 0-1 0 0,0-17 1 0 0,2 25-11 0 0,0-1 0 0 0,1 0 0 0 0,-1 0 0 0 0,0 0-1 0 0,0 0 1 0 0,0 0 0 0 0,0 1 0 0 0,0-1 0 0 0,-1 0 0 0 0,1 0 0 0 0,0 0 0 0 0,0 0 0 0 0,-1 0 0 0 0,1 1 0 0 0,0-1-1 0 0,-1 0 1 0 0,1 0 0 0 0,0 1 0 0 0,-1-1 0 0 0,1 0 0 0 0,-1 0 0 0 0,0 0 0 0 0,-15 5 411 0 0,10-1-483 0 0,6-3 85 0 0,-1 1 0 0 0,1 0 0 0 0,-1-1 0 0 0,0 1 0 0 0,1 0 0 0 0,-1-1 1 0 0,1 1-1 0 0,0 0 0 0 0,-1-1 0 0 0,1 1 0 0 0,-1 0 0 0 0,1 0 0 0 0,0 0 0 0 0,0-1 0 0 0,0 1 0 0 0,-1 0 0 0 0,1 0 0 0 0,0 0 1 0 0,0 0-1 0 0,0-1 0 0 0,0 1 0 0 0,0 0 0 0 0,0 0 0 0 0,1 1 0 0 0,-5 21 86 0 0,0-17-92 0 0,0 1 0 0 0,1-1 1 0 0,0 1-1 0 0,0 0 0 0 0,0-1 1 0 0,1 1-1 0 0,0 1 0 0 0,0-1 1 0 0,1 0-1 0 0,0 0 0 0 0,0 1 1 0 0,1-1-1 0 0,0 0 0 0 0,2 15 1 0 0,-2-8-19 0 0,0 112 86 0 0,0-124-90 0 0,0 0-1 0 0,0-1 1 0 0,0 1 0 0 0,-1-1-1 0 0,1 1 1 0 0,0-1 0 0 0,-1 1-1 0 0,1-1 1 0 0,-1 1 0 0 0,0-1-1 0 0,1 0 1 0 0,-1 1 0 0 0,0-1-1 0 0,0 0 1 0 0,0 1 0 0 0,0-1-1 0 0,0 0 1 0 0,0 0 0 0 0,0 0-1 0 0,0 0 1 0 0,-2 1 0 0 0,2-1-10 0 0,-1 0 1 0 0,1 0 0 0 0,0 0-1 0 0,0 0 1 0 0,0 0 0 0 0,0 1-1 0 0,0-1 1 0 0,0 0 0 0 0,0 0 0 0 0,1 1-1 0 0,-1-1 1 0 0,0 0 0 0 0,1 1-1 0 0,-1-1 1 0 0,1 1 0 0 0,-1-1-1 0 0,1 0 1 0 0,-1 1 0 0 0,1-1-1 0 0,0 1 1 0 0,0 2 0 0 0,0 70 59 0 0,-1-73-45 0 0,1 7-5 0 0,1-7 1 0 0,1 0 1 0 0,0 0-1 0 0,0 0 0 0 0,-1 0 0 0 0,1 0 1 0 0,0 0-1 0 0,0 0 0 0 0,0 0 1 0 0,0-1-1 0 0,0 1 0 0 0,0-1 1 0 0,4 1-1 0 0,4 0-7 0 0,1 0-1 0 0,0 0 1 0 0,0-1-1 0 0,0 0 1 0 0,-1 0 0 0 0,21-5-1 0 0,-25 4 19 0 0,-1 0 0 0 0,1-1 0 0 0,-1 1 0 0 0,0-1 0 0 0,1-1 0 0 0,-1 1 0 0 0,0-1 0 0 0,0 1 0 0 0,-1-1 1 0 0,1-1-1 0 0,-1 1 0 0 0,1-1 0 0 0,4-5 0 0 0,25-20 57 0 0,-28 25-63 0 0,-1 1 0 0 0,0-1 0 0 0,0 0-1 0 0,0-1 1 0 0,0 1 0 0 0,-1-1 0 0 0,0 0-1 0 0,0 0 1 0 0,5-8 0 0 0,23-64 151 0 0,-30 69-138 0 0,0-1 0 0 0,-1 1 0 0 0,0 0 1 0 0,0-1-1 0 0,-1 1 0 0 0,0 0 0 0 0,-1-13 1 0 0,0 2 52 0 0,1 707 3033 0 0,0-684-3200 0 0,0 0-1 0 0,0 0 0 0 0,0 0 0 0 0,0 0 0 0 0,1 0 0 0 0,-1 0 0 0 0,1-1 0 0 0,0 1 1 0 0,1 0-1 0 0,-1 0 0 0 0,1-1 0 0 0,-1 1 0 0 0,1-1 0 0 0,3 5 0 0 0,-4-7-42 0 0,0 0-1 0 0,0-1 0 0 0,1 1 0 0 0,-1 0 0 0 0,0-1 0 0 0,1 1 0 0 0,-1-1 0 0 0,0 1 0 0 0,1-1 0 0 0,-1 0 0 0 0,1 0 1 0 0,-1 1-1 0 0,1-1 0 0 0,-1 0 0 0 0,0 0 0 0 0,1 0 0 0 0,-1-1 0 0 0,1 1 0 0 0,-1 0 0 0 0,1 0 0 0 0,-1-1 1 0 0,0 1-1 0 0,1-1 0 0 0,-1 1 0 0 0,0-1 0 0 0,1 0 0 0 0,-1 0 0 0 0,0 1 0 0 0,0-1 0 0 0,0 0 0 0 0,0 0 1 0 0,0 0-1 0 0,0 0 0 0 0,2-2 0 0 0,24-23-4119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24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33 269 2961 0 0,'-6'-1'1895'0'0,"-11"-4"-524"0"0,34-2-968 0 0,-11 6-56 0 0,-6 2-321 0 0,1-1 0 0 0,-1 1 0 0 0,1 0 0 0 0,-1-1 0 0 0,1 1 0 0 0,-1 0 0 0 0,1-1 0 0 0,0 1 0 0 0,-1-1 1 0 0,1 1-1 0 0,0-1 0 0 0,-1 1 0 0 0,1-1 0 0 0,0 0 0 0 0,0 1 0 0 0,0-1 0 0 0,-1 0 0 0 0,1 0 1 0 0,0 1-1 0 0,0-1 0 0 0,0 0 0 0 0,0 0 0 0 0,0 0 0 0 0,-1 0 0 0 0,1 0 0 0 0,0 0 0 0 0,0 0 1 0 0,0 0-1 0 0,0-1 0 0 0,0 1 0 0 0,1-1 0 0 0,5 1 806 0 0,-8-2-388 0 0,2 2-431 0 0,-1 0 0 0 0,0 0 0 0 0,0 0 1 0 0,0-1-1 0 0,0 1 0 0 0,0 0 1 0 0,0 0-1 0 0,0-1 0 0 0,0 1 0 0 0,0 0 1 0 0,0 0-1 0 0,0 0 0 0 0,0-1 0 0 0,0 1 1 0 0,0 0-1 0 0,0 0 0 0 0,0 0 1 0 0,0-1-1 0 0,0 1 0 0 0,0 0 0 0 0,0 0 1 0 0,0 0-1 0 0,0-1 0 0 0,0 1 0 0 0,-1 0 1 0 0,1 0-1 0 0,0 0 0 0 0,0-1 1 0 0,0 1-1 0 0,0 0 0 0 0,0 0 0 0 0,-1 0 1 0 0,1 0-1 0 0,0 0 0 0 0,0 0 0 0 0,0-1 1 0 0,0 1-1 0 0,-1 0 0 0 0,1 0 1 0 0,0 0-1 0 0,0 0 0 0 0,0 0 0 0 0,-1 0 1 0 0,1 0-1 0 0,0 0 0 0 0,0 0 0 0 0,-1 0 1 0 0,1 0-1 0 0,0 0 0 0 0,0 0 1 0 0,-1 0-1 0 0,-1 0 57 0 0,-1-1-1 0 0,0 1 1 0 0,1 0 0 0 0,-1-1-1 0 0,1 0 1 0 0,-1 1 0 0 0,1-1-1 0 0,-1 0 1 0 0,1-1 0 0 0,-1 1 0 0 0,1 0-1 0 0,0-1 1 0 0,0 1 0 0 0,0-1-1 0 0,0 0 1 0 0,0 1 0 0 0,0-1 0 0 0,0 0-1 0 0,0 0 1 0 0,1 0 0 0 0,-1-1-1 0 0,1 1 1 0 0,-1 0 0 0 0,1-1 0 0 0,0 1-1 0 0,0 0 1 0 0,0-1 0 0 0,0 0-1 0 0,1 1 1 0 0,-1-4 0 0 0,1-127 1891 0 0,0 132-1947 0 0,-1 0-1 0 0,2-1 1 0 0,-1 1 0 0 0,0-1 0 0 0,0 1 0 0 0,0-1 0 0 0,1 1 0 0 0,-1 0 0 0 0,0-1-1 0 0,1 1 1 0 0,0 0 0 0 0,-1-1 0 0 0,1 1 0 0 0,0 0 0 0 0,-1 0 0 0 0,1-1-1 0 0,0 1 1 0 0,0 0 0 0 0,0 0 0 0 0,0 0 0 0 0,0 0 0 0 0,0 0 0 0 0,1 0 0 0 0,0 0-1 0 0,-1 0-3 0 0,0 0 0 0 0,0 1 0 0 0,0-1 0 0 0,0 0 0 0 0,0 0 1 0 0,0 0-1 0 0,0 0 0 0 0,0 0 0 0 0,0 0 0 0 0,0 0 0 0 0,-1 0 0 0 0,1-1 0 0 0,0 1 0 0 0,-1 0 0 0 0,1 0 0 0 0,-1-1 0 0 0,1 1 0 0 0,-1 0 0 0 0,0-1 0 0 0,0 1 0 0 0,1 0 0 0 0,-1-1 0 0 0,0-2 0 0 0,5 2 56 0 0,16-2-39 0 0,-15 3 40 0 0,-6 2-1 0 0,5 6-52 0 0,-3-6-14 0 0,0 0 4 0 0,0 0 0 0 0,0 1 0 0 0,0-1 0 0 0,0 1 1 0 0,0 0-1 0 0,-1-1 0 0 0,1 1 0 0 0,0 0 0 0 0,-1 0 0 0 0,0 0 1 0 0,1 0-1 0 0,-1 0 0 0 0,0 0 0 0 0,2 5 0 0 0,6 10 40 0 0,3 2 8 0 0,19 40 110 0 0,-19-4-15 0 0,-8-27-81 0 0,8 14 6 0 0,-9-32-66 0 0,0 0 0 0 0,0 0 0 0 0,-1 0-1 0 0,-1 0 1 0 0,2 18 0 0 0,-4-4-10 0 0,0-14 3 0 0,0-1 0 0 0,1 0-1 0 0,1 1 1 0 0,0-1-1 0 0,0 0 1 0 0,4 16 0 0 0,0-10-439 0 0,1-1-1 0 0,0 0 1 0 0,9 14 0 0 0,-14-27 338 0 0,1 0 1 0 0,-1 0-1 0 0,1 0 0 0 0,-1-1 1 0 0,1 1-1 0 0,0 0 0 0 0,-1 0 1 0 0,1-1-1 0 0,0 1 1 0 0,-1-1-1 0 0,1 0 0 0 0,0 1 1 0 0,-1-1-1 0 0,1 0 0 0 0,0 0 1 0 0,0 0-1 0 0,0 0 0 0 0,-1-1 1 0 0,1 1-1 0 0,2-1 1 0 0,4 1-215 0 0,-1-1 0 0 0,1 0 0 0 0,-1 0 0 0 0,0-1 0 0 0,1 0 0 0 0,-1 0 0 0 0,0-1 0 0 0,0 1 0 0 0,0-2 0 0 0,-1 1 0 0 0,1-1 0 0 0,-1 0 0 0 0,0 0 0 0 0,0-1 0 0 0,8-7 0 0 0,18-20-2485 0 0,0 5-81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2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86 1201 0 0,'-6'0'1880'0'0,"-20"0"1162"0"0,24 0-2921 0 0,0 0 0 0 0,1 0 0 0 0,-1 0 0 0 0,1 0 1 0 0,-1-1-1 0 0,1 1 0 0 0,-1-1 0 0 0,1 1 0 0 0,-1-1 0 0 0,1 1 1 0 0,0-1-1 0 0,-1 0 0 0 0,1 0 0 0 0,0 0 0 0 0,0 0 0 0 0,-1 0 1 0 0,1 0-1 0 0,0 0 0 0 0,0 0 0 0 0,0 0 0 0 0,0-1 0 0 0,0 1 1 0 0,0-2-1 0 0,1 2-103 0 0,1 0 1 0 0,-1 0 0 0 0,1 0-1 0 0,0 0 1 0 0,0 0 0 0 0,-1 0-1 0 0,1 1 1 0 0,0-1 0 0 0,0 0-1 0 0,0 0 1 0 0,0 1 0 0 0,0-1-1 0 0,0 0 1 0 0,0 1 0 0 0,0-1-1 0 0,0 1 1 0 0,1-1 0 0 0,-1 1-1 0 0,0 0 1 0 0,0 0 0 0 0,0-1-1 0 0,2 1 1 0 0,0-1 32 0 0,10-8 5 0 0,-3 2-31 0 0,1 1 0 0 0,0-1 0 0 0,0 2 1 0 0,17-7-1 0 0,-26 11-20 0 0,1 0 1 0 0,-1 0-1 0 0,1 0 0 0 0,-1 1 1 0 0,1 0-1 0 0,-1-1 1 0 0,1 1-1 0 0,0 0 1 0 0,-1 0-1 0 0,1 0 0 0 0,-1 1 1 0 0,1-1-1 0 0,0 0 1 0 0,-1 1-1 0 0,1 0 0 0 0,-1 0 1 0 0,0 0-1 0 0,1 0 1 0 0,-1 0-1 0 0,0 0 1 0 0,1 0-1 0 0,-1 1 0 0 0,0-1 1 0 0,0 1-1 0 0,0 0 1 0 0,0-1-1 0 0,3 5 1 0 0,11 31 114 0 0,-4-17-47 0 0,-7-14-48 0 0,-1-1 1 0 0,0 1 0 0 0,-1 0-1 0 0,0 0 1 0 0,1 0-1 0 0,-2 0 1 0 0,1 0-1 0 0,-1 1 1 0 0,0 0 0 0 0,0-1-1 0 0,-1 1 1 0 0,0 0-1 0 0,0 0 1 0 0,-1-1-1 0 0,0 1 1 0 0,0 0 0 0 0,-1 8-1 0 0,-3-2 50 0 0,-1 0 0 0 0,-1-1 1 0 0,0 0-1 0 0,0 0 0 0 0,-12 16 0 0 0,10-17 3 0 0,1 0 0 0 0,0 1 0 0 0,1 0 0 0 0,-6 18 0 0 0,2 6 54 0 0,7-23-86 0 0,-1 0-1 0 0,0-1 1 0 0,-1 1-1 0 0,-7 14 1 0 0,4-14 7 0 0,0 0 0 0 0,-1-1 1 0 0,-1 0-1 0 0,0 0 0 0 0,0-1 1 0 0,-19 16-1 0 0,28-26-60 0 0,1-1 0 0 0,0 1 1 0 0,-1 0-1 0 0,1-1 0 0 0,-1 1 0 0 0,0-1 0 0 0,1 1 0 0 0,-1-1 0 0 0,1 1 0 0 0,-1-1 0 0 0,0 1 0 0 0,0-1 1 0 0,1 0-1 0 0,-1 1 0 0 0,0-1 0 0 0,1 0 0 0 0,-1 0 0 0 0,0 0 0 0 0,0 1 0 0 0,0-1 0 0 0,1 0 1 0 0,-1 0-1 0 0,0 0 0 0 0,0 0 0 0 0,1 0 0 0 0,-1 0 0 0 0,0 0 0 0 0,0-1 0 0 0,0 1 0 0 0,1 0 0 0 0,-1 0 1 0 0,0-1-1 0 0,1 1 0 0 0,-1 0 0 0 0,0-1 0 0 0,0 1 0 0 0,1-1 0 0 0,-1 1 0 0 0,1-1 0 0 0,-1 1 1 0 0,0-1-1 0 0,0 0 0 0 0,0-2-79 0 0,0 1 0 0 0,0-1 0 0 0,0 1 0 0 0,0-1 1 0 0,0 0-1 0 0,1 1 0 0 0,-1-1 0 0 0,1 0 0 0 0,0 0 0 0 0,0-3 1 0 0,0 6 78 0 0,1-1 0 0 0,-1 0 0 0 0,1 1 0 0 0,0-1 0 0 0,-1 0 0 0 0,1 1 0 0 0,0-1 0 0 0,-1 1 0 0 0,1-1 0 0 0,0 1 0 0 0,0 0 0 0 0,0-1 0 0 0,-1 1 0 0 0,1 0 0 0 0,0-1 0 0 0,0 1 0 0 0,0 0 0 0 0,0 0 0 0 0,0 0 0 0 0,-1 0 0 0 0,1 0 0 0 0,0 0 0 0 0,0 0 0 0 0,2 0 0 0 0,31 0-45 0 0,-26 1 25 0 0,3 0 28 0 0,0 1 1 0 0,-1 0-1 0 0,1 0 0 0 0,0 1 0 0 0,-1 1 0 0 0,1 0 1 0 0,-1 0-1 0 0,0 1 0 0 0,0 1 0 0 0,12 8 0 0 0,-21-14 0 0 0,76 49 90 0 0,-33-21-326 0 0,0-1 0 0 0,68 28 0 0 0,-48-32-1699 0 0,-27-10-1948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27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131 158 1281 0 0,'0'-1'106'0'0,"0"1"1"0"0,-1-1 0 0 0,1 0 0 0 0,-1 0 0 0 0,1 0 0 0 0,-1 1 0 0 0,1-1-1 0 0,-1 0 1 0 0,1 1 0 0 0,-1-1 0 0 0,1 1 0 0 0,-1-1 0 0 0,0 0-1 0 0,0 1 1 0 0,1-1 0 0 0,-1 1 0 0 0,0 0 0 0 0,0-1 0 0 0,0 1 0 0 0,1 0-1 0 0,-1-1 1 0 0,0 1 0 0 0,0 0 0 0 0,0 0 0 0 0,-1 0 0 0 0,-17-9 1477 0 0,-66-50 1097 0 0,84 59-2656 0 0,1 0-1 0 0,-1 0 1 0 0,1-1 0 0 0,-1 1 0 0 0,1-1-1 0 0,-1 1 1 0 0,1 0 0 0 0,-1-1 0 0 0,1 1-1 0 0,-1-1 1 0 0,1 1 0 0 0,0-1 0 0 0,-1 1 0 0 0,1-1-1 0 0,0 1 1 0 0,-1-1 0 0 0,1 1 0 0 0,0-1-1 0 0,0 1 1 0 0,0-1 0 0 0,-1 0 0 0 0,1 1-1 0 0,0-1 1 0 0,0 0 0 0 0,0 1 0 0 0,0-1 0 0 0,0 1-1 0 0,0-1 1 0 0,0 0 0 0 0,0 1 0 0 0,0-1-1 0 0,1 1 1 0 0,-1-1 0 0 0,0 0 0 0 0,0 1-1 0 0,0-1 1 0 0,1 1 0 0 0,-1-1 0 0 0,0 1-1 0 0,1-1 1 0 0,-1 1 0 0 0,0-1 0 0 0,1 1 0 0 0,-1-1-1 0 0,1 1 1 0 0,-1-1 0 0 0,1 1 0 0 0,-1 0-1 0 0,1-1 1 0 0,-1 1 0 0 0,1 0 0 0 0,0-1-1 0 0,25-13 238 0 0,38-14 85 0 0,-52 25-306 0 0,-1 1 0 0 0,0 1 0 0 0,1-1 0 0 0,-1 2 0 0 0,0-1 0 0 0,1 2 1 0 0,-1 0-1 0 0,1 0 0 0 0,-1 1 0 0 0,0 0 0 0 0,19 7 0 0 0,-16-2 2 0 0,0 0-1 0 0,-1 1 1 0 0,0 1-1 0 0,0 1 0 0 0,-1-1 1 0 0,0 2-1 0 0,-1 0 1 0 0,0 0-1 0 0,-1 1 1 0 0,15 23-1 0 0,-23-32-28 0 0,-1 0 0 0 0,1 0 0 0 0,-1 0 0 0 0,0 0 0 0 0,0 1-1 0 0,0-1 1 0 0,0 1 0 0 0,-1-1 0 0 0,1 0 0 0 0,-1 1 0 0 0,0 5 0 0 0,0-5 3 0 0,0-1 0 0 0,0 0 0 0 0,0 0 0 0 0,0 0 0 0 0,1 0 0 0 0,-1 0 0 0 0,1 0 0 0 0,2 6 0 0 0,8 8 61 0 0,-9-15-65 0 0,-1 0 1 0 0,1 1-1 0 0,0-1 1 0 0,-1 1-1 0 0,0-1 1 0 0,1 1-1 0 0,-1 0 1 0 0,0 0-1 0 0,-1-1 1 0 0,1 1-1 0 0,0 0 1 0 0,-1 0-1 0 0,1 0 1 0 0,-1 4-1 0 0,0-5-11 0 0,0 1-1 0 0,0 0 0 0 0,0-1 0 0 0,1 1 0 0 0,-1-1 1 0 0,1 1-1 0 0,0-1 0 0 0,0 0 0 0 0,-1 1 1 0 0,2-1-1 0 0,-1 0 0 0 0,0 1 0 0 0,0-1 0 0 0,1 0 1 0 0,-1 0-1 0 0,1 0 0 0 0,-1 0 0 0 0,1 0 0 0 0,0-1 1 0 0,0 1-1 0 0,4 2 0 0 0,-7-4-1 0 0,1 0 0 0 0,0 0 1 0 0,-1 0-1 0 0,1 0 0 0 0,0 0 0 0 0,-1 0 1 0 0,1 0-1 0 0,0 0 0 0 0,-1 0 0 0 0,1 0 0 0 0,0 0 1 0 0,-1 0-1 0 0,1 1 0 0 0,0-1 0 0 0,-1 0 0 0 0,1 0 1 0 0,0 0-1 0 0,-1 0 0 0 0,1 1 0 0 0,0-1 0 0 0,0 0 1 0 0,-1 0-1 0 0,1 1 0 0 0,0-1 0 0 0,0 0 0 0 0,-1 0 1 0 0,1 1-1 0 0,0-1 0 0 0,0 0 0 0 0,0 1 0 0 0,0-1 1 0 0,0 0-1 0 0,-1 1 0 0 0,1-1 0 0 0,0 0 0 0 0,0 1 1 0 0,0-1-1 0 0,0 0 0 0 0,0 1 0 0 0,0-1 0 0 0,0 0 1 0 0,0 1-1 0 0,0-1 0 0 0,0 0 0 0 0,0 1 0 0 0,0-1 1 0 0,0 0-1 0 0,1 1 0 0 0,-1-1 0 0 0,0 0 0 0 0,0 1 1 0 0,0-1-1 0 0,0 0 0 0 0,1 0 0 0 0,-1 1 0 0 0,0-1 1 0 0,0 0-1 0 0,0 1 0 0 0,1-1 0 0 0,-1 0 0 0 0,0 0 1 0 0,1 0-1 0 0,-1 1 0 0 0,0-1 0 0 0,0 0 0 0 0,1 0 1 0 0,-1 0-1 0 0,0 0 0 0 0,1 1 0 0 0,-19 0-27 0 0,13-3-93 0 0,5 1 119 0 0,0-1 1 0 0,0 0 0 0 0,1 1-1 0 0,-1-1 1 0 0,-1 0 0 0 0,1 1-1 0 0,0-1 1 0 0,0 1-1 0 0,-1-1 1 0 0,1 0 0 0 0,-1 1-1 0 0,1-1 1 0 0,-1 1 0 0 0,0-1-1 0 0,1 1 1 0 0,-1-1 0 0 0,0 1-1 0 0,0 0 1 0 0,0-1 0 0 0,0 1-1 0 0,-1 0 1 0 0,1 0-1 0 0,0-1 1 0 0,0 1 0 0 0,-2-1-1 0 0,-7-6-3 0 0,-54-78 98 0 0,54 72-37 0 0,9 13-59 0 0,1 1 0 0 0,-1-1 0 0 0,1 1 0 0 0,-1-1 0 0 0,1 0 1 0 0,-1 1-1 0 0,1-1 0 0 0,-1 1 0 0 0,1-1 0 0 0,-1 1 0 0 0,0-1 1 0 0,1 1-1 0 0,-1 0 0 0 0,0-1 0 0 0,0 1 0 0 0,1 0 0 0 0,-1-1 0 0 0,0 1 1 0 0,0 0-1 0 0,1 0 0 0 0,-1 0 0 0 0,0 0 0 0 0,0 0 0 0 0,1 0 0 0 0,-1 0 1 0 0,0 0-1 0 0,0 0 0 0 0,0 0 0 0 0,1 0 0 0 0,-1 0 0 0 0,0 1 0 0 0,0-1 1 0 0,1 0-1 0 0,-1 0 0 0 0,0 1 0 0 0,1-1 0 0 0,-2 1 0 0 0,0 0-2 0 0,1-1 0 0 0,-1 0 0 0 0,0 1 0 0 0,1 0 0 0 0,-1-1-1 0 0,0 1 1 0 0,1 0 0 0 0,-1 0 0 0 0,1 0 0 0 0,0 0 0 0 0,-1 0-1 0 0,1 0 1 0 0,0 0 0 0 0,-1 0 0 0 0,1 1 0 0 0,0-1 0 0 0,0 0-1 0 0,0 1 1 0 0,0-1 0 0 0,0 1 0 0 0,1-1 0 0 0,-1 1 0 0 0,0 0-1 0 0,1-1 1 0 0,-1 1 0 0 0,1 0 0 0 0,-1-1 0 0 0,1 1 0 0 0,0 0-1 0 0,0 0 1 0 0,0-1 0 0 0,0 3 0 0 0,-3 11-19 0 0,-4 18-3 0 0,1 0-1 0 0,2 1 0 0 0,-1 41 1 0 0,5 47 452 0 0,0-120-409 0 0,1-1-1 0 0,-1 1 1 0 0,0-1-1 0 0,1 1 0 0 0,-1-1 1 0 0,1 1-1 0 0,-1-1 1 0 0,1 0-1 0 0,0 1 0 0 0,0-1 1 0 0,0 0-1 0 0,-1 1 1 0 0,1-1-1 0 0,0 0 1 0 0,0 0-1 0 0,1 0 0 0 0,-1 0 1 0 0,0 0-1 0 0,0 0 1 0 0,0 0-1 0 0,1 0 0 0 0,-1-1 1 0 0,0 1-1 0 0,1 0 1 0 0,-1-1-1 0 0,1 1 0 0 0,1 0 1 0 0,47 8 174 0 0,-38-7-148 0 0,41 6-103 0 0,0-2 0 0 0,1-3 0 0 0,64-4 0 0 0,-91-1-854 0 0,0-1 1 0 0,0-2-1 0 0,0 0 0 0 0,0-2 0 0 0,-1-1 1 0 0,0-1-1 0 0,48-24 0 0 0,-37 7-2314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0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36 240 0 0,'32'-15'1761'0'0,"0"15"-1601"0"0,-32-6-400 0 0,32 0 80 0 0,0 6-80 0 0,-32-8-241 0 0,25 8-479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1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861 250 1040 0 0,'32'-8'2522'0'0,"-32"5"-1069"0"0,0 3-1399 0 0,0-1 0 0 0,1 1 1 0 0,-1 0-1 0 0,0 0 0 0 0,0-1 0 0 0,0 1 0 0 0,0 0 1 0 0,0-1-1 0 0,0 1 0 0 0,0 0 0 0 0,0 0 1 0 0,0-1-1 0 0,0 1 0 0 0,0 0 0 0 0,0-1 1 0 0,0 1-1 0 0,0 0 0 0 0,0 0 0 0 0,0-1 1 0 0,0 1-1 0 0,0 0 0 0 0,0-1 0 0 0,-1 1 1 0 0,1 0-1 0 0,0 0 0 0 0,0-1 0 0 0,0 1 1 0 0,0 0-1 0 0,-1 0 0 0 0,1-1 0 0 0,0 1 1 0 0,0 0-1 0 0,0 0 0 0 0,-1 0 0 0 0,1 0 1 0 0,0-1-1 0 0,0 1 0 0 0,-1 0 0 0 0,1 0 1 0 0,0 0-1 0 0,-1 0 0 0 0,1 0 0 0 0,0 0 1 0 0,0 0-1 0 0,-1 0 0 0 0,-49-7 668 0 0,-1 2 0 0 0,0 2 0 0 0,0 3 0 0 0,0 2 0 0 0,0 2 0 0 0,1 3 0 0 0,-64 16 0 0 0,74-15 13 0 0,-73 28 0 0 0,99-31-692 0 0,0 1-1 0 0,1 1 0 0 0,0 0 1 0 0,0 1-1 0 0,1 1 1 0 0,0 0-1 0 0,1 0 0 0 0,0 1 1 0 0,-10 11-1 0 0,5-3-17 0 0,8-10-4 0 0,2-1 1 0 0,-1 1 0 0 0,1 0 0 0 0,-10 17 0 0 0,-27 97 124 0 0,36-102-189 0 0,3-12 47 0 0,1 0 0 0 0,0 0-1 0 0,1 1 1 0 0,0-1 0 0 0,0 1 0 0 0,1-1-1 0 0,-1 17 1 0 0,0 27 77 0 0,1-28-36 0 0,0 0 1 0 0,2-1-1 0 0,0 1 0 0 0,6 28 0 0 0,3-18-77 0 0,-6-22 4 0 0,-1 0 0 0 0,0 0 0 0 0,0 0 0 0 0,-1 0 0 0 0,0 18 0 0 0,-1-15 34 0 0,0 1 0 0 0,2-1 1 0 0,0 0-1 0 0,1 1 1 0 0,0-2-1 0 0,1 1 0 0 0,13 28 1 0 0,62 96-15 0 0,-71-126-22 0 0,0 0 30 0 0,1 0-1 0 0,1 0 0 0 0,0-1 1 0 0,1-1-1 0 0,0 0 1 0 0,1-1-1 0 0,17 12 0 0 0,16 13-74 0 0,-29-23 84 0 0,0 0-1 0 0,1-1 1 0 0,0-1-1 0 0,0-1 1 0 0,1-1-1 0 0,0 0 1 0 0,1-1-1 0 0,-1-1 1 0 0,2-1 0 0 0,-1-1-1 0 0,37 3 1 0 0,11-3-8 0 0,0-4 0 0 0,76-8 1 0 0,113-22-130 0 0,-165 14 157 0 0,-2-4 1 0 0,100-36-1 0 0,-158 43 16 0 0,0-2 1 0 0,0-1 0 0 0,-2-1-1 0 0,0-2 1 0 0,-1-1-1 0 0,42-37 1 0 0,-61 48-45 0 0,79-52-15 0 0,-53 38 1 0 0,34-29-1 0 0,-59 42 14 0 0,-1 1 1 0 0,0-1-1 0 0,-1-1 0 0 0,0 1 0 0 0,0-2 0 0 0,-1 1 0 0 0,9-18 0 0 0,-5 6 7 0 0,-2-1 0 0 0,0 0-1 0 0,-1-1 1 0 0,10-43 0 0 0,-18 58-8 0 0,1 0-1 0 0,-2 0 1 0 0,1-1 0 0 0,-1 1-1 0 0,-1 0 1 0 0,0 0 0 0 0,0 0 0 0 0,-1 0-1 0 0,0 0 1 0 0,-1 0 0 0 0,0 0-1 0 0,-1 1 1 0 0,0 0 0 0 0,0-1 0 0 0,-9-11-1 0 0,-3-1 5 0 0,-2 1 0 0 0,0 0 0 0 0,-1 2-1 0 0,-1 0 1 0 0,-1 1 0 0 0,-41-27 0 0 0,-9-8-103 0 0,24 15 70 0 0,-2 3-1 0 0,-1 1 1 0 0,-2 3-1 0 0,-1 2 1 0 0,-1 3-1 0 0,-61-21 1 0 0,-90-18-50 0 0,-214-38 0 0 0,84 52-432 0 0,286 47 123 0 0,-1 2 1 0 0,1 3-1 0 0,0 1 1 0 0,-74 14-1 0 0,109-11-838 0 0,17 1-320 0 0,24 10-2135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3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24 1040 0 0,'-197'-6'6670'0'0,"190"6"-6690"0"0,0 0 1 0 0,0 1-1 0 0,0 0 0 0 0,0 1 0 0 0,-12 3 0 0 0,17-4 36 0 0,0-1 0 0 0,0 1 0 0 0,0 0-1 0 0,0 0 1 0 0,0 0 0 0 0,1 0 0 0 0,-1 0-1 0 0,0 0 1 0 0,0 0 0 0 0,1 1 0 0 0,-1-1 0 0 0,1 1-1 0 0,-1-1 1 0 0,1 1 0 0 0,0 0 0 0 0,-1-1-1 0 0,1 1 1 0 0,0 0 0 0 0,0 0 0 0 0,0 0-1 0 0,1 0 1 0 0,-1-1 0 0 0,0 1 0 0 0,1 1-1 0 0,-1-1 1 0 0,0 4 0 0 0,1-4 1 0 0,0 1 0 0 0,-1 0 0 0 0,1-1 0 0 0,-1 1 0 0 0,0 0 0 0 0,0-1 0 0 0,0 1 0 0 0,0-1-1 0 0,0 1 1 0 0,-1-1 0 0 0,1 0 0 0 0,-1 0 0 0 0,-3 4 0 0 0,4-5-9 0 0,0 1-1 0 0,0-1 1 0 0,0 0-1 0 0,-1 0 0 0 0,1 1 1 0 0,1-1-1 0 0,-1 1 1 0 0,0-1-1 0 0,0 1 1 0 0,0-1-1 0 0,1 1 1 0 0,-1 0-1 0 0,1-1 1 0 0,-1 1-1 0 0,1 0 1 0 0,0-1-1 0 0,0 1 0 0 0,0 0 1 0 0,-1-1-1 0 0,2 1 1 0 0,-1 0-1 0 0,0-1 1 0 0,0 1-1 0 0,0 0 1 0 0,1-1-1 0 0,-1 1 1 0 0,1 0-1 0 0,1 2 1 0 0,8 13 48 0 0,-8-15-37 0 0,0 0-1 0 0,0 1 1 0 0,-1 0-1 0 0,1-1 0 0 0,-1 1 1 0 0,0 0-1 0 0,0 0 1 0 0,0 0-1 0 0,0 0 1 0 0,0 0-1 0 0,-1 0 1 0 0,1 0-1 0 0,-1 0 1 0 0,0 4-1 0 0,1-1 16 0 0,-1-1 0 0 0,1 0 0 0 0,0 0 0 0 0,0 0 1 0 0,0 1-1 0 0,1-1 0 0 0,0 0 0 0 0,0-1 0 0 0,3 6 0 0 0,6 17 105 0 0,1 13 47 0 0,-9-26-132 0 0,2 0-1 0 0,-1 0 1 0 0,9 16-1 0 0,12 15 86 0 0,-15-30-89 0 0,-1 1 1 0 0,0 0-1 0 0,-1 1 0 0 0,-1 0 0 0 0,-1 0 0 0 0,0 1 0 0 0,-1-1 0 0 0,-1 1 1 0 0,3 33-1 0 0,-7-44-33 0 0,0-1 1 0 0,0 1-1 0 0,0-1 1 0 0,1 1-1 0 0,0-1 1 0 0,0 1-1 0 0,1-1 1 0 0,-1 0-1 0 0,1 0 1 0 0,1 1-1 0 0,-1-2 0 0 0,1 1 1 0 0,0 0-1 0 0,1 0 1 0 0,-1-1-1 0 0,1 0 1 0 0,0 0-1 0 0,0 0 1 0 0,1 0-1 0 0,-1 0 1 0 0,1-1-1 0 0,0 0 1 0 0,1 0-1 0 0,-1-1 1 0 0,1 1-1 0 0,-1-1 1 0 0,1 0-1 0 0,11 4 1 0 0,20 8 45 0 0,0-2 0 0 0,2-1 1 0 0,-1-2-1 0 0,75 9 0 0 0,170 1 247 0 0,-170-15-269 0 0,222-2-208 0 0,-260-8 98 0 0,-1-3 0 0 0,102-23 0 0 0,-149 25 20 0 0,-1-1 0 0 0,0-1 0 0 0,0-1 0 0 0,0-1 1 0 0,-2-1-1 0 0,1-2 0 0 0,-1 0 0 0 0,28-22 0 0 0,-48 32 55 0 0,0-1-1 0 0,-1 0 1 0 0,1 0 0 0 0,-1 0 0 0 0,0 0-1 0 0,0-1 1 0 0,0 1 0 0 0,-1-1 0 0 0,1 0-1 0 0,-1 0 1 0 0,0 1 0 0 0,-1-2-1 0 0,1 1 1 0 0,-1 0 0 0 0,0 0 0 0 0,0 0-1 0 0,-1 0 1 0 0,1-1 0 0 0,-1 1 0 0 0,-1 0-1 0 0,1-1 1 0 0,-1 1 0 0 0,1 0 0 0 0,-1 0-1 0 0,-1 0 1 0 0,1 0 0 0 0,-1 0-1 0 0,-3-7 1 0 0,-1-2 10 0 0,-1 0-1 0 0,-1 1 1 0 0,0-1 0 0 0,0 2-1 0 0,-2-1 1 0 0,1 1-1 0 0,-2 1 1 0 0,-16-16 0 0 0,-160-127 224 0 0,145 120-92 0 0,-2 2 1 0 0,-2 2-1 0 0,0 2 1 0 0,-75-33-1 0 0,44 29 285 0 0,-1 4 0 0 0,-101-23 0 0 0,122 40-106 0 0,0 2-1 0 0,-1 2 1 0 0,-102 2 0 0 0,-174 34 153 0 0,326-28-480 0 0,-15 2 38 0 0,0 1-1 0 0,-28 9 1 0 0,42-10-23 0 0,1 0 1 0 0,0 0-1 0 0,0 1 1 0 0,0 1-1 0 0,0-1 0 0 0,1 1 1 0 0,0 1-1 0 0,0-1 1 0 0,-10 11-1 0 0,-24 21-392 0 0,29-29-2327 0 0,119-28-921 0 0,58-13-1928 0 0,-128 21 3045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31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1382 79 320 0 0,'-19'-10'1076'0'0,"0"1"0"0"0,-1 0 0 0 0,0 2 0 0 0,0 0 0 0 0,-1 1 0 0 0,-41-6 0 0 0,-123-5 860 0 0,179 17-1866 0 0,-58-1 283 0 0,0 2 0 0 0,-117 19 0 0 0,106-10 42 0 0,54-6-292 0 0,-1 1 1 0 0,1 1-1 0 0,1 0 0 0 0,-1 2 1 0 0,1 0-1 0 0,1 1 1 0 0,-1 1-1 0 0,2 1 0 0 0,-1 1 1 0 0,2 1-1 0 0,-1 0 0 0 0,2 1 1 0 0,0 1-1 0 0,0 0 1 0 0,-19 27-1 0 0,21-25-65 0 0,-1 0 0 0 0,0-1 0 0 0,-30 24 1 0 0,30-29-15 0 0,1 1-1 0 0,0 1 1 0 0,1 1 0 0 0,1 0 0 0 0,0 0 0 0 0,-11 19 0 0 0,7-8 14 0 0,8-13-30 0 0,0 1 1 0 0,1 0-1 0 0,1 0 1 0 0,-8 20-1 0 0,7-4-7 0 0,5-20 0 0 0,1-1 1 0 0,-2 1-1 0 0,0-1 1 0 0,0 0 0 0 0,0 0-1 0 0,-1 0 1 0 0,-7 11-1 0 0,9-16 5 0 0,0 0-1 0 0,0 0 0 0 0,0 0 0 0 0,0 0 0 0 0,1 0 0 0 0,0 0 1 0 0,-1 0-1 0 0,1 0 0 0 0,0 1 0 0 0,0-1 0 0 0,1 0 0 0 0,-1 1 0 0 0,1-1 1 0 0,0 1-1 0 0,-1-1 0 0 0,2 1 0 0 0,-1-1 0 0 0,0 0 0 0 0,1 1 1 0 0,-1-1-1 0 0,1 1 0 0 0,0-1 0 0 0,0 0 0 0 0,3 6 0 0 0,1 6 13 0 0,-1-2-12 0 0,2-1-1 0 0,0 1 1 0 0,0-1 0 0 0,1 0-1 0 0,0-1 1 0 0,1 1-1 0 0,1-1 1 0 0,0-1 0 0 0,0 0-1 0 0,1 0 1 0 0,0-1 0 0 0,0 0-1 0 0,1-1 1 0 0,18 10-1 0 0,6 3-9 0 0,1-2 0 0 0,2-2-1 0 0,74 24 1 0 0,0-9 18 0 0,1-5 1 0 0,201 21-1 0 0,-127-35-2 0 0,189-10 0 0 0,-283-6-36 0 0,-1-4 0 0 0,0-4 0 0 0,0-4 0 0 0,99-31 0 0 0,-169 39 41 0 0,0 0 1 0 0,-1-2-1 0 0,0 0 1 0 0,38-24 0 0 0,-52 28-21 0 0,0-1 0 0 0,-1 1 0 0 0,1-1 0 0 0,-1 0 1 0 0,-1 0-1 0 0,1 0 0 0 0,-1-1 0 0 0,0 0 0 0 0,-1 0 0 0 0,1-1 1 0 0,-1 1-1 0 0,-1-1 0 0 0,0 0 0 0 0,0 0 0 0 0,0 0 0 0 0,1-11 1 0 0,-2 13-12 0 0,-2 0 1 0 0,1 0 0 0 0,-1-1 0 0 0,0 1 0 0 0,0 0 0 0 0,-1-1 0 0 0,1 1 0 0 0,-1 0 0 0 0,-1 0 0 0 0,1 0 0 0 0,-1 0 0 0 0,-1 0 0 0 0,1 0 0 0 0,-4-7 0 0 0,-4-3-5 0 0,-1 0 0 0 0,-1 1 0 0 0,-18-20 0 0 0,18 22 19 0 0,-30-32 17 0 0,-2 2 1 0 0,-2 2 0 0 0,-2 2-1 0 0,-52-32 1 0 0,-215-111-45 0 0,281 164 25 0 0,-22-10 56 0 0,-2 2 0 0 0,0 3 0 0 0,-2 3-1 0 0,-87-19 1 0 0,-240-18 165 0 0,253 43-1000 0 0,-191 5-1 0 0,301 10 38 0 0,0 2-1 0 0,0 0 0 0 0,-36 11 1 0 0,47-10-309 0 0,1 1 1 0 0,1 0 0 0 0,-1 1 0 0 0,-15 11 0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2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0 188 400 0 0,'32'-6'2321'0'0,"64"0"-240"0"0,122-14 480 0 0,102-1-640 0 0,-96 7-1521 0 0,-96 8-560 0 0,-38-8 0 0 0,-26 2-80 0 0,0-15-480 0 0,-32-1-641 0 0,0-5-1600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3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3762 0 0,'-64'67'2081'0'0,"32"15"-1521"0"0,0 5-160 0 0,32-5 160 0 0,-32 11-159 0 0,64 15-1 0 0,-32-26-80 0 0,0-29-240 0 0,0-33-80 0 0,0-26-400 0 0,0-14-561 0 0,32-21-479 0 0,32-34-2802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3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1 880 0 0,'-32'8'2241'0'0,"32"-2"-480"0"0,0 14 0 0 0,0 33-80 0 0,32 9-801 0 0,-32-16-640 0 0,32 9-240 0 0,-32-2 80 0 0,32-4-160 0 0,-32-16-480 0 0,32-13-881 0 0,0-6-1040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1761 0 0,'-23'14'1894'0'0,"1"-1"840"0"0,1 1 1 0 0,-36 31 0 0 0,56-44-2701 0 0,1-1 1 0 0,-1 0-1 0 0,1 0 0 0 0,-1 1 1 0 0,1-1-1 0 0,0 0 1 0 0,-1 1-1 0 0,1-1 1 0 0,-1 0-1 0 0,1 1 0 0 0,0-1 1 0 0,-1 0-1 0 0,1 1 1 0 0,0-1-1 0 0,-1 1 1 0 0,1-1-1 0 0,0 1 0 0 0,0-1 1 0 0,-1 1-1 0 0,1-1 1 0 0,0 1-1 0 0,0-1 0 0 0,0 1 1 0 0,0-1-1 0 0,0 1 1 0 0,0 0-1 0 0,0-1 1 0 0,0 1-1 0 0,0-1 0 0 0,0 1 1 0 0,0-1-1 0 0,0 1 1 0 0,0-1-1 0 0,0 1 1 0 0,0-1-1 0 0,1 1 0 0 0,-1-1 1 0 0,0 1-1 0 0,0-1 1 0 0,1 1-1 0 0,-1-1 0 0 0,0 1 1 0 0,1-1-1 0 0,-1 1 1 0 0,0-1-1 0 0,1 0 1 0 0,-1 1-1 0 0,1-1 0 0 0,-1 0 1 0 0,0 1-1 0 0,2-1 1 0 0,24 6 167 0 0,-24-6-167 0 0,52 4-241 0 0,1-3-1 0 0,-1-3 0 0 0,59-8 0 0 0,-60 5-916 0 0,-46 5 744 0 0,1 0 0 0 0,-1 0 0 0 0,1-1 0 0 0,-1 0 0 0 0,0 0 0 0 0,1-1 0 0 0,-1 0 0 0 0,0 0 0 0 0,0-1 0 0 0,0 0 0 0 0,0 0 0 0 0,-1 0 0 0 0,8-6 0 0 0,-14 9 232 0 0,1-1 0 0 0,-1 1 0 0 0,1-1 1 0 0,-1 1-1 0 0,1-1 0 0 0,-1 0 1 0 0,0 1-1 0 0,1-1 0 0 0,-1 0 0 0 0,0 1 1 0 0,1-1-1 0 0,-1 0 0 0 0,0 0 0 0 0,0 1 1 0 0,0-1-1 0 0,0 0 0 0 0,0 0 0 0 0,0 1 1 0 0,0-1-1 0 0,0-1 0 0 0,0 2 147 0 0,0-19-3068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4322 0 0,'-64'6'2161'0'0,"64"0"-1441"0"0,0 2-159 0 0,0-2 559 0 0,32-6-800 0 0,0 6-80 0 0,32-6 0 0 0,0 6 1 0 0,128 3-1 0 0,57-9-560 0 0,-89-9-641 0 0,-96 3-720 0 0,32 0-560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14 1761 0 0,'-32'-6'1693'0'0,"8"0"2767"0"0,42 4-2316 0 0,-4 2-1893 0 0,0 1-1 0 0,-1 0 1 0 0,20 4-1 0 0,32 3-38 0 0,28 8-73 0 0,-83-14-169 0 0,1 1 1 0 0,-1 0 0 0 0,0 1-1 0 0,0 0 1 0 0,0 1 0 0 0,17 11-1 0 0,-26-16 28 0 0,0 0 1 0 0,-1 1-1 0 0,1-1 0 0 0,-1 1 1 0 0,1-1-1 0 0,0 1 0 0 0,-1 0 1 0 0,1-1-1 0 0,-1 1 0 0 0,0-1 1 0 0,1 1-1 0 0,-1 0 0 0 0,0 0 1 0 0,1-1-1 0 0,-1 1 0 0 0,0 0 1 0 0,0-1-1 0 0,1 1 0 0 0,-1 0 1 0 0,0 0-1 0 0,0-1 0 0 0,0 1 1 0 0,0 0-1 0 0,0 0 0 0 0,0 0 1 0 0,0-1-1 0 0,0 1 0 0 0,0 0 1 0 0,-1 0-1 0 0,1-1 0 0 0,0 1 1 0 0,0 0-1 0 0,-1-1 0 0 0,1 1 1 0 0,0 0-1 0 0,-1-1 0 0 0,1 1 1 0 0,-1 0-1 0 0,1-1 0 0 0,-1 1 1 0 0,1-1-1 0 0,-2 2 0 0 0,-25 16 70 0 0,26-17-64 0 0,-19 9 137 0 0,0 0 0 0 0,-1 0 0 0 0,0-2-1 0 0,-1-1 1 0 0,1-1 0 0 0,-1 0 0 0 0,0-2 0 0 0,-28 2-1 0 0,45-6 261 0 0,10 0-108 0 0,25 0-287 0 0,1 1 0 0 0,-1 1 0 0 0,0 1 1 0 0,48 13-1 0 0,-16-3 3 0 0,-39-8-7 0 0,-1 1 0 0 0,0 1 0 0 0,21 10-1 0 0,-33-12 22 0 0,-1-1-1 0 0,0 1 1 0 0,0 0-1 0 0,-1 1 0 0 0,1 0 1 0 0,-1 1-1 0 0,-1-1 0 0 0,1 1 1 0 0,-1 1-1 0 0,7 9 0 0 0,-13-16-13 0 0,-1 0-1 0 0,1 0 0 0 0,-1-1 0 0 0,1 1 0 0 0,-1 0 0 0 0,0 0 0 0 0,1 0 0 0 0,-1 0 0 0 0,0 0 0 0 0,0 0 0 0 0,0 0 0 0 0,0 0 0 0 0,0-1 0 0 0,0 1 0 0 0,0 0 0 0 0,0 0 0 0 0,0 0 0 0 0,0 0 0 0 0,0 0 0 0 0,-1 0 0 0 0,1 0 0 0 0,0 0 0 0 0,-1 0 0 0 0,1-1 0 0 0,0 1 0 0 0,-1 0 0 0 0,1 0 0 0 0,-1 0 0 0 0,1-1 0 0 0,-1 1 0 0 0,0 0 0 0 0,-1 0 0 0 0,-26 18 248 0 0,0-6-158 0 0,0-2 1 0 0,-1-1 0 0 0,-1-2-1 0 0,-38 7 1 0 0,33-10-1499 0 0,-67 2-1 0 0,66-7 439 0 0,0-3-1 0 0,0 0 1 0 0,0-3 0 0 0,1-1-1 0 0,0-1 1 0 0,-59-23 0 0 0,67 19-1306 0 0,-42-26 0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46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1050 204 880 0 0,'-2'2'234'0'0,"1"0"0"0"0,-1 0 0 0 0,0 0 0 0 0,0 0 0 0 0,0 0-1 0 0,-1 0 1 0 0,1-1 0 0 0,0 1 0 0 0,-1-1 0 0 0,1 1 0 0 0,-1-1-1 0 0,1 0 1 0 0,-1 0 0 0 0,1 0 0 0 0,-6 0 0 0 0,-8 4 1199 0 0,36-10-832 0 0,-79-2 346 0 0,26 7-640 0 0,-28 0 100 0 0,-74 9 0 0 0,115-7-364 0 0,7 0 6 0 0,1-1 0 0 0,0 2 0 0 0,-1-1 0 0 0,1 2 1 0 0,1 0-1 0 0,-23 10 0 0 0,-3 2 60 0 0,15-7-7 0 0,0 0 0 0 0,1 2 0 0 0,0 0 0 0 0,0 1 0 0 0,1 1 0 0 0,1 1 0 0 0,0 1 0 0 0,-25 25 0 0 0,33-27-47 0 0,-7 7 21 0 0,1 1 1 0 0,1 0-1 0 0,-23 39 0 0 0,33-51-34 0 0,-1 1 1 0 0,0-1-1 0 0,-1-1 0 0 0,0 1 0 0 0,-11 8 0 0 0,10-10-15 0 0,1 0 0 0 0,1 1 0 0 0,-1 0-1 0 0,1 1 1 0 0,0 0 0 0 0,-9 16-1 0 0,5 2-32 0 0,10-21 11 0 0,-2 0 1 0 0,1 0 0 0 0,-1 0 0 0 0,0-1 0 0 0,0 1 0 0 0,0-1 0 0 0,-6 6-1 0 0,-18 34 124 0 0,24-39-129 0 0,0 0 1 0 0,-1 0 0 0 0,1 0-1 0 0,-1-1 1 0 0,0 1-1 0 0,-1-1 1 0 0,-6 7 0 0 0,9-10-8 0 0,-1 0-1 0 0,0 0 1 0 0,1 1 0 0 0,0-1 0 0 0,-1 1 0 0 0,1 0 0 0 0,0 0 0 0 0,0 0 0 0 0,1 0-1 0 0,-1 0 1 0 0,-2 5 0 0 0,0 44-16 0 0,4-42 25 0 0,2 1-40 0 0,-1-1-1 0 0,1 1 1 0 0,0-1 0 0 0,1 0-1 0 0,1 0 1 0 0,-1 0-1 0 0,7 10 1 0 0,-10-19 38 0 0,4 24 61 0 0,-4-23-59 0 0,0-1 0 0 0,0 0 0 0 0,0 1 0 0 0,0-1 0 0 0,0 1 0 0 0,1-1 0 0 0,-1 0 0 0 0,0 1-1 0 0,1-1 1 0 0,-1 0 0 0 0,1 1 0 0 0,-1-1 0 0 0,1 0 0 0 0,-1 0 0 0 0,1 1 0 0 0,1 0 0 0 0,51 52 64 0 0,-45-47-56 0 0,-1 0 0 0 0,2 0-1 0 0,-1-1 1 0 0,0-1 0 0 0,1 1-1 0 0,0-1 1 0 0,1-1 0 0 0,-1 0-1 0 0,1 0 1 0 0,0-1 0 0 0,17 4-1 0 0,9 5-18 0 0,4-1 11 0 0,0-1-1 0 0,0-2 1 0 0,1-2 0 0 0,0-1 0 0 0,42-2-1 0 0,-38 0 16 0 0,291 3 464 0 0,-262-6-362 0 0,-49 0-86 0 0,579-22 441 0 0,-508 12-342 0 0,250-37 203 0 0,42-24-269 0 0,-142 25-106 0 0,-135 26 284 0 0,129-14-34 0 0,-88 18 180 0 0,-94 8 15 0 0,110 0 1 0 0,-51 13 175 0 0,118 9 425 0 0,84 0-192 0 0,-285-16-680 0 0,0-2 1 0 0,-1-2-1 0 0,1-1 1 0 0,44-15-1 0 0,24-5 154 0 0,-80 21-137 0 0,0-1 1 0 0,32-16-1 0 0,3 1 102 0 0,3 6-26 0 0,-30 8-140 0 0,44-17-1 0 0,-69 23-79 0 0,0-1 0 0 0,-1 1 0 0 0,1 0 0 0 0,-1-1 0 0 0,1 0 0 0 0,-1 0-1 0 0,0-1 1 0 0,0 1 0 0 0,0-1 0 0 0,-1 0 0 0 0,5-5 0 0 0,-6 6-6 0 0,0 0 0 0 0,-1 0 0 0 0,0 0 0 0 0,1-1 0 0 0,-1 1 1 0 0,0 0-1 0 0,-1 0 0 0 0,1-1 0 0 0,-1 1 0 0 0,1 0 0 0 0,-1-1 0 0 0,0 1 0 0 0,0-1 0 0 0,0 1 0 0 0,-1 0 0 0 0,1-1 1 0 0,-1 1-1 0 0,0 0 0 0 0,0-1 0 0 0,0 1 0 0 0,-2-5 0 0 0,-6-8 29 0 0,1 1 1 0 0,-2 0-1 0 0,0 1 0 0 0,-16-18 1 0 0,-2-3 4 0 0,13 14-42 0 0,-2 1 0 0 0,0 1 1 0 0,-1 0-1 0 0,0 1 0 0 0,-24-17 1 0 0,24 22 22 0 0,1 0 1 0 0,1-1 0 0 0,-24-26-1 0 0,32 32-20 0 0,0 0-1 0 0,0 0 0 0 0,-1 0 0 0 0,0 1 0 0 0,-1 1 0 0 0,-9-6 0 0 0,-38-27 53 0 0,39 26-16 0 0,-1 1-1 0 0,0 1 1 0 0,0 1 0 0 0,-1 1 0 0 0,-1 0 0 0 0,0 2 0 0 0,-41-10 0 0 0,-21-8 60 0 0,-154-45 123 0 0,95 32-190 0 0,81 19 161 0 0,-112-18 1 0 0,110 29-145 0 0,-1 3-1 0 0,0 2 1 0 0,-122 11-1 0 0,-193 50-47 0 0,65-13 60 0 0,155-15-52 0 0,-192 31-6 0 0,241-47-42 0 0,-138 0 0 0 0,-258-26-1350 0 0,400 4-500 0 0,0-4 1 0 0,-173-43-1 0 0,259 49 1390 0 0,2 2 12 0 0,0-1-1 0 0,0-1 1 0 0,-16-9 0 0 0,30 13 286 0 0,0 0 0 0 0,0 0 0 0 0,0-1 0 0 0,0 0 1 0 0,1 0-1 0 0,-1 0 0 0 0,1 0 0 0 0,0 0 0 0 0,0 0 1 0 0,0-1-1 0 0,0 0 0 0 0,0 0 0 0 0,1 1 0 0 0,0-1 1 0 0,0-1-1 0 0,-3-7 0 0 0,3 4-494 0 0,1 0 1 0 0,-1-1-1 0 0,2 1 0 0 0,-1-14 1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42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2335 26 640 0 0,'-1'1'141'0'0,"1"-1"0"0"0,-1 1 0 0 0,0 0-1 0 0,1 0 1 0 0,-1-1 0 0 0,0 1 0 0 0,1-1 0 0 0,-1 1-1 0 0,0-1 1 0 0,0 1 0 0 0,0-1 0 0 0,1 1 0 0 0,-1-1-1 0 0,0 0 1 0 0,0 1 0 0 0,0-1 0 0 0,0 0 0 0 0,0 0-1 0 0,0 0 1 0 0,0 1 0 0 0,0-1 0 0 0,0 0 0 0 0,1 0-1 0 0,-1-1 1 0 0,0 1 0 0 0,0 0 0 0 0,0 0 0 0 0,-2-1-1 0 0,2 1 219 0 0,-4 0 895 0 0,-22 0-27 0 0,22-1-1040 0 0,10-5-107 0 0,16 5-40 0 0,-15 1 94 0 0,-6-1 171 0 0,0 0-279 0 0,0 1 0 0 0,0 0 1 0 0,0 0-1 0 0,0 0 0 0 0,0 0 0 0 0,0 0 1 0 0,0-1-1 0 0,0 1 0 0 0,0 0 1 0 0,0 0-1 0 0,0 0 0 0 0,0 0 0 0 0,0-1 1 0 0,0 1-1 0 0,0 0 0 0 0,0 0 1 0 0,0 0-1 0 0,0 0 0 0 0,0 0 0 0 0,0-1 1 0 0,0 1-1 0 0,0 0 0 0 0,0 0 1 0 0,0 0-1 0 0,0 0 0 0 0,-1 0 0 0 0,1-1 1 0 0,0 1-1 0 0,0 0 0 0 0,0 0 1 0 0,0 0-1 0 0,0 0 0 0 0,0 0 1 0 0,0 0-1 0 0,-1 0 0 0 0,1 0 0 0 0,0-1 1 0 0,0 1-1 0 0,0 0 0 0 0,0 0 1 0 0,0 0-1 0 0,0 0 0 0 0,-1 0 0 0 0,1 0 1 0 0,0 0-1 0 0,0 0 0 0 0,0 0 1 0 0,0 0-1 0 0,-1 0 0 0 0,1 0 0 0 0,0 0 1 0 0,0 0-1 0 0,0 0 0 0 0,0 0 1 0 0,0 0-1 0 0,-1 0 0 0 0,1 0 0 0 0,0 0 1 0 0,0 0-1 0 0,0 1 0 0 0,0-1 1 0 0,0 0-1 0 0,-1 0 0 0 0,-340-14 1268 0 0,242 10-1095 0 0,-21 3 69 0 0,-110 17 419 0 0,-339 68 0 0 0,503-70-669 0 0,-6 0 83 0 0,-78 27-1 0 0,131-35-80 0 0,0 2 0 0 0,0 0 1 0 0,0 1-1 0 0,1 1 0 0 0,0 0 0 0 0,1 2 0 0 0,0 0 0 0 0,-27 26 0 0 0,-84 110 127 0 0,112-130-105 0 0,0 0 0 0 0,0-2 0 0 0,-37 28 0 0 0,21-19-23 0 0,28-21-16 0 0,-1-1 9 0 0,0 1 0 0 0,0 0 0 0 0,1 0 1 0 0,0 1-1 0 0,-1-1 0 0 0,1 1 0 0 0,1 0 0 0 0,-1 0 0 0 0,1 0 0 0 0,0 1 0 0 0,0-1 0 0 0,-3 10 0 0 0,-48 87-92 0 0,44-47 66 0 0,1-40 47 0 0,7-12-26 0 0,0 0 0 0 0,0 0 1 0 0,0 0-1 0 0,0 1 0 0 0,1-1 0 0 0,-1 1 0 0 0,1-1 1 0 0,0 1-1 0 0,0-1 0 0 0,0 1 0 0 0,1 0 0 0 0,-1 0 1 0 0,1 3-1 0 0,0 11-22 0 0,1-12 10 0 0,-1 1 0 0 0,0-1 1 0 0,0 1-1 0 0,0-1 0 0 0,-1 1 0 0 0,0 0 0 0 0,-3 9 0 0 0,-7 4 7 0 0,9-17 2 0 0,0 0 0 0 0,0 0 1 0 0,0 0-1 0 0,1 1 0 0 0,-1-1 1 0 0,1 1-1 0 0,0-1 0 0 0,0 1 1 0 0,0-1-1 0 0,1 1 0 0 0,-1 6 1 0 0,2 16-19 0 0,0-20 32 0 0,0 0 1 0 0,-1 0 0 0 0,0 0 0 0 0,0 0-1 0 0,-1 0 1 0 0,0 0 0 0 0,0 0 0 0 0,0 0-1 0 0,-3 9 1 0 0,2-13-21 0 0,1 0 1 0 0,0-1-1 0 0,-1 1 0 0 0,1 0 1 0 0,0 0-1 0 0,0 1 0 0 0,0-1 0 0 0,1 0 1 0 0,-1 0-1 0 0,1 0 0 0 0,-1 1 1 0 0,1-1-1 0 0,-1 0 0 0 0,1 0 0 0 0,0 1 1 0 0,0-1-1 0 0,0 0 0 0 0,1 1 0 0 0,-1-1 1 0 0,1 0-1 0 0,-1 0 0 0 0,1 0 1 0 0,-1 1-1 0 0,1-1 0 0 0,0 0 0 0 0,0 0 1 0 0,0 0-1 0 0,1 0 0 0 0,-1 0 1 0 0,2 1-1 0 0,-2 1-2 0 0,0 0-1 0 0,1 0 1 0 0,-1 0 0 0 0,0 0-1 0 0,-1 0 1 0 0,1 0 0 0 0,-1 0 0 0 0,0 0-1 0 0,0 0 1 0 0,0 0 0 0 0,0 0 0 0 0,-2 7-1 0 0,1-7-6 0 0,0-1 0 0 0,1 1-1 0 0,-1 0 1 0 0,1 0 0 0 0,0 0 0 0 0,1 0-1 0 0,-1 0 1 0 0,0 0 0 0 0,1 0 0 0 0,0 0-1 0 0,0 0 1 0 0,0-1 0 0 0,2 5-1 0 0,1-2 21 0 0,-1-1 16 0 0,0 1 0 0 0,0 0 0 0 0,0-1 0 0 0,-1 1 0 0 0,0 0 0 0 0,0 0 0 0 0,-1 1 0 0 0,1-1 0 0 0,-1 0 0 0 0,-1 0 0 0 0,1 1 0 0 0,-1 8 0 0 0,0-12-30 0 0,0 0 1 0 0,1-1 0 0 0,-1 1-1 0 0,1 0 1 0 0,0 0-1 0 0,0 0 1 0 0,0 0-1 0 0,0-1 1 0 0,1 1 0 0 0,-1 0-1 0 0,1-1 1 0 0,-1 1-1 0 0,1-1 1 0 0,0 0-1 0 0,0 0 1 0 0,0 1 0 0 0,0-1-1 0 0,0 0 1 0 0,0-1-1 0 0,5 4 1 0 0,19 21-37 0 0,4 33 149 0 0,-24-45-70 0 0,1 0 0 0 0,0-1 0 0 0,1 0 0 0 0,0 0 0 0 0,1-1 0 0 0,12 12 0 0 0,37 52 7 0 0,-43-54-47 0 0,1 0 1 0 0,27 26-1 0 0,-21-27-42 0 0,-9-9 48 0 0,0 0 0 0 0,-1 1 1 0 0,19 25-1 0 0,-18-17 7 0 0,-5-9-24 0 0,0 0 1 0 0,0 0-1 0 0,2 0 0 0 0,12 12 0 0 0,8 1-2 0 0,30 31-63 0 0,-44-40 45 0 0,0-1 1 0 0,1-1 0 0 0,19 13-1 0 0,2 2 83 0 0,-9-3-2 0 0,-22-20-47 0 0,0 1 1 0 0,0-1-1 0 0,1 0 1 0 0,-1-1-1 0 0,1 0 1 0 0,1 0 0 0 0,-1 0-1 0 0,1-1 1 0 0,0-1-1 0 0,-1 1 1 0 0,15 2-1 0 0,-3-1-49 0 0,0 0 1 0 0,1-2-1 0 0,37 2 0 0 0,-48-5 19 0 0,0 0 1 0 0,0-1-1 0 0,-1 0 1 0 0,1 0-1 0 0,0-1 1 0 0,0 0-1 0 0,-1-1 1 0 0,1 0-1 0 0,-1-1 1 0 0,0 0-1 0 0,10-6 1 0 0,-14 7 24 0 0,0 0 0 0 0,0-1 0 0 0,-1 0 0 0 0,1 0 1 0 0,-1 0-1 0 0,5-7 0 0 0,9-15 4 0 0,-1-1 0 0 0,-2-1 0 0 0,-1 0 0 0 0,-1-1 0 0 0,-2-1 0 0 0,0 0 0 0 0,8-43 0 0 0,45-270-160 0 0,-62 314 110 0 0,-2-1-1 0 0,0 1 1 0 0,-2 0 0 0 0,-10-50 0 0 0,2 12 21 0 0,4 3 46 0 0,1 17 49 0 0,-1 1-1 0 0,-14-51 0 0 0,-7-2 82 0 0,23 71-113 0 0,4 24-37 0 0,0 0-1 0 0,-1 0 1 0 0,1 0-1 0 0,-1 0 0 0 0,0 0 1 0 0,0 0-1 0 0,-1 0 1 0 0,1 0-1 0 0,-1 0 0 0 0,0 0 1 0 0,1 1-1 0 0,-2-1 1 0 0,1 1-1 0 0,0-1 0 0 0,-1 1 1 0 0,-3-3-1 0 0,6 6-5 0 0,0 0-1 0 0,0 0 0 0 0,0-1 0 0 0,0 1 1 0 0,0 0-1 0 0,-1 0 0 0 0,1 0 1 0 0,0 0-1 0 0,0 0 0 0 0,0 0 1 0 0,0 0-1 0 0,0 0 0 0 0,-1 0 0 0 0,1 0 1 0 0,0 0-1 0 0,0 0 0 0 0,0 0 1 0 0,0 0-1 0 0,0 0 0 0 0,-1 0 1 0 0,1 0-1 0 0,0 0 0 0 0,0 1 0 0 0,0-1 1 0 0,0 0-1 0 0,0 0 0 0 0,-1 0 1 0 0,1 0-1 0 0,0 0 0 0 0,0 0 1 0 0,0 0-1 0 0,0 0 0 0 0,0 0 0 0 0,0 1 1 0 0,0-1-1 0 0,0 0 0 0 0,0 0 1 0 0,-1 0-1 0 0,1 0 0 0 0,0 0 1 0 0,0 0-1 0 0,0 1 0 0 0,0-1 0 0 0,0 0 1 0 0,0 0-1 0 0,0 0 0 0 0,0 0 1 0 0,0 1-1 0 0,0-1 0 0 0,0 0 1 0 0,0 0-1 0 0,0 0 0 0 0,0 0 0 0 0,0 0 1 0 0,0 1-1 0 0,0-1 0 0 0,0 0 1 0 0,0 0-1 0 0,0 12-195 0 0,0-10 115 0 0,3 42-199 0 0,1 0-1 0 0,3 0 1 0 0,1 0 0 0 0,19 53-1 0 0,-11-39 300 0 0,10 71 0 0 0,-16-13-77 0 0,1-54 29 0 0,-5-30 100 0 0,-1 0-1 0 0,0 34 1 0 0,-5 15 111 0 0,0-84-159 0 0,1 1 0 0 0,-1-1 0 0 0,1 1 0 0 0,-1 0-1 0 0,1-1 1 0 0,0 1 0 0 0,0 0 0 0 0,0 0 0 0 0,0 0-1 0 0,0-1 1 0 0,0 1 0 0 0,1 0 0 0 0,-1 0 0 0 0,1 1-1 0 0,2-3 1 0 0,-3 2-8 0 0,1 1-1 0 0,-1 0 1 0 0,0-1 0 0 0,1 1-1 0 0,-1-1 1 0 0,0 0-1 0 0,0 1 1 0 0,0-1 0 0 0,0 0-1 0 0,0 1 1 0 0,-1-1-1 0 0,1 0 1 0 0,0 0 0 0 0,-1 0-1 0 0,0 0 1 0 0,1 0-1 0 0,-1 1 1 0 0,0-1 0 0 0,0 0-1 0 0,0 0 1 0 0,0 0-1 0 0,0 0 1 0 0,0 0 0 0 0,-1 0-1 0 0,1 0 1 0 0,-1 0 0 0 0,1 0-1 0 0,-1 1 1 0 0,0-1-1 0 0,0 0 1 0 0,-1-3 0 0 0,-14-23 35 0 0,10 19-53 0 0,1-1 1 0 0,0 1-1 0 0,0 0 0 0 0,1-1 0 0 0,1 0 0 0 0,-1 0 0 0 0,-2-16 0 0 0,2-21 62 0 0,3-75 0 0 0,1 66 184 0 0,0 56-237 0 0,0-1 1 0 0,0 1-1 0 0,0-1 1 0 0,0 1-1 0 0,0 0 1 0 0,0-1-1 0 0,0 1 1 0 0,0-1-1 0 0,0 1 1 0 0,0 0-1 0 0,0-1 1 0 0,0 1 0 0 0,1 0-1 0 0,-1-1 1 0 0,0 1-1 0 0,0 0 1 0 0,0-1-1 0 0,0 1 1 0 0,1 0-1 0 0,-1-1 1 0 0,0 1-1 0 0,0 0 1 0 0,1 0-1 0 0,-1-1 1 0 0,0 1-1 0 0,1 0 1 0 0,-1 0-1 0 0,0-1 1 0 0,1 1-1 0 0,-1 0 1 0 0,0 0 0 0 0,1 0-1 0 0,-1 0 1 0 0,0 0-1 0 0,1-1 1 0 0,-1 1-1 0 0,1 0 1 0 0,-1 0-1 0 0,0 0 1 0 0,1 0-1 0 0,-1 0 1 0 0,0 0-1 0 0,1 0 1 0 0,-1 0-1 0 0,1 1 1 0 0,-1-1-1 0 0,0 0 1 0 0,1 0 0 0 0,-1 0-1 0 0,0 0 1 0 0,1 0-1 0 0,-1 0 1 0 0,0 1-1 0 0,1-1 1 0 0,-1 0-1 0 0,0 0 1 0 0,1 1-1 0 0,-1-1 1 0 0,0 0-1 0 0,1 1 1 0 0,20 16-274 0 0,29 34 140 0 0,-32-33 97 0 0,-1 0 0 0 0,21 31-1 0 0,-4-2 64 0 0,-3 2 0 0 0,-2 2 0 0 0,-2 0 0 0 0,-2 2 0 0 0,-3 1 0 0 0,-2 0 0 0 0,-2 2 0 0 0,-3 0 0 0 0,15 105 0 0 0,-20-36 70 0 0,2-72-29 0 0,-9-45-52 0 0,0 1 1 0 0,-1 0-1 0 0,0-1 1 0 0,0 1-1 0 0,-1 0 1 0 0,0 0-1 0 0,-1-1 1 0 0,0 1-1 0 0,-1 0 1 0 0,1 0-1 0 0,-3 10 1 0 0,2-18-11 0 0,1 1-1 0 0,-1-1 1 0 0,1 1 0 0 0,-1 0 0 0 0,1-1 0 0 0,-1 1 0 0 0,0-1 0 0 0,0 1 0 0 0,0-1 0 0 0,0 0 0 0 0,0 1-1 0 0,0-1 1 0 0,0 0 0 0 0,-1 0 0 0 0,1 0 0 0 0,0 0 0 0 0,-3 2 0 0 0,3-3 3 0 0,0 0 1 0 0,0 0-1 0 0,0 0 1 0 0,0 0-1 0 0,0 0 0 0 0,0 0 1 0 0,0 0-1 0 0,0 0 1 0 0,0 0-1 0 0,0 0 0 0 0,0 0 1 0 0,0-1-1 0 0,0 1 1 0 0,0 0-1 0 0,0-1 1 0 0,0 1-1 0 0,0-1 0 0 0,0 1 1 0 0,0-1-1 0 0,0 0 1 0 0,-1 0-1 0 0,-7-8 46 0 0,-1-1-1 0 0,2 0 0 0 0,-1 0 1 0 0,-8-14-1 0 0,16 21-48 0 0,-41-56-11 0 0,4-2 0 0 0,2-1 0 0 0,2-2 0 0 0,-35-97 0 0 0,-96-226-179 0 0,148 355 120 0 0,-14-35-52 0 0,19 5 88 0 0,8 31 48 0 0,-8-21 59 0 0,8 37-42 0 0,0-1 1 0 0,1 1-1 0 0,-1-23 1 0 0,8 23-245 0 0,4 15 77 0 0,7 18-31 0 0,-13-11 160 0 0,0 0 1 0 0,0 0-1 0 0,-1 0 1 0 0,0 0-1 0 0,0 0 1 0 0,-1 0-1 0 0,0 0 0 0 0,-1 9 1 0 0,3 40 35 0 0,6-16-37 0 0,-3-15 17 0 0,-1 1 0 0 0,0-1 0 0 0,-2 1 0 0 0,-1 0 0 0 0,-3 34 0 0 0,-20 71 268 0 0,17-79-155 0 0,3-26-44 0 0,-1-1 1 0 0,-1 1 0 0 0,-1-1 0 0 0,-13 37-1 0 0,4-25-12 0 0,-34 83 26 0 0,40-104-67 0 0,0-1 1 0 0,0 0-1 0 0,-1-1 0 0 0,-1 0 0 0 0,-13 15 1 0 0,22-28-22 0 0,0 1 1 0 0,0-1-1 0 0,-1 1 1 0 0,1-1-1 0 0,-1 0 1 0 0,1 1 0 0 0,-1-1-1 0 0,1 0 1 0 0,-1 0-1 0 0,0 0 1 0 0,1 0-1 0 0,-1-1 1 0 0,0 1-1 0 0,-2 1 1 0 0,3-3 20 0 0,0 1 0 0 0,0 0 0 0 0,0-1 0 0 0,0 1 0 0 0,0-1 0 0 0,0 1 0 0 0,0-1-1 0 0,0 1 1 0 0,0-1 0 0 0,0 0 0 0 0,0 0 0 0 0,0 1 0 0 0,1-1 0 0 0,-1 0 0 0 0,0 0 0 0 0,-1-1 0 0 0,-15-15 157 0 0,1 3-196 0 0,1 0-1 0 0,0-1 1 0 0,1-1 0 0 0,0 0-1 0 0,1-1 1 0 0,1-1-1 0 0,1 0 1 0 0,1 0-1 0 0,-14-34 1 0 0,5-1-13 0 0,2-2 0 0 0,-11-67 1 0 0,13 54-58 0 0,3 5-6 0 0,3 0 0 0 0,3-1 0 0 0,1-98 1 0 0,4 139 129 0 0,-1 1 0 0 0,-1-1 0 0 0,-9-36 0 0 0,4 24-2 0 0,3 6-41 0 0,5 26-2 0 0,0-1 0 0 0,0 0 0 0 0,-1 1 0 0 0,1-1 0 0 0,-1 0 0 0 0,0 1 0 0 0,0-1-1 0 0,0 1 1 0 0,0-1 0 0 0,-1 1 0 0 0,1 0 0 0 0,-1-1 0 0 0,0 1 0 0 0,0 0 0 0 0,0 0 0 0 0,0 0-1 0 0,-1 0 1 0 0,-2-2 0 0 0,6 6 17 0 0,1-1-33 0 0,-1 0 1 0 0,0 1 0 0 0,1-1-1 0 0,-1 1 1 0 0,0 0 0 0 0,1-1 0 0 0,-1 1-1 0 0,0 0 1 0 0,0 0 0 0 0,0 0-1 0 0,0 0 1 0 0,0 0 0 0 0,0 0 0 0 0,0 0-1 0 0,0 0 1 0 0,0 0 0 0 0,1 2-1 0 0,1 47-845 0 0,2 24 606 0 0,2 0 0 0 0,28 116-1 0 0,9 73 496 0 0,-33-100-78 0 0,10-4-66 0 0,-10-13-14 0 0,1-70-26 0 0,-7-48 34 0 0,0 0 1 0 0,-1 34 0 0 0,-4-60-82 0 0,0 0 1 0 0,-1 0-1 0 0,1 0 1 0 0,0 1-1 0 0,0-1 0 0 0,0 0 1 0 0,1 0-1 0 0,-1 0 1 0 0,0 0-1 0 0,1 0 1 0 0,-1 0-1 0 0,1 0 1 0 0,-1-1-1 0 0,1 1 1 0 0,0 0-1 0 0,0 0 0 0 0,0 0 1 0 0,0-1-1 0 0,0 1 1 0 0,1 0-1 0 0,-1-1 1 0 0,0 1-1 0 0,3 1 1 0 0,-1-2-30 0 0,1-1 0 0 0,-1 0 1 0 0,0 0-1 0 0,1 0 0 0 0,-1 0 0 0 0,1 0 1 0 0,-1-1-1 0 0,0 0 0 0 0,0 1 1 0 0,1-1-1 0 0,-1 0 0 0 0,0-1 0 0 0,0 1 1 0 0,5-3-1 0 0,-1 1-6 0 0,0 0 0 0 0,-1-1 0 0 0,1 0 0 0 0,-1 0 0 0 0,1-1 0 0 0,-1 1 0 0 0,-1-1 0 0 0,1 0 0 0 0,6-8 0 0 0,-5 3 32 0 0,0-1 0 0 0,0 0 0 0 0,-1 0-1 0 0,0 0 1 0 0,-1-1 0 0 0,4-12 0 0 0,9-39 4 0 0,-3 0 1 0 0,-3-1-1 0 0,7-94 1 0 0,-14 104-30 0 0,17-87 8 0 0,-12 18-1 0 0,12 28-53 0 0,-12 5 1 0 0,12-9 52 0 0,-15 46 20 0 0,-2 18 19 0 0,1 0 0 0 0,13-43-1 0 0,-8 43-8 0 0,34-90 127 0 0,-41 114-147 0 0,1 0-1 0 0,1 1 1 0 0,-1 0 0 0 0,2 0 0 0 0,-1 0-1 0 0,2 1 1 0 0,-1 0 0 0 0,12-10 0 0 0,-19 19-4 0 0,0-1 1 0 0,0 1-1 0 0,0 0 1 0 0,1 0-1 0 0,-1 0 1 0 0,0 0-1 0 0,0 0 1 0 0,1 0-1 0 0,-1 0 1 0 0,0 0-1 0 0,0 0 1 0 0,0 0-1 0 0,1 0 1 0 0,-1 0-1 0 0,0 0 1 0 0,0 0-1 0 0,1 0 1 0 0,-1 0-1 0 0,0 0 1 0 0,0 0-1 0 0,0 0 1 0 0,1 0-1 0 0,-1 0 1 0 0,0 0-1 0 0,0 0 1 0 0,0 1-1 0 0,1-1 1 0 0,-1 0-1 0 0,0 0 0 0 0,0 0 1 0 0,0 0-1 0 0,0 0 1 0 0,1 1-1 0 0,-1-1 1 0 0,0 0-1 0 0,0 0 1 0 0,0 0-1 0 0,0 0 1 0 0,0 1-1 0 0,0-1 1 0 0,0 0-1 0 0,0 0 1 0 0,1 0-1 0 0,-1 1 1 0 0,0-1-1 0 0,0 0 1 0 0,0 0-1 0 0,0 1 1 0 0,0-1-1 0 0,2 5-30 0 0,70 72-5 0 0,-3 4-1 0 0,-4 2 1 0 0,96 163 0 0 0,-131-186 47 0 0,-3 1 1 0 0,32 105-1 0 0,-41-113 36 0 0,-11-31-28 0 0,83 265 153 0 0,-71-213 40 0 0,19 143 0 0 0,-34-157-63 0 0,-5-49-112 0 0,1 1 1 0 0,0-1-1 0 0,1 0 1 0 0,0 1-1 0 0,1-1 0 0 0,1 0 1 0 0,-1 0-1 0 0,2 0 1 0 0,-1-1-1 0 0,2 1 0 0 0,9 17 1 0 0,-13-26-35 0 0,0-1 1 0 0,0 1-1 0 0,0 0 1 0 0,1-1-1 0 0,-1 1 1 0 0,0-1-1 0 0,1 0 1 0 0,0 1-1 0 0,-1-1 1 0 0,1 0-1 0 0,0 0 1 0 0,-1 0-1 0 0,1 0 1 0 0,0 0-1 0 0,0 0 1 0 0,0-1-1 0 0,2 2 1 0 0,-1-3-9 0 0,-1 1 1 0 0,0 0 0 0 0,0-1-1 0 0,1 1 1 0 0,-1-1 0 0 0,0 1-1 0 0,0-1 1 0 0,0 0 0 0 0,0 0 0 0 0,0 0-1 0 0,0 0 1 0 0,0-1 0 0 0,0 1-1 0 0,0 0 1 0 0,0-1 0 0 0,0 1-1 0 0,1-3 1 0 0,11-11 12 0 0,0 0-1 0 0,-1-1 1 0 0,-1-1-1 0 0,0 0 1 0 0,-1-1-1 0 0,-1 0 1 0 0,-1 0 0 0 0,-1-1-1 0 0,0 0 1 0 0,7-32-1 0 0,3-26 17 0 0,13-113 0 0 0,-19 107-97 0 0,5-90-178 0 0,-6-297 1 0 0,-2 2 479 0 0,12 289-89 0 0,-16 120-114 0 0,-1 19-33 0 0,8-44 0 0 0,-8 68-4 0 0,0 1 1 0 0,1 0-1 0 0,1 0 0 0 0,0 0 0 0 0,1 1 0 0 0,10-15 1 0 0,9-11-77 0 0,-25 40 89 0 0,-1-1 1 0 0,0 1-1 0 0,0-1 0 0 0,1 1 0 0 0,-1-1 0 0 0,0 1 0 0 0,1-1 1 0 0,-1 1-1 0 0,1-1 0 0 0,-1 1 0 0 0,1-1 0 0 0,-1 1 0 0 0,1 0 1 0 0,-1-1-1 0 0,1 1 0 0 0,-1 0 0 0 0,1-1 0 0 0,-1 1 1 0 0,1 0-1 0 0,0 0 0 0 0,-1-1 0 0 0,1 1 0 0 0,-1 0 0 0 0,1 0 1 0 0,0 0-1 0 0,-1 0 0 0 0,1 0 0 0 0,0 0 0 0 0,-1 0 0 0 0,1 0 1 0 0,-1 0-1 0 0,2 0 0 0 0,18 17-268 0 0,15 41-108 0 0,-34-57 380 0 0,18 42 42 0 0,-2 2-1 0 0,-1 0 1 0 0,15 75-1 0 0,-23-87-28 0 0,42 150-25 0 0,-22-91-14 0 0,-4 1 0 0 0,-5 1 1 0 0,9 98-1 0 0,-22 205 303 0 0,-7-276-99 0 0,1-46 55 0 0,-4 0-1 0 0,-18 99 0 0 0,20-168-217 0 0,2 1 0 0 0,-1-1 0 0 0,1 0 0 0 0,0 0 0 0 0,0 0 0 0 0,1 0 0 0 0,-1 0 0 0 0,1 1 0 0 0,1-1-1 0 0,1 6 1 0 0,-2-10-23 0 0,0-1-1 0 0,-1 1 1 0 0,1-1-1 0 0,0 1 1 0 0,0-1-1 0 0,0 1 1 0 0,0-1-1 0 0,0 0 1 0 0,0 1-1 0 0,1-1 1 0 0,-1 0-1 0 0,0 0 1 0 0,1 0-1 0 0,-1 0 1 0 0,0 0-1 0 0,1 0 1 0 0,-1 0-1 0 0,1-1 1 0 0,0 1-1 0 0,-1 0 1 0 0,1-1-1 0 0,-1 1 1 0 0,1-1-1 0 0,0 0 1 0 0,0 1-1 0 0,-1-1 1 0 0,1 0-1 0 0,0 0 1 0 0,-1 0-1 0 0,1 0 1 0 0,0-1-1 0 0,-1 1 1 0 0,1 0-1 0 0,0-1 1 0 0,-1 1-1 0 0,1-1 1 0 0,0 0-1 0 0,-1 1 1 0 0,4-3-1 0 0,1 0-26 0 0,0-1 0 0 0,0 1-1 0 0,0-1 1 0 0,-1 0 0 0 0,1-1-1 0 0,-1 0 1 0 0,0 0 0 0 0,0 0-1 0 0,0 0 1 0 0,-1-1 0 0 0,0 1-1 0 0,5-11 1 0 0,4-8-73 0 0,-1-1-1 0 0,13-42 1 0 0,98-445-1025 0 0,-83 175 558 0 0,-33 246 550 0 0,3 0 0 0 0,40-156 0 0 0,3 101-147 0 0,-45 124 111 0 0,-3 8-11 0 0,0 0 0 0 0,1 0 0 0 0,0 1 0 0 0,12-18 0 0 0,-9 20-10 0 0,0 1 1 0 0,1 0-1 0 0,15-12 1 0 0,-5 4-41 0 0,-2 2 1 0 0,-16 13 108 0 0,0 0 0 0 0,0 0-1 0 0,1 0 1 0 0,-1 1-1 0 0,1-1 1 0 0,0 1 0 0 0,0 0-1 0 0,0 0 1 0 0,0 0 0 0 0,0 0-1 0 0,0 0 1 0 0,0 1 0 0 0,1 0-1 0 0,-1-1 1 0 0,0 1 0 0 0,1 0-1 0 0,-1 1 1 0 0,1-1-1 0 0,0 0 1 0 0,-1 1 0 0 0,1 0-1 0 0,-1 0 1 0 0,1 0 0 0 0,6 1-1 0 0,-4 0 26 0 0,0 0 0 0 0,0 0 0 0 0,1 0-1 0 0,-1 1 1 0 0,0 0 0 0 0,-1 0 0 0 0,1 1-1 0 0,0 0 1 0 0,-1 0 0 0 0,1 0 0 0 0,-1 0-1 0 0,0 1 1 0 0,0 0 0 0 0,0 0 0 0 0,-1 0-1 0 0,1 1 1 0 0,-1-1 0 0 0,5 8 0 0 0,2 6 81 0 0,0 2 1 0 0,-1 0-1 0 0,-1 0 1 0 0,8 29-1 0 0,13 42 55 0 0,-4 1 0 0 0,-5 1 0 0 0,19 183-1 0 0,-36-215-19 0 0,-4 1-1 0 0,-2-1 1 0 0,-3 1-1 0 0,-21 101 1 0 0,4-75 276 0 0,-3-1-1 0 0,-53 124 1 0 0,69-190-249 0 0,-1 0-1 0 0,-1-1 0 0 0,-23 33 1 0 0,5-20 101 0 0,11-13-93 0 0,33-28-206 0 0,-5-1-24 0 0,-1 0 0 0 0,0 0 1 0 0,0-1-1 0 0,-1 0 0 0 0,0-1 0 0 0,-1 0 0 0 0,0 0 0 0 0,7-16 0 0 0,1-1-1 0 0,58-122 0 0 0,-13 24 45 0 0,-31 74-13 0 0,22-47-73 0 0,-3-51-90 0 0,-8 45 110 0 0,11-34-34 0 0,-40 100-47 0 0,26-54-1 0 0,-32 82 58 0 0,1-1 0 0 0,0 1 1 0 0,1 0-1 0 0,1 1 0 0 0,-1 0 0 0 0,2 0 0 0 0,12-13 0 0 0,-11 16-239 0 0,-4 13 39 0 0,-3 0 271 0 0,1-1 0 0 0,-1 1 0 0 0,-1 0 0 0 0,1 0 0 0 0,-1 0 0 0 0,0 0 0 0 0,-1 0-1 0 0,2 13 1 0 0,1 68-75 0 0,-4-83 117 0 0,1 68 18 0 0,1-11 44 0 0,-3-1 0 0 0,-12 84 1 0 0,4-104-7 0 0,-28 70 0 0 0,30-89-32 0 0,-4 8 13 0 0,-53 134 235 0 0,-48 66 222 0 0,79-156-298 0 0,-46 90 331 0 0,44-108-129 0 0,-3 0 1 0 0,-2-3-1 0 0,-2-1 1 0 0,-74 68-1 0 0,93-98-3 0 0,-40 27-1 0 0,58-45-335 0 0,0 0 1 0 0,0 0-1 0 0,0 0 0 0 0,0-1 0 0 0,-1 0 1 0 0,-6 2-1 0 0,12-4-57 0 0,-1 0 1 0 0,1 1 0 0 0,-1-1 0 0 0,1 0-1 0 0,-1 0 1 0 0,1 1 0 0 0,-1-1 0 0 0,0 0-1 0 0,1 0 1 0 0,-1 0 0 0 0,1 0 0 0 0,-1 0-1 0 0,1 0 1 0 0,-1 0 0 0 0,0 0-1 0 0,1 0 1 0 0,-1 0 0 0 0,1 0 0 0 0,-1 0-1 0 0,1-1 1 0 0,-1 1 0 0 0,0 0 0 0 0,1 0-1 0 0,-1 0 1 0 0,1-1 0 0 0,-1 1 0 0 0,1 0-1 0 0,-1-1 1 0 0,1 1 0 0 0,0 0-1 0 0,-1-1 1 0 0,1 1 0 0 0,-1-1 0 0 0,1 1-1 0 0,0-1 1 0 0,-1 1 0 0 0,1-1 0 0 0,0 1-1 0 0,-1-1 1 0 0,1 1 0 0 0,0-1 0 0 0,16-36-256 0 0,-13 23 194 0 0,-1-1 0 0 0,0 0 1 0 0,-1 0-1 0 0,-1-24 0 0 0,2-44 39 0 0,20-64 21 0 0,-14 39-4 0 0,16-113-59 0 0,-22 210 59 0 0,11-62-65 0 0,3 2 0 0 0,3 0 0 0 0,31-76 0 0 0,-35 114-368 0 0,1 0 0 0 0,2 1 0 0 0,24-32 1 0 0,-42 63 395 0 0,1 0 1 0 0,-1 0 0 0 0,1 0 0 0 0,-1 0 0 0 0,1 0 0 0 0,0 1-1 0 0,-1-1 1 0 0,1 0 0 0 0,0 0 0 0 0,-1 1 0 0 0,1-1-1 0 0,0 0 1 0 0,0 1 0 0 0,0-1 0 0 0,0 1 0 0 0,0-1-1 0 0,0 1 1 0 0,0 0 0 0 0,0-1 0 0 0,0 1 0 0 0,0 0 0 0 0,0 0-1 0 0,0-1 1 0 0,0 1 0 0 0,0 0 0 0 0,0 0 0 0 0,0 0-1 0 0,0 0 1 0 0,0 1 0 0 0,0-1 0 0 0,0 0 0 0 0,0 0 0 0 0,0 0-1 0 0,0 1 1 0 0,0-1 0 0 0,0 1 0 0 0,0-1 0 0 0,-1 1-1 0 0,1-1 1 0 0,0 1 0 0 0,1 0 0 0 0,1 2-36 0 0,-1 0 0 0 0,0 0 0 0 0,0 1-1 0 0,0-1 1 0 0,0 0 0 0 0,0 1 0 0 0,-1-1 0 0 0,1 1 0 0 0,-1-1 0 0 0,0 1 0 0 0,0 4-1 0 0,3 22-216 0 0,-2 57-1 0 0,-2-87 294 0 0,-1 74-80 0 0,-2 0 0 0 0,-4-1 0 0 0,-20 89 0 0 0,-4-50 220 0 0,-5-1 0 0 0,-5-2 1 0 0,-91 171-1 0 0,110-237 38 0 0,-61 106 631 0 0,28-71 171 0 0,-77 83 1 0 0,111-137-848 0 0,-1-2 0 0 0,-25 20 1 0 0,42-39-166 0 0,4-12-30 0 0,3-16-1 0 0,1 0-1 0 0,1 0 0 0 0,12-36 0 0 0,-9 31 53 0 0,56-268-1 0 0,-30 134-43 0 0,-24 124 82 0 0,2 0 1 0 0,1 1-1 0 0,35-74 0 0 0,-35 90-91 0 0,1 1 1 0 0,1-1-1 0 0,1 2 0 0 0,1 0 1 0 0,0 1-1 0 0,2 1 0 0 0,27-24 1 0 0,-35 35-110 0 0,-1 1 1 0 0,1 0 0 0 0,0 0 0 0 0,18-8-1 0 0,-24 13 106 0 0,-1 1-1 0 0,1-1 1 0 0,-1 1-1 0 0,1 0 0 0 0,0 0 1 0 0,0 1-1 0 0,0-1 1 0 0,-1 1-1 0 0,1 0 0 0 0,0 0 1 0 0,0 0-1 0 0,0 0 1 0 0,0 1-1 0 0,-1 0 0 0 0,1-1 1 0 0,0 1-1 0 0,0 1 1 0 0,-1-1-1 0 0,1 0 0 0 0,4 3 1 0 0,0 2-100 0 0,1 1 1 0 0,-1-1-1 0 0,0 1 1 0 0,-1 1-1 0 0,0-1 1 0 0,0 1-1 0 0,11 17 1 0 0,1 6-375 0 0,18 39-1 0 0,-24-40 319 0 0,-2 0-1 0 0,0 1 0 0 0,-2 0 0 0 0,-2 0 1 0 0,0 1-1 0 0,-2 0 0 0 0,-2 1 1 0 0,-1-1-1 0 0,-1 0 0 0 0,-2 1 1 0 0,-1-1-1 0 0,-11 53 0 0 0,2-42 727 0 0,-1-1-1 0 0,-2 0 0 0 0,-3-1 1 0 0,-1-1-1 0 0,-42 71 0 0 0,-144 170 2820 0 0,175-247-3001 0 0,-1-1-1 0 0,-2-2 0 0 0,-62 48 0 0 0,81-70-268 0 0,0-1 1 0 0,0 0-1 0 0,0-1 1 0 0,-1 0-1 0 0,0-1 0 0 0,-1 0 1 0 0,1-2-1 0 0,-1 0 0 0 0,0 0 1 0 0,0-1-1 0 0,-22 1 1 0 0,-1-3 30 0 0,0-2 0 0 0,0-1 0 0 0,-41-8 0 0 0,43 2-60 0 0,1-1 0 0 0,0-2 1 0 0,1-1-1 0 0,0-2 0 0 0,1-1 1 0 0,0-2-1 0 0,-36-24 0 0 0,54 31-23 0 0,0 0 0 0 0,0-2 0 0 0,1 1 0 0 0,0-2 0 0 0,1 0-1 0 0,1 0 1 0 0,-14-19 0 0 0,20 22 1 0 0,0 0 0 0 0,1 0 0 0 0,0 0 1 0 0,0 0-1 0 0,1-1 0 0 0,0 0 0 0 0,1 0 0 0 0,1 0 0 0 0,-1 0 0 0 0,2 0 0 0 0,0 0 1 0 0,0-12-1 0 0,1-117-1 0 0,-1 135-2 0 0,2 0 1 0 0,-1-1 0 0 0,0 1 0 0 0,1 0 0 0 0,0 0-1 0 0,0 0 1 0 0,1 1 0 0 0,-1-1 0 0 0,1 0 0 0 0,0 0-1 0 0,0 1 1 0 0,6-9 0 0 0,0 4 8 0 0,-1 1 0 0 0,2-1 0 0 0,-1 1 0 0 0,14-8 1 0 0,0-2 25 0 0,-17 14-42 0 0,1 0 1 0 0,0 1-1 0 0,1-1 1 0 0,-1 1-1 0 0,1 1 1 0 0,-1-1-1 0 0,1 1 1 0 0,0 1-1 0 0,-1-1 1 0 0,1 1-1 0 0,0 0 1 0 0,0 0-1 0 0,0 1 0 0 0,0 0 1 0 0,0 1-1 0 0,14 1 1 0 0,-10 0-18 0 0,-1 0 1 0 0,1 1-1 0 0,0 0 0 0 0,-1 1 1 0 0,1 0-1 0 0,-1 1 1 0 0,0 0-1 0 0,0 1 0 0 0,-1-1 1 0 0,18 15-1 0 0,0 7-66 0 0,-1 0 1 0 0,-1 2-1 0 0,40 60 0 0 0,-49-65 40 0 0,-1 2 0 0 0,-1 0 0 0 0,-1 0-1 0 0,-2 1 1 0 0,16 55 0 0 0,-23-59 10 0 0,0-1 1 0 0,-1 1-1 0 0,-1-1 0 0 0,-1 1 1 0 0,-4 36-1 0 0,2-48 42 0 0,0 0 0 0 0,-2-1-1 0 0,1 1 1 0 0,-1-1 0 0 0,-1 0 0 0 0,0 0-1 0 0,0 0 1 0 0,-1 0 0 0 0,0-1-1 0 0,0 0 1 0 0,-1 0 0 0 0,-1 0 0 0 0,-13 14-1 0 0,-19 10 46 0 0,-1-2 0 0 0,-2-2 0 0 0,0-1 0 0 0,-2-3 0 0 0,-1-1 0 0 0,-1-2-1 0 0,-1-3 1 0 0,-1-1 0 0 0,0-3 0 0 0,-70 14 0 0 0,87-26 23 0 0,0 0 0 0 0,-1-2-1 0 0,1-1 1 0 0,-1-2 0 0 0,-44-8 0 0 0,19-2-92 0 0,-105-34 1 0 0,132 35 71 0 0,1-1 0 0 0,1-1-1 0 0,0-1 1 0 0,1-2 0 0 0,1 0 0 0 0,0-2 0 0 0,1-1-1 0 0,1-1 1 0 0,1-1 0 0 0,1-1 0 0 0,-32-40 0 0 0,52 59-47 0 0,-49-64 52 0 0,-50-85-1 0 0,92 132-45 0 0,2 0 0 0 0,0 0 0 0 0,1 0-1 0 0,1-1 1 0 0,1 0 0 0 0,1 0 0 0 0,1 0-1 0 0,1 0 1 0 0,2-36 0 0 0,-1 55-8 0 0,1-33-7 0 0,2 0 0 0 0,1 1 0 0 0,1 0 0 0 0,17-54 0 0 0,53-117-18 0 0,-62 174 25 0 0,20-70-2 0 0,-25 69 11 0 0,25-57 1 0 0,-10 43 18 0 0,33-48 0 0 0,-47 79-41 0 0,1 1 1 0 0,0 0 0 0 0,1 1-1 0 0,1 1 1 0 0,0 0-1 0 0,27-21 1 0 0,-71 67-241 0 0,-7 5-5 0 0,1 0 0 0 0,-46 66-1 0 0,-54 100-259 0 0,90-132 402 0 0,11-21-305 0 0,-1-2-1 0 0,-3-2 1 0 0,-2-2 0 0 0,-2-2-1 0 0,-98 74 1 0 0,16-32-3113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4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27 2721 0 0,'-32'-26'5363'0'0,"-32"26"-4963"0"0,64 6-1281 0 0,0 8 321 0 0,32-8-160 0 0,0-18-1761 0 0,0-2-481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0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65 320 0 0,'0'-1'86'0'0,"0"0"0"0"0,0 0 0 0 0,0 0 0 0 0,0 0 0 0 0,0 1 0 0 0,0-1 0 0 0,0 0 0 0 0,0 0 0 0 0,0 0-1 0 0,1 0 1 0 0,-1 0 0 0 0,0 0 0 0 0,1 1 0 0 0,-1-1 0 0 0,0 0 0 0 0,1 0 0 0 0,-1 0 0 0 0,1 1 0 0 0,0-1 0 0 0,-1 0 0 0 0,1 1 0 0 0,0-1 0 0 0,-1 0-1 0 0,1 1 1 0 0,0-1 0 0 0,0 1 0 0 0,-1-1 0 0 0,1 1 0 0 0,0 0 0 0 0,0-1 0 0 0,0 1 0 0 0,0 0 0 0 0,-1-1 0 0 0,1 1 0 0 0,0 0 0 0 0,1 0 0 0 0,5-2 69 0 0,-6 2-126 0 0,-1-1 1 0 0,0 1-1 0 0,1 0 1 0 0,-1 0-1 0 0,0 0 1 0 0,0 0-1 0 0,1 0 1 0 0,-1 0-1 0 0,0-1 1 0 0,0 1-1 0 0,0 0 0 0 0,1 0 1 0 0,-1 0-1 0 0,0-1 1 0 0,0 1-1 0 0,0 0 1 0 0,1 0-1 0 0,-1 0 1 0 0,0-1-1 0 0,0 1 1 0 0,0 0-1 0 0,0 0 0 0 0,0-1 1 0 0,0 1-1 0 0,1 0 1 0 0,-1-1-1 0 0,0 1 1 0 0,0 0-1 0 0,0 0 1 0 0,0-1-1 0 0,0 1 1 0 0,0 0-1 0 0,0-1 0 0 0,0 1 1 0 0,0 0-1 0 0,-1-1 1 0 0,1 1-10 0 0,0 0 0 0 0,0-1 0 0 0,0 1 0 0 0,0 0 0 0 0,0 0 0 0 0,0 0-1 0 0,0-1 1 0 0,0 1 0 0 0,0 0 0 0 0,0 0 0 0 0,0 0 0 0 0,0-1 0 0 0,0 1 0 0 0,0 0 0 0 0,0 0 0 0 0,0-1 0 0 0,1 1 0 0 0,-1 0 0 0 0,0 0 0 0 0,0 0 0 0 0,0 0 0 0 0,0-1 0 0 0,0 1 0 0 0,0 0 0 0 0,0 0-1 0 0,1 0 1 0 0,-1 0 0 0 0,0-1 0 0 0,0 1 0 0 0,0 0 0 0 0,1 0 0 0 0,-1 0 0 0 0,0 0 0 0 0,0 0 0 0 0,0 0 0 0 0,0 0 0 0 0,1-1 0 0 0,-1 1 0 0 0,0 0 0 0 0,0 0 0 0 0,1 0 0 0 0,-1 0 0 0 0,48-10 620 0 0,-43 9-480 0 0,-4 0-147 0 0,-1 1 0 0 0,1-1 0 0 0,0 0 0 0 0,-1 1 0 0 0,1-1-1 0 0,0 0 1 0 0,-1 1 0 0 0,1-1 0 0 0,0 1 0 0 0,0-1 0 0 0,0 1 0 0 0,-1-1 0 0 0,1 1 0 0 0,0 0 0 0 0,0-1 0 0 0,0 1-1 0 0,0 0 1 0 0,0 0 0 0 0,0 0 0 0 0,0 0 0 0 0,0 0 0 0 0,0 0 0 0 0,-1 0 0 0 0,1 0 0 0 0,0 0 0 0 0,0 0 0 0 0,0 0 0 0 0,2 1-1 0 0,-2-1 27 0 0,4 0 508 0 0,-5-1-605 0 0,0 2 40 0 0,0-1 1 0 0,0 0 0 0 0,0 0-1 0 0,0 0 1 0 0,0 0 0 0 0,0 0-1 0 0,0 0 1 0 0,0 0 0 0 0,-1 0 0 0 0,1 0-1 0 0,0 0 1 0 0,0 1 0 0 0,0-1-1 0 0,0 0 1 0 0,0 0 0 0 0,0 0 0 0 0,-1 0-1 0 0,1 0 1 0 0,0 0 0 0 0,0 0-1 0 0,0 0 1 0 0,0 0 0 0 0,0 0-1 0 0,-1 0 1 0 0,1 0 0 0 0,0 0 0 0 0,0 0-1 0 0,0 0 1 0 0,0 0 0 0 0,0-1-1 0 0,0 1 1 0 0,-1 0 0 0 0,1 0-1 0 0,0 0 1 0 0,0 0 0 0 0,0 0 0 0 0,0 0-1 0 0,0 0 1 0 0,0 0 0 0 0,0 0-1 0 0,-1 0 1 0 0,1-1 0 0 0,0 1-1 0 0,0 0 1 0 0,0 0 0 0 0,0 0 0 0 0,0 0-1 0 0,0 0 1 0 0,0 0 0 0 0,0-1-1 0 0,0 1 1 0 0,0 0 0 0 0,0 0-1 0 0,0 0 1 0 0,0 0 0 0 0,0 0 0 0 0,0-1-1 0 0,0 1 1 0 0,0 0 0 0 0,0 0-1 0 0,0 0 1 0 0,0 0 0 0 0,0 0-1 0 0,0-1 1 0 0,0 1 0 0 0,-27 12-2464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1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1559 1 1361 0 0,'-5'0'1387'0'0,"-16"0"-267"0"0,15 0-293 0 0,1 0-173 0 0,-13 0 429 0 0,36 0-578 0 0,-13 0 242 0 0,-10 2-641 0 0,-50 16 145 0 0,0-3 0 0 0,-1-1 0 0 0,0-4-1 0 0,-62 5 1 0 0,-74 11 469 0 0,141-22-533 0 0,0 3 0 0 0,0 2 0 0 0,1 2-1 0 0,1 3 1 0 0,-55 22 0 0 0,69-21-73 0 0,14-7-22 0 0,1 1-1 0 0,0 1 1 0 0,-34 23-1 0 0,39-23-72 0 0,-1 0-1 0 0,-32 14 1 0 0,36-18 40 0 0,0-1 0 0 0,0 1 0 0 0,0 1 0 0 0,1 1 0 0 0,0-1 0 0 0,0 2 0 0 0,1-1 0 0 0,-12 14 0 0 0,-17 30 120 0 0,2 3-1 0 0,3 1 1 0 0,2 2 0 0 0,-25 63-1 0 0,32-67-110 0 0,12-22 99 0 0,2 0 0 0 0,-13 56 1 0 0,14-45-57 0 0,6-23-71 0 0,1-1 0 0 0,1 1-1 0 0,1-1 1 0 0,3 39 0 0 0,0-2 81 0 0,-2-17-35 0 0,-2-15-53 0 0,2 0 1 0 0,0-1-1 0 0,2 1 1 0 0,1-1-1 0 0,0 1 1 0 0,2-1-1 0 0,0 0 1 0 0,11 26-1 0 0,0-12 61 0 0,2-1-1 0 0,1-1 0 0 0,2-1 1 0 0,33 43-1 0 0,-47-70-79 0 0,141 180 145 0 0,-100-110-185 0 0,96 68 146 0 0,-130-129-125 0 0,1-2 1 0 0,1 1-1 0 0,0-2 1 0 0,1 0-1 0 0,0-1 1 0 0,1-1-1 0 0,0-1 1 0 0,1 0-1 0 0,0-2 1 0 0,1 0-1 0 0,-1-1 1 0 0,1-1-1 0 0,34 6 0 0 0,-7-4-11 0 0,1-3-1 0 0,-1-2 0 0 0,1-2 1 0 0,87-9-1 0 0,-103 5 12 0 0,0-2-1 0 0,-1-1 1 0 0,0-2 0 0 0,0-1-1 0 0,0-1 1 0 0,-1-2 0 0 0,-1 0-1 0 0,0-3 1 0 0,-1 0 0 0 0,0-2-1 0 0,-1 0 1 0 0,-1-2 0 0 0,-1-2-1 0 0,-1 0 1 0 0,-1-1 0 0 0,0-1-1 0 0,-2-1 1 0 0,-1-1 0 0 0,23-37-1 0 0,-14 8-30 0 0,-1-1-1 0 0,-4 0 0 0 0,23-76 1 0 0,-36 97-14 0 0,-2 0 0 0 0,-2-1 0 0 0,-1 0 0 0 0,-1-1 0 0 0,-2 1 1 0 0,-2-1-1 0 0,-1 0 0 0 0,-2 1 0 0 0,-1-1 0 0 0,-2 1 0 0 0,-1 0 1 0 0,-2 0-1 0 0,-2 0 0 0 0,-1 1 0 0 0,-1 1 0 0 0,-2 0 0 0 0,-1 1 0 0 0,-37-58 1 0 0,39 72 43 0 0,-1 1 0 0 0,-1 0 0 0 0,0 1 0 0 0,-2 0 0 0 0,1 2 0 0 0,-2 0 0 0 0,-27-17 0 0 0,-12-2 103 0 0,-74-31 0 0 0,79 42-93 0 0,-1 2 0 0 0,0 3 0 0 0,-2 2 0 0 0,1 3-1 0 0,-2 2 1 0 0,-90-5 0 0 0,112 13-228 0 0,0 2 0 0 0,-55 6 0 0 0,78-4-93 0 0,1 0-1 0 0,-1 0 1 0 0,1 1-1 0 0,0 1 1 0 0,0 0-1 0 0,0 0 1 0 0,0 0-1 0 0,1 2 1 0 0,0-1-1 0 0,0 1 0 0 0,-13 10 1 0 0,19-13-18 0 0,0 1 0 0 0,-1-1 0 0 0,1 0 1 0 0,1 1-1 0 0,-1 0 0 0 0,0-1 0 0 0,1 1 0 0 0,0 0 1 0 0,-3 7-1 0 0,3-4-472 0 0,0 0 0 0 0,1 0 0 0 0,1 0 0 0 0,-1 0 0 0 0,1 9 0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8:5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1121 0 0,'-32'0'2401'0'0,"32"82"-1681"0"0,0-158-2241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8:5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41 1361 0 0,'0'0'3575'0'0,"-6"-1"-3309"0"0,3 0-181 0 0,-20-3 497 0 0,23 2-439 0 0,0 0-1 0 0,1 0 1 0 0,-1 0 0 0 0,0 1-1 0 0,0-1 1 0 0,0 0-1 0 0,-1 0 1 0 0,1 0-1 0 0,0 0 1 0 0,-1 0 0 0 0,1 0-1 0 0,-1 0 1 0 0,0 0-1 0 0,1 0 1 0 0,-3-2-1 0 0,-18 3-48 0 0,16 1-14 0 0,10 0-13 0 0,19 3 8 0 0,-18 4 33 0 0,-15 5 109 0 0,7-10-202 0 0,0 0 0 0 0,0 0-1 0 0,0 0 1 0 0,0 0 0 0 0,1 0 0 0 0,-1 0 0 0 0,1 0 0 0 0,-1 0 0 0 0,1 1 0 0 0,-1-1 0 0 0,1 0 0 0 0,-1 5 0 0 0,-2 42 364 0 0,4-47-371 0 0,0-1-1 0 0,0 1 1 0 0,1-1-1 0 0,-1 1 1 0 0,0 0 0 0 0,-1-1-1 0 0,1 1 1 0 0,0-1-1 0 0,0 1 1 0 0,-1 0-1 0 0,1-1 1 0 0,-1 1-1 0 0,1-1 1 0 0,-1 1-1 0 0,0-1 1 0 0,0 1 0 0 0,1-1-1 0 0,-1 0 1 0 0,0 1-1 0 0,0-1 1 0 0,-1 0-1 0 0,1 0 1 0 0,0 0-1 0 0,0 0 1 0 0,0 0-1 0 0,-1 0 1 0 0,1 0 0 0 0,0 0-1 0 0,-1 0 1 0 0,-1 0-1 0 0,-1 1-1 0 0,3 1 7 0 0,0-1 0 0 0,-1 1 0 0 0,2 0 0 0 0,-1-1 0 0 0,0 1 0 0 0,0 0-1 0 0,1 0 1 0 0,-1 0 0 0 0,1-1 0 0 0,0 1 0 0 0,0 0 0 0 0,0 0 0 0 0,0 0 0 0 0,1-1-1 0 0,0 5 1 0 0,0 1 35 0 0,-1 25 165 0 0,37-82-2200 0 0,6 0-1441 0 0,-27 33 1853 0 0,16-19-1426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8:5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1 400 0 0,'-4'34'3370'0'0,"3"-33"-3318"0"0,0 0-1 0 0,1 0 1 0 0,-1-1-1 0 0,0 1 1 0 0,0 0 0 0 0,0 0-1 0 0,0 0 1 0 0,0-1 0 0 0,0 1-1 0 0,0-1 1 0 0,0 1-1 0 0,-1 0 1 0 0,1-1 0 0 0,0 0-1 0 0,0 1 1 0 0,0-1-1 0 0,-1 0 1 0 0,1 0 0 0 0,-2 1-1 0 0,-8 7 589 0 0,5-5-558 0 0,-9 7 232 0 0,10 19 504 0 0,5-28-798 0 0,0 1 0 0 0,-1-1 0 0 0,1 0 0 0 0,0 0 0 0 0,0 0 0 0 0,-1 0 0 0 0,1 0 0 0 0,-1 1 0 0 0,1-1 0 0 0,-1 0 0 0 0,1 0 0 0 0,-1 0 0 0 0,0 0 0 0 0,1 0 0 0 0,-1 0 0 0 0,0 0 0 0 0,0-1 0 0 0,0 1 0 0 0,0 0 0 0 0,0 0 0 0 0,0-1 0 0 0,-2 2 0 0 0,2-1-11 0 0,0-1 1 0 0,0 1 0 0 0,0 0 0 0 0,0 0 0 0 0,0 0-1 0 0,0 0 1 0 0,0-1 0 0 0,0 1 0 0 0,0 1-1 0 0,0-1 1 0 0,1 0 0 0 0,-1 0 0 0 0,0 0-1 0 0,1 0 1 0 0,-1 0 0 0 0,1 1 0 0 0,-1-1-1 0 0,1 0 1 0 0,0 1 0 0 0,-1-1 0 0 0,1 0 0 0 0,0 1-1 0 0,0 0 1 0 0,0 195 870 0 0,0-196-874 0 0,0 0-1 0 0,0 1 0 0 0,0-1 0 0 0,0 0 0 0 0,-1 0 0 0 0,1 1 1 0 0,0-1-1 0 0,-1 0 0 0 0,1 0 0 0 0,-1 0 0 0 0,1 0 1 0 0,-1 1-1 0 0,1-1 0 0 0,-1 0 0 0 0,0 0 0 0 0,1 0 0 0 0,-1 0 1 0 0,0 0-1 0 0,0-1 0 0 0,0 1 0 0 0,0 0 0 0 0,0 0 0 0 0,0 0 1 0 0,0-1-1 0 0,-1 2 0 0 0,1-2 0 0 0,0 1-1 0 0,0-1 1 0 0,0 1-1 0 0,0 0 1 0 0,0 0-1 0 0,0-1 1 0 0,0 1 0 0 0,0 0-1 0 0,0 0 1 0 0,0 0-1 0 0,1 0 1 0 0,-1 0-1 0 0,0 0 1 0 0,1 0 0 0 0,-1 0-1 0 0,1 1 1 0 0,-1-1-1 0 0,1 0 1 0 0,0 0-1 0 0,-1 0 1 0 0,1 1 0 0 0,0-1-1 0 0,0 0 1 0 0,0 0-1 0 0,0 2 1 0 0,0-2-1 0 0,0 1 1 0 0,0-1-1 0 0,0 0 0 0 0,-1 1 1 0 0,1-1-1 0 0,0 0 0 0 0,-1 0 1 0 0,1 1-1 0 0,0-1 1 0 0,-1 0-1 0 0,0 0 0 0 0,1 0 1 0 0,-1 0-1 0 0,0 1 0 0 0,1-1 1 0 0,-1 0-1 0 0,0 0 0 0 0,0 0 1 0 0,0-1-1 0 0,0 1 0 0 0,0 0 1 0 0,0 0-1 0 0,0 0 1 0 0,-2 0-1 0 0,2 0 1 0 0,0-1 0 0 0,0 1 1 0 0,0 0-1 0 0,0-1 0 0 0,0 1 0 0 0,0 0 1 0 0,1 0-1 0 0,-1 0 0 0 0,0 0 0 0 0,0 0 1 0 0,0 0-1 0 0,1 0 0 0 0,-1 0 0 0 0,1 0 1 0 0,-1 0-1 0 0,1 0 0 0 0,-1 0 0 0 0,1 1 1 0 0,0-1-1 0 0,-1 0 0 0 0,1 0 0 0 0,0 1 1 0 0,0-1-1 0 0,0 1 0 0 0,0 2 9 0 0,-1-1 0 0 0,1 1 0 0 0,-1-1 0 0 0,1 0 1 0 0,-1 1-1 0 0,0-1 0 0 0,0 0 0 0 0,-1 0 0 0 0,1 1 0 0 0,0-1 0 0 0,-1 0 0 0 0,-3 4 0 0 0,3-4-4 0 0,0 0-1 0 0,0 0 1 0 0,0 0-1 0 0,1 0 1 0 0,0 0-1 0 0,-1 0 1 0 0,1 0-1 0 0,0 0 1 0 0,1 0-1 0 0,-1 1 1 0 0,0-1-1 0 0,1 6 1 0 0,-1 6 29 0 0,-1-1-1 0 0,-1 1 1 0 0,0-1 0 0 0,-1 0-1 0 0,0 0 1 0 0,-1 0 0 0 0,0-1 0 0 0,-1 1-1 0 0,-12 17 1 0 0,16-28-26 0 0,1 0-7 0 0,0-1 1 0 0,1 1-1 0 0,-1-1 0 0 0,0 1 1 0 0,1-1-1 0 0,-1 1 0 0 0,1 0 1 0 0,0-1-1 0 0,0 1 0 0 0,0 0 1 0 0,0-1-1 0 0,0 1 0 0 0,1 4 1 0 0,0-5-3 0 0,-1 1 1 0 0,1-1 0 0 0,-1 0 0 0 0,0 1-1 0 0,0-1 1 0 0,0 0 0 0 0,0 1-1 0 0,0-1 1 0 0,0 0 0 0 0,-1 1-1 0 0,1-1 1 0 0,-1 0 0 0 0,0 0 0 0 0,0 0-1 0 0,0 1 1 0 0,0-1 0 0 0,-1 2-1 0 0,-1 0 8 0 0,0 0-4 0 0,1-1 1 0 0,-1 1-1 0 0,1 0 1 0 0,0 0-1 0 0,0 0 1 0 0,0 1-1 0 0,0-1 1 0 0,1 0-1 0 0,-1 1 0 0 0,1-1 1 0 0,0 1-1 0 0,1-1 1 0 0,-1 1-1 0 0,1-1 1 0 0,0 8-1 0 0,0 191 352 0 0,0-201-352 0 0,0-1-1 0 0,0 1 1 0 0,0-1-1 0 0,0 1 1 0 0,0-1 0 0 0,-1 1-1 0 0,1-1 1 0 0,-1 0-1 0 0,1 1 1 0 0,-1-1-1 0 0,1 0 1 0 0,-1 1-1 0 0,0-1 1 0 0,0 0-1 0 0,0 0 1 0 0,1 1-1 0 0,-1-1 1 0 0,0 0 0 0 0,0 0-1 0 0,-1 0 1 0 0,1 0-1 0 0,-2 1 1 0 0,2-1-7 0 0,0 0 1 0 0,0 0 0 0 0,-1-1 0 0 0,1 1-1 0 0,0 0 1 0 0,0 1 0 0 0,0-1 0 0 0,1 0-1 0 0,-1 0 1 0 0,0 0 0 0 0,0 0 0 0 0,1 1-1 0 0,-1-1 1 0 0,0 0 0 0 0,1 1 0 0 0,-1-1-1 0 0,1 1 1 0 0,0-1 0 0 0,0 0 0 0 0,-1 1-1 0 0,1-1 1 0 0,0 3 0 0 0,0-1-2 0 0,1-1 0 0 0,-1 1 0 0 0,0-1 0 0 0,-1 1 0 0 0,1-1 0 0 0,0 1 0 0 0,-1-1 0 0 0,0 1 0 0 0,1-1 0 0 0,-1 1 0 0 0,0-1 0 0 0,0 0 0 0 0,0 1 0 0 0,0-1 0 0 0,-1 0 0 0 0,1 0 0 0 0,-1 0 0 0 0,1 0 0 0 0,-1 0 0 0 0,-3 3 0 0 0,-2 2 0 0 0,6-6 3 0 0,1 1 0 0 0,-1-1 1 0 0,0 1-1 0 0,0-1 1 0 0,0 1-1 0 0,1-1 0 0 0,-1 1 1 0 0,1 0-1 0 0,-1 0 1 0 0,1-1-1 0 0,0 1 0 0 0,0 0 1 0 0,0 0-1 0 0,0-1 1 0 0,0 1-1 0 0,0 0 0 0 0,0 0 1 0 0,0-1-1 0 0,1 1 0 0 0,-1 0 1 0 0,1 1-1 0 0,0-1 1 0 0,-1 0 0 0 0,1-1 0 0 0,-1 1 0 0 0,0 0 0 0 0,1-1 0 0 0,-1 1-1 0 0,0 0 1 0 0,0 0 0 0 0,0 0 0 0 0,0-1 0 0 0,-1 1 0 0 0,1 0 0 0 0,0 0 0 0 0,-1-1 0 0 0,1 1-1 0 0,-1 0 1 0 0,0-1 0 0 0,1 1 0 0 0,-1-1 0 0 0,0 1 0 0 0,-1 1 0 0 0,1-2-6 0 0,-2 1 7 0 0,1 1 0 0 0,0-1 1 0 0,0 1-1 0 0,0-1 0 0 0,0 1 0 0 0,0-1 0 0 0,0 1 0 0 0,1 0 1 0 0,-1 0-1 0 0,1 0 0 0 0,0 0 0 0 0,0 0 0 0 0,0 0 0 0 0,0 0 1 0 0,1 0-1 0 0,-1 1 0 0 0,1-1 0 0 0,0 0 0 0 0,0 0 0 0 0,0 5 1 0 0,0-6 0 0 0,0 0 0 0 0,0 0 0 0 0,0 0 1 0 0,-1-1-1 0 0,1 1 0 0 0,-1 0 1 0 0,1 0-1 0 0,-1 0 0 0 0,1-1 1 0 0,-1 1-1 0 0,0 0 0 0 0,0-1 1 0 0,0 1-1 0 0,0-1 0 0 0,0 1 1 0 0,0-1-1 0 0,-1 1 0 0 0,1-1 1 0 0,-2 2-1 0 0,1-2-2 0 0,1 0-1 0 0,0 0 1 0 0,0 1 0 0 0,-1-1-1 0 0,1 0 1 0 0,0 1 0 0 0,0-1-1 0 0,1 0 1 0 0,-1 1 0 0 0,0-1 0 0 0,0 1-1 0 0,1 0 1 0 0,-1-1 0 0 0,1 1-1 0 0,-1 0 1 0 0,1-1 0 0 0,0 1-1 0 0,-1 0 1 0 0,1 1 0 0 0,0-1-2 0 0,0 0 0 0 0,-1-1 0 0 0,1 1 0 0 0,-1 0 0 0 0,1-1 0 0 0,-1 1 0 0 0,0-1 0 0 0,0 1 0 0 0,1-1 0 0 0,-1 1 0 0 0,0-1 0 0 0,0 0 0 0 0,0 1 0 0 0,-1-1 0 0 0,1 0 0 0 0,0 0 0 0 0,0 0 0 0 0,-1 0 0 0 0,1 0 0 0 0,-1 0 0 0 0,1 0 0 0 0,-1 0 0 0 0,1 0 0 0 0,-1-1 0 0 0,1 1 0 0 0,-1-1 0 0 0,-2 1 0 0 0,3-1 2 0 0,-1 1 0 0 0,0-1 0 0 0,1 1 1 0 0,-1 0-1 0 0,1-1 0 0 0,-1 1 0 0 0,1 0 0 0 0,-1 0 1 0 0,1 0-1 0 0,-1 0 0 0 0,1 0 0 0 0,0 0 0 0 0,-1 0 0 0 0,1 0 1 0 0,0 1-1 0 0,0-1 0 0 0,0 0 0 0 0,0 1 0 0 0,0-1 1 0 0,0 1-1 0 0,1-1 0 0 0,-1 1 0 0 0,0 0 0 0 0,1-1 0 0 0,-1 1 1 0 0,1 0-1 0 0,-1 2 0 0 0,3 19 56 0 0,-1-17-24 0 0,0 0 0 0 0,-1 0 1 0 0,0 0-1 0 0,0 0 0 0 0,0 0 0 0 0,0 0 0 0 0,-1 0 0 0 0,0 0 0 0 0,0 0 0 0 0,-1 0 0 0 0,-2 7 1 0 0,-49 41-344 0 0,39-32 319 0 0,-15 17 42 0 0,-15 14 227 0 0,-52 80-1 0 0,76-103-80 0 0,12-20-180 0 0,6-8-18 0 0,0 1 0 0 0,0-1 1 0 0,1 1-1 0 0,-1-1 0 0 0,0 1 0 0 0,1 0 0 0 0,0 0 0 0 0,0 0 0 0 0,0 0 0 0 0,0 0 0 0 0,0 0 0 0 0,0 0 0 0 0,1 0 0 0 0,-1 0 0 0 0,1 4 0 0 0,0-1 18 0 0,-1 0-1 0 0,-1 0 0 0 0,1 0 1 0 0,-1 0-1 0 0,0-1 1 0 0,0 1-1 0 0,0-1 0 0 0,-1 1 1 0 0,0-1-1 0 0,0 0 1 0 0,0 0-1 0 0,-1 0 0 0 0,-4 4 1 0 0,-25 44 202 0 0,17-25 325 0 0,-27 36 0 0 0,24-31-293 0 0,19-32-251 0 0,0 0 0 0 0,1 1-1 0 0,-1-1 1 0 0,0 0 0 0 0,1 1 0 0 0,-1-1-1 0 0,1 0 1 0 0,-1 0 0 0 0,1 1 0 0 0,0-1-1 0 0,-1 0 1 0 0,1 0 0 0 0,0 0 0 0 0,0 0-1 0 0,0 0 1 0 0,0 0 0 0 0,0 0 0 0 0,2 2-1 0 0,-2-3 0 0 0,-1 1-1 0 0,1-1 1 0 0,-1 1 0 0 0,1-1-1 0 0,0 1 1 0 0,-1-1-1 0 0,1 1 1 0 0,-1 0-1 0 0,1 0 1 0 0,-1-1-1 0 0,0 1 1 0 0,1 0-1 0 0,-1-1 1 0 0,0 1-1 0 0,1 0 1 0 0,-1 0-1 0 0,0 0 1 0 0,0-1-1 0 0,0 1 1 0 0,0 0 0 0 0,0 0-1 0 0,0 0 1 0 0,0 0-1 0 0,0-1 1 0 0,0 1-1 0 0,0 0 1 0 0,0 0-1 0 0,0 0 1 0 0,-1-1-1 0 0,1 2 1 0 0,-19 14 59 0 0,18-15-53 0 0,0-1 0 0 0,0 1 0 0 0,0 0 0 0 0,0-1 0 0 0,0 1 0 0 0,0 0 0 0 0,0-1 0 0 0,1 1 0 0 0,-1 0 0 0 0,0 0 0 0 0,0 0 0 0 0,1 0 0 0 0,-1 0 1 0 0,0 0-1 0 0,1 0 0 0 0,-1 0 0 0 0,0 1 0 0 0,1 2 81 0 0,0-2-156 0 0,-1-1 0 0 0,1 1 0 0 0,0 0 0 0 0,0 0 0 0 0,-1-1 0 0 0,1 1 0 0 0,1 0 0 0 0,-1 0 0 0 0,0 0 0 0 0,0-1 0 0 0,1 1 0 0 0,-1 0 0 0 0,1 0 1 0 0,-1-1-1 0 0,1 1 0 0 0,0-1 0 0 0,-1 1 0 0 0,1 0 0 0 0,0-1 0 0 0,0 1 0 0 0,0-1 0 0 0,0 0 0 0 0,1 1 0 0 0,-1-1 0 0 0,0 0 0 0 0,0 0 0 0 0,1 0 0 0 0,-1 0 1 0 0,1 0-1 0 0,-1 0 0 0 0,1 0 0 0 0,0 0 0 0 0,-1 0 0 0 0,1-1 0 0 0,0 1 0 0 0,2 0 0 0 0,-1 0-180 0 0,-1 0 1 0 0,0 0-1 0 0,0 0 0 0 0,1 1 0 0 0,-1-1 0 0 0,0 1 1 0 0,0-1-1 0 0,0 1 0 0 0,0 0 0 0 0,-1 0 0 0 0,3 2 1 0 0,-3-1-266 0 0,0-1 0 0 0,0 0 0 0 0,-1 1 1 0 0,1-1-1 0 0,0 1 0 0 0,-1-1 0 0 0,0 1 1 0 0,0-1-1 0 0,0 1 0 0 0,0 3 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8:59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40 720 0 0,'0'0'60'0'0,"0"0"-1"0"0,0 1 0 0 0,0-1 0 0 0,0 0 0 0 0,0 0 1 0 0,0 1-1 0 0,0-1 0 0 0,0 0 0 0 0,0 1 0 0 0,-1-1 1 0 0,1 0-1 0 0,0 0 0 0 0,0 1 0 0 0,0-1 1 0 0,-1 0-1 0 0,1 0 0 0 0,0 1 0 0 0,0-1 0 0 0,-1 0 1 0 0,1 0-1 0 0,0 0 0 0 0,0 0 0 0 0,-1 1 0 0 0,1-1 1 0 0,0 0-1 0 0,-1 0 0 0 0,1 0 0 0 0,0 0 1 0 0,-1 0-1 0 0,1 0 0 0 0,0 0 0 0 0,-1 0 0 0 0,1 0 1 0 0,0 0-1 0 0,-1 0 0 0 0,1 0 0 0 0,0 0 0 0 0,-1 0 1 0 0,1 0-1 0 0,0 0 0 0 0,0 0 0 0 0,-1 0 0 0 0,-14-5-60 0 0,14 5 258 0 0,-1 0-158 0 0,1 0 1 0 0,-1 0-1 0 0,0 0 1 0 0,1-1-1 0 0,-1 1 1 0 0,1 0-1 0 0,-1-1 1 0 0,1 1-1 0 0,-1-1 1 0 0,1 0-1 0 0,-1 1 1 0 0,1-1-1 0 0,0 0 1 0 0,-1 0-1 0 0,1 0 1 0 0,0 0-1 0 0,0 0 1 0 0,0 0-1 0 0,0 0 1 0 0,0-1-1 0 0,0 1 1 0 0,0 0-1 0 0,0 0 1 0 0,0-1-1 0 0,0 1 1 0 0,1-1-1 0 0,-1 1 1 0 0,0-1-1 0 0,1 1 1 0 0,-1-1-1 0 0,1 1 1 0 0,0-1-1 0 0,0 1 1 0 0,-1-1-1 0 0,1 0 1 0 0,0-1-1 0 0,0 2 368 0 0,0 1-453 0 0,0 1 1 0 0,0-1-1 0 0,0 1 0 0 0,0-1 0 0 0,0 1 1 0 0,0 0-1 0 0,0-1 0 0 0,0 1 0 0 0,0-1 0 0 0,0 1 1 0 0,0-1-1 0 0,0 1 0 0 0,0-1 0 0 0,0 1 1 0 0,1-1-1 0 0,-1 1 0 0 0,0-1 0 0 0,0 1 1 0 0,1-1-1 0 0,-1 1 0 0 0,0-1 0 0 0,1 1 0 0 0,-1-1 1 0 0,0 0-1 0 0,1 1 0 0 0,-1-1 0 0 0,0 0 1 0 0,1 1-1 0 0,0-1 0 0 0,94 73 349 0 0,-56-46-317 0 0,-2 2 0 0 0,-1 2 0 0 0,33 36 0 0 0,-60-58-38 0 0,0 0-1 0 0,0-1 1 0 0,1 0-1 0 0,17 11 1 0 0,-18-13-1 0 0,0 0 0 0 0,-1 1 0 0 0,0-1 0 0 0,0 2 0 0 0,14 15 0 0 0,234 264 393 0 0,-250-280-376 0 0,-1-1 0 0 0,0 1 0 0 0,0 1 0 0 0,7 13 0 0 0,-9-13-16 0 0,1-1 0 0 0,1 0 0 0 0,-1 0 0 0 0,11 12 0 0 0,144 150 166 0 0,-153-161-154 0 0,0 1-1 0 0,-1-1 1 0 0,0 1 0 0 0,0 1 0 0 0,-1-1 0 0 0,4 11 0 0 0,17 35-93 0 0,28 19 60 0 0,-49-69 16 0 0,35 64 74 0 0,-13-33-64 0 0,-23-33-9 0 0,0-1 0 0 0,0 1 0 0 0,0 0-1 0 0,-1 0 1 0 0,0 0 0 0 0,1 1-1 0 0,-1-1 1 0 0,-1 1 0 0 0,1-1-1 0 0,0 1 1 0 0,-1 0 0 0 0,1-1 0 0 0,-1 1-1 0 0,0 0 1 0 0,-1 0 0 0 0,1 0-1 0 0,0 6 1 0 0,-3 21 7 0 0,1-20-1 0 0,1 0 0 0 0,-1 0 0 0 0,2 0 0 0 0,0 0-1 0 0,0 0 1 0 0,5 20 0 0 0,3-9 2 0 0,-6-17-3 0 0,0 1 0 0 0,-1 0 0 0 0,0 0 0 0 0,0 0 0 0 0,0 0 0 0 0,-1 0 0 0 0,0 1 0 0 0,1 8 1 0 0,-2-11-4 0 0,0 0 1 0 0,0 0 0 0 0,1 0-1 0 0,0 0 1 0 0,0 0 0 0 0,0-1-1 0 0,0 1 1 0 0,1 0 0 0 0,-1 0-1 0 0,1-1 1 0 0,4 7 0 0 0,-4-7-1 0 0,0 0 1 0 0,0 1 0 0 0,-1-1-1 0 0,1 1 1 0 0,-1-1 0 0 0,1 1-1 0 0,-1 0 1 0 0,0-1 0 0 0,-1 1-1 0 0,1 0 1 0 0,0 6 0 0 0,-1 242 313 0 0,0-249-317 0 0,0 0-1 0 0,0 0 1 0 0,1 0 0 0 0,0 0 0 0 0,-1 0 0 0 0,1 0-1 0 0,0 0 1 0 0,0 0 0 0 0,1 0 0 0 0,-1 0 0 0 0,1-1 0 0 0,-1 1-1 0 0,1 0 1 0 0,2 2 0 0 0,5 9 21 0 0,8 15 20 0 0,-2-2-32 0 0,0-2 1 0 0,2 0-1 0 0,26 31 1 0 0,-22-35 0 0 0,-18-15 40 0 0,0-1-1 0 0,0 0 0 0 0,1 0 1 0 0,0 0-1 0 0,0-1 1 0 0,0 1-1 0 0,0-1 0 0 0,0 0 1 0 0,1 0-1 0 0,0-1 1 0 0,0 1-1 0 0,0-1 0 0 0,6 3 1 0 0,37 29 164 0 0,-39-28-172 0 0,0 1-1 0 0,1-2 1 0 0,0 1-1 0 0,11 5 1 0 0,-10-7-12 0 0,9 4-2 0 0,-1 1-1 0 0,0 1 1 0 0,-1 0 0 0 0,23 19 0 0 0,-7-9 156 0 0,-29-19-190 0 0,1 1 0 0 0,-1 0-1 0 0,0 0 1 0 0,0 0-1 0 0,0 1 1 0 0,0 0-1 0 0,5 5 1 0 0,-2 1 31 0 0,1-1 1 0 0,1-1-1 0 0,-1 1 1 0 0,1-1-1 0 0,1-1 1 0 0,-1 0-1 0 0,16 7 1 0 0,45 33-84 0 0,-67-43 38 0 0,0 0-1 0 0,-1-1 1 0 0,0 1-1 0 0,0 1 1 0 0,0-1 0 0 0,5 9-1 0 0,-6-8-48 0 0,1 0-1 0 0,-1-1 1 0 0,1 1-1 0 0,0-1 1 0 0,0 0-1 0 0,1 0 1 0 0,-1 0-1 0 0,1-1 1 0 0,0 1-1 0 0,7 4 1 0 0,8 4-441 0 0,1 1 0 0 0,-2 0 0 0 0,0 2 0 0 0,29 30 0 0 0,-15-10-1094 0 0,0-2-1040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01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2801 0 0,'0'-6'881'0'0,"32"6"-881"0"0,-32-6-400 0 0,32 6-401 0 0,-32-8-640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0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78 176 560 0 0,'0'-1'107'0'0,"0"0"0"0"0,0 1 0 0 0,0-1-1 0 0,0 0 1 0 0,0 1 0 0 0,0-1 0 0 0,0 0-1 0 0,-1 1 1 0 0,1-1 0 0 0,0 0 0 0 0,0 1-1 0 0,-1-1 1 0 0,1 1 0 0 0,0-1 0 0 0,-1 0-1 0 0,1 1 1 0 0,-1-1 0 0 0,1 1 0 0 0,-1-1-1 0 0,1 1 1 0 0,-1 0 0 0 0,1-1 0 0 0,-1 1-1 0 0,1-1 1 0 0,-1 1 0 0 0,0 0 0 0 0,1 0-1 0 0,-1-1 1 0 0,-1 1 0 0 0,-23-3 1193 0 0,24 3-1214 0 0,1 0 0 0 0,-1 0 1 0 0,0 1-1 0 0,0-1 0 0 0,0 0 1 0 0,0 0-1 0 0,0 0 0 0 0,0 0 0 0 0,0 0 1 0 0,0 0-1 0 0,0-1 0 0 0,0 1 0 0 0,0 0 1 0 0,0 0-1 0 0,0-1 0 0 0,0 1 0 0 0,0 0 1 0 0,0-1-1 0 0,1 1 0 0 0,-1-1 0 0 0,0 1 1 0 0,0-1-1 0 0,0 0 0 0 0,1 1 0 0 0,-1-1 1 0 0,0 0-1 0 0,1 0 0 0 0,-1 1 0 0 0,1-1 1 0 0,-2-1-1 0 0,-11-3 322 0 0,12 5-369 0 0,17 0 181 0 0,19-1-130 0 0,1-1-1 0 0,68-15 1 0 0,34-6 68 0 0,385-33 402 0 0,-81 26-3 0 0,-261 20 207 0 0,-85 8 36 0 0,-96 3-783 0 0,1-1-1 0 0,-1 1 1 0 0,1-1-1 0 0,-1 0 1 0 0,1 1 0 0 0,-1-1-1 0 0,0 1 1 0 0,1-1 0 0 0,-1 1-1 0 0,1-1 1 0 0,-1 1-1 0 0,0-1 1 0 0,0 1 0 0 0,1-1-1 0 0,-1 1 1 0 0,0 0 0 0 0,0-1-1 0 0,0 1 1 0 0,1-1-1 0 0,-1 1 1 0 0,0 0 0 0 0,0-1-1 0 0,0 1 1 0 0,0 0 0 0 0,0-1-1 0 0,0 1 1 0 0,-1-1-1 0 0,1 1 1 0 0,0 0 0 0 0,0-1-1 0 0,-1 2 1 0 0,-4 22 371 0 0,-86 153 680 0 0,86-169-1060 0 0,1-1 0 0 0,0 1 1 0 0,1 0-1 0 0,0 0 1 0 0,0 0-1 0 0,0 0 1 0 0,1 0-1 0 0,0 1 1 0 0,1-1-1 0 0,-1 16 1 0 0,1-12-13 0 0,0-1 1 0 0,0 1-1 0 0,-1-1 0 0 0,-1 1 1 0 0,-5 15-1 0 0,4-16 21 0 0,1 0 0 0 0,0-1 0 0 0,1 1 0 0 0,0 0 0 0 0,0 16 0 0 0,1-16 6 0 0,0-1-1 0 0,0 0 1 0 0,-1 0 0 0 0,-1 0-1 0 0,0-1 1 0 0,0 1 0 0 0,-1-1 0 0 0,0 1-1 0 0,-5 8 1 0 0,3-6 4 0 0,0 1-1 0 0,1 0 1 0 0,-6 20-1 0 0,3 9 18 0 0,5-23-38 0 0,-1-1 0 0 0,-1 0-1 0 0,-12 31 1 0 0,8-27 12 0 0,2 0 0 0 0,-5 23-1 0 0,7-28 7 0 0,0 1-1 0 0,0-1 0 0 0,-16 32 1 0 0,-41 58-42 0 0,7-13-26 0 0,-52 123-1 0 0,88-171 98 0 0,-2 0 1 0 0,-2-2-1 0 0,-42 62 1 0 0,56-92-24 0 0,0 1 0 0 0,1 0 1 0 0,1 0-1 0 0,-10 30 1 0 0,-2 6 3 0 0,8-31-10 0 0,9-17-17 0 0,0 0 0 0 0,0 1 0 0 0,0-1 0 0 0,1 1-1 0 0,-1 0 1 0 0,1-1 0 0 0,0 1 0 0 0,0 0 0 0 0,0 0 0 0 0,1-1 0 0 0,-1 8 0 0 0,1-6 0 0 0,-1 0 0 0 0,0 0 0 0 0,1 0 0 0 0,-2 1 0 0 0,1-1 0 0 0,-1 0 1 0 0,-4 9-1 0 0,4-9 7 0 0,0-1 1 0 0,0 1-1 0 0,0 0 1 0 0,1 0 0 0 0,0 0-1 0 0,0 0 1 0 0,-1 11-1 0 0,2-10 7 0 0,-1 0-1 0 0,1 1 0 0 0,-2-1 1 0 0,1 0-1 0 0,-1 0 0 0 0,0 0 1 0 0,0 0-1 0 0,-4 7 0 0 0,3-8 0 0 0,1 1 0 0 0,0-1-1 0 0,0 1 1 0 0,0 0 0 0 0,1-1-1 0 0,0 1 1 0 0,0 0 0 0 0,-1 8 0 0 0,2 3-54 0 0,-1-12 11 0 0,1 0 0 0 0,0 0 0 0 0,0 0 0 0 0,1 0 0 0 0,-1 0 0 0 0,1 0 0 0 0,0 0 0 0 0,3 7 0 0 0,5 7 2 0 0,-7-14 28 0 0,1 0 1 0 0,-1 0-1 0 0,0 0 1 0 0,0 0-1 0 0,0 0 1 0 0,-1 1-1 0 0,0-1 1 0 0,0 1-1 0 0,0 8 1 0 0,-1 85 72 0 0,0-97-80 0 0,0 0 0 0 0,1-1 0 0 0,-1 1 0 0 0,0 0 0 0 0,0 0 0 0 0,1 0 0 0 0,-1 0 0 0 0,1 0 0 0 0,0-1 0 0 0,-1 1 0 0 0,1 0 0 0 0,0 0 0 0 0,0-1 0 0 0,0 1 0 0 0,0-1 0 0 0,1 1 0 0 0,1 1 0 0 0,-2-2 0 0 0,0 1 0 0 0,0-1 0 0 0,0 0 0 0 0,0 1 0 0 0,0-1 0 0 0,0 1 0 0 0,0-1 0 0 0,0 1 0 0 0,-1-1 0 0 0,1 1 0 0 0,-1 0 0 0 0,1-1 0 0 0,-1 1 0 0 0,1 0 0 0 0,-1-1 0 0 0,0 1 0 0 0,0 2 0 0 0,0-2 1 0 0,1 1 1 0 0,-1-1-1 0 0,1 1 1 0 0,0-1-1 0 0,0 1 1 0 0,0-1-1 0 0,0 0 1 0 0,0 1-1 0 0,0-1 1 0 0,1 0-1 0 0,-1 0 0 0 0,1 0 1 0 0,-1 0-1 0 0,1 0 1 0 0,0-1-1 0 0,0 1 1 0 0,0 0-1 0 0,0-1 1 0 0,0 1-1 0 0,0-1 1 0 0,0 0-1 0 0,1 0 1 0 0,-1 1-1 0 0,0-2 1 0 0,1 1-1 0 0,-1 0 0 0 0,5 0 1 0 0,3 4-30 0 0,-10-5 29 0 0,0 0-1 0 0,1 0 1 0 0,-1 0-1 0 0,1 0 1 0 0,-1 1 0 0 0,0-1-1 0 0,1 0 1 0 0,-1 0-1 0 0,0 1 1 0 0,1-1-1 0 0,-1 0 1 0 0,0 1 0 0 0,0-1-1 0 0,1 0 1 0 0,-1 1-1 0 0,0-1 1 0 0,0 0-1 0 0,1 1 1 0 0,-1-1-1 0 0,0 1 1 0 0,0-1 0 0 0,0 0-1 0 0,0 1 1 0 0,0-1-1 0 0,0 1 1 0 0,0-1-1 0 0,0 0 1 0 0,0 1 0 0 0,0 0-1 0 0,4 8 50 0 0,82 25 30 0 0,-86-34-80 0 0,0 0 0 0 0,1 0 0 0 0,-1 0 0 0 0,0 1 0 0 0,1-1 0 0 0,-1 0 0 0 0,0 0 0 0 0,0 0 0 0 0,1 0 0 0 0,-1 1 0 0 0,0-1 0 0 0,0 0 0 0 0,1 0 0 0 0,-1 1 0 0 0,0-1 0 0 0,0 0 0 0 0,0 1 0 0 0,1-1 0 0 0,-1 0 0 0 0,0 0 0 0 0,0 1 0 0 0,0-1 0 0 0,0 0 0 0 0,0 1 0 0 0,0-1 0 0 0,0 0 0 0 0,1 1 0 0 0,-1-1 0 0 0,0 0 0 0 0,0 1 0 0 0,0-1 0 0 0,-1 0 0 0 0,1 1 0 0 0,0-1 0 0 0,0 0 0 0 0,0 1 0 0 0,0 0 0 0 0,0-1 0 0 0,0 0 0 0 0,0 0 0 0 0,0 1 0 0 0,-1-1 0 0 0,1 0 0 0 0,0 0 0 0 0,0 1 0 0 0,0-1 0 0 0,0 0 0 0 0,0 0 0 0 0,0 1 0 0 0,0-1 0 0 0,0 0 0 0 0,0 0 0 0 0,0 1 0 0 0,0-1 0 0 0,1 0 0 0 0,-1 0 0 0 0,0 1 0 0 0,0-1 0 0 0,0 0 0 0 0,0 0 0 0 0,0 1 0 0 0,0-1 0 0 0,1 0 0 0 0,-1 0 0 0 0,0 0 0 0 0,0 1 0 0 0,0-1 0 0 0,0 0 0 0 0,1 0 0 0 0,-1 0 0 0 0,0 0 0 0 0,0 0 0 0 0,1 1 0 0 0,-1-1 0 0 0,0 0 0 0 0,0 0 0 0 0,1 0 0 0 0,-1 0 0 0 0,0 0 0 0 0,0 0 0 0 0,1 0 0 0 0,-1 0 0 0 0,22 1 13 0 0,-22-1 7 0 0,0 0 0 0 0,0 0 0 0 0,1 0 0 0 0,-1 1 0 0 0,0-1 0 0 0,1 0 0 0 0,-1 0 0 0 0,0 0-1 0 0,0 0 1 0 0,1 0 0 0 0,-1 0 0 0 0,0 1 0 0 0,0-1 0 0 0,0 0 0 0 0,1 0 0 0 0,-1 0 0 0 0,0 1 0 0 0,0-1 0 0 0,0 0-1 0 0,1 0 1 0 0,-1 1 0 0 0,0-1 0 0 0,0 0 0 0 0,0 0 0 0 0,0 1 0 0 0,0-1 0 0 0,0 0 0 0 0,0 0 0 0 0,0 1 0 0 0,0-1-1 0 0,0 0 1 0 0,0 1 0 0 0,0-1 0 0 0,0 0 0 0 0,0 0 0 0 0,0 1 0 0 0,0-1 0 0 0,0 0 0 0 0,0 1 0 0 0,0-1-1 0 0,0 0 1 0 0,0 0 0 0 0,0 1 0 0 0,0-1 0 0 0,-1 0 0 0 0,1 0 0 0 0,0 1 0 0 0,0-1 0 0 0,0 0 0 0 0,0 0 0 0 0,-1 0-1 0 0,1 1 1 0 0,0-1 0 0 0,0 0 0 0 0,0 0 0 0 0,-1 0 0 0 0,1 0 0 0 0,0 1 0 0 0,0-1 0 0 0,-1 0 0 0 0,1 0 0 0 0,0 0-1 0 0,-1 0 1 0 0,1 0 0 0 0,-106 20 1861 0 0,-184 12 0 0 0,180-23-1334 0 0,-231 11 360 0 0,317-22-3362 0 0,24 2 2415 0 0,0 0-1 0 0,0 0 0 0 0,0 0 0 0 0,0 0 0 0 0,0 0 0 0 0,1 0 0 0 0,-1 0 0 0 0,0 0 0 0 0,0 0 0 0 0,0 0 0 0 0,0 0 1 0 0,0 0-1 0 0,0 0 0 0 0,0 0 0 0 0,0 0 0 0 0,0 0 0 0 0,0 0 0 0 0,0 0 0 0 0,0-1 0 0 0,0 1 0 0 0,0 0 0 0 0,1 0 1 0 0,-1 0-1 0 0,0 0 0 0 0,0 0 0 0 0,0 0 0 0 0,0 0 0 0 0,0 0 0 0 0,0 0 0 0 0,0 0 0 0 0,0-1 0 0 0,0 1 0 0 0,0 0 1 0 0,0 0-1 0 0,0 0 0 0 0,0 0 0 0 0,0 0 0 0 0,0 0 0 0 0,0 0 0 0 0,0 0 0 0 0,-1 0 0 0 0,1-1 0 0 0,0 1 0 0 0,0 0 1 0 0,0 0-1 0 0,0 0 0 0 0,0 0 0 0 0,0 0 0 0 0,0 0 0 0 0,0 0 0 0 0,0 0 0 0 0,0 0 0 0 0,0 0 0 0 0,0 0 0 0 0,0 0 1 0 0,0 0-1 0 0,0 0 0 0 0,-1-1 0 0 0,1 1 0 0 0,0 0 0 0 0,40-12-4108 0 0,-24 8 3283 0 0,27-9-1421 0 0,79-33-1 0 0,27-28-3701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0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33 170 2881 0 0,'-2'0'178'0'0,"1"0"-1"0"0,-1 1 0 0 0,1-1 1 0 0,-1 0-1 0 0,1 0 0 0 0,0-1 1 0 0,-1 1-1 0 0,1 0 0 0 0,-1 0 0 0 0,1-1 1 0 0,0 1-1 0 0,-1-1 0 0 0,1 1 1 0 0,0-1-1 0 0,-1 1 0 0 0,1-1 1 0 0,0 0-1 0 0,0 0 0 0 0,-2-1 1 0 0,-1-26 1586 0 0,5 17-2046 0 0,-1 10 286 0 0,0-1-1 0 0,0 1 0 0 0,1-1 0 0 0,-1 1 1 0 0,1-1-1 0 0,0 1 0 0 0,-1-1 0 0 0,1 1 0 0 0,0 0 1 0 0,0 0-1 0 0,0-1 0 0 0,0 1 0 0 0,0 0 1 0 0,0 0-1 0 0,0 0 0 0 0,0 0 0 0 0,0 0 1 0 0,1 0-1 0 0,-1 0 0 0 0,2-1 0 0 0,15-13 36 0 0,35-43 268 0 0,-52 56-284 0 0,0 1 1 0 0,0 0-1 0 0,0 0 0 0 0,-1-1 1 0 0,1 1-1 0 0,-1 0 0 0 0,1-1 1 0 0,-1 1-1 0 0,1 0 1 0 0,-1-1-1 0 0,0 1 0 0 0,1-1 1 0 0,-1 1-1 0 0,0-2 0 0 0,-2 38 134 0 0,-1 2-96 0 0,0-1 0 0 0,-2 1 0 0 0,-2-1 0 0 0,-2 0 0 0 0,-1-1 0 0 0,-17 43 0 0 0,21-67-67 0 0,2 1 1 0 0,0 0-1 0 0,0 0 1 0 0,1 0-1 0 0,0 0 1 0 0,-1 20-1 0 0,4-28-31 0 0,1 0 0 0 0,-1-1-1 0 0,1 1 1 0 0,0-1 0 0 0,-1 1 0 0 0,1-1 0 0 0,1 0-1 0 0,-1 1 1 0 0,1-1 0 0 0,-1 0 0 0 0,1 0-1 0 0,0 0 1 0 0,0 0 0 0 0,0 0 0 0 0,0 0 0 0 0,1-1-1 0 0,-1 1 1 0 0,1-1 0 0 0,-1 1 0 0 0,1-1 0 0 0,0 0-1 0 0,0 0 1 0 0,0 0 0 0 0,0-1 0 0 0,1 1-1 0 0,-1-1 1 0 0,5 2 0 0 0,-5-2-98 0 0,0 0-1 0 0,0 0 1 0 0,0 0-1 0 0,1-1 1 0 0,-1 1 0 0 0,0-1-1 0 0,1 0 1 0 0,-1 0 0 0 0,1 0-1 0 0,-1 0 1 0 0,0-1-1 0 0,1 1 1 0 0,-1-1 0 0 0,0 0-1 0 0,0 0 1 0 0,1 0-1 0 0,-1 0 1 0 0,0-1 0 0 0,4-2-1 0 0,52-21-3092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04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14 1040 0 0,'-59'-8'7511'0'0,"81"2"-7418"0"0,-17 6-173 0 0,59 43-13 0 0,-59-40 94 0 0,0 1 1 0 0,0 0 0 0 0,0 0 0 0 0,-1 1 0 0 0,0-1 0 0 0,5 8 0 0 0,-3-6 6 0 0,0 1 1 0 0,-1-1 0 0 0,-1 1-1 0 0,1 1 1 0 0,-1-1-1 0 0,0 1 1 0 0,0-1-1 0 0,-1 1 1 0 0,0 0 0 0 0,-1 0-1 0 0,0 1 1 0 0,0-1-1 0 0,-1 0 1 0 0,0 1 0 0 0,0-1-1 0 0,-1 1 1 0 0,0-1-1 0 0,0 1 1 0 0,-1-1-1 0 0,0 1 1 0 0,-1-1 0 0 0,0 0-1 0 0,0 1 1 0 0,-1-1-1 0 0,0 0 1 0 0,0-1-1 0 0,-6 11 1 0 0,-7 9 98 0 0,-1-1 0 0 0,-2-1 0 0 0,0-1 0 0 0,-41 39 0 0 0,58-60-95 0 0,-11 7 17 0 0,1 1-1 0 0,-2-2 1 0 0,1 0 0 0 0,-1-1 0 0 0,-1 0-1 0 0,1-1 1 0 0,-1 0 0 0 0,-1-2-1 0 0,1 1 1 0 0,-1-2 0 0 0,0 0 0 0 0,-25 2-1 0 0,31-5 52 0 0,0-1 0 0 0,0 0 1 0 0,0 0-1 0 0,0-1 0 0 0,0 0 0 0 0,0-1 0 0 0,0 0 0 0 0,0-1 0 0 0,0 0 0 0 0,1 0 0 0 0,-1-1 0 0 0,1-1 0 0 0,0 1 0 0 0,-12-10 0 0 0,19 13-82 0 0,0 1 0 0 0,0-1 0 0 0,0 0 0 0 0,1 0 0 0 0,-1 0 0 0 0,1-1 0 0 0,-1 1 0 0 0,1 0 0 0 0,-1-1 0 0 0,1 1 0 0 0,-1-1 0 0 0,1 1 0 0 0,0-1 0 0 0,0 1 0 0 0,0-1 0 0 0,0 0 0 0 0,0 0 0 0 0,0 1 0 0 0,1-1 0 0 0,-1 0 0 0 0,1 0 0 0 0,-1 0 1 0 0,1 0-1 0 0,-1 0 0 0 0,1 0 0 0 0,0 0 0 0 0,0 0 0 0 0,0 0 0 0 0,0 0 0 0 0,1 0 0 0 0,-1 0 0 0 0,0 0 0 0 0,1 0 0 0 0,-1 1 0 0 0,1-1 0 0 0,0 0 0 0 0,0 0 0 0 0,0 0 0 0 0,-1 1 0 0 0,2-1 0 0 0,-1 0 0 0 0,0 1 0 0 0,0-1 0 0 0,0 1 0 0 0,1-1 0 0 0,-1 1 0 0 0,1 0 0 0 0,-1-1 0 0 0,1 1 0 0 0,0 0 0 0 0,-1 0 0 0 0,1 0 0 0 0,3-1 0 0 0,4-4 1 0 0,1 1 0 0 0,-1 0 0 0 0,1 1 0 0 0,1 0 0 0 0,-1 0 1 0 0,1 1-1 0 0,-1 1 0 0 0,1 0 0 0 0,0 0 0 0 0,0 1 0 0 0,0 0 0 0 0,0 1 0 0 0,17 1 0 0 0,6 5-5 0 0,1 0 0 0 0,65 23 0 0 0,-76-21-3 0 0,162 59-218 0 0,-170-60 68 0 0,-1 1 0 0 0,0 0-1 0 0,-1 2 1 0 0,0-1-1 0 0,-1 2 1 0 0,0 0 0 0 0,22 23-1 0 0,17 16-2260 0 0,-20-27-2355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35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2665 164 240 0 0,'2'0'231'0'0,"0"-1"0"0"0,0 0 1 0 0,0 1-1 0 0,-1-1 0 0 0,1 0 0 0 0,0 0 0 0 0,0 0 0 0 0,-1-1 1 0 0,1 1-1 0 0,-1 0 0 0 0,1-1 0 0 0,-1 1 0 0 0,1-1 0 0 0,-1 1 1 0 0,1-3-1 0 0,-1 4-166 0 0,-1-1-1 0 0,0 1 1 0 0,0 0 0 0 0,0-1 0 0 0,0 1 0 0 0,0 0-1 0 0,0 0 1 0 0,-1-1 0 0 0,1 1 0 0 0,0 0 0 0 0,0-1 0 0 0,0 1-1 0 0,0 0 1 0 0,0-1 0 0 0,0 1 0 0 0,0 0 0 0 0,-1 0-1 0 0,1-1 1 0 0,0 1 0 0 0,0 0 0 0 0,0-1 0 0 0,-1 1-1 0 0,1 0 1 0 0,0 0 0 0 0,0 0 0 0 0,-1-1 0 0 0,1 1 0 0 0,0 0-1 0 0,0 0 1 0 0,-1 0 0 0 0,1 0 0 0 0,0 0 0 0 0,-1 0-1 0 0,1-1 1 0 0,-27-2 2292 0 0,13 3-1699 0 0,-7-1-77 0 0,-1 1 0 0 0,-33 6 0 0 0,50-5-501 0 0,-31-4 121 0 0,0-1 0 0 0,-68-18 0 0 0,24 4 10 0 0,-181-15 723 0 0,203 33-800 0 0,-82 11 0 0 0,121-9-136 0 0,-135 19 196 0 0,-263 71-1 0 0,367-77-161 0 0,1 3 0 0 0,1 1 0 0 0,1 3 0 0 0,-74 46 0 0 0,42-22 49 0 0,-83 54-134 0 0,140-84 64 0 0,0 1-1 0 0,1 0 1 0 0,0 2-1 0 0,-29 36 0 0 0,24-21 34 0 0,-50 57-8 0 0,76-91-36 0 0,-40 41 0 0 0,1 2 0 0 0,2 1 0 0 0,-33 55 0 0 0,-45 126 66 0 0,7-12 28 0 0,102-201-71 0 0,1 0-1 0 0,0 0 0 0 0,1 0 1 0 0,0 1-1 0 0,1 0 0 0 0,0-1 1 0 0,-1 25-1 0 0,4 98 221 0 0,2-60-264 0 0,-2 371 21 0 0,16-265 0 0 0,0 3 0 0 0,-16-148 8 0 0,2 0 1 0 0,2 0 0 0 0,11 49 0 0 0,-10-64-15 0 0,1 0 0 0 0,1-1 0 0 0,1 0 0 0 0,1 0-1 0 0,0-1 1 0 0,2 0 0 0 0,13 19 0 0 0,-16-29-1 0 0,1 1 0 0 0,-1-1-1 0 0,2 0 1 0 0,-1-1 0 0 0,1 0 0 0 0,1 0-1 0 0,-1-1 1 0 0,15 7 0 0 0,13 4 10 0 0,45 16 1 0 0,-59-25 1 0 0,514 174-179 0 0,-323-108 176 0 0,18 6-84 0 0,248 72 26 0 0,-291-90-61 0 0,103 46-321 0 0,-107-36 476 0 0,-89-36-65 0 0,136 75 0 0 0,-198-90 48 0 0,-2 2 1 0 0,41 37-1 0 0,-50-41-31 0 0,120 125-38 0 0,-91-88 109 0 0,-23-22-39 0 0,-1 1 1 0 0,-2 1-1 0 0,-1 2 0 0 0,-3 0 0 0 0,22 49 1 0 0,-43-85-29 0 0,-1 1 1 0 0,0-1-1 0 0,0 1 1 0 0,-1 0-1 0 0,1 0 1 0 0,-1-1-1 0 0,1 1 1 0 0,-1 0 0 0 0,-1 6-1 0 0,1 4 7 0 0,1-12-4 0 0,-29 3 73 0 0,-35 9-57 0 0,52-13-12 0 0,-1 1 1 0 0,1 0-1 0 0,-1 1 0 0 0,1 0 0 0 0,0 1 0 0 0,0 0 1 0 0,1 1-1 0 0,-1 0 0 0 0,1 1 0 0 0,0 0 0 0 0,1 1 1 0 0,-1-1-1 0 0,-13 15 0 0 0,19-17-1 0 0,1-1 0 0 0,0 1 0 0 0,0-1 0 0 0,1 1-1 0 0,-1 0 1 0 0,1 0 0 0 0,0 0 0 0 0,0 0 0 0 0,0 1 0 0 0,1-1 0 0 0,-1 0 0 0 0,1 1 0 0 0,0-1 0 0 0,0 1 0 0 0,1 0-1 0 0,0-1 1 0 0,-1 1 0 0 0,1-1 0 0 0,1 1 0 0 0,-1 0 0 0 0,1-1 0 0 0,-1 1 0 0 0,2-1 0 0 0,-1 1 0 0 0,0-1-1 0 0,1 0 1 0 0,0 1 0 0 0,0-1 0 0 0,0 0 0 0 0,0 0 0 0 0,1 0 0 0 0,-1 0 0 0 0,1-1 0 0 0,0 1 0 0 0,5 4 0 0 0,-5-4-2 0 0,1 0 0 0 0,-2 1 0 0 0,1-1 0 0 0,0 1 1 0 0,-1 0-1 0 0,0 0 0 0 0,3 9 0 0 0,14 27 17 0 0,23 12 38 0 0,-30-18-40 0 0,-8-17-13 0 0,0-8 0 0 0,0-1 0 0 0,1 0 0 0 0,0 0 0 0 0,0 0 0 0 0,1-1 0 0 0,0 0 0 0 0,1 0 0 0 0,-1 0-1 0 0,1-1 1 0 0,1 0 0 0 0,14 10 0 0 0,-7-4 5 0 0,-1-1 0 0 0,21 26 0 0 0,157 222-19 0 0,-181-248 3 0 0,0 0 0 0 0,1-1-1 0 0,0-1 1 0 0,1 0 0 0 0,1-1-1 0 0,28 16 1 0 0,3 2 24 0 0,-29-18-13 0 0,0-1 0 0 0,1 0 0 0 0,0-1 0 0 0,22 6 0 0 0,48 21-14 0 0,-62-24 14 0 0,1-1 0 0 0,0-1 0 0 0,0-1 0 0 0,1-2 0 0 0,0 0 0 0 0,0-2 0 0 0,36 0 0 0 0,3 2 0 0 0,697 42-80 0 0,-422-42 119 0 0,270-6-64 0 0,-401-16 105 0 0,-2-9 0 0 0,-1-9 0 0 0,218-67 0 0 0,-381 90-38 0 0,-1-2 1 0 0,0-2 0 0 0,-1-1-1 0 0,46-27 1 0 0,32-21-58 0 0,-44 26 22 0 0,-1-4 0 0 0,-3-2 0 0 0,113-93 0 0 0,-122 76 30 0 0,-3-4 0 0 0,-3-1-1 0 0,83-128 1 0 0,-121 167-74 0 0,-2-1 1 0 0,-1 0-1 0 0,-1-1 0 0 0,-2 0 1 0 0,-1-2-1 0 0,-1 1 0 0 0,8-41 1 0 0,-9-18 9 0 0,-1 45 0 0 0,-4 28 19 0 0,-2 0 1 0 0,0-1-1 0 0,-1 1 1 0 0,0-1-1 0 0,-2 1 1 0 0,-2-31-1 0 0,-20-64-59 0 0,15 57 28 0 0,3 15-32 0 0,-2 1-1 0 0,-14-48 1 0 0,-103-267 151 0 0,114 330 45 0 0,-2 0-1 0 0,-25-40 1 0 0,26 49-106 0 0,0-2 0 0 0,1 0 0 0 0,1 0 0 0 0,1 0 0 0 0,0-1 0 0 0,-7-32 0 0 0,10 15 27 0 0,1-1 0 0 0,3-43 0 0 0,1 56 0 0 0,0 1-1 0 0,-2-1 0 0 0,0 1 1 0 0,-1-1-1 0 0,-2 1 1 0 0,0 0-1 0 0,-2 0 0 0 0,-9-25 1 0 0,13 42-36 0 0,-11-25 88 0 0,0-1-1 0 0,2 0 1 0 0,-8-41-1 0 0,8-22 116 0 0,2 46-151 0 0,3 17-47 0 0,1 1 0 0 0,-2-52 0 0 0,-3-139 86 0 0,6 189-25 0 0,-2-1 0 0 0,-2 1 0 0 0,-1 0-1 0 0,-23-54 1 0 0,-21-22 164 0 0,36 69-154 0 0,2 4 41 0 0,0 2 0 0 0,-40-61 0 0 0,37 70-57 0 0,2-1 0 0 0,0 0 0 0 0,1-1 0 0 0,2-1 0 0 0,0 0 0 0 0,2-1 0 0 0,-9-36 1 0 0,10 12-3 0 0,3 13 38 0 0,-14-41 0 0 0,7 32 16 0 0,6 17-63 0 0,-1 2 0 0 0,-1-1-1 0 0,-2 1 1 0 0,-1 1 0 0 0,-1 0 0 0 0,-32-47-1 0 0,26 50 51 0 0,0 1-1 0 0,-2 0 0 0 0,0 2 1 0 0,-2 1-1 0 0,0 1 1 0 0,-1 1-1 0 0,-42-24 0 0 0,-61-37 299 0 0,-150-121 0 0 0,236 166-360 0 0,-2 3-1 0 0,-2 1 1 0 0,0 2 0 0 0,-2 3-1 0 0,-1 1 1 0 0,-1 3 0 0 0,-1 1-1 0 0,-1 3 1 0 0,-68-14 0 0 0,-1143-158-354 0 0,419 174-669 0 0,16 79-329 0 0,420-25 85 0 0,-97 11-890 0 0,13 36-509 0 0,415-65 1465 0 0,-92 36 0 0 0,-32 39-3009 0 0,200-94 4137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3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2032 327 640 0 0,'0'3'475'0'0,"0"-3"-437"0"0,0 1 1 0 0,0-1-1 0 0,1 1 1 0 0,-1-1-1 0 0,0 1 1 0 0,0-1-1 0 0,0 1 1 0 0,0 0-1 0 0,0-1 1 0 0,0 1-1 0 0,0-1 1 0 0,0 1 0 0 0,0-1-1 0 0,0 1 1 0 0,0 0-1 0 0,-1-1 1 0 0,1 1-1 0 0,0-1 1 0 0,0 1-1 0 0,-1-1 1 0 0,1 1-1 0 0,0-1 1 0 0,-1 1-1 0 0,1-1 1 0 0,0 1 0 0 0,-1-1-1 0 0,1 0 1 0 0,0 1-1 0 0,-1-1 1 0 0,1 0-1 0 0,-2 1 1 0 0,-10 0-113 0 0,11-1 27 0 0,20 0 2529 0 0,-20 0-2414 0 0,1 0-1 0 0,0-1 1 0 0,0 1 0 0 0,0-1 0 0 0,0 1-1 0 0,-1-1 1 0 0,1 1 0 0 0,0-1 0 0 0,0 1-1 0 0,0 0 1 0 0,0-1 0 0 0,0 1 0 0 0,0-1-1 0 0,0 1 1 0 0,0-1 0 0 0,0 1 0 0 0,1-1-1 0 0,-1 1 1 0 0,0-1 0 0 0,0 1 0 0 0,0 0-1 0 0,0-1 1 0 0,1 1 0 0 0,-1-1 0 0 0,0 1-1 0 0,0 0 1 0 0,1-1 0 0 0,-1 1 0 0 0,0-1-1 0 0,1 1 1 0 0,-1 0 0 0 0,0 0 0 0 0,1-1-1 0 0,-1 1 1 0 0,0 0 0 0 0,1 0 0 0 0,0-1-1 0 0,95-32 827 0 0,-52 21-528 0 0,49-21 0 0 0,21-7 329 0 0,-65 22-341 0 0,24-5 79 0 0,-73 23-418 0 0,0 0-1 0 0,0 0 1 0 0,0 0 0 0 0,0 0-1 0 0,-1-1 1 0 0,1 1-1 0 0,0 0 1 0 0,0 0-1 0 0,0 0 1 0 0,0 0-1 0 0,0 0 1 0 0,0-1-1 0 0,0 1 1 0 0,0 0-1 0 0,-1 0 1 0 0,1 0-1 0 0,0 0 1 0 0,0-1-1 0 0,0 1 1 0 0,0 0-1 0 0,0 0 1 0 0,0 0-1 0 0,0 0 1 0 0,0-1 0 0 0,0 1-1 0 0,0 0 1 0 0,0 0-1 0 0,0 0 1 0 0,0-1-1 0 0,0 1 1 0 0,1 0-1 0 0,-1 0 1 0 0,0 0-1 0 0,0 0 1 0 0,0-1-1 0 0,0 1 1 0 0,0 0-1 0 0,0 0 1 0 0,0 0-1 0 0,0 0 1 0 0,1 0-1 0 0,-1-1 1 0 0,0 1 0 0 0,0 0-1 0 0,-234-8 466 0 0,-635 9-226 0 0,767 8-109 0 0,-138 29 1 0 0,135-20-104 0 0,28-4 54 0 0,1 4-1 0 0,-130 46 1 0 0,169-49-94 0 0,1 1 1 0 0,1 2-1 0 0,0 1 1 0 0,2 2-1 0 0,0 1 1 0 0,2 2 0 0 0,-40 37-1 0 0,3 10 111 0 0,-88 122 1 0 0,146-180-100 0 0,5-7-5 0 0,0 0 0 0 0,0 0 0 0 0,0 0 1 0 0,1 1-1 0 0,1 0 0 0 0,-1-1 0 0 0,1 1 0 0 0,0 0 0 0 0,0 1 0 0 0,1-1 0 0 0,0 0 0 0 0,0 1 1 0 0,1 0-1 0 0,0-1 0 0 0,0 11 0 0 0,1 16 5 0 0,-2-6-16 0 0,2 1 1 0 0,1-1-1 0 0,1 0 0 0 0,1 0 0 0 0,2-1 0 0 0,1 1 1 0 0,11 32-1 0 0,20 18 25 0 0,-23-53 1 0 0,-2 1-1 0 0,16 48 0 0 0,-21-44-1 0 0,-5-19-15 0 0,1 0 1 0 0,0 0-1 0 0,0 0 1 0 0,2 0-1 0 0,9 18 1 0 0,3-2 12 0 0,1-1 0 0 0,1 0 0 0 0,44 43 0 0 0,-32-33-30 0 0,-25-28-1 0 0,1-1 0 0 0,-1 1-1 0 0,1-1 1 0 0,10 8-1 0 0,23 11 26 0 0,1-2-1 0 0,2-2 0 0 0,89 34 1 0 0,-85-40-24 0 0,1-3 1 0 0,1-1 0 0 0,53 5 0 0 0,148 6-48 0 0,-181-15 255 0 0,107 24 0 0 0,-113-18 11 0 0,113 11 0 0 0,711-14-8 0 0,-533-13-69 0 0,356-17 89 0 0,-498 3-338 0 0,288-59 0 0 0,-331 31-241 0 0,51-11 343 0 0,-109 36 110 0 0,155-36-30 0 0,-155 25-46 0 0,-66 20-101 0 0,0-3 0 0 0,69-29 0 0 0,-81 26 96 0 0,0-1 0 0 0,-1-1 1 0 0,0-2-1 0 0,45-38 0 0 0,-59 42 12 0 0,-1-1 1 0 0,0-1-1 0 0,-1-1 0 0 0,-1 0 0 0 0,-1-1 0 0 0,0-1 0 0 0,20-42 0 0 0,-20 33-16 0 0,-8 19-18 0 0,0-1 0 0 0,-1 0 0 0 0,0 0 1 0 0,-1 0-1 0 0,0-1 0 0 0,-1 1 0 0 0,3-24 0 0 0,-15-18-9 0 0,2 25 7 0 0,3 1-7 0 0,-8-28-19 0 0,-18 5 27 0 0,12 25 18 0 0,1-2 9 0 0,4 4 1 0 0,-2 1-1 0 0,0 1 0 0 0,-1 0 0 0 0,-2 1 1 0 0,0 1-1 0 0,-40-35 0 0 0,-35-15-15 0 0,-3 5-1 0 0,-185-94 0 0 0,-219-57 71 0 0,348 164 123 0 0,-3 8 0 0 0,-305-48-1 0 0,322 73 311 0 0,-208-2 1 0 0,-122 39 121 0 0,75 32-696 0 0,146-14 96 0 0,-472 83-1522 0 0,711-117 1483 0 0,-39 7-1381 0 0,61-16-1271 0 0,59-28-341 0 0,44-32-2305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1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47 1761 0 0,'-25'-20'1040'0'0,"25"14"-800"0"0,0 0-80 0 0,-32-2 81 0 0,32 1-81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20 2641 0 0,'0'2'246'0'0,"0"-1"-1"0"0,0 1 1 0 0,-1-1-1 0 0,1 1 1 0 0,0-1-1 0 0,-1 0 1 0 0,1 1-1 0 0,-1-1 1 0 0,0 0-1 0 0,1 0 1 0 0,-1 1-1 0 0,0-1 1 0 0,0 0-1 0 0,1 0 1 0 0,-1 0-1 0 0,0 0 1 0 0,0 0-1 0 0,-1 0 1 0 0,-1 2-1 0 0,2-2-68 0 0,-1 0-1 0 0,1 0 1 0 0,0 0-1 0 0,0 0 1 0 0,0 0-1 0 0,0 1 1 0 0,-1-1-1 0 0,2 0 1 0 0,-1 1 0 0 0,0-1-1 0 0,0 1 1 0 0,0-1-1 0 0,1 1 1 0 0,-1-1-1 0 0,1 1 1 0 0,-1 0-1 0 0,1-1 1 0 0,0 1-1 0 0,-1 0 1 0 0,1 1-1 0 0,1-4-122 0 0,1 0-1 0 0,-1 0 0 0 0,1 0 0 0 0,-1 0 0 0 0,1 0 0 0 0,-1 0 0 0 0,1 0 0 0 0,-1 1 0 0 0,1-1 1 0 0,0 0-1 0 0,-1 1 0 0 0,1 0 0 0 0,0-1 0 0 0,0 1 0 0 0,2 0 0 0 0,32-7 325 0 0,7 4 128 0 0,69 3 1 0 0,-12 1-253 0 0,-34-3-234 0 0,177-8-1133 0 0,-83-9-3597 0 0,-101 5 1015 0 0,-58 14 3593 0 0,-1-1 0 0 0,1 1-1 0 0,-1 0 1 0 0,1 0 0 0 0,-1 0 0 0 0,1 0-1 0 0,-1-1 1 0 0,0 1 0 0 0,1 0 0 0 0,-1 0-1 0 0,1-1 1 0 0,-1 1 0 0 0,1 0 0 0 0,-1-1-1 0 0,0 1 1 0 0,1 0 0 0 0,-1-1-1 0 0,0 1 1 0 0,1-1 0 0 0,-1 1 0 0 0,0-1-1 0 0,0 1 1 0 0,1-1 0 0 0,-1 1 0 0 0,0 0-1 0 0,0-1 1 0 0,0 0 0 0 0,0 1-1 0 0,1-1 1 0 0,-1 1 0 0 0,0-1 0 0 0,0 0-1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0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33 2801 0 0,'0'0'4242'0'0,"-64"6"-2401"0"0,32 2-961 0 0,0-2-479 0 0,32 1-401 0 0,0-14-1041 0 0,32-13-720 0 0,-32-12-1280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3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1186 880 0 0,'-7'4'759'0'0,"1"-1"0"0"0,-1 0 0 0 0,0 0-1 0 0,0 0 1 0 0,-12 2 0 0 0,5-2-450 0 0,-1-1 1 0 0,1-1 0 0 0,-1 0 0 0 0,1-1-1 0 0,-1 0 1 0 0,1-2 0 0 0,-19-3-1 0 0,28 4 105 0 0,0 2-14 0 0,-2 0-242 0 0,-21 5 443 0 0,27-6-567 0 0,0 0 1 0 0,0 0-1 0 0,0 0 0 0 0,0 1 0 0 0,1-1 1 0 0,-1 0-1 0 0,0 0 0 0 0,0 1 1 0 0,0-1-1 0 0,0 1 0 0 0,1-1 0 0 0,-1 1 1 0 0,0-1-1 0 0,1 1 0 0 0,-1-1 0 0 0,0 1 1 0 0,1-1-1 0 0,-1 1 0 0 0,0 0 1 0 0,1 0-1 0 0,-1-1 0 0 0,0 2 0 0 0,1 0 473 0 0,5-2-80 0 0,-4 0-291 0 0,-1-1-97 0 0,1 1 0 0 0,0 0-1 0 0,-1 0 1 0 0,1 0 0 0 0,0-1-1 0 0,-1 1 1 0 0,1 0 0 0 0,0 0-1 0 0,0 0 1 0 0,-1 0 0 0 0,1 0-1 0 0,0 0 1 0 0,-1 1 0 0 0,1-1-1 0 0,0 0 1 0 0,-1 0 0 0 0,1 0 0 0 0,0 1-1 0 0,-1-1 1 0 0,1 0 0 0 0,-1 0-1 0 0,1 1 1 0 0,0-1 0 0 0,-1 1-1 0 0,1-1 1 0 0,-1 1 0 0 0,1-1-1 0 0,-1 1 1 0 0,1-1 0 0 0,-1 1-1 0 0,1 0 1 0 0,-22-1 1308 0 0,234-6 748 0 0,-166 4-1700 0 0,-1-2 1 0 0,53-11 0 0 0,24-11-63 0 0,547-78 121 0 0,-308 31-367 0 0,-286 55-81 0 0,67-17 61 0 0,320-78 13 0 0,203-50 93 0 0,-540 139-130 0 0,136-33-6 0 0,154-38 190 0 0,-129 31-224 0 0,-201 46 74 0 0,-28 8-37 0 0,-27 5-13 0 0,45-13 0 0 0,226-51 234 0 0,-125 32-136 0 0,123-13 57 0 0,61-15 63 0 0,-241 37-127 0 0,-58 15 30 0 0,75-27 0 0 0,-59 22 135 0 0,4 0 141 0 0,99-20 603 0 0,-174 32-1122 0 0,-8 12-904 0 0,1-6 999 0 0,0 1-161 0 0,-1 0-1 0 0,1 1 0 0 0,0-1 1 0 0,0 0-1 0 0,-1 0 1 0 0,1 0-1 0 0,-1 0 1 0 0,1 0-1 0 0,-1 1 1 0 0,1-1-1 0 0,-1 0 0 0 0,0 0 1 0 0,1-1-1 0 0,-1 1 1 0 0,0 0-1 0 0,0 0 1 0 0,-1 1-1 0 0,-51 51-7121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37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80 0 0,'43'-10'70'0'0,"1"2"1"0"0,-1 1-1 0 0,1 2 0 0 0,0 2 1 0 0,49 4-1 0 0,-69-1-52 0 0,33-4 397 0 0,-51 1 36 0 0,-21 2 97 0 0,10 1 880 0 0,5 0-1397 0 0,0 0 1 0 0,0 0 0 0 0,0 1 0 0 0,1-1-1 0 0,-1 0 1 0 0,0 0 0 0 0,0 0 0 0 0,0 1-1 0 0,0-1 1 0 0,0 0 0 0 0,0 0 0 0 0,0 1 0 0 0,0-1-1 0 0,0 0 1 0 0,0 0 0 0 0,0 1 0 0 0,0-1-1 0 0,0 0 1 0 0,0 0 0 0 0,0 1 0 0 0,0-1 0 0 0,0 0-1 0 0,0 0 1 0 0,0 1 0 0 0,0-1 0 0 0,0 0-1 0 0,-1 0 1 0 0,1 0 0 0 0,0 1 0 0 0,0-1-1 0 0,0 0 1 0 0,0 0 0 0 0,0 0 0 0 0,-1 1 0 0 0,1-1-1 0 0,0 0 1 0 0,0 0 0 0 0,0 0 0 0 0,-1 0-1 0 0,1 0 1 0 0,0 0 0 0 0,0 1 0 0 0,0-1 0 0 0,-1 0-1 0 0,1 0 1 0 0,0 0 0 0 0,0 0 0 0 0,-1 0-1 0 0,1 0 1 0 0,0 0 0 0 0,0 0 0 0 0,-1 0-1 0 0,1 0 1 0 0,0 0 0 0 0,-22 4 141 0 0,21-2-151 0 0,0 0-1 0 0,0 0 0 0 0,1 0 1 0 0,-1 0-1 0 0,0 0 0 0 0,1 0 1 0 0,0 0-1 0 0,-1 0 1 0 0,1 0-1 0 0,0 0 0 0 0,0 0 1 0 0,0 0-1 0 0,0 1 0 0 0,1 2 1 0 0,-1-5-22 0 0,0 1 0 0 0,0-1 0 0 0,0 1 0 0 0,-1-1 0 0 0,1 1 0 0 0,0-1 0 0 0,0 1 0 0 0,0-1 0 0 0,0 1 0 0 0,-1-1 0 0 0,1 1 0 0 0,0-1 0 0 0,0 0 0 0 0,-1 1 0 0 0,1-1 0 0 0,0 1 0 0 0,-1-1 0 0 0,1 0 0 0 0,-1 1 0 0 0,1-1 0 0 0,0 0 0 0 0,-1 0 0 0 0,1 1 0 0 0,-1-1 0 0 0,1 0 0 0 0,-1 0 0 0 0,1 1 0 0 0,-1-1 0 0 0,1 0 0 0 0,-1 0 0 0 0,1 0 0 0 0,-1 0 0 0 0,1 0 0 0 0,-1 0 0 0 0,1 0 0 0 0,-1 0 0 0 0,1 0 0 0 0,-1 0 0 0 0,0 0 0 0 0,0 0 0 0 0,1 0 0 0 0,-1 0 0 0 0,0 0 0 0 0,1 0 0 0 0,-1 0 0 0 0,0 0 0 0 0,1 0 0 0 0,-1 0 0 0 0,0 0 0 0 0,1 1 0 0 0,-1-1 0 0 0,0 0 0 0 0,1 1 0 0 0,-1-1 0 0 0,1 0 0 0 0,-1 1 0 0 0,1-1 0 0 0,-1 1 0 0 0,1-1 0 0 0,-1 0 0 0 0,1 1 0 0 0,-1-1 0 0 0,1 1 0 0 0,-1 0 0 0 0,1-1 0 0 0,0 1 0 0 0,-1-1 0 0 0,1 1 0 0 0,0 0 0 0 0,0-1 0 0 0,-1 1 0 0 0,1 0 0 0 0,0-1 0 0 0,0 1 0 0 0,0 0 0 0 0,0-1 0 0 0,0 1 0 0 0,0 1 0 0 0,0-2-1 0 0,0 1 1 0 0,0-1 0 0 0,0 0 0 0 0,-1 1 0 0 0,1-1 0 0 0,0 0 0 0 0,0 1 0 0 0,0-1 0 0 0,0 0 0 0 0,-1 1 0 0 0,1-1 0 0 0,0 0-1 0 0,0 0 1 0 0,-1 1 0 0 0,1-1 0 0 0,0 0 0 0 0,-1 0 0 0 0,1 1 0 0 0,0-1 0 0 0,0 0 0 0 0,-1 0 0 0 0,1 0 0 0 0,0 1 0 0 0,-1-1-1 0 0,1 0 1 0 0,-1 0 0 0 0,1 0 0 0 0,0 0 0 0 0,-1 0 0 0 0,1 0 0 0 0,0 0 0 0 0,-1 0 0 0 0,1 0 0 0 0,-1 0 0 0 0,1 0 0 0 0,0 0-1 0 0,-1 0 1 0 0,1 0 0 0 0,0 0 0 0 0,-1 0 0 0 0,1-1 0 0 0,-1 1 0 0 0,1 0 1 0 0,-1 0 1 0 0,0 0-1 0 0,1-1 1 0 0,-1 1 0 0 0,1 0-1 0 0,-1 0 1 0 0,0 0-1 0 0,1 0 1 0 0,-1 0-1 0 0,0 0 1 0 0,1 0-1 0 0,-1 0 1 0 0,1 1-1 0 0,-1-1 1 0 0,0 0-1 0 0,1 0 1 0 0,-1 0-1 0 0,1 1 1 0 0,-1-1-1 0 0,1 0 1 0 0,-1 1 0 0 0,1-1-1 0 0,-1 0 1 0 0,1 1-1 0 0,-1-1 1 0 0,1 1-1 0 0,-1-1 1 0 0,1 0-1 0 0,0 1 1 0 0,-1-1-1 0 0,1 1 1 0 0,0 0-1 0 0,-1-1 1 0 0,1 1-1 0 0,0-1 1 0 0,-1 1-1 0 0,1-1 1 0 0,0 1 0 0 0,0 0-1 0 0,0-1 1 0 0,0 1-1 0 0,0-1 1 0 0,0 1-1 0 0,0 0 1 0 0,0 1-1 0 0,-1-1 1 0 0,0 0-1 0 0,0-1 0 0 0,-1 1 0 0 0,1 0 0 0 0,0 0 1 0 0,0 0-1 0 0,-1-1 0 0 0,1 1 0 0 0,0 0 1 0 0,-1-1-1 0 0,1 0 0 0 0,-1 1 0 0 0,1-1 1 0 0,-1 0-1 0 0,1 1 0 0 0,-1-1 0 0 0,-1 0 1 0 0,2 0 2 0 0,-9 9 156 0 0,-1-5-16 0 0,0-1 1 0 0,0 0-1 0 0,-20 3 1 0 0,-33 10 464 0 0,16 3-129 0 0,47-18-460 0 0,0 0 0 0 0,0 0-1 0 0,0 0 1 0 0,0-1 0 0 0,0 1-1 0 0,0 0 1 0 0,0-1-1 0 0,0 1 1 0 0,0-1 0 0 0,0 1-1 0 0,0-1 1 0 0,0 0 0 0 0,0 1-1 0 0,0-1 1 0 0,-1 0-1 0 0,1 0 1 0 0,0 0 0 0 0,0 0-1 0 0,0 0 1 0 0,0 0-1 0 0,-2 0 1 0 0,-9-1 976 0 0,12 3-955 0 0,0-1 0 0 0,0 1 0 0 0,0 0 0 0 0,0 0 0 0 0,0-1 0 0 0,0 1 0 0 0,1 0 0 0 0,-1 0 0 0 0,1-1-1 0 0,-1 1 1 0 0,1 0 0 0 0,0-1 0 0 0,1 3 0 0 0,10-1 76 0 0,1 0-1 0 0,0-1 0 0 0,0-1 0 0 0,0 0 1 0 0,23-2-1 0 0,-15 1 0 0 0,205 0 1090 0 0,443-6 1563 0 0,-205-16-1555 0 0,-207-6-493 0 0,61-4-321 0 0,203 9-25 0 0,1-1-30 0 0,-202 10-252 0 0,-50 6 35 0 0,-61 3-56 0 0,152 2-13 0 0,-178 5-24 0 0,547 6 618 0 0,-553-9-495 0 0,428 7 327 0 0,2 42 73 0 0,-534-41-503 0 0,-30-4-56 0 0,60 12 0 0 0,-220-63-8403 0 0,-81-29-2294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38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41 880 0 0,'1'-1'193'0'0,"1"-1"1"0"0,0 0-1 0 0,-1 1 0 0 0,1-1 0 0 0,0 1 0 0 0,0 0 0 0 0,0-1 0 0 0,0 1 0 0 0,0 0 0 0 0,1 0 0 0 0,-1 1 0 0 0,0-1 1 0 0,4-1-1 0 0,0 0 505 0 0,-3 1-500 0 0,-1 1-156 0 0,-1 0 0 0 0,0 0 0 0 0,0 0 0 0 0,0 0 0 0 0,0 0 0 0 0,1-1 0 0 0,-1 1 0 0 0,0 0-1 0 0,0-1 1 0 0,0 1 0 0 0,0-1 0 0 0,0 1 0 0 0,0-1 0 0 0,0 0 0 0 0,0 1 0 0 0,0-1 0 0 0,0 0 0 0 0,-1 0 0 0 0,1 1 0 0 0,0-1 0 0 0,1-2-1 0 0,3 1 226 0 0,16-2-107 0 0,-15 3-66 0 0,-1 1-14 0 0,-1-1-45 0 0,19 2 250 0 0,-4 6 189 0 0,-16-6 275 0 0,-10 1-149 0 0,-3 1-489 0 0,10-3-92 0 0,-1 0 0 0 0,1 0-1 0 0,0 0 1 0 0,-1 0 0 0 0,1 0 0 0 0,0 0-1 0 0,0 1 1 0 0,-1-1 0 0 0,1 0 0 0 0,0 0-1 0 0,-1 0 1 0 0,1 1 0 0 0,0-1 0 0 0,0 0-1 0 0,-1 0 1 0 0,1 1 0 0 0,0-1 0 0 0,0 0 0 0 0,0 0-1 0 0,0 1 1 0 0,-1-1 0 0 0,1 0 0 0 0,0 1-1 0 0,0-1 1 0 0,0 0 0 0 0,0 1 0 0 0,0-1-1 0 0,0 0 1 0 0,0 1 0 0 0,0-1 0 0 0,0 0-1 0 0,0 1 1 0 0,0-1 0 0 0,0 0 0 0 0,0 1-1 0 0,0-1 1 0 0,0 1 0 0 0,0-1-10 0 0,0 1 1 0 0,0-1-1 0 0,1 1 1 0 0,-1-1-1 0 0,0 0 0 0 0,0 1 1 0 0,0-1-1 0 0,0 1 1 0 0,0-1-1 0 0,0 0 0 0 0,-1 1 1 0 0,1-1-1 0 0,0 1 1 0 0,0-1-1 0 0,0 0 0 0 0,0 1 1 0 0,0-1-1 0 0,-1 0 1 0 0,1 1-1 0 0,0-1 0 0 0,0 0 1 0 0,0 1-1 0 0,-1-1 1 0 0,1 0-1 0 0,0 0 0 0 0,-1 1 1 0 0,1-1-1 0 0,0 0 1 0 0,0 0-1 0 0,-1 1 0 0 0,0-1 1 0 0,-52 27 657 0 0,42-15-40 0 0,10-11-591 0 0,-1 0 1 0 0,1-1-1 0 0,-1 1 1 0 0,1 0 0 0 0,0 0-1 0 0,-1 0 1 0 0,1 0-1 0 0,0 0 1 0 0,-1 0-1 0 0,1 0 1 0 0,0 1-1 0 0,0-1 1 0 0,0 0-1 0 0,0 1 1 0 0,0-1 0 0 0,1 1-1 0 0,-1-1 1 0 0,0 1-1 0 0,0 1 1 0 0,-2 38 1111 0 0,3-33-1040 0 0,-2 92 1449 0 0,-1-45-1080 0 0,3-1 0 0 0,10 84 0 0 0,-5-112-326 0 0,2 8-51 0 0,-1-1 1 0 0,-2 1-1 0 0,-1 1 1 0 0,-1-1-1 0 0,-3 0 1 0 0,-4 36-1 0 0,3-54-68 0 0,-1-1 1 0 0,-1 1-1 0 0,-1-1 0 0 0,0 0 0 0 0,-1 0 1 0 0,-1 0-1 0 0,0-1 0 0 0,0 0 0 0 0,-2-1 1 0 0,0 1-1 0 0,-17 19 0 0 0,13-24-63 0 0,12-8 5 0 0,-1 0 0 0 0,1-1 0 0 0,0 1 1 0 0,0 0-1 0 0,0 0 0 0 0,0 0 0 0 0,0-1 0 0 0,0 1 0 0 0,0 0 1 0 0,0 1-1 0 0,0-1 0 0 0,0 0 0 0 0,0 0 0 0 0,0 0 0 0 0,1 0 1 0 0,-1 1-1 0 0,1-1 0 0 0,-1 0 0 0 0,1 1 0 0 0,-1 2 0 0 0,-5-2-1147 0 0,-10-2-99 0 0,9-6 86 0 0,14-8-1345 0 0,41-39-511 0 0,-39 38 2092 0 0,-1 1-1 0 0,-1-2 1 0 0,7-21-1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13 1441 0 0,'0'0'6803'0'0,"0"-1"-6737"0"0,5-3-39 0 0,113-2 667 0 0,-114 5-661 0 0,1 0 1 0 0,0 1-1 0 0,0 0 1 0 0,-1 0-1 0 0,1 1 0 0 0,0-1 1 0 0,7 3-1 0 0,12 0 47 0 0,-15-3-40 0 0,0 0 0 0 0,0 1 0 0 0,-1 0 0 0 0,1 1 0 0 0,10 2 0 0 0,3 2 35 0 0,0-2 1 0 0,31 3 0 0 0,-46-7-54 0 0,-6 0-19 0 0,0 0 0 0 0,0 0 0 0 0,0 0 0 0 0,0 0 0 0 0,0-1-1 0 0,0 1 1 0 0,0 1 0 0 0,0-1 0 0 0,0 0 0 0 0,0 0-1 0 0,0 0 1 0 0,0 0 0 0 0,0 1 0 0 0,0-1 0 0 0,0 0 0 0 0,0 1-1 0 0,0-1 1 0 0,0 1 0 0 0,0-1 0 0 0,0 1 0 0 0,-1 0-1 0 0,1-1 1 0 0,0 1 0 0 0,1 1 0 0 0,-2-1 64 0 0,0-2 13 0 0,0-4 0 0 0,0 3 226 0 0,-261-10 1775 0 0,227 12-1928 0 0,-5-1 184 0 0,-70 7 0 0 0,20 3-270 0 0,88-8-61 0 0,0 0-1 0 0,0 0 0 0 0,1 1 1 0 0,-1-1-1 0 0,0 1 1 0 0,1-1-1 0 0,-1 0 1 0 0,1 1-1 0 0,0-1 1 0 0,0 1-1 0 0,-1-1 0 0 0,1 1 1 0 0,0-1-1 0 0,0 1 1 0 0,0-1-1 0 0,0 1 1 0 0,1-1-1 0 0,-1 1 0 0 0,0-1 1 0 0,1 1-1 0 0,-1-1 1 0 0,1 1-1 0 0,-1-1 1 0 0,1 0-1 0 0,0 1 0 0 0,1 1 1 0 0,3 2-5 0 0,1 1 1 0 0,0-1-1 0 0,1-1 1 0 0,-1 1-1 0 0,1-1 0 0 0,0 0 1 0 0,0-1-1 0 0,0 0 1 0 0,8 3-1 0 0,76 18-1 0 0,-38-13 13 0 0,174 28 147 0 0,-11-4-80 0 0,-189-27-27 0 0,-27-8-53 0 0,0 0 1 0 0,1 0-1 0 0,-1 0 0 0 0,0 1 0 0 0,1-1 1 0 0,-1 0-1 0 0,0 0 0 0 0,1 1 0 0 0,-1-1 1 0 0,0 0-1 0 0,0 0 0 0 0,1 1 0 0 0,-1-1 1 0 0,0 0-1 0 0,0 1 0 0 0,0-1 1 0 0,0 1-1 0 0,1-1 0 0 0,-1 0 0 0 0,0 1 1 0 0,0-1-1 0 0,0 0 0 0 0,0 1 0 0 0,0-1 1 0 0,0 1-1 0 0,0-1 0 0 0,0 0 0 0 0,0 1 1 0 0,0-1-1 0 0,0 1 0 0 0,0-1 0 0 0,0 0 1 0 0,0 1-1 0 0,0-1 0 0 0,-1 1 0 0 0,1-1 1 0 0,0 0-1 0 0,0 1 0 0 0,0-1 1 0 0,-1 0-1 0 0,1 1 0 0 0,0-1 0 0 0,0 0 1 0 0,-1 0-1 0 0,1 1 0 0 0,0-1 0 0 0,0 0 1 0 0,-1 0-1 0 0,1 1 0 0 0,0-1 0 0 0,-1 0 1 0 0,1 0-1 0 0,-1 0 0 0 0,1 1 0 0 0,0-1 1 0 0,-1 0-1 0 0,1 0 0 0 0,0 0 1 0 0,-1 0-1 0 0,-2 2 24 0 0,-17 12 109 0 0,0-1 1 0 0,-1-1-1 0 0,0 0 0 0 0,-1-2 1 0 0,-1 0-1 0 0,-37 9 0 0 0,10-5-346 0 0,-2-2 0 0 0,-64 6 0 0 0,57-13-1008 0 0,-62-3 0 0 0,117-2 1004 0 0,1 0-1 0 0,0 0 0 0 0,0 0 0 0 0,-1 0 0 0 0,1-1 0 0 0,0 1 0 0 0,0-1 0 0 0,0 0 1 0 0,0 0-1 0 0,0 0 0 0 0,0 0 0 0 0,0-1 0 0 0,0 1 0 0 0,0-1 0 0 0,0 0 0 0 0,1 1 0 0 0,-1-1 1 0 0,1-1-1 0 0,-1 1 0 0 0,-1-3 0 0 0,-2-15-2690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2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163 229 720 0 0,'-155'-74'3442'0'0,"154"71"-3374"0"0,-1 0 0 0 0,1 0 1 0 0,0 0-1 0 0,0-1 0 0 0,1 1 0 0 0,-1 0 0 0 0,1-1 0 0 0,-1 1 1 0 0,1 0-1 0 0,0-1 0 0 0,0 1 0 0 0,1 0 0 0 0,0-7 1 0 0,0 1 403 0 0,-1 9-453 0 0,0-1 1 0 0,-1 0-1 0 0,1 0 0 0 0,0 1 0 0 0,0-1 1 0 0,1 0-1 0 0,-1 0 0 0 0,0 1 1 0 0,0-1-1 0 0,0 0 0 0 0,0 0 0 0 0,1 1 1 0 0,-1-1-1 0 0,0 0 0 0 0,1 0 0 0 0,-1 1 1 0 0,0-1-1 0 0,1 1 0 0 0,-1-1 0 0 0,1 0 1 0 0,-1 1-1 0 0,1-1 0 0 0,-1 1 0 0 0,1-1 1 0 0,0 1-1 0 0,-1-1 0 0 0,1 1 0 0 0,0-1 1 0 0,-1 1-1 0 0,1 0 0 0 0,0-1 0 0 0,-1 1 1 0 0,1 0-1 0 0,0 0 0 0 0,0 0 0 0 0,-1-1 1 0 0,1 1-1 0 0,0 0 0 0 0,0 0 0 0 0,-1 0 1 0 0,1 0-1 0 0,0 0 0 0 0,0 0 0 0 0,0 0 1 0 0,-1 1-1 0 0,2-1 0 0 0,1 0-30 0 0,5-1 141 0 0,-10-2-13 0 0,1 3-114 0 0,1 0 0 0 0,0 0 1 0 0,0-1-1 0 0,0 1 0 0 0,0 0 0 0 0,0 0 0 0 0,0 0 0 0 0,-1 0 0 0 0,1 0 1 0 0,0 0-1 0 0,0 0 0 0 0,0 0 0 0 0,0 0 0 0 0,0-1 0 0 0,0 1 1 0 0,0 0-1 0 0,0 0 0 0 0,-1 0 0 0 0,1 0 0 0 0,0 0 0 0 0,0 0 0 0 0,0-1 1 0 0,0 1-1 0 0,0 0 0 0 0,0 0 0 0 0,0 0 0 0 0,0 0 0 0 0,0-1 0 0 0,0 1 1 0 0,0 0-1 0 0,0 0 0 0 0,0 0 0 0 0,0 0 0 0 0,0 0 0 0 0,0-1 0 0 0,0 1 1 0 0,0 0-1 0 0,0 0 0 0 0,0 0 0 0 0,0 0 0 0 0,1 0 0 0 0,-1-1 1 0 0,0 1-1 0 0,0 0 0 0 0,0 0 0 0 0,0 0 0 0 0,0 0 0 0 0,0 0 0 0 0,0 0 1 0 0,0 0-1 0 0,1-1 0 0 0,-1 1 0 0 0,0 0 0 0 0,38-3 127 0 0,-11 2-117 0 0,5-4-13 0 0,-30 3 0 0 0,1-1 0 0 0,29-5 6 0 0,-30 8-11 0 0,0 0-1 0 0,-1-1 1 0 0,1 1 0 0 0,0-1-1 0 0,-1 1 1 0 0,1-1-1 0 0,-1 0 1 0 0,1 1 0 0 0,-1-1-1 0 0,1 0 1 0 0,-1 0 0 0 0,1 0-1 0 0,-1 0 1 0 0,0-1 0 0 0,3-1-1 0 0,-2 1-7 0 0,0 0 0 0 0,0 1 0 0 0,0-1 0 0 0,0 1 0 0 0,0 0 0 0 0,0-1 0 0 0,1 1 0 0 0,-1 0 0 0 0,0 0 0 0 0,1 0 0 0 0,-1 1 0 0 0,1-1 0 0 0,-1 1 0 0 0,1-1 0 0 0,-1 1 0 0 0,6 0-1 0 0,6-3-17 0 0,13-3-112 0 0,-22 6 126 0 0,1 0-23 0 0,-12 0 80 0 0,-23 3-27 0 0,58 0 0 0 0,-28-3-5 0 0,-1 0 1 0 0,1 0-1 0 0,-1 0 0 0 0,0 1 0 0 0,1-1 0 0 0,-1 0 0 0 0,0 0 0 0 0,0 1 0 0 0,1-1 0 0 0,-1 0 1 0 0,0 0-1 0 0,1 1 0 0 0,-1-1 0 0 0,0 0 0 0 0,0 1 0 0 0,1-1 0 0 0,-1 0 0 0 0,0 1 0 0 0,0-1 1 0 0,0 0-1 0 0,0 1 0 0 0,0-1 0 0 0,1 0 0 0 0,-1 1 0 0 0,0-1 0 0 0,0 1 0 0 0,0-1 0 0 0,0 0 0 0 0,0 1 1 0 0,0-1-1 0 0,0 0 0 0 0,0 1 0 0 0,0-1 0 0 0,-1 1 0 0 0,1-1 0 0 0,0 1 0 0 0,0-1-1 0 0,0 1-1 0 0,0 0 1 0 0,0-1-1 0 0,0 1 0 0 0,0-1 1 0 0,0 1-1 0 0,0 0 1 0 0,0-1-1 0 0,0 1 1 0 0,0-1-1 0 0,0 1 0 0 0,0 0 1 0 0,0-1-1 0 0,1 1 1 0 0,-1-1-1 0 0,0 1 0 0 0,0-1 1 0 0,1 1-1 0 0,-1-1 1 0 0,0 1-1 0 0,1-1 1 0 0,-1 1-1 0 0,1-1 0 0 0,-1 1 1 0 0,1-1-1 0 0,1 1 9 0 0,-1-1-1 0 0,0 1 1 0 0,1-1 0 0 0,-1 1-1 0 0,0 0 1 0 0,1-1-1 0 0,-1 1 1 0 0,0 0-1 0 0,0 0 1 0 0,1 0 0 0 0,-1 0-1 0 0,0 0 1 0 0,0 0-1 0 0,0 0 1 0 0,0 1-1 0 0,-1-1 1 0 0,1 0 0 0 0,0 0-1 0 0,1 3 1 0 0,1 35 725 0 0,-3-31-665 0 0,0 86 579 0 0,0-93-646 0 0,0-1-1 0 0,0 1 1 0 0,0 0 0 0 0,0-1 0 0 0,0 1-1 0 0,1-1 1 0 0,-1 1 0 0 0,0 0-1 0 0,0-1 1 0 0,1 1 0 0 0,-1-1 0 0 0,0 1-1 0 0,1-1 1 0 0,-1 1 0 0 0,0-1-1 0 0,1 1 1 0 0,-1-1 0 0 0,1 1-1 0 0,-1-1 1 0 0,1 0 0 0 0,-1 1 0 0 0,1-1-1 0 0,-1 0 1 0 0,1 1 0 0 0,0-1-1 0 0,-1 0 1 0 0,1 1 0 0 0,-1-1 0 0 0,1 0-1 0 0,0 0 1 0 0,0 0 0 0 0,7 6 52 0 0,-14 2 1 0 0,4-7-52 0 0,1 0 1 0 0,0 0 0 0 0,0 0-1 0 0,0 0 1 0 0,0 0 0 0 0,0 0-1 0 0,0 0 1 0 0,0 0-1 0 0,1 0 1 0 0,-1 0 0 0 0,0 1-1 0 0,1-1 1 0 0,-1 0 0 0 0,1 1-1 0 0,-1-1 1 0 0,1 0-1 0 0,-1 1 1 0 0,1-1 0 0 0,0 2-1 0 0,0 107 858 0 0,0-108-866 0 0,0-1-1 0 0,0 1 0 0 0,0-1 1 0 0,1 1-1 0 0,-1-1 1 0 0,0 1-1 0 0,1-1 0 0 0,-1 1 1 0 0,1-1-1 0 0,0 1 0 0 0,-1-1 1 0 0,1 0-1 0 0,0 1 0 0 0,0-1 1 0 0,0 0-1 0 0,0 0 0 0 0,0 0 1 0 0,0 0-1 0 0,0 0 1 0 0,1 1-1 0 0,0 0 15 0 0,-1-1 0 0 0,1 0 0 0 0,-1 0-1 0 0,0 1 1 0 0,1-1 0 0 0,-1 1 0 0 0,0-1 0 0 0,0 1 0 0 0,0 0 0 0 0,0-1 0 0 0,-1 1 0 0 0,1 0-1 0 0,0 0 1 0 0,-1 0 0 0 0,1-1 0 0 0,-1 1 0 0 0,0 0 0 0 0,1 0 0 0 0,-1 0 0 0 0,0 3-1 0 0,0 97 1360 0 0,0-101-1371 0 0,0-1-1 0 0,0 1 0 0 0,0 0 0 0 0,-1-1 1 0 0,1 1-1 0 0,0 0 0 0 0,0-1 0 0 0,0 1 0 0 0,0-1 1 0 0,-1 1-1 0 0,1 0 0 0 0,0-1 0 0 0,-1 1 1 0 0,1-1-1 0 0,-1 1 0 0 0,1-1 0 0 0,0 1 0 0 0,-1-1 1 0 0,1 1-1 0 0,-1-1 0 0 0,1 1 0 0 0,-1-1 1 0 0,1 0-1 0 0,-1 1 0 0 0,0-1 0 0 0,1 0 0 0 0,-1 0 1 0 0,1 1-1 0 0,-1-1 0 0 0,0 0 0 0 0,1 0 1 0 0,-1 0-1 0 0,0 0 0 0 0,1 1 0 0 0,-2-1 0 0 0,1 0 1 0 0,1 0-1 0 0,-1 0 0 0 0,0 0 0 0 0,1 0 1 0 0,-1 0-1 0 0,0 0 0 0 0,1 0 0 0 0,-1 1 0 0 0,0-1 1 0 0,1 0-1 0 0,-1 0 0 0 0,0 1 0 0 0,1-1 1 0 0,-1 1-1 0 0,1-1 0 0 0,-1 0 0 0 0,1 1 1 0 0,-1-1-1 0 0,1 1 0 0 0,-1-1 0 0 0,1 1 0 0 0,-1 0 1 0 0,1-1-1 0 0,0 1 0 0 0,-1-1 0 0 0,1 1 1 0 0,0 0-1 0 0,0-1 0 0 0,-1 1 0 0 0,1 0 0 0 0,0-1 1 0 0,0 1-1 0 0,0 0 0 0 0,0-1 0 0 0,0 2 1 0 0,-1 8 79 0 0,0-6-60 0 0,1 0 1 0 0,-1 0 0 0 0,1-1-1 0 0,0 1 1 0 0,0 0 0 0 0,0 0 0 0 0,0 0-1 0 0,1 0 1 0 0,0 0 0 0 0,-1 0 0 0 0,1-1-1 0 0,1 1 1 0 0,1 5 0 0 0,17 4 60 0 0,-19-13-78 0 0,0 0 0 0 0,-1 1 0 0 0,1-1-1 0 0,-1 0 1 0 0,1 1 0 0 0,-1-1 0 0 0,1 1-1 0 0,-1-1 1 0 0,1 1 0 0 0,-1-1-1 0 0,1 1 1 0 0,-1-1 0 0 0,0 1 0 0 0,1-1-1 0 0,-1 1 1 0 0,0 0 0 0 0,0-1 0 0 0,1 1-1 0 0,-1-1 1 0 0,0 1 0 0 0,0 0-1 0 0,0-1 1 0 0,0 1 0 0 0,1 0 0 0 0,-1-1-1 0 0,0 1 1 0 0,0 0 0 0 0,-1-1 0 0 0,1 1-1 0 0,0 0 1 0 0,0-1 0 0 0,0 1-1 0 0,0 0 1 0 0,0-1 0 0 0,-1 1 0 0 0,1 0-1 0 0,0-1 1 0 0,-1 1 0 0 0,1-1 0 0 0,0 1-1 0 0,-1-1 1 0 0,1 1 0 0 0,-1-1-1 0 0,1 1 1 0 0,-1-1 0 0 0,1 1 0 0 0,-1-1-1 0 0,1 1 1 0 0,-2-1 0 0 0,1 1 3 0 0,-1 1-1 0 0,0-1 1 0 0,0 0 0 0 0,1 1-1 0 0,-1-1 1 0 0,1 1 0 0 0,-1-1-1 0 0,1 1 1 0 0,0 0 0 0 0,-1 0-1 0 0,1-1 1 0 0,0 1 0 0 0,0 0 0 0 0,0 0-1 0 0,1 0 1 0 0,-2 3 0 0 0,-1 41 36 0 0,3-44-46 0 0,-6 6 29 0 0,-15-2-147 0 0,14-9-246 0 0,3 0 252 0 0,-6-3-19 0 0,1 0 1 0 0,-1 0-1 0 0,1-1 0 0 0,0 0 1 0 0,0-1-1 0 0,1 0 1 0 0,-8-9-1 0 0,-9-13-170 0 0,-24-36-1 0 0,44 59 260 0 0,1 0-1 0 0,1 1 1 0 0,-1-1 0 0 0,1-1-1 0 0,0 1 1 0 0,1 0-1 0 0,0-1 1 0 0,-3-14 0 0 0,3-75-66 0 0,3 36 206 0 0,-1 60-93 0 0,0 0 0 0 0,0-1 1 0 0,0 1-1 0 0,0 0 0 0 0,0-1 0 0 0,-1 1 1 0 0,1 0-1 0 0,0 0 0 0 0,-1-1 0 0 0,1 1 1 0 0,-1 0-1 0 0,1 0 0 0 0,-1 0 1 0 0,0-1-1 0 0,1 1 0 0 0,-1 0 0 0 0,0 0 1 0 0,0 0-1 0 0,0 0 0 0 0,0 0 1 0 0,0 0-1 0 0,0 1 0 0 0,0-1 0 0 0,-2-1 1 0 0,2 1-4 0 0,0 0-1 0 0,0 1 1 0 0,-1-1 0 0 0,1 0 0 0 0,0 0 0 0 0,0 0 0 0 0,0 0 0 0 0,1 0 0 0 0,-1 0 0 0 0,0 0 0 0 0,0-1 0 0 0,0 1 0 0 0,1 0 0 0 0,-1 0 0 0 0,1-1-1 0 0,-1 1 1 0 0,1 0 0 0 0,-1-1 0 0 0,1 1 0 0 0,0 0 0 0 0,0-1 0 0 0,0 1 0 0 0,0-1 0 0 0,0-1 0 0 0,-4-33 32 0 0,-14 20 21 0 0,13 13-58 0 0,4 2 7 0 0,1 0 0 0 0,-1 0 0 0 0,1 0 0 0 0,-1 0 0 0 0,0 0 0 0 0,1 1 0 0 0,0-1 0 0 0,-1-1 1 0 0,1 1-1 0 0,0 0 0 0 0,-1 0 0 0 0,1 0 0 0 0,0 0 0 0 0,0 0 0 0 0,0 0 0 0 0,0 0 0 0 0,0 0 0 0 0,0 0 0 0 0,0 0 0 0 0,0 0 1 0 0,0 0-1 0 0,1 0 0 0 0,-1-1 0 0 0,0 1 0 0 0,1 0 0 0 0,-1 0 0 0 0,1 0 0 0 0,-1 1 0 0 0,1-1 0 0 0,-1 0 0 0 0,2-1 0 0 0,19-4 25 0 0,-15 4 40 0 0,-6-2 13 0 0,0 5-55 0 0,0 0 1 0 0,0-1-1 0 0,0 1 0 0 0,0 0 1 0 0,1 0-1 0 0,-1-1 0 0 0,0 1 1 0 0,0 0-1 0 0,1-1 1 0 0,-1 1-1 0 0,0-1 0 0 0,1 1 1 0 0,-1 0-1 0 0,1-1 0 0 0,-1 1 1 0 0,1-1-1 0 0,-1 1 0 0 0,1-1 1 0 0,-1 1-1 0 0,1-1 1 0 0,-1 0-1 0 0,1 1 0 0 0,0-1 1 0 0,-1 0-1 0 0,1 1 0 0 0,0-1 1 0 0,-1 0-1 0 0,1 0 0 0 0,0 1 1 0 0,-1-1-1 0 0,2 0 1 0 0,9 5 202 0 0,0 25 279 0 0,-2-9-195 0 0,1-1-1 0 0,14 22 1 0 0,-10-19-188 0 0,-1 1 0 0 0,13 32 1 0 0,27 47 648 0 0,-14 1-548 0 0,-14-37-157 0 0,17 70-1 0 0,6-4-120 0 0,-37-59 120 0 0,10 0-1 0 0,-10 0-52 0 0,-2-35-18 0 0,-5-25-3 0 0,0 0 1 0 0,-1 0 0 0 0,-1 1 0 0 0,0-1-1 0 0,-1 1 1 0 0,0-1 0 0 0,-1 1 0 0 0,-1-1-1 0 0,-3 20 1 0 0,-4 0-5 0 0,3-17 8 0 0,0 0 0 0 0,2 1 0 0 0,0-1-1 0 0,0 22 1 0 0,4-14-65 0 0,0-12 62 0 0,-1 1-1 0 0,-1-1 0 0 0,0 1 1 0 0,-4 21-1 0 0,4-32-27 0 0,1-1 0 0 0,-1 1 0 0 0,0 0 0 0 0,0-1 0 0 0,0 1 0 0 0,0-1 0 0 0,-1 1 0 0 0,1-1 0 0 0,-1 0 0 0 0,0 0 0 0 0,1 1 0 0 0,-1-1 0 0 0,0 0 0 0 0,0-1 0 0 0,0 1 0 0 0,0 0 0 0 0,-1-1 0 0 0,1 1 0 0 0,0-1 0 0 0,-1 1 0 0 0,1-1 0 0 0,-1 0 0 0 0,1 0 0 0 0,-1 0 0 0 0,0-1 0 0 0,1 1 0 0 0,-7 0 0 0 0,7-1-140 0 0,-1 0 0 0 0,0 0 0 0 0,0 0 1 0 0,1-1-1 0 0,-1 1 0 0 0,0-1 1 0 0,1 0-1 0 0,-1 0 0 0 0,1 0 0 0 0,-1 0 1 0 0,1 0-1 0 0,-1 0 0 0 0,1-1 0 0 0,0 1 1 0 0,-1-1-1 0 0,1 0 0 0 0,0 1 1 0 0,0-1-1 0 0,0 0 0 0 0,1 0 0 0 0,-1-1 1 0 0,0 1-1 0 0,-2-4 0 0 0,-2-6-533 0 0,-1 1-1 0 0,1-2 0 0 0,-6-17 1 0 0,11 27 570 0 0,-31-94-3425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4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31 141 320 0 0,'0'-140'6963'0'0,"0"139"-6562"0"0,1 3-274 0 0,-8 1-94 0 0,2-3-10 0 0,-11 4 46 0 0,16-3-62 0 0,-1 0 0 0 0,1 0 0 0 0,-1 0 1 0 0,1 0-1 0 0,-1 0 0 0 0,1 0 1 0 0,0 0-1 0 0,0 0 0 0 0,0 0 0 0 0,-1 0 1 0 0,1 0-1 0 0,0 0 0 0 0,0 0 1 0 0,0 0-1 0 0,1 1 0 0 0,-1-1 0 0 0,0 0 1 0 0,0 0-1 0 0,0 0 0 0 0,1 0 1 0 0,-1 0-1 0 0,1 0 0 0 0,0 1 0 0 0,16 63 168 0 0,-3 0 0 0 0,7 69-1 0 0,-20-121-164 0 0,4 35 69 0 0,-4 79 1 0 0,-3-78 34 0 0,9 83 0 0 0,14-17-34 0 0,-14-61-74 0 0,-3-18 0 0 0,0 0 0 0 0,3-1-1 0 0,1 0 1 0 0,1 0-1 0 0,22 51 1 0 0,-30-83-45 0 0,1 1 1 0 0,0 0-1 0 0,0 0 1 0 0,1-1-1 0 0,-1 1 1 0 0,1-1-1 0 0,0 0 0 0 0,0 0 1 0 0,0 0-1 0 0,0 0 1 0 0,0 0-1 0 0,0-1 1 0 0,1 0-1 0 0,0 1 1 0 0,-1-1-1 0 0,1 0 0 0 0,7 2 1 0 0,-8-3-36 0 0,0-1 1 0 0,-1 0-1 0 0,1 0 1 0 0,0 0-1 0 0,0 0 0 0 0,-1 0 1 0 0,1 0-1 0 0,0-1 1 0 0,-1 1-1 0 0,1-1 0 0 0,0 0 1 0 0,-1 0-1 0 0,1 0 1 0 0,-1 0-1 0 0,1 0 1 0 0,-1-1-1 0 0,0 1 0 0 0,0-1 1 0 0,1 0-1 0 0,-1 1 1 0 0,0-1-1 0 0,0 0 0 0 0,-1 0 1 0 0,1 0-1 0 0,0 0 1 0 0,-1-1-1 0 0,1 1 0 0 0,1-3 1 0 0,29-57-1688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211 210 640 0 0,'-32'-6'2682'0'0,"31"3"-1196"0"0,1 3-1460 0 0,1-1 0 0 0,-1 1 0 0 0,0-1 0 0 0,0 1 0 0 0,0-1 0 0 0,0 1 0 0 0,-1 0 0 0 0,1-1 0 0 0,0 1 0 0 0,0-1 0 0 0,0 1 0 0 0,0-1 0 0 0,0 1 0 0 0,-1-1 0 0 0,1 1 0 0 0,0 0-1 0 0,0-1 1 0 0,0 1 0 0 0,-1-1 0 0 0,1 1 0 0 0,0 0 0 0 0,-1-1 0 0 0,1 1 0 0 0,0 0 0 0 0,-1-1 0 0 0,0 1 0 0 0,-5-2 131 0 0,-10-3 96 0 0,12-7 311 0 0,4 11-553 0 0,0 0 1 0 0,-1 1-1 0 0,1-1 0 0 0,0 1 1 0 0,0-1-1 0 0,0 0 1 0 0,0 1-1 0 0,-1-1 0 0 0,1 1 1 0 0,0-1-1 0 0,-1 0 1 0 0,1 1-1 0 0,0-1 0 0 0,-1 1 1 0 0,1-1-1 0 0,-1 1 0 0 0,1-1 1 0 0,0 1-1 0 0,-1 0 1 0 0,1-1-1 0 0,-1 1 0 0 0,0 0 1 0 0,1-1-1 0 0,-1 1 0 0 0,1 0 1 0 0,-1-1-1 0 0,1 1 1 0 0,-1 0-1 0 0,0 0 0 0 0,1 0 1 0 0,-1 0-1 0 0,-1-1 1 0 0,2 1-3 0 0,-1 0 1 0 0,0 0 0 0 0,0 0 0 0 0,0 0-1 0 0,0-1 1 0 0,1 1 0 0 0,-1 0 0 0 0,0-1-1 0 0,0 1 1 0 0,1-1 0 0 0,-1 1 0 0 0,0-1-1 0 0,1 1 1 0 0,-1-1 0 0 0,0 1 0 0 0,1-1-1 0 0,-1 0 1 0 0,1 1 0 0 0,-1-1-1 0 0,1 0 1 0 0,-1 1 0 0 0,1-1 0 0 0,-1 0-1 0 0,1 0 1 0 0,0 1 0 0 0,-1-1 0 0 0,1 0-1 0 0,0 0 1 0 0,0 0 0 0 0,0 0 0 0 0,0 1-1 0 0,0-1 1 0 0,0-2 0 0 0,0-6 85 0 0,1 7-67 0 0,-1-1-1 0 0,0 0 1 0 0,1 1-1 0 0,-1-1 1 0 0,-1 0-1 0 0,1 0 1 0 0,0 1-1 0 0,0-1 1 0 0,-1 0-1 0 0,0 1 1 0 0,1-1-1 0 0,-1 1 1 0 0,-3-6-1 0 0,2 6-6 0 0,-1-1 0 0 0,1 1 0 0 0,0-1 0 0 0,-1 1 0 0 0,1-1-1 0 0,0 0 1 0 0,1 0 0 0 0,-1 0 0 0 0,0 0 0 0 0,1 0 0 0 0,0-1 0 0 0,0 1 0 0 0,0 0-1 0 0,0-1 1 0 0,0 1 0 0 0,1 0 0 0 0,-1-1 0 0 0,1 1 0 0 0,0-1 0 0 0,0 1 0 0 0,0-1 0 0 0,2-4-1 0 0,-2 0 410 0 0,1 17-177 0 0,-1-7-225 0 0,0 0-1 0 0,0 0 0 0 0,0 0 1 0 0,0 0-1 0 0,-1 0 1 0 0,1 0-1 0 0,0 0 1 0 0,-1-1-1 0 0,1 1 1 0 0,-1 0-1 0 0,0 0 1 0 0,0 0-1 0 0,-1 1 1 0 0,-17 9 149 0 0,17-11-158 0 0,-1 0 0 0 0,1 0 1 0 0,0 0-1 0 0,0 1 0 0 0,-1-1 1 0 0,1 1-1 0 0,0-1 0 0 0,0 1 1 0 0,0-1-1 0 0,1 1 1 0 0,-1 0-1 0 0,0 0 0 0 0,1 0 1 0 0,-1 0-1 0 0,1 0 0 0 0,0 1 1 0 0,0-1-1 0 0,0 0 0 0 0,0 0 1 0 0,0 1-1 0 0,0-1 0 0 0,0 1 1 0 0,1-1-1 0 0,-1 1 1 0 0,1 3-1 0 0,1 6-24 0 0,-1-10 8 0 0,0 0-1 0 0,1 0 1 0 0,-1 0 0 0 0,0 1-1 0 0,0-1 1 0 0,0 0-1 0 0,0 0 1 0 0,-1 0 0 0 0,1 1-1 0 0,0-1 1 0 0,-1 0 0 0 0,0 0-1 0 0,1 0 1 0 0,-1 0 0 0 0,0 0-1 0 0,-2 3 1 0 0,2-5 2 0 0,0 1 0 0 0,0 0 0 0 0,0 0 0 0 0,1 0 0 0 0,-1 0 0 0 0,0-1 0 0 0,0 1 0 0 0,0 0 1 0 0,1 0-1 0 0,-1 1 0 0 0,0-1 0 0 0,1 0 0 0 0,-1 0 0 0 0,1 0 0 0 0,-1 0 0 0 0,1 0 0 0 0,0 1 0 0 0,0-1 0 0 0,-1 0 0 0 0,1 0 0 0 0,0 0 0 0 0,0 1 1 0 0,0-1-1 0 0,0 0 0 0 0,0 0 0 0 0,1 1 0 0 0,-1-1 0 0 0,0 0 0 0 0,0 0 0 0 0,1 0 0 0 0,-1 1 0 0 0,1-1 0 0 0,-1 0 0 0 0,1 0 0 0 0,0 0 0 0 0,-1 0 1 0 0,1 0-1 0 0,0 0 0 0 0,0 0 0 0 0,1 1 0 0 0,1 4 0 0 0,-1-3-5 0 0,-1 0-1 0 0,0 1 0 0 0,0-1 1 0 0,-1 0-1 0 0,1 1 0 0 0,-1-1 0 0 0,1 1 1 0 0,-1-1-1 0 0,0 1 0 0 0,-1 5 1 0 0,1 1-46 0 0,-2-8 43 0 0,3 2-8 0 0,32 4 78 0 0,-18-5-70 0 0,1-1-1 0 0,0 0 0 0 0,0-1 0 0 0,0-1 1 0 0,0-1-1 0 0,0 0 0 0 0,-1-1 1 0 0,1 0-1 0 0,0-2 0 0 0,-1 0 1 0 0,0 0-1 0 0,0-2 0 0 0,0 0 0 0 0,0 0 1 0 0,-1-2-1 0 0,0 1 0 0 0,13-11 1 0 0,-20 12 3 0 0,0 0 0 0 0,0 0 0 0 0,-1-1 0 0 0,0 0 0 0 0,11-15 0 0 0,-9 11 0 0 0,-6 8 5 0 0,-1 0-1 0 0,0 0 1 0 0,1-1 0 0 0,-2 1 0 0 0,1-1 0 0 0,0 1 0 0 0,-1-1 0 0 0,1 1 0 0 0,-1-1 0 0 0,0 1 0 0 0,0-1 0 0 0,-1 1 0 0 0,0-8 0 0 0,0-2 19 0 0,-5 11 29 0 0,5 2-45 0 0,0 0-7 0 0,0 0 0 0 0,1-1 0 0 0,-1 1 0 0 0,0 0 1 0 0,1 0-1 0 0,-1-1 0 0 0,0 1 0 0 0,1 0 0 0 0,-1 0 0 0 0,0 0 0 0 0,1 0 0 0 0,-1 0 0 0 0,0 0 0 0 0,0 0 1 0 0,1 0-1 0 0,-1 0 0 0 0,0 0 0 0 0,1 0 0 0 0,-1 1 0 0 0,0-1 0 0 0,1 0 0 0 0,-1 0 0 0 0,0 1 0 0 0,1-1 0 0 0,-1 1 1 0 0,1-1-1 0 0,-1 0 0 0 0,1 1 0 0 0,-1-1 0 0 0,1 1 0 0 0,-1-1 0 0 0,1 1 0 0 0,-1-1 0 0 0,1 1 0 0 0,-1-1 1 0 0,1 1-1 0 0,0 0 0 0 0,-1-1 0 0 0,1 1 0 0 0,0 0 0 0 0,0-1 0 0 0,0 1 0 0 0,-1 0 0 0 0,1-1 0 0 0,0 1 0 0 0,0 0 1 0 0,0-1-1 0 0,0 1 0 0 0,0 0 0 0 0,0 0 0 0 0,0-1 0 0 0,0 1 0 0 0,0 0 0 0 0,1-1 0 0 0,-1 1 0 0 0,0 0 1 0 0,0-1-1 0 0,1 1 0 0 0,-1 0 0 0 0,0-1 0 0 0,1 1 0 0 0,-1-1 0 0 0,1 1 0 0 0,-1-1 0 0 0,1 1 0 0 0,17 31 35 0 0,15 40 0 0 0,6 11-41 0 0,-29-62 9 0 0,-9-18-90 0 0,0 0 0 0 0,0 0-1 0 0,0 0 1 0 0,1 0 0 0 0,-1 0 0 0 0,1-1-1 0 0,0 1 1 0 0,0 0 0 0 0,0-1 0 0 0,0 1 0 0 0,0-1-1 0 0,0 0 1 0 0,1 1 0 0 0,-1-1 0 0 0,1 0-1 0 0,-1-1 1 0 0,1 1 0 0 0,0 0 0 0 0,3 1-1 0 0,-1-2-1340 0 0,-5-8-4202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7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35 174 720 0 0,'-1'-1'323'0'0,"-26"-20"1450"0"0,27 20-1697 0 0,-1 0 0 0 0,0 0 0 0 0,1 0-1 0 0,-1 1 1 0 0,1-1 0 0 0,-1 0 0 0 0,1 0 0 0 0,-1 0-1 0 0,1 0 1 0 0,0 0 0 0 0,0 0 0 0 0,-1 0 0 0 0,1 0-1 0 0,0 0 1 0 0,0 0 0 0 0,0 0 0 0 0,0 0 0 0 0,0 0-1 0 0,0 0 1 0 0,0 0 0 0 0,0 0 0 0 0,1 0 0 0 0,-1 0-1 0 0,0 0 1 0 0,1 0 0 0 0,-1 0 0 0 0,0 0 0 0 0,1 0-1 0 0,-1 0 1 0 0,1 0 0 0 0,-1 1 0 0 0,1-1 0 0 0,0 0-1 0 0,1-1 1 0 0,5-5 197 0 0,-5 6-201 0 0,-1 0 0 0 0,1 0 0 0 0,-1 0 0 0 0,0 0 1 0 0,0 0-1 0 0,1-1 0 0 0,-1 1 0 0 0,0 0 0 0 0,0-1 0 0 0,0 1 0 0 0,-1-1 0 0 0,1 1 1 0 0,0-1-1 0 0,0 1 0 0 0,-1-1 0 0 0,1 0 0 0 0,-1 1 0 0 0,1-1 0 0 0,-1 0 1 0 0,0-2-1 0 0,0 3-58 0 0,0 0 0 0 0,0 0 0 0 0,1 0 0 0 0,-1 0 0 0 0,0 0 0 0 0,0 0 0 0 0,1 0 0 0 0,-1 0 0 0 0,0 0 0 0 0,1 0 0 0 0,-1 0 0 0 0,1 1 0 0 0,-1-1 0 0 0,1 0 0 0 0,-1 0 0 0 0,1 0 0 0 0,0 1 0 0 0,-1-1 0 0 0,1 0 0 0 0,0 1 0 0 0,0-1 0 0 0,0 1 0 0 0,-1-1 0 0 0,1 1 0 0 0,0-1 1 0 0,2 0-1 0 0,-2 1-7 0 0,0-1 1 0 0,0 1 0 0 0,0-1-1 0 0,-1 1 1 0 0,1-1 0 0 0,0 1-1 0 0,0-1 1 0 0,0 0 0 0 0,0 1 0 0 0,0-1-1 0 0,-1 0 1 0 0,1 0 0 0 0,0 0-1 0 0,-1 0 1 0 0,1 0 0 0 0,-1 0 0 0 0,1 0-1 0 0,-1 0 1 0 0,1 0 0 0 0,-1 0-1 0 0,0 0 1 0 0,1 0 0 0 0,-1 0-1 0 0,0 0 1 0 0,0 0 0 0 0,0-2 0 0 0,0 1 1 0 0,1 1-1 0 0,-1 0 1 0 0,0-1 0 0 0,0 1 0 0 0,1-1 0 0 0,-1 1 0 0 0,1 0 0 0 0,-1-1 0 0 0,1 1 0 0 0,0 0 0 0 0,0-1 0 0 0,-1 1 0 0 0,1 0 0 0 0,0 0 0 0 0,0 0 0 0 0,0 0 0 0 0,0 0 0 0 0,0 0 0 0 0,0 0 0 0 0,1 0 0 0 0,-1 0 0 0 0,2-1 0 0 0,0-1 67 0 0,-19 3 55 0 0,15 0-118 0 0,1 0-1 0 0,0 0 1 0 0,0 0-1 0 0,-1 0 1 0 0,1 0-1 0 0,0 0 1 0 0,0 0 0 0 0,-1 0-1 0 0,1 0 1 0 0,0 0-1 0 0,0 1 1 0 0,-1-1-1 0 0,1 0 1 0 0,0 0-1 0 0,0 0 1 0 0,0 0-1 0 0,-1 0 1 0 0,1 1 0 0 0,0-1-1 0 0,0 0 1 0 0,0 0-1 0 0,0 0 1 0 0,-1 1-1 0 0,1-1 1 0 0,0 0-1 0 0,0 0 1 0 0,0 1 0 0 0,0-1-1 0 0,0 0 1 0 0,0 0-1 0 0,0 0 1 0 0,0 1-1 0 0,-1-1 1 0 0,1 0-1 0 0,0 0 1 0 0,0 1 0 0 0,0-1-1 0 0,0 0 1 0 0,0 1-1 0 0,1-1 1 0 0,-1 0-1 0 0,0 1 1 0 0,-5 16 714 0 0,0-8-552 0 0,1 1 0 0 0,0 0-1 0 0,1 0 1 0 0,-1 0 0 0 0,2 0-1 0 0,0 1 1 0 0,0-1 0 0 0,0 12 0 0 0,2 99 146 0 0,1-55-747 0 0,-1-64 344 0 0,0 1 0 0 0,0 0 0 0 0,0 0 0 0 0,0-1 0 0 0,1 1 0 0 0,-1 0 0 0 0,1 0 0 0 0,0-1 1 0 0,-1 1-1 0 0,1-1 0 0 0,1 1 0 0 0,-1 0 0 0 0,0-1 0 0 0,0 0 0 0 0,1 1 0 0 0,0-1 0 0 0,-1 0 0 0 0,1 0 1 0 0,0 0-1 0 0,0 0 0 0 0,0 0 0 0 0,0 0 0 0 0,0-1 0 0 0,1 1 0 0 0,-1-1 0 0 0,0 1 0 0 0,5 1 0 0 0,1-1-186 0 0,-1 0 0 0 0,0-1 0 0 0,0 0 0 0 0,1 0 0 0 0,-1-1 0 0 0,0 0 0 0 0,1 0 0 0 0,-1-1-1 0 0,0 0 1 0 0,14-3 0 0 0,37-7-2360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4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53 1841 0 0,'0'-2'233'0'0,"0"0"0"0"0,0 0 0 0 0,-1 0-1 0 0,2 0 1 0 0,-1 0 0 0 0,0 0 0 0 0,0 0 0 0 0,1 0 0 0 0,-1 0 0 0 0,1 0 0 0 0,-1 0 0 0 0,1 0-1 0 0,0 0 1 0 0,0 0 0 0 0,0 0 0 0 0,0 1 0 0 0,0-1 0 0 0,0 0 0 0 0,3-2 0 0 0,-1 2-188 0 0,1 1 0 0 0,0-1 0 0 0,0 1 0 0 0,0 0 0 0 0,0 0 0 0 0,0 0 0 0 0,0 0 1 0 0,0 1-1 0 0,6-1 0 0 0,15 1-30 0 0,0 1-1 0 0,0 0 1 0 0,0 2 0 0 0,0 1 0 0 0,0 1 0 0 0,0 1 0 0 0,-1 1-1 0 0,33 14 1 0 0,-51-18 30 0 0,0 0-1 0 0,0 0 1 0 0,-1 0 0 0 0,1 0-1 0 0,-1 1 1 0 0,0 0-1 0 0,0 0 1 0 0,0 0 0 0 0,0 1-1 0 0,-1 0 1 0 0,0 0-1 0 0,0 0 1 0 0,0 0 0 0 0,0 1-1 0 0,-1-1 1 0 0,0 1 0 0 0,0 0-1 0 0,-1 0 1 0 0,0 0-1 0 0,0 1 1 0 0,0-1 0 0 0,0 0-1 0 0,-1 1 1 0 0,0-1-1 0 0,-1 1 1 0 0,1-1 0 0 0,-1 1-1 0 0,-1-1 1 0 0,1 1-1 0 0,-1-1 1 0 0,-3 11 0 0 0,3-10-9 0 0,-4 17 60 0 0,-1 0 0 0 0,0-1 0 0 0,-2 1 1 0 0,-1-2-1 0 0,-14 29 0 0 0,15-41-89 0 0,0 0-1 0 0,0 0 1 0 0,-1-1-1 0 0,0 0 1 0 0,-1-1-1 0 0,0 0 1 0 0,0-1-1 0 0,-1 0 1 0 0,0 0-1 0 0,0-1 1 0 0,-21 9-1 0 0,14-7-4 0 0,9-3 7 0 0,-1 0-1 0 0,0-1 1 0 0,-1 0-1 0 0,1-1 0 0 0,0 0 1 0 0,-1 0-1 0 0,0-1 1 0 0,-13 1-1 0 0,-7 1 10 0 0,19-3-20 0 0,-43 7 336 0 0,47-5-66 0 0,33-1-1 0 0,103 10-174 0 0,277 7 21 0 0,-127-24-3283 0 0,-146-1-1873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5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99 423 320 0 0,'-16'-13'1369'0'0,"1"-1"-1"0"0,0-1 1 0 0,1-1 0 0 0,-17-23-1 0 0,30 36-1311 0 0,0-1 0 0 0,-1 1-1 0 0,1-1 1 0 0,1 0 0 0 0,-1 1 0 0 0,0-1-1 0 0,1 0 1 0 0,0 0 0 0 0,0 1 0 0 0,0-1-1 0 0,1-7 1 0 0,0-4 89 0 0,-1 10-103 0 0,1 0 1 0 0,-1 0-1 0 0,1-1 0 0 0,0 1 0 0 0,1 0 0 0 0,-1 0 0 0 0,1 1 0 0 0,0-1 0 0 0,4-7 1 0 0,-3 7-22 0 0,-1 1 0 0 0,0-1 0 0 0,0 0 1 0 0,-1 1-1 0 0,1-1 0 0 0,-1 0 0 0 0,0 0 0 0 0,0 0 1 0 0,0-8-1 0 0,-1 10-14 0 0,0 1 0 0 0,0-1 0 0 0,1 0 0 0 0,-1 1 1 0 0,1-1-1 0 0,-1 0 0 0 0,1 1 0 0 0,0-1 0 0 0,0 1 0 0 0,0-1 0 0 0,1 1 0 0 0,-1 0 1 0 0,0 0-1 0 0,1-1 0 0 0,1-1 0 0 0,-1 2 9 0 0,0-1 0 0 0,0 1 0 0 0,-1-1-1 0 0,1 1 1 0 0,-1-1 0 0 0,0 0 0 0 0,1 1 0 0 0,-1-1 0 0 0,-1 0 0 0 0,1 0 0 0 0,0 0 0 0 0,-1 0-1 0 0,1 0 1 0 0,-1 0 0 0 0,0-3 0 0 0,0-36 139 0 0,0 26 121 0 0,0 23 744 0 0,0-4-995 0 0,1 1 1 0 0,-1-1-1 0 0,1 0 0 0 0,0 1 1 0 0,0-1-1 0 0,0 0 0 0 0,1 1 1 0 0,-1-1-1 0 0,1 0 0 0 0,2 4 0 0 0,9 20 85 0 0,-3 28 76 0 0,2-27-152 0 0,-10-25-41 0 0,0 1 1 0 0,0 0-1 0 0,0 0 0 0 0,0 0 1 0 0,-1 1-1 0 0,0-1 1 0 0,0 0-1 0 0,0 0 1 0 0,-1 1-1 0 0,1 5 0 0 0,-1 150 233 0 0,0-158-227 0 0,0 0 0 0 0,0 0-1 0 0,1 0 1 0 0,-1 0 0 0 0,1 1-1 0 0,-1-1 1 0 0,1 0 0 0 0,0 0-1 0 0,-1-1 1 0 0,1 1 0 0 0,0 0-1 0 0,0 0 1 0 0,0 0 0 0 0,1 0 0 0 0,-1-1-1 0 0,0 1 1 0 0,3 1 0 0 0,-2-1-8 0 0,-1-1 1 0 0,0 1 0 0 0,1 0 0 0 0,-1-1 0 0 0,0 1 0 0 0,0 0 0 0 0,0-1 0 0 0,0 1 0 0 0,0 0 0 0 0,0 0-1 0 0,0 0 1 0 0,-1 0 0 0 0,1 0 0 0 0,-1 0 0 0 0,1 0 0 0 0,-1 0 0 0 0,0 3 0 0 0,3 34 5 0 0,-2-38-5 0 0,0 1 1 0 0,0-1-1 0 0,0 0 1 0 0,0 0-1 0 0,0 0 1 0 0,0 0-1 0 0,0 0 0 0 0,0 0 1 0 0,0 0-1 0 0,1 0 1 0 0,-1 0-1 0 0,0 0 1 0 0,1 0-1 0 0,-1-1 0 0 0,0 1 1 0 0,1-1-1 0 0,2 1 1 0 0,28-15-141 0 0,-19 9 151 0 0,-4 1 5 0 0,1 0 1 0 0,-1 0-1 0 0,0 0 1 0 0,0-2-1 0 0,-1 1 1 0 0,1-1-1 0 0,11-10 1 0 0,-10 1-10 0 0,-8 10 0 0 0,1 1 0 0 0,0 0 0 0 0,0 0 0 0 0,0 0 0 0 0,0 1 0 0 0,7-6 0 0 0,0-1 14 0 0,-1-1 0 0 0,0 0 1 0 0,0-1-1 0 0,-1 0 0 0 0,-1 0 0 0 0,0-1 0 0 0,-1 1 0 0 0,0-2 1 0 0,-1 1-1 0 0,0 0 0 0 0,-1-1 0 0 0,-1 0 0 0 0,0 0 0 0 0,-1 0 1 0 0,1-23-1 0 0,-3-105 93 0 0,0 141-27 0 0,5 22 386 0 0,9 10-102 0 0,10 21 201 0 0,24 82 0 0 0,-47-126-543 0 0,0 1 0 0 0,0-1-1 0 0,0 0 1 0 0,-1 0-1 0 0,-1 16 1 0 0,0-19-12 0 0,0 0 0 0 0,1 0 1 0 0,0 0-1 0 0,0 1 0 0 0,0-1 1 0 0,1 0-1 0 0,0 0 0 0 0,0 0 1 0 0,0 0-1 0 0,0 0 1 0 0,3 6-1 0 0,7 5-6 0 0,-9-15-31 0 0,-1 1-1 0 0,1 0 0 0 0,-1 0 0 0 0,1 0 0 0 0,-1 0 1 0 0,0 0-1 0 0,0 0 0 0 0,0 1 0 0 0,0-1 0 0 0,0 0 1 0 0,-1 1-1 0 0,1-1 0 0 0,-1 0 0 0 0,1 1 0 0 0,-1 3 1 0 0,0 3-149 0 0,0-8 43 0 0,-1 1 1 0 0,1-1-1 0 0,0 1 1 0 0,0-1-1 0 0,0 1 1 0 0,0-1-1 0 0,0 1 1 0 0,1-1-1 0 0,-1 1 1 0 0,0-1 0 0 0,1 1-1 0 0,-1-1 1 0 0,1 1-1 0 0,0-1 1 0 0,0 2-1 0 0,1-2 31 0 0,0-1 0 0 0,-1 1 0 0 0,1-1-1 0 0,0 0 1 0 0,-1 1 0 0 0,1-1 0 0 0,0 0 0 0 0,0 0-1 0 0,-1 0 1 0 0,1 0 0 0 0,0 0 0 0 0,0-1 0 0 0,-1 1-1 0 0,1-1 1 0 0,0 1 0 0 0,-1-1 0 0 0,3-1-1 0 0,58-20-1336 0 0,-57 19 1290 0 0,0 1-1 0 0,0-1 1 0 0,0 0 0 0 0,0 0 0 0 0,-1 0-1 0 0,1-1 1 0 0,-1 0 0 0 0,0 0 0 0 0,0 0-1 0 0,6-8 1 0 0,-1-21-1545 0 0,13-7-1107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5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75 480 0 0,'5'-17'4878'0'0,"9"11"-3752"0"0,-15 5-1331 0 0,-12-2 796 0 0,-10 0-329 0 0,1 0 0 0 0,-1 1 0 0 0,0 1 0 0 0,0 1 0 0 0,1 2 0 0 0,-1 0 0 0 0,-28 6 0 0 0,14 0 8 0 0,2 1 0 0 0,-1 1-1 0 0,-57 26 1 0 0,44-8 1 0 0,47-27-246 0 0,0 0 0 0 0,1 1 0 0 0,-1-1 0 0 0,0 1-1 0 0,0-1 1 0 0,1 1 0 0 0,-1 0 0 0 0,1-1 0 0 0,-1 1 0 0 0,1 0-1 0 0,0 0 1 0 0,0 0 0 0 0,-1 0 0 0 0,1 0 0 0 0,1 0-1 0 0,-2 5 1 0 0,1-6-7 0 0,1 0 1 0 0,0 0-1 0 0,0 0 0 0 0,0 0 0 0 0,-1 0 0 0 0,1 0 0 0 0,-1 0 1 0 0,1 0-1 0 0,0 0 0 0 0,-1 0 0 0 0,0 0 0 0 0,1-1 1 0 0,-1 1-1 0 0,0 0 0 0 0,1 0 0 0 0,-1 0 0 0 0,0-1 0 0 0,0 1 1 0 0,1 0-1 0 0,-1-1 0 0 0,0 1 0 0 0,0-1 0 0 0,0 1 0 0 0,0-1 1 0 0,0 1-1 0 0,-2 0 0 0 0,-5 3 78 0 0,8-4-93 0 0,-1 0 0 0 0,1 1 0 0 0,0-1 0 0 0,0 0 0 0 0,0 0 0 0 0,-1 1 0 0 0,1-1 0 0 0,0 0 0 0 0,0 0-1 0 0,0 0 1 0 0,0 1 0 0 0,-1-1 0 0 0,1 0 0 0 0,0 1 0 0 0,0-1 0 0 0,0 0 0 0 0,0 0 0 0 0,0 1 0 0 0,0-1 0 0 0,0 0 0 0 0,0 1 0 0 0,0-1 0 0 0,0 0-1 0 0,0 0 1 0 0,0 1 0 0 0,0-1 0 0 0,0 0 0 0 0,0 1 0 0 0,0-1 0 0 0,0 0 0 0 0,0 0 0 0 0,1 1 0 0 0,-1-1 0 0 0,0 0 0 0 0,0 0 0 0 0,0 1 0 0 0,0-1-1 0 0,1 0 1 0 0,-1 0 0 0 0,0 1 0 0 0,0-1 0 0 0,0 0 0 0 0,1 0 0 0 0,-1 0 0 0 0,0 0 0 0 0,0 1 0 0 0,1-1 0 0 0,18 11 40 0 0,-7-5 40 0 0,45 27-68 0 0,-26-16-37 0 0,-1 2-1 0 0,33 25 0 0 0,-59-39 18 0 0,1 0 1 0 0,-2 0-1 0 0,1 0 1 0 0,-1 0-1 0 0,1 0 1 0 0,-1 1-1 0 0,-1-1 1 0 0,1 1 0 0 0,-1 0-1 0 0,0 0 1 0 0,0 0-1 0 0,-1 0 1 0 0,0 0-1 0 0,0 0 1 0 0,0 1-1 0 0,-1-1 1 0 0,0 0 0 0 0,0 0-1 0 0,-1 1 1 0 0,1-1-1 0 0,-1 0 1 0 0,-1 0-1 0 0,1 0 1 0 0,-1 0-1 0 0,0 0 1 0 0,-1 0 0 0 0,1-1-1 0 0,-1 1 1 0 0,0-1-1 0 0,0 1 1 0 0,-1-1-1 0 0,-4 6 1 0 0,-3-2 8 0 0,-1 1 0 0 0,1-1 0 0 0,-2-1 0 0 0,1 0 0 0 0,-1-1 1 0 0,0-1-1 0 0,0 0 0 0 0,-1 0 0 0 0,0-1 0 0 0,0-1 0 0 0,0 0 0 0 0,-19 2 0 0 0,32-7-13 0 0,1 0 0 0 0,-1 0 0 0 0,0 1 0 0 0,1-1 0 0 0,-1 0 0 0 0,1 0-1 0 0,-1 0 1 0 0,1 0 0 0 0,-1 0 0 0 0,1 0 0 0 0,0 0 0 0 0,0 0 0 0 0,-1 0 0 0 0,1 0-1 0 0,0 0 1 0 0,0 0 0 0 0,0 0 0 0 0,0 0 0 0 0,0 0 0 0 0,0 0 0 0 0,0 0 0 0 0,1 0 0 0 0,-1 0-1 0 0,0-1 1 0 0,1-1-3 0 0,-1 0 12 0 0,0 1 0 0 0,0 0-1 0 0,0 0 1 0 0,0-1 0 0 0,1 1 0 0 0,-1 0-1 0 0,1 0 1 0 0,0 0 0 0 0,0-1 0 0 0,0 1-1 0 0,0 0 1 0 0,2-3 0 0 0,30-30 16 0 0,-15 19-2 0 0,28-25 59 0 0,61-70 1 0 0,-102 104-60 0 0,0 0 0 0 0,0-1 0 0 0,0 0 0 0 0,-1 0 0 0 0,-1 0 0 0 0,1 0 0 0 0,-1 0 0 0 0,-1-1 0 0 0,1 0 0 0 0,-2 1 0 0 0,1-1 0 0 0,0-9 0 0 0,-2 12-1 0 0,0 0 0 0 0,0 0-1 0 0,-1-1 1 0 0,0 1 0 0 0,0 0 0 0 0,0 0 0 0 0,-1 0 0 0 0,0 0-1 0 0,0 1 1 0 0,0-1 0 0 0,-1 0 0 0 0,0 1 0 0 0,0 0-1 0 0,0 0 1 0 0,-1 0 0 0 0,-7-8 0 0 0,-4-2 33 0 0,0 1 1 0 0,-1 1 0 0 0,0 1-1 0 0,-2 0 1 0 0,1 1 0 0 0,-1 1 0 0 0,-1 0-1 0 0,1 2 1 0 0,-2 0 0 0 0,1 1-1 0 0,-1 1 1 0 0,0 1 0 0 0,0 0-1 0 0,-1 2 1 0 0,1 0 0 0 0,-1 2-1 0 0,-38 1 1 0 0,24 1-260 0 0,16-2-267 0 0,0 2-1 0 0,-31 5 1 0 0,45-2-1258 0 0,5-11-2847 0 0,0 2 1944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3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61 3602 0 0,'-6'-6'685'0'0,"3"5"-444"0"0,1-1 1 0 0,0 0-1 0 0,0 0 0 0 0,0 0 1 0 0,1 0-1 0 0,-1 0 0 0 0,0-1 1 0 0,1 1-1 0 0,-1 0 0 0 0,1-1 1 0 0,0 1-1 0 0,0-1 0 0 0,0 0 0 0 0,0 1 1 0 0,0-1-1 0 0,1 0 0 0 0,-1-2 1 0 0,-1 3-163 0 0,-1 1 1 0 0,1 0-1 0 0,0 0 1 0 0,-1 0-1 0 0,1 0 1 0 0,-1 0-1 0 0,1 0 1 0 0,-1 1-1 0 0,1-1 1 0 0,-1 1-1 0 0,0 0 1 0 0,1 0-1 0 0,-1 0 1 0 0,1 0-1 0 0,-4 0 1 0 0,-10 1 227 0 0,37-1-86 0 0,11 7 473 0 0,-25-4-582 0 0,-1-1 1 0 0,0 1-1 0 0,0 0 0 0 0,0 1 0 0 0,0-1 1 0 0,-1 1-1 0 0,1 0 0 0 0,-1 1 1 0 0,0-1-1 0 0,0 1 0 0 0,7 9 0 0 0,21 22 219 0 0,-1 1 0 0 0,-2 1 0 0 0,-2 2 0 0 0,36 65-1 0 0,64 169 364 0 0,-123-265-611 0 0,0 0 1 0 0,-1 0-1 0 0,0 0 1 0 0,-1 1-1 0 0,0 0 0 0 0,0-1 1 0 0,2 16-1 0 0,-6-38 385 0 0,1 10-379 0 0,-1 0 0 0 0,1 0 1 0 0,0 1-1 0 0,0-1 0 0 0,0 0 0 0 0,0 0 0 0 0,1 0 1 0 0,-1 0-1 0 0,1 0 0 0 0,0 0 0 0 0,0 0 0 0 0,2-5 1 0 0,0 3-67 0 0,-1 0 0 0 0,1 0 0 0 0,-1-1 1 0 0,-1 1-1 0 0,1-1 0 0 0,-1 0 1 0 0,0 1-1 0 0,0-1 0 0 0,0 0 1 0 0,-1 0-1 0 0,0 1 0 0 0,0-1 1 0 0,-1 0-1 0 0,0 0 0 0 0,1 1 1 0 0,-2-1-1 0 0,-3-10 0 0 0,-3-27 24 0 0,3-14-77 0 0,4-85 1 0 0,2 69-112 0 0,-1 67 129 0 0,0 0-1 0 0,1 1 1 0 0,0-1-1 0 0,0 0 1 0 0,1 1-1 0 0,-1-1 1 0 0,1 1-1 0 0,0 0 1 0 0,4-8-1 0 0,-3 8 18 0 0,-1 1-1 0 0,0-1 1 0 0,0 0-1 0 0,0 0 1 0 0,-1 0-1 0 0,0 0 1 0 0,0 0-1 0 0,0 0 1 0 0,0-7-1 0 0,-1 11-36 0 0,0-1 0 0 0,0 1 0 0 0,0-1 0 0 0,0 1 0 0 0,1-1 0 0 0,-1 1 1 0 0,1-1-1 0 0,-1 1 0 0 0,1-1 0 0 0,0 1 0 0 0,-1 0 0 0 0,1-1 0 0 0,0 1 0 0 0,0 0 0 0 0,0 0 0 0 0,0 0 0 0 0,0 0 0 0 0,0-1 0 0 0,0 1 0 0 0,0 1 0 0 0,0-1 0 0 0,1 0 0 0 0,-1 0 0 0 0,0 0 0 0 0,0 1 0 0 0,1-1 0 0 0,1 0 0 0 0,3-1-442 0 0,0 0-1 0 0,0 1 1 0 0,0 0 0 0 0,0 0-1 0 0,0 0 1 0 0,1 1-1 0 0,6 0 1 0 0,9 2-1346 0 0,-1 0-1 0 0,42 11 1 0 0,-21 5-1115 0 0,11 2 81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22 1841 0 0,'-58'-18'5189'0'0,"49"16"-4943"0"0,0 1 0 0 0,0 0 1 0 0,1 1-1 0 0,-1 0 0 0 0,0 1 0 0 0,0 0 1 0 0,0 0-1 0 0,1 0 0 0 0,-1 1 1 0 0,1 1-1 0 0,-1 0 0 0 0,-14 7 0 0 0,10-6 1004 0 0,-5 6-574 0 0,17-7-639 0 0,-1 0 1 0 0,1-1-1 0 0,1 1 0 0 0,-1 0 0 0 0,0 0 0 0 0,1 0 0 0 0,-1 0 0 0 0,1 0 0 0 0,0 0 1 0 0,0 5-1 0 0,1 5 51 0 0,0 0 0 0 0,1 0 0 0 0,0 0 0 0 0,1 0 0 0 0,1 0 0 0 0,0-1 0 0 0,9 20 0 0 0,50 85 245 0 0,-42-84-105 0 0,25 59 1 0 0,-11-14 269 0 0,-25-59-432 0 0,-1 0 0 0 0,0 0 0 0 0,-2 1 0 0 0,0 0 0 0 0,-2 0 1 0 0,0 1-1 0 0,4 39 0 0 0,-9-58-42 0 0,0 0-1 0 0,0 0 1 0 0,0 0-1 0 0,0 0 1 0 0,0 1 0 0 0,-1-1-1 0 0,1 0 1 0 0,-1 0 0 0 0,0 0-1 0 0,1 0 1 0 0,-1 0 0 0 0,0-1-1 0 0,-2 4 1 0 0,2-4-90 0 0,1-1 1 0 0,-1 1-1 0 0,1 0 0 0 0,-1-1 1 0 0,1 1-1 0 0,-1-1 1 0 0,0 0-1 0 0,1 1 0 0 0,-1-1 1 0 0,0 0-1 0 0,0 1 0 0 0,1-1 1 0 0,-1 0-1 0 0,0 1 1 0 0,0-1-1 0 0,1 0 0 0 0,-1 0 1 0 0,0 0-1 0 0,0 0 1 0 0,1 0-1 0 0,-1 0 0 0 0,0 0 1 0 0,-1 0-1 0 0,0-1-121 0 0,0 0 1 0 0,1 1-1 0 0,-1-1 1 0 0,1 0-1 0 0,-1 0 0 0 0,1 0 1 0 0,0 0-1 0 0,-1 0 0 0 0,1 0 1 0 0,0 0-1 0 0,0-1 0 0 0,0 1 1 0 0,0 0-1 0 0,0-1 1 0 0,0 1-1 0 0,0 0 0 0 0,0-1 1 0 0,0 1-1 0 0,1-1 0 0 0,-1 0 1 0 0,1 1-1 0 0,-1-1 0 0 0,1 1 1 0 0,-1-1-1 0 0,1 0 1 0 0,0 0-1 0 0,0-2 0 0 0,1-2-450 0 0,0-1 0 0 0,1 1 0 0 0,0 0 0 0 0,0 0 0 0 0,1 0 1 0 0,-1 0-1 0 0,6-8 0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4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41 2001 0 0,'0'-1'201'0'0,"-1"0"0"0"0,0 0 0 0 0,0 0 0 0 0,1 1 0 0 0,-1-1 0 0 0,0 0 0 0 0,0 0 0 0 0,0 1 0 0 0,0-1 0 0 0,0 1 0 0 0,0-1 0 0 0,0 1 0 0 0,0-1 0 0 0,0 1 0 0 0,0 0 0 0 0,0-1 0 0 0,0 1 0 0 0,0 0 0 0 0,-1 0 0 0 0,1 0 0 0 0,0 0 0 0 0,0 0 0 0 0,-2 0 0 0 0,-29-1 1384 0 0,31 1-1258 0 0,-5 0 1021 0 0,8-1-295 0 0,-6-3-876 0 0,38-6 487 0 0,-28 9-653 0 0,14-3-31 0 0,0 1-1 0 0,-1 0 1 0 0,1 2 0 0 0,24 1-1 0 0,-40 0 60 0 0,0 0-1 0 0,0 0 0 0 0,0 1 0 0 0,0-1 0 0 0,0 1 0 0 0,0 0 0 0 0,-1 0 0 0 0,1 1 0 0 0,0-1 0 0 0,0 1 0 0 0,-1 0 0 0 0,1 0 0 0 0,-1 0 1 0 0,0 0-1 0 0,0 0 0 0 0,0 1 0 0 0,0 0 0 0 0,0 0 0 0 0,0-1 0 0 0,-1 1 0 0 0,1 1 0 0 0,-1-1 0 0 0,0 0 0 0 0,0 1 0 0 0,0-1 0 0 0,0 1 0 0 0,-1 0 1 0 0,2 3-1 0 0,-2-1 56 0 0,0 0 0 0 0,0 0 1 0 0,0 0-1 0 0,-1 0 0 0 0,0 0 1 0 0,0 0-1 0 0,-1 0 0 0 0,1 0 1 0 0,-2 0-1 0 0,1 0 0 0 0,0 0 1 0 0,-1 0-1 0 0,0 0 0 0 0,-1 0 1 0 0,1-1-1 0 0,-1 0 0 0 0,0 1 1 0 0,0-1-1 0 0,-1 0 0 0 0,1 0 1 0 0,-1-1-1 0 0,0 1 0 0 0,-1-1 1 0 0,1 0-1 0 0,-1 0 0 0 0,0 0 1 0 0,-6 4-1 0 0,1-4-41 0 0,0 0 1 0 0,0-1-1 0 0,-1 0 1 0 0,1 0-1 0 0,-1-1 1 0 0,0-1-1 0 0,-17 1 1 0 0,24-2-81 0 0,0 1-1 0 0,-1-1 1 0 0,1-1 0 0 0,0 1-1 0 0,-1-1 1 0 0,1 1 0 0 0,0-1-1 0 0,0-1 1 0 0,0 1 0 0 0,0 0-1 0 0,0-1 1 0 0,0 0 0 0 0,0 0 0 0 0,0 0-1 0 0,0 0 1 0 0,1-1 0 0 0,-1 0-1 0 0,1 1 1 0 0,0-1 0 0 0,0 0-1 0 0,0-1 1 0 0,-3-3 0 0 0,4 4-120 0 0,0 0-1 0 0,1 0 1 0 0,-1 0 0 0 0,1 0 0 0 0,0 0 0 0 0,0 0 0 0 0,0 0 0 0 0,0 0 0 0 0,0 0 0 0 0,1 0-1 0 0,0-1 1 0 0,-1 1 0 0 0,1-4 0 0 0,2 1-175 0 0,-1 1 0 0 0,1 0-1 0 0,0 0 1 0 0,0-1 0 0 0,0 2-1 0 0,1-1 1 0 0,0 0 0 0 0,0 0 0 0 0,7-8-1 0 0,75-83-6226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4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16 480 0 0,'-14'-3'977'0'0,"-1"1"0"0"0,1 0 0 0 0,-1 1 0 0 0,1 1 0 0 0,-1 0 0 0 0,0 1 0 0 0,-24 5 0 0 0,-12 0 1172 0 0,3-12-453 0 0,40 1-826 0 0,27 3-341 0 0,-14 2 631 0 0,-5-1-1136 0 0,0 1 1 0 0,0 0-1 0 0,1-1 0 0 0,-1 1 0 0 0,0 0 1 0 0,0 0-1 0 0,0-1 0 0 0,0 1 0 0 0,0 0 1 0 0,0-1-1 0 0,1 1 0 0 0,-1 0 0 0 0,0 0 0 0 0,0-1 1 0 0,0 1-1 0 0,1 0 0 0 0,-1 0 0 0 0,0-1 1 0 0,0 1-1 0 0,1 0 0 0 0,-1 0 0 0 0,0 0 1 0 0,1 0-1 0 0,-1-1 0 0 0,0 1 0 0 0,0 0 1 0 0,1 0-1 0 0,-1 0 0 0 0,0 0 0 0 0,1 0 1 0 0,-1 0-1 0 0,0 0 0 0 0,1 0 0 0 0,-1 0 1 0 0,0 0-1 0 0,1 0 0 0 0,-1 0 0 0 0,0 0 1 0 0,1 0-1 0 0,19 4 29 0 0,-12-2 218 0 0,66 7-148 0 0,1-3 0 0 0,114-5-1 0 0,-91-2-1344 0 0,-75 0 19 0 0,13 2-3476 0 0,-31 6 1037 0 0,-5 6 187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41 2081 0 0,'-32'-21'4002'0'0,"-32"15"-1441"0"0,0 12-880 0 0,0 1-641 0 0,32 7 1 0 0,32 0 239 0 0,0-2 641 0 0,32-12-1601 0 0,0-6-240 0 0,0 6 0 0 0,32-14 0 0 0,32 8-240 0 0,32 0-1200 0 0,186-29-5523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7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131 478 4482 0 0,'-26'-5'2455'0'0,"18"8"-812"0"0,5 0-1526 0 0,-18 8 150 0 0,15-9 280 0 0,1-2-280 0 0,4 0-250 0 0,1 1 1 0 0,-1-1 0 0 0,0 0-1 0 0,0 0 1 0 0,0 0-1 0 0,1 0 1 0 0,-1 0 0 0 0,0 0-1 0 0,0 0 1 0 0,0 0-1 0 0,1 0 1 0 0,-1 0 0 0 0,0-1-1 0 0,0 1 1 0 0,0 0-1 0 0,1 0 1 0 0,-1-1 0 0 0,0 1-1 0 0,1 0 1 0 0,-1-1-1 0 0,0 1 1 0 0,0-1 0 0 0,1 1-1 0 0,-1-1 1 0 0,1 1-1 0 0,-1-1 1 0 0,1 0 0 0 0,-1 1-1 0 0,1-1 1 0 0,-1 0-1 0 0,1 1 1 0 0,-1-1 0 0 0,1 0-1 0 0,0 1 1 0 0,-1-1-1 0 0,1 0 1 0 0,0 0 0 0 0,0 0-1 0 0,0 1 1 0 0,0-1-1 0 0,-1 0 1 0 0,1 0 0 0 0,0 0-1 0 0,0 1 1 0 0,0-1-1 0 0,1 0 1 0 0,-1-1 0 0 0,-8-34 577 0 0,2 18-443 0 0,0 0-1 0 0,1-1 0 0 0,1 0 1 0 0,1 1-1 0 0,0-1 0 0 0,2-1 0 0 0,0 1 1 0 0,3-29-1 0 0,-2 1 102 0 0,0 41-225 0 0,0 0 1 0 0,0 0-1 0 0,1-1 1 0 0,-1 1-1 0 0,1 0 1 0 0,3-9 0 0 0,1 4-1 0 0,-4 9-23 0 0,0 1 0 0 0,-1 0-1 0 0,1-1 1 0 0,0 1 0 0 0,-1 0 0 0 0,1-1 0 0 0,-1 1 0 0 0,1-1 0 0 0,-1 1 0 0 0,0-1-1 0 0,1 1 1 0 0,-1-1 0 0 0,0 0 0 0 0,0 1 0 0 0,0-1 0 0 0,0 1 0 0 0,0-1 0 0 0,-1 1-1 0 0,1-1 1 0 0,0 1 0 0 0,-1-1 0 0 0,1 1 0 0 0,-1-1 0 0 0,0 1 0 0 0,1 0 0 0 0,-1-1-1 0 0,0 1 1 0 0,0 0 0 0 0,-2-3 0 0 0,1-1 7 0 0,0 0 29 0 0,1 0-1 0 0,-1 0 1 0 0,1 0-1 0 0,1 0 1 0 0,-1 0 0 0 0,1-1-1 0 0,-1 1 1 0 0,2 0-1 0 0,0-8 1 0 0,-1-3 34 0 0,1 20-66 0 0,-1 0 0 0 0,1-1 0 0 0,0 1 1 0 0,0-1-1 0 0,0 1 0 0 0,0-1 1 0 0,1 1-1 0 0,-1-1 0 0 0,1 0 0 0 0,0 0 1 0 0,0 0-1 0 0,4 6 0 0 0,11 16 44 0 0,6 14 28 0 0,71 127 265 0 0,-51-71-226 0 0,-8-35-44 0 0,-14-25 64 0 0,18 40 0 0 0,-34-63-238 0 0,0 0 0 0 0,-1 0 0 0 0,-1 1 0 0 0,1-1 1 0 0,-2 1-1 0 0,0 0 0 0 0,0 20 0 0 0,-2-16-238 0 0,2 34-1478 0 0,-2-51 1761 0 0,0 1 1 0 0,0-1 0 0 0,1 1-1 0 0,-1-1 1 0 0,0 1 0 0 0,0 0-1 0 0,1-1 1 0 0,-1 1-1 0 0,0-1 1 0 0,0 1 0 0 0,1-1-1 0 0,-1 1 1 0 0,1-1 0 0 0,-1 0-1 0 0,0 1 1 0 0,1-1 0 0 0,-1 1-1 0 0,1-1 1 0 0,-1 0 0 0 0,1 1-1 0 0,-1-1 1 0 0,1 0 0 0 0,-1 0-1 0 0,2 1 1 0 0,-1-1-37 0 0,0 0-1 0 0,1 0 1 0 0,-1-1 0 0 0,0 1 0 0 0,0 0 0 0 0,0-1-1 0 0,1 1 1 0 0,-1-1 0 0 0,0 1 0 0 0,0-1 0 0 0,0 1-1 0 0,0-1 1 0 0,0 0 0 0 0,0 0 0 0 0,0 1 0 0 0,1-3-1 0 0,30-36-2431 0 0,0-3-1574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72 1761 0 0,'-11'-4'1173'0'0,"-1"0"0"0"0,0 0-1 0 0,0 1 1 0 0,-18-1 0 0 0,20 3-882 0 0,0 1 1 0 0,0 0-1 0 0,0 1 0 0 0,0 1 1 0 0,0-1-1 0 0,0 1 0 0 0,1 1 1 0 0,-1 0-1 0 0,-16 7 0 0 0,-64 38 2844 0 0,89-48-3083 0 0,1 0 1 0 0,0 0-1 0 0,0 1 1 0 0,-1-1-1 0 0,1 0 1 0 0,0 0-1 0 0,0 0 0 0 0,-1 0 1 0 0,1 0-1 0 0,0 0 1 0 0,0 0-1 0 0,-1 1 1 0 0,1-1-1 0 0,0 0 0 0 0,0 0 1 0 0,0 0-1 0 0,-1 0 1 0 0,1 1-1 0 0,0-1 1 0 0,0 0-1 0 0,0 0 0 0 0,0 1 1 0 0,0-1-1 0 0,-1 0 1 0 0,1 0-1 0 0,0 1 1 0 0,0-1-1 0 0,0 0 1 0 0,0 0-1 0 0,0 1 0 0 0,0-1 1 0 0,0 0-1 0 0,0 0 1 0 0,0 1-1 0 0,0-1 1 0 0,0 0-1 0 0,0 0 0 0 0,0 1 1 0 0,0-1-1 0 0,0 1 1 0 0,0 4-29 0 0,2-2 173 0 0,7-4-20 0 0,119-6 263 0 0,416-44 307 0 0,-278 9-560 0 0,-219 30-187 0 0,-34 8-701 0 0,1 1 1 0 0,0 0 0 0 0,26-2-1 0 0,-35 4-2953 0 0,-10-4 1212 0 0,-33 1-1293 0 0,-47 8-26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8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64 116 1121 0 0,'-6'3'817'0'0,"4"-3"-691"0"0,1 0 0 0 0,0 0 0 0 0,0 0 0 0 0,0 1 0 0 0,0-1 0 0 0,0 0 0 0 0,-1 1 0 0 0,1-1 0 0 0,0 1 0 0 0,0 0 0 0 0,0-1-1 0 0,0 1 1 0 0,0 0 0 0 0,0-1 0 0 0,1 1 0 0 0,-1 0 0 0 0,0 0 0 0 0,0 0 0 0 0,1 0 0 0 0,-1 0 0 0 0,0 0 0 0 0,1 0 0 0 0,-1 0 0 0 0,1 0 0 0 0,-1 0 0 0 0,1 0 0 0 0,-1 0 0 0 0,1 0 0 0 0,0 0 0 0 0,-1 2 0 0 0,1-2-84 0 0,1-1 1 0 0,-1 1 0 0 0,-1 0-1 0 0,1 0 1 0 0,0 0 0 0 0,0-1-1 0 0,0 1 1 0 0,0 0 0 0 0,0 0-1 0 0,-1-1 1 0 0,1 1 0 0 0,0 0-1 0 0,-1 0 1 0 0,1-1 0 0 0,-1 1-1 0 0,1 0 1 0 0,-1-1 0 0 0,1 1-1 0 0,-1-1 1 0 0,1 1 0 0 0,-1 0-1 0 0,1-1 1 0 0,-1 1 0 0 0,0-1-1 0 0,1 0 1 0 0,-1 1 0 0 0,0-1 0 0 0,0 1-1 0 0,1-1 1 0 0,-1 0 0 0 0,0 0-1 0 0,0 1 1 0 0,-1-1 0 0 0,2 0-2 0 0,-1 0 1 0 0,0 0 0 0 0,0 1-1 0 0,0-1 1 0 0,1 0 0 0 0,-1 0-1 0 0,0 1 1 0 0,1-1 0 0 0,-1 0-1 0 0,0 1 1 0 0,1-1 0 0 0,-1 1-1 0 0,0-1 1 0 0,1 1 0 0 0,-1-1-1 0 0,1 1 1 0 0,-1 0 0 0 0,1-1-1 0 0,-1 1 1 0 0,1 0 0 0 0,0-1-1 0 0,-1 1 1 0 0,1 0 0 0 0,0-1 0 0 0,-1 1-1 0 0,1 0 1 0 0,0 0 0 0 0,0-1-1 0 0,0 1 1 0 0,-1 0 0 0 0,1 0-1 0 0,0 0 1 0 0,0 1 0 0 0,0-1 585 0 0,0-28-120 0 0,1 25-491 0 0,0-1 0 0 0,-1 1 1 0 0,1 0-1 0 0,0 0 1 0 0,0 0-1 0 0,0 0 0 0 0,0 0 1 0 0,1 0-1 0 0,-1 1 1 0 0,0-1-1 0 0,1 0 0 0 0,-1 0 1 0 0,1 1-1 0 0,0-1 1 0 0,0 1-1 0 0,-1 0 0 0 0,4-2 1 0 0,39-23 88 0 0,-4 7-50 0 0,1 2 1 0 0,0 2-1 0 0,1 2 1 0 0,1 1 0 0 0,59-7-1 0 0,-93 18-43 0 0,-1 1 0 0 0,1 0 0 0 0,-1 0 0 0 0,1 1 0 0 0,14 3 0 0 0,-21-4-4 0 0,0 1 0 0 0,-1-1-1 0 0,1 0 1 0 0,0 1 0 0 0,-1 0 0 0 0,1-1 0 0 0,-1 1 0 0 0,1 0-1 0 0,-1 0 1 0 0,1-1 0 0 0,-1 1 0 0 0,1 0 0 0 0,-1 1 0 0 0,0-1-1 0 0,0 0 1 0 0,1 0 0 0 0,-1 0 0 0 0,0 1 0 0 0,0-1 0 0 0,0 1-1 0 0,0-1 1 0 0,-1 1 0 0 0,1-1 0 0 0,0 1 0 0 0,-1-1 0 0 0,1 1-1 0 0,-1 0 1 0 0,1-1 0 0 0,-1 3 0 0 0,1-1 30 0 0,-1 1 0 0 0,0-1 0 0 0,-1 0 0 0 0,1 1 1 0 0,-1-1-1 0 0,1 0 0 0 0,-1 1 0 0 0,0-1 0 0 0,0 0 0 0 0,0 0 0 0 0,-1 0 1 0 0,1 0-1 0 0,-4 5 0 0 0,1-4 48 0 0,0 0 0 0 0,-1 1 0 0 0,1-2 0 0 0,-1 1 0 0 0,0 0 0 0 0,-7 2 0 0 0,0 2 72 0 0,2-3 72 0 0,0 1 1 0 0,-1-1 0 0 0,0-1-1 0 0,0 0 1 0 0,-1-1-1 0 0,-13 3 1 0 0,24-6-229 0 0,1 0 0 0 0,0 0 1 0 0,0 0-1 0 0,-1 0 0 0 0,1 0 1 0 0,0 0-1 0 0,-1-1 0 0 0,1 1 0 0 0,0 0 1 0 0,0 0-1 0 0,-1 0 0 0 0,1 0 0 0 0,0-1 1 0 0,0 1-1 0 0,-1 0 0 0 0,1 0 0 0 0,0-1 1 0 0,0 1-1 0 0,0 0 0 0 0,-1 0 0 0 0,1-1 1 0 0,0 1-1 0 0,0 0 0 0 0,0 0 0 0 0,0-1 1 0 0,0 1-1 0 0,0 0 0 0 0,0-1 0 0 0,-1 1 1 0 0,1 0-1 0 0,0-1 0 0 0,0 1 0 0 0,0 0 1 0 0,0 0-1 0 0,0-1 0 0 0,0 1 1 0 0,1 0-1 0 0,-1-1 0 0 0,0 1 0 0 0,0 0 1 0 0,0-1-1 0 0,0 1 0 0 0,0 0 0 0 0,0 0 1 0 0,0-1-1 0 0,1 1 0 0 0,-1 0 0 0 0,0-1 1 0 0,0 1-1 0 0,0 0 0 0 0,1 0 0 0 0,-1 0 1 0 0,0-1-1 0 0,0 1 0 0 0,1 0 0 0 0,-1 0 1 0 0,0 0-1 0 0,0 0 0 0 0,1-1 0 0 0,-1 1 1 0 0,0 0-1 0 0,1 0 0 0 0,-1 0 0 0 0,1 0 1 0 0,40-17-18 0 0,-31 12 15 0 0,1 0 1 0 0,-1 1-1 0 0,1 0 0 0 0,-1 1 0 0 0,1 0 0 0 0,13-2 0 0 0,3 1 14 0 0,-1 0-19 0 0,0 1 1 0 0,0 1 0 0 0,49 3 0 0 0,-68 0 26 0 0,0 0-1 0 0,0 0 1 0 0,0 1-1 0 0,0-1 1 0 0,0 2-1 0 0,-1-1 1 0 0,1 1-1 0 0,-1 0 1 0 0,0 0-1 0 0,1 0 1 0 0,-1 1-1 0 0,-1 0 1 0 0,1 1-1 0 0,-1-1 1 0 0,1 1-1 0 0,-1 0 1 0 0,-1 0-1 0 0,1 1 1 0 0,7 11-1 0 0,-9-14 6 0 0,-1 1 0 0 0,0 1 0 0 0,0-1 0 0 0,0 0 0 0 0,-1 0 0 0 0,1 1 0 0 0,-1-1-1 0 0,0 1 1 0 0,0-1 0 0 0,0 1 0 0 0,-1 0 0 0 0,0-1 0 0 0,0 8 0 0 0,-1-9-14 0 0,0 1 0 0 0,0-1 0 0 0,0 0 1 0 0,-1 1-1 0 0,1-1 0 0 0,-1 0 0 0 0,0 0 0 0 0,0 0 1 0 0,0 0-1 0 0,0 0 0 0 0,0-1 0 0 0,-1 1 0 0 0,0-1 1 0 0,1 1-1 0 0,-1-1 0 0 0,0 0 0 0 0,0 0 0 0 0,0 0 1 0 0,0-1-1 0 0,0 1 0 0 0,-6 2 0 0 0,-30 9-380 0 0,-66 15 1 0 0,102-27 176 0 0,1 0 0 0 0,-1-1 0 0 0,0 1 0 0 0,1-1 0 0 0,-1 0 0 0 0,0 0 0 0 0,1 0 1 0 0,-1 0-1 0 0,0 0 0 0 0,-3-1 0 0 0,1-9-1553 0 0,11-13 239 0 0,20-32-1217 0 0,6-27-2148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8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5 1601 0 0,'-6'-1'596'0'0,"0"-1"0"0"0,0 1 1 0 0,-1 1-1 0 0,1-1 0 0 0,0 1 1 0 0,0 0-1 0 0,-1 1 0 0 0,1-1 1 0 0,-7 3-1 0 0,11-3-556 0 0,1 0-1 0 0,-1 1 1 0 0,1-1 0 0 0,0 1-1 0 0,-1-1 1 0 0,1 1 0 0 0,0 0 0 0 0,-1 0-1 0 0,1 0 1 0 0,0-1 0 0 0,0 1-1 0 0,0 0 1 0 0,0 1 0 0 0,0-1-1 0 0,0 0 1 0 0,0 0 0 0 0,0 0 0 0 0,0 0-1 0 0,0 1 1 0 0,1-1 0 0 0,-1 0-1 0 0,1 1 1 0 0,-1-1 0 0 0,1 1 0 0 0,-1-1-1 0 0,1 0 1 0 0,0 1 0 0 0,0-1-1 0 0,-1 1 1 0 0,1-1 0 0 0,0 1-1 0 0,0-1 1 0 0,1 1 0 0 0,-1-1 0 0 0,0 1-1 0 0,0-1 1 0 0,1 1 0 0 0,-1-1-1 0 0,1 0 1 0 0,-1 1 0 0 0,1-1 0 0 0,0 0-1 0 0,0 2 1 0 0,22 39 404 0 0,-16-31-365 0 0,-1 1 0 0 0,0-1 0 0 0,6 17 0 0 0,-9-17-40 0 0,1 0-1 0 0,0 0 1 0 0,1 0 0 0 0,1 0-1 0 0,-1-1 1 0 0,2 0-1 0 0,12 16 1 0 0,-9-13-1 0 0,33 59 220 0 0,-34-55-188 0 0,1 0-1 0 0,24 31 1 0 0,30 30-1351 0 0,-64-94 798 0 0,0 3 87 0 0,0 0 0 0 0,-1 0 0 0 0,-4-24 0 0 0,-21-30-1699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2 640 0 0,'-5'-1'734'0'0,"4"1"-594"0"0,0 0 0 0 0,0 0 1 0 0,0-1-1 0 0,0 1 0 0 0,-1 0 1 0 0,1 0-1 0 0,0 0 1 0 0,0 0-1 0 0,0 0 0 0 0,0 0 1 0 0,0 0-1 0 0,0 1 0 0 0,0-1 1 0 0,0 0-1 0 0,0 1 0 0 0,0-1 1 0 0,0 1-1 0 0,0-1 0 0 0,0 1 1 0 0,0-1-1 0 0,0 1 0 0 0,0-1 1 0 0,0 1-1 0 0,-1 1 0 0 0,-3 0 1408 0 0,4-2-1315 0 0,0-1-104 0 0,0 1 1 0 0,0 0-1 0 0,0 0 0 0 0,0 0 1 0 0,0-1-1 0 0,0 1 1 0 0,0 0-1 0 0,0 1 0 0 0,0-1 1 0 0,0 0-1 0 0,0 0 1 0 0,-1 0-1 0 0,1 0 0 0 0,0 1 1 0 0,0-1-1 0 0,0 1 1 0 0,0-1-1 0 0,0 1 0 0 0,1-1 1 0 0,-1 1-1 0 0,0-1 1 0 0,0 1-1 0 0,0 0 0 0 0,-1 1 1 0 0,3-1-98 0 0,0 0 0 0 0,1-1 0 0 0,-1 1 0 0 0,0 0 1 0 0,1-1-1 0 0,-1 1 0 0 0,1-1 0 0 0,-1 0 0 0 0,0 1 0 0 0,1-1 1 0 0,-1 0-1 0 0,1 0 0 0 0,-1 0 0 0 0,1 0 0 0 0,-1 0 0 0 0,1 0 1 0 0,-1 0-1 0 0,1 0 0 0 0,0-1 0 0 0,6 1 59 0 0,94 0 242 0 0,195-3-443 0 0,29 0-3795 0 0,-268 2 1437 0 0,-20-4-173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29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3282 0 0,'0'32'3121'0'0,"32"23"-1440"0"0,0 13-1041 0 0,0 5-320 0 0,0 2 80 0 0,32-36-160 0 0,-32-10-79 0 0,0 3-161 0 0,0-11-321 0 0,0-21-719 0 0,0-7-1441 0 0,0 7-3442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0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2961 0 0,'-32'0'4883'0'0,"0"0"-2402"0"0,64 0-1761 0 0,0 12-160 0 0,64 29 161 0 0,64 26-81 0 0,0-12-480 0 0,-64-8-80 0 0,-38-12 0 0 0,6-9-80 0 0,0-26-560 0 0,-32-20-1361 0 0,-32 14-400 0 0,0-2-160 0 0,0-4-401 0 0,-64-9 161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0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96 439 3362 0 0,'-64'0'5682'0'0,"32"0"-3441"0"0,32 20 160 0 0,0-34-1680 0 0,32-4-401 0 0,0-17-80 0 0,96-46-80 0 0,0-27 0 0 0,-32 34 0 0 0,-32 33-320 0 0,-32 7-1201 0 0,0 1-2160 0 0,26 13-3602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4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289 599 2161 0 0,'-4'-2'395'0'0,"0"-1"1"0"0,-1 1-1 0 0,1-1 0 0 0,-1 1 1 0 0,0 1-1 0 0,1-1 0 0 0,-1 1 1 0 0,0-1-1 0 0,0 1 0 0 0,-7 0 1 0 0,4 5 7 0 0,5 0-339 0 0,-18 1 176 0 0,15-1 191 0 0,1 2-142 0 0,-12 5-92 0 0,15-8-121 0 0,0-1 0 0 0,0-1-1 0 0,-1 1 1 0 0,1 0 0 0 0,-1 0 0 0 0,1-1 0 0 0,-1 0-1 0 0,0 1 1 0 0,1-1 0 0 0,-1 0 0 0 0,0 0 0 0 0,0-1-1 0 0,0 1 1 0 0,-3 0 0 0 0,6 3 861 0 0,0-7-647 0 0,0 2 110 0 0,0-2-1 0 0,0 1-361 0 0,0 1 0 0 0,0 0 0 0 0,0 0 0 0 0,-1-1 0 0 0,2 1 0 0 0,-1 0 0 0 0,0-1 0 0 0,0 1 0 0 0,0 0 0 0 0,0 0 0 0 0,1-1 0 0 0,-1 1 0 0 0,1 0 0 0 0,-1 0 0 0 0,1 0 0 0 0,-1 0 0 0 0,1-1 0 0 0,1 0 0 0 0,-1 1-14 0 0,1 0 1 0 0,0 0-1 0 0,0-1 0 0 0,-1 1 1 0 0,1 0-1 0 0,-1-1 1 0 0,1 1-1 0 0,-1-1 0 0 0,0 0 1 0 0,1 1-1 0 0,-1-1 0 0 0,0 0 1 0 0,0 0-1 0 0,0 0 1 0 0,-1 0-1 0 0,2-2 0 0 0,1-44 434 0 0,-3 44-450 0 0,-1-6 29 0 0,0 1 0 0 0,0 0 0 0 0,-2-1-1 0 0,1 1 1 0 0,-1 0 0 0 0,0 0 0 0 0,-1 0 0 0 0,0 0 0 0 0,0 1-1 0 0,-8-12 1 0 0,-14-29 12 0 0,-32-71-23 0 0,57 116-20 0 0,0 1-1 0 0,0-1 0 0 0,-1 1 1 0 0,1 0-1 0 0,-1-1 0 0 0,0 1 1 0 0,1 0-1 0 0,-1 0 0 0 0,-1 0 1 0 0,1 0-1 0 0,0 1 0 0 0,-1-1 1 0 0,1 0-1 0 0,-5-2 0 0 0,6 4-3 0 0,1 1-1 0 0,-1-1 1 0 0,1 1-1 0 0,-1-1 0 0 0,1 0 1 0 0,-1 1-1 0 0,1-1 1 0 0,0 0-1 0 0,-1 1 0 0 0,1-1 1 0 0,0 0-1 0 0,0 1 0 0 0,-1-1 1 0 0,1 0-1 0 0,0 1 1 0 0,0-1-1 0 0,0 0 0 0 0,0 0 1 0 0,0 1-1 0 0,0-1 1 0 0,0 0-1 0 0,0 0 0 0 0,0 1 1 0 0,0-1-1 0 0,1 0 0 0 0,-1 1 1 0 0,1-2-1 0 0,-3 2 587 0 0,4-1-567 0 0,1 1 0 0 0,-1-1-1 0 0,0 1 1 0 0,0 0 0 0 0,0 0-1 0 0,0 0 1 0 0,1 0-1 0 0,-1 0 1 0 0,0 1 0 0 0,3 0-1 0 0,0-1 74 0 0,1-1-1 0 0,180-20 134 0 0,314-92-9085 0 0,-366 72 3069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4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1281 0 0,'45'-27'3502'0'0,"-38"21"-3174"0"0,0 1 0 0 0,0 1 0 0 0,1-1 1 0 0,0 1-1 0 0,-1 0 0 0 0,1 1 0 0 0,1 0 1 0 0,13-3-1 0 0,106-13 179 0 0,-97 19-507 0 0,-30-1 3 0 0,0 2 0 0 0,0-1 1 0 0,0 0-1 0 0,0 0 1 0 0,1 0-1 0 0,-1 0 0 0 0,0 1 1 0 0,0-1-1 0 0,0 0 0 0 0,0 1 1 0 0,0-1-1 0 0,0 1 0 0 0,0 0 1 0 0,0-1-1 0 0,0 1 0 0 0,0 0 1 0 0,0-1-1 0 0,0 1 0 0 0,-1 0 1 0 0,1 0-1 0 0,0 0 1 0 0,0 0-1 0 0,0 1 0 0 0,2 25 314 0 0,-4-15-221 0 0,1-7-43 0 0,0-1 1 0 0,-1 1-1 0 0,1 0 0 0 0,-1-1 0 0 0,0 1 0 0 0,-1-1 0 0 0,1 1 0 0 0,-1-1 1 0 0,0 0-1 0 0,0 1 0 0 0,0-1 0 0 0,-1 0 0 0 0,1 0 0 0 0,-4 3 0 0 0,-5 5 116 0 0,0-1-1 0 0,-24 19 1 0 0,-4 3 102 0 0,34-29-226 0 0,1-1 0 0 0,-1 1 0 0 0,1-1 0 0 0,-1 0 0 0 0,0-1 1 0 0,-1 1-1 0 0,1-1 0 0 0,0 0 0 0 0,-1 0 0 0 0,1-1 0 0 0,-1 1 0 0 0,1-1 0 0 0,-1 0 0 0 0,0-1 0 0 0,1 0 0 0 0,-10 0 0 0 0,-15 2 150 0 0,27-2-148 0 0,1 0-26 0 0,1 0 0 0 0,0 0-1 0 0,0 0 1 0 0,-1 0 0 0 0,1 0 0 0 0,0 0 0 0 0,-1 0-1 0 0,1 0 1 0 0,0 1 0 0 0,0-1 0 0 0,0 0 0 0 0,-1 1 0 0 0,1-1-1 0 0,0 1 1 0 0,0 0 0 0 0,0-1 0 0 0,0 1 0 0 0,0 0 0 0 0,0-1-1 0 0,0 1 1 0 0,0 0 0 0 0,0 0 0 0 0,-1 2 0 0 0,2-2 472 0 0,33-1-334 0 0,82 4-64 0 0,165 20 5 0 0,308 69 0 0 0,-342-46-4262 0 0,-145-27-1000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1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730 249 2481 0 0,'-31'-4'2738'0'0,"-52"-1"1"0"0,51 4-1069 0 0,-51-8 1 0 0,75 8-1509 0 0,8 1-119 0 0,-1 1-1 0 0,0-1 0 0 0,1 0 1 0 0,-1 0-1 0 0,0 0 0 0 0,0 0 1 0 0,1-1-1 0 0,-1 1 0 0 0,0 0 1 0 0,1 0-1 0 0,-1 0 0 0 0,0-1 1 0 0,1 1-1 0 0,-1 0 0 0 0,0 0 1 0 0,1-1-1 0 0,-1 1 0 0 0,1-1 1 0 0,-1 1-1 0 0,0-1 0 0 0,1 1 1 0 0,-1-1-1 0 0,1 1 0 0 0,-1-1 1 0 0,1 1-1 0 0,0-1 0 0 0,-1 1 1 0 0,1-1-1 0 0,0 0 0 0 0,-1 1 1 0 0,1-1-1 0 0,0 0 0 0 0,0 1 1 0 0,-1-1-1 0 0,1 0 0 0 0,0 1 1 0 0,0-1-1 0 0,0 0 0 0 0,0 0 0 0 0,0 1 1 0 0,0-1-1 0 0,0 0 0 0 0,0 1 1 0 0,0-2-1 0 0,1 1-23 0 0,-1 0 0 0 0,0 1 0 0 0,0-1 0 0 0,0 0 0 0 0,0 1 0 0 0,1-1 0 0 0,-1 0 0 0 0,0 1 0 0 0,1-1 0 0 0,-1 1 1 0 0,0-1-1 0 0,1 1 0 0 0,-1-1 0 0 0,1 1 0 0 0,-1-1 0 0 0,1 1 0 0 0,-1-1 0 0 0,1 1 0 0 0,-1-1 0 0 0,1 1 0 0 0,-1 0 0 0 0,1-1 0 0 0,0 1 0 0 0,-1 0 0 0 0,1 0 0 0 0,0-1 0 0 0,-1 1 0 0 0,1 0 0 0 0,0 0 0 0 0,0 0 0 0 0,0 0-5 0 0,0 0 0 0 0,0-1-1 0 0,0 1 1 0 0,-1 0 0 0 0,1 0-1 0 0,0-1 1 0 0,0 1 0 0 0,-1 0-1 0 0,1-1 1 0 0,0 1-1 0 0,-1 0 1 0 0,1-1 0 0 0,0 1-1 0 0,-1-1 1 0 0,1 1 0 0 0,-1-1-1 0 0,1 0 1 0 0,0 1 0 0 0,-1-1-1 0 0,0 0 1 0 0,1 1 0 0 0,-1-1-1 0 0,1 0 1 0 0,-1 1 0 0 0,0-1-1 0 0,1 0 1 0 0,-1 0 0 0 0,0 0-1 0 0,0 1 1 0 0,0-1 0 0 0,0-1-1 0 0,1 1 2 0 0,-1 0-1 0 0,1 0 0 0 0,-1 0 1 0 0,0 0-1 0 0,1 0 0 0 0,0 0 1 0 0,-1 0-1 0 0,1 0 1 0 0,0 0-1 0 0,-1 0 0 0 0,1 0 1 0 0,0 0-1 0 0,0 1 0 0 0,0-1 1 0 0,-1 0-1 0 0,1 1 1 0 0,0-1-1 0 0,0 1 0 0 0,0-1 1 0 0,0 1-1 0 0,0-1 0 0 0,0 1 1 0 0,2-1-1 0 0,4-3 41 0 0,5-9 26 0 0,-11 11-72 0 0,1 0 0 0 0,-1 0-1 0 0,1 1 1 0 0,0-1 0 0 0,-1 0 0 0 0,1 1 0 0 0,0-1 0 0 0,0 1 0 0 0,0 0-1 0 0,1 0 1 0 0,2-2 0 0 0,47-18 63 0 0,1 3 1 0 0,0 2-1 0 0,1 2 0 0 0,61-7 0 0 0,229-10 47 0 0,-285 31-57 0 0,0 3-1 0 0,0 3 0 0 0,-1 2 1 0 0,112 30-1 0 0,-156-34-54 0 0,1 1 1 0 0,-1 1-1 0 0,0 0 0 0 0,0 1 1 0 0,0 0-1 0 0,-1 1 0 0 0,-1 1 0 0 0,1 0 1 0 0,-1 1-1 0 0,13 13 0 0 0,-18-14 17 0 0,0 1-1 0 0,0 0 1 0 0,-1 1-1 0 0,-1-1 1 0 0,1 1-1 0 0,-2 0 1 0 0,6 20-1 0 0,-4-14 16 0 0,26 70 134 0 0,-30-81-157 0 0,-1-1-1 0 0,0 1 0 0 0,0-1 0 0 0,0 1 1 0 0,-1 0-1 0 0,1-1 0 0 0,-2 1 0 0 0,1 0 0 0 0,0-1 1 0 0,-1 1-1 0 0,0-1 0 0 0,-1 1 0 0 0,1-1 1 0 0,-1 1-1 0 0,-3 6 0 0 0,-4 7 67 0 0,-1-1 1 0 0,-21 30-1 0 0,23-37-79 0 0,4-6 7 0 0,-1 0-1 0 0,0 0 1 0 0,0-1 0 0 0,0 1 0 0 0,-1-1-1 0 0,1 0 1 0 0,-1-1 0 0 0,0 1 0 0 0,0-1-1 0 0,0 0 1 0 0,-13 3 0 0 0,-30 16 86 0 0,11-5-52 0 0,0-3 0 0 0,-2-1-1 0 0,-56 12 1 0 0,4-2 48 0 0,34-10 88 0 0,0-2 0 0 0,-1-3-1 0 0,-88 2 1 0 0,22-2-18 0 0,42-5-10 0 0,-1-3 1 0 0,-92-12 0 0 0,109 7-64 0 0,-208-41 400 0 0,262 43-498 0 0,-18-3 49 0 0,0-1 0 0 0,0-2 0 0 0,1-1 0 0 0,0-2 0 0 0,-35-18 0 0 0,65 29-43 0 0,-1 1 0 0 0,1 0 1 0 0,-1-1-1 0 0,1 1 0 0 0,0 0 0 0 0,-1-1 0 0 0,1 1 1 0 0,0-1-1 0 0,-1 1 0 0 0,1-1 0 0 0,0 1 1 0 0,-1-1-1 0 0,1 1 0 0 0,0-1 0 0 0,0 1 1 0 0,0-1-1 0 0,0 1 0 0 0,-1-1 0 0 0,1 0 0 0 0,0 1 1 0 0,0-1-1 0 0,0 1 0 0 0,0-1 0 0 0,0 0 1 0 0,-4-13-9 0 0,-2 8 10 0 0,4 6 0 0 0,1-1 1 0 0,-1 0 0 0 0,1 0-1 0 0,0 0 1 0 0,-1 0 0 0 0,1-1-1 0 0,0 1 1 0 0,0 0 0 0 0,0-1-1 0 0,0 1 1 0 0,0 0 0 0 0,0-1-1 0 0,0 1 1 0 0,0-1 0 0 0,0 1-1 0 0,1-1 1 0 0,-1 0 0 0 0,1 1-1 0 0,-1-1 1 0 0,1 0 0 0 0,0 1-1 0 0,0-1 1 0 0,-1 0 0 0 0,1 0-1 0 0,0 1 1 0 0,1-1 0 0 0,-1 0-1 0 0,0 1 1 0 0,0-1 0 0 0,1 0-1 0 0,-1 1 1 0 0,1-1 0 0 0,-1 0-1 0 0,1 1 1 0 0,1-3-1 0 0,20-22-52 0 0,-20 21 49 0 0,1 1-1 0 0,0-1 1 0 0,0 1 0 0 0,1-1-1 0 0,-1 1 1 0 0,1 0-1 0 0,0 0 1 0 0,0 1-1 0 0,1-1 1 0 0,-1 1 0 0 0,1 0-1 0 0,-1 0 1 0 0,1 0-1 0 0,0 1 1 0 0,0-1 0 0 0,9-2-1 0 0,10-4-13 0 0,70-28-13 0 0,1 4 0 0 0,184-36-1 0 0,-144 47-2 0 0,-101 19 42 0 0,0-2 1 0 0,0-2 0 0 0,0 0 0 0 0,-1-3 0 0 0,0 0-1 0 0,45-22 1 0 0,-19 6-22 0 0,-64 24-955 0 0,3 1 748 0 0,1 1 0 0 0,-1-1 0 0 0,0 0 0 0 0,1 1 0 0 0,-1-1 0 0 0,0 0 0 0 0,1 0 0 0 0,-1 0 0 0 0,1 0 0 0 0,0-1-1 0 0,-1 1 1 0 0,-1-2 0 0 0,2 2-9 0 0,1 0 0 0 0,-1 1 0 0 0,0-1 0 0 0,0 0 0 0 0,0 1 0 0 0,0-1 0 0 0,0 1 0 0 0,0-1 0 0 0,1 1 0 0 0,-1 0 0 0 0,0-1 0 0 0,0 1 0 0 0,0 0 0 0 0,-1-1 0 0 0,1 1 0 0 0,0 0 0 0 0,0 0 0 0 0,0 0 0 0 0,0 0 0 0 0,0 0 0 0 0,0 0 0 0 0,0 1 0 0 0,0-1 0 0 0,0 0 0 0 0,0 0 0 0 0,-1 1 0 0 0,-40 6-3832 0 0,-17 6 125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4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1923 320 0 0,'-42'-9'1427'0'0,"1"1"1"0"0,-63-3-1 0 0,99 11-1534 0 0,-1-1 14 0 0,-15-3 156 0 0,0 0 1 0 0,0 2-1 0 0,-33 1 0 0 0,47-3 451 0 0,4 1-387 0 0,-50-5 2180 0 0,53 30-1760 0 0,4 18-464 0 0,-3-38-81 0 0,0-1 0 0 0,0 1-1 0 0,0 0 1 0 0,0-1 0 0 0,1 1-1 0 0,-1-1 1 0 0,0 0 0 0 0,1 1 0 0 0,0-1-1 0 0,-1 0 1 0 0,1 0 0 0 0,0 0-1 0 0,3 2 1 0 0,0 7 51 0 0,-8 2-39 0 0,3-12-17 0 0,24 10 86 0 0,47 38-169 0 0,-9-8-68 0 0,-36-21 51 0 0,-21-15 88 0 0,1 1-1 0 0,-1-1 1 0 0,1 0 0 0 0,0-1 0 0 0,1 1-1 0 0,-1-1 1 0 0,0-1 0 0 0,11 4 0 0 0,-11-1 28 0 0,-6-4 67 0 0,-1-1-71 0 0,1-1-1 0 0,0 1 1 0 0,0-1 0 0 0,-1 1 0 0 0,1 0-1 0 0,0-1 1 0 0,-1 1 0 0 0,1-1-1 0 0,0 1 1 0 0,-1 0 0 0 0,1-1-1 0 0,0 1 1 0 0,-1 0 0 0 0,1 0 0 0 0,-1-1-1 0 0,1 1 1 0 0,0 0 0 0 0,-1 0-1 0 0,1 0 1 0 0,-1-1 0 0 0,1 1 0 0 0,-1 0-1 0 0,1 0 1 0 0,-1 0 0 0 0,1 0-1 0 0,-1 0 1 0 0,1 0 0 0 0,-1 0 0 0 0,1 0-1 0 0,-1 0 1 0 0,1 0 0 0 0,-1 0-1 0 0,1 1 1 0 0,-1-1 0 0 0,0 0-1 0 0,1 0-1 0 0,-1 1-1 0 0,1-1 1 0 0,-1 0-1 0 0,1 0 1 0 0,-1 0-1 0 0,1 0 1 0 0,-1 0-1 0 0,1 0 1 0 0,-1 0-1 0 0,1 0 1 0 0,-1 0-1 0 0,1 0 1 0 0,-1 0-1 0 0,1 0 1 0 0,-1 0-1 0 0,0 0 1 0 0,1-1-1 0 0,-1 1 1 0 0,1 0-1 0 0,0 0 1 0 0,-1 0-1 0 0,1-1 1 0 0,-1 1-1 0 0,1 0 1 0 0,-1-1-1 0 0,1 1 1 0 0,0 0-1 0 0,-1-1 1 0 0,1 1-1 0 0,-1-1 1 0 0,1 1-1 0 0,0-1 1 0 0,0 1-1 0 0,-1 0 1 0 0,1-1-1 0 0,0 1 1 0 0,0-1-1 0 0,-3-4 62 0 0,1 1 1 0 0,-1 0-1 0 0,0 0 0 0 0,0 1 0 0 0,0-1 0 0 0,0 0 0 0 0,-1 1 1 0 0,1 0-1 0 0,-1 0 0 0 0,-6-4 0 0 0,-8-8 276 0 0,13 10-277 0 0,1-1-1 0 0,0 1 1 0 0,0-1 0 0 0,1 0 0 0 0,0 0-1 0 0,0 0 1 0 0,0-1 0 0 0,0 1-1 0 0,1 0 1 0 0,0-1 0 0 0,1 0-1 0 0,0 0 1 0 0,0 1 0 0 0,0-1 0 0 0,0 0-1 0 0,1 0 1 0 0,1 0 0 0 0,-1 0-1 0 0,1 1 1 0 0,0-1 0 0 0,0 0-1 0 0,4-8 1 0 0,1-3 30 0 0,1 1 0 0 0,0 1-1 0 0,2-1 1 0 0,0 1 0 0 0,0 1-1 0 0,2 0 1 0 0,22-25 0 0 0,25-48 236 0 0,-52 72-233 0 0,-1 3-26 0 0,2 8-57 0 0,-6 4 0 0 0,1-1 0 0 0,0 1 0 0 0,-1 0 0 0 0,1-1 0 0 0,-1 1 1 0 0,0 0-1 0 0,0-1 0 0 0,1 0 0 0 0,-1 1 0 0 0,0-1 0 0 0,0 0 1 0 0,0 0-1 0 0,-1 1 0 0 0,1-1 0 0 0,0 0 0 0 0,-1 0 0 0 0,1 0 0 0 0,-1 0 1 0 0,0 0-1 0 0,1 0 0 0 0,-1 0 0 0 0,0 0 0 0 0,0 0 0 0 0,0 0 1 0 0,-1 0-1 0 0,1-2 0 0 0,0-177 1183 0 0,0 172-1148 0 0,1-1 0 0 0,0 1-1 0 0,0 0 1 0 0,1-1 0 0 0,1 1-1 0 0,5-14 1 0 0,-5 14-14 0 0,0 0 0 0 0,-1 1 0 0 0,1-2 0 0 0,-2 1 0 0 0,1 0-1 0 0,0-15 1 0 0,-2 13-22 0 0,1 1-1 0 0,1-1 0 0 0,0 1 0 0 0,0 0 1 0 0,7-17-1 0 0,1-8-13 0 0,1-31 11 0 0,10 4 54 0 0,-14 33-30 0 0,-6 22-34 0 0,0 0 0 0 0,1 0 0 0 0,0 0 0 0 0,0 0 0 0 0,1 0 0 0 0,0 1 0 0 0,0-1 0 0 0,0 1 0 0 0,7-10 0 0 0,-3 7 16 0 0,-1-1 1 0 0,0 0 0 0 0,0 0-1 0 0,3-11 1 0 0,21-36 362 0 0,101-157 187 0 0,-70 105-538 0 0,-49 87-6 0 0,-2-1-1 0 0,-1 0 1 0 0,7-27 0 0 0,-4 13 76 0 0,-10 31-82 0 0,-1 0-1 0 0,0 0 1 0 0,0-1 0 0 0,0 1-1 0 0,-1-11 1 0 0,-1 11 4 0 0,1 0 1 0 0,1 0 0 0 0,-1 0-1 0 0,1 1 1 0 0,3-12 0 0 0,20-21 99 0 0,-21 35-116 0 0,-1 0 0 0 0,1-1 0 0 0,0 1 0 0 0,-1-1-1 0 0,0 0 1 0 0,0 1 0 0 0,0-1 0 0 0,0 0 0 0 0,-1 0 0 0 0,1 0 0 0 0,-1 0 0 0 0,0 0 0 0 0,0-1-1 0 0,0-5 1 0 0,-1 7 3 0 0,-1 0 0 0 0,1 0 0 0 0,0 0 0 0 0,1 0 0 0 0,-1 0 0 0 0,0 0-1 0 0,1 0 1 0 0,-1 0 0 0 0,1 0 0 0 0,0 0 0 0 0,0 0 0 0 0,0 1 0 0 0,1-1-1 0 0,-1 0 1 0 0,1 1 0 0 0,-1-1 0 0 0,1 1 0 0 0,0-1 0 0 0,0 1 0 0 0,0 0-1 0 0,0 0 1 0 0,4-3 0 0 0,-6 4-9 0 0,1 0 0 0 0,0 0 0 0 0,-1 0 0 0 0,1 0 0 0 0,-1 0 0 0 0,0 0 0 0 0,1 0 0 0 0,-1 0 0 0 0,0 0 0 0 0,1 0 0 0 0,-1 0 0 0 0,0 0 0 0 0,0 0 0 0 0,0 0 0 0 0,0 0-1 0 0,0 0 1 0 0,0 0 0 0 0,0-2 0 0 0,-1 3-3 0 0,1-1 0 0 0,0 1 0 0 0,0-1 0 0 0,0 1 0 0 0,0-1 0 0 0,0 1 0 0 0,0-1 0 0 0,0 1-1 0 0,0-1 1 0 0,0 1 0 0 0,0-1 0 0 0,0 1 0 0 0,0-1 0 0 0,0 1 0 0 0,0-1 0 0 0,0 1 0 0 0,1-1-1 0 0,-1 1 1 0 0,0-1 0 0 0,0 1 0 0 0,0-1 0 0 0,1 1 0 0 0,-1 0 0 0 0,0-1 0 0 0,1 1 0 0 0,-1-1 0 0 0,0 1-1 0 0,1 0 1 0 0,-1-1 0 0 0,1 1 0 0 0,-1 0 0 0 0,0 0 0 0 0,1-1 0 0 0,21 0-12 0 0,-17 1-52 0 0,-6 4-95 0 0,0 1 1 0 0,1-1-1 0 0,0 0 1 0 0,0 1 0 0 0,0-1-1 0 0,0 0 1 0 0,1 6-1 0 0,0 5-156 0 0,-3-13 317 0 0,3-2 0 0 0,27 10 0 0 0,-28-9 7 0 0,0-1-6 0 0,0 0 1 0 0,-1 0-1 0 0,1 0 0 0 0,0 0 0 0 0,-1 0 0 0 0,1 0 0 0 0,0 0 0 0 0,0 0 0 0 0,-1 0 0 0 0,1 0 0 0 0,0 0 0 0 0,0 1 0 0 0,-1-1 0 0 0,1 0 0 0 0,0 0 0 0 0,0 0 0 0 0,0 0 0 0 0,-1 1 0 0 0,1-1 0 0 0,0 0 0 0 0,0 0 0 0 0,0 0 0 0 0,0 1 0 0 0,-1-1 0 0 0,1 0 0 0 0,0 0 0 0 0,0 1 0 0 0,0-1 1 0 0,0 0-1 0 0,0 0 0 0 0,0 1 0 0 0,0-1 0 0 0,0 0 0 0 0,0 1 0 0 0,0-1 0 0 0,0 0 0 0 0,0 0 0 0 0,0 1 0 0 0,0-1 0 0 0,0 0 0 0 0,0 0 0 0 0,0 1 0 0 0,0-1 0 0 0,0 0 0 0 0,0 0 0 0 0,0 1 0 0 0,1-1 0 0 0,-1 0 0 0 0,0 0 0 0 0,0 1 0 0 0,0-1 0 0 0,0 0 0 0 0,0 0 0 0 0,1 0 0 0 0,-1 1 1 0 0,0-1-1 0 0,0 0 0 0 0,1 0 0 0 0,-1 0 0 0 0,0 0 0 0 0,0 1 0 0 0,1-1 0 0 0,-1 0 0 0 0,0 0 0 0 0,0 0 0 0 0,1 0 0 0 0,-1 0 0 0 0,0 0 0 0 0,1 0 0 0 0,-23 3 12 0 0,22-3-10 0 0,0 0-1 0 0,-1 0 1 0 0,1 0-1 0 0,-1 1 0 0 0,1-1 1 0 0,0 0-1 0 0,-1 0 1 0 0,1 1-1 0 0,0-1 1 0 0,-1 0-1 0 0,1 1 0 0 0,0-1 1 0 0,0 1-1 0 0,-1-1 1 0 0,1 0-1 0 0,0 1 0 0 0,0-1 1 0 0,-1 1-1 0 0,1-1 1 0 0,0 1-1 0 0,0-1 1 0 0,0 0-1 0 0,0 1 0 0 0,0-1 1 0 0,0 1-1 0 0,0-1 1 0 0,0 1-1 0 0,0-1 0 0 0,0 1 1 0 0,1 7-22 0 0,-1-8 17 0 0,0 1 0 0 0,0-1 0 0 0,1 1 0 0 0,-1-1-1 0 0,0 1 1 0 0,0-1 0 0 0,0 1 0 0 0,1-1 0 0 0,-1 0 0 0 0,0 1 0 0 0,1-1 0 0 0,-1 1 0 0 0,0-1 0 0 0,1 0 0 0 0,-1 1 0 0 0,1-1 0 0 0,-1 0 0 0 0,0 1 0 0 0,1-1 0 0 0,-1 0 0 0 0,1 1 0 0 0,-1-1-1 0 0,1 0 1 0 0,-1 0 0 0 0,1 0 0 0 0,-1 0 0 0 0,1 1 0 0 0,-1-1 0 0 0,1 0 0 0 0,-1 0 0 0 0,1 0 0 0 0,-1 0 0 0 0,2 0 0 0 0,-1 0 2 0 0,-1 0 0 0 0,1 0 0 0 0,0 0 0 0 0,-1 0 0 0 0,1 0 0 0 0,0 0 0 0 0,0 0 1 0 0,-1 0-1 0 0,1 1 0 0 0,0-1 0 0 0,-1 0 0 0 0,1 0 0 0 0,0 1 0 0 0,-1-1 0 0 0,1 1 0 0 0,-1-1 0 0 0,1 1 0 0 0,0-1 0 0 0,-1 0 1 0 0,1 1-1 0 0,-1 0 0 0 0,1-1 0 0 0,-1 1 0 0 0,0-1 0 0 0,1 1 0 0 0,-1 0 0 0 0,0-1 0 0 0,1 1 0 0 0,-1 0 0 0 0,0-1 1 0 0,0 1-1 0 0,1 0 0 0 0,-1-1 0 0 0,0 1 0 0 0,0 0 0 0 0,0 0 0 0 0,0 0 0 0 0,0 0 0 0 0,0 0 0 0 0,1 0 0 0 0,-1 0 0 0 0,0 0 0 0 0,0 0 0 0 0,1 0 0 0 0,-1 0 0 0 0,1 0 0 0 0,-1 0 0 0 0,1 0 0 0 0,-1 0 0 0 0,1 0 0 0 0,0 0 0 0 0,-1-1 0 0 0,1 1 0 0 0,0 0 0 0 0,0 0 0 0 0,-1-1 0 0 0,1 1 0 0 0,0-1 0 0 0,0 1 0 0 0,0-1 0 0 0,0 1 0 0 0,0-1 0 0 0,1 1 0 0 0,8 5 0 0 0,38 58-93 0 0,-12-31 77 0 0,-24-23 17 0 0,-1 0-1 0 0,0 1 0 0 0,0 0 1 0 0,14 21-1 0 0,-7 7-16 0 0,-17-34 10 0 0,1 0 0 0 0,0-1 1 0 0,0 0-1 0 0,0 1 1 0 0,0-1-1 0 0,1 0 1 0 0,0 0-1 0 0,5 7 1 0 0,89 77 31 0 0,-71-68 21 0 0,-2 2 0 0 0,0 0-1 0 0,24 31 1 0 0,53 98 380 0 0,-41-77-373 0 0,61 81 65 0 0,125 145 264 0 0,-205-255-352 0 0,-30-31-7 0 0,-1 0 1 0 0,0 0 0 0 0,9 19-1 0 0,-11-19 15 0 0,0 0 0 0 0,1-1 0 0 0,0 0 0 0 0,14 15 0 0 0,-5-11-2 0 0,-6-5-23 0 0,0 1 0 0 0,-1-1 0 0 0,0 2 0 0 0,16 25 0 0 0,-16-20 20 0 0,1-1 0 0 0,27 31 0 0 0,-24-32-19 0 0,-1 0 0 0 0,23 37 0 0 0,-27-38-15 0 0,0 0 1 0 0,2-1-1 0 0,15 17 0 0 0,4 5 25 0 0,55 82 314 0 0,51 63 16 0 0,-130-173-329 0 0,-1 0 0 0 0,0 1-1 0 0,0-1 1 0 0,4 13 0 0 0,14 20 72 0 0,-19-29-59 0 0,-5-13-65 0 0,0-9-134 0 0,0 8 116 0 0,0-1 0 0 0,0 0 0 0 0,0 1 1 0 0,0-1-1 0 0,-1 1 0 0 0,1-1 0 0 0,-1 0 0 0 0,1 1 0 0 0,-1-1 0 0 0,1 1 0 0 0,-1-1 1 0 0,0 1-1 0 0,0 0 0 0 0,0-1 0 0 0,0 1 0 0 0,0 0 0 0 0,0-1 0 0 0,0 1 0 0 0,0 0 1 0 0,0 0-1 0 0,-1 0 0 0 0,1 0 0 0 0,-2-1 0 0 0,-40-13-1274 0 0,9 4 301 0 0,16 2 298 0 0,0-1 0 0 0,0 0 0 0 0,1-2 0 0 0,1 0 0 0 0,0-1 0 0 0,0 0 0 0 0,-22-27-1 0 0,9 11-490 0 0,-98-103-4526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443 162 720 0 0,'-40'-13'3486'0'0,"39"12"-3371"0"0,0 1 0 0 0,-1-1-1 0 0,1 1 1 0 0,-1-1-1 0 0,1 0 1 0 0,0 0 0 0 0,0 0-1 0 0,-1 0 1 0 0,1 0 0 0 0,0 0-1 0 0,0 0 1 0 0,0 0 0 0 0,0 0-1 0 0,0 0 1 0 0,0-1 0 0 0,0 1-1 0 0,0 0 1 0 0,1-1 0 0 0,-1 1-1 0 0,1 0 1 0 0,-1-1-1 0 0,0-1 1 0 0,0 1-66 0 0,1 0-1 0 0,-1 0 0 0 0,0 0 1 0 0,0 0-1 0 0,0 0 1 0 0,0 0-1 0 0,0 0 1 0 0,0 1-1 0 0,-1-1 0 0 0,1 0 1 0 0,-1 1-1 0 0,1-1 1 0 0,-1 1-1 0 0,1 0 1 0 0,-1-1-1 0 0,0 1 0 0 0,0 0 1 0 0,0 0-1 0 0,0 0 1 0 0,-3-1-1 0 0,3 1-19 0 0,0 0-1 0 0,0 1 0 0 0,0-1 1 0 0,0 0-1 0 0,1-1 1 0 0,-1 1-1 0 0,0 0 1 0 0,0 0-1 0 0,1-1 0 0 0,-1 1 1 0 0,1-1-1 0 0,0 1 1 0 0,-1-1-1 0 0,1 0 1 0 0,0 0-1 0 0,0 1 0 0 0,0-1 1 0 0,0 0-1 0 0,0 0 1 0 0,-1-4-1 0 0,2 3-30 0 0,0-21-24 0 0,0 20 34 0 0,0 15 39 0 0,-1-10-35 0 0,1 0 1 0 0,-1 0-1 0 0,0 0 0 0 0,0 0 0 0 0,1-1 1 0 0,-1 1-1 0 0,0 0 0 0 0,0 0 1 0 0,0-1-1 0 0,0 1 0 0 0,0-1 1 0 0,0 1-1 0 0,0-1 0 0 0,0 1 1 0 0,0-1-1 0 0,-1 1 0 0 0,1-1 1 0 0,0 0-1 0 0,0 0 0 0 0,0 0 1 0 0,-2 0-1 0 0,-6 3 64 0 0,-28 11 296 0 0,-63 15 1 0 0,50-16-104 0 0,45-11-229 0 0,-1 0 1 0 0,0 0 0 0 0,0-1 0 0 0,0 0 0 0 0,0-1 0 0 0,0 1 0 0 0,0-1 0 0 0,0 0 0 0 0,0 0 0 0 0,0-1 0 0 0,0 0 0 0 0,0 0 0 0 0,-7-2 0 0 0,12 1-26 0 0,0 0 1 0 0,0-1-1 0 0,0 1 0 0 0,1 0 1 0 0,-1 0-1 0 0,1 0 0 0 0,0-1 1 0 0,-1 1-1 0 0,1 0 1 0 0,0 0-1 0 0,0-1 0 0 0,0 1 1 0 0,1 0-1 0 0,-1 0 0 0 0,1-1 1 0 0,-1 1-1 0 0,1 0 0 0 0,0 0 1 0 0,1-3-1 0 0,10 0-27 0 0,1 1-1 0 0,-1 1 1 0 0,1 0 0 0 0,0 1 0 0 0,0 0 0 0 0,0 1-1 0 0,0 0 1 0 0,1 1 0 0 0,-1 1 0 0 0,0 0-1 0 0,21 5 1 0 0,-34-6 25 0 0,1 1-1 0 0,-1-1 0 0 0,1 1 1 0 0,-1-1-1 0 0,1 0 1 0 0,-1 1-1 0 0,0-1 0 0 0,1 1 1 0 0,-1 0-1 0 0,0-1 1 0 0,1 1-1 0 0,-1-1 0 0 0,0 1 1 0 0,0-1-1 0 0,1 1 1 0 0,-1 0-1 0 0,0-1 1 0 0,0 1-1 0 0,0 0 0 0 0,0-1 1 0 0,0 1-1 0 0,0-1 1 0 0,0 1-1 0 0,0 0 0 0 0,0-1 1 0 0,0 1-1 0 0,0 0 1 0 0,-1-1-1 0 0,1 1 0 0 0,0-1 1 0 0,0 1-1 0 0,-1 0 1 0 0,1-1-1 0 0,0 1 0 0 0,-1-1 1 0 0,1 1-1 0 0,0-1 1 0 0,-1 1-1 0 0,1-1 1 0 0,-1 1-1 0 0,1-1 0 0 0,-1 1 1 0 0,-8 1-37 0 0,0 0 0 0 0,1-1 1 0 0,-1 0-1 0 0,0-1 0 0 0,0 0 0 0 0,0 0 1 0 0,0-1-1 0 0,-16-3 0 0 0,12-5-978 0 0,26-9-1292 0 0,-3 7 735 0 0,17-5-989 0 0,5-3 174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6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21 880 0 0,'-10'3'826'0'0,"0"-1"-1"0"0,-1-1 0 0 0,1 0 0 0 0,-1 0 0 0 0,1-1 0 0 0,-19-2 0 0 0,24-5-532 0 0,5 7-269 0 0,1 0 1 0 0,-1 0 0 0 0,0 0-1 0 0,0-1 1 0 0,0 1 0 0 0,0 0-1 0 0,-1 0 1 0 0,1 0 0 0 0,0-1-1 0 0,0 1 1 0 0,0 0 0 0 0,0 0-1 0 0,0 0 1 0 0,0 0 0 0 0,0-1 0 0 0,0 1-1 0 0,0 0 1 0 0,0 0 0 0 0,0 0-1 0 0,-1 0 1 0 0,1-1 0 0 0,0 1-1 0 0,0 0 1 0 0,0 0 0 0 0,0 0-1 0 0,0 0 1 0 0,-1 0 0 0 0,1 0-1 0 0,0 0 1 0 0,0-1 0 0 0,0 1-1 0 0,0 0 1 0 0,-1 0 0 0 0,1 0-1 0 0,0 0 1 0 0,0 0 0 0 0,0 0-1 0 0,-1 0 1 0 0,1 0 0 0 0,0 0-1 0 0,0 0 1 0 0,0 0 0 0 0,-1 0-1 0 0,1 0 1 0 0,0 0 0 0 0,-22 0 201 0 0,22 0-218 0 0,0 0 0 0 0,0 0 0 0 0,0 0 0 0 0,-1 0 0 0 0,1 0 0 0 0,0 0 0 0 0,0 0 0 0 0,0 0 0 0 0,-1 0 0 0 0,1 0 0 0 0,0 0 0 0 0,0 0 0 0 0,-1 0 0 0 0,1 0 0 0 0,0 0 0 0 0,0 0 0 0 0,0 0 0 0 0,0 0 0 0 0,-1 0 0 0 0,1-1 0 0 0,0 1 0 0 0,0 0 0 0 0,0 0 0 0 0,0 0-1 0 0,-1 0 1 0 0,1-1 0 0 0,0 1 0 0 0,0 0 0 0 0,0 0 0 0 0,0 0 0 0 0,0 0 0 0 0,0-1 0 0 0,0 1 0 0 0,0 0 0 0 0,0 0 0 0 0,-1 0 0 0 0,1-1 0 0 0,0 1 0 0 0,0 0 0 0 0,0 0 0 0 0,0 0 0 0 0,0-1 0 0 0,0 1 0 0 0,0 0 0 0 0,0 0 0 0 0,1-1 0 0 0,-1 1 0 0 0,0 0 0 0 0,0 0 0 0 0,0 0-1 0 0,0-1 1 0 0,0 1 3 0 0,0 0 0 0 0,0 0 1 0 0,0-1-1 0 0,0 1 0 0 0,1 0 0 0 0,-1 0 0 0 0,0 0 0 0 0,0-1 0 0 0,0 1 0 0 0,0 0 0 0 0,0 0 0 0 0,0 0 0 0 0,0-1 0 0 0,0 1 0 0 0,0 0 0 0 0,0 0 0 0 0,0 0 0 0 0,0-1 0 0 0,-1 1 0 0 0,1 0 0 0 0,0 0 0 0 0,0 0 0 0 0,0-1 0 0 0,0 1 0 0 0,0 0 0 0 0,0 0 0 0 0,0 0 0 0 0,-1-1 0 0 0,1 1 0 0 0,0 0 0 0 0,0 0 0 0 0,0 0 0 0 0,0 0 0 0 0,0 0 0 0 0,-1 0 0 0 0,1-1 0 0 0,0 1 0 0 0,0 0 0 0 0,0 0 0 0 0,-1 0 0 0 0,1 0 0 0 0,0 0 0 0 0,0 0 0 0 0,0 0 0 0 0,-1 0 0 0 0,1 0 0 0 0,0 0 1 0 0,0 0-1 0 0,0 0 0 0 0,-1 0 0 0 0,1 0 0 0 0,-54 13 602 0 0,49-12 681 0 0,10-1-1134 0 0,17 0 0 0 0,-17 0 881 0 0,0 0-881 0 0,19 2 80 0 0,-1 1 0 0 0,0 0 0 0 0,25 8 0 0 0,-43-9-160 0 0,23 6 85 0 0,40 2-76 0 0,272 64 551 0 0,-177-44-213 0 0,186 9 0 0 0,-290-35-454 0 0,-59-4 14 0 0,1 0 0 0 0,-1 0 0 0 0,1 0 0 0 0,-1 0-1 0 0,1 0 1 0 0,-1 0 0 0 0,0 0 0 0 0,1 0 0 0 0,-1-1 0 0 0,1 1 0 0 0,-1 0-1 0 0,1 0 1 0 0,-1 0 0 0 0,0 0 0 0 0,1-1 0 0 0,-1 1 0 0 0,0 0 0 0 0,1 0-1 0 0,-1-1 1 0 0,0 1 0 0 0,1 0 0 0 0,-1-1 0 0 0,0 1 0 0 0,1 0 0 0 0,-1-1 0 0 0,0 1-1 0 0,0 0 1 0 0,1-1 0 0 0,-1 1 0 0 0,0-1 0 0 0,0 1 0 0 0,0 0 0 0 0,0-1-1 0 0,0 1 1 0 0,1-1 0 0 0,-1 1 0 0 0,0-1 0 0 0,0 1 0 0 0,0 0 0 0 0,0-1-1 0 0,0 1 1 0 0,0-1 0 0 0,-1 1 0 0 0,1-1 0 0 0,0 1 0 0 0,0 0 0 0 0,0-1 0 0 0,0 1-1 0 0,0-1 1 0 0,-1 1 0 0 0,1 0 0 0 0,0-1 0 0 0,0 1 0 0 0,-1-1 0 0 0,1 1-1 0 0,0 0 1 0 0,0 0 0 0 0,-1-1 0 0 0,1 1 0 0 0,0 0 0 0 0,-1-1 0 0 0,1 1-1 0 0,-1 0 1 0 0,1 0 0 0 0,-1-1 0 0 0,-7-6-595 0 0,0 0 1 0 0,-1 1-1 0 0,0-1 1 0 0,-1 2-1 0 0,-15-8 1 0 0,-7-5-1364 0 0,-85-46-5272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0 640 0 0,'32'47'-160'0'0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19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1498 2401 0 0,'-27'-5'2268'0'0,"22"4"-1121"0"0,12 0-1100 0 0,-1-1 26 0 0,1 1 1 0 0,-1-1-1 0 0,0-1 1 0 0,0 1-1 0 0,8-5 0 0 0,-7 4 27 0 0,3-11 380 0 0,11 6-200 0 0,0 0 0 0 0,-1-2 1 0 0,0 0-1 0 0,-1-1 0 0 0,30-23 0 0 0,-48 30-237 0 0,1 1-1 0 0,-1-1 1 0 0,0 0 0 0 0,0 1-1 0 0,0-1 1 0 0,0 0 0 0 0,-1 0 0 0 0,0 0-1 0 0,1 0 1 0 0,-2 0 0 0 0,1 1-1 0 0,0-1 1 0 0,-2-7 0 0 0,1-4 159 0 0,1 11-175 0 0,0-1 0 0 0,0 0-1 0 0,-1 0 1 0 0,1 1 0 0 0,-1-1-1 0 0,0 1 1 0 0,0-1 0 0 0,-1 1-1 0 0,0-1 1 0 0,1 1 0 0 0,-2 0-1 0 0,1-1 1 0 0,0 1 0 0 0,-1 0-1 0 0,1 1 1 0 0,-1-1 0 0 0,-5-4 0 0 0,4 2 0 0 0,0 0 0 0 0,0-1 1 0 0,1 1-1 0 0,0-1 0 0 0,0 1 1 0 0,1-1-1 0 0,-1 0 0 0 0,2 0 1 0 0,-1 0-1 0 0,-1-13 1 0 0,-2-10 57 0 0,-4-13 49 0 0,-2 1-1 0 0,-23-57 1 0 0,33 94-128 0 0,-1 0 1 0 0,1 0-1 0 0,0-1 1 0 0,0 1 0 0 0,0 0-1 0 0,1 0 1 0 0,0 0 0 0 0,0-1-1 0 0,1-8 1 0 0,0 9 4 0 0,0 1-1 0 0,-1-1 1 0 0,0 0 0 0 0,0 0-1 0 0,-1 0 1 0 0,1 0 0 0 0,-1 1 0 0 0,0-1-1 0 0,-2-6 1 0 0,-8-9 30 0 0,9 17-37 0 0,0 0 0 0 0,0 0 0 0 0,0-1 0 0 0,1 1 0 0 0,0 0 0 0 0,-1-1 0 0 0,1 1 0 0 0,0-1 0 0 0,1 0 0 0 0,-1 1 0 0 0,0-1 0 0 0,1-3 0 0 0,0 3 3 0 0,0 1 0 0 0,-1 0 0 0 0,1 0 0 0 0,-1 0 0 0 0,1 1-1 0 0,-1-1 1 0 0,0 0 0 0 0,0 0 0 0 0,-1 0 0 0 0,1 0 0 0 0,-1 1-1 0 0,1-1 1 0 0,-4-3 0 0 0,3 3 2 0 0,0 1 1 0 0,1-1-1 0 0,-1 1 1 0 0,1-1-1 0 0,-1 0 0 0 0,1 1 1 0 0,0-1-1 0 0,0 0 0 0 0,0 0 1 0 0,1 0-1 0 0,-1 0 0 0 0,1 0 1 0 0,-1-5-1 0 0,1 4-4 0 0,-1 0 1 0 0,0 0-1 0 0,0 0 0 0 0,-1-1 1 0 0,1 1-1 0 0,-1 1 0 0 0,1-1 1 0 0,-1 0-1 0 0,-1 0 0 0 0,1 1 1 0 0,0-1-1 0 0,-1 1 1 0 0,0-1-1 0 0,-5-4 0 0 0,4 5 0 0 0,2 0-1 0 0,-1 0 1 0 0,0 0-1 0 0,1 0 0 0 0,-1-1 1 0 0,1 1-1 0 0,0-1 1 0 0,0 0-1 0 0,0 1 1 0 0,1-1-1 0 0,-1 0 1 0 0,1 0-1 0 0,0 0 0 0 0,-1-7 1 0 0,2 9-3 0 0,0 0 0 0 0,-1 0 0 0 0,1 0 0 0 0,-1 0 0 0 0,0 0 1 0 0,1 0-1 0 0,-1 0 0 0 0,0 0 0 0 0,0 1 0 0 0,0-1 0 0 0,0 0 0 0 0,0 1 1 0 0,-1-1-1 0 0,1 0 0 0 0,0 1 0 0 0,-1-1 0 0 0,1 1 0 0 0,-1 0 0 0 0,0 0 0 0 0,1-1 1 0 0,-1 1-1 0 0,0 0 0 0 0,0 1 0 0 0,-3-2 0 0 0,4 1 15 0 0,-1 0-1 0 0,0 0 1 0 0,0 0-1 0 0,0 0 1 0 0,0 0-1 0 0,0 0 1 0 0,1-1-1 0 0,-1 1 1 0 0,1 0 0 0 0,-1-1-1 0 0,1 1 1 0 0,-1-1-1 0 0,1 0 1 0 0,0 0-1 0 0,0 1 1 0 0,0-1-1 0 0,0 0 1 0 0,0 0-1 0 0,0 0 1 0 0,0 0 0 0 0,1 0-1 0 0,-1 0 1 0 0,1 0-1 0 0,-1-4 1 0 0,0 2-18 0 0,0 0 1 0 0,0 0 0 0 0,0-1-1 0 0,0 1 1 0 0,-1 0 0 0 0,0 0-1 0 0,0 0 1 0 0,0 0 0 0 0,0 0-1 0 0,-1 1 1 0 0,1-1 0 0 0,-1 1-1 0 0,0-1 1 0 0,0 1 0 0 0,0 0-1 0 0,-1 0 1 0 0,1 1 0 0 0,-7-5-1 0 0,-25-27 34 0 0,-8-34 288 0 0,-42-45 159 0 0,84 112-468 0 0,0 0 0 0 0,0-1 1 0 0,1 1-1 0 0,-1-1 0 0 0,0 1 1 0 0,1-1-1 0 0,0 1 0 0 0,-1-1 1 0 0,1 1-1 0 0,0-1 0 0 0,-1 1 1 0 0,1-1-1 0 0,0 0 0 0 0,1-1 1 0 0,-6-19 122 0 0,-5 11-58 0 0,8 11-67 0 0,1-2 0 0 0,0 1 1 0 0,0 0-1 0 0,0 0 0 0 0,-1 0 1 0 0,1 0-1 0 0,0-1 0 0 0,1 1 1 0 0,-1 0-1 0 0,0-1 0 0 0,0 1 0 0 0,0-1 1 0 0,1 1-1 0 0,-1-1 0 0 0,1 1 1 0 0,-1-1-1 0 0,1 1 0 0 0,0-1 1 0 0,0 0-1 0 0,-1-1 0 0 0,1 1-7 0 0,0 0 0 0 0,0 1 0 0 0,0-1 0 0 0,0 1-1 0 0,-1-1 1 0 0,1 1 0 0 0,0-1 0 0 0,-1 1 0 0 0,0-1-1 0 0,1 1 1 0 0,-1-1 0 0 0,0 1 0 0 0,0-1-1 0 0,0 1 1 0 0,1 0 0 0 0,-1 0 0 0 0,-1-1 0 0 0,1 1-1 0 0,0 0 1 0 0,-2-1 0 0 0,2 1 11 0 0,-1 0 0 0 0,1-1-1 0 0,0 1 1 0 0,0 0 0 0 0,-1-1-1 0 0,1 1 1 0 0,0-1 0 0 0,0 1 0 0 0,0-1-1 0 0,1 1 1 0 0,-1-1 0 0 0,0 0-1 0 0,1 1 1 0 0,-1-1 0 0 0,1 0 0 0 0,-1 0-1 0 0,1 1 1 0 0,0-1 0 0 0,0 0-1 0 0,-1-4 1362 0 0,1 7-1308 0 0,0 2-54 0 0,0-2-14 0 0,-2 2-23 0 0,31 5-31 0 0,-28-8 39 0 0,-1 0-1 0 0,1 0 1 0 0,-1 1 0 0 0,0-1 0 0 0,1 0-1 0 0,-1 1 1 0 0,1-1 0 0 0,-1 0 0 0 0,0 1 0 0 0,1-1-1 0 0,-1 1 1 0 0,0-1 0 0 0,0 0 0 0 0,1 1-1 0 0,-1-1 1 0 0,0 1 0 0 0,0-1 0 0 0,0 1 0 0 0,1-1-1 0 0,-1 1 1 0 0,0-1 0 0 0,0 1 0 0 0,0-1-1 0 0,0 1 1 0 0,0-1 0 0 0,0 1 0 0 0,0-1-1 0 0,0 1 1 0 0,0-1 0 0 0,0 1 0 0 0,0-1 0 0 0,-1 2-1 0 0,-5 19-928 0 0,2-14 623 0 0,1 0-91 0 0,-1 0-1 0 0,1 0 1 0 0,1 0 0 0 0,-1 0-1 0 0,1 1 1 0 0,0-1 0 0 0,1 1-1 0 0,0-1 1 0 0,-1 9 0 0 0,2 26-3096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6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1333 269 2001 0 0,'-222'-10'5829'0'0,"1"0"-4775"0"0,-125 24 67 0 0,149 0-481 0 0,178-13-570 0 0,-1 2 0 0 0,1 0 0 0 0,0 0-1 0 0,0 2 1 0 0,-24 9 0 0 0,-41 10 138 0 0,78-22-209 0 0,-1 0 0 0 0,1 1 0 0 0,-1-1-1 0 0,1 1 1 0 0,-9 6 0 0 0,-29 12 8 0 0,43-21-6 0 0,-1 1 0 0 0,0-1-1 0 0,1 1 1 0 0,-1 0 0 0 0,1-1 0 0 0,-1 1 0 0 0,1 0 0 0 0,-1 0-1 0 0,1 0 1 0 0,-1 0 0 0 0,1 0 0 0 0,0 1 0 0 0,0-1 0 0 0,-1 0 0 0 0,1 1-1 0 0,0-1 1 0 0,0 1 0 0 0,0-1 0 0 0,0 1 0 0 0,1-1 0 0 0,-1 1-1 0 0,0-1 1 0 0,0 3 0 0 0,-1 45-2 0 0,2-27-5 0 0,1-19 6 0 0,0 0 0 0 0,0 0 0 0 0,0-1 0 0 0,0 1 0 0 0,0 0 0 0 0,1-1 0 0 0,-1 1 0 0 0,1-1 0 0 0,-1 1 0 0 0,1-1 0 0 0,0 0 0 0 0,0 0 0 0 0,0 0 0 0 0,0 0 0 0 0,1 0 0 0 0,-1 0 0 0 0,0-1 0 0 0,5 3 0 0 0,16 17 14 0 0,-17-13-1 0 0,1-1 1 0 0,-1 1 0 0 0,1-1 0 0 0,1 0 0 0 0,-1 0 0 0 0,1-1 0 0 0,0 0 0 0 0,1-1 0 0 0,13 7 0 0 0,12 5 87 0 0,44 14 1 0 0,-23-11 9 0 0,40 20 5 0 0,1-5-1 0 0,193 44 1 0 0,-226-69 2 0 0,0-3 1 0 0,0-3-1 0 0,0-3 0 0 0,1-2 1 0 0,-1-3-1 0 0,0-3 1 0 0,91-22-1 0 0,-137 25-64 0 0,0-2-1 0 0,-1 0 1 0 0,0 0 0 0 0,0-1-1 0 0,-1-1 1 0 0,1-1 0 0 0,-2 0-1 0 0,27-22 1 0 0,-36 26-34 0 0,1 0 0 0 0,-1 0 0 0 0,-1 0 0 0 0,1 0-1 0 0,-1-1 1 0 0,0 0 0 0 0,0 0 0 0 0,0 0 0 0 0,-1 0 0 0 0,0-1 0 0 0,0 1 0 0 0,-1-1 0 0 0,0 0-1 0 0,0 0 1 0 0,-1 0 0 0 0,1 0 0 0 0,-2 0 0 0 0,1 0 0 0 0,-1 0 0 0 0,0 0 0 0 0,0 0 0 0 0,-1 0 0 0 0,-2-11-1 0 0,1 11-5 0 0,0-1-1 0 0,-1 1 0 0 0,0 0 0 0 0,-1 0 1 0 0,1 0-1 0 0,-2 0 0 0 0,1 0 0 0 0,-1 1 1 0 0,1 0-1 0 0,-10-9 0 0 0,-3-1-8 0 0,-1 1 0 0 0,-26-17-1 0 0,-99-57-30 0 0,-4 6-1 0 0,-277-112 0 0 0,401 185-111 0 0,0 2 0 0 0,-1 0 0 0 0,0 1-1 0 0,0 1 1 0 0,0 2 0 0 0,-1 0 0 0 0,0 2-1 0 0,1 0 1 0 0,-1 2 0 0 0,-27 2 0 0 0,45-1-212 0 0,-34 8-493 0 0,40-9 718 0 0,0 1-1 0 0,-1-1 1 0 0,1 1 0 0 0,0-1 0 0 0,0 1 0 0 0,0 0 0 0 0,0 0 0 0 0,0-1 0 0 0,0 1 0 0 0,0 0 0 0 0,0 0 0 0 0,0 0 0 0 0,0 0-1 0 0,0 0 1 0 0,1 0 0 0 0,-1 1 0 0 0,0-1 0 0 0,1 0 0 0 0,-1 0 0 0 0,1 0 0 0 0,-1 1 0 0 0,1-1 0 0 0,0 0 0 0 0,-1 0 0 0 0,1 1-1 0 0,0-1 1 0 0,0 2 0 0 0,0 22-4063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8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62 2881 0 0,'-18'-3'309'0'0,"2"2"28"0"0,0-1 0 0 0,0-1 0 0 0,0-1 0 0 0,0 0 0 0 0,1-1 0 0 0,-27-13 0 0 0,32 14-67 0 0,0 1 1 0 0,0 0-1 0 0,0 0 0 0 0,-1 1 0 0 0,-14-1 1 0 0,12 1-52 0 0,11 1-178 0 0,1 1 0 0 0,-1 0 0 0 0,0-1 0 0 0,1 1 0 0 0,-1 0 0 0 0,1 0 0 0 0,-1 0 0 0 0,1 0 0 0 0,-1 0 0 0 0,0 1-1 0 0,1-1 1 0 0,-1 0 0 0 0,1 1 0 0 0,-1-1 0 0 0,-2 2 0 0 0,0 0 91 0 0,3-2-101 0 0,1 0 0 0 0,0 0 1 0 0,-1 0-1 0 0,1 0 0 0 0,0 1 0 0 0,-1-1 0 0 0,1 0 1 0 0,0 0-1 0 0,-1 0 0 0 0,1 1 0 0 0,0-1 0 0 0,0 0 1 0 0,-1 0-1 0 0,1 1 0 0 0,0-1 0 0 0,0 0 0 0 0,-1 1 1 0 0,1-1-1 0 0,0 0 0 0 0,0 1 0 0 0,0-1 1 0 0,0 0-1 0 0,0 1 0 0 0,0-1 0 0 0,-1 0 0 0 0,1 1 1 0 0,0-1-1 0 0,0 0 0 0 0,0 1 0 0 0,0-1 0 0 0,0 1 1 0 0,0-1-1 0 0,0 0 0 0 0,0 1 0 0 0,1-1 0 0 0,-1 0 1 0 0,0 1-1 0 0,0-1 0 0 0,0 0 0 0 0,0 1 0 0 0,0-1 1 0 0,1 0-1 0 0,-1 1 0 0 0,0-1 0 0 0,0 0 0 0 0,0 1 1 0 0,1-1-1 0 0,-1 0 0 0 0,0 0 0 0 0,0 1 0 0 0,1-1 1 0 0,-1 0-1 0 0,0 0 0 0 0,1 0 0 0 0,-1 0 0 0 0,0 1 1 0 0,1-1-1 0 0,0 0 0 0 0,302 67 2130 0 0,99 61-4087 0 0,-324-101-83 0 0,-16 0-712 0 0,-30 0-2002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8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33 602 1441 0 0,'0'-6'2321'0'0,"-32"0"1520"0"0,32-2-3120 0 0,32-25-161 0 0,96-83 80 0 0,-32 8-480 0 0,0 14-720 0 0,-32 0-720 0 0,0 13-641 0 0,-7 26-3122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58 320 0 0,'-5'0'616'0'0,"4"0"-503"0"0,0 0 0 0 0,0 0 1 0 0,-1 0-1 0 0,1 0 0 0 0,0 0 1 0 0,0 0-1 0 0,0-1 0 0 0,-1 1 0 0 0,1 0 1 0 0,0-1-1 0 0,0 1 0 0 0,0-1 1 0 0,0 1-1 0 0,0-1 0 0 0,-1 1 1 0 0,1-1-1 0 0,0 0 0 0 0,0 0 0 0 0,1 1 1 0 0,-1-1-1 0 0,0 0 0 0 0,0 0 1 0 0,-1-1-1 0 0,0-1 154 0 0,-1 1 1 0 0,-1 0-1 0 0,1-1 1 0 0,0 1-1 0 0,-1 0 1 0 0,1 1-1 0 0,-1-1 0 0 0,1 1 1 0 0,-1-1-1 0 0,0 1 1 0 0,-5-1-1 0 0,-3-2 206 0 0,-52-15 687 0 0,63 20-1143 0 0,1-1-1 0 0,0 0 0 0 0,-1 0 0 0 0,1 0 1 0 0,0 0-1 0 0,-1 1 0 0 0,1-1 0 0 0,0 0 1 0 0,-1 0-1 0 0,1 0 0 0 0,0 1 1 0 0,-1-1-1 0 0,1 0 0 0 0,0 1 0 0 0,0-1 1 0 0,-1 0-1 0 0,1 1 0 0 0,0-1 1 0 0,0 0-1 0 0,0 1 0 0 0,0-1 0 0 0,-1 0 1 0 0,1 1-1 0 0,0-1 0 0 0,0 1 1 0 0,0-1-1 0 0,0 0 0 0 0,0 1 0 0 0,0-1 1 0 0,0 1-1 0 0,0-1 0 0 0,0 0 1 0 0,0 1-1 0 0,0-1 0 0 0,0 1 0 0 0,0-1 1 0 0,1 0-1 0 0,-1 1 0 0 0,0-1 1 0 0,0 0-1 0 0,0 1 0 0 0,1-1 0 0 0,9 29 258 0 0,32 33 87 0 0,28 47 132 0 0,-35-45-191 0 0,-8-13 46 0 0,-1 0 1 0 0,19 60-1 0 0,-27-66-55 0 0,36 66 0 0 0,-38-81-178 0 0,0 2 0 0 0,-2 0 0 0 0,-1 1 0 0 0,11 45 0 0 0,-19-51-529 0 0,2 1 0 0 0,13 37 1 0 0,-15-47-766 0 0,-5-13-1877 0 0,0-5 2662 0 0,0-12-3608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39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32 487 80 0 0,'0'12'2961'0'0,"0"-4"-399"0"0,-32 5-562 0 0,32-5-479 0 0,32-8-480 0 0,0 0-241 0 0,64-14-320 0 0,32-19-320 0 0,90-69-880 0 0,-90 8-561 0 0,-96 25 1 0 0,0 2-81 0 0,-32 14-240 0 0,-32 12-1680 0 0</inkml:trace>
  <inkml:trace contextRef="#ctx0" brushRef="#br0" timeOffset="1">666 0 1201 0 0,'0'8'2081'0'0,"0"4"-481"0"0,-32 56 561 0 0,32 34 0 0 0,0-7-960 0 0,64-1-241 0 0,0 8 1 0 0,-32-8-321 0 0,32-13-400 0 0,0-28-400 0 0,0-26-1361 0 0,0-13-1040 0 0,-32-14-2561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51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2152 320 0 0,'3'-1'199'0'0,"-1"0"0"0"0,0 0-1 0 0,0-1 1 0 0,0 1 0 0 0,0 0 0 0 0,-1-1-1 0 0,1 1 1 0 0,0-1 0 0 0,-1 0 0 0 0,1 1-1 0 0,-1-1 1 0 0,1 0 0 0 0,-1 0 0 0 0,0 0 0 0 0,0 0-1 0 0,0 0 1 0 0,0 0 0 0 0,0 0 0 0 0,0-1-1 0 0,0 1 1 0 0,-1 0 0 0 0,1 0 0 0 0,-1-1-1 0 0,0 1 1 0 0,0 0 0 0 0,0-1 0 0 0,0 1-1 0 0,0 0 1 0 0,-1-4 0 0 0,1 6-170 0 0,0-1 0 0 0,0 0-1 0 0,0 1 1 0 0,0-1 0 0 0,0 1 0 0 0,0 0 0 0 0,-1-1-1 0 0,1 1 1 0 0,0-1 0 0 0,0 1 0 0 0,-1-1 0 0 0,1 1-1 0 0,0-1 1 0 0,-1 1 0 0 0,1 0 0 0 0,0-1 0 0 0,-1 1 0 0 0,1 0-1 0 0,-1-1 1 0 0,1 1 0 0 0,-1 0 0 0 0,1-1 0 0 0,0 1-1 0 0,-1 0 1 0 0,1 0 0 0 0,-1 0 0 0 0,1 0 0 0 0,-1-1-1 0 0,1 1 1 0 0,-1 0 0 0 0,1 0 0 0 0,-1 0 0 0 0,0 0 0 0 0,1 0-1 0 0,-1 0 1 0 0,1 0 0 0 0,-2 1 0 0 0,2-1-9 0 0,-1 0-1 0 0,1 0 1 0 0,-1 0 0 0 0,0 0 0 0 0,1 0 0 0 0,-1 0 0 0 0,1 0-1 0 0,-1 0 1 0 0,0 0 0 0 0,1-1 0 0 0,-1 1 0 0 0,1 0-1 0 0,-1 0 1 0 0,1 0 0 0 0,-1-1 0 0 0,0 1 0 0 0,1 0-1 0 0,-1-1 1 0 0,1 1 0 0 0,0 0 0 0 0,-1-1 0 0 0,1 1-1 0 0,-1 0 1 0 0,1-1 0 0 0,-1 1 0 0 0,1-1 0 0 0,0 1 0 0 0,-1-1-1 0 0,1 1 1 0 0,0-1 0 0 0,0 1 0 0 0,-1-1 0 0 0,1 0-1 0 0,0 1 1 0 0,0-1 0 0 0,0 1 0 0 0,0-1 0 0 0,-1-1-1 0 0,2 0 22 0 0,-1-1 0 0 0,0 1 0 0 0,1-1-1 0 0,-1 1 1 0 0,1-1 0 0 0,0 1-1 0 0,-1-1 1 0 0,1 1 0 0 0,1 0 0 0 0,-1-1-1 0 0,0 1 1 0 0,0 0 0 0 0,1 0 0 0 0,-1 0-1 0 0,1 0 1 0 0,0 0 0 0 0,0 0-1 0 0,-1 0 1 0 0,1 1 0 0 0,0-1 0 0 0,1 1-1 0 0,-1-1 1 0 0,0 1 0 0 0,4-2 0 0 0,27-22 408 0 0,-14 13-290 0 0,-17 11-137 0 0,1 0 0 0 0,0 0 0 0 0,-1 0 0 0 0,1-1 0 0 0,-1 1 0 0 0,1-1 0 0 0,-1 1 0 0 0,0-1 0 0 0,1 0 0 0 0,-1 0 0 0 0,0 0 0 0 0,0 0 0 0 0,-1 0 0 0 0,1-1 0 0 0,0 1 0 0 0,1-4 0 0 0,-2 5-14 0 0,-1-1-1 0 0,1 1 1 0 0,0 0-1 0 0,-1 0 1 0 0,1 0-1 0 0,0 0 1 0 0,-1 0-1 0 0,1 0 1 0 0,0 1-1 0 0,0-1 1 0 0,0 0-1 0 0,0 0 1 0 0,0 0-1 0 0,0 1 1 0 0,0-1-1 0 0,0 1 1 0 0,0-1-1 0 0,0 1 1 0 0,0-1-1 0 0,2 0 1 0 0,33-12 55 0 0,-22 8-17 0 0,12 0 7 0 0,1 4-53 0 0,-22 2-66 0 0,-5 3-14 0 0,0-3 0 0 0,2 1 50 0 0,-9 1 73 0 0,-14-2 24 0 0,15-1 26 0 0,6-1-67 0 0,1 0 0 0 0,-1 0 0 0 0,0 0 0 0 0,0 0-1 0 0,0 0 1 0 0,1 1 0 0 0,-1-1 0 0 0,0 0 0 0 0,1 0 0 0 0,-1 0 0 0 0,1 0 0 0 0,-1 0 0 0 0,1 0-1 0 0,0 0 1 0 0,-1 1 0 0 0,1-1 0 0 0,0 0 0 0 0,-1 1 0 0 0,1-1 0 0 0,0 0 0 0 0,0 1-1 0 0,0-1 1 0 0,0 1 0 0 0,-1-1 0 0 0,1 1 0 0 0,0-1 0 0 0,2 1 0 0 0,6-6 116 0 0,9-20 260 0 0,-16 22-349 0 0,0 0 0 0 0,1 1 1 0 0,-1-1-1 0 0,1 0 0 0 0,0 1 0 0 0,0 0 0 0 0,0-1 0 0 0,6-3 1 0 0,108-79 893 0 0,-87 61-711 0 0,132-98 888 0 0,-134 97-913 0 0,-25 23-183 0 0,0 0 0 0 0,0 0 1 0 0,0 0-1 0 0,0 1 0 0 0,0-1 1 0 0,0 1-1 0 0,1-1 0 0 0,-1 1 1 0 0,5-2-1 0 0,56-36 359 0 0,-51 35-345 0 0,-8 3-17 0 0,-1 0 0 0 0,0 1-1 0 0,1-1 1 0 0,-1-1 0 0 0,0 1-1 0 0,0-1 1 0 0,7-5 0 0 0,4-8 78 0 0,0 1 1 0 0,2 1-1 0 0,-1 1 1 0 0,2 0-1 0 0,22-13 1 0 0,-13 10 40 0 0,-1-2 0 0 0,28-26 1 0 0,23-19 53 0 0,6-5 35 0 0,-76 61-216 0 0,1-1-1 0 0,-1 0 0 0 0,-1 0 0 0 0,1-1 0 0 0,-2 0 0 0 0,1 0 0 0 0,7-17 0 0 0,-3-14 77 0 0,12 3 54 0 0,-9-5-12 0 0,-11 33-111 0 0,1-1-1 0 0,1 1 1 0 0,-1 0 0 0 0,9-15-1 0 0,-1 5 44 0 0,-1-1 0 0 0,8-23 0 0 0,7-13 13 0 0,-20 47-91 0 0,0-1 0 0 0,-1 0 0 0 0,0-1 0 0 0,-1 1 0 0 0,0-1 0 0 0,0 0 0 0 0,-1 1 0 0 0,-1-1 0 0 0,0 0 0 0 0,0-13 1 0 0,0 11 4 0 0,0-1 0 0 0,1 1 0 0 0,0 0 1 0 0,1 0-1 0 0,0 1 0 0 0,1-1 0 0 0,1 0 1 0 0,0 1-1 0 0,8-13 0 0 0,10-14 52 0 0,37-48 0 0 0,-54 79-14 0 0,6-8 45 0 0,1 1-1 0 0,1 0 1 0 0,0 2-1 0 0,1-1 0 0 0,0 2 1 0 0,33-21-1 0 0,1 5-34 0 0,55-22-1 0 0,-74 37-99 0 0,64-24-76 0 0,2 4-1 0 0,153-31 0 0 0,-187 49 219 0 0,-58 14-57 0 0,-8 2-2335 0 0,-19 8-133 0 0,-7 16-2041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1:5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1663 4802 0 0,'0'-95'3445'0'0,"0"-104"-1514"0"0,2 167-1512 0 0,1 0-1 0 0,1 1 1 0 0,9-35-1 0 0,2-8 269 0 0,-7 34-369 0 0,1 0 0 0 0,17-46-1 0 0,-19 68-227 0 0,1 0-1 0 0,0 0 0 0 0,1 1 0 0 0,1 0 1 0 0,1 1-1 0 0,0 0 0 0 0,16-16 1 0 0,16-8 101 0 0,80-58 1 0 0,-44 38-122 0 0,253-189 337 0 0,-265 205-369 0 0,2 3 1 0 0,1 3-1 0 0,90-34 0 0 0,-124 58-45 0 0,51-26 0 0 0,-77 34 7 0 0,0 0 0 0 0,0-1 0 0 0,-1 0 0 0 0,0-1 1 0 0,0 1-1 0 0,0-2 0 0 0,-1 1 0 0 0,13-20 0 0 0,-15 2 12 0 0,-6 18-447 0 0,0 11-1250 0 0,-6-2 498 0 0,2 0 627 0 0,-1 0 0 0 0,0 0-1 0 0,1 1 1 0 0,-1-1 0 0 0,1 1 0 0 0,0 0-1 0 0,-1 0 1 0 0,1 0 0 0 0,0 1 0 0 0,0-1-1 0 0,-6 7 1 0 0,-22 16-3348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0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6643 0 0,'-32'8'4002'0'0,"32"-2"-2241"0"0,0 0-1361 0 0,0 2-320 0 0,32-8-320 0 0,32 6-721 0 0,89 9-3521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0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0,'32'21'2561'0'0,"-7"-15"-880"0"0,-25 2-1521 0 0,32-2-1280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1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314 351 5843 0 0,'-32'-14'3201'0'0,"-32"14"-2240"0"0,32 8-721 0 0,0-8-160 0 0,-32-20-80 0 0,32-29-160 0 0,-25-51-1201 0 0,57 4-1200 0 0,32 17-2561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27 6643 0 0,'0'20'3041'0'0,"-32"7"-3521"0"0,64-33-880 0 0,0-7 479 0 0,0-7-1040 0 0,0-15-1040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4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862 34 1521 0 0,'0'-1'76'0'0,"-1"1"1"0"0,1-1-1 0 0,0 0 1 0 0,0 1-1 0 0,0-1 1 0 0,-1 0-1 0 0,1 1 1 0 0,0-1-1 0 0,-1 0 1 0 0,1 1-1 0 0,0-1 0 0 0,-1 1 1 0 0,1-1-1 0 0,-1 1 1 0 0,1-1-1 0 0,-1 1 1 0 0,1-1-1 0 0,-1 1 1 0 0,0-1-1 0 0,1 1 1 0 0,-1 0-1 0 0,1-1 1 0 0,-1 1-1 0 0,0 0 1 0 0,1-1-1 0 0,-1 1 1 0 0,0 0-1 0 0,0 0 1 0 0,1 0-1 0 0,-1 0 1 0 0,-1 0-1 0 0,1 0-24 0 0,1 0 1 0 0,-1 0-1 0 0,0 0 0 0 0,1-1 1 0 0,-1 1-1 0 0,0 0 0 0 0,1 0 1 0 0,-1 0-1 0 0,1-1 0 0 0,-1 1 1 0 0,0 0-1 0 0,1 0 0 0 0,-1-1 1 0 0,1 1-1 0 0,-1-1 0 0 0,1 1 1 0 0,-1 0-1 0 0,1-1 0 0 0,-1 1 1 0 0,1-1-1 0 0,-1 1 0 0 0,1-1 1 0 0,0 1-1 0 0,-1-1 0 0 0,1 1 1 0 0,0-1-1 0 0,0 0 0 0 0,-1 1 1 0 0,1-1-1 0 0,0 0 0 0 0,0 0 1 0 0,-6-1 747 0 0,-15-2-240 0 0,16 5-67 0 0,-1 3-239 0 0,0-5-211 0 0,-26 1 125 0 0,31 0-159 0 0,0 0 1 0 0,0 0-1 0 0,0 0 1 0 0,0 0-1 0 0,1 0 1 0 0,-1 0 0 0 0,0 0-1 0 0,0 0 1 0 0,0 0-1 0 0,0 1 1 0 0,0-1 0 0 0,1 0-1 0 0,-1 0 1 0 0,0 1-1 0 0,0-1 1 0 0,0 1-1 0 0,1-1 1 0 0,-1 1 0 0 0,0-1-1 0 0,0 1 1 0 0,1-1-1 0 0,-1 1 1 0 0,0 0-1 0 0,-5 1 192 0 0,-17 1-44 0 0,0 1 0 0 0,-1 0 1 0 0,1 2-1 0 0,1 1 0 0 0,0 1 1 0 0,0 1-1 0 0,-22 11 0 0 0,-67 25 65 0 0,82-31-75 0 0,-6 0-14 0 0,-61 13 201 0 0,80-22-301 0 0,1 0 0 0 0,-1 1 1 0 0,1 0-1 0 0,1 1 1 0 0,-27 17-1 0 0,41-23-23 0 0,0-1 1 0 0,-1 0 0 0 0,1 0-1 0 0,-1 1 1 0 0,1-1-1 0 0,0 0 1 0 0,-1 0 0 0 0,1 1-1 0 0,0-1 1 0 0,-1 1-1 0 0,1-1 1 0 0,0 0 0 0 0,-1 1-1 0 0,1-1 1 0 0,0 0-1 0 0,0 1 1 0 0,0-1-1 0 0,-1 1 1 0 0,1-1 0 0 0,0 1-1 0 0,0-1 1 0 0,0 1-1 0 0,0-1 1 0 0,0 1 0 0 0,0-1-1 0 0,0 1 1 0 0,0-1-1 0 0,0 1 1 0 0,-4 8 29 0 0,-6-3-38 0 0,-98 69 249 0 0,107-72-235 0 0,0 0 1 0 0,-1 1-1 0 0,1-1 0 0 0,0 1 1 0 0,1-1-1 0 0,-1 1 0 0 0,0-1 0 0 0,1 1 1 0 0,0-1-1 0 0,0 1 0 0 0,0-1 1 0 0,0 1-1 0 0,1-1 0 0 0,0 5 0 0 0,0 3 34 0 0,-2 18-16 0 0,0-22-27 0 0,0 0 0 0 0,1 1 1 0 0,0-1-1 0 0,0 1 0 0 0,1-1 0 0 0,-1 0 1 0 0,2 1-1 0 0,-1-1 0 0 0,3 7 0 0 0,50 93 73 0 0,-44-74-80 0 0,12-3-13 0 0,-11-1-29 0 0,-9-24 39 0 0,0 1 0 0 0,0-1 0 0 0,1 1 0 0 0,-1-1 0 0 0,1 0 0 0 0,0 0-1 0 0,6 7 1 0 0,21 21-14 0 0,2-2-1 0 0,54 42 0 0 0,-57-48 65 0 0,-1 1-1 0 0,36 43 1 0 0,13 13 13 0 0,-69-74-57 0 0,1 0 0 0 0,-1 1 0 0 0,0 0 1 0 0,6 10-1 0 0,-12-14-5 0 0,1 0 1 0 0,-1 0 0 0 0,0 0 0 0 0,0 0-1 0 0,-1 0 1 0 0,1 0 0 0 0,-1 1-1 0 0,0-1 1 0 0,-1 0 0 0 0,1 1-1 0 0,-1 5 1 0 0,0-9-6 0 0,0 1 1 0 0,0 0-1 0 0,0-1 0 0 0,1 1 1 0 0,0-1-1 0 0,-1 0 0 0 0,1 1 1 0 0,0-1-1 0 0,0 1 0 0 0,0-1 1 0 0,0 0-1 0 0,1 0 0 0 0,-1 1 1 0 0,0-1-1 0 0,4 3 0 0 0,-4-3 6 0 0,1-1-1 0 0,0 2 0 0 0,-1-1 1 0 0,0 0-1 0 0,1 0 0 0 0,-1 0 1 0 0,0 1-1 0 0,0-1 0 0 0,0 0 1 0 0,-1 1-1 0 0,1-1 0 0 0,0 1 1 0 0,-1-1-1 0 0,0 1 0 0 0,1 3 1 0 0,-1-2 4 0 0,1-1 1 0 0,-1 1 0 0 0,1-1-1 0 0,0 1 1 0 0,0-1-1 0 0,1 0 1 0 0,-1 1 0 0 0,1-1-1 0 0,0 0 1 0 0,-1 0 0 0 0,6 5-1 0 0,31 37-169 0 0,-5-7-111 0 0,-1 30 143 0 0,-29-59 79 0 0,-2 0-1 0 0,1 0 0 0 0,-1 0 1 0 0,-1 1-1 0 0,1-1 1 0 0,-3 14-1 0 0,2-3 32 0 0,0-17 29 0 0,0 0 1 0 0,0 0 0 0 0,1 0 0 0 0,-1 0 0 0 0,1 0-1 0 0,-1-1 1 0 0,1 1 0 0 0,0 0 0 0 0,1 0 0 0 0,-1-1-1 0 0,0 1 1 0 0,1 0 0 0 0,-1-1 0 0 0,3 3 0 0 0,-2-2-9 0 0,0-1 1 0 0,0 1 0 0 0,-1 0 0 0 0,1 0-1 0 0,-1-1 1 0 0,0 1 0 0 0,1 0 0 0 0,-1 0-1 0 0,-1 1 1 0 0,1-1 0 0 0,0 0 0 0 0,-1 0-1 0 0,0 0 1 0 0,1 4 0 0 0,-3 16-23 0 0,1-16 27 0 0,1-1 0 0 0,-1 1 0 0 0,1-1 1 0 0,0 1-1 0 0,0-1 0 0 0,1 1 1 0 0,0-1-1 0 0,0 1 0 0 0,0-1 1 0 0,4 9-1 0 0,6-4-20 0 0,-9-10 15 0 0,-1-1 1 0 0,0 1 0 0 0,0 0-1 0 0,0 0 1 0 0,0 0-1 0 0,0 0 1 0 0,0 1-1 0 0,0-1 1 0 0,0 0-1 0 0,-1 0 1 0 0,1 0-1 0 0,0 1 1 0 0,-1-1-1 0 0,1 0 1 0 0,-1 1-1 0 0,1-1 1 0 0,-1 1-1 0 0,1-1 1 0 0,-1 1-1 0 0,0-1 1 0 0,0 0-1 0 0,0 1 1 0 0,0-1-1 0 0,0 3 1 0 0,-1-2 1 0 0,1 0 1 0 0,0 0-1 0 0,0 0 1 0 0,0 0-1 0 0,1 0 1 0 0,-1-1-1 0 0,0 1 1 0 0,1 0-1 0 0,-1 0 1 0 0,1 0 0 0 0,0-1-1 0 0,-1 1 1 0 0,1 0-1 0 0,0-1 1 0 0,0 1-1 0 0,0 0 1 0 0,0-1-1 0 0,0 1 1 0 0,1-1-1 0 0,-1 0 1 0 0,0 1-1 0 0,1-1 1 0 0,-1 0-1 0 0,3 2 1 0 0,2 2 25 0 0,-5-4-16 0 0,0 1-1 0 0,0 0 1 0 0,0 0 0 0 0,0 0-1 0 0,0-1 1 0 0,-1 1-1 0 0,1 0 1 0 0,-1 0-1 0 0,1 0 1 0 0,-1 0 0 0 0,0 0-1 0 0,0 0 1 0 0,0 0-1 0 0,0 0 1 0 0,0 0-1 0 0,0 0 1 0 0,-2 4 0 0 0,2 2 63 0 0,0-7 8 0 0,5-8 0 0 0,65 1-70 0 0,-51 5 17 0 0,1 0 1 0 0,30-6 0 0 0,9-6 98 0 0,0-4-1 0 0,0-1 1 0 0,-2-3-1 0 0,82-44 0 0 0,-67 21 76 0 0,70-56-1 0 0,-134 94-182 0 0,1-1 0 0 0,-1 0 0 0 0,0 0 1 0 0,-1-1-1 0 0,0 0 0 0 0,0 0 0 0 0,-1 0 1 0 0,1-1-1 0 0,-2 0 0 0 0,0-1 0 0 0,0 1 1 0 0,0-1-1 0 0,-1 0 0 0 0,-1 0 0 0 0,1 0 1 0 0,-2 0-1 0 0,0-1 0 0 0,2-18 0 0 0,-3 19 25 0 0,0 1 0 0 0,0-1-1 0 0,0 0 1 0 0,2 1-1 0 0,-1-1 1 0 0,5-10 0 0 0,-3 10-19 0 0,-1 1 0 0 0,-1-1 0 0 0,1 1 0 0 0,-2-1 0 0 0,1 0 0 0 0,-1-12 0 0 0,-1-191 123 0 0,-1 197-146 0 0,0-1-1 0 0,-2 0 1 0 0,-8-32 0 0 0,7 33 18 0 0,0 0 0 0 0,1-1 1 0 0,-2-31-1 0 0,5 40-9 0 0,0 1-1 0 0,-1-1 1 0 0,0 1-1 0 0,-1 0 1 0 0,1 0-1 0 0,-1-1 1 0 0,-1 1-1 0 0,1 0 1 0 0,-1 1-1 0 0,0-1 1 0 0,-7-9-1 0 0,-4-4-14 0 0,-2 1-1 0 0,-24-25 1 0 0,37 41 0 0 0,-23-21 27 0 0,0 1-1 0 0,-2 1 0 0 0,-40-24 0 0 0,-99-49 108 0 0,144 83-160 0 0,-1 1 1 0 0,0 2-1 0 0,-1 0 1 0 0,0 2-1 0 0,0 0 1 0 0,-52-5-1 0 0,64 12-400 0 0,0 1-1 0 0,0 0 1 0 0,0 0-1 0 0,0 1 1 0 0,0 1-1 0 0,-20 7 0 0 0,32-10 412 0 0,1 0-15 0 0,-1 0 0 0 0,1 0 0 0 0,-1 0-1 0 0,1 0 1 0 0,0 0 0 0 0,-1 0 0 0 0,1 0 0 0 0,-1 1 0 0 0,1-1-1 0 0,-1 0 1 0 0,1 0 0 0 0,-1 0 0 0 0,1 0 0 0 0,0 1 0 0 0,-1-1-1 0 0,1 0 1 0 0,-1 0 0 0 0,1 1 0 0 0,0-1 0 0 0,-1 0 0 0 0,1 1-1 0 0,0-1 1 0 0,0 0 0 0 0,-1 1 0 0 0,1-1 0 0 0,0 1 0 0 0,0-1-1 0 0,-1 0 1 0 0,1 1 0 0 0,0-1 0 0 0,0 1 0 0 0,0-1-1 0 0,0 1 1 0 0,-5 8-556 0 0,-21 12-530 0 0,-6 15-1027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5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18 5523 0 0,'-32'-6'3281'0'0,"0"21"-3201"0"0,64-24-1280 0 0,-32 3 479 0 0,32 0-880 0 0,0 6-640 0 0,-32-6 0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67 3121 0 0,'0'-20'4883'0'0,"-32"32"-3523"0"0,0 9-1120 0 0,0-7-80 0 0,32-8-79 0 0,0 0-1 0 0,0-12-241 0 0,0 0-239 0 0,32-29-1280 0 0,0 3-1362 0 0,-32 5 1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8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155 151 2081 0 0,'0'-43'4623'0'0,"0"-54"-3497"0"0,0 96-1113 0 0,-1 0 0 0 0,1 0 0 0 0,-1 1 0 0 0,0-1-1 0 0,1 0 1 0 0,-1 1 0 0 0,0-1 0 0 0,0 0 0 0 0,1 1 0 0 0,-1-1-1 0 0,0 1 1 0 0,0 0 0 0 0,0-1 0 0 0,0 1 0 0 0,0-1 0 0 0,0 1-1 0 0,0 0 1 0 0,1 0 0 0 0,-1 0 0 0 0,0 0 0 0 0,0 0 0 0 0,0 0-1 0 0,0 0 1 0 0,0 0 0 0 0,0 0 0 0 0,0 0 0 0 0,0 0 0 0 0,0 0-1 0 0,-1 1 1 0 0,2-1 16 0 0,-6 0 198 0 0,1 1-41 0 0,-22 4 214 0 0,22 17 241 0 0,4-22-637 0 0,0 1 1 0 0,0-1-1 0 0,1 1 0 0 0,-1-1 1 0 0,0 1-1 0 0,0-1 1 0 0,0 1-1 0 0,1 0 0 0 0,-1-1 1 0 0,0 1-1 0 0,1 0 1 0 0,-1 0-1 0 0,1-1 0 0 0,-1 1 1 0 0,1 0-1 0 0,-1 0 1 0 0,1 0-1 0 0,0 0 0 0 0,-1 0 1 0 0,1 0-1 0 0,0 0 0 0 0,0 0 1 0 0,0-1-1 0 0,-1 1 1 0 0,1 0-1 0 0,0 0 0 0 0,0 0 1 0 0,0 0-1 0 0,1 0 1 0 0,-1 0-1 0 0,0 0 0 0 0,0 0 1 0 0,0 0-1 0 0,1 0 1 0 0,-1 0-1 0 0,1 0 0 0 0,-1 0 1 0 0,0-1-1 0 0,1 1 1 0 0,-1 0-1 0 0,1 0 0 0 0,0 0 1 0 0,-1-1-1 0 0,1 1 1 0 0,0 0-1 0 0,1 0 0 0 0,2 5 3 0 0,-3-4 3 0 0,-1-1-1 0 0,1 0 1 0 0,0 0-1 0 0,-1 1 1 0 0,1-1-1 0 0,-1 1 1 0 0,1-1-1 0 0,-1 0 1 0 0,0 1 0 0 0,1-1-1 0 0,-1 1 1 0 0,0-1-1 0 0,0 1 1 0 0,0-1-1 0 0,0 1 1 0 0,-1-1-1 0 0,1 1 1 0 0,0-1-1 0 0,0 0 1 0 0,-1 1-1 0 0,1-1 1 0 0,-1 1 0 0 0,1-1-1 0 0,-1 0 1 0 0,0 0-1 0 0,0 1 1 0 0,1-1-1 0 0,-1 0 1 0 0,0 0-1 0 0,0 0 1 0 0,0 0-1 0 0,0 0 1 0 0,-3 2-1 0 0,2-1 2 0 0,1 0-1 0 0,-1-1 1 0 0,1 1-1 0 0,-1 0 0 0 0,1 0 1 0 0,-1 1-1 0 0,1-1 1 0 0,0 0-1 0 0,0 0 0 0 0,0 1 1 0 0,1-1-1 0 0,-1 0 1 0 0,0 1-1 0 0,0 3 0 0 0,1-5-7 0 0,0 0-1 0 0,0 0 1 0 0,0 0 0 0 0,-1 0-1 0 0,1 0 1 0 0,0-1-1 0 0,-1 1 1 0 0,1 0-1 0 0,-1 0 1 0 0,1 0-1 0 0,-1-1 1 0 0,1 1-1 0 0,-1 0 1 0 0,0-1-1 0 0,1 1 1 0 0,-1 0-1 0 0,0-1 1 0 0,1 1-1 0 0,-1-1 1 0 0,0 1-1 0 0,0-1 1 0 0,0 1-1 0 0,1-1 1 0 0,-1 0-1 0 0,0 1 1 0 0,0-1-1 0 0,0 0 1 0 0,0 0-1 0 0,0 1 1 0 0,0-1-1 0 0,0 0 1 0 0,0 0 0 0 0,-1 0-1 0 0,-1 0 19 0 0,-3 3 160 0 0,8 1-167 0 0,-30 11 111 0 0,49-9-45 0 0,-21-6-79 0 0,0 0-1 0 0,1 0 0 0 0,-1 0 1 0 0,0 0-1 0 0,0 0 0 0 0,0-1 1 0 0,1 2-1 0 0,-1-1 0 0 0,0 0 1 0 0,0 0-1 0 0,0 0 0 0 0,1 0 1 0 0,-1 0-1 0 0,0 0 0 0 0,0 0 1 0 0,0 0-1 0 0,1 0 0 0 0,-1 0 1 0 0,0 0-1 0 0,0 0 0 0 0,0 0 1 0 0,1 1-1 0 0,-1-1 0 0 0,0 0 1 0 0,0 0-1 0 0,0 0 0 0 0,0 0 1 0 0,0 1-1 0 0,0-1 0 0 0,1 0 1 0 0,-1 0-1 0 0,0 0 1 0 0,0 0-1 0 0,0 1 0 0 0,0-1 1 0 0,0 0-1 0 0,0 0 0 0 0,0 0 1 0 0,0 1-1 0 0,0-1 0 0 0,0 0 1 0 0,0 0-1 0 0,0 1 0 0 0,0-1 1 0 0,0 0-1 0 0,0 0 0 0 0,0 0 1 0 0,0 1-1 0 0,0-1 0 0 0,0 0 1 0 0,0 0-1 0 0,0 0 0 0 0,0 1 1 0 0,-1 2 34 0 0,7 6-9 0 0,1-6-8 0 0,-6-3-16 0 0,0 0-1 0 0,0 0 0 0 0,0 0 1 0 0,-1 0-1 0 0,1 1 1 0 0,0-1-1 0 0,0 0 0 0 0,0 1 1 0 0,-1-1-1 0 0,1 0 1 0 0,0 1-1 0 0,0-1 0 0 0,-1 1 1 0 0,1-1-1 0 0,0 1 1 0 0,-1-1-1 0 0,1 1 0 0 0,-1-1 1 0 0,1 1-1 0 0,-1 0 1 0 0,1-1-1 0 0,-1 1 0 0 0,1 0 1 0 0,-1 0-1 0 0,1-1 1 0 0,-1 1-1 0 0,0 0 0 0 0,0 0 1 0 0,1 0-1 0 0,-1-1 0 0 0,0 1 1 0 0,0 0-1 0 0,0 0 1 0 0,0 1-1 0 0,0-2-1 0 0,-2 7 0 0 0,36 5 0 0 0,5-5-8 0 0,1-1 0 0 0,0-3 0 0 0,0-1 0 0 0,-1-2 0 0 0,1-2 0 0 0,0-1 0 0 0,-1-2 0 0 0,1-2 0 0 0,46-14 0 0 0,-82 20 11 0 0,-1 1 0 0 0,1-1 0 0 0,0 0 0 0 0,-1 0 0 0 0,1 0 0 0 0,-1-1 0 0 0,1 1 1 0 0,-1-1-1 0 0,0 0 0 0 0,0 0 0 0 0,0 0 0 0 0,0 0 0 0 0,0-1 0 0 0,0 1 0 0 0,0-1 0 0 0,-1 0 0 0 0,1 0 0 0 0,-1 0 0 0 0,0 0 0 0 0,0 0 0 0 0,0 0 0 0 0,0 0 0 0 0,-1-1 0 0 0,2-3 1 0 0,0 3 12 0 0,-2 2-4 0 0,0 0 1 0 0,1 1-1 0 0,-1-1 0 0 0,0 0 0 0 0,0 0 0 0 0,0 0 0 0 0,0 0 0 0 0,-1 0 0 0 0,1 0 0 0 0,0 0 0 0 0,-1 0 0 0 0,0 0 1 0 0,1 0-1 0 0,-1 0 0 0 0,0 0 0 0 0,0-1 0 0 0,0 1 0 0 0,0 0 0 0 0,0 0 0 0 0,-1 0 0 0 0,1 0 0 0 0,-1 0 0 0 0,1 0 1 0 0,-1 0-1 0 0,0 0 0 0 0,0 0 0 0 0,0 0 0 0 0,0 0 0 0 0,0 0 0 0 0,0 0 0 0 0,-2-2 0 0 0,-2-23 210 0 0,5 25-209 0 0,0 1-1 0 0,0-1 1 0 0,0 0 0 0 0,0 1 0 0 0,-1-1-1 0 0,1 0 1 0 0,0 1 0 0 0,-1-1 0 0 0,1 1-1 0 0,-1-1 1 0 0,1 1 0 0 0,-1-1 0 0 0,-1-2-1 0 0,-10-6 77 0 0,11 9-51 0 0,0 0 0 0 0,0 0 0 0 0,0 0 0 0 0,0 0 0 0 0,0 0 0 0 0,0 0 0 0 0,0 0 0 0 0,0 0 0 0 0,0 0 1 0 0,1 0-1 0 0,-1 0 0 0 0,0-1 0 0 0,1 1 0 0 0,-1 0 0 0 0,1 0 0 0 0,-1-1 0 0 0,1 1 0 0 0,0 0 0 0 0,-1-1 0 0 0,1 1 1 0 0,0-1-1 0 0,0 1 0 0 0,0 0 0 0 0,0-3 0 0 0,16 15 211 0 0,0-1-138 0 0,-5 2-26 0 0,-1 1 1 0 0,-1 0-1 0 0,0 0 0 0 0,-1 1 1 0 0,8 16-1 0 0,12 20 57 0 0,125 223 285 0 0,-136-236-369 0 0,10 39 0 0 0,-1-3 26 0 0,-20-57-220 0 0,0 0 0 0 0,-1 0 0 0 0,-1 1 1 0 0,0 0-1 0 0,1 19 0 0 0,-3 20-4532 0 0,-2-68 3683 0 0,0 4 476 0 0,0 1-1 0 0,0-1 1 0 0,-1 1-1 0 0,0-1 1 0 0,-3-9-1 0 0,-22-47-4172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3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4402 0 0,'0'-2'134'0'0,"0"0"0"0"0,1 0 0 0 0,-1 0 0 0 0,0 0 0 0 0,1 0 0 0 0,-1 0-1 0 0,1 0 1 0 0,-1 0 0 0 0,1 0 0 0 0,0 1 0 0 0,0-1 0 0 0,0 0 0 0 0,0 0 0 0 0,0 1 0 0 0,0-1 0 0 0,1 0 0 0 0,-1 1 0 0 0,1-1-1 0 0,-1 1 1 0 0,1 0 0 0 0,-1-1 0 0 0,3 0 0 0 0,0-1-53 0 0,-4 3-73 0 0,1-1 0 0 0,-1 1-1 0 0,1 0 1 0 0,-1-1 0 0 0,1 1-1 0 0,-1-1 1 0 0,0 1 0 0 0,1 0-1 0 0,-1-1 1 0 0,0 1 0 0 0,1-1-1 0 0,-1 1 1 0 0,0-1 0 0 0,0 1 0 0 0,1-1-1 0 0,-1 1 1 0 0,0-1 0 0 0,0 1-1 0 0,0-1 1 0 0,0 1 0 0 0,0-1-1 0 0,0 1 1 0 0,1-1 0 0 0,-1 0-1 0 0,-1 1 1 0 0,1-1 0 0 0,5-8-2 0 0,11 0 56 0 0,0 0 0 0 0,1 1 1 0 0,0 1-1 0 0,0 1 0 0 0,1 0 0 0 0,0 1 1 0 0,0 1-1 0 0,30-3 0 0 0,-45 6-45 0 0,0 1 0 0 0,0-1-1 0 0,0 1 1 0 0,0 0 0 0 0,0 0 0 0 0,0 0 0 0 0,0 1-1 0 0,0-1 1 0 0,0 1 0 0 0,0-1 0 0 0,0 1-1 0 0,0 0 1 0 0,-1 0 0 0 0,1 0 0 0 0,0 1 0 0 0,-1-1-1 0 0,1 0 1 0 0,-1 1 0 0 0,1 0 0 0 0,-1 0-1 0 0,1 0 1 0 0,-1 0 0 0 0,0 0 0 0 0,0 0 0 0 0,3 4-1 0 0,18 18 228 0 0,-15-18-145 0 0,0 0-1 0 0,-1 1 0 0 0,0 0 1 0 0,-1 1-1 0 0,1 0 0 0 0,-1 0 0 0 0,-1 0 1 0 0,1 1-1 0 0,-2-1 0 0 0,1 1 1 0 0,-1 1-1 0 0,0-1 0 0 0,-1 0 1 0 0,0 1-1 0 0,-1 0 0 0 0,0 0 0 0 0,0-1 1 0 0,0 17-1 0 0,-2-16 17 0 0,1 0 1 0 0,1 0-1 0 0,0-1 1 0 0,4 16-1 0 0,4 25 362 0 0,-11-38-367 0 0,0 0 0 0 0,-1-1 0 0 0,-1 1 0 0 0,0-1 0 0 0,0 0 0 0 0,-1 0 0 0 0,-1 0 0 0 0,1 0 0 0 0,-2-1 0 0 0,0 0 0 0 0,-9 14 0 0 0,-1-8-6 0 0,15-15-89 0 0,0 1-1 0 0,0-1 1 0 0,0 1-1 0 0,0-1 1 0 0,0 1-1 0 0,-1-1 0 0 0,1 0 1 0 0,0 0-1 0 0,-1 0 1 0 0,1 0-1 0 0,-1 0 1 0 0,1 0-1 0 0,-1 0 0 0 0,1 0 1 0 0,-1 0-1 0 0,0-1 1 0 0,1 1-1 0 0,-1-1 1 0 0,0 1-1 0 0,0-1 0 0 0,1 0 1 0 0,-1 0-1 0 0,0 0 1 0 0,0 0-1 0 0,0 0 1 0 0,-2 0-1 0 0,-1-2 93 0 0,5-3-1 0 0,5 4-132 0 0,16-2 38 0 0,33-6 56 0 0,38 10-15 0 0,-1 4 0 0 0,0 4 1 0 0,151 35-1 0 0,-104-6-72 0 0,-47-12-2 0 0,-77-21-118 0 0,0-2 1 0 0,0 0-1 0 0,0-1 0 0 0,0 0 1 0 0,0-1-1 0 0,1 0 0 0 0,-1-2 0 0 0,0 1 1 0 0,19-5-1 0 0,-3-10-2190 0 0,-29 14 2244 0 0,-1 1-1 0 0,1-1 0 0 0,-1 1 1 0 0,0-1-1 0 0,1 1 0 0 0,-1-1 0 0 0,1 1 1 0 0,-1-1-1 0 0,0 1 0 0 0,1-1 1 0 0,-1 0-1 0 0,0 1 0 0 0,0-1 0 0 0,0 0 1 0 0,1 1-1 0 0,-1-1 0 0 0,0 0 1 0 0,0 1-1 0 0,0-1 0 0 0,0 0 0 0 0,0 1 1 0 0,0-1-1 0 0,0 0 0 0 0,-1-1-101 0 0,0 1-1 0 0,0 0 0 0 0,1-1 0 0 0,-1 1 0 0 0,0 0 1 0 0,0 0-1 0 0,0-1 0 0 0,0 1 0 0 0,-1 0 1 0 0,1 0-1 0 0,0 0 0 0 0,0 1 0 0 0,0-1 0 0 0,-1 0 1 0 0,-2-1-1 0 0,-76-30-3387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49 1761 0 0,'-117'-48'11338'0'0,"113"47"-10057"0"0,13 3-948 0 0,125 37-115 0 0,-2 5 0 0 0,189 93 0 0 0,-97-16-45 0 0,-180-97-303 0 0,1-3 0 0 0,1-1 0 0 0,1-3 0 0 0,0-2 0 0 0,56 11-1 0 0,-89-23-128 0 0,-46-38-6264 0 0,-27-20 627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2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96 258 3842 0 0,'-64'67'5762'0'0,"32"-26"-3681"0"0,32-33-1360 0 0,0-22-161 0 0,32-1-160 0 0,0-5-240 0 0,0 0-80 0 0,-32 1 0 0 0,32-15-160 0 0,32-34-800 0 0,32-40-1921 0 0,-32 33-961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225 245 1281 0 0,'-24'-26'2176'0'0,"21"22"-1841"0"0,0 1 1 0 0,1 0 0 0 0,-1 0 0 0 0,0 0-1 0 0,0 0 1 0 0,-1 0 0 0 0,1 1 0 0 0,-1-1-1 0 0,1 1 1 0 0,-6-3 0 0 0,5 4-133 0 0,1-1 0 0 0,-1 0 0 0 0,1-1-1 0 0,0 1 1 0 0,-1-1 0 0 0,1 1 0 0 0,0-1 0 0 0,0 0 0 0 0,-3-4 0 0 0,-22-19 583 0 0,23 22-728 0 0,0 0 1 0 0,0 0-1 0 0,0-1 0 0 0,0 0 1 0 0,1 0-1 0 0,0 0 1 0 0,-7-11-1 0 0,-14-16 61 0 0,14 23-104 0 0,10 9-7 0 0,-1-1 1 0 0,1 0-1 0 0,0 0 1 0 0,0 1-1 0 0,0-1 1 0 0,0 0-1 0 0,0 0 1 0 0,1 0-1 0 0,-1 0 1 0 0,0 0 0 0 0,0 0-1 0 0,1 0 1 0 0,-1 0-1 0 0,0-1 1 0 0,1 1-1 0 0,-1 0 1 0 0,1 0-1 0 0,0 0 1 0 0,-1-1 0 0 0,1 1-1 0 0,0 0 1 0 0,0 0-1 0 0,-1-1 1 0 0,1 1-1 0 0,0 0 1 0 0,1-1-1 0 0,-1-1 1 0 0,1 2-1 0 0,-1 1 0 0 0,1-1 0 0 0,-1 0 0 0 0,1 1-1 0 0,0-1 1 0 0,0 0 0 0 0,-1 1 0 0 0,1-1 0 0 0,0 1 0 0 0,0-1 0 0 0,0 1 0 0 0,0 0 0 0 0,-1-1-1 0 0,1 1 1 0 0,0 0 0 0 0,0-1 0 0 0,0 1 0 0 0,0 0 0 0 0,0 0 0 0 0,0 0 0 0 0,0 0 0 0 0,0 0-1 0 0,0 0 1 0 0,0 0 0 0 0,0 0 0 0 0,0 1 0 0 0,1-1 0 0 0,0 0 24 0 0,3 0 435 0 0,-5 17 654 0 0,0-15-1096 0 0,0 1-1 0 0,1-1 1 0 0,-1 0 0 0 0,1 0 0 0 0,0 1 0 0 0,-1-1-1 0 0,1 0 1 0 0,0 0 0 0 0,0 0 0 0 0,0 0-1 0 0,1 0 1 0 0,-1 0 0 0 0,3 3 0 0 0,9 15 108 0 0,-3 26 107 0 0,1-22-120 0 0,-8-21-97 0 0,-1 1 0 0 0,0-1 0 0 0,-1 1 0 0 0,1 0 0 0 0,-1 0 0 0 0,0 0 0 0 0,0 0 1 0 0,0 0-1 0 0,0 0 0 0 0,0 8 0 0 0,-1-9-19 0 0,1 0 1 0 0,-1-1 0 0 0,1 1-1 0 0,0 0 1 0 0,0 0 0 0 0,0-1 0 0 0,0 1-1 0 0,1-1 1 0 0,-1 1 0 0 0,1-1-1 0 0,0 1 1 0 0,2 2 0 0 0,-3-4 0 0 0,0 0-1 0 0,0 0 1 0 0,0 0 0 0 0,0 0 0 0 0,0 1 0 0 0,0-1-1 0 0,0 0 1 0 0,0 1 0 0 0,-1-1 0 0 0,1 1 0 0 0,0-1-1 0 0,-1 0 1 0 0,1 1 0 0 0,-1 0 0 0 0,0-1-1 0 0,1 1 1 0 0,-1-1 0 0 0,0 1 0 0 0,0-1 0 0 0,0 1-1 0 0,0 0 1 0 0,0-1 0 0 0,-1 1 0 0 0,1-1 0 0 0,0 1-1 0 0,-1-1 1 0 0,1 1 0 0 0,-1 1 0 0 0,-1-1 10 0 0,0 0 0 0 0,0 0 0 0 0,0 0 0 0 0,-1 0 0 0 0,1 0 0 0 0,0-1-1 0 0,-1 1 1 0 0,1-1 0 0 0,-6 3 0 0 0,6-4-9 0 0,1 1 0 0 0,-1-1 1 0 0,0 1-1 0 0,1 0 0 0 0,-1-1 0 0 0,0 1 0 0 0,1 0 0 0 0,0 0 0 0 0,-1 0 0 0 0,1 0 0 0 0,-1 0 0 0 0,1 1 0 0 0,0-1 0 0 0,0 0 0 0 0,0 1 0 0 0,0-1 0 0 0,0 1 0 0 0,0-1 0 0 0,0 1 0 0 0,0-1 0 0 0,0 1 0 0 0,1 0 0 0 0,-1-1 0 0 0,1 1 0 0 0,-1 2 1 0 0,1-2-8 0 0,-1-1 1 0 0,1 0-1 0 0,-1 0 1 0 0,1 0-1 0 0,-1 1 1 0 0,1-1-1 0 0,-1 0 1 0 0,0 0-1 0 0,1 0 1 0 0,-1 0-1 0 0,0 0 1 0 0,0 0-1 0 0,0 0 1 0 0,0 0-1 0 0,0 0 1 0 0,0-1-1 0 0,0 1 1 0 0,0 0-1 0 0,0-1 1 0 0,0 1-1 0 0,-3 0 1 0 0,-3 6-69 0 0,34-1 2 0 0,18-4 37 0 0,-1-1 0 0 0,69-8 0 0 0,-96 5 26 0 0,116-13-62 0 0,-132 15 69 0 0,1 0 1 0 0,-1 0 0 0 0,1 0-1 0 0,-1 0 1 0 0,1-1 0 0 0,-1 1-1 0 0,0 0 1 0 0,1-1 0 0 0,-1 0-1 0 0,1 1 1 0 0,-1-1 0 0 0,0 1-1 0 0,0-1 1 0 0,1 0 0 0 0,-1 0-1 0 0,0 0 1 0 0,0 0 0 0 0,0 0-1 0 0,2-2 1 0 0,1-28 83 0 0,-4 30-85 0 0,0-1 1 0 0,0 1-1 0 0,0 0 0 0 0,0 0 1 0 0,0 0-1 0 0,-1 0 1 0 0,1 0-1 0 0,0 0 1 0 0,-1 0-1 0 0,1 0 0 0 0,0 0 1 0 0,-1 0-1 0 0,1 0 1 0 0,-1 0-1 0 0,0 0 1 0 0,1 0-1 0 0,-1 0 0 0 0,0 0 1 0 0,0 1-1 0 0,1-1 1 0 0,-1 0-1 0 0,0 0 1 0 0,0 1-1 0 0,0-1 0 0 0,0 1 1 0 0,0-1-1 0 0,-1 0 1 0 0,1 0-3 0 0,0 1 0 0 0,0 0 0 0 0,0-1 0 0 0,0 1 0 0 0,0-1-1 0 0,0 0 1 0 0,0 1 0 0 0,1-1 0 0 0,-1 0 0 0 0,0 1 0 0 0,0-1 0 0 0,1 0 0 0 0,-1 0 0 0 0,1 0 0 0 0,-1 1 0 0 0,1-1 0 0 0,-1 0 0 0 0,1 0 0 0 0,-1 0 0 0 0,1 0 0 0 0,0 0 0 0 0,-1 0 0 0 0,1 0 0 0 0,0 0 0 0 0,0 0 0 0 0,0 0 0 0 0,0-2-1 0 0,2-1 4 0 0,-21-7 35 0 0,9 7-12 0 0,16 2 104 0 0,10 6-86 0 0,21 28 135 0 0,27 18 68 0 0,-47-38-184 0 0,18 11 63 0 0,0 2 0 0 0,58 56 0 0 0,-29-17-113 0 0,-64-64-12 0 0,1 0-1 0 0,-1 0 1 0 0,0 1-1 0 0,1-1 1 0 0,-1 0-1 0 0,0 0 1 0 0,0 1-1 0 0,1-1 1 0 0,-1 0-1 0 0,0 1 1 0 0,0-1-1 0 0,0 0 1 0 0,1 1-1 0 0,-1-1 1 0 0,0 1-1 0 0,0-1 1 0 0,0 0-1 0 0,0 1 1 0 0,0-1-1 0 0,0 0 1 0 0,0 1-1 0 0,0-1 1 0 0,0 1-1 0 0,0-1 1 0 0,0 0-1 0 0,0 1 1 0 0,0-1-1 0 0,0 0 1 0 0,0 1-1 0 0,0-1 1 0 0,-1 0 0 0 0,1 1-1 0 0,0-1 1 0 0,0 0-1 0 0,0 1 1 0 0,-1-1-1 0 0,1 0 1 0 0,0 1-1 0 0,0-1 1 0 0,-1 0-1 0 0,1 1 1 0 0,0-1-1 0 0,0 0 1 0 0,-1 0-1 0 0,1 0 1 0 0,0 1-1 0 0,-1-1 1 0 0,1 0-1 0 0,0 0 1 0 0,-1 0-1 0 0,1 0 1 0 0,-1 1-1 0 0,-17 3-127 0 0,18-4 107 0 0,-1 0-17 0 0,1 0 1 0 0,0 0-1 0 0,-1 0 1 0 0,1-1-1 0 0,-1 1 1 0 0,1 0 0 0 0,0 0-1 0 0,-1 0 1 0 0,1-1-1 0 0,-1 1 1 0 0,1 0-1 0 0,0-1 1 0 0,-1 1-1 0 0,1 0 1 0 0,0-1-1 0 0,0 1 1 0 0,-1 0-1 0 0,1-1 1 0 0,0 1-1 0 0,0 0 1 0 0,0-1-1 0 0,-1 1 1 0 0,1-1-1 0 0,0 1 1 0 0,0-1-1 0 0,0 1 1 0 0,0-1-1 0 0,-3-4-315 0 0,-19-11-671 0 0,-14-13-689 0 0,-2-20-1089 0 0,-20-11-1774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3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480 328 160 0 0,'19'0'1012'0'0,"0"0"0"0"0,-1-1 0 0 0,1 0 0 0 0,-1-2 0 0 0,0 0-1 0 0,30-10 1 0 0,-16 7 154 0 0,-31 6-1126 0 0,0 0 1 0 0,0-1 0 0 0,0 1 0 0 0,0 0 0 0 0,0 0 0 0 0,1-1 0 0 0,-1 1 0 0 0,0 0 0 0 0,0 0 0 0 0,0 0-1 0 0,0 1 1 0 0,0-1 0 0 0,0 0 0 0 0,0 0 0 0 0,0 0 0 0 0,0 1 0 0 0,0-1 0 0 0,0 1 0 0 0,0-1-1 0 0,0 1 1 0 0,0-1 0 0 0,0 1 0 0 0,0-1 0 0 0,1 2 0 0 0,-2-1 1079 0 0,5-1-933 0 0,49 0 280 0 0,-49 0-227 0 0,-5-1-160 0 0,0-3 0 0 0,-5 3 0 0 0,-59-18 67 0 0,-26 4 147 0 0,-102-3-1 0 0,163 16-26 0 0,1 2 0 0 0,-1 1-1 0 0,0 1 1 0 0,-48 10 0 0 0,64-6-166 0 0,13 0-65 0 0,12 3-25 0 0,-11-9 1 0 0,14 22 17 0 0,8 8 22 0 0,-9-14-38 0 0,0 1 1 0 0,-1 0-1 0 0,-1 1 0 0 0,0 0 1 0 0,13 30-1 0 0,-24-46-7 0 0,0 0 0 0 0,0-1 0 0 0,0 1 0 0 0,0 0 1 0 0,-1 1-1 0 0,1-1 0 0 0,-1 0 0 0 0,1 0 0 0 0,-1 0 0 0 0,0 0 0 0 0,0 0 0 0 0,0 0 0 0 0,0 0 0 0 0,0 1 0 0 0,0-1 0 0 0,-1 0 0 0 0,1 0 1 0 0,-1 0-1 0 0,1 0 0 0 0,-1 0 0 0 0,0 0 0 0 0,0 0 0 0 0,0 0 0 0 0,0 0 0 0 0,0-1 0 0 0,0 1 0 0 0,-1 0 0 0 0,1-1 0 0 0,0 1 0 0 0,-1 0 1 0 0,0-1-1 0 0,1 0 0 0 0,-1 1 0 0 0,0-1 0 0 0,-2 2 0 0 0,-7 3-22 0 0,-1 0 0 0 0,1 0 0 0 0,-1-1 1 0 0,-21 6-1 0 0,14-5-84 0 0,8 7 220 0 0,-2-8-95 0 0,9-3-76 0 0,25-1 9 0 0,-14-1 43 0 0,103-4-1 0 0,0-4 0 0 0,202-42 0 0 0,-292 46-1 0 0,-1-1 0 0 0,0 0 0 0 0,0-2 0 0 0,-1 0 0 0 0,0-2 0 0 0,18-10 0 0 0,-33 17 2 0 0,0 1 0 0 0,0-2 0 0 0,0 1-1 0 0,0 0 1 0 0,-1-1 0 0 0,1 1 0 0 0,-1-1 0 0 0,0 1-1 0 0,1-1 1 0 0,-1 0 0 0 0,-1 0 0 0 0,1 0 0 0 0,0-1-1 0 0,-1 1 1 0 0,1 0 0 0 0,-1 0 0 0 0,1-6 0 0 0,-2 5 3 0 0,0 0 0 0 0,-1 0 1 0 0,0 0-1 0 0,1 0 0 0 0,-1 0 1 0 0,-1 0-1 0 0,1 0 0 0 0,0 1 0 0 0,-1-1 1 0 0,0 0-1 0 0,0 1 0 0 0,0 0 1 0 0,0-1-1 0 0,-1 1 0 0 0,1 0 1 0 0,-1 0-1 0 0,0 0 0 0 0,0 0 1 0 0,-6-4-1 0 0,-12-10 54 0 0,0 1 1 0 0,-2 1-1 0 0,-43-24 0 0 0,-88-31 133 0 0,77 36-162 0 0,-4-1-5 0 0,-2 2-1 0 0,-1 5 0 0 0,-120-26 1 0 0,145 44-144 0 0,35 10-145 0 0,23 0 194 0 0,1 0 0 0 0,-1 0 0 0 0,0 0-1 0 0,1 0 1 0 0,-1 0 0 0 0,1 0 0 0 0,-1 0 0 0 0,1 0-1 0 0,-1 1 1 0 0,1-1 0 0 0,-1 0 0 0 0,1 0 0 0 0,-1 1-1 0 0,1-1 1 0 0,0 0 0 0 0,-1 0 0 0 0,1 1-1 0 0,-1-1 1 0 0,1 1 0 0 0,0-1 0 0 0,-1 0 0 0 0,1 1-1 0 0,0-1 1 0 0,-1 1 0 0 0,1-1 0 0 0,0 1-1 0 0,-1-1 1 0 0,1 1 0 0 0,0-1 0 0 0,0 1 0 0 0,0-1-1 0 0,0 1 1 0 0,0 0-80 0 0,1 0 0 0 0,0 0 0 0 0,-1-1 0 0 0,1 1 0 0 0,0 0 0 0 0,0-1 0 0 0,0 1 0 0 0,0-1 0 0 0,0 1 0 0 0,-1-1 0 0 0,1 1-1 0 0,0-1 1 0 0,0 0 0 0 0,0 0 0 0 0,0 1 0 0 0,0-1 0 0 0,0 0 0 0 0,0 0 0 0 0,0 0 0 0 0,0 0 0 0 0,3 0 0 0 0,6 1-768 0 0,22 16-2269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0 1521 0 0,'-87'5'5224'0'0,"-42"-8"-2159"0"0,25 1-1003 0 0,97 2-1558 0 0,0 1-1 0 0,0-1 1 0 0,0 2-1 0 0,0-1 1 0 0,0 1-1 0 0,0 0 1 0 0,-8 3 0 0 0,21-3-184 0 0,58 10 27 0 0,36 1-404 0 0,0-5-1 0 0,0-4 1 0 0,104-9 0 0 0,16-20-4930 0 0,-195 21 2737 0 0,1 2 0 0 0,40 1 0 0 0,-65 1 2193 0 0,-1 0 1 0 0,0 0-1 0 0,0 0 1 0 0,1 0-1 0 0,-1 0 0 0 0,0 0 1 0 0,1 0-1 0 0,-1 0 1 0 0,0 0-1 0 0,1 0 0 0 0,-1 0 1 0 0,0 0-1 0 0,1 0 0 0 0,-1 0 1 0 0,0 0-1 0 0,1 0 1 0 0,-1 0-1 0 0,0 0 0 0 0,1 0 1 0 0,-1 0-1 0 0,0 0 0 0 0,0 1 1 0 0,1-1-1 0 0,-1 0 1 0 0,0 0-1 0 0,0 0 0 0 0,1 1 1 0 0,-1-1-1 0 0,0 0 1 0 0,0 0-1 0 0,1 0 0 0 0,-1 1 1 0 0,0-1-1 0 0,0 0 0 0 0,0 1 1 0 0,0-1-1 0 0,0 0 1 0 0,1 0-1 0 0,-1 1 0 0 0,0-1 1 0 0,0 0-1 0 0,0 1 1 0 0,0-1-1 0 0,0 1 0 0 0,0 12-1837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56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1 170 560 0 0,'13'-18'816'0'0,"2"1"-1"0"0,0 0 0 0 0,2 0 0 0 0,-1 2 1 0 0,2 0-1 0 0,22-14 0 0 0,-29 23-788 0 0,-1 0 0 0 0,2 1 0 0 0,-1 0 0 0 0,0 1-1 0 0,1 0 1 0 0,0 1 0 0 0,0 0 0 0 0,0 1 0 0 0,0 0 0 0 0,0 1 0 0 0,1 0-1 0 0,-1 1 1 0 0,15 2 0 0 0,32 9-347 0 0,-118-4-4122 0 0,27-5 3201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42 400 0 0,'0'0'2108'0'0,"27"0"-1961"0"0,-22 0-401 0 0,-5 2-149 0 0,0-2 444 0 0,0 0 0 0 0,0 1 0 0 0,0-1 1 0 0,1 0-1 0 0,-1 1 0 0 0,0-1 0 0 0,0 1 0 0 0,0-1 0 0 0,0 0 1 0 0,0 1-1 0 0,0-1 0 0 0,0 0 0 0 0,0 1 0 0 0,-1-1 1 0 0,1 0-1 0 0,0 1 0 0 0,0-1 0 0 0,0 0 0 0 0,0 1 1 0 0,0-1-1 0 0,-1 0 0 0 0,1 1 0 0 0,0-1 0 0 0,0 0 0 0 0,0 0 1 0 0,-1 1-1 0 0,1-1 0 0 0,0 0 0 0 0,0 0 0 0 0,-1 1 1 0 0,1-1-1 0 0,0 0 0 0 0,-1 0 0 0 0,1 0 0 0 0,0 1 0 0 0,-1-1 1 0 0,-21 1 611 0 0,2-7 1925 0 0,14 6-2368 0 0,22 0 417 0 0,-11 0-53 0 0,-8-2-153 0 0,-1 1 0 0 0,0-1 1 0 0,0 1-1 0 0,1 0 0 0 0,-1 0 1 0 0,0 0-1 0 0,0 1 0 0 0,-8-1 1 0 0,-4 2 434 0 0,37 6-555 0 0,-16-5 1633 0 0,-5-2-1928 0 0,0 0 1 0 0,0 0-1 0 0,0 0 1 0 0,-1 0-1 0 0,1 0 1 0 0,0 0-1 0 0,0-1 0 0 0,0 1 1 0 0,0 0-1 0 0,0 0 1 0 0,0 0-1 0 0,0 0 1 0 0,0 0-1 0 0,-1 0 1 0 0,1 0-1 0 0,0 0 0 0 0,0 0 1 0 0,0 0-1 0 0,0-1 1 0 0,0 1-1 0 0,0 0 1 0 0,0 0-1 0 0,0 0 1 0 0,0 0-1 0 0,0 0 0 0 0,0 0 1 0 0,0-1-1 0 0,0 1 1 0 0,0 0-1 0 0,0 0 1 0 0,0 0-1 0 0,0 0 0 0 0,0 0 1 0 0,0-1-1 0 0,34 5 409 0 0,-2-4-335 0 0,0 0 0 0 0,37 0 240 0 0,-56 1-256 0 0,-36-4 753 0 0,-8-3-630 0 0,1 1-1 0 0,-1 1 1 0 0,0 1 0 0 0,-33 2 0 0 0,38 0-180 0 0,0-2 1 0 0,-34-7 0 0 0,34 5 15 0 0,0 1 1 0 0,-34-1-1 0 0,7 9-6 0 0,42-1-7 0 0,8-3 0 0 0,1 0 1 0 0,-1 1-1 0 0,1-1 0 0 0,-1 1 1 0 0,0 0-1 0 0,1 0 1 0 0,-1 0-1 0 0,1 0 1 0 0,0 0-1 0 0,-1 0 1 0 0,1 1-1 0 0,0-1 1 0 0,0 1-1 0 0,0-1 1 0 0,0 1-1 0 0,-2 2 0 0 0,-13 11 26 0 0,12-10-27 0 0,0 1-1 0 0,0 0 1 0 0,0 0-1 0 0,1 1 1 0 0,0 0 0 0 0,0-1-1 0 0,0 1 1 0 0,1 1-1 0 0,0-1 1 0 0,1 0-1 0 0,0 1 1 0 0,0-1 0 0 0,-2 15-1 0 0,14 30 146 0 0,-7-41-135 0 0,0 1-1 0 0,-1-1 0 0 0,2 22 0 0 0,-4 94 49 0 0,5-125-161 0 0,10-2 62 0 0,1-1-1 0 0,-1-1 1 0 0,0 0 0 0 0,1-1-1 0 0,-1 0 1 0 0,14-6-1 0 0,-23 6 42 0 0,-1 1-1 0 0,1 1 0 0 0,0-1 0 0 0,-1 1 0 0 0,1 0 0 0 0,0 0 0 0 0,0 1 1 0 0,0 0-1 0 0,7 0 0 0 0,45-3 70 0 0,-30-2-63 0 0,1 1 0 0 0,-1 2 0 0 0,0 1 0 0 0,1 1 0 0 0,49 7 0 0 0,-62-5-2 0 0,-1 1 1 0 0,1 1 0 0 0,-1 0-1 0 0,0 1 1 0 0,0 0 0 0 0,-1 2-1 0 0,1 0 1 0 0,-2 0 0 0 0,1 1 0 0 0,-1 1-1 0 0,22 18 1 0 0,-31-23-2 0 0,0-1 0 0 0,0 1 0 0 0,0 0 0 0 0,0 0 0 0 0,-1 0 0 0 0,0 1 0 0 0,0-1 0 0 0,0 1 0 0 0,0 0 0 0 0,-1 0 0 0 0,0 0 0 0 0,0 0 0 0 0,0 0 0 0 0,1 8 0 0 0,-3-9-3 0 0,-1 1 0 0 0,0-1 0 0 0,1 0 1 0 0,-2 1-1 0 0,1-1 0 0 0,0 0 0 0 0,-1 0 0 0 0,0 0 1 0 0,0 0-1 0 0,0 0 0 0 0,0 0 0 0 0,-1 0 1 0 0,1-1-1 0 0,-1 1 0 0 0,0-1 0 0 0,0 0 1 0 0,0 0-1 0 0,-1 0 0 0 0,1 0 0 0 0,-8 4 0 0 0,-7 5 18 0 0,0-1-1 0 0,-1 0 1 0 0,0-1 0 0 0,-1-2-1 0 0,0 0 1 0 0,-32 8-1 0 0,-129 22 55 0 0,101-26-318 0 0,-1-4 1 0 0,0-4-1 0 0,-86-6 0 0 0,113-7-1270 0 0,54 9 1445 0 0,-1 0-1 0 0,1 0 1 0 0,-1 0 0 0 0,1-1 0 0 0,-1 1-1 0 0,1 0 1 0 0,-1-1 0 0 0,1 1 0 0 0,-1 0-1 0 0,1-1 1 0 0,0 1 0 0 0,-1 0 0 0 0,1-1 0 0 0,0 1-1 0 0,-1-1 1 0 0,1 1 0 0 0,0-1 0 0 0,0 1-1 0 0,-1-1 1 0 0,1 1 0 0 0,0-1 0 0 0,0 1-1 0 0,0-1 1 0 0,0 1 0 0 0,-1-1 0 0 0,1 1 0 0 0,0-1-1 0 0,0 1 1 0 0,0-1 0 0 0,0 1 0 0 0,0-1-1 0 0,0 0 1 0 0,1 1 0 0 0,-1-1 0 0 0,0 1-1 0 0,0-1 1 0 0,0 1 0 0 0,0-1 0 0 0,1 1-1 0 0,-1-1 1 0 0,0 1 0 0 0,0 0 0 0 0,1-1 0 0 0,-1 1-1 0 0,0-1 1 0 0,1 1 0 0 0,-1-1 0 0 0,1 1-1 0 0,21-21-2089 0 0,-18 19 1671 0 0,10-11-670 0 0,2 1 0 0 0,0 1 0 0 0,0 0 0 0 0,1 1 0 0 0,0 1 0 0 0,19-7 0 0 0,17-4-1797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15 240 0 0,'-6'-1'1161'0'0,"-29"-3"148"0"0,0 2 0 0 0,-36 3 1 0 0,31-1-329 0 0,35 0-635 0 0,-1 0 28 0 0,-15 0-27 0 0,21 0-338 0 0,0 0-1 0 0,-1 0 1 0 0,1 0 0 0 0,0 0 0 0 0,0 0 0 0 0,0 1-1 0 0,0-1 1 0 0,0 0 0 0 0,0 0 0 0 0,-1 0 0 0 0,1 0-1 0 0,0 0 1 0 0,0 0 0 0 0,0 0 0 0 0,0 0 0 0 0,-1 0 0 0 0,1 0-1 0 0,0 0 1 0 0,0 0 0 0 0,0 0 0 0 0,0 0 0 0 0,0 0-1 0 0,-1 0 1 0 0,1-1 0 0 0,0 1 0 0 0,0 0 0 0 0,0 0 0 0 0,0 0-1 0 0,0 0 1 0 0,0 0 0 0 0,-1 0 0 0 0,1 0 0 0 0,0 0-1 0 0,0 0 1 0 0,0-1 0 0 0,0 1 0 0 0,0 0 0 0 0,0 0-1 0 0,0 0 1 0 0,0 0 0 0 0,0 0 0 0 0,-1 0 0 0 0,1-1 0 0 0,0 1-1 0 0,0 0 1 0 0,0 0 0 0 0,0 0 0 0 0,0 0 0 0 0,0 0-1 0 0,0-1 1 0 0,0 1 0 0 0,0 0 0 0 0,0 0 0 0 0,0 0 0 0 0,0 0-1 0 0,0-1 1 0 0,0 1 0 0 0,0 0 0 0 0,1 0 0 0 0,-1 0 3 0 0,0 0 0 0 0,0-1 0 0 0,0 1 1 0 0,0 0-1 0 0,0 0 0 0 0,0 0 1 0 0,0 0-1 0 0,0 0 0 0 0,0-1 1 0 0,0 1-1 0 0,0 0 0 0 0,0 0 1 0 0,0 0-1 0 0,0 0 0 0 0,0 0 0 0 0,0-1 1 0 0,0 1-1 0 0,0 0 0 0 0,-1 0 1 0 0,1 0-1 0 0,0 0 0 0 0,0 0 1 0 0,0-1-1 0 0,0 1 0 0 0,0 0 1 0 0,0 0-1 0 0,0 0 0 0 0,0 0 0 0 0,0 0 1 0 0,-1 0-1 0 0,1 0 0 0 0,0 0 1 0 0,0-1-1 0 0,0 1 0 0 0,0 0 1 0 0,0 0-1 0 0,-1 0 0 0 0,1 0 1 0 0,0 0-1 0 0,0 0 0 0 0,0 0 0 0 0,0 0 1 0 0,0 0-1 0 0,-1 0 0 0 0,1 0 1 0 0,0 0-1 0 0,0 0 0 0 0,0 0 1 0 0,0 0-1 0 0,0 0 0 0 0,-1 0 1 0 0,1 0-1 0 0,0 0 0 0 0,0 0 0 0 0,0 0 1 0 0,0 0-1 0 0,0 1 0 0 0,-1-1 1 0 0,1 0-1 0 0,-10 0 87 0 0,7 0-29 0 0,22 0 81 0 0,11 0-1685 0 0,0 1 0 0 0,32 7 0 0 0,-24 3-1788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475 156 2481 0 0,'-64'-1'2485'0'0,"49"2"-2272"0"0,0-1 0 0 0,0-1-1 0 0,0 0 1 0 0,-20-5-1 0 0,-42-13 122 0 0,29 7 480 0 0,-78-11-1 0 0,67 18 81 0 0,54 5 400 0 0,10 1-1067 0 0,21 2 166 0 0,1-1 1 0 0,-1 0-1 0 0,53-6 1 0 0,-30 2-87 0 0,675-34 2854 0 0,364 2-3028 0 0,-1079 35-1378 0 0,0-2 0 0 0,-1 1 0 0 0,1-1 0 0 0,-1 0 0 0 0,18-5 0 0 0,6-6-5584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194 215 1681 0 0,'0'0'109'0'0,"0"0"0"0"0,0-1 0 0 0,0 1 0 0 0,0 0 0 0 0,0 0 0 0 0,0-1 0 0 0,1 1 0 0 0,-1 0 0 0 0,0 0 0 0 0,0-1 1 0 0,0 1-1 0 0,0 0 0 0 0,0 0 0 0 0,0-1 0 0 0,0 1 0 0 0,0 0 0 0 0,0-1 0 0 0,0 1 0 0 0,0 0 0 0 0,0 0 0 0 0,0-1 0 0 0,-1 1 0 0 0,1 0 0 0 0,0 0 1 0 0,0-1-1 0 0,0 1 0 0 0,0 0 0 0 0,0 0 0 0 0,0-1 0 0 0,-1 1 0 0 0,1 0 0 0 0,0 0 0 0 0,0 0 0 0 0,0-1 0 0 0,-1 1 0 0 0,1 0 0 0 0,0 0 0 0 0,0 0 0 0 0,0 0 1 0 0,-1 0-1 0 0,1-1 0 0 0,0 1 0 0 0,0 0 0 0 0,-1 0 0 0 0,1 0 0 0 0,0 0 0 0 0,-1 0 0 0 0,1 0 0 0 0,0 0 0 0 0,-1 0 0 0 0,-2-1-29 0 0,2 0-40 0 0,-1 1 0 0 0,1 0 0 0 0,0-1 0 0 0,0 1 0 0 0,-1-1 0 0 0,1 0 0 0 0,0 1 0 0 0,0-1 0 0 0,0 0 0 0 0,0 0 0 0 0,0 0 0 0 0,0 0 0 0 0,0 0 0 0 0,0 0 0 0 0,0 0 0 0 0,0 0 0 0 0,0 0 0 0 0,1 0 0 0 0,-1 0 1 0 0,0-1-1 0 0,1 1 0 0 0,-1 0 0 0 0,1 0 0 0 0,0-1 0 0 0,-1 1 0 0 0,1 0 0 0 0,0-1 0 0 0,0 1 0 0 0,0 0 0 0 0,0-1 0 0 0,0 1 0 0 0,0-1 0 0 0,0 1 0 0 0,1-2 0 0 0,-2-1-1 0 0,1 1 0 0 0,-1-1 1 0 0,1 1-1 0 0,-1 0 0 0 0,0-1 0 0 0,0 1 0 0 0,0 0 1 0 0,-1 0-1 0 0,1 0 0 0 0,-1 0 0 0 0,-3-4 0 0 0,3 3-10 0 0,0 1 0 0 0,0 0-1 0 0,0-1 1 0 0,1 1-1 0 0,-1-1 1 0 0,1 0 0 0 0,0 1-1 0 0,0-1 1 0 0,0 0-1 0 0,0 0 1 0 0,1-6 0 0 0,0 6-7 0 0,0 1 0 0 0,0 0 0 0 0,-1 0 1 0 0,1 0-1 0 0,-1 0 0 0 0,1 0 0 0 0,-1 0 1 0 0,0 0-1 0 0,0 1 0 0 0,0-1 0 0 0,-1 0 0 0 0,1 0 1 0 0,0 1-1 0 0,-1-1 0 0 0,0 0 0 0 0,0 1 1 0 0,0 0-1 0 0,0-1 0 0 0,0 1 0 0 0,-3-2 1 0 0,2-1 33 0 0,3 4-39 0 0,0 1-1 0 0,0 0 0 0 0,0-1 0 0 0,0 1 1 0 0,0 0-1 0 0,0-1 0 0 0,-1 1 0 0 0,1 0 0 0 0,0-1 1 0 0,0 1-1 0 0,0 0 0 0 0,-1-1 0 0 0,1 1 1 0 0,0 0-1 0 0,0 0 0 0 0,-1-1 0 0 0,1 1 1 0 0,0 0-1 0 0,-1 0 0 0 0,1-1 0 0 0,0 1 1 0 0,-1 0-1 0 0,1 0 0 0 0,0 0 0 0 0,-1 0 1 0 0,1 0-1 0 0,0-1 0 0 0,-1 1 0 0 0,1 0 1 0 0,-1 0-1 0 0,-20 4 211 0 0,20-3-166 0 0,0 1 0 0 0,0-1 1 0 0,1 0-1 0 0,-1 1 1 0 0,0-1-1 0 0,1 1 1 0 0,-1-1-1 0 0,1 0 1 0 0,-1 1-1 0 0,1-1 0 0 0,0 1 1 0 0,0 0-1 0 0,-1-1 1 0 0,1 1-1 0 0,0-1 1 0 0,1 1-1 0 0,-1-1 0 0 0,0 1 1 0 0,0-1-1 0 0,1 3 1 0 0,0 2 48 0 0,-1 2-34 0 0,0-5-50 0 0,1 1 0 0 0,-1-1 0 0 0,0 0 0 0 0,-1 1-1 0 0,1-1 1 0 0,0 0 0 0 0,-1 0 0 0 0,0 1 0 0 0,0-1 0 0 0,-2 6-1 0 0,-18 20 69 0 0,10 7-14 0 0,0-16-31 0 0,9-17-27 0 0,0 1 0 0 0,0-1-1 0 0,0 1 1 0 0,1 0 0 0 0,0-1 0 0 0,-1 1 0 0 0,1 0 0 0 0,0 0 0 0 0,1 0 0 0 0,-1 0 0 0 0,1 0-1 0 0,0 7 1 0 0,-1-9 25 0 0,1 0 0 0 0,0 0 0 0 0,0 0 0 0 0,0 0 1 0 0,0 0-1 0 0,0 0 0 0 0,1 0 0 0 0,-1 0 0 0 0,0 0 0 0 0,1 0 0 0 0,0 0 0 0 0,-1 0 0 0 0,1 0 0 0 0,0 0 0 0 0,0-1 0 0 0,0 1 0 0 0,0 0 0 0 0,1 0 0 0 0,0 1 0 0 0,1-2 0 0 0,0 1 0 0 0,0-1 0 0 0,0 0 0 0 0,0 0 0 0 0,0-1 0 0 0,0 1 0 0 0,0 0 0 0 0,0-1 0 0 0,0 0 0 0 0,4 0 0 0 0,9 1-11 0 0,10 2 64 0 0,1-2-1 0 0,0 0 1 0 0,0-2-1 0 0,0-1 1 0 0,37-8-1 0 0,-45 5-67 0 0,-1 0-1 0 0,0-2 1 0 0,-1 0-1 0 0,1 0 1 0 0,-2-2-1 0 0,1 0 1 0 0,-1-1-1 0 0,25-20 1 0 0,-40 29-32 0 0,11-9 40 0 0,0 0 0 0 0,0-1 0 0 0,19-24 0 0 0,-21 26-34 0 0,-9 7-2 0 0,1 1 1 0 0,-1 0-1 0 0,0-1 0 0 0,1 1 1 0 0,-1 0-1 0 0,0-1 1 0 0,0 1-1 0 0,0-1 0 0 0,0 0 1 0 0,0 1-1 0 0,0-1 0 0 0,-1 0 1 0 0,1 0-1 0 0,0 1 0 0 0,-1-1 1 0 0,0 0-1 0 0,1 0 0 0 0,-1 0 1 0 0,0-3-1 0 0,0 5-4 0 0,0-1 0 0 0,0 1 0 0 0,0 0 0 0 0,0 0 0 0 0,0 0 0 0 0,0-1 0 0 0,0 1 0 0 0,0 0 0 0 0,0 0 0 0 0,0-1 0 0 0,0 1 0 0 0,0 0 0 0 0,0 0 0 0 0,0 0 0 0 0,0-1 0 0 0,0 1 0 0 0,0 0 0 0 0,-1 0 0 0 0,1 0 0 0 0,0-1 0 0 0,0 1 0 0 0,0 0 0 0 0,0 0 0 0 0,0 0 0 0 0,-1 0 0 0 0,1-1 0 0 0,0 1 0 0 0,0 0 0 0 0,0 0 0 0 0,-1 0 0 0 0,1 0 0 0 0,0 0 0 0 0,0 0 0 0 0,0 0 0 0 0,-1 0 0 0 0,1 0 0 0 0,0-1 0 0 0,0 1 0 0 0,0 0 0 0 0,-1 0 0 0 0,1 0 0 0 0,-1 0 1 0 0,0 0-1 0 0,1 0 0 0 0,-1-1 1 0 0,0 1-1 0 0,1 0 1 0 0,-1 0-1 0 0,0 0 1 0 0,0 0-1 0 0,1 0 1 0 0,-1 0-1 0 0,0 0 0 0 0,1 0 1 0 0,-1 0-1 0 0,0 0 1 0 0,0 0-1 0 0,1 1 1 0 0,-1-1-1 0 0,0 0 0 0 0,1 0 1 0 0,-1 1-1 0 0,0-1 1 0 0,1 0-1 0 0,-1 1 1 0 0,1-1-1 0 0,-1 1 0 0 0,0-1 1 0 0,1 1-1 0 0,-1 0 1 0 0,-11 39 120 0 0,9-28-77 0 0,-1 3 41 0 0,1 1 1 0 0,0-1 0 0 0,0 25-1 0 0,13 44 300 0 0,-4-47-223 0 0,2 26 94 0 0,21 107 1009 0 0,30 31 2 0 0,-53-171-1292 0 0,12 42-42 0 0,-16-67-121 0 0,0 0 0 0 0,1 1 0 0 0,0-1 0 0 0,0 0 0 0 0,0-1 0 0 0,0 1 0 0 0,1-1 0 0 0,0 1-1 0 0,0-1 1 0 0,5 4 0 0 0,-9-8 141 0 0,0 0 0 0 0,0 1-1 0 0,1-1 1 0 0,-1 0 0 0 0,0 0 0 0 0,0 0-1 0 0,0 0 1 0 0,1 1 0 0 0,-1-1 0 0 0,0 0-1 0 0,0 0 1 0 0,1 0 0 0 0,-1 0-1 0 0,0 0 1 0 0,0 0 0 0 0,1 0 0 0 0,-1 0-1 0 0,0 0 1 0 0,0 0 0 0 0,1 0 0 0 0,-1 0-1 0 0,0 0 1 0 0,1 0 0 0 0,-1 0-1 0 0,0 0 1 0 0,0 0 0 0 0,1 0 0 0 0,-1 0-1 0 0,0-1 1 0 0,0 1 0 0 0,0 0-1 0 0,1 0 1 0 0,-1 0 0 0 0,0 0 0 0 0,0-1-1 0 0,1 1 1 0 0,-1 0 0 0 0,0 0 0 0 0,0 0-1 0 0,0 0 1 0 0,0-1 0 0 0,0 1-1 0 0,1 0 1 0 0,-1 0 0 0 0,0-1 0 0 0,0 1-1 0 0,6-5-731 0 0,0-1 144 0 0,2 0-62 0 0,-1 0-1 0 0,0-1 1 0 0,0 0-1 0 0,6-9 1 0 0,-6 4-527 0 0,1-2 0 0 0,-2 1 0 0 0,10-28 0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 1441 0 0,'-37'1'3592'0'0,"0"2"1"0"0,-48 10 0 0 0,72-11-2538 0 0,36 4 78 0 0,-13-4-1000 0 0,0-1 1 0 0,0 0 0 0 0,1 0 0 0 0,-1-1-1 0 0,0 0 1 0 0,0-1 0 0 0,19-3 0 0 0,26-2 76 0 0,-52 6-212 0 0,297-10 393 0 0,-97 20-4728 0 0,-117 5 482 0 0,-82-13 3219 0 0,1 0 0 0 0,-1 0 0 0 0,1 0 0 0 0,-1 0 0 0 0,0 1 1 0 0,1-1-1 0 0,-1 1 0 0 0,3 4 0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3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6723 0 0,'0'-6'5683'0'0,"32"6"-4643"0"0,64 6 81 0 0,154 9 319 0 0,-26 3-639 0 0,-64-4-1041 0 0,-64-8-2081 0 0,-32-12-2402 0 0,0 0-2960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88 2561 0 0,'0'-20'1241'0'0,"-5"19"-1188"0"0,1 1-20 0 0,-46 1 388 0 0,48-1-373 0 0,0 1 0 0 0,-1-1 0 0 0,1 0 0 0 0,0 0 0 0 0,0 0 0 0 0,-1-1 0 0 0,1 1 0 0 0,0-1 0 0 0,-1 1 0 0 0,1-1 0 0 0,0 0 0 0 0,0 1 0 0 0,0-1 0 0 0,-4-3 0 0 0,1 3 219 0 0,-81 1 1320 0 0,86 0-1549 0 0,-1 0-1 0 0,1 0 0 0 0,0-1 1 0 0,-1 1-1 0 0,1 0 0 0 0,0 0 1 0 0,-1 0-1 0 0,1-1 0 0 0,0 1 1 0 0,0 0-1 0 0,-1-1 0 0 0,1 1 1 0 0,0 0-1 0 0,0 0 0 0 0,-1-1 1 0 0,1 1-1 0 0,0-1 0 0 0,0 1 1 0 0,0 0-1 0 0,0-1 1 0 0,-1 1-1 0 0,1 0 0 0 0,0-1 1 0 0,0 1-1 0 0,0-1 0 0 0,0 1 1 0 0,0 0-1 0 0,0-1 0 0 0,0 1 1 0 0,0-1-1 0 0,0 1 0 0 0,0 0 1 0 0,0-1-1 0 0,0 1 0 0 0,1-1 1 0 0,-1 1-1 0 0,0 0 0 0 0,0-1 1 0 0,0 1-1 0 0,0 0 1 0 0,1-1-1 0 0,-1 1 0 0 0,0 0 1 0 0,0-1-1 0 0,1 1 0 0 0,-1 0 1 0 0,0 0-1 0 0,0-1 0 0 0,1 1 1 0 0,-1 0-1 0 0,0 0 0 0 0,1-1 1 0 0,-1 1-1 0 0,1 0 0 0 0,62-13 565 0 0,93-15 24 0 0,-146 27-612 0 0,0 1 0 0 0,0 0 1 0 0,0 1-1 0 0,0 0 0 0 0,-1 1 0 0 0,1-1 1 0 0,0 2-1 0 0,-1 0 0 0 0,1 0 1 0 0,-1 0-1 0 0,0 1 0 0 0,0 1 1 0 0,14 8-1 0 0,-11-4-1 0 0,1 0 0 0 0,-1 1 1 0 0,-1 1-1 0 0,0 0 0 0 0,-1 0 1 0 0,0 1-1 0 0,14 21 0 0 0,5 24 9 0 0,-27-54-18 0 0,-1 0 1 0 0,0 1 0 0 0,0-1 0 0 0,0 1 0 0 0,-1-1-1 0 0,1 1 1 0 0,-1-1 0 0 0,0 1 0 0 0,0 0 0 0 0,0-1 0 0 0,-1 1-1 0 0,1-1 1 0 0,-1 1 0 0 0,-1 5 0 0 0,-10 14 39 0 0,10-19-47 0 0,0-1 1 0 0,0 1-1 0 0,0-1 1 0 0,1 1-1 0 0,0 0 1 0 0,-1 0-1 0 0,1 0 0 0 0,1-1 1 0 0,-1 1-1 0 0,0 0 1 0 0,1 7-1 0 0,0-10 28 0 0,0-11-180 0 0,-5-13 32 0 0,-3 18 123 0 0,6 4 0 0 0,1 1 0 0 0,0-1 0 0 0,0 0 0 0 0,0 1 0 0 0,0-1 0 0 0,0 0 0 0 0,0 0 0 0 0,0 0 0 0 0,0 0 0 0 0,0 0 0 0 0,0 0 0 0 0,0 0 0 0 0,1 0 0 0 0,-1 0 0 0 0,0 0 0 0 0,1 0 0 0 0,-1-1 0 0 0,1 1 0 0 0,-1 0 0 0 0,1 0 0 0 0,0-1 0 0 0,-1 1 0 0 0,1 0 0 0 0,0-3 0 0 0,-1 2-4 0 0,0 0-1 0 0,1 0 1 0 0,-1 0 0 0 0,0 0 0 0 0,-1 1 0 0 0,1-1 0 0 0,0 0 0 0 0,0 0-1 0 0,-1 1 1 0 0,1-1 0 0 0,-1 1 0 0 0,1 0 0 0 0,-1-1 0 0 0,0 1 0 0 0,1 0-1 0 0,-1 0 1 0 0,0 0 0 0 0,0 0 0 0 0,0 0 0 0 0,0 0 0 0 0,0 1 0 0 0,0-1-1 0 0,-3 0 1 0 0,-52-14-136 0 0,48 14 123 0 0,-1 0 1 0 0,1 0 0 0 0,0 1 0 0 0,-1 1 0 0 0,1-1-1 0 0,0 2 1 0 0,-1-1 0 0 0,1 1 0 0 0,0 0-1 0 0,0 1 1 0 0,0 0 0 0 0,1 1 0 0 0,-1 0 0 0 0,-8 5-1 0 0,5-2 18 0 0,0 1-1 0 0,0 1 0 0 0,1-1 1 0 0,1 1-1 0 0,0 1 0 0 0,0 0 1 0 0,0 1-1 0 0,-9 14 1 0 0,18-22 15 0 0,-1 1 0 0 0,1 0 0 0 0,0 0 1 0 0,0 0-1 0 0,0 0 0 0 0,1 0 1 0 0,-1 0-1 0 0,1 0 0 0 0,0 0 1 0 0,0 0-1 0 0,1 0 0 0 0,-1 0 0 0 0,1 0 1 0 0,0 0-1 0 0,0 0 0 0 0,0 0 1 0 0,2 4-1 0 0,1-6-17 0 0,0 0 1 0 0,0 0-1 0 0,0 0 0 0 0,1 0 1 0 0,-1 0-1 0 0,0-1 1 0 0,1 0-1 0 0,-1 0 0 0 0,1 0 1 0 0,-1-1-1 0 0,7 1 0 0 0,60-1-51 0 0,-50-1 5 0 0,16 0-556 0 0,0-1-1 0 0,0-2 0 0 0,49-11 1 0 0,10-10-2532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7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41 720 0 0,'-32'8'2401'0'0,"-32"-8"961"0"0,32 6-2242 0 0,64-6 321 0 0,32 6-1041 0 0,0-6-80 0 0,0 0-159 0 0,32 0-81 0 0,-6-12-321 0 0,-26-2-559 0 0,0-21-2161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7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0 720 0 0,'-32'56'4082'0'0,"-32"5"-2801"0"0,64 12-1121 0 0,0 8 160 0 0,32 7 0 0 0,-32-15-240 0 0,64-11-240 0 0,-32-7-1441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33 222 4162 0 0,'-32'0'4629'0'0,"32"-1"-4042"0"0,0 0-580 0 0,0 0 0 0 0,0 0 0 0 0,0 0 1 0 0,0 0-1 0 0,0 0 0 0 0,0 1 1 0 0,1-1-1 0 0,-1 0 0 0 0,0 0 0 0 0,1 0 1 0 0,-1 0-1 0 0,0 0 0 0 0,1 0 0 0 0,-1 1 1 0 0,1-1-1 0 0,0 0 0 0 0,-1 0 1 0 0,1 1-1 0 0,-1-1 0 0 0,1 0 0 0 0,0 1 1 0 0,0-1-1 0 0,-1 0 0 0 0,1 1 1 0 0,0-1-1 0 0,0 1 0 0 0,0 0 0 0 0,-1-1 1 0 0,3 0-1 0 0,-2 1-2 0 0,0 0 0 0 0,0-1 0 0 0,-1 1 1 0 0,1 0-1 0 0,0-1 0 0 0,0 0 0 0 0,0 1 0 0 0,0-1 0 0 0,-1 1 1 0 0,1-1-1 0 0,0 0 0 0 0,-1 0 0 0 0,1 1 0 0 0,0-1 1 0 0,-1 0-1 0 0,1 0 0 0 0,-1 0 0 0 0,1 0 0 0 0,-1 1 0 0 0,1-1 1 0 0,-1 0-1 0 0,0 0 0 0 0,0 0 0 0 0,1 0 0 0 0,-1 0 0 0 0,0 0 1 0 0,0 0-1 0 0,0 0 0 0 0,0-2 0 0 0,-1-22 90 0 0,-1 18-73 0 0,2 1 0 0 0,-1-1-1 0 0,1 0 1 0 0,0 0 0 0 0,0 0-1 0 0,1 0 1 0 0,0 1 0 0 0,0-1-1 0 0,1 0 1 0 0,2-7 0 0 0,5 1 1 0 0,-7 11-8 0 0,0-1 1 0 0,0 0-1 0 0,0 0 0 0 0,-1 0 1 0 0,1 0-1 0 0,-1 0 0 0 0,0 0 1 0 0,1 0-1 0 0,-2-1 0 0 0,1 1 1 0 0,0 0-1 0 0,-1-1 0 0 0,1 1 1 0 0,-1-7-1 0 0,-27 90 345 0 0,17 23 27 0 0,2-65-269 0 0,0 21 4 0 0,8-46-103 0 0,2 0 0 0 0,0 0 0 0 0,4 16 0 0 0,-3-15-14 0 0,0 0-1 0 0,-1 0 0 0 0,1 18 1 0 0,-3-27-74 0 0,0 0 1 0 0,0 0 0 0 0,1 0 0 0 0,-1 0 0 0 0,1 0 0 0 0,0 0 0 0 0,1-1 0 0 0,-1 1 0 0 0,1 0 0 0 0,0-1-1 0 0,0 1 1 0 0,0-1 0 0 0,1 1 0 0 0,-1-1 0 0 0,1 0 0 0 0,0 0 0 0 0,1 0 0 0 0,-1-1 0 0 0,1 1 0 0 0,-1-1-1 0 0,1 0 1 0 0,0 1 0 0 0,0-2 0 0 0,0 1 0 0 0,1-1 0 0 0,-1 1 0 0 0,1-1 0 0 0,-1 0 0 0 0,1-1 0 0 0,0 1-1 0 0,0-1 1 0 0,0 0 0 0 0,0 0 0 0 0,0 0 0 0 0,-1-1 0 0 0,1 0 0 0 0,6 0 0 0 0,-1-8-1360 0 0,17-17-853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4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 2161 0 0,'0'0'4816'0'0,"5"1"-4003"0"0,46 9-104 0 0,-33-7-715 0 0,-1 0 0 0 0,0 1 0 0 0,0 1 0 0 0,0 0 0 0 0,0 1 0 0 0,16 9 0 0 0,-19-6-12 0 0,-1 0 0 0 0,0 1 0 0 0,0 1-1 0 0,-1 0 1 0 0,0 1 0 0 0,-1 0 0 0 0,18 25-1 0 0,-24-30 67 0 0,0 0 0 0 0,-1 1 0 0 0,0 0 0 0 0,0-1-1 0 0,-1 1 1 0 0,1 1 0 0 0,-2-1 0 0 0,1 0 0 0 0,-1 1 0 0 0,-1-1-1 0 0,0 1 1 0 0,0-1 0 0 0,0 1 0 0 0,-1 0 0 0 0,0 0-1 0 0,-3 13 1 0 0,-1-6 46 0 0,0-1 0 0 0,-2 0 0 0 0,0 0 0 0 0,0-1 0 0 0,-1 0 0 0 0,-1 0 0 0 0,-1 0 0 0 0,0-1 0 0 0,0 0 0 0 0,-1-1 0 0 0,-1 0 0 0 0,0-1 0 0 0,-1 0 0 0 0,0 0 0 0 0,0-2-1 0 0,-1 1 1 0 0,-1-2 0 0 0,1 1 0 0 0,-1-2 0 0 0,-1 0 0 0 0,0-1 0 0 0,-15 5 0 0 0,9-5 104 0 0,1-1 0 0 0,-1 0 0 0 0,1-2-1 0 0,-1-1 1 0 0,-38 0 0 0 0,48-2-163 0 0,1-1 0 0 0,-1 0 1 0 0,0 0-1 0 0,1-1 0 0 0,0-1 1 0 0,-1 0-1 0 0,1 0 0 0 0,0-1 0 0 0,1-1 1 0 0,-1 1-1 0 0,1-1 0 0 0,-1-1 1 0 0,-10-9-1 0 0,-39-29 45 0 0,59 43-84 0 0,0 1 3 0 0,0 0 0 0 0,-1 0-1 0 0,1 0 1 0 0,0 0 0 0 0,-1 0 0 0 0,1-1 0 0 0,0 1 0 0 0,0 0 0 0 0,-1 0 0 0 0,1 0 0 0 0,0 0 0 0 0,0-1 0 0 0,0 1 0 0 0,-1 0 0 0 0,1 0-1 0 0,0-1 1 0 0,0 1 0 0 0,0 0 0 0 0,0-1 0 0 0,-1 1 0 0 0,1 0 0 0 0,0 0 0 0 0,0-1 0 0 0,0 1 0 0 0,0 0 0 0 0,0-1 0 0 0,0 1 0 0 0,0 0-1 0 0,0-1 1 0 0,0 1 0 0 0,0 0 0 0 0,0 0 0 0 0,0-1 0 0 0,0 1 0 0 0,0 0 0 0 0,0-1 0 0 0,0 1 0 0 0,1 0 0 0 0,-1-1 0 0 0,0 1 0 0 0,0 0 0 0 0,0 0-1 0 0,0-1 1 0 0,1 1 0 0 0,-1 0 0 0 0,0 0 0 0 0,0 0 0 0 0,0-1 0 0 0,1 1 0 0 0,-1 0 0 0 0,0 0 0 0 0,0 0 0 0 0,1-1 0 0 0,-1 1 0 0 0,0 0-1 0 0,0 0 1 0 0,1 0 0 0 0,19 0 7 0 0,0 2 0 0 0,0 0 0 0 0,0 2 0 0 0,29 8 1 0 0,-7-2 29 0 0,336 90 337 0 0,-170-26-973 0 0,-194-71-166 0 0,1 0 0 0 0,0-1 0 0 0,0-1 0 0 0,1 0 0 0 0,-1-1 0 0 0,21-3 0 0 0,23-9-4770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2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416 121 1441 0 0,'0'0'1614'0'0,"-5"-1"-307"0"0,-46-5 487 0 0,-103 1 1 0 0,140 5-1582 0 0,-20 0 667 0 0,-1 1 1 0 0,-50 9-1 0 0,64-9 236 0 0,20-1-1098 0 0,1 0 1 0 0,-1 0-1 0 0,1-1 0 0 0,0 1 0 0 0,-1 0 1 0 0,1 0-1 0 0,-1 0 0 0 0,1 0 0 0 0,-1 0 1 0 0,1 0-1 0 0,-1 0 0 0 0,0 0 0 0 0,1 0 1 0 0,-1 0-1 0 0,1 0 0 0 0,-1 0 0 0 0,1 0 0 0 0,0 1 1 0 0,-1-1-1 0 0,1 0 0 0 0,-1 0 0 0 0,1 0 1 0 0,-1 1-1 0 0,1-1 0 0 0,-1 0 0 0 0,1 1 1 0 0,0-1-1 0 0,-1 0 0 0 0,1 1 0 0 0,0-1 1 0 0,-1 0-1 0 0,1 1 0 0 0,0-1 0 0 0,-1 1 1 0 0,1-1-1 0 0,0 1 0 0 0,0-1 0 0 0,-1 1 0 0 0,7 0 369 0 0,281-15 1067 0 0,390 0-53 0 0,478 14-414 0 0,-1076 3-1038 0 0,140 2 306 0 0,-179-7-446 0 0,1-1 0 0 0,-1-3 0 0 0,53-13 0 0 0,-79 16-665 0 0,1-1 1 0 0,-1-1-1 0 0,0-1 0 0 0,-1 0 1 0 0,0 0-1 0 0,21-15 0 0 0,-33 21 625 0 0,0-1-1 0 0,0 0 0 0 0,0-1 0 0 0,0 1 0 0 0,0 0 0 0 0,0 0 0 0 0,-1 0 1 0 0,1 0-1 0 0,-1-1 0 0 0,1 1 0 0 0,-1 0 0 0 0,1 0 0 0 0,-1-1 0 0 0,1 1 1 0 0,-1-1-1 0 0,0 1 0 0 0,0 0 0 0 0,0-1 0 0 0,0 1 0 0 0,0-2 0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3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1601 0 0,'131'-36'5678'0'0,"-104"27"-5357"0"0,0 0 0 0 0,0 2-1 0 0,0 1 1 0 0,1 1 0 0 0,0 2-1 0 0,0 1 1 0 0,38 1 0 0 0,-31 4-202 0 0,0 2 1 0 0,-1 1-1 0 0,1 2 1 0 0,-1 1-1 0 0,50 21 1 0 0,-62-20 102 0 0,-1 0-1 0 0,0 2 1 0 0,-1 0 0 0 0,0 1 0 0 0,-1 2-1 0 0,0 0 1 0 0,-1 0 0 0 0,-1 2-1 0 0,17 21 1 0 0,-31-35-175 0 0,0 0-17 0 0,0 1 1 0 0,0-1-1 0 0,0 1 0 0 0,-1-1 1 0 0,0 1-1 0 0,1 0 0 0 0,-1-1 1 0 0,-1 1-1 0 0,1 0 0 0 0,-1 0 1 0 0,1 1-1 0 0,-1-1 0 0 0,0 0 1 0 0,-1 0-1 0 0,1 1 0 0 0,-1-1 1 0 0,0 0-1 0 0,0 1 0 0 0,-1 6 1 0 0,1-10 62 0 0,1-1-89 0 0,-1-1-1 0 0,0 1 1 0 0,0 0 0 0 0,0 0-1 0 0,0 0 1 0 0,0 0-1 0 0,0-1 1 0 0,0 1 0 0 0,1 0-1 0 0,-1 0 1 0 0,0 0-1 0 0,0 0 1 0 0,0-1 0 0 0,0 1-1 0 0,0 0 1 0 0,0 0-1 0 0,0 0 1 0 0,0-1 0 0 0,0 1-1 0 0,0 0 1 0 0,0 0-1 0 0,0 0 1 0 0,0-1 0 0 0,0 1-1 0 0,0 0 1 0 0,-1 0-1 0 0,1 0 1 0 0,0-1 0 0 0,0 1-1 0 0,0 0 1 0 0,0 0-1 0 0,0 0 1 0 0,0 0 0 0 0,0-1-1 0 0,-1 1 1 0 0,1 0-1 0 0,0 0 1 0 0,0 0 0 0 0,0 0-1 0 0,0 0 1 0 0,0-1-1 0 0,-1 1 1 0 0,1 0 0 0 0,0 0-1 0 0,0 0 1 0 0,0 0-1 0 0,-1 0 1 0 0,1 0 0 0 0,0 0-1 0 0,0 0 1 0 0,0 0-1 0 0,-1 0 1 0 0,1 0 0 0 0,0 0-1 0 0,0 0 1 0 0,0 0-1 0 0,-1 0 1 0 0,1 0 0 0 0,0 0-1 0 0,0 0 1 0 0,0 0-1 0 0,-1 0 1 0 0,-262-58-14 0 0,207 48 0 0 0,-1 3 0 0 0,-88-1 0 0 0,130 9 25 0 0,0 0-1 0 0,1 1 1 0 0,-1 0 0 0 0,1 1-1 0 0,0 1 1 0 0,0 0 0 0 0,0 1-1 0 0,1 1 1 0 0,-25 13 0 0 0,28-13 18 0 0,1 1 0 0 0,-1 0 0 0 0,1 0 0 0 0,0 1 0 0 0,1 0 0 0 0,0 1 0 0 0,0-1 0 0 0,1 2 0 0 0,0-1 0 0 0,1 1 0 0 0,0 0 0 0 0,0 0 0 0 0,1 1 0 0 0,-5 15 0 0 0,7-18 35 0 0,1-1 0 0 0,-1 1 0 0 0,2 0 0 0 0,-1 0-1 0 0,1 0 1 0 0,0 0 0 0 0,1 0 0 0 0,0 0 0 0 0,0 0 0 0 0,0 0-1 0 0,1 0 1 0 0,1 0 0 0 0,-1 0 0 0 0,1 0 0 0 0,1 0-1 0 0,-1-1 1 0 0,1 1 0 0 0,1-1 0 0 0,-1 1 0 0 0,1-1-1 0 0,6 8 1 0 0,-2-4 34 0 0,0-1 0 0 0,1 0 0 0 0,0 0 0 0 0,0-1 0 0 0,1 0 0 0 0,0 0 0 0 0,1-1 0 0 0,0 0 0 0 0,0-1 0 0 0,1-1 0 0 0,0 1 0 0 0,0-2 0 0 0,22 8 0 0 0,-4-8-42 0 0,1-1 1 0 0,0-1 0 0 0,0-2-1 0 0,0-1 1 0 0,0-1-1 0 0,0-2 1 0 0,0-1 0 0 0,-1-2-1 0 0,1 0 1 0 0,-1-2 0 0 0,39-16-1 0 0,-33 9-466 0 0,-1-2 0 0 0,-1-1 0 0 0,46-32 0 0 0,-47 26-1384 0 0,-1-2 0 0 0,0-1 0 0 0,29-35 0 0 0,3-2-4947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5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3239 1324 2881 0 0,'-94'-13'4554'0'0,"71"8"-4427"0"0,2 0-1 0 0,-1-2 0 0 0,1 0 0 0 0,0-2 0 0 0,0 0 0 0 0,1-1 0 0 0,-30-21 0 0 0,30 18 45 0 0,-88-60 337 0 0,-174-89 0 0 0,-209-53-213 0 0,-164-77 37 0 0,549 241-238 0 0,-92-47 39 0 0,82 35-16 0 0,-4 4-1 0 0,-1 6 1 0 0,-159-46 0 0 0,271 96-116 0 0,-28-8 34 0 0,-1 1-1 0 0,1 2 0 0 0,-1 1 1 0 0,-59-2-1 0 0,69 8 16 0 0,17 1-16 0 0,0 0 0 0 0,0 0 0 0 0,0 1-1 0 0,1 0 1 0 0,-1 1 0 0 0,0 1 0 0 0,-13 4-1 0 0,0-3 99 0 0,21-4-117 0 0,-1 0-1 0 0,1 0 1 0 0,-1 0 0 0 0,1 1 0 0 0,0 0-1 0 0,-1 0 1 0 0,1 0 0 0 0,0 0-1 0 0,-1 0 1 0 0,-2 3 0 0 0,6-3-23 0 0,1 0 0 0 0,0 0 1 0 0,0 1-1 0 0,0-1 0 0 0,-1 0 1 0 0,1 0-1 0 0,0 0 1 0 0,1 0-1 0 0,-1 0 0 0 0,0 0 1 0 0,0-1-1 0 0,0 1 0 0 0,0 0 1 0 0,1 0-1 0 0,-1-1 0 0 0,0 1 1 0 0,1-1-1 0 0,-1 1 0 0 0,1-1 1 0 0,-1 0-1 0 0,0 1 0 0 0,1-1 1 0 0,-1 0-1 0 0,1 0 1 0 0,1 0-1 0 0,2 1-47 0 0,96 20-838 0 0,-46-12-46 0 0,0-3 1 0 0,64-2 0 0 0,83-3-2677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4285 0 1361 0 0,'-50'12'2841'0'0,"-82"32"0"0"0,26-7-1814 0 0,-266 66 229 0 0,-114 35 529 0 0,12 38 203 0 0,-136 49-805 0 0,427-165-912 0 0,-319 100 168 0 0,329-105-291 0 0,-23 4 60 0 0,-515 186 211 0 0,488-133-472 0 0,212-106-81 0 0,0 1 1 0 0,1 0 0 0 0,-17 14-1 0 0,27-21 93 0 0,-1 1 0 0 0,0 0-1 0 0,1-1 1 0 0,-1 1 0 0 0,1-1-1 0 0,-1 1 1 0 0,1 0 0 0 0,-1-1-1 0 0,1 1 1 0 0,-1 0-1 0 0,1 0 1 0 0,0-1 0 0 0,-1 1-1 0 0,1 0 1 0 0,0 0 0 0 0,0 0-1 0 0,-1-1 1 0 0,1 1 0 0 0,0 0-1 0 0,0 0 1 0 0,0 0 0 0 0,0 0-1 0 0,0-1 1 0 0,0 1 0 0 0,1 0-1 0 0,-1 0 1 0 0,0 0 0 0 0,0 0-1 0 0,0-1 1 0 0,1 1 0 0 0,-1 0-1 0 0,1 0 1 0 0,-1-1 0 0 0,0 1-1 0 0,1 0 1 0 0,-1 0 0 0 0,1-1-1 0 0,-1 1 1 0 0,1-1-1 0 0,0 1 1 0 0,-1 0 0 0 0,1-1-1 0 0,0 1 1 0 0,-1-1 0 0 0,1 0-1 0 0,0 1 1 0 0,0-1 0 0 0,-1 1-1 0 0,1-1 1 0 0,1 0 0 0 0,51 16-1736 0 0,-49-15 1594 0 0,274 42-5220 0 0,-93-33 975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3282 0 0,'32'26'5122'0'0,"-64"-6"-2961"0"0,32 1-1521 0 0,-32-7-640 0 0,32-8-240 0 0,0 0-80 0 0,0 3-240 0 0,0-24-1041 0 0,32-38-2641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5683 0 0,'0'0'2081'0'0,"32"6"-2081"0"0,26 2-161 0 0,-58-1 242 0 0,32-7-1 0 0,0-7-2562 0 0,-32-1-159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4802 0 0,'0'21'2882'0'0,"0"-9"-2963"0"0,32-12-559 0 0,-6 0 320 0 0,6-6-640 0 0,32-14-1922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2721 0 0,'-32'14'2561'0'0,"32"-7"641"0"0,32-1-3442 0 0,0-6-4883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64 114 1201 0 0,'0'-6'2161'0'0,"0"0"-401"0"0,0-2-319 0 0,0 2 720 0 0,-32 0-1361 0 0,0 6 161 0 0,32-14-1842 0 0,128-54-5842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21 4322 0 0,'-96'-7'3442'0'0,"6"7"-1361"0"0,58 0-1201 0 0,0 0-640 0 0,0 0-240 0 0,32 7-80 0 0,0-14-1201 0 0,0-7-4321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 1040 0 0,'-38'11'1575'0'0,"-1"-2"-1"0"0,0-1 0 0 0,0-2 0 0 0,0-2 0 0 0,-50-1 0 0 0,84-3-280 0 0,10 1-681 0 0,150 17 1949 0 0,-113-15-1890 0 0,83-3 1 0 0,-36-2-244 0 0,155 2-29 0 0,-239 0-240 0 0,-5-1-151 0 0,-1 1-1 0 0,1-1 1 0 0,-1 1-1 0 0,1-1 1 0 0,-1 0 0 0 0,1 1-1 0 0,-1-1 1 0 0,0 1 0 0 0,1-1-1 0 0,-1 1 1 0 0,0 0-1 0 0,1-1 1 0 0,-1 1 0 0 0,0-1-1 0 0,1 1 1 0 0,-1 0 0 0 0,0 0-1 0 0,0 0 1 0 0,1-1-1 0 0,-1 1 1 0 0,0 0 0 0 0,0 0-1 0 0,0 0 1 0 0,1 0 0 0 0,-1 0-1 0 0,-1 1 1 0 0,-33-1 78 0 0,25 0-20 0 0,-74 2 66 0 0,-1 3 1 0 0,-150 30-1 0 0,171-16-120 0 0,32-6-39 0 0,27-12-28 0 0,4 0 49 0 0,1-1 0 0 0,0 0 0 0 0,0 0 0 0 0,0 0 0 0 0,0 0 0 0 0,0 1-1 0 0,0-1 1 0 0,-1 0 0 0 0,1 0 0 0 0,0 0 0 0 0,0 1 0 0 0,0-1 0 0 0,0 0 0 0 0,0 0 0 0 0,0 1-1 0 0,0-1 1 0 0,0 0 0 0 0,0 0 0 0 0,0 0 0 0 0,0 1 0 0 0,0-1 0 0 0,0 0 0 0 0,0 0 0 0 0,0 1-1 0 0,0-1 1 0 0,0 0 0 0 0,1 0 0 0 0,-1 0 0 0 0,0 1 0 0 0,0-1 0 0 0,0 0 0 0 0,0 0 0 0 0,0 0-1 0 0,0 0 1 0 0,1 1 0 0 0,-1-1 0 0 0,0 0 0 0 0,0 0 0 0 0,0 0 0 0 0,1 0 0 0 0,-1 0-1 0 0,0 1 1 0 0,0-1 0 0 0,0 0 0 0 0,1 0 0 0 0,-1 0 0 0 0,0 0 0 0 0,0 0 0 0 0,0 0 0 0 0,1 0-1 0 0,-1 0 1 0 0,0 0 0 0 0,0 0 0 0 0,1 0 0 0 0,-1 0 0 0 0,0 0 0 0 0,0 0 0 0 0,0 0 0 0 0,1 0-1 0 0,38 17 16 0 0,103 51 194 0 0,-99-44-162 0 0,50 19-1 0 0,-1-1-31 0 0,-56-21 13 0 0,46 36 0 0 0,-50-34-15 0 0,-24-18-7 0 0,1 2 0 0 0,-1-1 0 0 0,0 1 0 0 0,0 0 0 0 0,-1 1 0 0 0,0 0 0 0 0,-1 0 0 0 0,1 0 0 0 0,-2 1 0 0 0,1 0 0 0 0,-1 0 0 0 0,8 19 0 0 0,-12-24 0 0 0,0 0-1 0 0,-1 0 1 0 0,1 0-1 0 0,-1 0 1 0 0,0 0 0 0 0,0 0-1 0 0,0 0 1 0 0,0 0-1 0 0,0 0 1 0 0,-1 0 0 0 0,0 0-1 0 0,0 0 1 0 0,0-1-1 0 0,-3 7 1 0 0,1-4-1 0 0,0-1 1 0 0,0 0-1 0 0,-1-1 0 0 0,0 1 1 0 0,0-1-1 0 0,0 0 0 0 0,0 0 1 0 0,0 0-1 0 0,-1 0 0 0 0,0-1 1 0 0,0 1-1 0 0,-7 2 0 0 0,-2 1-8 0 0,-1-1-1 0 0,0 0 0 0 0,0-1 1 0 0,0-1-1 0 0,0 0 0 0 0,-1-1 1 0 0,-18 1-1 0 0,-114-1-101 0 0,100-4 89 0 0,-22-2 10 0 0,65 2-118 0 0,1 1-1 0 0,0-1 1 0 0,-1 0-1 0 0,1-1 1 0 0,0 1-1 0 0,0-1 1 0 0,0 1-1 0 0,0-1 1 0 0,0 0 0 0 0,0-1-1 0 0,0 1 1 0 0,-4-5-1 0 0,7 7 83 0 0,1-1-1 0 0,0 1 1 0 0,-1 0 0 0 0,1-1-1 0 0,0 1 1 0 0,-1-1-1 0 0,1 1 1 0 0,0-1 0 0 0,0 1-1 0 0,-1-1 1 0 0,1 1-1 0 0,0-1 1 0 0,0 0 0 0 0,0 1-1 0 0,0-1 1 0 0,0 1-1 0 0,-1-1 1 0 0,1 1 0 0 0,0-1-1 0 0,0 0 1 0 0,1 1 0 0 0,-1-1-1 0 0,0 1 1 0 0,0-1-1 0 0,0 1 1 0 0,0-1 0 0 0,0 1-1 0 0,1-1 1 0 0,-1 0-1 0 0,0 1 1 0 0,0-1 0 0 0,1 1-1 0 0,-1 0 1 0 0,0-1 0 0 0,1 1-1 0 0,-1-1 1 0 0,1 0-1 0 0,23-17-1058 0 0,-16 12 705 0 0,188-114-6002 0 0,-20 29 320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9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36 240 0 0,'-1'1'191'0'0,"-1"0"1"0"0,1 0-1 0 0,0 0 0 0 0,0-1 0 0 0,0 1 1 0 0,-1 0-1 0 0,1-1 0 0 0,0 1 1 0 0,0-1-1 0 0,-1 0 0 0 0,1 1 0 0 0,0-1 1 0 0,-1 0-1 0 0,1 0 0 0 0,-1 0 0 0 0,1 0 1 0 0,0 0-1 0 0,-1 0 0 0 0,-1-1 0 0 0,-28 0 1213 0 0,-33-24 1598 0 0,64 25-2985 0 0,-1 0 1 0 0,1 0 0 0 0,0 0-1 0 0,-1 0 1 0 0,1 0 0 0 0,0-1 0 0 0,0 1-1 0 0,-1 0 1 0 0,1 0 0 0 0,0 0-1 0 0,0 0 1 0 0,-1-1 0 0 0,1 1 0 0 0,0 0-1 0 0,0 0 1 0 0,-1 0 0 0 0,1-1-1 0 0,0 1 1 0 0,0 0 0 0 0,0 0 0 0 0,0-1-1 0 0,-1 1 1 0 0,1 0 0 0 0,0-1-1 0 0,0 1 1 0 0,0 0 0 0 0,0-1 0 0 0,0 1-1 0 0,0 0 1 0 0,0 0 0 0 0,0-1-1 0 0,0 1 1 0 0,0 0 0 0 0,0-1 0 0 0,0 1-1 0 0,0 0 1 0 0,0-1 0 0 0,0 1-1 0 0,0 0 1 0 0,0-1 0 0 0,0 1 0 0 0,0 0-1 0 0,1 0 1 0 0,-1-1 0 0 0,0 1-1 0 0,0 0 1 0 0,0 0 0 0 0,1-1 0 0 0,-1 1-1 0 0,0 0 1 0 0,0 0 0 0 0,0-1 0 0 0,1 1-1 0 0,-1 0 1 0 0,0 0 0 0 0,0 0-1 0 0,1 0 1 0 0,-1-1 0 0 0,0 1 0 0 0,1 0-1 0 0,-1 0 1 0 0,0 0 0 0 0,1 0-1 0 0,6-1 6 0 0,-1 0 0 0 0,1 1-1 0 0,0 0 1 0 0,0 0 0 0 0,-1 0-1 0 0,1 1 1 0 0,0 0 0 0 0,-1 1-1 0 0,1-1 1 0 0,-1 1 0 0 0,1 0-1 0 0,-1 1 1 0 0,0 0-1 0 0,0 0 1 0 0,0 0 0 0 0,0 1-1 0 0,7 5 1 0 0,2 4 8 0 0,0 0-1 0 0,0 1 1 0 0,-2 1-1 0 0,25 32 1 0 0,-34-41-11 0 0,0 0 0 0 0,-1 0 0 0 0,1 0 0 0 0,-1 1 0 0 0,0-1 0 0 0,-1 1 0 0 0,0 0 0 0 0,0 0 0 0 0,0-1 0 0 0,-1 1 0 0 0,0 1 0 0 0,0-1 0 0 0,-1 0 0 0 0,0 0 0 0 0,0 8 0 0 0,0-14-16 0 0,0 0 0 0 0,0 1 0 0 0,0-1 0 0 0,0 0 1 0 0,0 0-1 0 0,0 0 0 0 0,0 0 0 0 0,-1 1 0 0 0,1-1 0 0 0,0 0 1 0 0,0 0-1 0 0,-1 0 0 0 0,1 0 0 0 0,-1 0 0 0 0,1 0 0 0 0,-1 0 0 0 0,0 0 1 0 0,1 0-1 0 0,-1 0 0 0 0,0 0 0 0 0,0 0 0 0 0,1 0 0 0 0,-1-1 1 0 0,0 1-1 0 0,0 0 0 0 0,0-1 0 0 0,0 1 0 0 0,0 0 0 0 0,0-1 1 0 0,0 1-1 0 0,0-1 0 0 0,0 0 0 0 0,-1 1 0 0 0,-1-1 0 0 0,-1 2 11 0 0,-2 5 94 0 0,1-2 22 0 0,-12-7-24 0 0,0-1 1 0 0,1 0-1 0 0,-1-1 1 0 0,1-1-1 0 0,-31-13 1 0 0,32 12-76 0 0,-1-1-1 0 0,1 2 1 0 0,-1 0-1 0 0,0 1 1 0 0,0 0-1 0 0,0 2 1 0 0,0 0-1 0 0,-1 0 1 0 0,-23 2-1 0 0,33 1 29 0 0,0 0 0 0 0,1 0 0 0 0,-1 1 0 0 0,0 0 0 0 0,1 0 0 0 0,0 1 0 0 0,-1-1 0 0 0,1 1 0 0 0,-9 6 0 0 0,13-7-23 0 0,1-1-1 0 0,-1 1 0 0 0,1 0 1 0 0,-1-1-1 0 0,1 1 0 0 0,-1 0 0 0 0,1 0 1 0 0,0 0-1 0 0,0 0 0 0 0,0 0 0 0 0,0 0 1 0 0,0 1-1 0 0,1-1 0 0 0,-1 0 1 0 0,0 0-1 0 0,1 0 0 0 0,0 1 0 0 0,0-1 1 0 0,-1 0-1 0 0,1 1 0 0 0,1-1 0 0 0,-1 0 1 0 0,0 1-1 0 0,0-1 0 0 0,1 0 1 0 0,0 0-1 0 0,-1 0 0 0 0,1 1 0 0 0,0-1 1 0 0,0 0-1 0 0,1 2 0 0 0,2 2 8 0 0,-1 0 0 0 0,1 0-1 0 0,0-1 1 0 0,1 0 0 0 0,-1 0 0 0 0,1 0 0 0 0,0 0-1 0 0,0-1 1 0 0,1 1 0 0 0,-1-1 0 0 0,1-1-1 0 0,0 1 1 0 0,0-1 0 0 0,0 0 0 0 0,0 0-1 0 0,1-1 1 0 0,11 3 0 0 0,3 0-50 0 0,0 0 1 0 0,0-2-1 0 0,1 0 1 0 0,33-1 0 0 0,-22-3-460 0 0,1-1 1 0 0,-1-2 0 0 0,0-1 0 0 0,36-12-1 0 0,-50 12-363 0 0,0-1-1 0 0,-1 0 0 0 0,0-2 1 0 0,-1 0-1 0 0,1-1 0 0 0,-2-1 0 0 0,30-22 1 0 0,-40 26 83 0 0,0 0 0 0 0,-1 0 0 0 0,0-1 1 0 0,0 1-1 0 0,-1-1 0 0 0,7-14 0 0 0,-10 20 703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49:59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1281 0 0,'-34'11'2066'0'0,"-7"3"696"0"0,-49 9 0 0 0,53-14-2173 0 0,25-6-381 0 0,1-1 0 0 0,-1 0-1 0 0,0 0 1 0 0,-16 0-1 0 0,24-2 967 0 0,8 0-600 0 0,183 19 1973 0 0,159 1-2880 0 0,-249-17-2684 0 0,-79-3 933 0 0,-1-1 1 0 0,1-1-1 0 0,19-3 0 0 0,-32 3-624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0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6803 0 0,'-64'21'3522'0'0,"7"5"-2402"0"0,57-18 161 0 0,89-2-1 0 0,39 15-559 0 0,96-1-401 0 0,32-14-160 0 0,-6-6-160 0 0,70 6-960 0 0,32 2-2722 0 0,-7 5-3762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1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98 142 1841 0 0,'-16'5'2561'0'0,"12"-3"-2105"0"0,0 0 1 0 0,-1-1 0 0 0,1 0-1 0 0,-1 0 1 0 0,0 0-1 0 0,1 0 1 0 0,-1-1-1 0 0,-7 0 1 0 0,-15-6 1664 0 0,27 6-2092 0 0,-1 0 0 0 0,1 0 0 0 0,-1-1 0 0 0,1 1 0 0 0,0 0 0 0 0,-1-1 0 0 0,1 1 0 0 0,-1-1 0 0 0,1 1 1 0 0,0 0-1 0 0,-1-1 0 0 0,1 1 0 0 0,0-1 0 0 0,0 1 0 0 0,-1-1 0 0 0,1 1 0 0 0,0-1 0 0 0,0 1 0 0 0,0-1 1 0 0,0 1-1 0 0,-1-1 0 0 0,1 1 0 0 0,0-1 0 0 0,0 1 0 0 0,0-1 0 0 0,0 1 0 0 0,0-1 0 0 0,0 1 0 0 0,0-1 1 0 0,1 1-1 0 0,-1-1 0 0 0,0 1 0 0 0,0-2 0 0 0,6-17 422 0 0,-3 16-375 0 0,0 0 1 0 0,-1 0-1 0 0,1 0 0 0 0,-1 0 0 0 0,0-1 1 0 0,0 1-1 0 0,0-1 0 0 0,-1 1 0 0 0,1-1 0 0 0,-1 1 1 0 0,0-1-1 0 0,1 0 0 0 0,-2 0 0 0 0,1 0 1 0 0,0 1-1 0 0,-1-1 0 0 0,0 0 0 0 0,0 0 0 0 0,0 0 1 0 0,-1-6-1 0 0,2-4 82 0 0,-1-1 161 0 0,0 15-312 0 0,0-1-1 0 0,0 1 0 0 0,0 0 1 0 0,0 0-1 0 0,0 0 0 0 0,0-1 1 0 0,0 1-1 0 0,0 0 0 0 0,0 0 1 0 0,0 0-1 0 0,0 0 0 0 0,-1 0 1 0 0,1-1-1 0 0,0 1 0 0 0,0 0 1 0 0,0 0-1 0 0,0 0 0 0 0,0 0 1 0 0,0 0-1 0 0,0-1 0 0 0,-1 1 1 0 0,1 0-1 0 0,0 0 0 0 0,0 0 1 0 0,0 0-1 0 0,0 0 0 0 0,0 0 1 0 0,-1 0-1 0 0,1 0 0 0 0,0 0 1 0 0,0 0-1 0 0,0-1 0 0 0,0 1 1 0 0,-1 0-1 0 0,1 0 0 0 0,0 0 1 0 0,0 0-1 0 0,0 0 0 0 0,0 0 1 0 0,-1 0-1 0 0,1 0 0 0 0,0 0 1 0 0,0 1-1 0 0,0-1 0 0 0,0 0 1 0 0,-1 0-1 0 0,1 0 0 0 0,0 0 1 0 0,0 0-1 0 0,0 0 0 0 0,-8 3 0 0 0,-6 5 39 0 0,9 21 64 0 0,5 178 305 0 0,0-203-402 0 0,0 0 0 0 0,1-1 0 0 0,-1 1 1 0 0,1 0-1 0 0,0-1 0 0 0,0 1 0 0 0,0-1 0 0 0,0 1 0 0 0,1-1 0 0 0,-1 1 1 0 0,1-1-1 0 0,3 5 0 0 0,-3-5-19 0 0,0 0 0 0 0,0 0 0 0 0,0 0 0 0 0,-1 0 0 0 0,0 0 0 0 0,1 0 0 0 0,-1 0 0 0 0,0 1 0 0 0,-1-1 0 0 0,1 1 0 0 0,-1-1 0 0 0,1 6 0 0 0,-1-7-1 0 0,0 1 1 0 0,1 0-1 0 0,-1 0 1 0 0,1 0-1 0 0,-1 0 0 0 0,1 0 1 0 0,0-1-1 0 0,0 1 1 0 0,0 0-1 0 0,1-1 1 0 0,-1 1-1 0 0,1-1 1 0 0,2 5-1 0 0,8 11 34 0 0,-5 2-25 0 0,0-1 1 0 0,5 26 0 0 0,4 14-61 0 0,38 88 246 0 0,-44-102-214 0 0,2-23 17 0 0,-10-20 17 0 0,0 1 0 0 0,-1 1 0 0 0,1-1 0 0 0,-1 0 0 0 0,1 0 0 0 0,-1 1 0 0 0,0-1 0 0 0,0 0-1 0 0,0 1 1 0 0,-1-1 0 0 0,1 1 0 0 0,-1 5 0 0 0,-5-10 60 0 0,3 1-64 0 0,1 0 0 0 0,-1 0-1 0 0,1 0 1 0 0,-1-1 0 0 0,1 1 0 0 0,0-1 0 0 0,-1 1 0 0 0,1-1-1 0 0,0 1 1 0 0,-1-1 0 0 0,1 0 0 0 0,0 1 0 0 0,0-1 0 0 0,0 0-1 0 0,0 0 1 0 0,0 0 0 0 0,0 0 0 0 0,0 0 0 0 0,0 0-1 0 0,0 0 1 0 0,0-1 0 0 0,0 1 0 0 0,1 0 0 0 0,-1 0 0 0 0,0-1-1 0 0,1 1 1 0 0,-1 0 0 0 0,1-1 0 0 0,0 1 0 0 0,-1-1-1 0 0,1 1 1 0 0,0 0 0 0 0,0-1 0 0 0,0 1 0 0 0,0-1 0 0 0,0 1-1 0 0,0-1 1 0 0,0 1 0 0 0,1-1 0 0 0,-1 1 0 0 0,0 0 0 0 0,1-1-1 0 0,-1 1 1 0 0,1 0 0 0 0,-1-1 0 0 0,1 1 0 0 0,0 0-1 0 0,0 0 1 0 0,-1 0 0 0 0,1-1 0 0 0,2-1 0 0 0,8-16 10 0 0,-4 6 0 0 0,1 0 1 0 0,1 0-1 0 0,0 0 0 0 0,17-17 1 0 0,5 1-22 0 0,2 2 1 0 0,1 0-1 0 0,2 3 0 0 0,0 1 1 0 0,1 1-1 0 0,53-21 0 0 0,-54 31 4 0 0,-19 7-14 0 0,0-1 0 0 0,0-1 0 0 0,19-10 0 0 0,-33 15 21 0 0,0 1-1 0 0,-1-1 0 0 0,1 0 0 0 0,0 0 0 0 0,-1 0 0 0 0,1 0 0 0 0,-1 0 1 0 0,0-1-1 0 0,0 1 0 0 0,0-1 0 0 0,0 1 0 0 0,0-1 0 0 0,0 0 0 0 0,-1 0 1 0 0,1 0-1 0 0,-1 0 0 0 0,0 0 0 0 0,0 0 0 0 0,0 0 0 0 0,0 0 0 0 0,0-1 1 0 0,-1-4-1 0 0,0-60-2 0 0,0 67 0 0 0,0 0 1 0 0,0 0-1 0 0,0 1 1 0 0,0-1-1 0 0,0 0 0 0 0,-1 0 1 0 0,1 0-1 0 0,0 1 1 0 0,-1-1-1 0 0,1 0 1 0 0,0 0-1 0 0,-1 1 1 0 0,1-1-1 0 0,-1 0 0 0 0,1 1 1 0 0,-1-1-1 0 0,0 1 1 0 0,1-1-1 0 0,-1 0 1 0 0,0 1-1 0 0,1-1 1 0 0,-1 1-1 0 0,0 0 0 0 0,1-1 1 0 0,-1 1-1 0 0,0 0 1 0 0,0-1-1 0 0,0 1 1 0 0,1 0-1 0 0,-1 0 1 0 0,0 0-1 0 0,0-1 0 0 0,-1 1 1 0 0,-5-2-3 0 0,-25-17 2 0 0,29 14 18 0 0,3 4-17 0 0,0 1 1 0 0,0 0-1 0 0,0-1 0 0 0,0 1 0 0 0,-1-1 0 0 0,1 1 1 0 0,0 0-1 0 0,0-1 0 0 0,0 1 0 0 0,0 0 0 0 0,-1-1 0 0 0,1 1 1 0 0,0 0-1 0 0,0-1 0 0 0,-1 1 0 0 0,1 0 0 0 0,0 0 0 0 0,-1-1 1 0 0,1 1-1 0 0,0 0 0 0 0,-1 0 0 0 0,1 0 0 0 0,0-1 0 0 0,-1 1 1 0 0,1 0-1 0 0,0 0 0 0 0,-1 0 0 0 0,1 0 0 0 0,-1 0 0 0 0,0-1-1 0 0,1 1-1 0 0,-1 0 0 0 0,0 0 0 0 0,0 0 1 0 0,0 0-1 0 0,1-1 0 0 0,-1 1 0 0 0,0 0 1 0 0,0 1-1 0 0,1-1 0 0 0,-1 0 0 0 0,0 0 1 0 0,0 0-1 0 0,0 0 0 0 0,1 0 0 0 0,-1 1 0 0 0,0-1 1 0 0,1 0-1 0 0,-1 1 0 0 0,0-1 0 0 0,0 1 1 0 0,1-1-1 0 0,-1 1 0 0 0,1-1 0 0 0,-1 1 1 0 0,0-1-1 0 0,1 1 0 0 0,-1-1 0 0 0,1 1 1 0 0,-1 0-1 0 0,1-1 0 0 0,0 1 0 0 0,-1 0 1 0 0,1-1-1 0 0,0 1 0 0 0,-1 1 0 0 0,-2 38-11 0 0,3-27 26 0 0,0 21 34 0 0,-1-13 10 0 0,0 1 0 0 0,2 0 0 0 0,6 34 0 0 0,14 14 35 0 0,-10 10 1 0 0,-3-38-31 0 0,-2-16-13 0 0,-1 0 0 0 0,2 55 0 0 0,-5-55-112 0 0,0 0 0 0 0,2 1-1 0 0,10 35 1 0 0,-9-38-116 0 0,1 6-268 0 0,-5-22 176 0 0,0 1 0 0 0,1-1 1 0 0,0 0-1 0 0,0 0 0 0 0,6 12 0 0 0,-6-17 69 0 0,0-1 0 0 0,0 1 0 0 0,0 0 0 0 0,0 0 0 0 0,0-1 0 0 0,1 1 0 0 0,-1-1 0 0 0,1 0 0 0 0,0 0 0 0 0,0 0 0 0 0,0 0 0 0 0,0 0 0 0 0,0-1 0 0 0,0 1 0 0 0,0-1 1 0 0,0 0-1 0 0,6 2 0 0 0,49 3-2561 0 0,6-10-1239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1 800 0 0,'-27'5'1975'0'0,"27"-5"-1884"0"0,0 0 1 0 0,0 0-1 0 0,-1 0 1 0 0,1 0-1 0 0,0 0 1 0 0,0 0-1 0 0,-1 0 1 0 0,1 0-1 0 0,0 0 1 0 0,0 0-1 0 0,-1 0 1 0 0,1 0-1 0 0,0 1 1 0 0,0-1-1 0 0,0 0 1 0 0,-1 0-1 0 0,1 0 1 0 0,0 0-1 0 0,0 0 1 0 0,0 1-1 0 0,-1-1 1 0 0,1 0-1 0 0,0 0 1 0 0,0 0-1 0 0,0 1 1 0 0,0-1-1 0 0,0 0 1 0 0,0 0-1 0 0,-1 1 1 0 0,1-1-1 0 0,0 0 1 0 0,0 0-1 0 0,0 1 1 0 0,0-1-1 0 0,0 0 1 0 0,0 0 0 0 0,0 1-1 0 0,0-1 1 0 0,0 0-1 0 0,0 0 1 0 0,0 1-1 0 0,-4 6 854 0 0,-18-6 96 0 0,17 2 140 0 0,0 1-428 0 0,-22 1 221 0 0,54-11-160 0 0,-2 3-51 0 0,-20 2-701 0 0,0 1 1 0 0,0-1-1 0 0,0 1 1 0 0,0 0-1 0 0,1 0 1 0 0,7 1-1 0 0,-6 1-25 0 0,0 0-1 0 0,-1 0 0 0 0,1 1 1 0 0,-1 0-1 0 0,0 0 0 0 0,0 0 1 0 0,0 1-1 0 0,0 0 1 0 0,0 0-1 0 0,6 6 0 0 0,-12-10-33 0 0,22 16 72 0 0,-1 0 0 0 0,-1 1 0 0 0,0 2 0 0 0,-1 0 1 0 0,17 23-1 0 0,-20 2 5 0 0,-5-24-96 0 0,-9-17 14 0 0,0 0 0 0 0,0 0 0 0 0,0 0 0 0 0,-1 0 0 0 0,1 0 0 0 0,-1 1 0 0 0,0-1 0 0 0,0 1 0 0 0,0-1 0 0 0,-1 1 0 0 0,1 5 0 0 0,-1-10 3 0 0,0 0-1 0 0,0 1 1 0 0,-1-1 0 0 0,1 0 0 0 0,0 1-1 0 0,0-1 1 0 0,-1 1 0 0 0,1-1 0 0 0,0 1-1 0 0,-1-1 1 0 0,1 1 0 0 0,0-1 0 0 0,-1 1-1 0 0,1-1 1 0 0,-1 1 0 0 0,1-1 0 0 0,-1 1-1 0 0,1 0 1 0 0,-1-1 0 0 0,1 1-1 0 0,-1 0 1 0 0,1-1 0 0 0,-1 1 0 0 0,0 0-1 0 0,1 0 1 0 0,-1 0 0 0 0,1-1 0 0 0,-1 1-1 0 0,0 0 1 0 0,1 0 0 0 0,-1 0 0 0 0,1 0-1 0 0,-1 0 1 0 0,0 0 0 0 0,0 0 0 0 0,-19-5-55 0 0,4-5 38 0 0,0 2-1 0 0,-1 0 1 0 0,0 0-1 0 0,0 2 1 0 0,0 0-1 0 0,-27-4 0 0 0,37 8 14 0 0,0 1 0 0 0,-1 1 0 0 0,1-1 0 0 0,-1 1 0 0 0,1 1 0 0 0,0-1 0 0 0,-1 1 0 0 0,-11 4 0 0 0,15-4 3 0 0,0 0 1 0 0,1 1-1 0 0,-1-1 1 0 0,1 1 0 0 0,-1 0-1 0 0,1 0 1 0 0,0 1-1 0 0,0-1 1 0 0,0 1-1 0 0,0-1 1 0 0,0 1-1 0 0,1 0 1 0 0,-1 0 0 0 0,1 0-1 0 0,0 0 1 0 0,0 1-1 0 0,-3 4 1 0 0,5-6 2 0 0,-1-1 1 0 0,0 1-1 0 0,1 0 0 0 0,-1-1 1 0 0,1 1-1 0 0,0 0 0 0 0,-1-1 1 0 0,1 1-1 0 0,0 0 0 0 0,0 0 1 0 0,0-1-1 0 0,0 1 0 0 0,1 0 1 0 0,-1-1-1 0 0,0 1 0 0 0,1 0 1 0 0,-1-1-1 0 0,1 1 0 0 0,-1 0 1 0 0,1-1-1 0 0,0 1 0 0 0,1 2 1 0 0,29 28 61 0 0,-11-14-60 0 0,-17-15 1 0 0,-1-1-1 0 0,2 1 1 0 0,-1-1 0 0 0,0 0 0 0 0,0 1 0 0 0,1-2 0 0 0,-1 1 0 0 0,1 0 0 0 0,0-1 0 0 0,-1 0 0 0 0,1 1 0 0 0,0-1 0 0 0,0-1 0 0 0,0 1 0 0 0,0-1 0 0 0,0 1 0 0 0,0-1-1 0 0,5-1 1 0 0,24 4 15 0 0,14-1-741 0 0,0-2 0 0 0,0-2 0 0 0,0-3 0 0 0,87-18 0 0 0,-110 18 398 0 0,216-42-5200 0 0,-165 25 2347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7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61 2081 0 0,'-59'-23'3081'0'0,"33"13"-1907"0"0,26 10-1171 0 0,0 0 0 0 0,0 0 1 0 0,0-1-1 0 0,0 1 0 0 0,1 0 0 0 0,-1 0 0 0 0,0 0 0 0 0,0 0 0 0 0,0 0 0 0 0,1-1 0 0 0,-1 1 1 0 0,0 0-1 0 0,0 0 0 0 0,0 0 0 0 0,1 0 0 0 0,-1 0 0 0 0,0 0 0 0 0,0 0 0 0 0,0 0 0 0 0,1 0 1 0 0,-1 0-1 0 0,0 0 0 0 0,0 0 0 0 0,0 0 0 0 0,1 0 0 0 0,-1 0 0 0 0,0 0 0 0 0,0 0 1 0 0,0 0-1 0 0,1 0 0 0 0,-1 0 0 0 0,0 0 0 0 0,0 0 0 0 0,0 0 0 0 0,1 1 0 0 0,-1-1 0 0 0,0 0 1 0 0,0 0-1 0 0,0 0 0 0 0,1 0 0 0 0,-25-6 43 0 0,2 0 180 0 0,22 6-184 0 0,0 0 0 0 0,-1 0 0 0 0,1 0 0 0 0,0-1 0 0 0,-1 1-1 0 0,1 0 1 0 0,-1-1 0 0 0,1 1 0 0 0,0 0 0 0 0,0-1-1 0 0,-1 1 1 0 0,1 0 0 0 0,0-1 0 0 0,0 1 0 0 0,-1 0 0 0 0,1-1-1 0 0,0 1 1 0 0,0-1 0 0 0,0 1 0 0 0,0-1 0 0 0,-1 1 0 0 0,1-1-1 0 0,0 1 1 0 0,0 0 0 0 0,0-1 0 0 0,0 1 0 0 0,0-1-1 0 0,1-3 1204 0 0,-1 8-459 0 0,5-1-119 0 0,80 7 1343 0 0,-31-6-1392 0 0,-2 1-514 0 0,307 20 2183 0 0,-173-27-4212 0 0,-138-2-1717 0 0,74-15 1 0 0,-122 19 3556 0 0,1 0 0 0 0,-1 0 0 0 0,0 0-1 0 0,1 0 1 0 0,-1 0 0 0 0,1 0 0 0 0,-1 0-1 0 0,0 0 1 0 0,1 0 0 0 0,-1 0 0 0 0,0 0 0 0 0,1 0-1 0 0,-1 0 1 0 0,1 0 0 0 0,-1 0 0 0 0,0-1-1 0 0,1 1 1 0 0,-1 0 0 0 0,0 0 0 0 0,0 0 0 0 0,1-1-1 0 0,-1 1 1 0 0,0 0 0 0 0,1 0 0 0 0,-1-1-1 0 0,0 1 1 0 0,0 0 0 0 0,0 0 0 0 0,1-1 0 0 0,-1 1-1 0 0,0 0 1 0 0,0-1 0 0 0,0 1 0 0 0,0 0-1 0 0,1-1 1 0 0,-1-6-2783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7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1921 0 0,'0'28'2801'0'0,"-32"40"-240"0"0,32 5-1520 0 0,-32 0-881 0 0,32 3-160 0 0,32 5 160 0 0,-32-8-80 0 0,32-5-80 0 0,-32-13-640 0 0,32-29-561 0 0,0-14-1440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8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188 212 560 0 0,'5'0'816'0'0,"15"-1"-57"0"0,-13-7 3069 0 0,-8 8-3770 0 0,1-1 1 0 0,0 1-1 0 0,-1-1 1 0 0,1 1-1 0 0,0 0 1 0 0,-1-1-1 0 0,1 1 1 0 0,-1-1-1 0 0,1 1 1 0 0,0 0-1 0 0,-1 0 1 0 0,1-1-1 0 0,-1 1 1 0 0,1 0-1 0 0,-1 0 1 0 0,1 0-1 0 0,-1-1 1 0 0,1 1-1 0 0,-1 0 1 0 0,1 0-1 0 0,-1 0 1 0 0,1 0-1 0 0,-1 0 1 0 0,0 0-1 0 0,1 0 1 0 0,-1 0-1 0 0,1 0 1 0 0,-1 0-1 0 0,1 1 1 0 0,-1-1-1 0 0,0 0-20 0 0,0 0-1 0 0,1 1 0 0 0,-1-1 0 0 0,1 0 0 0 0,-1 0 1 0 0,1 0-1 0 0,-1 0 0 0 0,0 0 0 0 0,1 0 0 0 0,-1 0 1 0 0,1 0-1 0 0,-1 0 0 0 0,1 0 0 0 0,-1 0 1 0 0,1-1-1 0 0,-1 1 0 0 0,0 0 0 0 0,1 0 0 0 0,-1 0 1 0 0,1-1-1 0 0,-1 1 0 0 0,1 0 0 0 0,-1-1 0 0 0,1 1 1 0 0,0 0-1 0 0,-1-1 0 0 0,1 1 0 0 0,-1-1 0 0 0,1 1 1 0 0,0-1-1 0 0,-1 1 0 0 0,1-1 0 0 0,-1 0 8 0 0,0 0 1 0 0,0 0-1 0 0,0 0 0 0 0,0 0 0 0 0,0 0 1 0 0,0 0-1 0 0,0 0 0 0 0,0 0 0 0 0,0 0 1 0 0,0 1-1 0 0,0-1 0 0 0,-1 1 0 0 0,1-1 1 0 0,0 1-1 0 0,0-1 0 0 0,-1 1 1 0 0,1-1-1 0 0,-2 1 0 0 0,-1-1 82 0 0,-33-25 367 0 0,31 23-464 0 0,1 0 1 0 0,0-1-1 0 0,0 1 1 0 0,0-1-1 0 0,1 0 1 0 0,-1-1-1 0 0,1 1 1 0 0,-4-6-1 0 0,-4-4 29 0 0,10 10-30 0 0,1 0-1 0 0,-1 0 1 0 0,1 0 0 0 0,0 0-1 0 0,0 0 1 0 0,1-1-1 0 0,-1 1 1 0 0,1 0-1 0 0,0-1 1 0 0,0 1-1 0 0,0-1 1 0 0,1 1 0 0 0,1-5-1 0 0,-1-7 39 0 0,0 0 126 0 0,0 18 356 0 0,-3 11 68 0 0,-4-4-522 0 0,4-7-74 0 0,0 0 0 0 0,-1 1 0 0 0,1-1 0 0 0,0 0 0 0 0,0 1-1 0 0,0-1 1 0 0,1 1 0 0 0,-1 0 0 0 0,0 0 0 0 0,1 0 0 0 0,0 0 0 0 0,0 0 0 0 0,0 0-1 0 0,0 0 1 0 0,0 0 0 0 0,1 0 0 0 0,-1 0 0 0 0,1 0 0 0 0,0 1 0 0 0,0-1 0 0 0,0 0 0 0 0,1 4-1 0 0,-1-6-5 0 0,0 1 0 0 0,0-1 0 0 0,0 1-1 0 0,0-1 1 0 0,-1 0 0 0 0,1 1 0 0 0,0-1-1 0 0,0 1 1 0 0,-1-1 0 0 0,1 0-1 0 0,-1 1 1 0 0,0-1 0 0 0,1 0 0 0 0,-1 0-1 0 0,0 1 1 0 0,0-1 0 0 0,1 0 0 0 0,-1 0-1 0 0,0 0 1 0 0,0 0 0 0 0,0 0 0 0 0,0 0-1 0 0,-1 0 1 0 0,-1 1 0 0 0,-2 1 3 0 0,5-2-14 0 0,-1 0 0 0 0,0 0 0 0 0,1 0 0 0 0,-1 0 1 0 0,1 0-1 0 0,-1 1 0 0 0,1-1 0 0 0,-1 0 0 0 0,1 0 0 0 0,0 0 0 0 0,-1 0 0 0 0,1 0 0 0 0,0 1 0 0 0,0-1 0 0 0,0 0 0 0 0,0 0 0 0 0,0 0 0 0 0,0 1 0 0 0,0-1 0 0 0,1 0 0 0 0,-1 0 1 0 0,1 3-1 0 0,-1 129 1009 0 0,0-132-839 0 0,1 3-135 0 0,-2-4-39 0 0,1 1 1 0 0,0-1 0 0 0,0 0 0 0 0,0 0 0 0 0,0 1 0 0 0,0-1-1 0 0,0 0 1 0 0,0 1 0 0 0,0-1 0 0 0,0 0 0 0 0,0 1-1 0 0,0-1 1 0 0,0 0 0 0 0,0 1 0 0 0,0-1 0 0 0,0 0 0 0 0,0 1-1 0 0,1-1 1 0 0,-1 0 0 0 0,0 1 0 0 0,0-1 0 0 0,0 0-1 0 0,0 0 1 0 0,1 1 0 0 0,-1-1 0 0 0,0 0 0 0 0,0 0 0 0 0,0 1-1 0 0,1-1 1 0 0,-1 0 0 0 0,0 0 0 0 0,1 0 0 0 0,-1 1 0 0 0,22 7 13 0 0,-1-2 1 0 0,1 0-1 0 0,0-1 1 0 0,0-1-1 0 0,0-1 1 0 0,43 0-1 0 0,139-11-22 0 0,-23-18 8 0 0,-138 18 0 0 0,-18 3 0 0 0,-1-1 0 0 0,0-2 0 0 0,0 0 0 0 0,38-20 0 0 0,-51 22 0 0 0,-1 0 0 0 0,-1-1 0 0 0,1 0 0 0 0,14-15 0 0 0,-21 20 0 0 0,0-1 0 0 0,0 0 0 0 0,0 0 0 0 0,-1 0 0 0 0,1-1 0 0 0,-1 1 0 0 0,0 0 0 0 0,0-1 0 0 0,0 0 0 0 0,-1 1 0 0 0,1-1 0 0 0,-1 0 0 0 0,0 0 0 0 0,1-7 0 0 0,-2-104 0 0 0,0 121 5 0 0,0 0 0 0 0,-1 1 0 0 0,0-1 1 0 0,0 0-1 0 0,-1 0 0 0 0,0 0 0 0 0,-4 10 0 0 0,-7 30 127 0 0,10-11-45 0 0,1 0 0 0 0,3 0 0 0 0,0 1 1 0 0,3-1-1 0 0,11 53 0 0 0,-10-60-76 0 0,6 67-51 0 0,10-4-307 0 0,-16-54-17 0 0,-3-24 57 0 0,0 0-1 0 0,0 0 0 0 0,9 23 0 0 0,-9-31 128 0 0,-1-1-1 0 0,2 0 1 0 0,-1 0-1 0 0,0 0 1 0 0,1-1-1 0 0,0 1 1 0 0,0-1 0 0 0,0 1-1 0 0,0-1 1 0 0,0 0-1 0 0,1 0 1 0 0,-1 0-1 0 0,1-1 1 0 0,0 1-1 0 0,6 2 1 0 0,-6-3-49 0 0,0 0-1 0 0,0-1 1 0 0,0 1-1 0 0,1-1 1 0 0,-1 0-1 0 0,1 0 1 0 0,-1 0-1 0 0,1 0 1 0 0,-1-1 0 0 0,1 0-1 0 0,0 0 1 0 0,-1 0-1 0 0,1-1 1 0 0,-1 1-1 0 0,1-1 1 0 0,-1 0 0 0 0,1 0-1 0 0,-1-1 1 0 0,8-3-1 0 0,46-19-3905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0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796 156 160 0 0,'5'-13'6268'0'0,"10"10"-4132"0"0,-15 3-2150 0 0,0 1 0 0 0,0-1 0 0 0,0 0 0 0 0,0 0 0 0 0,0 0 0 0 0,-1 0 0 0 0,1 0 0 0 0,0 0 0 0 0,0 0 0 0 0,0 0 0 0 0,0 0 0 0 0,0 0 0 0 0,0 0 0 0 0,0 0 0 0 0,0 0 0 0 0,0 1 0 0 0,0-1 0 0 0,0 0 0 0 0,0 0 0 0 0,0 0 0 0 0,0 0 0 0 0,0 0 0 0 0,0 0 0 0 0,1 0 0 0 0,-1 0 0 0 0,0 0 0 0 0,0 0 0 0 0,0 0 0 0 0,0 0 0 0 0,0 0 0 0 0,0 1 0 0 0,0-1 0 0 0,0 0 0 0 0,0 0 0 0 0,0 0 0 0 0,0 0 0 0 0,0 0 0 0 0,0 0 0 0 0,0 0 0 0 0,0 0 0 0 0,0 0 0 0 0,0 0 0 0 0,0 0 0 0 0,1 0 0 0 0,-1 0 0 0 0,-27-3 898 0 0,11 0-773 0 0,-20-4 178 0 0,-1 3 0 0 0,1 0 0 0 0,-62 3 0 0 0,15 6 16 0 0,-96 18 0 0 0,138-17-248 0 0,-61 16 410 0 0,85-20-328 0 0,0 0-1 0 0,1 2 0 0 0,-1 0 1 0 0,1 1-1 0 0,-1 0 1 0 0,2 1-1 0 0,-24 13 0 0 0,37-17-124 0 0,1 1-1 0 0,0 0 0 0 0,0 0 1 0 0,1 0-1 0 0,-1 0 0 0 0,0-1 1 0 0,1 1-1 0 0,0 0 0 0 0,0 0 1 0 0,0 0-1 0 0,0 0 0 0 0,0 0 1 0 0,0 0-1 0 0,1 0 0 0 0,0 0 1 0 0,-1 0-1 0 0,1 0 0 0 0,0-1 1 0 0,2 4-1 0 0,6 2 2 0 0,1 0-1 0 0,0-1 1 0 0,0 0 0 0 0,1-1 0 0 0,0 0-1 0 0,0-1 1 0 0,21 7 0 0 0,-14-4 14 0 0,36 12-6 0 0,91 22 0 0 0,-94-29 113 0 0,-1 2-1 0 0,56 24 1 0 0,-95-34-143 0 0,0 1 0 0 0,-1 0 0 0 0,1 0 0 0 0,16 15 0 0 0,-25-19 5 0 0,-1-1 0 0 0,0 0 0 0 0,1 0 0 0 0,-1 1 0 0 0,0-1 0 0 0,0 1 0 0 0,0-1 0 0 0,0 1 0 0 0,0-1 0 0 0,-1 1 0 0 0,1-1 0 0 0,0 1 0 0 0,0 3 0 0 0,-1-4 3 0 0,0 0 0 0 0,0 0-1 0 0,0 0 1 0 0,-1-1 0 0 0,1 1 0 0 0,0 0-1 0 0,0 0 1 0 0,-1-1 0 0 0,1 1 0 0 0,-1 0-1 0 0,1 0 1 0 0,-1-1 0 0 0,1 1 0 0 0,-1 0-1 0 0,1-1 1 0 0,-1 1 0 0 0,1-1 0 0 0,-1 1-1 0 0,0-1 1 0 0,1 1 0 0 0,-1-1 0 0 0,0 1-1 0 0,0-1 1 0 0,1 0 0 0 0,-1 1 0 0 0,0-1-1 0 0,0 0 1 0 0,0 0 0 0 0,1 1 0 0 0,-2-1-1 0 0,-58 25 58 0 0,49-19-66 0 0,-1-1-1 0 0,0 0 1 0 0,0 0 0 0 0,0-2 0 0 0,0 1 0 0 0,-16 1-1 0 0,2-1 43 0 0,0-2-1 0 0,0-1 0 0 0,-51-4 1 0 0,51 1-34 0 0,20 2-67 0 0,12-6-26 0 0,7 2 60 0 0,-9 3 30 0 0,0 0-1 0 0,0 0 0 0 0,0-1 0 0 0,0 1 0 0 0,0-1 0 0 0,0 0 1 0 0,-1 0-1 0 0,6-3 0 0 0,-1-3 7 0 0,0 1-1 0 0,1 0 1 0 0,0 1-1 0 0,0-1 1 0 0,15-6-1 0 0,-10 6 8 0 0,-2-1-1 0 0,1 0 1 0 0,13-12-1 0 0,-8 1-29 0 0,0 0 0 0 0,-2-1 0 0 0,0-1 0 0 0,-1 0 0 0 0,20-40 0 0 0,-33 57 21 0 0,1-1 0 0 0,-1 1-1 0 0,0 0 1 0 0,0-1 0 0 0,0 1-1 0 0,-1-1 1 0 0,1 0 0 0 0,-1 1-1 0 0,0-1 1 0 0,-1 0 0 0 0,1 0-1 0 0,-1 0 1 0 0,0 0 0 0 0,-1-9-1 0 0,-1 9 3 0 0,-1-1 0 0 0,1 0 0 0 0,-1 1 0 0 0,0 0 0 0 0,-1 0 0 0 0,1 0 0 0 0,-1 0 0 0 0,0 0 0 0 0,-8-6 0 0 0,-5-7-3 0 0,-1 1 0 0 0,-1 1 0 0 0,0 1 0 0 0,-1 1 0 0 0,-29-16 0 0 0,0 0 0 0 0,32 19-386 0 0,-1 2-1 0 0,0 0 1 0 0,0 1-1 0 0,-1 0 0 0 0,-21-4 1 0 0,25 8-218 0 0,0 1 0 0 0,0 1 0 0 0,-28-1 0 0 0,64 4-2238 0 0,-16 4-119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1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1591 56 240 0 0,'-67'-9'3223'0'0,"-279"-30"1857"0"0,243 32-4349 0 0,-143 8 0 0 0,219 2-605 0 0,1 0 0 0 0,-38 12 0 0 0,30-7-2 0 0,-43 5 1 0 0,18-7-50 0 0,33-5 84 0 0,0 1-1 0 0,1 1 1 0 0,0 2 0 0 0,0 0-1 0 0,-45 17 1 0 0,18-1 119 0 0,31-14-192 0 0,1 1 0 0 0,0 0 0 0 0,0 2 1 0 0,1 0-1 0 0,0 2 0 0 0,1 0 0 0 0,0 0 0 0 0,-25 25 0 0 0,34-28-13 0 0,1 0 0 0 0,0 0 0 0 0,0 1 0 0 0,1 0 0 0 0,0 0 0 0 0,0 0 0 0 0,2 1 0 0 0,-1 0 0 0 0,1 1 0 0 0,1-1 0 0 0,0 1 0 0 0,0 0 0 0 0,2 0 0 0 0,-1 0 0 0 0,1 0 0 0 0,0 12 0 0 0,1 22 199 0 0,0-26-243 0 0,0 1-1 0 0,1-1 0 0 0,1 0 0 0 0,7 32 1 0 0,1-20 20 0 0,-5-22-26 0 0,-1 0 0 0 0,0 0 0 0 0,0 1-1 0 0,-2 0 1 0 0,2 21 0 0 0,-1-10 1 0 0,0 1-1 0 0,1 0 1 0 0,12 40 0 0 0,0 1 55 0 0,-10-47-60 0 0,0 0 0 0 0,2-1 1 0 0,0 0-1 0 0,1 0 0 0 0,0-1 0 0 0,2 0 1 0 0,-1 0-1 0 0,2-1 0 0 0,22 23 0 0 0,-24-27-38 0 0,-2-1 14 0 0,19 22 34 0 0,42 40 1 0 0,-43-46 32 0 0,27 35 1 0 0,-30-33-6 0 0,39 36 1 0 0,122 87-12 0 0,-148-125-31 0 0,1-1 0 0 0,2-3 0 0 0,58 26 0 0 0,37 6 1 0 0,2-7-1 0 0,2-5 1 0 0,2-6 0 0 0,1-7-1 0 0,247 19 1 0 0,-197-41-5 0 0,342-35 1 0 0,-399 11-21 0 0,-1-6 0 0 0,-2-6 0 0 0,176-64-1 0 0,-260 76 3 0 0,0-2 1 0 0,53-32-1 0 0,-78 39 6 0 0,-1 0 0 0 0,-1-1 0 0 0,0-1 0 0 0,-1-1 0 0 0,-1 0 1 0 0,23-29-1 0 0,-34 36-29 0 0,0 0-1 0 0,-1 0 1 0 0,0-1 0 0 0,-1 0 0 0 0,0 1 0 0 0,-1-2-1 0 0,0 1 1 0 0,0 0 0 0 0,-1 0 0 0 0,-1-1 0 0 0,0 0-1 0 0,0 1 1 0 0,-1-1 0 0 0,0 1 0 0 0,-1-1 0 0 0,0 1-1 0 0,0-1 1 0 0,-6-18 0 0 0,-1 2-41 0 0,-2-1 0 0 0,0 1 0 0 0,-2 1 0 0 0,-1 0-1 0 0,-26-40 1 0 0,15 32 74 0 0,-2 1 0 0 0,-1 2-1 0 0,-39-37 1 0 0,-105-77 53 0 0,112 99-20 0 0,-2 2-1 0 0,-2 3 1 0 0,-2 3-1 0 0,-1 2 1 0 0,-100-37-1 0 0,-8 13 152 0 0,-280-58 0 0 0,423 112-217 0 0,-365-64-26 0 0,307 58-387 0 0,-1 4 1 0 0,-114 4-1 0 0,190 4-125 0 0,-1 1 1 0 0,0 0-1 0 0,1 1 1 0 0,-1 0-1 0 0,1 2 1 0 0,0 0-1 0 0,0 0 1 0 0,0 1-1 0 0,0 1 1 0 0,-19 11-1 0 0,-31 22-5501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6803 0 0,'-32'21'3602'0'0,"32"-7"-3202"0"0,96 12-640 0 0,58 9 400 0 0,38 6 320 0 0,0-3-160 0 0,-64-3-240 0 0,32-29 0 0 0,-7-6-160 0 0,-25 0-560 0 0,0-6-320 0 0,0-8-401 0 0,-96 2-800 0 0,0-9-2961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7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21 800 0 0,'-64'21'4963'0'0,"0"-15"-2882"0"0,0 8-1441 0 0,0-8-80 0 0,32 2 241 0 0,6-2 79 0 0,52-6 721 0 0,6 0-961 0 0,32 0-400 0 0,0-6-80 0 0,96-8 0 0 0,96-12-720 0 0,57 5-2001 0 0,-57 7-3202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8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222 147 2161 0 0,'-2'0'153'0'0,"0"-1"0"0"0,1 1 0 0 0,-1-1-1 0 0,1 1 1 0 0,-1-1 0 0 0,1 1 0 0 0,-1-1 0 0 0,1 0 0 0 0,-1 0 0 0 0,1 0-1 0 0,0 0 1 0 0,-1 0 0 0 0,1 0 0 0 0,0 0 0 0 0,0 0 0 0 0,0 0 0 0 0,0 0 0 0 0,0-1-1 0 0,0 1 1 0 0,0-1 0 0 0,0 1 0 0 0,0 0 0 0 0,1-1 0 0 0,-1 0 0 0 0,0 1-1 0 0,1-1 1 0 0,-1 1 0 0 0,1-1 0 0 0,0 1 0 0 0,0-1 0 0 0,0 0 0 0 0,0 1-1 0 0,0-1 1 0 0,0 0 0 0 0,0 1 0 0 0,1-4 0 0 0,-1 4-133 0 0,0 0 1 0 0,0 0 0 0 0,0 1-1 0 0,0-1 1 0 0,-1 0-1 0 0,1 0 1 0 0,0 0-1 0 0,0 0 1 0 0,0 1 0 0 0,-1-1-1 0 0,1 0 1 0 0,-1 0-1 0 0,1 1 1 0 0,0-1-1 0 0,-1 0 1 0 0,1 1 0 0 0,-1-1-1 0 0,1 0 1 0 0,-1 1-1 0 0,0-1 1 0 0,1 1-1 0 0,-1-1 1 0 0,0 1 0 0 0,1-1-1 0 0,-1 1 1 0 0,0-1-1 0 0,0 1 1 0 0,1 0-1 0 0,-1-1 1 0 0,0 1 0 0 0,0 0-1 0 0,0-1 1 0 0,0 1-12 0 0,0 0 1 0 0,0 0 0 0 0,0 0-1 0 0,1-1 1 0 0,-1 1-1 0 0,0 0 1 0 0,0-1 0 0 0,1 1-1 0 0,-1-1 1 0 0,0 1 0 0 0,1 0-1 0 0,-1-1 1 0 0,0 0 0 0 0,1 1-1 0 0,-1-1 1 0 0,1 1-1 0 0,-1-1 1 0 0,1 0 0 0 0,-1 1-1 0 0,1-1 1 0 0,0 0 0 0 0,-1 0-1 0 0,1 1 1 0 0,0-1 0 0 0,-1 0-1 0 0,1 0 1 0 0,0 0-1 0 0,0 1 1 0 0,0-1 0 0 0,0 0-1 0 0,0-1 1 0 0,0 1-2 0 0,0 0 0 0 0,0 0 0 0 0,-1 0 0 0 0,1 0 0 0 0,0 0-1 0 0,0 0 1 0 0,-1 0 0 0 0,1 0 0 0 0,0 0 0 0 0,-1 0 0 0 0,1 0 0 0 0,-1 0 0 0 0,1 1 0 0 0,-1-1 0 0 0,0 0-1 0 0,1 0 1 0 0,-1 1 0 0 0,0-1 0 0 0,1 0 0 0 0,-1 1 0 0 0,0-1 0 0 0,0 0 0 0 0,1 1 0 0 0,-1 0 0 0 0,0-1 0 0 0,-2 0-1 0 0,2 1 3 0 0,0-1-1 0 0,0 1 1 0 0,0-1-1 0 0,0 1 0 0 0,1-1 1 0 0,-1 0-1 0 0,0 1 1 0 0,0-1-1 0 0,0 0 0 0 0,0 1 1 0 0,1-1-1 0 0,-1 0 0 0 0,0 0 1 0 0,1 0-1 0 0,-1 0 1 0 0,1 0-1 0 0,-1 0 0 0 0,1 0 1 0 0,-1 0-1 0 0,1 0 1 0 0,0 0-1 0 0,-1 0 0 0 0,1 0 1 0 0,0 0-1 0 0,0 0 1 0 0,0-2-1 0 0,0 2 1 0 0,0 1 1 0 0,0-1-1 0 0,0 1 1 0 0,0 0-1 0 0,0-1 0 0 0,0 1 1 0 0,0-1-1 0 0,0 1 1 0 0,0-1-1 0 0,0 1 0 0 0,0-1 1 0 0,0 1-1 0 0,0 0 1 0 0,-1-1-1 0 0,1 1 0 0 0,0-1 1 0 0,0 1-1 0 0,0 0 1 0 0,-1-1-1 0 0,1 1 0 0 0,0 0 1 0 0,0-1-1 0 0,-1 1 1 0 0,1 0-1 0 0,0-1 0 0 0,-1 1 1 0 0,1 0-1 0 0,0-1 1 0 0,-1 1-1 0 0,1 0 0 0 0,-1 0 1 0 0,1 0-1 0 0,0-1 1 0 0,-1 1-1 0 0,1 0 0 0 0,-1 0 1 0 0,1 0-1 0 0,-1 0 1 0 0,1 0-1 0 0,0 0 0 0 0,-1 0 1 0 0,1 0-1 0 0,-1 0 1 0 0,1 0-1 0 0,-1 0 0 0 0,1 0 1 0 0,-1 0-1 0 0,1 0 1 0 0,0 0-1 0 0,-1 1 0 0 0,1-1 1 0 0,-1 0-1 0 0,1 0 1 0 0,0 0-1 0 0,-1 1 0 0 0,1-1 1 0 0,0 0-1 0 0,-1 0 1 0 0,1 1-1 0 0,-1-1 1 0 0,-8 3 21 0 0,8-1 17 0 0,0-1 1 0 0,0 1-1 0 0,0-1 0 0 0,1 1 1 0 0,-1 0-1 0 0,1 0 0 0 0,-1-1 1 0 0,1 1-1 0 0,-1 0 0 0 0,1 0 1 0 0,0-1-1 0 0,0 1 0 0 0,0 0 1 0 0,0 0-1 0 0,0-1 0 0 0,0 1 1 0 0,0 0-1 0 0,1 2 0 0 0,0 2 28 0 0,-1-5-66 0 0,0 0 0 0 0,0 1 1 0 0,-1-1-1 0 0,1 1 0 0 0,0-1 0 0 0,0 0 1 0 0,-1 1-1 0 0,1-1 0 0 0,-1 0 1 0 0,1 0-1 0 0,-1 1 0 0 0,0-1 1 0 0,1 0-1 0 0,-1 0 0 0 0,0 0 1 0 0,0 0-1 0 0,0 0 0 0 0,0 0 0 0 0,0 0 1 0 0,0 0-1 0 0,0 0 0 0 0,-2 1 1 0 0,2-1-2 0 0,-1 0 1 0 0,1 0 0 0 0,0-1 0 0 0,0 1-1 0 0,0 0 1 0 0,0 0 0 0 0,0 0 0 0 0,0 0-1 0 0,1 0 1 0 0,-1 1 0 0 0,0-1-1 0 0,0 0 1 0 0,1 0 0 0 0,-1 1 0 0 0,1-1-1 0 0,-1 0 1 0 0,1 0 0 0 0,-1 1 0 0 0,1-1-1 0 0,0 1 1 0 0,0-1 0 0 0,0 3 0 0 0,0-2 6 0 0,-1 0 1 0 0,1 0 0 0 0,-1 0-1 0 0,1 0 1 0 0,-1 0-1 0 0,1 0 1 0 0,-1 0 0 0 0,0 0-1 0 0,0-1 1 0 0,0 1 0 0 0,0 0-1 0 0,0-1 1 0 0,-1 1 0 0 0,1 0-1 0 0,0-1 1 0 0,-4 3-1 0 0,-15 22 97 0 0,14-14-90 0 0,4-10-1 0 0,0 0-1 0 0,0 1 1 0 0,1-1-1 0 0,-1 0 1 0 0,1 1-1 0 0,-1 0 1 0 0,1-1 0 0 0,0 1-1 0 0,0 0 1 0 0,1-1-1 0 0,-1 1 1 0 0,0 0-1 0 0,1 0 1 0 0,0 0-1 0 0,-1 0 1 0 0,1-1 0 0 0,0 1-1 0 0,1 0 1 0 0,-1 0-1 0 0,0 0 1 0 0,2 4-1 0 0,10 5 182 0 0,-11-12-189 0 0,0 1 0 0 0,0 0-1 0 0,0 0 1 0 0,0-1 0 0 0,0 1 0 0 0,0 0 0 0 0,-1 0 0 0 0,1 0 0 0 0,0 0 0 0 0,0 0 0 0 0,-1 0 0 0 0,1 0 0 0 0,0 0 0 0 0,-1 0 0 0 0,1 1 0 0 0,-1-1 0 0 0,0 0 0 0 0,1 0-1 0 0,-1 0 1 0 0,0 1 0 0 0,1-1 0 0 0,-1 3 0 0 0,0-2-9 0 0,1 0-1 0 0,-1 0 0 0 0,1 0 0 0 0,0 0 1 0 0,0 0-1 0 0,0 0 0 0 0,0 0 1 0 0,1 0-1 0 0,-1 0 0 0 0,0 0 0 0 0,1 0 1 0 0,-1-1-1 0 0,1 1 0 0 0,0-1 1 0 0,-1 1-1 0 0,1-1 0 0 0,0 1 0 0 0,0-1 1 0 0,0 0-1 0 0,0 0 0 0 0,0 0 1 0 0,3 1-1 0 0,6 3 14 0 0,1-1 1 0 0,0 1 0 0 0,19 3-1 0 0,-9-4-11 0 0,1-1 0 0 0,-1 0-1 0 0,1-2 1 0 0,-1-1-1 0 0,1 0 1 0 0,34-6 0 0 0,-23 2-65 0 0,-21 3 20 0 0,0 0-1 0 0,0-1 1 0 0,0 0 0 0 0,0-1-1 0 0,-1 0 1 0 0,1-1 0 0 0,-1 0 0 0 0,0-1-1 0 0,0-1 1 0 0,14-7 0 0 0,-11 0-72 0 0,36-32-263 0 0,-49 43 347 0 0,1-1 0 0 0,-1 0 0 0 0,0 0 0 0 0,0 0 1 0 0,0 0-1 0 0,0 0 0 0 0,0-1 0 0 0,-1 1 0 0 0,0 0 0 0 0,1-1 0 0 0,-1 1 1 0 0,-1-1-1 0 0,1 0 0 0 0,0-6 0 0 0,-1-66-68 0 0,6 78 226 0 0,-2 1-100 0 0,0 0-1 0 0,0 0 1 0 0,0 0-1 0 0,0 1 1 0 0,0-1 0 0 0,0 1-1 0 0,-1 0 1 0 0,0 0-1 0 0,0 0 1 0 0,0 1 0 0 0,0-1-1 0 0,-1 1 1 0 0,4 8-1 0 0,7 10 152 0 0,50 75 602 0 0,-33-56-425 0 0,31 61 0 0 0,-55-90-336 0 0,1 2-35 0 0,0 0-1 0 0,0 0 0 0 0,2 0 0 0 0,-1-1 0 0 0,2-1 0 0 0,0 1 1 0 0,1-1-1 0 0,0-1 0 0 0,1 0 0 0 0,18 14 0 0 0,-3-8-335 0 0,-25-17 251 0 0,-1 0 1 0 0,1 0 0 0 0,0 0 0 0 0,0-1-1 0 0,-1 1 1 0 0,1 0 0 0 0,0-1 0 0 0,0 0-1 0 0,0 1 1 0 0,0-1 0 0 0,0 0 0 0 0,-1 0-1 0 0,1 0 1 0 0,0 0 0 0 0,0-1 0 0 0,0 1-1 0 0,0 0 1 0 0,0-1 0 0 0,0 1 0 0 0,-1-1-1 0 0,1 0 1 0 0,0 0 0 0 0,0 1 0 0 0,1-3-1 0 0,43-27-1074 0 0,-38 24 960 0 0,7-8-761 0 0,0 0 1 0 0,-1-1-1 0 0,21-29 1 0 0,-23 28-569 0 0,-7-4-663 0 0,-5-1 93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8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280 141 960 0 0,'0'-1'67'0'0,"0"1"-1"0"0,0-1 0 0 0,1 1 1 0 0,-1 0-1 0 0,0-1 0 0 0,1 1 0 0 0,-1-1 1 0 0,0 1-1 0 0,1 0 0 0 0,-1-1 0 0 0,0 1 1 0 0,1 0-1 0 0,-1 0 0 0 0,0-1 0 0 0,1 1 1 0 0,-1 0-1 0 0,1 0 0 0 0,-1-1 1 0 0,1 1-1 0 0,-1 0 0 0 0,1 0 0 0 0,-1 0 1 0 0,1 0-1 0 0,-1 0 0 0 0,1 0 0 0 0,-1 0 1 0 0,1 0-1 0 0,-1 0 0 0 0,0 0 1 0 0,1 0-1 0 0,-1 0 0 0 0,1 0 0 0 0,-1 0 1 0 0,1 0-1 0 0,0 1 0 0 0,-1-1 16 0 0,1 0 0 0 0,-1 0 0 0 0,1 0 0 0 0,-1 1-1 0 0,1-1 1 0 0,0 0 0 0 0,-1 0 0 0 0,1 0 0 0 0,-1 0 0 0 0,1 0-1 0 0,-1 0 1 0 0,1 0 0 0 0,-1 0 0 0 0,1 0 0 0 0,-1-1 0 0 0,1 1 0 0 0,-1 0-1 0 0,1 0 1 0 0,-1 0 0 0 0,1-1 0 0 0,-1 1 0 0 0,1 0 0 0 0,-1 0-1 0 0,1-1 1 0 0,-1 1 0 0 0,0 0 0 0 0,1-1 0 0 0,-1 1 0 0 0,1-1 0 0 0,-1 1-1 0 0,0 0 1 0 0,0-1 0 0 0,1 1 0 0 0,-1-1 0 0 0,0 1 0 0 0,0-1-1 0 0,1 0 1 0 0,0 0-30 0 0,-1 1 1 0 0,1-1-1 0 0,0 0 0 0 0,0 1 0 0 0,0-1 1 0 0,0 1-1 0 0,0-1 0 0 0,-1 1 0 0 0,1-1 0 0 0,0 1 1 0 0,0-1-1 0 0,0 1 0 0 0,1 0 0 0 0,-1 0 0 0 0,0-1 1 0 0,0 1-1 0 0,0 0 0 0 0,0 0 0 0 0,0 0 0 0 0,0 0 1 0 0,0 0-1 0 0,0 1 0 0 0,2-1 0 0 0,-1 0 69 0 0,-5-1 694 0 0,-26-4-362 0 0,-14 6-227 0 0,0 2 1 0 0,1 2 0 0 0,0 1 0 0 0,-54 16-1 0 0,93-21-211 0 0,1 0 0 0 0,-1-1 0 0 0,0 2 0 0 0,1-1 0 0 0,-1 0 0 0 0,1 0 0 0 0,0 1 0 0 0,-1-1 0 0 0,1 1-1 0 0,0 0 1 0 0,0 0 0 0 0,0 0 0 0 0,0 0 0 0 0,0 0 0 0 0,-1 3 0 0 0,2-4-10 0 0,1 0 0 0 0,-1 1 0 0 0,1-1 1 0 0,0 0-1 0 0,-1 1 0 0 0,1-1 0 0 0,0 0 1 0 0,0 1-1 0 0,0-1 0 0 0,0 1 0 0 0,0-1 0 0 0,0 0 1 0 0,1 1-1 0 0,-1-1 0 0 0,0 0 0 0 0,1 1 1 0 0,-1-1-1 0 0,1 0 0 0 0,-1 0 0 0 0,1 1 0 0 0,-1-1 1 0 0,1 0-1 0 0,0 0 0 0 0,0 0 0 0 0,0 0 0 0 0,0 0 1 0 0,-1 0-1 0 0,1 0 0 0 0,1 0 0 0 0,0 1 1 0 0,73 47 75 0 0,-6-6-69 0 0,154 99 1 0 0,-207-134-24 0 0,-12-6 10 0 0,0 0 1 0 0,-1 0 0 0 0,1 0 0 0 0,-1 1 0 0 0,1-1 0 0 0,-1 1 0 0 0,0 0 0 0 0,0 0 0 0 0,0 0-1 0 0,0 0 1 0 0,-1 1 0 0 0,1-1 0 0 0,-1 1 0 0 0,2 3 0 0 0,1 0 0 0 0,5 16 0 0 0,-10-22 0 0 0,-1 0 0 0 0,1-1 0 0 0,-1 1 0 0 0,1 0 0 0 0,-1 0 0 0 0,1 0 0 0 0,-1 0 0 0 0,0 0 0 0 0,1 0 0 0 0,-1-1 0 0 0,0 1 0 0 0,0 0 0 0 0,1-1 0 0 0,-1 1 0 0 0,0 0 0 0 0,0-1 0 0 0,0 1 0 0 0,0-1 0 0 0,0 1 0 0 0,0-1 0 0 0,0 0 0 0 0,0 1 0 0 0,0-1 0 0 0,0 0 0 0 0,0 0 0 0 0,0 0 0 0 0,0 0 0 0 0,0 0 0 0 0,-2 0 0 0 0,-23 0 0 0 0,-33-5 13 0 0,59 5-12 0 0,-1 0 0 0 0,1 0 1 0 0,0 0-1 0 0,-1 0 0 0 0,1-1 0 0 0,0 1 0 0 0,-1 0 0 0 0,1 0 0 0 0,0-1 0 0 0,-1 1 1 0 0,1 0-1 0 0,0 0 0 0 0,0-1 0 0 0,-1 1 0 0 0,1 0 0 0 0,0-1 0 0 0,0 1 0 0 0,0 0 0 0 0,-1-1 1 0 0,1 1-1 0 0,0 0 0 0 0,0-1 0 0 0,0 1 0 0 0,0 0 0 0 0,0-1 0 0 0,0 1 0 0 0,0 0 0 0 0,-1-1 1 0 0,1 1-1 0 0,0-1 0 0 0,0 1 0 0 0,1 0 0 0 0,-1-1 0 0 0,0 1 0 0 0,0-1 0 0 0,0 1 1 0 0,0 0-1 0 0,0-1 0 0 0,6-17 35 0 0,4 4-16 0 0,1 0-1 0 0,1 1 0 0 0,0 0 1 0 0,0 1-1 0 0,19-15 0 0 0,9-7 12 0 0,168-132 62 0 0,-204 164-88 0 0,-1-1-1 0 0,0 1 0 0 0,0 0 0 0 0,0-1 1 0 0,0 0-1 0 0,0 1 0 0 0,-1-1 1 0 0,1 0-1 0 0,-1-1 0 0 0,0 1 0 0 0,0 0 1 0 0,0-1-1 0 0,0 1 0 0 0,-1-1 0 0 0,1 1 1 0 0,1-6-1 0 0,-3 7-8 0 0,0 0 1 0 0,-1 0-1 0 0,1 0 1 0 0,0-1-1 0 0,-1 1 1 0 0,1 0-1 0 0,-1 0 1 0 0,1 1-1 0 0,-1-1 1 0 0,0 0-1 0 0,0 0 1 0 0,0 0-1 0 0,0 0 1 0 0,0 1-1 0 0,-1-1 1 0 0,1 0-1 0 0,0 1 1 0 0,-1-1-1 0 0,1 1 1 0 0,-1 0-1 0 0,-2-3 1 0 0,-8-3-56 0 0,-1 0 1 0 0,1 0-1 0 0,-2 1 1 0 0,1 1 0 0 0,0 0-1 0 0,-16-3 1 0 0,-163-49-1676 0 0,96 34-774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84 880 0 0,'6'-1'696'0'0,"-5"1"-576"0"0,0 1 0 0 0,0-1 0 0 0,0 0 0 0 0,1 0 0 0 0,-1-1 0 0 0,0 1 0 0 0,0 0 0 0 0,0 0 0 0 0,0 0 0 0 0,0-1 0 0 0,0 1 0 0 0,0 0 0 0 0,0-1 0 0 0,0 1 0 0 0,0-1 0 0 0,0 0 0 0 0,0 1 0 0 0,0-1 0 0 0,0 0 0 0 0,-1 1 0 0 0,1-1 0 0 0,0 0 0 0 0,0 0 0 0 0,-1 0 0 0 0,1 0 0 0 0,0-1 0 0 0,0 1-12 0 0,0 0 1 0 0,0 0 0 0 0,-1 0 0 0 0,1 0-1 0 0,0 1 1 0 0,0-1 0 0 0,0 0 0 0 0,0 0-1 0 0,0 1 1 0 0,0-1 0 0 0,0 0 0 0 0,1 1-1 0 0,-1-1 1 0 0,0 1 0 0 0,0 0 0 0 0,0-1-1 0 0,1 1 1 0 0,-1 0 0 0 0,2-1 0 0 0,1 0 223 0 0,13-7-206 0 0,0 0 0 0 0,1 0-1 0 0,0 2 1 0 0,0 0-1 0 0,0 1 1 0 0,1 1 0 0 0,0 1-1 0 0,26-1 1 0 0,2 1 97 0 0,-1 2 1 0 0,61 7-1 0 0,-64-1-211 0 0,0 2-1 0 0,-1 1 0 0 0,0 3 1 0 0,0 1-1 0 0,-2 2 1 0 0,44 21-1 0 0,-62-22 57 0 0,-1 1 0 0 0,0 1-1 0 0,34 32 1 0 0,-10-9 115 0 0,-35-31-168 0 0,-2 1 0 0 0,1-1 0 0 0,-1 1 1 0 0,0 1-1 0 0,-1 0 0 0 0,7 10 0 0 0,-13-17-15 0 0,1 0 0 0 0,-1 0-1 0 0,0 1 1 0 0,1-1-1 0 0,-1 0 1 0 0,1 0-1 0 0,-1 0 1 0 0,1 0-1 0 0,0-1 1 0 0,0 1-1 0 0,0 0 1 0 0,0-1-1 0 0,0 0 1 0 0,0 1 0 0 0,0-1-1 0 0,1 0 1 0 0,-1 0-1 0 0,0 0 1 0 0,1 0-1 0 0,-1 0 1 0 0,1-1-1 0 0,-1 1 1 0 0,1-1-1 0 0,-1 0 1 0 0,1 0 0 0 0,-1 1-1 0 0,1-2 1 0 0,4 1-1 0 0,-6 0-2 0 0,-1-1-1 0 0,0 1 1 0 0,1 0-1 0 0,-1 0 1 0 0,0 0-1 0 0,1 0 1 0 0,-1 0-1 0 0,0-1 1 0 0,1 1 0 0 0,-1 0-1 0 0,0 0 1 0 0,1 0-1 0 0,-1-1 1 0 0,0 1-1 0 0,0 0 1 0 0,1 0-1 0 0,-1-1 1 0 0,0 1-1 0 0,0 0 1 0 0,0-1 0 0 0,0 1-1 0 0,1 0 1 0 0,-1-1-1 0 0,0 1 1 0 0,0 0-1 0 0,0-1 1 0 0,0 1-1 0 0,0 0 1 0 0,0-1-1 0 0,0 1 1 0 0,0-1 0 0 0,0 1-1 0 0,0 0 1 0 0,0-1-1 0 0,0 1 1 0 0,0 0-1 0 0,0-1 1 0 0,0 1-1 0 0,0 0 1 0 0,0-1-1 0 0,-1 1 1 0 0,1-1 0 0 0,-6-13-62 0 0,-13-2 87 0 0,-42-23 0 0 0,13 8 67 0 0,4 2-133 0 0,-2 3-1 0 0,-66-29 1 0 0,103 51 41 0 0,1 1 0 0 0,-1 0-1 0 0,0 0 1 0 0,1 1 0 0 0,-1 1 0 0 0,0-1 0 0 0,-1 1 0 0 0,1 1 0 0 0,0 0 0 0 0,0 0 0 0 0,0 0 0 0 0,0 1 0 0 0,0 1 0 0 0,0 0 0 0 0,0 0-1 0 0,0 0 1 0 0,1 1 0 0 0,-1 1 0 0 0,1 0 0 0 0,0 0 0 0 0,0 0 0 0 0,0 1 0 0 0,0 0 0 0 0,1 0 0 0 0,-11 11 0 0 0,16-14 13 0 0,0 0 1 0 0,0 1-1 0 0,0-1 1 0 0,1 1 0 0 0,-1 0-1 0 0,1 0 1 0 0,0-1-1 0 0,-1 1 1 0 0,1 0 0 0 0,0 0-1 0 0,1 0 1 0 0,-1 0-1 0 0,0 1 1 0 0,1-1-1 0 0,0 0 1 0 0,0 0 0 0 0,0 0-1 0 0,0 0 1 0 0,0 0-1 0 0,1 0 1 0 0,-1 1 0 0 0,1-1-1 0 0,0 0 1 0 0,0 0-1 0 0,0 0 1 0 0,0-1-1 0 0,2 5 1 0 0,2 7 53 0 0,-1 1-2 0 0,-3-8-40 0 0,1 1 0 0 0,0-1 1 0 0,0 0-1 0 0,1 0 0 0 0,0 0 0 0 0,0 0 1 0 0,1 0-1 0 0,0-1 0 0 0,0 1 0 0 0,0-1 1 0 0,1 0-1 0 0,0 0 0 0 0,0-1 0 0 0,0 1 1 0 0,1-1-1 0 0,7 5 0 0 0,-4-4 4 0 0,1 0 0 0 0,1 0 0 0 0,-1-1 0 0 0,1 0 1 0 0,0-1-1 0 0,1 0 0 0 0,-1-1 0 0 0,0 0 0 0 0,1-1 0 0 0,0 0 0 0 0,15 0 0 0 0,-9-2-76 0 0,1-1-1 0 0,-1-1 1 0 0,0 0-1 0 0,0-2 1 0 0,-1 0-1 0 0,30-10 1 0 0,-36 9-156 0 0,-1-1 0 0 0,0 0 0 0 0,0 0 0 0 0,-1-1 0 0 0,0 0 0 0 0,0-1 0 0 0,0 0 0 0 0,-1 0 0 0 0,-1-1 0 0 0,1 0 0 0 0,-1 0 0 0 0,7-14 0 0 0,-1 5-611 0 0,19-27-2224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2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37 1361 0 0,'-38'3'3449'0'0,"24"-2"-1166"0"0,28-6-1733 0 0,13 0-44 0 0,0 2-1 0 0,1 1 1 0 0,-1 0-1 0 0,44 5 1 0 0,4-1-112 0 0,21-2 166 0 0,-101-6-160 0 0,-86-8 254 0 0,71 11-552 0 0,0 0 0 0 0,-1 1 1 0 0,1 2-1 0 0,-1 0 0 0 0,-34 4 0 0 0,9 4 185 0 0,-59 16 0 0 0,102-23-262 0 0,0 0 0 0 0,0 0-1 0 0,0 0 1 0 0,1 1 0 0 0,-1-1-1 0 0,1 1 1 0 0,-1-1 0 0 0,1 1 0 0 0,-1 0-1 0 0,1 0 1 0 0,0 0 0 0 0,-4 4-1 0 0,6-5-19 0 0,-1 0 0 0 0,1 0-1 0 0,-1 0 1 0 0,1-1 0 0 0,-1 1-1 0 0,1 0 1 0 0,-1 0 0 0 0,1 0-1 0 0,0 0 1 0 0,-1 0 0 0 0,1 0-1 0 0,0 0 1 0 0,0 0 0 0 0,0 0-1 0 0,0 0 1 0 0,0 0 0 0 0,0 0-1 0 0,0 0 1 0 0,0 0-1 0 0,0 0 1 0 0,0 0 0 0 0,1 0-1 0 0,-1 0 1 0 0,0 0 0 0 0,1 0-1 0 0,-1 0 1 0 0,1 0 0 0 0,-1 0-1 0 0,1 0 1 0 0,-1 0 0 0 0,1 0-1 0 0,0-1 1 0 0,-1 1 0 0 0,1 0-1 0 0,0-1 1 0 0,1 2 0 0 0,10 4 6 0 0,1 0-1 0 0,0 0 1 0 0,0-2 0 0 0,0 0 0 0 0,20 4 0 0 0,-13-3-10 0 0,267 66 173 0 0,-258-62-145 0 0,0 2 0 0 0,-2 1 1 0 0,1 1-1 0 0,40 27 1 0 0,-65-38-27 0 0,-1-1 1 0 0,1 1 0 0 0,-1 0 0 0 0,0 0 0 0 0,0 0 0 0 0,0 0 0 0 0,0 0-1 0 0,0 0 1 0 0,0 0 0 0 0,-1 1 0 0 0,1-1 0 0 0,-1 0 0 0 0,1 1 0 0 0,1 4-1 0 0,-3-4-1 0 0,0-1 1 0 0,0 0-1 0 0,0 0 0 0 0,-1 1 0 0 0,1-1 0 0 0,0 0 0 0 0,-1 0 0 0 0,0 1 0 0 0,1-1 0 0 0,-1 0 0 0 0,0 0 1 0 0,-2 3-1 0 0,-4 11 6 0 0,-1 13 35 0 0,7-24-31 0 0,0 0 0 0 0,-1-1 1 0 0,1 1-1 0 0,-1-1 0 0 0,0 1 0 0 0,0-1 0 0 0,0 0 0 0 0,0 1 1 0 0,-1-1-1 0 0,0-1 0 0 0,0 1 0 0 0,0 0 0 0 0,-4 4 0 0 0,-6 2 2 0 0,1-1 0 0 0,-1 0-1 0 0,-1-1 1 0 0,0-1-1 0 0,0 0 1 0 0,0 0 0 0 0,-1-1-1 0 0,0-1 1 0 0,0-1-1 0 0,0 0 1 0 0,-22 2 0 0 0,13-3-42 0 0,0-1 1 0 0,1-1 0 0 0,-1-1 0 0 0,0-1 0 0 0,1-2 0 0 0,-43-8 0 0 0,55 8-29 0 0,1-1 1 0 0,0 0 0 0 0,0 0 0 0 0,1-1 0 0 0,-1 0-1 0 0,1-1 1 0 0,0 0 0 0 0,0-1 0 0 0,1 1-1 0 0,0-2 1 0 0,0 1 0 0 0,1-1 0 0 0,-11-13 0 0 0,15 16-25 0 0,-1 0 0 0 0,1 0 1 0 0,0 0-1 0 0,0 0 1 0 0,1-1-1 0 0,-1 1 1 0 0,1-1-1 0 0,1 1 1 0 0,-1-1-1 0 0,1 0 1 0 0,0 0-1 0 0,0 0 0 0 0,0 0 1 0 0,1 0-1 0 0,0 0 1 0 0,0 0-1 0 0,1 0 1 0 0,-1 0-1 0 0,1 0 1 0 0,1 1-1 0 0,-1-1 1 0 0,1 0-1 0 0,0 0 0 0 0,0 1 1 0 0,4-6-1 0 0,0 1-186 0 0,1 1-1 0 0,1-1 0 0 0,0 2 0 0 0,0-1 1 0 0,1 1-1 0 0,0 0 0 0 0,16-10 1 0 0,82-47-2230 0 0,-88 54 1910 0 0,104-58-4123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3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259 122 880 0 0,'-55'3'1578'0'0,"-18"0"-488"0"0,46-3-74 0 0,1-2 1 0 0,-27-5-1 0 0,36 3-890 0 0,16 2-72 0 0,0 0 0 0 0,0 1 1 0 0,0-1-1 0 0,1 1 0 0 0,-1-1 0 0 0,0 0 0 0 0,1 0 0 0 0,-1 1 0 0 0,1-1 1 0 0,0 0-1 0 0,0 0 0 0 0,0 0 0 0 0,0 1 0 0 0,0-1 0 0 0,0 0 0 0 0,0 0 1 0 0,0 0-1 0 0,1-2 0 0 0,0-1 118 0 0,-1-68 1348 0 0,5 72-1440 0 0,8 2-23 0 0,0 0 0 0 0,0 1-1 0 0,0 0 1 0 0,0 1 0 0 0,0 0-1 0 0,-1 1 1 0 0,1 1 0 0 0,22 12-1 0 0,7 7 139 0 0,46 35-1 0 0,-68-45-146 0 0,-2-2-9 0 0,-13-9-24 0 0,1 0 0 0 0,-1 1 0 0 0,-1 0 0 0 0,1 0 0 0 0,-1 1 0 0 0,1-1 0 0 0,-1 1 0 0 0,4 6 0 0 0,1-4 19 0 0,-8-7-29 0 0,0 1 0 0 0,0 0 0 0 0,0-1 0 0 0,1 1 0 0 0,-1 0 0 0 0,0 0 1 0 0,0 0-1 0 0,0 0 0 0 0,-1 0 0 0 0,1 0 0 0 0,0 0 0 0 0,0 0 0 0 0,0 0 1 0 0,-1 0-1 0 0,1 0 0 0 0,-1 1 0 0 0,1-1 0 0 0,-1 0 0 0 0,1 0 0 0 0,-1 1 0 0 0,1 1 1 0 0,-1-2-6 0 0,0-1 0 0 0,0 0 0 0 0,0 0 1 0 0,0 0-1 0 0,0 1 0 0 0,0-1 1 0 0,0 0-1 0 0,0 0 0 0 0,0 0 0 0 0,0 1 1 0 0,0-1-1 0 0,0 0 0 0 0,0 0 1 0 0,0 0-1 0 0,0 1 0 0 0,0-1 0 0 0,-1 0 1 0 0,1 0-1 0 0,0 0 0 0 0,0 1 1 0 0,0-1-1 0 0,0 0 0 0 0,0 0 0 0 0,0 0 1 0 0,-1 0-1 0 0,1 1 0 0 0,0-1 1 0 0,0 0-1 0 0,0 0 0 0 0,0 0 0 0 0,0 0 1 0 0,-1 0-1 0 0,1 0 0 0 0,0 0 1 0 0,0 0-1 0 0,0 0 0 0 0,-1 1 0 0 0,1-1 1 0 0,0 0-1 0 0,0 0 0 0 0,0 0 1 0 0,-1 0-1 0 0,1 0 0 0 0,0 0 0 0 0,0 0 1 0 0,-1 0-1 0 0,0 0 0 0 0,0 0 0 0 0,0 0 0 0 0,-1 0 0 0 0,1 0 0 0 0,0 0 0 0 0,0-1 0 0 0,-1 1 0 0 0,1 0 0 0 0,0-1 0 0 0,0 1 0 0 0,0 0 0 0 0,-1-1 0 0 0,1 0 0 0 0,0 1 0 0 0,0-1 0 0 0,0 0 0 0 0,0 1 0 0 0,0-1 0 0 0,0 0 0 0 0,0 0 0 0 0,0 0 0 0 0,0-1 0 0 0,-2 0 5 0 0,1 0 1 0 0,-1 0-1 0 0,1 1 0 0 0,-1-1 0 0 0,0 1 1 0 0,1-1-1 0 0,-1 1 0 0 0,0 0 1 0 0,0 0-1 0 0,0 0 0 0 0,0 0 1 0 0,0 1-1 0 0,0-1 0 0 0,-6 1 1 0 0,-7-4 7 0 0,0 0-2 0 0,1 1 0 0 0,-1 0-1 0 0,0 1 1 0 0,0 0-1 0 0,0 2 1 0 0,0 0 0 0 0,0 0-1 0 0,0 2 1 0 0,-21 3-1 0 0,30-3-12 0 0,0 0-1 0 0,0 0 0 0 0,1 0 0 0 0,-1 1 1 0 0,0 0-1 0 0,1 1 0 0 0,0-1 0 0 0,0 1 1 0 0,0 0-1 0 0,-6 5 0 0 0,9-5 11 0 0,0-1-1 0 0,0 0 1 0 0,1 1 0 0 0,-1-1-1 0 0,1 1 1 0 0,-1 0 0 0 0,1 0-1 0 0,0 0 1 0 0,1 0 0 0 0,-1 0-1 0 0,1 1 1 0 0,0-1 0 0 0,0 0-1 0 0,0 1 1 0 0,0-1-1 0 0,1 0 1 0 0,0 7 0 0 0,0-7-2 0 0,1-1 1 0 0,0 1-1 0 0,0 0 0 0 0,0 0 1 0 0,0 0-1 0 0,1-1 1 0 0,0 1-1 0 0,-1-1 1 0 0,1 1-1 0 0,1-1 1 0 0,-1 0-1 0 0,0 0 0 0 0,1 0 1 0 0,0 0-1 0 0,-1 0 1 0 0,1 0-1 0 0,0-1 1 0 0,0 1-1 0 0,1-1 0 0 0,-1 0 1 0 0,1 0-1 0 0,-1 0 1 0 0,6 2-1 0 0,0 0-7 0 0,1 0 0 0 0,0 0 0 0 0,0-1 0 0 0,0 0 0 0 0,1-1 0 0 0,-1 0 0 0 0,21 1 0 0 0,3-5-184 0 0,1-1-1 0 0,0-1 1 0 0,41-12-1 0 0,109-37-2117 0 0,-49 14-1601 0 0,-36 16 315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4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1841 0 0,'-32'6'2721'0'0,"0"-6"-480"0"0,0 6-560 0 0,32 2 240 0 0,32-2-1361 0 0,0-6-240 0 0,96 7-160 0 0,64 1-640 0 0,58-2-2161 0 0,-26-6-3602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100 141 1841 0 0,'0'-34'6875'0'0,"0"-45"-6307"0"0,0 78-564 0 0,0 0 0 0 0,0 0 0 0 0,0 0 0 0 0,0 0 0 0 0,0 1-1 0 0,-1-1 1 0 0,1 0 0 0 0,0 0 0 0 0,-1 0 0 0 0,1 0 0 0 0,0 1 0 0 0,-1-1-1 0 0,1 0 1 0 0,-1 1 0 0 0,1-1 0 0 0,-1 0 0 0 0,0 1 0 0 0,1-1 0 0 0,-1 0-1 0 0,0 1 1 0 0,1-1 0 0 0,-1 1 0 0 0,0-1 0 0 0,0 1 0 0 0,1 0 0 0 0,-1-1-1 0 0,0 1 1 0 0,0 0 0 0 0,0-1 0 0 0,1 1 0 0 0,-1 0 0 0 0,0 0 0 0 0,0 0-1 0 0,-1 0 1 0 0,-4-2 21 0 0,0-3 55 0 0,6 4 0 0 0,-5 7 161 0 0,-2-4-180 0 0,7-2-49 0 0,-1 0 0 0 0,0 0 0 0 0,0 0 0 0 0,0 0 1 0 0,0 0-1 0 0,1 0 0 0 0,-1 0 0 0 0,0 1 0 0 0,0-1 0 0 0,1 0 0 0 0,-1 1 0 0 0,0-1 0 0 0,0 0 0 0 0,1 1 0 0 0,-1-1 0 0 0,0 1 0 0 0,1-1 0 0 0,-1 1 0 0 0,1-1 1 0 0,-1 1-1 0 0,0 0 0 0 0,1-1 0 0 0,-1 1 0 0 0,1 0 0 0 0,0-1 0 0 0,-1 1 0 0 0,1 0 0 0 0,0 0 0 0 0,-1-1 0 0 0,1 1 0 0 0,0 0 0 0 0,0 0 0 0 0,0 0 0 0 0,-1-1 1 0 0,1 1-1 0 0,0 0 0 0 0,0 1 0 0 0,0-1-8 0 0,0 0 0 0 0,0 1-1 0 0,0-1 1 0 0,-1 0 0 0 0,1 0 0 0 0,0 0 0 0 0,-1 0 0 0 0,1 0 0 0 0,-1 0 0 0 0,0 0 0 0 0,1 0 0 0 0,-1 0-1 0 0,0 0 1 0 0,1 0 0 0 0,-1 0 0 0 0,0 0 0 0 0,0 0 0 0 0,0 0 0 0 0,0-1 0 0 0,0 1 0 0 0,-1 0 0 0 0,-10 12 96 0 0,9-3 30 0 0,1 0-1 0 0,0 1 1 0 0,1-1-1 0 0,0 1 1 0 0,1-1-1 0 0,0 0 1 0 0,2 18-1 0 0,-1 6 49 0 0,-1 92 383 0 0,0-124-550 0 0,0-1 0 0 0,0 1 0 0 0,0 0 0 0 0,1 0 1 0 0,-1-1-1 0 0,0 1 0 0 0,1 0 0 0 0,-1-1 0 0 0,1 1 0 0 0,0 0 1 0 0,-1-1-1 0 0,1 1 0 0 0,0-1 0 0 0,0 1 0 0 0,0-1 0 0 0,0 1 1 0 0,0-1-1 0 0,0 0 0 0 0,0 1 0 0 0,1-1 0 0 0,1 2 1 0 0,-2-3 0 0 0,0 1 1 0 0,1 1-1 0 0,-1-1 0 0 0,0 0 1 0 0,0 0-1 0 0,0 0 1 0 0,0 0-1 0 0,0 1 1 0 0,0-1-1 0 0,-1 0 1 0 0,1 1-1 0 0,0-1 1 0 0,-1 1-1 0 0,1-1 1 0 0,-1 1-1 0 0,1-1 1 0 0,-1 1-1 0 0,0-1 0 0 0,0 1 1 0 0,0-1-1 0 0,0 3 1 0 0,1-3-10 0 0,-1 1 0 0 0,1-1 0 0 0,-1 1 0 0 0,1-1 0 0 0,-1 0 0 0 0,1 1 0 0 0,0-1 0 0 0,-1 0 0 0 0,1 0 0 0 0,0 1 0 0 0,0-1 0 0 0,0 0 0 0 0,0 0 0 0 0,0 0 0 0 0,1 0 0 0 0,-1 0 1 0 0,0 0-1 0 0,0-1 0 0 0,0 1 0 0 0,1 0 0 0 0,-1-1 0 0 0,0 1 0 0 0,1-1 0 0 0,-1 1 0 0 0,3 0 0 0 0,51 11 34 0 0,-36-8-33 0 0,11 1-13 0 0,0-1 1 0 0,1-1-1 0 0,0-2 1 0 0,0-1-1 0 0,-1-1 1 0 0,1-2 0 0 0,-1-1-1 0 0,1-1 1 0 0,-1-2-1 0 0,43-15 1 0 0,-66 19-6 0 0,0 1-2 0 0,-1-1 0 0 0,0 0 0 0 0,0 0 0 0 0,0 0-1 0 0,7-6 1 0 0,-12 8 15 0 0,0 0 0 0 0,0 0 0 0 0,0 0 0 0 0,0 0-1 0 0,0 0 1 0 0,0 0 0 0 0,-1 0 0 0 0,1 0 0 0 0,0 0 0 0 0,-1-1 0 0 0,1 1 0 0 0,-1 0-1 0 0,1-1 1 0 0,-1 1 0 0 0,1 0 0 0 0,-1-1 0 0 0,0 1 0 0 0,0 0 0 0 0,0-1-1 0 0,0 1 1 0 0,0 0 0 0 0,0-1 0 0 0,0 1 0 0 0,0-1 0 0 0,0 1 0 0 0,-1 0 0 0 0,1-1-1 0 0,0 1 1 0 0,-1 0 0 0 0,0 0 0 0 0,0-2 0 0 0,-4-5 0 0 0,0 1 0 0 0,0 0 0 0 0,-1 0 0 0 0,0 0 1 0 0,0 1-1 0 0,-10-7 0 0 0,-20-25-60 0 0,33 34 57 0 0,-26-32-5 0 0,21 24-58 0 0,16 22 80 0 0,9 19 128 0 0,15 26 206 0 0,31 72 1 0 0,-54-106-270 0 0,-2 1-1 0 0,0 0 0 0 0,-1 1 0 0 0,-2-1 1 0 0,0 1-1 0 0,-1 0 0 0 0,-1 26 0 0 0,0-9 6 0 0,2 0-1 0 0,11 53 0 0 0,-9-58-62 0 0,5 49-20 0 0,10-13-80 0 0,-19-63 35 0 0,-1 0-9 0 0,1-1 0 0 0,0 0 0 0 0,0 1 0 0 0,1-1 0 0 0,0 0 0 0 0,0-1 0 0 0,7 12 0 0 0,-8-16-69 0 0,0 0 1 0 0,0-1-1 0 0,0 1 1 0 0,0 0 0 0 0,0-1-1 0 0,0 0 1 0 0,1 1 0 0 0,-1-1-1 0 0,0 0 1 0 0,1 0 0 0 0,-1 0-1 0 0,1-1 1 0 0,-1 1-1 0 0,1-1 1 0 0,-1 1 0 0 0,1-1-1 0 0,-1 0 1 0 0,1 0 0 0 0,-1 0-1 0 0,1 0 1 0 0,0 0 0 0 0,-1-1-1 0 0,1 1 1 0 0,-1-1-1 0 0,1 1 1 0 0,-1-1 0 0 0,0 0-1 0 0,1 0 1 0 0,1-2 0 0 0,54-22-2013 0 0,6-13-212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16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225 243 80 0 0,'-59'-20'6670'0'0,"54"14"-5781"0"0,0 1-244 0 0,-9 2-393 0 0,14 4-244 0 0,0-1 1 0 0,-1 0-1 0 0,1 0 1 0 0,0 0 0 0 0,0 0-1 0 0,0 0 1 0 0,0 0-1 0 0,-1 0 1 0 0,1 0 0 0 0,0 0-1 0 0,0 0 1 0 0,-1 0-1 0 0,1 1 1 0 0,0-1 0 0 0,0 0-1 0 0,0 0 1 0 0,-1-1 0 0 0,1 1-1 0 0,0 0 1 0 0,0 0-1 0 0,0 0 1 0 0,-1 0 0 0 0,1 0-1 0 0,0 0 1 0 0,0 0-1 0 0,0 0 1 0 0,-1 0 0 0 0,1 0-1 0 0,0 0 1 0 0,0-1-1 0 0,0 1 1 0 0,0 0 0 0 0,-1 0-1 0 0,1 0 1 0 0,0 0-1 0 0,0 0 1 0 0,0-1 0 0 0,0 1-1 0 0,0 0 1 0 0,0 0-1 0 0,-1 0 1 0 0,1-1 0 0 0,0 1-1 0 0,0 0 1 0 0,0 0-1 0 0,0 0 1 0 0,0-1 0 0 0,0 1-1 0 0,0 0 1 0 0,0 0-1 0 0,0 0 1 0 0,0-1 0 0 0,0 1-1 0 0,0 0 1 0 0,0-1-1 0 0,22-5 166 0 0,-22 6-169 0 0,0 0 1 0 0,0 0 0 0 0,0 0-1 0 0,1 0 1 0 0,-1 0-1 0 0,0 0 1 0 0,0 0-1 0 0,1 0 1 0 0,-1 0 0 0 0,0 0-1 0 0,0 0 1 0 0,0 0-1 0 0,1-1 1 0 0,-1 1-1 0 0,0 0 1 0 0,0 0 0 0 0,0 0-1 0 0,1 0 1 0 0,-1 0-1 0 0,0-1 1 0 0,0 1-1 0 0,0 0 1 0 0,0 0-1 0 0,1 0 1 0 0,-1 0 0 0 0,0-1-1 0 0,0 1 1 0 0,0 0-1 0 0,0 0 1 0 0,0 0-1 0 0,0-1 1 0 0,0 1 0 0 0,0 0-1 0 0,0 0 1 0 0,1-1-1 0 0,-1 1 1 0 0,0 0-1 0 0,0 0 1 0 0,0 0 0 0 0,0-1-1 0 0,0 1 1 0 0,0 0-1 0 0,-1 0 1 0 0,1-1-1 0 0,0 1-3 0 0,0 0 0 0 0,0 0 0 0 0,0-1-1 0 0,0 1 1 0 0,0 0 0 0 0,0 0-1 0 0,0 0 1 0 0,0-1 0 0 0,0 1 0 0 0,0 0-1 0 0,0 0 1 0 0,0 0 0 0 0,0-1 0 0 0,0 1-1 0 0,0 0 1 0 0,0 0 0 0 0,0 0-1 0 0,0 0 1 0 0,1-1 0 0 0,-1 1 0 0 0,0 0-1 0 0,0 0 1 0 0,0 0 0 0 0,0 0 0 0 0,0 0-1 0 0,0-1 1 0 0,0 1 0 0 0,1 0 0 0 0,-1 0-1 0 0,0 0 1 0 0,0 0 0 0 0,0 0-1 0 0,0 0 1 0 0,1 0 0 0 0,-1 0 0 0 0,0-1-1 0 0,0 1 1 0 0,0 0 0 0 0,0 0 0 0 0,1 0-1 0 0,-1 0 1 0 0,0 0 0 0 0,0 0-1 0 0,0 0 1 0 0,1 0 0 0 0,-1 0 0 0 0,0 0-1 0 0,3 0 26 0 0,-2 1-19 0 0,0-1 0 0 0,0 0 0 0 0,0 0 0 0 0,0 0 0 0 0,0 0 0 0 0,0 0 0 0 0,0 0 0 0 0,0 0-1 0 0,0 0 1 0 0,-1 0 0 0 0,1-1 0 0 0,0 1 0 0 0,0 0 0 0 0,0-1 0 0 0,0 1 0 0 0,0 0 0 0 0,0-1-1 0 0,-1 1 1 0 0,1-1 0 0 0,0 1 0 0 0,0-1 0 0 0,-1 0 0 0 0,1 1 0 0 0,0-1 0 0 0,-1 0 0 0 0,2 0-1 0 0,0-2 27 0 0,1 1-1 0 0,-1 0 1 0 0,1 0-1 0 0,0 1 0 0 0,0-1 1 0 0,0 0-1 0 0,0 1 0 0 0,0 0 1 0 0,0 0-1 0 0,0 0 0 0 0,3-1 1 0 0,48-4 433 0 0,-48 15 24 0 0,-7-7-81 0 0,1-7-338 0 0,-5 3 8 0 0,2 1-54 0 0,0 0-1 0 0,0 0 0 0 0,1-1 0 0 0,-1 1 0 0 0,1-1 0 0 0,-1 1 1 0 0,1-1-1 0 0,0 0 0 0 0,-1 0 0 0 0,1 0 0 0 0,-3-5 1 0 0,-21-16 85 0 0,6 7-22 0 0,14 10-53 0 0,0 1 0 0 0,0 0 1 0 0,-1 1-1 0 0,0-1 0 0 0,-10-4 1 0 0,-111-40 683 0 0,101 41 227 0 0,27 9-867 0 0,0 5 0 0 0,0-12-80 0 0,1 7-26 0 0,-1 0 0 0 0,1 0 0 0 0,0 0 0 0 0,0 0 0 0 0,0 0 0 0 0,0 0-1 0 0,0 0 1 0 0,0-1 0 0 0,0 1 0 0 0,0 0 0 0 0,0-1 0 0 0,1 1 0 0 0,-1-1 0 0 0,0 1 0 0 0,0-1 0 0 0,0 0-1 0 0,1 1 1 0 0,-1-1 0 0 0,0 0 0 0 0,1 0 0 0 0,0 0 0 0 0,35 5 7 0 0,-35-5-1 0 0,109 20 83 0 0,-30-3 20 0 0,-54-11 18 0 0,0 1 0 0 0,32 13 0 0 0,-17-5 117 0 0,-25-8-90 0 0,-1 1 0 0 0,0 1 0 0 0,0 0 0 0 0,0 1 0 0 0,-1 1 0 0 0,-1 0 0 0 0,0 1 0 0 0,0 1 0 0 0,-1 0 0 0 0,12 17 0 0 0,-16-20-69 0 0,-4 5 18 0 0,-5-15-77 0 0,0 0 1 0 0,0 1-1 0 0,0-1 0 0 0,0 0 1 0 0,0 0-1 0 0,0 1 1 0 0,0-1-1 0 0,0 0 0 0 0,0 0 1 0 0,0 1-1 0 0,0-1 1 0 0,0 0-1 0 0,0 0 0 0 0,0 1 1 0 0,0-1-1 0 0,1 0 1 0 0,-1 0-1 0 0,0 1 0 0 0,0-1 1 0 0,0 0-1 0 0,0 0 1 0 0,0 0-1 0 0,0 1 0 0 0,1-1 1 0 0,-1 0-1 0 0,0 0 1 0 0,0 0-1 0 0,0 0 0 0 0,1 1 1 0 0,-1-1-1 0 0,0 0 1 0 0,0 0-1 0 0,1 0 0 0 0,-1 0 1 0 0,0 0-1 0 0,0 0 1 0 0,1 0-1 0 0,-1 0 0 0 0,0 1 1 0 0,1-1-1 0 0,5 0-58 0 0,-22-8-66 0 0,-6-4-14 0 0,6 1 123 0 0,0 0-1 0 0,0 0 0 0 0,-1 2 1 0 0,0 0-1 0 0,-1 1 1 0 0,0 1-1 0 0,-1 0 1 0 0,-26-5-1 0 0,30 9 8 0 0,0 0-1 0 0,0 1 1 0 0,-1 0 0 0 0,1 1-1 0 0,-1 1 1 0 0,0 1 0 0 0,1 0-1 0 0,0 1 1 0 0,-1 0 0 0 0,1 1-1 0 0,-17 6 1 0 0,26-7 15 0 0,1 1 1 0 0,0-1-1 0 0,0 1 1 0 0,0-1-1 0 0,0 2 1 0 0,0-1-1 0 0,0 0 0 0 0,1 1 1 0 0,-1 0-1 0 0,1 0 1 0 0,0 0-1 0 0,1 1 1 0 0,-1-1-1 0 0,1 1 0 0 0,-1 0 1 0 0,1 0-1 0 0,1 0 1 0 0,-1 0-1 0 0,1 0 1 0 0,0 1-1 0 0,-2 6 0 0 0,3-4 8 0 0,0 0 0 0 0,0 0 0 0 0,1 0 0 0 0,0 0 0 0 0,0 0 0 0 0,1 0 0 0 0,0 0 0 0 0,1 0-1 0 0,-1 0 1 0 0,2 0 0 0 0,-1-1 0 0 0,1 1 0 0 0,0-1 0 0 0,8 14 0 0 0,-5-9 5 0 0,0-1 1 0 0,1 0-1 0 0,0 0 0 0 0,1-1 1 0 0,0 0-1 0 0,12 10 1 0 0,-16-16-49 0 0,1-1 1 0 0,0 0 0 0 0,0 0 0 0 0,0 0 0 0 0,1 0-1 0 0,-1-1 1 0 0,1 0 0 0 0,-1 0 0 0 0,1-1 0 0 0,0 1-1 0 0,0-1 1 0 0,0-1 0 0 0,0 1 0 0 0,-1-1 0 0 0,1 0-1 0 0,0 0 1 0 0,10-2 0 0 0,16-4-648 0 0,1 0-1 0 0,-1-3 1 0 0,0-1 0 0 0,-1-1-1 0 0,0-1 1 0 0,0-2 0 0 0,44-28 0 0 0,-45 20-2207 0 0,41-39 1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0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6883 0 0,'0'34'3522'0'0,"-32"-13"-2882"0"0,32-7-960 0 0,0-8-160 0 0,64 0 80 0 0,0-12-561 0 0,0-8-1600 0 0,32-6-721 0 0,0-7 321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1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55 7043 0 0,'-128'27'3122'0'0,"32"-7"-3362"0"0,64-14-401 0 0,32-12 401 0 0,0 0-80 0 0,0-14-240 0 0,32-1-321 0 0,-32-5-1280 0 0,0-3-720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3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1236 190 1201 0 0,'-282'39'4161'0'0,"-38"-31"-2400"0"0,160-37-2001 0 0,64-9-240 0 0,-32-11 160 0 0,6-10-160 0 0,-6-3-1281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9 80 0 0,'-17'2'2152'0'0,"1"-2"-753"0"0,-1 2 1 0 0,1 0 0 0 0,-1 1 0 0 0,-22 8 0 0 0,39-11-1398 0 0,0 0 1 0 0,0 0-1 0 0,1 0 1 0 0,-1 0-1 0 0,0 0 1 0 0,0 0-1 0 0,1 1 1 0 0,-1-1 0 0 0,0 0-1 0 0,0 0 1 0 0,1 0-1 0 0,-1 0 1 0 0,0 0-1 0 0,0 0 1 0 0,0 1-1 0 0,0-1 1 0 0,1 0-1 0 0,-1 0 1 0 0,0 0-1 0 0,0 1 1 0 0,0-1-1 0 0,0 0 1 0 0,1 0-1 0 0,-1 0 1 0 0,0 1-1 0 0,0-1 1 0 0,0 0-1 0 0,0 0 1 0 0,0 1-1 0 0,0-1 1 0 0,0 0-1 0 0,0 0 1 0 0,0 1-1 0 0,0-1 1 0 0,0 0-1 0 0,0 0 1 0 0,0 1-1 0 0,0-1 1 0 0,0 0-1 0 0,0 0 1 0 0,0 1-1 0 0,0-1 1 0 0,0 0-1 0 0,0 0 1 0 0,0 1 0 0 0,-1-1-1 0 0,1 0 1 0 0,0 0-1 0 0,0 0 1 0 0,0 1-1 0 0,0-1 1 0 0,0 0-1 0 0,-1 0 1 0 0,1 0-1 0 0,0 0 1 0 0,0 1-1 0 0,0-1 1 0 0,-1 0-1 0 0,1 0 1 0 0,0 0-1 0 0,0 0 1 0 0,-1 0-1 0 0,1 0 1 0 0,0 0-1 0 0,0 1 1 0 0,-1-1-1 0 0,1 0 1 0 0,0 0-1 0 0,53-7 721 0 0,1 3 0 0 0,70 3 0 0 0,-68 1-397 0 0,301-10-383 0 0,-122-7-5662 0 0,-198 16 2717 0 0,-5 1 201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74 2321 0 0,'-101'8'4642'0'0,"21"4"-2814"0"0,96-12-1522 0 0,-16 0-303 0 0,95-4 612 0 0,-78 2-499 0 0,441-32 871 0 0,84-11-5522 0 0,-414 36-67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5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448 324 1201 0 0,'-46'-11'4297'0'0,"16"4"-3150"0"0,1-1 0 0 0,-29-11 0 0 0,50 16-1112 0 0,0-1-1 0 0,0 0 0 0 0,0-1 1 0 0,1 1-1 0 0,-1-1 0 0 0,1-1 0 0 0,0 1 1 0 0,1-1-1 0 0,0-1 0 0 0,0 1 1 0 0,-8-11-1 0 0,-25-33 143 0 0,26 35-125 0 0,1 1 0 0 0,-14-26 0 0 0,22 32-30 0 0,0 1 0 0 0,0-1 0 0 0,0 1 0 0 0,-1 0 0 0 0,0 0-1 0 0,0 1 1 0 0,-1-1 0 0 0,0 1 0 0 0,0 0 0 0 0,-9-6 0 0 0,9 6 58 0 0,8 7-75 0 0,-1-1 0 0 0,0 1 0 0 0,1 0 0 0 0,-1-1 0 0 0,0 1 0 0 0,1-1 0 0 0,-1 1 0 0 0,1-1 1 0 0,-1 1-1 0 0,1-1 0 0 0,-1 0 0 0 0,1 0 0 0 0,-1 0 0 0 0,1 0 0 0 0,2 0 0 0 0,-3 0 7 0 0,-1 0-7 0 0,1 0 0 0 0,-1 0 0 0 0,0 0-1 0 0,1 0 1 0 0,-1 1 0 0 0,0-1 0 0 0,1 0 0 0 0,-1 0 0 0 0,0 0 0 0 0,1 0-1 0 0,-1 1 1 0 0,0-1 0 0 0,0 0 0 0 0,1 1 0 0 0,-1-1 0 0 0,0 0 0 0 0,0 0-1 0 0,0 1 1 0 0,1-1 0 0 0,-1 0 0 0 0,0 1 0 0 0,0-1 0 0 0,0 0 0 0 0,0 1-1 0 0,0-1 1 0 0,0 0 0 0 0,0 1 0 0 0,0-1 0 0 0,0 0 0 0 0,1 1 0 0 0,-2 0-1 0 0,0 4 68 0 0,1-1-13 0 0,0 0 1 0 0,1-1-1 0 0,-1 1 1 0 0,0 0-1 0 0,1 0 1 0 0,0 0-1 0 0,0 0 0 0 0,0-1 1 0 0,1 1-1 0 0,-1 0 1 0 0,1-1-1 0 0,0 1 1 0 0,0-1-1 0 0,3 5 1 0 0,3 4 62 0 0,-7-11-114 0 0,-1 0 0 0 0,1 0 1 0 0,-1 0-1 0 0,1 0 1 0 0,-1 0-1 0 0,0 0 1 0 0,1 1-1 0 0,-1-1 0 0 0,0 0 1 0 0,0 0-1 0 0,0 0 1 0 0,0 0-1 0 0,0 0 1 0 0,0 0-1 0 0,0 0 1 0 0,0 1-1 0 0,0-1 0 0 0,-1 0 1 0 0,1 0-1 0 0,0 0 1 0 0,-1 0-1 0 0,1 0 1 0 0,-1 0-1 0 0,1 0 1 0 0,-1 0-1 0 0,1 0 0 0 0,-1 0 1 0 0,0 0-1 0 0,0-1 1 0 0,1 1-1 0 0,-1 0 1 0 0,0 0-1 0 0,0 0 0 0 0,0-1 1 0 0,-1 2-1 0 0,0-1 1 0 0,1 0-1 0 0,0 0 0 0 0,-1 1 1 0 0,1-1-1 0 0,0 1 0 0 0,0-1 1 0 0,-1 1-1 0 0,1 0 0 0 0,0-1 1 0 0,1 1-1 0 0,-1 0 0 0 0,0 0 0 0 0,0-1 1 0 0,1 1-1 0 0,-1 0 0 0 0,1 0 1 0 0,-1 3-1 0 0,1-3 5 0 0,0 0 0 0 0,0 0 0 0 0,0 0 0 0 0,-1 0 0 0 0,1 0 0 0 0,-1 1 0 0 0,0-1 0 0 0,1 0 0 0 0,-1 0 0 0 0,0-1 0 0 0,0 1 0 0 0,0 0 0 0 0,-1 0 0 0 0,1 0 0 0 0,0-1 0 0 0,-1 1 0 0 0,-1 1 0 0 0,2-1 0 0 0,-1-1 1 0 0,1 1 0 0 0,0-1-1 0 0,-1 1 1 0 0,1 0 0 0 0,0-1 0 0 0,0 1-1 0 0,0 0 1 0 0,0 0 0 0 0,0 0 0 0 0,1 0-1 0 0,-1 0 1 0 0,1 0 0 0 0,-1 0-1 0 0,1 0 1 0 0,-1 4 0 0 0,1-4-2 0 0,0-1 0 0 0,0 0-1 0 0,0 0 1 0 0,0 1 0 0 0,0-1 0 0 0,-1 0-1 0 0,1 1 1 0 0,0-1 0 0 0,-1 0 0 0 0,0 0 0 0 0,1 0-1 0 0,-1 0 1 0 0,1 1 0 0 0,-1-1 0 0 0,0 0-1 0 0,0 0 1 0 0,0 0 0 0 0,0 0 0 0 0,0-1 0 0 0,0 1-1 0 0,0 0 1 0 0,0 0 0 0 0,-2 1 0 0 0,2-2-5 0 0,0 1 0 0 0,0 0 0 0 0,0-1 0 0 0,0 1 0 0 0,0 0 0 0 0,0 0 0 0 0,0 0 1 0 0,0 0-1 0 0,1 0 0 0 0,-1 0 0 0 0,0 0 0 0 0,0 0 0 0 0,1 0 0 0 0,-1 0 0 0 0,1 1 1 0 0,-1-1-1 0 0,1 0 0 0 0,-1 0 0 0 0,1 1 0 0 0,0-1 0 0 0,0 0 0 0 0,0 1 0 0 0,-1 1 0 0 0,2-2-1 0 0,-1 1-1 0 0,1-1 0 0 0,-1 1 0 0 0,1-1 0 0 0,0 0 0 0 0,0 1 0 0 0,-1-1 0 0 0,1 0 0 0 0,0 0 0 0 0,0 0 1 0 0,0 0-1 0 0,0 0 0 0 0,0 0 0 0 0,1 0 0 0 0,-1 0 0 0 0,0 0 0 0 0,0 0 0 0 0,1 0 0 0 0,-1-1 0 0 0,0 1 1 0 0,1-1-1 0 0,-1 1 0 0 0,1-1 0 0 0,-1 1 0 0 0,1-1 0 0 0,-1 0 0 0 0,3 1 0 0 0,55 6 102 0 0,-49-6-103 0 0,100 5 45 0 0,0-6 0 0 0,165-19 0 0 0,-268 19-59 0 0,0-1 0 0 0,0-1 0 0 0,-1 1 0 0 0,1-1 0 0 0,0 0 0 0 0,-1-1 0 0 0,11-5 0 0 0,-16 6-4 0 0,0 0 0 0 0,0-1 0 0 0,0 1 0 0 0,0-1 0 0 0,-1 1 0 0 0,1-1 0 0 0,-1 1 0 0 0,0-1 0 0 0,1 1 0 0 0,-1-1 0 0 0,0 1 0 0 0,0-1 0 0 0,-1 0 0 0 0,1 1 0 0 0,0-1 0 0 0,-1 1 0 0 0,0-1 0 0 0,0 1 0 0 0,1-1 0 0 0,-3-3 0 0 0,-51-45 1 0 0,49 41 13 0 0,0 5 0 0 0,4 5 0 0 0,-1 0 0 0 0,1-1 0 0 0,0 1 0 0 0,0 0 0 0 0,0 0 0 0 0,0 0 0 0 0,-1 0 0 0 0,1 0 0 0 0,0 1 0 0 0,0-1 0 0 0,0 0 0 0 0,0 0 0 0 0,0 1 0 0 0,-1-1 0 0 0,1 1 0 0 0,-2 0 0 0 0,3 1 2 0 0,-1-1-1 0 0,0 0 1 0 0,1 1 0 0 0,-1-1 0 0 0,1 1 0 0 0,0-1 0 0 0,-1 1-1 0 0,1-1 1 0 0,0 1 0 0 0,0-1 0 0 0,0 0 0 0 0,0 1-1 0 0,0-1 1 0 0,0 1 0 0 0,0-1 0 0 0,1 1 0 0 0,-1-1 0 0 0,1 1-1 0 0,-1-1 1 0 0,1 0 0 0 0,0 3 0 0 0,14 67 165 0 0,-12-47-96 0 0,2 0-1 0 0,0-1 1 0 0,2 1-1 0 0,17 40 1 0 0,0-3 61 0 0,-21-52-80 0 0,-1-1 0 0 0,2 1 0 0 0,-1 0 0 0 0,1-1 0 0 0,1 0-1 0 0,-1 0 1 0 0,11 13 0 0 0,12 7 228 0 0,-25-26-329 0 0,0-1 0 0 0,0 0 0 0 0,0 1 0 0 0,0-1 0 0 0,0 0 1 0 0,0 0-1 0 0,1 0 0 0 0,-1-1 0 0 0,0 1 0 0 0,1 0 0 0 0,-1-1 0 0 0,1 0 0 0 0,-1 1 0 0 0,1-1 0 0 0,-1 0 0 0 0,1 0 0 0 0,-1-1 0 0 0,0 1 0 0 0,3-1 0 0 0,-1 1-147 0 0,0-1 0 0 0,0 1-1 0 0,-1-1 1 0 0,1 0 0 0 0,0 0-1 0 0,-1 0 1 0 0,1-1 0 0 0,-1 1-1 0 0,1-1 1 0 0,-1 0 0 0 0,5-3-1 0 0,2-7-778 0 0,-9 10 842 0 0,1 0-1 0 0,0 0 1 0 0,0-1 0 0 0,1 2 0 0 0,-1-1 0 0 0,0 0-1 0 0,1 0 1 0 0,-1 1 0 0 0,6-3 0 0 0,-6 3 36 0 0,0 0 0 0 0,0 0 0 0 0,0 0 0 0 0,0 0 0 0 0,0-1 0 0 0,-1 1 0 0 0,1 0 0 0 0,0-1 0 0 0,-1 0 0 0 0,1 1 0 0 0,-1-1 0 0 0,1 0 0 0 0,-1 1 0 0 0,0-1 0 0 0,1-3 0 0 0,3-38-3847 0 0,-5 5 1209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0:2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640 459 320 0 0,'1'-1'174'0'0,"-1"0"0"0"0,1 0 0 0 0,0 0-1 0 0,0 0 1 0 0,-1 1 0 0 0,1-1 0 0 0,0 0 0 0 0,0 0-1 0 0,0 1 1 0 0,0-1 0 0 0,0 0 0 0 0,0 1 0 0 0,0-1-1 0 0,0 1 1 0 0,0-1 0 0 0,0 1 0 0 0,1 0 0 0 0,-1-1-1 0 0,2 1 1 0 0,26-8 1916 0 0,-26 8-1706 0 0,14-7 578 0 0,3 3-377 0 0,-21 2-366 0 0,2 2-214 0 0,-1-1 0 0 0,0 1 0 0 0,0 0 0 0 0,0 0 0 0 0,0 0 0 0 0,0 0 0 0 0,0-1 0 0 0,0 1 0 0 0,0 0 0 0 0,0 0 0 0 0,0 0 0 0 0,0-1-1 0 0,0 1 1 0 0,0 0 0 0 0,0 0 0 0 0,0 0 0 0 0,0 0 0 0 0,0-1 0 0 0,0 1 0 0 0,0 0 0 0 0,0 0 0 0 0,0 0 0 0 0,0-1 0 0 0,0 1 0 0 0,0 0 0 0 0,0 0 0 0 0,-1 0 0 0 0,1 0 0 0 0,0 0 0 0 0,0-1 0 0 0,0 1 0 0 0,0 0 0 0 0,0 0 0 0 0,0 0 0 0 0,-1 0 0 0 0,1 0 0 0 0,0 0 0 0 0,0 0 0 0 0,0-1-1 0 0,0 1 1 0 0,-1 0 0 0 0,1 0 0 0 0,0 0 0 0 0,0 0 0 0 0,0 0 0 0 0,0 0 0 0 0,-1 0 0 0 0,1 0 0 0 0,0 0 0 0 0,0 0 0 0 0,0 0 0 0 0,-1 0 0 0 0,1 0 0 0 0,0 0 0 0 0,0 0 0 0 0,0 0 0 0 0,-1 0 0 0 0,-41 2 267 0 0,0 0 1 0 0,0 3-1 0 0,1 2 1 0 0,0 1-1 0 0,0 2 1 0 0,-45 18-1 0 0,84-28-263 0 0,0 1 1 0 0,0-1-1 0 0,0 1 0 0 0,0 0 0 0 0,0 0 0 0 0,0 0 0 0 0,0 0 1 0 0,0 0-1 0 0,0 0 0 0 0,1 1 0 0 0,-1-1 0 0 0,0 1 0 0 0,1-1 0 0 0,-1 1 1 0 0,1 0-1 0 0,0-1 0 0 0,-1 1 0 0 0,1 0 0 0 0,0 0 0 0 0,0 0 0 0 0,0 0 1 0 0,0 0-1 0 0,1 0 0 0 0,-1 0 0 0 0,0 0 0 0 0,1 0 0 0 0,0 1 0 0 0,-1-1 1 0 0,1 0-1 0 0,0 0 0 0 0,0 0 0 0 0,0 1 0 0 0,0-1 0 0 0,1 0 0 0 0,-1 0 1 0 0,0 0-1 0 0,1 0 0 0 0,0 0 0 0 0,-1 0 0 0 0,1 0 0 0 0,0 0 0 0 0,0 0 1 0 0,0 0-1 0 0,2 2 0 0 0,6 10 63 0 0,1-1-1 0 0,1 0 1 0 0,0-1 0 0 0,23 20 0 0 0,-20-19-56 0 0,114 94 104 0 0,-109-86-68 0 0,-27-3 19 0 0,2-9-47 0 0,4-5-18 0 0,0-1 0 0 0,0 1 0 0 0,-1-1 0 0 0,1 0 0 0 0,-1 0 0 0 0,0 0 0 0 0,0 0 0 0 0,0 0 0 0 0,-1-1 0 0 0,1 1 0 0 0,-6 2 0 0 0,-32 24 282 0 0,-23 15 256 0 0,57-40-406 0 0,-1 0 0 0 0,0 0 1 0 0,0 0-1 0 0,-1-1 0 0 0,1-1 0 0 0,-1 1 0 0 0,0-1 1 0 0,-15 1-1 0 0,11-5 107 0 0,16-3-44 0 0,38-15 89 0 0,13-6-132 0 0,100-61 75 0 0,208-154 0 0 0,-331 219-206 0 0,59-47 11 0 0,-81 62-43 0 0,0-1-1 0 0,-1 0 1 0 0,0-1-1 0 0,-1 0 1 0 0,0 0 0 0 0,11-19-1 0 0,-16 25 6 0 0,-1-1-1 0 0,0 1 1 0 0,1-1-1 0 0,-1 1 1 0 0,-1-1-1 0 0,1 0 0 0 0,0 1 1 0 0,-1-1-1 0 0,0 0 1 0 0,0 1-1 0 0,0-1 1 0 0,0 0-1 0 0,0 1 1 0 0,-1-1-1 0 0,0 0 1 0 0,1 1-1 0 0,-2-1 1 0 0,1 1-1 0 0,0-1 1 0 0,-1 1-1 0 0,1 0 1 0 0,-1-1-1 0 0,0 1 1 0 0,0 0-1 0 0,-4-4 1 0 0,-1-1-2 0 0,0 0 1 0 0,-1 1-1 0 0,0 0 1 0 0,0 1-1 0 0,-1-1 1 0 0,0 2-1 0 0,0-1 1 0 0,-10-4-1 0 0,-41-13-202 0 0,0 2 0 0 0,-2 2 0 0 0,-125-19-1 0 0,119 25-325 0 0,-337-68-3912 0 0,208 34 640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08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3745 9342 560 0 0,'2'3'1864'0'0,"-31"-6"2662"0"0,40 3-4410 0 0,1 0 0 0 0,-1-1 1 0 0,0 0-1 0 0,1-1 0 0 0,-1 0 0 0 0,17-6 1 0 0,68-21 443 0 0,51-42-94 0 0,-70 32-279 0 0,-16 10-44 0 0,-23 12-8 0 0,0-2-1 0 0,-1-2 0 0 0,-1-1 0 0 0,57-46 0 0 0,-56 34-21 0 0,-2-2 1 0 0,-1-1-1 0 0,53-78 0 0 0,-45 59-59 0 0,-5 8 44 0 0,-18 24 18 0 0,0 0 1 0 0,-1-2-1 0 0,-2 0 1 0 0,23-48-1 0 0,-20 23 82 0 0,-11 26-70 0 0,2-1 1 0 0,1 1 0 0 0,1 1-1 0 0,24-37 1 0 0,-12 27 20 0 0,-2 0 1 0 0,-2-2-1 0 0,-1-1 0 0 0,24-63 1 0 0,-34 75-82 0 0,5-9 91 0 0,-2 0 1 0 0,12-56 0 0 0,-14-12 93 0 0,-2 55-152 0 0,0-1 75 0 0,3-86 1 0 0,-9 86-100 0 0,15-84 1 0 0,-9 86-33 0 0,2-58 88 0 0,44-197 67 0 0,-49 211 39 0 0,-6 67-87 0 0,2 0-1 0 0,4-25 1 0 0,0 20 3 0 0,2-5-85 0 0,-1-1-1 0 0,-2 0 1 0 0,-1-1 0 0 0,-2 1 0 0 0,-5-59-1 0 0,-18-14-2 0 0,15 50-31 0 0,2 17-14 0 0,-20-78 0 0 0,10 67-22 0 0,-1 0 0 0 0,-3 1 0 0 0,-2 0 0 0 0,-2 2 0 0 0,-43-66 0 0 0,-51-62-29 0 0,-107-217-1 0 0,187 326 9 0 0,-75-118-137 0 0,0 1 63 0 0,31 42 37 0 0,36 67 19 0 0,3-2 1 0 0,-40-104-1 0 0,50 87-45 0 0,-37-92-138 0 0,39 112 102 0 0,-64-134-96 0 0,76 175 145 0 0,0 2-1 0 0,-2 0 0 0 0,-2 1 1 0 0,-32-35-1 0 0,-74-76-155 0 0,102 116 225 0 0,-1 1 0 0 0,-1 1 0 0 0,-1 2 0 0 0,-1 1 1 0 0,-1 1-1 0 0,-43-19 0 0 0,11 9 101 0 0,37 18-90 0 0,0-2-1 0 0,0 0 1 0 0,-24-19-1 0 0,47 30-12 0 0,1 0 1 0 0,-1-1-1 0 0,1 0 0 0 0,-1 1 1 0 0,1-1-1 0 0,0 0 0 0 0,0 0 1 0 0,0 0-1 0 0,1-1 0 0 0,-1 1 1 0 0,1 0-1 0 0,-1-1 0 0 0,1 1 0 0 0,0-1 1 0 0,1 1-1 0 0,-1-1 0 0 0,0-6 1 0 0,-5-18-11 0 0,1 15-8 0 0,-1 1 0 0 0,0 0 1 0 0,-1 0-1 0 0,-14-18 0 0 0,13 18 16 0 0,0 1 0 0 0,1-1 0 0 0,-10-23 0 0 0,14 27 23 0 0,0 0 1 0 0,0 0-1 0 0,0 1 0 0 0,-1-1 1 0 0,0 1-1 0 0,-1 0 1 0 0,1 0-1 0 0,-1 0 1 0 0,-1 0-1 0 0,1 1 1 0 0,-1 0-1 0 0,-13-10 0 0 0,-16-15-30 0 0,2-2 0 0 0,1-1-1 0 0,1-2 1 0 0,-35-54 0 0 0,51 69 4 0 0,-18-30 4 0 0,21 1 2 0 0,8 25-7 0 0,-10-30-142 0 0,-34-81 1 0 0,19 59 81 0 0,19 51 82 0 0,-2 0 1 0 0,-1 1-1 0 0,-1 1 0 0 0,-19-26 1 0 0,25 38 5 0 0,-9-12 10 0 0,-1 0 0 0 0,-2 1 1 0 0,0 1-1 0 0,-1 1 0 0 0,0 1 1 0 0,-2 0-1 0 0,-35-21 0 0 0,20 14 9 0 0,23 17-12 0 0,0 0 0 0 0,0-1 1 0 0,1 0-1 0 0,1-1 0 0 0,0-1 1 0 0,-12-15-1 0 0,-26-47-14 0 0,23 33 39 0 0,-35-41-1 0 0,49 68-29 0 0,-1-1-1 0 0,-1 2 0 0 0,0 0 1 0 0,-1 0-1 0 0,-30-17 1 0 0,-137-67-109 0 0,-69-42 298 0 0,184 95-166 0 0,-34-20-65 0 0,-135-111 1 0 0,140 91-113 0 0,-240-221 414 0 0,326 294-261 0 0,1-1 0 0 0,0 0-1 0 0,0-1 1 0 0,-13-24 0 0 0,23 37-21 0 0,1-1 1 0 0,-1 1-1 0 0,1-1 1 0 0,0 1-1 0 0,-1-1 1 0 0,1 1-1 0 0,0-1 1 0 0,0 1-1 0 0,0-1 1 0 0,0 0-1 0 0,0 1 1 0 0,0-1-1 0 0,1 1 1 0 0,-1-1-1 0 0,0 1 1 0 0,1-1-1 0 0,-1 1 1 0 0,1-1-1 0 0,0 1 1 0 0,-1-1-1 0 0,1 1 1 0 0,0 0-1 0 0,0-1 1 0 0,0 1-1 0 0,0 0 1 0 0,0 0-1 0 0,0 0 1 0 0,0 0-1 0 0,0 0 1 0 0,3-2-1 0 0,3-5-5 0 0,-6 7 8 0 0,-1 0 0 0 0,1 0 0 0 0,-1 0 0 0 0,0 0 0 0 0,1 0 0 0 0,-1-1 0 0 0,0 1-1 0 0,0 0 1 0 0,0 0 0 0 0,0 0 0 0 0,0 0 0 0 0,0 0 0 0 0,0 0 0 0 0,0-1 0 0 0,-1 1-1 0 0,1 0 1 0 0,0 0 0 0 0,-1 0 0 0 0,1 0 0 0 0,0 0 0 0 0,-1 0 0 0 0,1 0 0 0 0,-1 0-1 0 0,0 0 1 0 0,1 0 0 0 0,-1 0 0 0 0,0 0 0 0 0,0 1 0 0 0,1-1 0 0 0,-1 0 0 0 0,0 0-1 0 0,0 1 1 0 0,-2-2 0 0 0,2 1 1 0 0,-1 0 1 0 0,1 0-1 0 0,0-1 0 0 0,0 1 1 0 0,0 0-1 0 0,-1-1 0 0 0,1 1 1 0 0,1-1-1 0 0,-1 1 0 0 0,0-1 1 0 0,0 1-1 0 0,1-1 0 0 0,-1 1 0 0 0,0-1 1 0 0,1-2-1 0 0,-1 3 12 0 0,1 0 0 0 0,-1 0 0 0 0,1 0 0 0 0,-1 0 0 0 0,1-1 0 0 0,-1 1 0 0 0,1 0 0 0 0,-1 0 0 0 0,0 0 0 0 0,0 0 0 0 0,0 1 0 0 0,1-1 0 0 0,-1 0 0 0 0,0 0 0 0 0,0 0 0 0 0,0 1 0 0 0,0-1 0 0 0,0 1 0 0 0,-1-1 0 0 0,1 0 0 0 0,0 1 0 0 0,0 0 0 0 0,0-1 0 0 0,0 1 0 0 0,-3-1 0 0 0,-3-2 9 0 0,-94-54 128 0 0,42 23-113 0 0,-64-26 0 0 0,114 55-51 0 0,0 1 0 0 0,-1 1 0 0 0,1 0 0 0 0,-1 0 1 0 0,0 1-1 0 0,0 0 0 0 0,0 0 0 0 0,0 1 0 0 0,-13 1 1 0 0,-32-3-167 0 0,14 1-770 0 0,-46 2 1 0 0,40 1-317 0 0,35-3-2094 0 0,12-3 2113 0 0,1 4 142 0 0,-1-17-4832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0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76 640 0 0,'-59'-35'3228'0'0,"57"33"-3064"0"0,0 0-1 0 0,0 0 1 0 0,-1 0-1 0 0,1 0 1 0 0,-1 0 0 0 0,1 1-1 0 0,-1-1 1 0 0,0 1-1 0 0,-4-2 1 0 0,4 2-79 0 0,4 1-65 0 0,-1 0 0 0 0,0 0 0 0 0,0 0 0 0 0,0-1 0 0 0,0 1 0 0 0,1 0 0 0 0,-1 0 0 0 0,0 0 0 0 0,0 0-1 0 0,0-1 1 0 0,0 1 0 0 0,0 0 0 0 0,0 0 0 0 0,1 0 0 0 0,-1-1 0 0 0,0 1 0 0 0,0 0 0 0 0,0 0 0 0 0,0 0 0 0 0,0-1 0 0 0,0 1-1 0 0,0 0 1 0 0,0 0 0 0 0,0-1 0 0 0,0 1 0 0 0,0 0 0 0 0,0 0 0 0 0,0 0 0 0 0,0-1 0 0 0,0 1 0 0 0,0 0 0 0 0,0 0 0 0 0,-1 0 0 0 0,1-1-1 0 0,0 1 1 0 0,0 0 0 0 0,0 0 0 0 0,0 0 0 0 0,0-1 0 0 0,0 1 0 0 0,-1 0 0 0 0,1 0 0 0 0,0 0 0 0 0,0 0 0 0 0,0 0 0 0 0,0-1 0 0 0,-1 1-1 0 0,1 0 1 0 0,0 0 0 0 0,0 0 0 0 0,0 0 0 0 0,-1 0 0 0 0,1 0 0 0 0,0 0 0 0 0,0 0 0 0 0,-1 0 0 0 0,22-5 245 0 0,-18 5-212 0 0,2 0 668 0 0,22-5-161 0 0,-22 4 814 0 0,-5 2-862 0 0,0-1-498 0 0,0 0 0 0 0,0 1 1 0 0,0-1-1 0 0,0 0 0 0 0,0 0 1 0 0,0 0-1 0 0,0 0 0 0 0,0 0 0 0 0,0 1 1 0 0,0-1-1 0 0,0 0 0 0 0,0 0 1 0 0,0 0-1 0 0,0 0 0 0 0,0 0 1 0 0,0 1-1 0 0,0-1 0 0 0,0 0 1 0 0,0 0-1 0 0,0 0 0 0 0,0 0 0 0 0,0 0 1 0 0,0 1-1 0 0,0-1 0 0 0,0 0 1 0 0,0 0-1 0 0,0 0 0 0 0,0 0 1 0 0,0 0-1 0 0,1 1 0 0 0,-1-1 0 0 0,0 0 1 0 0,0 0-1 0 0,0 0 0 0 0,0 0 1 0 0,0 0-1 0 0,0 0 0 0 0,1 0 1 0 0,-1 0-1 0 0,0 0 0 0 0,0 0 0 0 0,0 0 1 0 0,0 0-1 0 0,0 1 0 0 0,1-1 1 0 0,-1 0-1 0 0,0 0 0 0 0,0 0 1 0 0,0 0-1 0 0,0 0 0 0 0,0 0 0 0 0,1 0 1 0 0,-1 0-1 0 0,0-1 0 0 0,0 1 1 0 0,0 0-1 0 0,0 0 0 0 0,1 0 1 0 0,-1 0-1 0 0,0 0 0 0 0,0 0 1 0 0,0 0-1 0 0,0 0 0 0 0,74 7 853 0 0,76-3-53 0 0,499 40 1400 0 0,528 77-53 0 0,-794-67-1962 0 0,-79-11-331 0 0,-206-35-907 0 0,-95-8 868 0 0,0 0-1 0 0,1 0 1 0 0,-1 0-1 0 0,0 0 1 0 0,0 0 0 0 0,1 0-1 0 0,-1-1 1 0 0,0 0-1 0 0,0 0 1 0 0,1 0 0 0 0,-1 0-1 0 0,0 0 1 0 0,0 0 0 0 0,0-1-1 0 0,0 0 1 0 0,-1 1-1 0 0,1-1 1 0 0,3-3 0 0 0,-6 3-11 0 0,0 0 0 0 0,0 1 0 0 0,0-1 0 0 0,0 0 0 0 0,-1 0 0 0 0,1 0 0 0 0,-1 1 0 0 0,1-1 0 0 0,-1 0 0 0 0,0 1 0 0 0,0-1 0 0 0,1 1 0 0 0,-1-1 0 0 0,0 0 0 0 0,0 1 1 0 0,-1 0-1 0 0,1-1 0 0 0,0 1 0 0 0,0 0 0 0 0,-1 0 0 0 0,1 0 0 0 0,-3-2 0 0 0,3 2 31 0 0,-58-66-5745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1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90 640 0 0,'0'-34'1941'0'0,"0"1"-987"0"0,-6 32-647 0 0,-47-4 400 0 0,48 4-360 0 0,-22-6 426 0 0,22 6-439 0 0,4 0-292 0 0,0 1-1 0 0,0-1 1 0 0,0 0 0 0 0,0 1 0 0 0,0-1-1 0 0,1 1 1 0 0,-1-1 0 0 0,0 1 0 0 0,0-1 0 0 0,0 1-1 0 0,0-1 1 0 0,-1 1 0 0 0,1 0 0 0 0,0 0-1 0 0,0 0 1 0 0,0 0 0 0 0,0 0 0 0 0,0 0 0 0 0,0 0-1 0 0,0 0 1 0 0,0 0 0 0 0,0 0 0 0 0,0 0 0 0 0,-2 1-1 0 0,3-1 35 0 0,-1 0-55 0 0,1 1-1 0 0,-1-1 1 0 0,1 1-1 0 0,-1-1 1 0 0,1 1-1 0 0,-1-1 1 0 0,1 1-1 0 0,-1-1 1 0 0,1 1-1 0 0,0 0 1 0 0,-1-1-1 0 0,1 1 1 0 0,0 0-1 0 0,0-1 1 0 0,-1 1-1 0 0,1 0 1 0 0,0-1-1 0 0,0 1 1 0 0,0 0-1 0 0,0-1 1 0 0,0 1-1 0 0,0 0 1 0 0,0-1-1 0 0,0 1 1 0 0,0 0-1 0 0,0 0 1 0 0,0-1-1 0 0,0 1 1 0 0,1 0-1 0 0,-1 0 1 0 0,1 6 90 0 0,1 19 41 0 0,1 0 0 0 0,1 0 0 0 0,2 0 0 0 0,1 0 0 0 0,10 25 0 0 0,8 32 43 0 0,-13-33-78 0 0,104 350 327 0 0,-108-372-749 0 0,8 47 0 0 0,-3-15-1273 0 0,-11-55 1087 0 0,-1 0 0 0 0,2 0 0 0 0,-1 0 0 0 0,0 0 0 0 0,1 0 0 0 0,0-1 0 0 0,0 1 0 0 0,4 3 0 0 0,-6-8 441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2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129 290 2161 0 0,'-64'-73'6163'0'0,"0"32"-2722"0"0,64 15-2000 0 0,0 5-801 0 0,0 7-400 0 0,0 2-240 0 0,32-9 0 0 0,-32-13-1120 0 0,32-13-3762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0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 1441 0 0,'-7'1'5512'0'0,"6"-2"-5430"0"0,0 1 0 0 0,0 0 0 0 0,0-1 0 0 0,1 1 0 0 0,-1 0 0 0 0,0 0 0 0 0,0 0 1 0 0,0 0-1 0 0,0 0 0 0 0,0 0 0 0 0,1 0 0 0 0,-1 0 0 0 0,0 0 0 0 0,0 0 0 0 0,0 0 0 0 0,0 1 0 0 0,1-1 0 0 0,-1 0 1 0 0,0 1-1 0 0,0-1 0 0 0,0 0 0 0 0,1 1 0 0 0,-1-1 0 0 0,0 1 0 0 0,1-1 0 0 0,-1 1 0 0 0,0 0 0 0 0,1-1 0 0 0,-1 1 1 0 0,0 1-1 0 0,1-2-58 0 0,-1 1 0 0 0,1 0 1 0 0,0-1-1 0 0,0 1 0 0 0,0-1 1 0 0,0 1-1 0 0,-1-1 0 0 0,1 0 0 0 0,0 1 1 0 0,-1-1-1 0 0,1 1 0 0 0,0-1 1 0 0,-1 1-1 0 0,1-1 0 0 0,-1 0 1 0 0,1 1-1 0 0,0-1 0 0 0,-1 0 1 0 0,1 1-1 0 0,-1-1 0 0 0,1 0 0 0 0,-1 0 1 0 0,1 0-1 0 0,-1 1 0 0 0,1-1 1 0 0,-1 0-1 0 0,1 0 0 0 0,-1 0 1 0 0,1 0-1 0 0,-2 0 0 0 0,2 0 13 0 0,-1 0 0 0 0,0 1-1 0 0,0-1 1 0 0,0 0 0 0 0,0 0-1 0 0,0 1 1 0 0,0-1 0 0 0,0 1-1 0 0,0-1 1 0 0,1 1 0 0 0,-1-1 0 0 0,0 1-1 0 0,0-1 1 0 0,1 1 0 0 0,-1 0-1 0 0,0-1 1 0 0,1 1 0 0 0,-1 0-1 0 0,1 0 1 0 0,-1-1 0 0 0,1 1-1 0 0,-1 0 1 0 0,1 0 0 0 0,-1 0-1 0 0,1 0 1 0 0,0-1 0 0 0,-1 1-1 0 0,1 0 1 0 0,0 0 0 0 0,0 0 0 0 0,0 0-1 0 0,0 0 1 0 0,0 1 0 0 0,-2 44 1093 0 0,1-25-853 0 0,1 1-1 0 0,2 22 1 0 0,-1-38-253 0 0,0 1 1 0 0,1-1-1 0 0,-1-1 1 0 0,1 1-1 0 0,0 0 1 0 0,0 0-1 0 0,1-1 1 0 0,0 1-1 0 0,0-1 1 0 0,0 0-1 0 0,7 8 1 0 0,-7-8-11 0 0,1 0 0 0 0,-1 0 0 0 0,0 0 0 0 0,0 1 0 0 0,-1-1 0 0 0,1 1 0 0 0,2 9-1 0 0,6 14 49 0 0,2-13-10 0 0,-12-15-47 0 0,0 0 0 0 0,1 0 0 0 0,-1 0 0 0 0,0 1 0 0 0,0-1 0 0 0,0 0 0 0 0,-1 0 0 0 0,1 1 0 0 0,0-1 0 0 0,0 0-1 0 0,-1 1 1 0 0,1-1 0 0 0,-1 0 0 0 0,1 1 0 0 0,-1-1 0 0 0,0 1 0 0 0,1-1 0 0 0,-1 1 0 0 0,0 0 0 0 0,0-1 0 0 0,0 3-1 0 0,0 1 8 0 0,1-1-1 0 0,-1 1 1 0 0,1 0-1 0 0,0-1 0 0 0,1 1 1 0 0,-1-1-1 0 0,1 1 1 0 0,0-1-1 0 0,0 1 0 0 0,4 5 1 0 0,2 5 9 0 0,24 40-7 0 0,-30-51-7 0 0,-1 0 0 0 0,1 0 0 0 0,-1 0 0 0 0,0 0 0 0 0,0 0 0 0 0,-1 0 1 0 0,0 1-1 0 0,1-1 0 0 0,-1 0 0 0 0,-1 0 0 0 0,1 0 0 0 0,-1 5 0 0 0,0 9 47 0 0,1-16-57 0 0,1-1-1 0 0,0 1 1 0 0,-1 0-1 0 0,1 0 0 0 0,0-1 1 0 0,0 1-1 0 0,0-1 1 0 0,0 1-1 0 0,1-1 1 0 0,-1 1-1 0 0,0-1 1 0 0,1 0-1 0 0,-1 1 0 0 0,1-1 1 0 0,-1 0-1 0 0,1 0 1 0 0,2 1-1 0 0,5 5 2 0 0,-6-4 2 0 0,0-1 0 0 0,-1 1 0 0 0,1 0 0 0 0,-1 0 0 0 0,1 1 0 0 0,-1-1 0 0 0,0 0 0 0 0,0 1 0 0 0,-1-1 0 0 0,1 1 0 0 0,-1 0 0 0 0,1-1 0 0 0,-1 1 0 0 0,0 0 0 0 0,-1 0 0 0 0,1 0 0 0 0,-1 0 0 0 0,1 6 0 0 0,-1-8 0 0 0,0 0 0 0 0,0 0 0 0 0,0 0 1 0 0,0 0-1 0 0,0 0 0 0 0,1 0 0 0 0,-1-1 1 0 0,1 1-1 0 0,-1 0 0 0 0,1 0 0 0 0,0 0 0 0 0,0 0 1 0 0,0-1-1 0 0,0 1 0 0 0,0 0 0 0 0,0-1 1 0 0,0 1-1 0 0,1-1 0 0 0,-1 1 0 0 0,3 1 1 0 0,5 7 20 0 0,23 28 113 0 0,-26-30-148 0 0,-7-53 474 0 0,1 4 117 0 0,6-61 0 0 0,2 50-254 0 0,0-8 83 0 0,3-71-1 0 0,-12 90-347 0 0,0 28-41 0 0,0 0 0 0 0,1 0 0 0 0,1-1 0 0 0,0 1 0 0 0,5-19 0 0 0,5 3 61 0 0,-8 23-55 0 0,-1 1-1 0 0,1-1 1 0 0,-1 0-1 0 0,-1 0 0 0 0,1 0 1 0 0,-1 1-1 0 0,0-1 1 0 0,0-8-1 0 0,-2-4 4 0 0,0 14-34 0 0,0-1 1 0 0,1 1-1 0 0,-1-1 0 0 0,1 0 1 0 0,0 1-1 0 0,1-1 0 0 0,-1 0 0 0 0,1 1 1 0 0,0-1-1 0 0,0 1 0 0 0,3-7 1 0 0,13 3-20 0 0,-13 12-1310 0 0,2 3-1728 0 0,20 2-216 0 0,6 9-681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1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321 218 880 0 0,'0'-78'5803'0'0,"0"76"-5751"0"0,0 1 0 0 0,0 0 0 0 0,1 0 0 0 0,-1 0 0 0 0,0-1 0 0 0,0 1 0 0 0,1 0 0 0 0,-1 0 0 0 0,1 0 0 0 0,-1 0 1 0 0,1 0-1 0 0,-1 0 0 0 0,1 0 0 0 0,0 0 0 0 0,-1 0 0 0 0,1 0 0 0 0,0 0 0 0 0,0 0 0 0 0,0 1 0 0 0,0-1 0 0 0,0 0 0 0 0,-1 0 0 0 0,3 0 0 0 0,-2 0-19 0 0,1 0 0 0 0,-1 1 0 0 0,0-1 0 0 0,0 0 0 0 0,0 0 0 0 0,0 0 0 0 0,0 0 0 0 0,0 0 0 0 0,0-1 0 0 0,0 1 0 0 0,0 0 0 0 0,-1 0 0 0 0,1 0 0 0 0,0-1 0 0 0,-1 1 0 0 0,1 0 0 0 0,-1-1 0 0 0,0 1 0 0 0,1-1 0 0 0,-1 1 0 0 0,0 0 0 0 0,0-1 0 0 0,0-2 0 0 0,1 1-12 0 0,-1 0-1 0 0,1 0 1 0 0,0 0-1 0 0,0 0 1 0 0,0 0-1 0 0,1 0 1 0 0,-1 0-1 0 0,1 1 1 0 0,-1-1-1 0 0,1 1 1 0 0,0-1-1 0 0,0 1 1 0 0,0-1-1 0 0,0 1 1 0 0,0 0-1 0 0,1 0 1 0 0,-1 0-1 0 0,1 0 1 0 0,-1 1-1 0 0,1-1 1 0 0,0 1-1 0 0,-1-1 1 0 0,1 1-1 0 0,0 0 1 0 0,5-1-1 0 0,-4 0 7 0 0,-4 2-21 0 0,0 0-1 0 0,1 0 0 0 0,-1 0 1 0 0,0 0-1 0 0,1 0 1 0 0,-1 0-1 0 0,0 0 1 0 0,0 0-1 0 0,1-1 0 0 0,-1 1 1 0 0,0 0-1 0 0,0 0 1 0 0,1 0-1 0 0,-1 0 0 0 0,0 0 1 0 0,0-1-1 0 0,0 1 1 0 0,1 0-1 0 0,-1 0 1 0 0,0 0-1 0 0,0-1 0 0 0,0 1 1 0 0,0 0-1 0 0,1 0 1 0 0,-1-1-1 0 0,0 1 0 0 0,0 0 1 0 0,0 0-1 0 0,0-1 1 0 0,0 1-1 0 0,0 0 0 0 0,0 0 1 0 0,0-1-1 0 0,0 1 1 0 0,0 0-1 0 0,0-1 1 0 0,0 1-1 0 0,0-1 0 0 0,-10-5 451 0 0,-13 1-149 0 0,8 3-173 0 0,-1 1 0 0 0,1 0 0 0 0,-1 2 0 0 0,1 0-1 0 0,0 0 1 0 0,-1 2 0 0 0,1 0 0 0 0,-24 7 0 0 0,6 3 195 0 0,1 2 0 0 0,-39 22-1 0 0,55-28-198 0 0,11-7-113 0 0,1 0 0 0 0,0 0 1 0 0,0 1-1 0 0,0-1 0 0 0,0 1 0 0 0,0 0 0 0 0,0 0 0 0 0,1 0 0 0 0,-1 0 1 0 0,1 1-1 0 0,0-1 0 0 0,0 1 0 0 0,0 0 0 0 0,1 0 0 0 0,-1 0 1 0 0,1 0-1 0 0,0 1 0 0 0,0-1 0 0 0,1 0 0 0 0,-1 1 0 0 0,1-1 0 0 0,0 1 1 0 0,0 0-1 0 0,0-1 0 0 0,1 1 0 0 0,0 0 0 0 0,0 9 0 0 0,1-11-11 0 0,-1 1 0 0 0,1-1-1 0 0,0 1 1 0 0,0-1-1 0 0,0 0 1 0 0,0 1 0 0 0,1-1-1 0 0,-1 0 1 0 0,1 0-1 0 0,0 0 1 0 0,0 0 0 0 0,0 0-1 0 0,0 0 1 0 0,1 0-1 0 0,-1-1 1 0 0,1 1 0 0 0,0-1-1 0 0,-1 0 1 0 0,1 0-1 0 0,0 0 1 0 0,6 3 0 0 0,6 3 20 0 0,0-1-1 0 0,0 0 1 0 0,21 5 0 0 0,9 2-724 0 0,1-2-1 0 0,0-2 1 0 0,1-2 0 0 0,59 3-1 0 0,-76-10 40 0 0,0-2 0 0 0,1-1 0 0 0,-1-1 0 0 0,0-2 0 0 0,0-1 0 0 0,-1-1 0 0 0,41-16 0 0 0,-38 8-3143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27 2241 0 0,'-32'-15'4162'0'0,"0"15"-881"0"0,64 0-2960 0 0,0 0-81 0 0,0 0-160 0 0,32 0-80 0 0,-32 0-160 0 0,25-6-321 0 0,-25 0-719 0 0,32 6-961 0 0,-32 6-720 0 0,-32 15 239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1681 0 0,'0'0'4082'0'0,"-32"8"-2642"0"0,64 4-319 0 0,0 2-321 0 0,32 0-240 0 0,64-1-79 0 0,25-7-401 0 0,-25-12-961 0 0,0-7-2480 0 0,-32-1-1281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4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1601 0 0,'-2'41'5879'0'0,"0"-29"-5554"0"0,1-1 1 0 0,1 1 0 0 0,0 0-1 0 0,0 0 1 0 0,1-1-1 0 0,1 1 1 0 0,5 21 0 0 0,47 59 447 0 0,-47-67-617 0 0,-5-18-83 0 0,1 1 0 0 0,0 0 0 0 0,0 0 0 0 0,0-1 0 0 0,1 0 0 0 0,8 12 0 0 0,116 169 901 0 0,-102-143-810 0 0,-23-37-140 0 0,0-1 0 0 0,1 0 0 0 0,0 0 1 0 0,1 0-1 0 0,-1-1 0 0 0,11 11 1 0 0,-12-14-16 0 0,0 0 1 0 0,0 0 0 0 0,0 0-1 0 0,-1 0 1 0 0,1 1 0 0 0,-1-1-1 0 0,0 1 1 0 0,0 0 0 0 0,0-1 0 0 0,-1 1-1 0 0,1 0 1 0 0,-1 0 0 0 0,0 0-1 0 0,0 0 1 0 0,0 1 0 0 0,0-1-1 0 0,-1 0 1 0 0,0 0 0 0 0,0 0 0 0 0,0 0-1 0 0,-1 7 1 0 0,1-7-7 0 0,1 0 1 0 0,-1-1 0 0 0,1 1-1 0 0,0 0 1 0 0,0 0-1 0 0,0 0 1 0 0,1-1-1 0 0,-1 1 1 0 0,1-1-1 0 0,3 7 1 0 0,-2-7 7 0 0,-1 1 0 0 0,0 0 0 0 0,0 0 0 0 0,-1 0 0 0 0,1 0 0 0 0,-1 1 0 0 0,0-1 0 0 0,0 0 0 0 0,0 1 0 0 0,0 7 0 0 0,-2 6 25 0 0,1-12-20 0 0,0 1-1 0 0,0 0 1 0 0,0 0-1 0 0,0 0 1 0 0,1 0-1 0 0,1 0 1 0 0,1 7-1 0 0,5 5 18 0 0,-5-11-36 0 0,1 1 1 0 0,-2-1-1 0 0,1 1 1 0 0,-1-1 0 0 0,0 1-1 0 0,-1 0 1 0 0,1 11-1 0 0,-2-11 7 0 0,1-1 0 0 0,0 1 0 0 0,1-1 0 0 0,0 0 0 0 0,0 1-1 0 0,0-1 1 0 0,5 10 0 0 0,3 7 32 0 0,22 64 44 0 0,-31-85-80 0 0,0 1 0 0 0,0-1 0 0 0,-1 1 0 0 0,1-1-1 0 0,-1 1 1 0 0,0-1 0 0 0,-1 8 0 0 0,1-9 7 0 0,-1 1 0 0 0,1 0-1 0 0,0 0 1 0 0,0 0 0 0 0,1 0 0 0 0,-1 0-1 0 0,1-1 1 0 0,0 1 0 0 0,-1 0 0 0 0,2 0-1 0 0,1 5 1 0 0,6 3 26 0 0,-4 0-16 0 0,-19-2-53 0 0,7-5 81 0 0,14-5-250 0 0,-2-1 218 0 0,0-1 0 0 0,0-1 1 0 0,-1 1-1 0 0,1-1 0 0 0,-1 0 1 0 0,1 0-1 0 0,-1 0 0 0 0,0 0 1 0 0,0-1-1 0 0,-1 1 0 0 0,1-1 1 0 0,-1 0-1 0 0,0 0 0 0 0,3-6 1 0 0,41-52 356 0 0,-3-3 0 0 0,42-82 1 0 0,-52 83-222 0 0,3 2 0 0 0,3 1 0 0 0,77-90 0 0 0,-91 123-169 0 0,2 2 0 0 0,1 1 0 0 0,42-28 0 0 0,-67 50-129 0 0,0 0-1 0 0,-1 0 1 0 0,1 0-1 0 0,-1 0 1 0 0,0-1-1 0 0,0 0 1 0 0,5-7-1 0 0,-7 9-25 0 0,1-1 0 0 0,-1 1-1 0 0,1-1 1 0 0,-1 1 0 0 0,1 0 0 0 0,0 0-1 0 0,0 0 1 0 0,0 0 0 0 0,0 0 0 0 0,1 1-1 0 0,-1-1 1 0 0,0 1 0 0 0,1-1 0 0 0,-1 1-1 0 0,1 0 1 0 0,3-1 0 0 0,-7 9-4627 0 0,2-6 3921 0 0,-1 11-2227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4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1361 0 0,'-5'0'3528'0'0,"4"0"-3470"0"0,0 1 0 0 0,-1-1 1 0 0,1 1-1 0 0,0 0 0 0 0,0-1 0 0 0,0 1 0 0 0,0 0 0 0 0,0 0 1 0 0,1 0-1 0 0,-1 0 0 0 0,0 0 0 0 0,0 0 0 0 0,0 0 0 0 0,1 0 1 0 0,-1 0-1 0 0,0 0 0 0 0,0 2 0 0 0,17 30 969 0 0,-5 10-440 0 0,-2-20-425 0 0,-6-17-126 0 0,0-1 1 0 0,-1 0 0 0 0,0 1 0 0 0,0-1 0 0 0,-1 1-1 0 0,1 0 1 0 0,-1-1 0 0 0,-1 1 0 0 0,1 0 0 0 0,-1 0-1 0 0,0 0 1 0 0,0-1 0 0 0,0 1 0 0 0,-1 0 0 0 0,0 0-1 0 0,-2 6 1 0 0,-5 13 89 0 0,5-19-51 0 0,0 1 0 0 0,1-1 1 0 0,1 1-1 0 0,-1-1 0 0 0,1 1 0 0 0,-1 7 1 0 0,2-11-60 0 0,1 0 0 0 0,-1 0 0 0 0,0 0 0 0 0,1-1 0 0 0,0 1 0 0 0,0 0 0 0 0,0-1 0 0 0,0 1 0 0 0,0 0 0 0 0,0-1 0 0 0,1 1 0 0 0,-1-1 0 0 0,1 0 1 0 0,0 1-1 0 0,-1-1 0 0 0,1 0 0 0 0,0 0 0 0 0,0 0 0 0 0,4 2 0 0 0,9 10-85 0 0,6-1-386 0 0,-20-13 423 0 0,1-1 1 0 0,-1 1-1 0 0,1-1 0 0 0,-1 0 0 0 0,1 1 0 0 0,-1-1 0 0 0,0 0 0 0 0,1 0 0 0 0,-1 0 0 0 0,0 0 0 0 0,0 0 0 0 0,0-1 0 0 0,0 1 0 0 0,0 0 0 0 0,0 0 0 0 0,1-2 0 0 0,-1 1-36 0 0,0-1 1 0 0,0 1 0 0 0,0 0 0 0 0,0 0-1 0 0,0-1 1 0 0,-1 1 0 0 0,1 0-1 0 0,-1-1 1 0 0,0 1 0 0 0,0 0 0 0 0,0-1-1 0 0,0 1 1 0 0,0-1 0 0 0,0 1-1 0 0,0 0 1 0 0,-1-1 0 0 0,0 1 0 0 0,1 0-1 0 0,-1 0 1 0 0,0-1 0 0 0,0 1-1 0 0,0 0 1 0 0,0 0 0 0 0,0 0-1 0 0,-1 0 1 0 0,1 0 0 0 0,-1 0 0 0 0,1 0-1 0 0,-4-3 1 0 0,-4-8-542 0 0,-2-21-1299 0 0,-15-6-679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65 107 2321 0 0,'-1'-2'206'0'0,"1"-1"0"0"0,0 1 0 0 0,0 0 0 0 0,-1 0 0 0 0,1-1 0 0 0,-1 1 0 0 0,1 0 0 0 0,-1 0 0 0 0,0 0 0 0 0,0 0 0 0 0,0 0 0 0 0,0 0 0 0 0,-1 0 0 0 0,1 0 0 0 0,0 0 0 0 0,-4-3 0 0 0,4 4-91 0 0,-1-1 0 0 0,1 1 0 0 0,-1-1 0 0 0,1 0 0 0 0,0 1 0 0 0,0-1 0 0 0,0 0 0 0 0,0 0-1 0 0,0 0 1 0 0,0 0 0 0 0,1 0 0 0 0,-1 0 0 0 0,1 0 0 0 0,-1 0 0 0 0,1 0 0 0 0,0-4 0 0 0,-1 5-90 0 0,1 0-1 0 0,0 0 1 0 0,0 0 0 0 0,0 0-1 0 0,-1 0 1 0 0,1 1-1 0 0,0-1 1 0 0,-1 0 0 0 0,1 0-1 0 0,-1 0 1 0 0,1 0 0 0 0,-1 1-1 0 0,1-1 1 0 0,-1 0 0 0 0,0 0-1 0 0,1 1 1 0 0,-1-1 0 0 0,0 1-1 0 0,0-1 1 0 0,1 1 0 0 0,-1-1-1 0 0,0 1 1 0 0,0-1 0 0 0,0 1-1 0 0,0-1 1 0 0,1 1 0 0 0,-1 0-1 0 0,0 0 1 0 0,0-1-1 0 0,0 1 1 0 0,0 0 0 0 0,0 0-1 0 0,-2 0 1 0 0,0 0 57 0 0,-2-2 318 0 0,37 1-146 0 0,-10-1-184 0 0,8-2-15 0 0,0 2 0 0 0,0 0 0 0 0,0 3 0 0 0,0 0 0 0 0,52 10 0 0 0,-73-10-52 0 0,84 23 71 0 0,-86-21-42 0 0,0-1 0 0 0,0 1-1 0 0,0 0 1 0 0,0 1 0 0 0,0-1 0 0 0,-1 1 0 0 0,1 1 0 0 0,-1-1-1 0 0,0 1 1 0 0,7 8 0 0 0,-12-13-25 0 0,0 1 0 0 0,-1 0 1 0 0,1 0-1 0 0,0-1 0 0 0,0 1 0 0 0,0 0 0 0 0,-1 0 0 0 0,1 0 1 0 0,-1 0-1 0 0,1 0 0 0 0,-1 0 0 0 0,1 0 0 0 0,-1 0 0 0 0,1 1 1 0 0,-1-1-1 0 0,0 0 0 0 0,0 0 0 0 0,1 0 0 0 0,-1 0 1 0 0,0 0-1 0 0,0 1 0 0 0,0-1 0 0 0,0 0 0 0 0,-1 0 0 0 0,1 0 1 0 0,0 0-1 0 0,0 1 0 0 0,-1-1 0 0 0,1 0 0 0 0,0 0 1 0 0,-1 0-1 0 0,0 0 0 0 0,1 0 0 0 0,-1 0 0 0 0,1 0 0 0 0,-1 0 1 0 0,0 0-1 0 0,0 0 0 0 0,1-1 0 0 0,-1 1 0 0 0,0 0 0 0 0,0 0 1 0 0,0-1-1 0 0,0 1 0 0 0,0 0 0 0 0,0-1 0 0 0,0 1 1 0 0,0-1-1 0 0,0 0 0 0 0,0 1 0 0 0,-2-1 0 0 0,-8 4 67 0 0,0-2-1 0 0,1 0 0 0 0,-1 0 0 0 0,-15 0 1 0 0,15-1-54 0 0,8 0-21 0 0,-22 2-417 0 0,-47-1 1 0 0,67-2 327 0 0,1 0 1 0 0,0-1 0 0 0,-1 1-1 0 0,1 0 1 0 0,0-1 0 0 0,0 0-1 0 0,-1 0 1 0 0,1-1 0 0 0,0 1-1 0 0,0-1 1 0 0,0 0-1 0 0,0 0 1 0 0,0 0 0 0 0,1 0-1 0 0,-1-1 1 0 0,1 1 0 0 0,-1-1-1 0 0,-4-6 1 0 0,7 8-148 0 0,0-1 0 0 0,1 0 0 0 0,-1 1 0 0 0,0-1-1 0 0,1 0 1 0 0,0 1 0 0 0,-1-1 0 0 0,1 0 0 0 0,0 1 0 0 0,0-1 0 0 0,0 0 0 0 0,0 0 0 0 0,0 1 0 0 0,0-1 0 0 0,0 0 0 0 0,1 0 0 0 0,-1 1-1 0 0,1-1 1 0 0,-1 0 0 0 0,1 1 0 0 0,1-3 0 0 0,19-16-2391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287 160 640 0 0,'10'-14'1918'0'0,"-8"11"-1575"0"0,0 0 1 0 0,1 0-1 0 0,-1 0 1 0 0,-1 0-1 0 0,1 0 1 0 0,0 0-1 0 0,-1 0 1 0 0,1-1-1 0 0,-1 1 1 0 0,0 0-1 0 0,0-1 1 0 0,-1 1-1 0 0,1-1 1 0 0,0-4-1 0 0,-1 8-328 0 0,0-1 0 0 0,-1 1 0 0 0,1 0 0 0 0,0 0 0 0 0,0 0 0 0 0,0-1 0 0 0,0 1 0 0 0,0 0 0 0 0,0 0-1 0 0,0-1 1 0 0,0 1 0 0 0,1 0 0 0 0,-1 0 0 0 0,0-1 0 0 0,0 1 0 0 0,0 0 0 0 0,0 0 0 0 0,0-1 0 0 0,0 1 0 0 0,0 0 0 0 0,0 0 0 0 0,1 0 0 0 0,-1-1-1 0 0,0 1 1 0 0,0 0 0 0 0,0 0 0 0 0,0 0 0 0 0,1 0 0 0 0,-1-1 0 0 0,0 1 0 0 0,0 0 0 0 0,0 0 0 0 0,1 0 0 0 0,-1 0 0 0 0,0 0 0 0 0,0 0 0 0 0,1 0-1 0 0,-1 0 1 0 0,0 0 0 0 0,0 0 0 0 0,1-1 0 0 0,7 0 35 0 0,-15 2 45 0 0,-26 5 214 0 0,22-13 104 0 0,4 5-333 0 0,6 2-60 0 0,0 0 1 0 0,0-1 0 0 0,0 1 0 0 0,0 0-1 0 0,0-1 1 0 0,0 1 0 0 0,0-1 0 0 0,0 1-1 0 0,0-1 1 0 0,1 1 0 0 0,-1-1-1 0 0,0 1 1 0 0,0-1 0 0 0,0 0 0 0 0,1 0-1 0 0,-1 1 1 0 0,0-1 0 0 0,1 0 0 0 0,-1 0-1 0 0,1 0 1 0 0,-1 0 0 0 0,1 0-1 0 0,-1 0 1 0 0,1 0 0 0 0,0 0 0 0 0,-1 0-1 0 0,1 0 1 0 0,0 0 0 0 0,0 0-1 0 0,0 0 1 0 0,0 0 0 0 0,0 0 0 0 0,0 0-1 0 0,0 0 1 0 0,0 0 0 0 0,0 0 0 0 0,1-1-1 0 0,-1 1-9 0 0,0 0-1 0 0,-1 1 0 0 0,1-1 0 0 0,0 1 0 0 0,0-1 1 0 0,0 1-1 0 0,0-1 0 0 0,-1 1 0 0 0,1-1 1 0 0,0 1-1 0 0,-1-1 0 0 0,1 1 0 0 0,0-1 1 0 0,-1 1-1 0 0,1-1 0 0 0,0 1 0 0 0,-1 0 0 0 0,1-1 1 0 0,-1 1-1 0 0,1 0 0 0 0,-1-1 0 0 0,1 1 1 0 0,-1 0-1 0 0,1 0 0 0 0,-1-1 0 0 0,1 1 1 0 0,-1 0-1 0 0,1 0 0 0 0,-1 0 0 0 0,0 0 0 0 0,0 0-4 0 0,0-1 0 0 0,1 1 0 0 0,-1 0 0 0 0,1 0 0 0 0,-1 0 0 0 0,0-1 0 0 0,1 1 0 0 0,-1 0 0 0 0,1 0 0 0 0,-1-1 0 0 0,0 1 0 0 0,1-1 0 0 0,-1 1-1 0 0,1 0 1 0 0,-1-1 0 0 0,1 1 0 0 0,0-1 0 0 0,-1 1 0 0 0,1-1 0 0 0,-1 1 0 0 0,1-1 0 0 0,0 0 0 0 0,-1 1 0 0 0,1-1 0 0 0,0 1 0 0 0,0-1 0 0 0,0 0-1 0 0,-1 1 1 0 0,1-1 0 0 0,0 0 0 0 0,0 0 0 0 0,-2-1 40 0 0,0 0 0 0 0,0 0-1 0 0,0 0 1 0 0,0 0 0 0 0,-1 1 0 0 0,1-1-1 0 0,0 1 1 0 0,-1 0 0 0 0,1 0 0 0 0,-1 0-1 0 0,0 0 1 0 0,1 0 0 0 0,-5-1-1 0 0,0 1 107 0 0,0 0 0 0 0,-1 0-1 0 0,1 1 1 0 0,0 0-1 0 0,0 0 1 0 0,0 0-1 0 0,0 1 1 0 0,0 0 0 0 0,-1 1-1 0 0,2-1 1 0 0,-9 4-1 0 0,-47 23 658 0 0,59-26-794 0 0,1 0 0 0 0,-1 0 0 0 0,0 0 0 0 0,1 1 0 0 0,0-1 0 0 0,-1 1 0 0 0,1 0 0 0 0,0 0-1 0 0,0 0 1 0 0,1 0 0 0 0,-1 0 0 0 0,1 0 0 0 0,-1 0 0 0 0,1 1 0 0 0,0-1 0 0 0,0 0 0 0 0,1 1 0 0 0,-1-1 0 0 0,1 1-1 0 0,-1 3 1 0 0,0 14 9 0 0,1 1 0 0 0,2 26 0 0 0,0-5-8 0 0,-2-40-12 0 0,-1 0 0 0 0,1 1 0 0 0,0-1 1 0 0,1 0-1 0 0,-1 0 0 0 0,0 0 0 0 0,1 0 1 0 0,0 0-1 0 0,0 0 0 0 0,-1 0 0 0 0,2 0 1 0 0,-1 0-1 0 0,0-1 0 0 0,1 1 0 0 0,-1 0 1 0 0,1-1-1 0 0,0 1 0 0 0,3 4 0 0 0,3 2-18 0 0,-7-7 10 0 0,0 1-1 0 0,1 0 1 0 0,-1 0-1 0 0,0 0 1 0 0,-1 1-1 0 0,1-1 1 0 0,-1 0-1 0 0,1 0 1 0 0,-1 0-1 0 0,0 1 1 0 0,0-1 0 0 0,0 0-1 0 0,-1 0 1 0 0,0 4-1 0 0,0 9 6 0 0,1-15-1 0 0,0 0 0 0 0,0 0 0 0 0,0 0 0 0 0,0-1 0 0 0,0 1 0 0 0,0 0 0 0 0,0 0 0 0 0,-1 0 0 0 0,1 0 0 0 0,0-1 0 0 0,-1 1 0 0 0,1 0 0 0 0,0 0 0 0 0,-1 0 0 0 0,1-1 0 0 0,-1 1 0 0 0,1 0 0 0 0,-1-1 0 0 0,1 1 0 0 0,-1 0 0 0 0,0-1 0 0 0,1 1 0 0 0,-1-1 0 0 0,0 1 0 0 0,1-1 0 0 0,-1 1 0 0 0,0-1 0 0 0,0 0 0 0 0,0 1 0 0 0,1-1 0 0 0,-1 0 0 0 0,-1 1 0 0 0,1-1 0 0 0,0 0 0 0 0,0 0 0 0 0,1 1 0 0 0,-1-1 0 0 0,0 0 0 0 0,0 1 0 0 0,1-1 0 0 0,-1 1 0 0 0,0-1 0 0 0,1 1 0 0 0,-1-1 0 0 0,0 1 0 0 0,1-1 0 0 0,-1 1 0 0 0,0-1 0 0 0,1 1 0 0 0,-1 0 0 0 0,1 0 0 0 0,0-1 0 0 0,-1 1 0 0 0,1 0 0 0 0,-1 0 0 0 0,1-1 0 0 0,0 1 0 0 0,0 0 0 0 0,-1 0 0 0 0,1 0 0 0 0,0 0 0 0 0,0-1 0 0 0,0 1 0 0 0,0 0 0 0 0,0 1 0 0 0,-1 8-1 0 0,1-8-4 0 0,-1 1 0 0 0,1 0 0 0 0,0-1 0 0 0,0 1 0 0 0,-1 0 0 0 0,2-1 0 0 0,-1 1 0 0 0,0 0 0 0 0,1-1 0 0 0,-1 1 0 0 0,1-1 0 0 0,0 1 0 0 0,0-1 0 0 0,0 1 0 0 0,1 3 0 0 0,6-1 13 0 0,-7-5-1 0 0,0 1 1 0 0,1 0-1 0 0,-1-1 1 0 0,0 1-1 0 0,0 0 0 0 0,0 0 1 0 0,0 0-1 0 0,0 0 1 0 0,0 0-1 0 0,0 0 1 0 0,0 0-1 0 0,0 0 1 0 0,-1 0-1 0 0,1 0 1 0 0,0 0-1 0 0,-1 1 1 0 0,1-1-1 0 0,-1 0 1 0 0,1 0-1 0 0,-1 1 1 0 0,0-1-1 0 0,1 0 1 0 0,-1 2-1 0 0,0-1 5 0 0,0-1 0 0 0,0 1 0 0 0,1-1-1 0 0,-1 1 1 0 0,0-1 0 0 0,0 1 0 0 0,1-1 0 0 0,-1 0-1 0 0,1 1 1 0 0,0-1 0 0 0,-1 0 0 0 0,1 1 0 0 0,0-1-1 0 0,0 0 1 0 0,0 0 0 0 0,0 0 0 0 0,0 1-1 0 0,0-1 1 0 0,0 0 0 0 0,0 0 0 0 0,2 1 0 0 0,-2-2-21 0 0,0 1 0 0 0,1 0 0 0 0,-1 0 1 0 0,0 0-1 0 0,0 1 0 0 0,0-1 0 0 0,0 0 1 0 0,0 0-1 0 0,0 0 0 0 0,-1 1 0 0 0,1-1 1 0 0,0 1-1 0 0,-1-1 0 0 0,1 0 0 0 0,-1 1 0 0 0,1-1 1 0 0,-1 1-1 0 0,1-1 0 0 0,-1 1 0 0 0,0-1 1 0 0,0 3-1 0 0,-1-2-11 0 0,0 6-13 0 0,35 4-21 0 0,-17-8 30 0 0,4 0-18 0 0,37-12 122 0 0,-33 1-97 0 0,-1 0 0 0 0,0-2 0 0 0,0-1-1 0 0,-1 0 1 0 0,0-2 0 0 0,-1 0 0 0 0,24-19 0 0 0,-39 27 7 0 0,2-3 10 0 0,0-1 0 0 0,0 0 0 0 0,-1 0 0 0 0,0-1 0 0 0,7-10 0 0 0,-14 18 3 0 0,-1 0 0 0 0,0 0 0 0 0,1 0-1 0 0,-1 0 1 0 0,0 1 0 0 0,1-1 0 0 0,-1 0 0 0 0,0 0 0 0 0,0 0 0 0 0,0 0 0 0 0,0 0 0 0 0,0 0 0 0 0,0 0 0 0 0,0 0 0 0 0,0 1-1 0 0,-1-1 1 0 0,1 0 0 0 0,0 0 0 0 0,0 0 0 0 0,-1 0 0 0 0,1 0 0 0 0,-1 1 0 0 0,1-1 0 0 0,0 0 0 0 0,-1 0 0 0 0,0 1-1 0 0,1-1 1 0 0,-1 0 0 0 0,1 1 0 0 0,-1-1 0 0 0,0 0 0 0 0,1 1 0 0 0,-1-1 0 0 0,0 1 0 0 0,0-1 0 0 0,0 1 0 0 0,1-1-1 0 0,-1 1 1 0 0,0 0 0 0 0,0 0 0 0 0,-1-1 0 0 0,-5-4 35 0 0,-6-11 99 0 0,12 14-124 0 0,-1 0 0 0 0,1 0 0 0 0,-1 0 0 0 0,1 0 0 0 0,-1 0 0 0 0,0 0 0 0 0,0 1 0 0 0,0-1 0 0 0,0 1 0 0 0,0 0 0 0 0,-3-2 0 0 0,-10-5 11 0 0,0 2-1 0 0,0 0 0 0 0,-1 1 1 0 0,0 0-1 0 0,1 1 0 0 0,-2 1 1 0 0,-29-2-1 0 0,45 5-94 0 0,1 0 0 0 0,-1 1 0 0 0,1 0 0 0 0,0-1 0 0 0,-1 1 0 0 0,1-1 0 0 0,-1 1 0 0 0,1-1 1 0 0,0 1-1 0 0,-1 0 0 0 0,1-1 0 0 0,0 1 0 0 0,0 0 0 0 0,-1-1 0 0 0,1 1 0 0 0,0 0 0 0 0,0 0 0 0 0,0-1 0 0 0,0 1 0 0 0,0 0 0 0 0,0-1 0 0 0,0 1 0 0 0,0 0 0 0 0,0 0 0 0 0,1-1 0 0 0,-1 1 0 0 0,0 0 0 0 0,0-1 0 0 0,1 1 0 0 0,-1 0 1 0 0,0-1-1 0 0,1 1 0 0 0,-1-1 0 0 0,0 1 0 0 0,1 0 0 0 0,-1-1 0 0 0,1 1 0 0 0,-1-1 0 0 0,1 1 0 0 0,-1-1 0 0 0,1 0 0 0 0,-1 1 0 0 0,1-1 0 0 0,0 1 0 0 0,-1-1 0 0 0,2 1 0 0 0,29 7-2997 0 0,56 9 0 0 0,-23-9-280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26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44 1441 0 0,'-6'-3'456'0'0,"-1"0"1"0"0,1 1-1 0 0,0 0 1 0 0,-1 0-1 0 0,1 0 0 0 0,-1 1 1 0 0,0 0-1 0 0,-8 0 1 0 0,-10-1 1930 0 0,-11-6 4164 0 0,36 4-5298 0 0,0 4-1212 0 0,0 0 1 0 0,-1-1 0 0 0,1 1-1 0 0,0 0 1 0 0,0 0 0 0 0,0-1-1 0 0,0 1 1 0 0,0 0 0 0 0,0 0-1 0 0,0-1 1 0 0,0 1 0 0 0,0 0-1 0 0,0-1 1 0 0,0 1 0 0 0,0 0-1 0 0,0 0 1 0 0,0-1 0 0 0,0 1-1 0 0,0 0 1 0 0,0 0 0 0 0,0-1-1 0 0,0 1 1 0 0,0 0 0 0 0,0 0-1 0 0,0-1 1 0 0,1 1 0 0 0,-1 0-1 0 0,0 0 1 0 0,0-1 0 0 0,0 1-1 0 0,0 0 1 0 0,1 0 0 0 0,-1 0-1 0 0,0-1 1 0 0,0 1 0 0 0,0 0-1 0 0,1 0 1 0 0,-1 0 0 0 0,0 0-1 0 0,0 0 1 0 0,1 0 0 0 0,-1-1-1 0 0,0 1 1 0 0,0 0 0 0 0,1 0-1 0 0,-1 0 1 0 0,0 0 0 0 0,1 0-1 0 0,54-1 168 0 0,-14-1-120 0 0,50 5 0 0 0,142 20-315 0 0,-43 4-1899 0 0,14 7-4368 0 0,-44-10-2671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3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2321 0 0,'58'-21'3068'0'0,"-56"20"-2917"0"0,-1 1-1 0 0,0-1 0 0 0,1 0 1 0 0,-1 1-1 0 0,1-1 0 0 0,-1 1 1 0 0,1-1-1 0 0,-1 1 0 0 0,1 0 1 0 0,-1-1-1 0 0,1 1 1 0 0,-1 0-1 0 0,1 0 0 0 0,-1 0 1 0 0,1 0-1 0 0,0 1 0 0 0,2-1 1 0 0,-5 1-138 0 0,1 0 0 0 0,-1 0-1 0 0,1-1 1 0 0,-1 1 0 0 0,1 0 0 0 0,-1-1 0 0 0,0 1 0 0 0,1-1-1 0 0,-1 1 1 0 0,0-1 0 0 0,1 1 0 0 0,-1-1 0 0 0,0 1 0 0 0,0-1-1 0 0,0 0 1 0 0,1 0 0 0 0,-1 1 0 0 0,0-1 0 0 0,0 0 0 0 0,0 0-1 0 0,0 0 1 0 0,1 0 0 0 0,-3 0 0 0 0,2 1 27 0 0,0 0 1 0 0,1 0-1 0 0,-1 1 1 0 0,0-1-1 0 0,1 0 0 0 0,-1 0 1 0 0,1 0-1 0 0,-1 0 1 0 0,1 1-1 0 0,0-1 1 0 0,0 0-1 0 0,-1 0 1 0 0,1 1-1 0 0,0-1 0 0 0,0 0 1 0 0,0 0-1 0 0,0 1 1 0 0,0-1-1 0 0,0 0 1 0 0,1 1-1 0 0,0 1 0 0 0,-1-1 18 0 0,-1 20 155 0 0,0-17-148 0 0,1 1 1 0 0,-1-1-1 0 0,1 1 1 0 0,0-1-1 0 0,1 1 0 0 0,0-1 1 0 0,0 0-1 0 0,0 1 1 0 0,3 8-1 0 0,7 3 84 0 0,-9-15-129 0 0,-1 1-1 0 0,1-1 0 0 0,0 1 1 0 0,-1 0-1 0 0,0-1 1 0 0,1 1-1 0 0,-1 0 0 0 0,0 0 1 0 0,-1 0-1 0 0,1 0 1 0 0,0 0-1 0 0,-1 0 0 0 0,1 0 1 0 0,-1 4-1 0 0,-1 8 70 0 0,0-11-38 0 0,1 0 0 0 0,0 1 1 0 0,0-1-1 0 0,0 0 0 0 0,0 1 1 0 0,1-1-1 0 0,0 0 1 0 0,0 1-1 0 0,0-1 0 0 0,2 6 1 0 0,6 5 171 0 0,-7-12-170 0 0,0 0 1 0 0,0 0 0 0 0,0 0-1 0 0,0 1 1 0 0,-1-1 0 0 0,1 0-1 0 0,-1 1 1 0 0,0 0-1 0 0,0-1 1 0 0,-1 1 0 0 0,1 0-1 0 0,-1-1 1 0 0,1 5 0 0 0,-1-1-2 0 0,1 1 0 0 0,0-1 0 0 0,0 0 0 0 0,1 0 0 0 0,0 0 0 0 0,0 0 0 0 0,5 9 0 0 0,-4-9-7 0 0,-1 0-1 0 0,1 0 1 0 0,-1 0 0 0 0,0 0-1 0 0,-1 0 1 0 0,0 1 0 0 0,1 10-1 0 0,-4 27 256 0 0,0-28-181 0 0,2-1 0 0 0,-1 1 0 0 0,2-1 0 0 0,0 0 0 0 0,7 32 0 0 0,19 5 50 0 0,-23-47-156 0 0,0 1 1 0 0,0-1 0 0 0,-1 1 0 0 0,0 0-1 0 0,0 0 1 0 0,-1 0 0 0 0,0 0 0 0 0,0 0-1 0 0,0 1 1 0 0,-1-1 0 0 0,1 12 0 0 0,-2-12 4 0 0,1 0 0 0 0,0 0 0 0 0,0 0 0 0 0,1 0 0 0 0,0 0 0 0 0,0-1 0 0 0,1 1 0 0 0,-1-1 0 0 0,1 0 0 0 0,1 1 0 0 0,-1-1 0 0 0,5 5 0 0 0,18 38 134 0 0,6 25-45 0 0,-27-51-56 0 0,-5-22-51 0 0,0-1 0 0 0,0 1 0 0 0,0 0 0 0 0,0 0 0 0 0,0 0 1 0 0,0-1-1 0 0,0 1 0 0 0,0 0 0 0 0,1 0 0 0 0,-1-1 0 0 0,0 1 0 0 0,0 0 0 0 0,1 0 1 0 0,-1-1-1 0 0,0 1 0 0 0,1 0 0 0 0,-1 0 0 0 0,1-1 0 0 0,-1 1 0 0 0,1-1 0 0 0,0 2 1 0 0,12 3-68 0 0,-26-15-27 0 0,12 10 86 0 0,1-1 0 0 0,-1 0-1 0 0,0 1 1 0 0,1-1 0 0 0,-1 0-1 0 0,1 0 1 0 0,-1 0-1 0 0,1 0 1 0 0,0 1 0 0 0,-1-1-1 0 0,1 0 1 0 0,0 0-1 0 0,-1 0 1 0 0,1 0 0 0 0,0 0-1 0 0,0 0 1 0 0,0 0 0 0 0,0 0-1 0 0,0 0 1 0 0,0 0-1 0 0,0 0 1 0 0,0 0 0 0 0,1 1-1 0 0,-1-3 1 0 0,1-2-9 0 0,-2-57 53 0 0,7-127 248 0 0,15 67-204 0 0,-17 86-55 0 0,8-36 17 0 0,19 5-21 0 0,-15 37-2 0 0,23-55 114 0 0,-22 59-63 0 0,1 1 1 0 0,27-28-1 0 0,-36 43-54 0 0,3-1-19 0 0,0 0 0 0 0,0 2 0 0 0,1-1-1 0 0,0 2 1 0 0,1 0 0 0 0,0 0 0 0 0,0 1 0 0 0,0 1 0 0 0,17-5 0 0 0,-25 9 47 0 0,5-11-164 0 0,7 9-1207 0 0,1 1 1 0 0,31 0-1 0 0,49 6-6432 0 0,-67 2 5292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2401 0 0,'15'5'708'0'0,"1"-1"1"0"0,-1 0-1 0 0,1-2 0 0 0,0 1 0 0 0,0-2 1 0 0,0 0-1 0 0,0-1 0 0 0,0-1 0 0 0,26-4 1 0 0,-34 4-575 0 0,-4 1-91 0 0,-1-1 0 0 0,1 0-1 0 0,-1 0 1 0 0,0 0 0 0 0,1 0 0 0 0,-1 0 0 0 0,0-1 0 0 0,0 1 0 0 0,4-3 0 0 0,20-10 155 0 0,101-38 362 0 0,-109 45-487 0 0,-1 0 0 0 0,29-17 1 0 0,-14 8-41 0 0,-28 9 34 0 0,-5 7-46 0 0,0-1-1 0 0,0 1 1 0 0,0-1-1 0 0,-1 1 1 0 0,1 0-1 0 0,0-1 1 0 0,0 1-1 0 0,0-1 1 0 0,0 1-1 0 0,-1 0 1 0 0,1-1 0 0 0,0 1-1 0 0,0 0 1 0 0,-1-1-1 0 0,1 1 1 0 0,0 0-1 0 0,-1 0 1 0 0,1-1-1 0 0,0 1 1 0 0,-1 0-1 0 0,1 0 1 0 0,0 0 0 0 0,-1-1-1 0 0,1 1 1 0 0,-1 0-1 0 0,1 0 1 0 0,0 0-1 0 0,-1 0 1 0 0,1 0-1 0 0,-1 0 1 0 0,1 0-1 0 0,0 0 1 0 0,-1 0-1 0 0,0 0 1 0 0,-25 2 194 0 0,18 1-204 0 0,-1-1-1 0 0,1 1 1 0 0,0 0 0 0 0,-12 7-1 0 0,-24 17 123 0 0,28-19-61 0 0,0 1 0 0 0,0 1 0 0 0,1 0-1 0 0,1 1 1 0 0,-1 1 0 0 0,2 0-1 0 0,-24 28 1 0 0,31-31-46 0 0,4-6-16 0 0,1 0 1 0 0,-1-1-1 0 0,0 1 0 0 0,0-1 1 0 0,0 1-1 0 0,0-1 0 0 0,0 0 1 0 0,-1 0-1 0 0,1 0 0 0 0,-1 0 1 0 0,1 0-1 0 0,-5 2 0 0 0,5-3-5 0 0,0 0 0 0 0,0 0-1 0 0,0 0 1 0 0,0 0 0 0 0,0 0-1 0 0,0 1 1 0 0,1-1 0 0 0,-1 1-1 0 0,0 0 1 0 0,1-1 0 0 0,-1 1 0 0 0,1 0-1 0 0,0 0 1 0 0,-1 0 0 0 0,1 0-1 0 0,0 0 1 0 0,0 0 0 0 0,0 0-1 0 0,1 1 1 0 0,-1-1 0 0 0,0 0-1 0 0,1 0 1 0 0,0 1 0 0 0,-1-1-1 0 0,1 0 1 0 0,0 0 0 0 0,0 1 0 0 0,0-1-1 0 0,0 0 1 0 0,1 1 0 0 0,-1-1-1 0 0,1 0 1 0 0,-1 1 0 0 0,1-1-1 0 0,0 0 1 0 0,2 4 0 0 0,-1-2-1 0 0,1 1 18 0 0,-1-1 0 0 0,1 1-1 0 0,0-1 1 0 0,0 0 0 0 0,0 0 0 0 0,1 0-1 0 0,-1-1 1 0 0,8 7 0 0 0,-1-5-7 0 0,1 1 0 0 0,0-2 1 0 0,-1 1-1 0 0,2-1 0 0 0,-1-1 0 0 0,20 4 0 0 0,-18-4-16 0 0,158 24 174 0 0,-145-25-213 0 0,1-1 0 0 0,-1-2 1 0 0,1 0-1 0 0,-1-2 0 0 0,36-8 1 0 0,-33 4-167 0 0,49-11-1584 0 0,-1-3 0 0 0,112-47 0 0 0,-93 23-3706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2561 0 0,'-128'15'5779'0'0,"5"9"-4395"0"0,145-22-637 0 0,-22-2-739 0 0,0 0 0 0 0,0 0 0 0 0,0 0-1 0 0,0 0 1 0 0,0 0 0 0 0,0 0-1 0 0,1 0 1 0 0,-1 0 0 0 0,0 0-1 0 0,0 1 1 0 0,0-1 0 0 0,0 0-1 0 0,0 0 1 0 0,1 0 0 0 0,-1 0-1 0 0,0 0 1 0 0,0 0 0 0 0,0 0 0 0 0,0 0-1 0 0,0-1 1 0 0,1 1 0 0 0,-1 0-1 0 0,0 0 1 0 0,0 0 0 0 0,0 0-1 0 0,0 0 1 0 0,0 0 0 0 0,1 0-1 0 0,-1 0 1 0 0,0 0 0 0 0,0 0-1 0 0,0 0 1 0 0,0 0 0 0 0,0-1 0 0 0,0 1-1 0 0,0 0 1 0 0,1 0 0 0 0,-1 0-1 0 0,0 0 1 0 0,0 0 0 0 0,0 0-1 0 0,0-1 1 0 0,0 1 0 0 0,0 0-1 0 0,0 0 1 0 0,0 0 0 0 0,0 0-1 0 0,0 0 1 0 0,0-1 0 0 0,0 1 0 0 0,0 0-1 0 0,0 0 1 0 0,0 0 0 0 0,0 0-1 0 0,0-1 1 0 0,0 1 0 0 0,0 0-1 0 0,0 0 1 0 0,0 0 0 0 0,0 0 7 0 0,0-1 1 0 0,0 1-1 0 0,0 0 0 0 0,0 0 1 0 0,0 0-1 0 0,0 0 1 0 0,0 0-1 0 0,0-1 1 0 0,0 1-1 0 0,0 0 1 0 0,0 0-1 0 0,0 0 0 0 0,0 0 1 0 0,0 0-1 0 0,0-1 1 0 0,0 1-1 0 0,0 0 1 0 0,0 0-1 0 0,0 0 0 0 0,0 0 1 0 0,0 0-1 0 0,0-1 1 0 0,0 1-1 0 0,0 0 1 0 0,0 0-1 0 0,0 0 0 0 0,1 0 1 0 0,-1 0-1 0 0,0 0 1 0 0,0 0-1 0 0,0-1 1 0 0,0 1-1 0 0,0 0 0 0 0,0 0 1 0 0,1 0-1 0 0,-1 0 1 0 0,0 0-1 0 0,0 0 1 0 0,0 0-1 0 0,0 0 1 0 0,0 0-1 0 0,1 0 0 0 0,-1 0 1 0 0,0 0-1 0 0,0 0 1 0 0,0 0-1 0 0,0 0 1 0 0,1 0-1 0 0,-1 0 0 0 0,0 0 1 0 0,0 0-1 0 0,0 0 1 0 0,0 0-1 0 0,0 0 1 0 0,1 0-1 0 0,-1 0 0 0 0,0 0 1 0 0,0 0-1 0 0,0 1 1 0 0,260-20 2145 0 0,163 16-1936 0 0,-216 4-4265 0 0,-205-1 3926 0 0,15 0-1185 0 0,-1 1 0 0 0,0 0 0 0 0,23 5 1 0 0,-7 1-2077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5603 0 0,'-64'12'4242'0'0,"32"2"-2802"0"0,96-8-960 0 0,32 2 321 0 0,96 5 159 0 0,26 13-159 0 0,6-12-881 0 0,-32 1-2001 0 0,32-15-2562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2:58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29 6723 0 0,'-32'18'2961'0'0,"0"-10"-2560"0"0,64-8-1122 0 0,0-8 81 0 0,32 2-561 0 0,-32-6-1040 0 0,32-2-320 0 0,-32-1 240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15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35 2081 0 0,'-35'1'4564'0'0,"-15"4"-2488"0"0,-20 1-832 0 0,71-6-1195 0 0,-1 0 0 0 0,0 0 0 0 0,0 0 0 0 0,0 1 0 0 0,0-1 1 0 0,1 0-1 0 0,-1 0 0 0 0,0 0 0 0 0,0 0 0 0 0,0 0 0 0 0,0 1 1 0 0,0-1-1 0 0,0 0 0 0 0,1 0 0 0 0,-1 0 0 0 0,0 0 1 0 0,0 1-1 0 0,0-1 0 0 0,0 0 0 0 0,0 0 0 0 0,0 0 0 0 0,0 1 1 0 0,0-1-1 0 0,0 0 0 0 0,0 0 0 0 0,0 0 0 0 0,0 1 0 0 0,0-1 1 0 0,0 0-1 0 0,0 0 0 0 0,0 0 0 0 0,0 0 0 0 0,0 1 0 0 0,0-1 1 0 0,0 0-1 0 0,0 0 0 0 0,0 0 0 0 0,-1 1 0 0 0,1-1 0 0 0,0 0 1 0 0,0 0-1 0 0,0 0 0 0 0,0 0 0 0 0,0 0 0 0 0,0 1 1 0 0,-1-1-1 0 0,1 0 0 0 0,0 0 0 0 0,0 0 0 0 0,-1 0 0 0 0,55 5 3086 0 0,-49-4-3055 0 0,0-1 14 0 0,128-1 583 0 0,145 3-234 0 0,-217 1-319 0 0,161 13 72 0 0,-175-12-146 0 0,-39-7-33 0 0,-47-8-18 0 0,23 7 15 0 0,-46-13 67 0 0,0 4 0 0 0,-123-12-1 0 0,158 22-82 0 0,-53-3 150 0 0,0 4 0 0 0,-100 9 0 0 0,162-6-138 0 0,4 1-6 0 0,0-1 0 0 0,0 2 0 0 0,-1 0 0 0 0,-13 5-1 0 0,19-6 5 0 0,3 0-8 0 0,1 0 1 0 0,-1 0-1 0 0,1 0 1 0 0,0 1 0 0 0,0-1-1 0 0,0 1 1 0 0,1 0 0 0 0,-1 1-1 0 0,1-1 1 0 0,-1 1-1 0 0,1 0 1 0 0,0 0 0 0 0,1 0-1 0 0,-1 1 1 0 0,1-1 0 0 0,0 1-1 0 0,0 0 1 0 0,0 0-1 0 0,0 0 1 0 0,1 0 0 0 0,0 0-1 0 0,0 1 1 0 0,-1 8-1 0 0,-5 6 52 0 0,6-16-48 0 0,0 0 1 0 0,1 0-1 0 0,-1 1 0 0 0,1-1 0 0 0,0 0 1 0 0,0 1-1 0 0,1-1 0 0 0,-1 1 0 0 0,1-1 0 0 0,0 1 1 0 0,0-1-1 0 0,0 1 0 0 0,1-1 0 0 0,0 1 0 0 0,0-1 1 0 0,0 0-1 0 0,0 1 0 0 0,4 6 0 0 0,-4-6-4 0 0,1 3 5 0 0,-1 0 0 0 0,0 0-1 0 0,0 0 1 0 0,-1 14 0 0 0,0-15 2 0 0,0 1 0 0 0,1-1 0 0 0,0 1 1 0 0,0-1-1 0 0,2 8 0 0 0,-2-11-6 0 0,2 7 24 0 0,0-1 0 0 0,0 1 1 0 0,1-1-1 0 0,0 0 0 0 0,1-1 0 0 0,0 1 1 0 0,1-1-1 0 0,0 0 0 0 0,11 14 0 0 0,-11-19-14 0 0,-1-1-1 0 0,0 1 0 0 0,1-1 0 0 0,-1 0 1 0 0,1-1-1 0 0,0 1 0 0 0,0-1 0 0 0,0 0 1 0 0,12 2-1 0 0,-1 0-33 0 0,7 0-6 0 0,0 0-1 0 0,0-1 0 0 0,1-2 1 0 0,-1-1-1 0 0,1 0 0 0 0,43-8 0 0 0,-26 4 65 0 0,27-2-35 0 0,0 3 0 0 0,1 3 0 0 0,-1 4 0 0 0,95 16 0 0 0,-149-17 19 0 0,0 1-1 0 0,0 0 0 0 0,-1 2 1 0 0,0-1-1 0 0,0 2 1 0 0,0 0-1 0 0,-1 1 1 0 0,0 0-1 0 0,0 0 1 0 0,-1 2-1 0 0,0 0 1 0 0,16 18-1 0 0,-24-25 4 0 0,-1 1 0 0 0,1 0 0 0 0,-1 1 0 0 0,0-1 0 0 0,0 0-1 0 0,-1 1 1 0 0,1 0 0 0 0,-1-1 0 0 0,0 1 0 0 0,-1 0 0 0 0,1 0 0 0 0,-1 0 0 0 0,0 0 0 0 0,1 6-1 0 0,-2-8-5 0 0,0 0 0 0 0,0 1 0 0 0,-1-1 0 0 0,1 0-1 0 0,-1 1 1 0 0,0-1 0 0 0,0 0 0 0 0,0 0-1 0 0,0 1 1 0 0,0-1 0 0 0,-1 0 0 0 0,1 0 0 0 0,-1-1-1 0 0,0 1 1 0 0,0 0 0 0 0,0 0 0 0 0,0-1-1 0 0,-1 1 1 0 0,1-1 0 0 0,-1 0 0 0 0,1 0 0 0 0,-1 0-1 0 0,-5 3 1 0 0,-11 5 2 0 0,0 0 0 0 0,-1-2 0 0 0,0 0 0 0 0,0-1 0 0 0,-1-1 1 0 0,0-1-1 0 0,0-1 0 0 0,0-1 0 0 0,-34 1 0 0 0,-2-3-12 0 0,-1-3 1 0 0,-96-16-1 0 0,121 13-19 0 0,-230-44 109 0 0,222 40-243 0 0,0-3-1 0 0,1-1 1 0 0,0-1 0 0 0,-46-25 0 0 0,81 36-11 0 0,-1-1 0 0 0,0 1 0 0 0,1-1 1 0 0,0 0-1 0 0,0 0 0 0 0,0 0 1 0 0,0-1-1 0 0,1 0 0 0 0,0 0 0 0 0,0 0 1 0 0,0 0-1 0 0,-5-11 0 0 0,7 11-114 0 0,0 0 0 0 0,1 0 0 0 0,-1-1 0 0 0,2 1 0 0 0,-1 0 0 0 0,0 0 0 0 0,1-1 0 0 0,0 1 0 0 0,0 0 0 0 0,1-1 0 0 0,-1 1 0 0 0,1 0 0 0 0,0 0 0 0 0,0 0 0 0 0,3-7 0 0 0,6-11-1622 0 0,0 0-1 0 0,24-35 1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16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84 3201 0 0,'-6'0'2041'0'0,"6"0"-1758"0"0,-21-3 456 0 0,21 3-729 0 0,1 0 0 0 0,-1 0 1 0 0,0 0-1 0 0,0 0 0 0 0,1 0 1 0 0,-1 0-1 0 0,0-1 1 0 0,0 1-1 0 0,0 0 0 0 0,1 0 1 0 0,-1 0-1 0 0,0 0 0 0 0,0 0 1 0 0,0-1-1 0 0,1 1 0 0 0,-1 0 1 0 0,0 0-1 0 0,0 0 0 0 0,0-1 1 0 0,0 1-1 0 0,1 0 0 0 0,-1 0 1 0 0,0-1-1 0 0,0 1 1 0 0,0 0-1 0 0,0 0 0 0 0,0 0 1 0 0,0-1-1 0 0,0 1 0 0 0,0 0 1 0 0,0-1-1 0 0,0 1 0 0 0,0 0 1 0 0,0 0-1 0 0,0-1 0 0 0,0 1 1 0 0,0 0-1 0 0,0 0 0 0 0,0-1 1 0 0,0 1-1 0 0,0 0 0 0 0,0 0 1 0 0,0-1-1 0 0,0 1 1 0 0,-1 0-1 0 0,1 0 0 0 0,0 0 1 0 0,0-1-1 0 0,0 1 0 0 0,0 0 1 0 0,-1 0-1 0 0,1 0 0 0 0,0-1 1 0 0,0 1-1 0 0,0 0 0 0 0,-1 0 1 0 0,1 0-1 0 0,0 0 0 0 0,0 0 1 0 0,-1 0-1 0 0,1-1 0 0 0,0 1 1 0 0,0 0-1 0 0,-1 0 1 0 0,5-1 11 0 0,-3 1-16 0 0,0 0 0 0 0,0-1 0 0 0,0 1 0 0 0,0 0 0 0 0,0-1 1 0 0,1 1-1 0 0,-1-1 0 0 0,0 1 0 0 0,0-1 0 0 0,0 1 0 0 0,0-1 0 0 0,0 0 0 0 0,0 0 0 0 0,-1 1 0 0 0,1-1 0 0 0,0 0 0 0 0,0 0 0 0 0,0 0 0 0 0,-1 0 0 0 0,1 0 0 0 0,0 0 0 0 0,-1 0 0 0 0,1 0 0 0 0,0-2 0 0 0,-1 2 2 0 0,0 0 1 0 0,1 0-1 0 0,-1 0 1 0 0,1 0-1 0 0,0 0 1 0 0,-1 0-1 0 0,1 0 1 0 0,0 0-1 0 0,-1 0 1 0 0,1 1-1 0 0,0-1 0 0 0,0 0 1 0 0,0 0-1 0 0,0 1 1 0 0,0-1-1 0 0,0 0 1 0 0,0 1-1 0 0,0-1 1 0 0,0 1-1 0 0,0 0 1 0 0,0-1-1 0 0,0 1 0 0 0,0 0 1 0 0,0-1-1 0 0,1 1 1 0 0,44-9 125 0 0,-18 3-8 0 0,-20 3-82 0 0,1 0 0 0 0,1 0 0 0 0,-1 1 0 0 0,0 0 0 0 0,0 1 0 0 0,1 0 0 0 0,-1 0 0 0 0,1 1 0 0 0,-1 0 0 0 0,0 1-1 0 0,1 0 1 0 0,-1 1 0 0 0,0 0 0 0 0,1 0 0 0 0,-1 1 0 0 0,13 5 0 0 0,-7-2 31 0 0,-6-3-3 0 0,-1 0 1 0 0,0 1-1 0 0,0 0 0 0 0,0 0 1 0 0,-1 1-1 0 0,0 0 0 0 0,14 12 1 0 0,16 18 574 0 0,38 49 0 0 0,-71-80-535 0 0,-1 1-1 0 0,0-1 1 0 0,1 1 0 0 0,-2 0 0 0 0,1 0 0 0 0,0 0 0 0 0,-1 0 0 0 0,0 0 0 0 0,0 0 0 0 0,-1 1-1 0 0,1-1 1 0 0,0 10 0 0 0,-2-11-8 0 0,-1 1-1 0 0,1-1 1 0 0,-1 0-1 0 0,0 0 1 0 0,0 0-1 0 0,-1 1 1 0 0,1-1 0 0 0,-1-1-1 0 0,0 1 1 0 0,0 0-1 0 0,0 0 1 0 0,0-1-1 0 0,-1 1 1 0 0,0-1-1 0 0,1 0 1 0 0,-6 5 0 0 0,-5 3 127 0 0,0 0 0 0 0,-1-1 0 0 0,0 0 0 0 0,-1-1 1 0 0,0-1-1 0 0,-18 7 0 0 0,6-1-35 0 0,2-2-81 0 0,-1-1 0 0 0,0-1 0 0 0,0-1 1 0 0,-1-1-1 0 0,0-2 0 0 0,-29 4 0 0 0,-24 5 92 0 0,40-6 3 0 0,-81 6 0 0 0,107-15-196 0 0,0 0 0 0 0,0 0 0 0 0,0-2 0 0 0,0 0 0 0 0,0 0 0 0 0,1-1 0 0 0,-1-1 1 0 0,1 0-1 0 0,-22-10 0 0 0,34 14-16 0 0,0-1 0 0 0,0 1 0 0 0,0 0 0 0 0,0-1 0 0 0,0 1 0 0 0,1 0 0 0 0,-1-1 0 0 0,0 1 0 0 0,0-1 0 0 0,1 1 0 0 0,-1-1 0 0 0,0 1 0 0 0,1-1 0 0 0,-1 0 0 0 0,0 1 0 0 0,1-1 0 0 0,-1 0 0 0 0,1 0 1 0 0,-1 1-1 0 0,1-1 0 0 0,-1 0 0 0 0,1 0 0 0 0,0 0 0 0 0,-1 1 0 0 0,1-1 0 0 0,0 0 0 0 0,0 0 0 0 0,0 0 0 0 0,-1 0 0 0 0,1 0 0 0 0,0 0 0 0 0,0 0 0 0 0,1-1 0 0 0,0 0 0 0 0,0 0 1 0 0,0 1-1 0 0,1-1 1 0 0,-1 0-1 0 0,1 1 0 0 0,0-1 1 0 0,-1 1-1 0 0,1-1 0 0 0,0 1 1 0 0,0 0-1 0 0,0 0 0 0 0,0 0 1 0 0,3-1-1 0 0,12-6-48 0 0,0 2 0 0 0,36-9 0 0 0,-42 12 35 0 0,1 1 0 0 0,-1 0 1 0 0,1 1-1 0 0,-1 0 1 0 0,1 1-1 0 0,0 0 0 0 0,-1 1 1 0 0,17 3-1 0 0,12 0 0 0 0,122 20 55 0 0,198 54 0 0 0,-155-12 95 0 0,-12-2-50 0 0,-156-54-25 0 0,1-2 0 0 0,70 8 0 0 0,-98-15-25 0 0,1-1 0 0 0,-1 0-1 0 0,1-1 1 0 0,0 0 0 0 0,-1-1-1 0 0,1 0 1 0 0,15-6 0 0 0,-24 8-79 0 0,0-1 0 0 0,0 0 1 0 0,0 1-1 0 0,0-1 0 0 0,0 0 1 0 0,-1 0-1 0 0,1 0 0 0 0,0 0 1 0 0,-1 0-1 0 0,1-1 0 0 0,-1 1 1 0 0,1 0-1 0 0,-1-1 0 0 0,0 1 1 0 0,0-1-1 0 0,1 0 0 0 0,-1 1 0 0 0,0-1 1 0 0,0 0-1 0 0,-1 0 0 0 0,1 1 1 0 0,0-1-1 0 0,0 0 0 0 0,-1 0 1 0 0,0 0-1 0 0,1 0 0 0 0,-1 0 1 0 0,0 0-1 0 0,0 0 0 0 0,0 0 1 0 0,0 0-1 0 0,0 0 0 0 0,0 0 1 0 0,0 0-1 0 0,-1 0 0 0 0,1 0 0 0 0,-1 1 1 0 0,0-1-1 0 0,1 0 0 0 0,-1 0 1 0 0,0 0-1 0 0,-1-2 0 0 0,-9-13-1370 0 0,-1 0 0 0 0,-24-29 0 0 0,-55-57-5482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9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3922 0 0,'64'0'3361'0'0,"0"12"-1920"0"0,90-18-3842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62 1201 0 0,'2'-1'208'0'0,"0"0"1"0"0,0-1 0 0 0,0 1 0 0 0,0 0 0 0 0,0-1 0 0 0,0 1-1 0 0,0-1 1 0 0,0 0 0 0 0,-1 0 0 0 0,1 0 0 0 0,-1 1 0 0 0,1-1-1 0 0,-1-1 1 0 0,0 1 0 0 0,0 0 0 0 0,0 0 0 0 0,0 0 0 0 0,0-1-1 0 0,0 1 1 0 0,-1 0 0 0 0,1-1 0 0 0,-1 1 0 0 0,0-1-1 0 0,1 1 1 0 0,-1-1 0 0 0,0 1 0 0 0,0 0 0 0 0,-1-4 0 0 0,-5 6 218 0 0,1-1-356 0 0,-1 1 1 0 0,1 1-1 0 0,-1-1 1 0 0,1 1-1 0 0,-1-1 1 0 0,1 2-1 0 0,-1-1 1 0 0,1 0-1 0 0,0 1 1 0 0,0 0-1 0 0,0 1 1 0 0,0-1-1 0 0,0 1 1 0 0,0 0-1 0 0,0 0 1 0 0,1 0-1 0 0,0 1 1 0 0,-1-1-1 0 0,1 1 1 0 0,1 0-1 0 0,-1 0 1 0 0,0 1-1 0 0,1-1 1 0 0,-4 8-1 0 0,1 1 30 0 0,1 0 0 0 0,1 0 0 0 0,0 0 0 0 0,1 0 0 0 0,0 1 1 0 0,1-1-1 0 0,1 1 0 0 0,0 0 0 0 0,0-1 0 0 0,3 16 0 0 0,-2-5 138 0 0,-1 0 0 0 0,0 0 0 0 0,-7 28 0 0 0,-13 22 441 0 0,13-28-332 0 0,4-23-172 0 0,-1 0 1 0 0,0-1-1 0 0,-10 24 1 0 0,-1-10 32 0 0,5-11-22 0 0,0 1 0 0 0,2 0 0 0 0,-8 38 0 0 0,15-58-157 0 0,1 0 0 0 0,1 0 0 0 0,-1 0 0 0 0,1 0 0 0 0,0 1 0 0 0,0-1 0 0 0,0 0 0 0 0,1 0 0 0 0,0 0 0 0 0,1 0 0 0 0,-1 0 0 0 0,1 0 0 0 0,0 0 0 0 0,1 0 0 0 0,-1 0 0 0 0,1-1 0 0 0,0 1 0 0 0,0-1 0 0 0,1 0 0 0 0,5 6 0 0 0,17 13 50 0 0,-24-23-140 0 0,-1 0 0 0 0,0 0 0 0 0,0 0 0 0 0,1 0 0 0 0,-1 0 0 0 0,0 0 0 0 0,1 0 0 0 0,-1-1-1 0 0,1 1 1 0 0,-1-1 0 0 0,1 1 0 0 0,0-1 0 0 0,-1 1 0 0 0,1-1 0 0 0,-1 0 0 0 0,1 0 0 0 0,0 1 0 0 0,-1-1 0 0 0,1 0-1 0 0,0-1 1 0 0,-1 1 0 0 0,1 0 0 0 0,0 0 0 0 0,-1-1 0 0 0,1 1 0 0 0,-1-1 0 0 0,1 1 0 0 0,-1-1 0 0 0,1 0 0 0 0,-1 0 0 0 0,1 0-1 0 0,1-1 1 0 0,25-8-1025 0 0,40-10-737 0 0,-16 5-642 0 0,100-42 0 0 0,-82 16-817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289 234 240 0 0,'-7'2'603'0'0,"6"-1"-501"0"0,0-1 0 0 0,-1 0-1 0 0,1 1 1 0 0,0-1 0 0 0,0 0 0 0 0,0 1 0 0 0,-1 0-1 0 0,1-1 1 0 0,0 1 0 0 0,0 0 0 0 0,0-1 0 0 0,0 1-1 0 0,0 0 1 0 0,0 0 0 0 0,0 0 0 0 0,0 0 0 0 0,0 0 0 0 0,1 0-1 0 0,-1 0 1 0 0,0 0 0 0 0,1 0 0 0 0,-1 0 0 0 0,1 1-1 0 0,-2 1 1 0 0,-3-1 1019 0 0,1-2-968 0 0,0 0 1 0 0,0-1 0 0 0,0 1 0 0 0,0-1-1 0 0,1 0 1 0 0,-1 0 0 0 0,0-1 0 0 0,0 1-1 0 0,1-1 1 0 0,-1 1 0 0 0,1-1 0 0 0,0 0-1 0 0,-5-4 1 0 0,-39-41 708 0 0,-5-6-395 0 0,39 42-389 0 0,8 7-45 0 0,-1 0 1 0 0,1 0 0 0 0,0-1-1 0 0,0 0 1 0 0,0 0 0 0 0,1 0-1 0 0,-6-9 1 0 0,0-7 96 0 0,-12-21 34 0 0,16 25-108 0 0,6 14-30 0 0,0 8-15 0 0,1-3-11 0 0,-1 0-1 0 0,1 1 1 0 0,0-1-1 0 0,0 0 1 0 0,-1 0 0 0 0,1 0-1 0 0,1 0 1 0 0,-1 0-1 0 0,0 0 1 0 0,0-1-1 0 0,1 1 1 0 0,-1 0 0 0 0,1-1-1 0 0,-1 1 1 0 0,4 1-1 0 0,12 16 48 0 0,71 87 186 0 0,-54-69-61 0 0,-2 2 0 0 0,-2 0 0 0 0,36 64-1 0 0,-60-92-131 0 0,1-1 0 0 0,0 0-1 0 0,1-1 1 0 0,-1 0 0 0 0,2 0-1 0 0,12 11 1 0 0,-14-14-71 0 0,1 1-1 0 0,-1 0 1 0 0,0 1 0 0 0,-1-1-1 0 0,0 2 1 0 0,0-1-1 0 0,5 11 1 0 0,-10-17-40 0 0,0 1 0 0 0,0-1-1 0 0,1 1 1 0 0,-1-1 0 0 0,1 0-1 0 0,0 0 1 0 0,-1 1 0 0 0,1-1 0 0 0,0 0-1 0 0,0-1 1 0 0,0 1 0 0 0,1 0-1 0 0,2 2 1 0 0,-3-4 10 0 0,-1 1 1 0 0,1-1-1 0 0,-1 1 0 0 0,1-1 0 0 0,0 0 1 0 0,-1 0-1 0 0,1 1 0 0 0,0-1 0 0 0,-1 0 1 0 0,1-1-1 0 0,0 1 0 0 0,-1 0 0 0 0,1 0 1 0 0,0-1-1 0 0,-1 1 0 0 0,1-1 0 0 0,-1 1 1 0 0,1-1-1 0 0,-1 0 0 0 0,1 0 0 0 0,1 0 1 0 0,-2-1-97 0 0,0-1-1 0 0,0 1 1 0 0,0 0 0 0 0,0 0 0 0 0,0 0-1 0 0,-1 0 1 0 0,1-1 0 0 0,-1 1 0 0 0,1 0 0 0 0,-1-1-1 0 0,0 1 1 0 0,0 0 0 0 0,0-1 0 0 0,0 1 0 0 0,-1 0-1 0 0,0-5 1 0 0,0-4-825 0 0,-4-16-806 0 0,-22 1 14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0 800 0 0,'1'1'80'0'0,"0"0"1"0"0,-1 0-1 0 0,1 0 0 0 0,0 0 0 0 0,0 0 0 0 0,-1 0 0 0 0,1-1 0 0 0,0 1 0 0 0,0 0 0 0 0,0-1 0 0 0,0 1 0 0 0,0 0 0 0 0,0-1 1 0 0,0 1-1 0 0,0-1 0 0 0,1 0 0 0 0,-1 1 0 0 0,0-1 0 0 0,0 0 0 0 0,0 1 0 0 0,0-1 0 0 0,1 0 0 0 0,-1 0 0 0 0,0 0 0 0 0,0 0 1 0 0,0 0-1 0 0,0-1 0 0 0,3 1 0 0 0,56-4 2846 0 0,-30 1-2092 0 0,-18 4-829 0 0,0 0-1 0 0,0 1 1 0 0,-1 0-1 0 0,1 1 1 0 0,-1 0-1 0 0,1 0 1 0 0,-1 2 0 0 0,0-1-1 0 0,0 1 1 0 0,15 11-1 0 0,-10-6 35 0 0,0 1-1 0 0,-1 1 0 0 0,-1 1 1 0 0,0 0-1 0 0,15 18 0 0 0,-18-17 85 0 0,-1-1-1 0 0,-1 1 1 0 0,0 1-1 0 0,9 21 1 0 0,-15-31-58 0 0,-1 1-1 0 0,1 1 1 0 0,-1-1 0 0 0,-1 0 0 0 0,1 0 0 0 0,-1 1 0 0 0,0-1 0 0 0,-1 1 0 0 0,1-1-1 0 0,-1 1 1 0 0,0-1 0 0 0,-1 0 0 0 0,-1 11 0 0 0,-9 11 139 0 0,8-22-114 0 0,0 1-1 0 0,1 0 1 0 0,0 0-1 0 0,0 0 1 0 0,1 1-1 0 0,-1-1 1 0 0,1 10-1 0 0,1-15-44 0 0,0 1-1 0 0,0 0 0 0 0,-1 0 0 0 0,1 0 0 0 0,-1-1 0 0 0,1 1 1 0 0,-1 0-1 0 0,0-1 0 0 0,0 1 0 0 0,0-1 0 0 0,-1 1 0 0 0,1-1 1 0 0,0 1-1 0 0,-1-1 0 0 0,0 0 0 0 0,1 0 0 0 0,-1 0 0 0 0,0 0 0 0 0,-3 2 1 0 0,1 0 0 0 0,-1-1 0 0 0,0 0 0 0 0,0-1 0 0 0,0 1 0 0 0,0-1 1 0 0,0 0-1 0 0,-1 0 0 0 0,1-1 0 0 0,-7 2 0 0 0,-11 0 43 0 0,-1-1 1 0 0,0-1-1 0 0,-37-3 0 0 0,50 1-41 0 0,-6 1-5 0 0,0-2 1 0 0,-30-6 0 0 0,-26-7 175 0 0,52 10-218 0 0,42 6 0 0 0,192 51 160 0 0,-139-26-546 0 0,-42-22-504 0 0,0-2 1 0 0,54-2 0 0 0,-78 0 416 0 0,-1-1 0 0 0,1-1 0 0 0,0 0 0 0 0,0 0 1 0 0,-1 0-1 0 0,1-1 0 0 0,-1 0 0 0 0,0-1 0 0 0,0 0 1 0 0,0 0-1 0 0,7-5 0 0 0,-9 6 184 0 0,27-18-1819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4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1121 0 0,'0'6'1760'0'0,"32"0"1042"0"0,0-6-1842 0 0,0 0-400 0 0,25-6-240 0 0,-25 0-320 0 0,32-3-480 0 0,32 3-1201 0 0,0-8-880 0 0,-32 8 240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5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3442 0 0,'32'102'4161'0'0,"-32"-29"-2800"0"0,0-26-1121 0 0,0-6-160 0 0,0-21-80 0 0,32-26-640 0 0,-32-23-801 0 0,0-9-1600 0 0,-32-11-881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6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192 161 1921 0 0,'0'0'7016'0'0,"2"-1"-6607"0"0,-9-4-324 0 0,2 2-66 0 0,4 3-2 0 0,-1 0-1 0 0,1-1 0 0 0,0 1 0 0 0,0-1 0 0 0,-1 0 1 0 0,1 1-1 0 0,0-1 0 0 0,0 0 0 0 0,0 0 0 0 0,0 0 1 0 0,0 1-1 0 0,0-1 0 0 0,0 0 0 0 0,0-1 1 0 0,1 1-1 0 0,-1 0 0 0 0,0 0 0 0 0,1 0 0 0 0,-1 0 1 0 0,0 0-1 0 0,1-1 0 0 0,0 1 0 0 0,-1 0 1 0 0,1-1-1 0 0,0 1 0 0 0,-1 0 0 0 0,1-1 0 0 0,0 1 1 0 0,0 0-1 0 0,0-1 0 0 0,0 1 0 0 0,0 0 0 0 0,1-1 1 0 0,-1-1-1 0 0,0 2-10 0 0,0 0 0 0 0,0 0-1 0 0,0 1 1 0 0,0-1 0 0 0,0 0 0 0 0,0 0 0 0 0,0 0-1 0 0,-1 1 1 0 0,1-1 0 0 0,0 0 0 0 0,0 0 0 0 0,-1 1 0 0 0,1-1-1 0 0,-1 0 1 0 0,1 1 0 0 0,-1-1 0 0 0,1 0 0 0 0,-1 1-1 0 0,1-1 1 0 0,-1 0 0 0 0,0 1 0 0 0,1-1 0 0 0,-1 1 0 0 0,0 0-1 0 0,1-1 1 0 0,-1 1 0 0 0,0-1 0 0 0,0 1 0 0 0,1 0-1 0 0,-1 0 1 0 0,-1-1 0 0 0,1 1-2 0 0,0 0 0 0 0,0-1 0 0 0,0 1 0 0 0,1 0 0 0 0,-1 0 0 0 0,0-1 1 0 0,0 1-1 0 0,1-1 0 0 0,-1 1 0 0 0,0-1 0 0 0,0 1 0 0 0,1-1 0 0 0,-1 1 0 0 0,1-1 0 0 0,-1 1 0 0 0,1-1 0 0 0,-1 0 0 0 0,1 1 0 0 0,-1-1 0 0 0,1 0 0 0 0,-1 0 0 0 0,1 1 0 0 0,0-1 1 0 0,-1 0-1 0 0,1 0 0 0 0,0 0 0 0 0,0 1 0 0 0,0-1 0 0 0,-1 0 0 0 0,1 0 0 0 0,0 0 0 0 0,0 0 0 0 0,1 0 0 0 0,-1 0 1 0 0,0 1-1 0 0,0-1 0 0 0,0 0 1 0 0,0 1-1 0 0,0-1 0 0 0,-1 1 0 0 0,1-1 1 0 0,0 0-1 0 0,0 1 0 0 0,0-1 1 0 0,0 1-1 0 0,-1-1 0 0 0,1 0 1 0 0,0 1-1 0 0,-1-1 0 0 0,1 1 0 0 0,0-1 1 0 0,-1 1-1 0 0,1-1 0 0 0,-1 1 1 0 0,1 0-1 0 0,0-1 0 0 0,-1 1 1 0 0,1-1-1 0 0,-1 1 0 0 0,0 0 1 0 0,1-1-1 0 0,-1 1 0 0 0,1 0 0 0 0,-1 0 1 0 0,1-1-1 0 0,-1 1 0 0 0,0 0 1 0 0,1 0-1 0 0,-1 0 0 0 0,1 0 1 0 0,-1 0-1 0 0,0 0 0 0 0,0 0 0 0 0,0 0 4 0 0,1 0-1 0 0,-1 0 1 0 0,0 0-1 0 0,1 0 0 0 0,-1 0 1 0 0,0 0-1 0 0,1-1 1 0 0,-1 1-1 0 0,0 0 1 0 0,1 0-1 0 0,-1-1 0 0 0,0 1 1 0 0,1 0-1 0 0,-1-1 1 0 0,1 1-1 0 0,-1 0 0 0 0,1-1 1 0 0,-1 1-1 0 0,1-1 1 0 0,-1 1-1 0 0,1-1 0 0 0,-1 1 1 0 0,1-1-1 0 0,-1 1 1 0 0,1-1-1 0 0,0 0 1 0 0,0 1-1 0 0,-1-1 0 0 0,1 1 1 0 0,0-1-1 0 0,0 0 1 0 0,-1 1-1 0 0,1-1 0 0 0,0 0 1 0 0,0 1-1 0 0,0-1 1 0 0,0 0-1 0 0,0 1 0 0 0,0-1 1 0 0,0-1-1 0 0,0 2 0 0 0,0-1 0 0 0,0 0-1 0 0,0 1 1 0 0,0-1 0 0 0,0 0-1 0 0,0 1 1 0 0,0-1 0 0 0,-1 0-1 0 0,1 1 1 0 0,0-1 0 0 0,0 0-1 0 0,-1 1 1 0 0,1-1 0 0 0,0 1-1 0 0,-1-1 1 0 0,1 1 0 0 0,-1-1-1 0 0,1 1 1 0 0,-1-1 0 0 0,1 1-1 0 0,-1-1 1 0 0,1 1 0 0 0,-1 0-1 0 0,1-1 1 0 0,-1 1 0 0 0,0 0-1 0 0,1-1 1 0 0,-1 1 0 0 0,0 0-1 0 0,1 0 1 0 0,-1 0 0 0 0,1-1-1 0 0,-2 1 1 0 0,1 0 5 0 0,0 0 0 0 0,0 0-1 0 0,0 0 1 0 0,1-1 0 0 0,-1 1 0 0 0,0 0 0 0 0,0-1 0 0 0,1 1-1 0 0,-1 0 1 0 0,0-1 0 0 0,0 1 0 0 0,1-1 0 0 0,-1 1-1 0 0,0-1 1 0 0,1 1 0 0 0,-1-1 0 0 0,1 0 0 0 0,-1 1 0 0 0,1-1-1 0 0,-1 0 1 0 0,1 1 0 0 0,-1-1 0 0 0,1 0 0 0 0,0 0-1 0 0,-1 1 1 0 0,1-1 0 0 0,0 0 0 0 0,0 0 0 0 0,0 0-1 0 0,-1 1 1 0 0,1-1 0 0 0,0 0 0 0 0,0 0 0 0 0,0-1 0 0 0,0 1 281 0 0,1 3-254 0 0,-1 0 0 0 0,0 0 0 0 0,0 0 0 0 0,0-1 0 0 0,-1 1 0 0 0,1 0 0 0 0,0 0 0 0 0,-1 0 0 0 0,1 0 0 0 0,-1-1 0 0 0,0 1 0 0 0,-1 2 0 0 0,-6 2 6 0 0,7-5-28 0 0,0 0-1 0 0,-1 0 0 0 0,1 0 1 0 0,0 0-1 0 0,0 0 0 0 0,0 0 1 0 0,0 0-1 0 0,0 0 0 0 0,0 0 1 0 0,0 0-1 0 0,0 0 0 0 0,0 1 1 0 0,0-1-1 0 0,1 0 0 0 0,-1 1 1 0 0,0-1-1 0 0,1 1 0 0 0,0-1 0 0 0,-1 1 1 0 0,1-1-1 0 0,0 1 0 0 0,-1-1 1 0 0,1 1-1 0 0,0 2 0 0 0,1-3-3 0 0,-1 1 0 0 0,-1-1-1 0 0,1 0 1 0 0,0 1 0 0 0,0-1-1 0 0,0 0 1 0 0,-1 1 0 0 0,1-1-1 0 0,-1 0 1 0 0,1 1 0 0 0,-1-1-1 0 0,1 0 1 0 0,-1 0 0 0 0,0 0-1 0 0,1 0 1 0 0,-1 1-1 0 0,0-1 1 0 0,0 0 0 0 0,0 0-1 0 0,0-1 1 0 0,0 1 0 0 0,0 0-1 0 0,0 0 1 0 0,-2 1 0 0 0,2-2-6 0 0,0 1 1 0 0,0 0 0 0 0,0-1-1 0 0,0 1 1 0 0,0 0-1 0 0,0 0 1 0 0,0-1 0 0 0,0 1-1 0 0,0 0 1 0 0,1 0 0 0 0,-1 0-1 0 0,0 0 1 0 0,1 0-1 0 0,-1 0 1 0 0,1 0 0 0 0,-1 1-1 0 0,1-1 1 0 0,0 0 0 0 0,-1 0-1 0 0,1 0 1 0 0,0 0 0 0 0,0 1-1 0 0,-1-1 1 0 0,1 2-1 0 0,0-1 3 0 0,0 1 0 0 0,0 0 0 0 0,0-1 0 0 0,0 1 0 0 0,1 0 0 0 0,-1-1 0 0 0,1 1 0 0 0,-1-1 0 0 0,1 1 0 0 0,0-1 0 0 0,0 1 0 0 0,0-1 0 0 0,0 0 0 0 0,1 1 0 0 0,-1-1 0 0 0,0 0 0 0 0,1 0 0 0 0,0 0 0 0 0,-1 0 0 0 0,1 0 0 0 0,0 0 0 0 0,0 0 0 0 0,3 1 0 0 0,0 4 44 0 0,-5-7-52 0 0,0 0 0 0 0,0 0 0 0 0,0 0 0 0 0,0 1 0 0 0,0-1 0 0 0,0 0 0 0 0,-1 0 0 0 0,1 1 0 0 0,0-1 0 0 0,0 0 0 0 0,0 0 0 0 0,0 1 0 0 0,0-1 0 0 0,0 0 0 0 0,0 1 0 0 0,0-1 0 0 0,0 0 0 0 0,0 0 0 0 0,0 1 0 0 0,0-1 0 0 0,0 0 0 0 0,0 0 0 0 0,0 1 0 0 0,1-1 0 0 0,-1 0 0 0 0,0 0 0 0 0,0 1 0 0 0,0-1 0 0 0,0 0 0 0 0,0 0 0 0 0,1 0 0 0 0,-1 1 0 0 0,0-1 0 0 0,0 0 0 0 0,0 0 0 0 0,0 0 0 0 0,1 0 0 0 0,-1 1 0 0 0,0-1 0 0 0,0 0 0 0 0,1 0 0 0 0,-1 0 0 0 0,0 0 0 0 0,0 0 0 0 0,1 0 0 0 0,-1 0 0 0 0,0 0 1 0 0,0 0-1 0 0,1 0 0 0 0,-1 0 0 0 0,0 0 0 0 0,1 0 0 0 0,20 7 51 0 0,-20-7-51 0 0,-1 0-1 0 0,0 0 1 0 0,1 1 0 0 0,-1-1-1 0 0,0 0 1 0 0,1 0 0 0 0,-1 1-1 0 0,0-1 1 0 0,1 0 0 0 0,-1 0 0 0 0,0 1-1 0 0,1-1 1 0 0,-1 0 0 0 0,0 1-1 0 0,0-1 1 0 0,1 0 0 0 0,-1 1-1 0 0,0-1 1 0 0,0 1 0 0 0,0-1-1 0 0,1 0 1 0 0,-1 1 0 0 0,0-1-1 0 0,0 1 1 0 0,0-1 0 0 0,0 1 0 0 0,0-1-1 0 0,0 0 1 0 0,0 1 0 0 0,0-1-1 0 0,0 1 1 0 0,0-1 0 0 0,0 1-1 0 0,0-1 1 0 0,-1 0 0 0 0,1 1-1 0 0,0-1 1 0 0,0 1 0 0 0,0-1 0 0 0,0 0-1 0 0,-1 1 1 0 0,1-1 0 0 0,0 1-1 0 0,0-1 1 0 0,-1 0 0 0 0,1 0-1 0 0,0 1 1 0 0,-1-1 0 0 0,1 0-1 0 0,0 1 1 0 0,-1-1 0 0 0,1 0-1 0 0,-1 0 1 0 0,0 1 0 0 0,1-1-2 0 0,-8 4 1 0 0,12-1-2 0 0,23 2 4 0 0,-13-3 8 0 0,177 23 55 0 0,-168-23-52 0 0,-4-2-20 0 0,-1 0 1 0 0,1-1 0 0 0,0-1-1 0 0,33-8 1 0 0,-52 10 3 0 0,1-1-1 0 0,-1 1 1 0 0,0 0 0 0 0,1 0-1 0 0,-1-1 1 0 0,1 1 0 0 0,-1 0-1 0 0,0-1 1 0 0,1 1 0 0 0,-1-1 0 0 0,0 1-1 0 0,1 0 1 0 0,-1-1 0 0 0,0 1-1 0 0,0-1 1 0 0,1 1 0 0 0,-1-1-1 0 0,0 1 1 0 0,0-1 0 0 0,0 1-1 0 0,0 0 1 0 0,0-1 0 0 0,0 1-1 0 0,0-1 1 0 0,1 1 0 0 0,-1-1-1 0 0,-1 1 1 0 0,1-1 0 0 0,0 1 0 0 0,0-1-1 0 0,0 1 1 0 0,0-1 0 0 0,0 1-1 0 0,0-1 1 0 0,0 1 0 0 0,-1-1-1 0 0,1 1 1 0 0,0-1 0 0 0,0 1-1 0 0,-1 0 1 0 0,1-1 0 0 0,0 1-1 0 0,-1-1 1 0 0,1 1 0 0 0,0 0-1 0 0,-1-1 1 0 0,1 1 0 0 0,-1 0 0 0 0,1-1-1 0 0,0 1 1 0 0,-1 0 0 0 0,1 0-1 0 0,-1 0 1 0 0,1-1 0 0 0,-1 1-1 0 0,0 0 1 0 0,-18-13-13 0 0,14 0 34 0 0,0 0 29 0 0,-49-20-115 0 0,44 19 67 0 0,-12 9 67 0 0,26 6-56 0 0,-1 0 1 0 0,0 1-1 0 0,0 0 1 0 0,0 0-1 0 0,0 0 1 0 0,0 0-1 0 0,0 0 1 0 0,0 0-1 0 0,-1 1 1 0 0,1 0-1 0 0,-1-1 1 0 0,0 1-1 0 0,0 0 1 0 0,0 0-1 0 0,2 5 1 0 0,15 17 84 0 0,99 105 491 0 0,-107-117-484 0 0,1 0 0 0 0,-2 0 0 0 0,11 18 0 0 0,-11-16-35 0 0,-5 3-38 0 0,-5-13-685 0 0,0-7-1548 0 0,0 1 2075 0 0,1 0-1 0 0,-1 0 0 0 0,1 0 1 0 0,-1 0-1 0 0,1 0 1 0 0,0 0-1 0 0,-1 0 0 0 0,1 0 1 0 0,0 0-1 0 0,0 0 1 0 0,0 1-1 0 0,-1-1 0 0 0,1 0 1 0 0,0 0-1 0 0,0 1 1 0 0,0-1-1 0 0,0 1 0 0 0,0-1 1 0 0,0 1-1 0 0,1-1 1 0 0,0 1-1 0 0,6-4-523 0 0,24-37-3804 0 0,-31 39 4264 0 0,-1 1 1 0 0,1-1-1 0 0,0 0 0 0 0,-1 1 0 0 0,1-1 0 0 0,-1 0 0 0 0,1 0 0 0 0,-1 0 0 0 0,0 0 0 0 0,0 1 1 0 0,0-1-1 0 0,0-2 0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7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42 1361 0 0,'3'-34'5343'0'0,"-2"34"-5262"0"0,0-1 1 0 0,0 0-1 0 0,-1 0 1 0 0,1 1-1 0 0,0-1 1 0 0,0 1-1 0 0,0-1 0 0 0,0 1 1 0 0,0-1-1 0 0,0 1 1 0 0,0-1-1 0 0,0 1 1 0 0,0 0-1 0 0,0 0 1 0 0,0 0-1 0 0,0-1 1 0 0,0 1-1 0 0,0 0 0 0 0,0 0 1 0 0,0 0-1 0 0,0 0 1 0 0,2 1-1 0 0,-25-1 133 0 0,12 6 519 0 0,-8-6-254 0 0,41 0-77 0 0,-28 0-336 0 0,-27 0 255 0 0,23 0-317 0 0,-5-1 30 0 0,0 1 0 0 0,0 0 0 0 0,0 1 0 0 0,0 0 0 0 0,0 1 0 0 0,0 1 0 0 0,0 0 1 0 0,1 1-1 0 0,-1 1 0 0 0,1 0 0 0 0,-13 7 0 0 0,9-2 113 0 0,14-9-111 0 0,0 0-1 0 0,0 0 1 0 0,1 1 0 0 0,-1-1-1 0 0,1 1 1 0 0,-1-1-1 0 0,1 1 1 0 0,0 0-1 0 0,-1 0 1 0 0,1 0-1 0 0,0 0 1 0 0,0 0 0 0 0,1 1-1 0 0,-1-1 1 0 0,0 0-1 0 0,1 1 1 0 0,-1 0-1 0 0,1-1 1 0 0,0 1-1 0 0,0 0 1 0 0,0-1 0 0 0,0 1-1 0 0,0 0 1 0 0,1 0-1 0 0,0 0 1 0 0,-1 4-1 0 0,6 1 45 0 0,72 21-42 0 0,-71-27-29 0 0,0 0 1 0 0,0 1-1 0 0,0-1 0 0 0,0 1 0 0 0,10 7 1 0 0,107 84 150 0 0,-119-91-145 0 0,-1 1 0 0 0,1 0 0 0 0,-1 0 0 0 0,0 0 0 0 0,0 1 0 0 0,0-1 0 0 0,0 1 0 0 0,-1 0 0 0 0,0-1 0 0 0,0 1 0 0 0,0 0 0 0 0,-1 0 0 0 0,1 0 0 0 0,-1 1 0 0 0,0-1 0 0 0,-1 0 0 0 0,1 0 0 0 0,-1 1 0 0 0,0-1 0 0 0,0 0 0 0 0,-2 9 0 0 0,1 11-12 0 0,1-21 13 0 0,-1-1-1 0 0,0 1 0 0 0,1 0 1 0 0,-1-1-1 0 0,0 1 0 0 0,-1-1 0 0 0,1 1 1 0 0,-1-1-1 0 0,1 0 0 0 0,-1 1 1 0 0,0-1-1 0 0,-1 0 0 0 0,1 0 1 0 0,0-1-1 0 0,-1 1 0 0 0,1 0 1 0 0,-1-1-1 0 0,0 1 0 0 0,0-1 1 0 0,0 0-1 0 0,-3 2 0 0 0,0-1 13 0 0,0 1-1 0 0,0-1 1 0 0,0 0 0 0 0,0-1-1 0 0,-1 0 1 0 0,1 0-1 0 0,-1 0 1 0 0,0 0-1 0 0,1-1 1 0 0,-10 0 0 0 0,11-1 38 0 0,5-1-64 0 0,1 1 0 0 0,-1-1 0 0 0,0 1 0 0 0,1-1-1 0 0,-1 0 1 0 0,1 1 0 0 0,-1-1 0 0 0,1 1 0 0 0,-1-1 0 0 0,1 1-1 0 0,-1-1 1 0 0,1 1 0 0 0,0 0 0 0 0,-1-1 0 0 0,1 1-1 0 0,0 0 1 0 0,-1-1 0 0 0,1 1 0 0 0,0 0 0 0 0,-1 0 0 0 0,1 0-1 0 0,0-1 1 0 0,-1 1 0 0 0,1 0 0 0 0,0 0 0 0 0,0 0 0 0 0,0 0-4 0 0,0 0 1 0 0,-1 0-1 0 0,1 0 1 0 0,-1 0 0 0 0,1 0-1 0 0,0 0 1 0 0,-1 0 0 0 0,1 0-1 0 0,-1 0 1 0 0,1 0-1 0 0,-1 0 1 0 0,1-1 0 0 0,-1 1-1 0 0,1 0 1 0 0,0-1 0 0 0,-1 1-1 0 0,1 0 1 0 0,-1-1 0 0 0,0 1-1 0 0,1 0 1 0 0,-1-1-1 0 0,1 1 1 0 0,-1-1 0 0 0,0 1-1 0 0,1-1 1 0 0,-1 1 0 0 0,0-1-1 0 0,1 1 1 0 0,-1-1-1 0 0,0 1 1 0 0,0-1 0 0 0,1 1-1 0 0,-1-1 1 0 0,0 1 0 0 0,0-2-1 0 0,0 1 2 0 0,0 0 0 0 0,0 0 0 0 0,1 0 0 0 0,-1 0 0 0 0,0 0 0 0 0,0 0 1 0 0,1 0-1 0 0,-1 0 0 0 0,1 0 0 0 0,-1 0 0 0 0,1 0 0 0 0,-1 1 0 0 0,1-1 0 0 0,-1 0 0 0 0,1 0 0 0 0,0 0 0 0 0,0 1 0 0 0,-1-1 0 0 0,1 0 0 0 0,0 0 0 0 0,0 1 0 0 0,0-1 0 0 0,1 0 0 0 0,-1 1 0 0 0,0-1-1 0 0,1 0 0 0 0,-1 0 1 0 0,0 0-1 0 0,0 0 1 0 0,0 0-1 0 0,0 0 1 0 0,0 0-1 0 0,0 0 0 0 0,0 0 1 0 0,0-1-1 0 0,0 1 1 0 0,-1 0-1 0 0,1-1 1 0 0,0 1-1 0 0,-1 0 0 0 0,1-1 1 0 0,-1 1-1 0 0,0-1 1 0 0,1 1-1 0 0,-1-1 1 0 0,0 1-1 0 0,0-1 1 0 0,0-1-1 0 0,0-25-38 0 0,-1-1 0 0 0,-1 0 0 0 0,-1 0 0 0 0,-11-39 0 0 0,12 59 29 0 0,-1 1-1 0 0,0 0 1 0 0,0-1 0 0 0,-1 1 0 0 0,0 0 0 0 0,0 1 0 0 0,-1-1 0 0 0,0 1 0 0 0,0 0 0 0 0,-1 0 0 0 0,0 0 0 0 0,0 1 0 0 0,0 0-1 0 0,-1 0 1 0 0,0 0 0 0 0,0 1 0 0 0,-1 0 0 0 0,-9-4 0 0 0,-6-2-7 0 0,-109-55 34 0 0,151 71-1466 0 0,0 0 1 0 0,0-2-1 0 0,27 3 0 0 0,6 1-1173 0 0,12 6-246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3:28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0,'14'0'927'0'0,"0"0"0"0"0,0 1 0 0 0,0 1 0 0 0,0 1 0 0 0,15 4 0 0 0,-2 2-687 0 0,-1 2 0 0 0,29 17 1 0 0,-31-16-88 0 0,0 1 0 0 0,-1 1 1 0 0,-1 2-1 0 0,0 0 1 0 0,-1 1-1 0 0,-1 1 0 0 0,27 30 1 0 0,37 72 876 0 0,-8-11-313 0 0,-57-86-599 0 0,-2 1 0 0 0,0 1 1 0 0,-1 0-1 0 0,-1 1 0 0 0,-2 1 0 0 0,12 32 0 0 0,-24-57-111 0 0,0 1-1 0 0,0-1 0 0 0,-1 1 1 0 0,1 0-1 0 0,-1-1 1 0 0,0 1-1 0 0,0-1 1 0 0,0 1-1 0 0,0 0 0 0 0,0-1 1 0 0,0 1-1 0 0,-1-1 1 0 0,0 1-1 0 0,1-1 0 0 0,-1 1 1 0 0,0-1-1 0 0,0 1 1 0 0,0-1-1 0 0,0 0 0 0 0,-1 1 1 0 0,1-1-1 0 0,0 0 1 0 0,-1 0-1 0 0,0 0 1 0 0,0 0-1 0 0,-3 3 0 0 0,2-3-52 0 0,0 0 0 0 0,0 0 0 0 0,-1 0 0 0 0,1-1 0 0 0,0 1 0 0 0,-1-1 0 0 0,0 0 0 0 0,1 0 0 0 0,-1 0 0 0 0,0-1 0 0 0,1 1 0 0 0,-1-1 0 0 0,0 0 0 0 0,0 0 0 0 0,0 0 0 0 0,1 0 0 0 0,-1-1 0 0 0,0 1 0 0 0,-6-3 0 0 0,0 0-319 0 0,0-1 0 0 0,0-1-1 0 0,1 0 1 0 0,-1 0 0 0 0,1 0 0 0 0,0-1-1 0 0,1-1 1 0 0,-14-12 0 0 0,18 16 184 0 0,-81-55-3928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5923 0 0,'0'8'2161'0'0,"32"-8"-2401"0"0,-7 0-161 0 0,7-8-79 0 0,32 2-640 0 0,0-9-1281 0 0,32-3-81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0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0,'32'29'1921'0'0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4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162 122 320 0 0,'-9'-7'1550'0'0,"0"1"0"0"0,-1 0 0 0 0,1 0 0 0 0,-13-4 0 0 0,12-3-16 0 0,8 13-1528 0 0,0 0-2 0 0,1 0 0 0 0,-1-1 1 0 0,1 1-1 0 0,-1 0 1 0 0,1-1-1 0 0,-1 1 0 0 0,1-1 1 0 0,-1 0-1 0 0,1 1 1 0 0,0-1-1 0 0,-1 0 0 0 0,1 0 1 0 0,0 0-1 0 0,0 0 1 0 0,-1 0-1 0 0,0-2 0 0 0,7 1 76 0 0,13-1 259 0 0,-36 6 43 0 0,18-2-314 0 0,-1-1-1 0 0,1 0 1 0 0,-1 1 0 0 0,1-1 0 0 0,-1 1 0 0 0,1-1 0 0 0,0 1 0 0 0,-1-1-1 0 0,1 1 1 0 0,-1-1 0 0 0,1 1 0 0 0,0-1 0 0 0,0 1 0 0 0,-1-1-1 0 0,1 1 1 0 0,0-1 0 0 0,0 1 0 0 0,0 0 0 0 0,0-1 0 0 0,-1 1-1 0 0,1-1 1 0 0,0 1 0 0 0,0 0 0 0 0,0-1 0 0 0,0 1 0 0 0,1 0 0 0 0,-5 13 194 0 0,-2-8-179 0 0,0 0 0 0 0,1 0 0 0 0,0 1 0 0 0,0 0 0 0 0,1-1 0 0 0,0 2 0 0 0,0-1 0 0 0,-5 15 0 0 0,19 11-123 0 0,-18-4-7 0 0,6-26 49 0 0,1 0 0 0 0,-1 0 0 0 0,1 0 0 0 0,0 0 0 0 0,0 0 0 0 0,0 0 0 0 0,1 0 0 0 0,-1 0 0 0 0,1 0 0 0 0,0 0 0 0 0,-1 0 0 0 0,1 1 0 0 0,1-1 0 0 0,-1 0 0 0 0,0 0 0 0 0,2 6 0 0 0,8 16 8 0 0,-7-18-28 0 0,0 0 0 0 0,-1 0 0 0 0,1 0 0 0 0,-2 0 0 0 0,1 1 0 0 0,-1-1 0 0 0,1 12 0 0 0,-1 7-46 0 0,0-18 19 0 0,-1 1-1 0 0,1-1 1 0 0,-2 0 0 0 0,1 0-1 0 0,-1 1 1 0 0,0-1 0 0 0,-4 13-1 0 0,2-13 9 0 0,-2 4 25 0 0,1 0 0 0 0,0 0 0 0 0,1 1 0 0 0,0-1 0 0 0,1 1 0 0 0,0 0 0 0 0,1 17 0 0 0,1-22 29 0 0,-1-6-14 0 0,1 0-1 0 0,-1 0 0 0 0,1 1 0 0 0,0-1 1 0 0,0 0-1 0 0,0 0 0 0 0,1 0 0 0 0,-1 0 1 0 0,0 0-1 0 0,1 0 0 0 0,-1 0 0 0 0,1 0 1 0 0,0 0-1 0 0,-1 0 0 0 0,3 4 0 0 0,8 0-44 0 0,-9-7 80 0 0,7-8-367 0 0,-5 6 329 0 0,1 0 0 0 0,0 1-1 0 0,-1-1 1 0 0,0-1 0 0 0,0 1 0 0 0,0-1 0 0 0,0 1-1 0 0,0-1 1 0 0,-1 0 0 0 0,0-1 0 0 0,0 1-1 0 0,0-1 1 0 0,0 1 0 0 0,3-9 0 0 0,9-12 43 0 0,103-208 904 0 0,-108 210-739 0 0,2 0-1 0 0,1 1 1 0 0,0 0 0 0 0,24-28-1 0 0,11-14 62 0 0,-41 53-200 0 0,0 1 1 0 0,1 0-1 0 0,0 1 0 0 0,1 0 0 0 0,0 0 0 0 0,0 1 0 0 0,0 0 1 0 0,1 1-1 0 0,1 0 0 0 0,11-6 0 0 0,-13 9-232 0 0,0 1 0 0 0,0 0 0 0 0,1 0 0 0 0,-1 1 0 0 0,1 0 0 0 0,-1 0 0 0 0,1 1 0 0 0,0 1 0 0 0,0 0 0 0 0,-1 0 1 0 0,1 1-1 0 0,0 0 0 0 0,17 4 0 0 0,38 9-1972 0 0,52 12-2480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5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7 480 0 0,'-32'0'3682'0'0,"0"0"-3282"0"0,0-7-160 0 0,0 7-2241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40 640 0 0,'0'0'55'0'0,"0"-1"-1"0"0,0 1 1 0 0,-1 0-1 0 0,1 0 1 0 0,0 0-1 0 0,0 0 1 0 0,0 0-1 0 0,0-1 1 0 0,0 1-1 0 0,0 0 1 0 0,0 0-1 0 0,0 0 1 0 0,0 0-1 0 0,0-1 1 0 0,0 1-1 0 0,0 0 1 0 0,0 0-1 0 0,0 0 1 0 0,0 0-1 0 0,0-1 1 0 0,0 1-1 0 0,0 0 1 0 0,0 0-1 0 0,0 0 1 0 0,0 0-1 0 0,0-1 1 0 0,0 1-1 0 0,0 0 1 0 0,0 0-1 0 0,0 0 1 0 0,0 0-1 0 0,0-1 1 0 0,0 1-1 0 0,1 0 1 0 0,-1 0-1 0 0,0 0 1 0 0,0 0-1 0 0,0 0 1 0 0,0-1-1 0 0,0 1 1 0 0,0 0-1 0 0,1 0 1 0 0,-1 0-1 0 0,0 0 1 0 0,0 0-1 0 0,0 0 1 0 0,0 0-1 0 0,1 0 1 0 0,-1 0-1 0 0,0 0 1 0 0,0 0-1 0 0,0 0 1 0 0,0 0-1 0 0,1 0 1 0 0,-1 0-1 0 0,0 0 1 0 0,0 0-1 0 0,0 0 1 0 0,1 0-1 0 0,-1 0 1 0 0,0 0-1 0 0,0 0 1 0 0,0 0-1 0 0,0 0 1 0 0,1 0-1 0 0,-1 0 1 0 0,0 0-1 0 0,0 0 1 0 0,0 1-1 0 0,213-20 2454 0 0,-59 5-1721 0 0,-175 14-693 0 0,16 0-14 0 0,-6 0 0 0 0,8 0-74 0 0,-14 0 27 0 0,0 1-1 0 0,0 0 0 0 0,1 1 0 0 0,-1 1 1 0 0,-28 9-1 0 0,32-8-2 0 0,-19 6 65 0 0,0 1 0 0 0,-38 19 0 0 0,59-24-44 0 0,0 0 1 0 0,1 0-1 0 0,0 1 1 0 0,0 1-1 0 0,0-1 1 0 0,1 2 0 0 0,0-1-1 0 0,1 1 1 0 0,0 0-1 0 0,0 1 1 0 0,-8 14 0 0 0,-1 3 121 0 0,12-19-103 0 0,0-1 0 0 0,0 1 0 0 0,1 1 1 0 0,0-1-1 0 0,-5 15 0 0 0,9-20-61 0 0,-1-1 1 0 0,1 1-1 0 0,0 0 0 0 0,0-1 1 0 0,0 1-1 0 0,0 0 0 0 0,0-1 1 0 0,1 1-1 0 0,-1-1 0 0 0,1 1 0 0 0,-1 0 1 0 0,1-1-1 0 0,0 1 0 0 0,0-1 1 0 0,0 0-1 0 0,0 1 0 0 0,1-1 0 0 0,-1 0 1 0 0,1 0-1 0 0,-1 1 0 0 0,1-1 1 0 0,0-1-1 0 0,0 1 0 0 0,2 2 1 0 0,8 6-15 0 0,0-1 1 0 0,1 0 0 0 0,0-1 0 0 0,0 0 0 0 0,1-1 0 0 0,0-1-1 0 0,26 9 1 0 0,-8-6-25 0 0,1-2 0 0 0,43 6 1 0 0,-49-11-358 0 0,0-2 0 0 0,0 0 1 0 0,0-1-1 0 0,0-2 0 0 0,0-1 1 0 0,-1-1-1 0 0,0-1 0 0 0,0-2 1 0 0,0 0-1 0 0,33-16 1 0 0,69-39-4898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7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68 1361 0 0,'-32'0'2241'0'0,"0"-6"1280"0"0,32 0-1280 0 0,32-2-1520 0 0,0 1-161 0 0,0 1-160 0 0,32-2-160 0 0,0 8-80 0 0,32-6-160 0 0,0 0-400 0 0,0 0-240 0 0,-32-2-161 0 0,-32 8-399 0 0,0 0-1201 0 0,0 0-481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1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1441 0 0,'-64'7'3841'0'0,"0"-1"-2240"0"0,64 2-1201 0 0,0-16 801 0 0,32 8-801 0 0,0 8 0 0 0,32-8-160 0 0,57 12 161 0 0,39 8-161 0 0,32-5-881 0 0,-96-9-1440 0 0,0 8-4001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2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29 2161 0 0,'10'-4'627'0'0,"-1"0"-295"0"0,0 0 0 0 0,0 0 1 0 0,1 1-1 0 0,-1 0 0 0 0,1 1 1 0 0,0 0-1 0 0,0 1 0 0 0,0 0 0 0 0,-1 0 1 0 0,20 2-1 0 0,3 0-248 0 0,35 2 556 0 0,-63-3-594 0 0,-1 1 0 0 0,1-1 0 0 0,-1 1 0 0 0,1 0 0 0 0,-1 0 0 0 0,1 1 0 0 0,-1-1 0 0 0,0 1 0 0 0,0-1 0 0 0,1 1 0 0 0,-1 0 0 0 0,0 0 0 0 0,-1 1 0 0 0,6 4 0 0 0,51 55 501 0 0,-52-54-484 0 0,-1 0 0 0 0,1 1 0 0 0,-1 0-1 0 0,-1 0 1 0 0,0 0 0 0 0,0 1 0 0 0,-1-1 0 0 0,0 1 0 0 0,0 0 0 0 0,-1 0 0 0 0,-1 1-1 0 0,0-1 1 0 0,2 20 0 0 0,-4-20-24 0 0,0 0 0 0 0,-1 0 0 0 0,0 0 0 0 0,0 0 0 0 0,-1 0 0 0 0,0-1 0 0 0,-1 1 0 0 0,0-1-1 0 0,-1 1 1 0 0,1-1 0 0 0,-9 13 0 0 0,-15 37 121 0 0,25-51-146 0 0,0 0-1 0 0,-1 0 0 0 0,0 0 1 0 0,0 0-1 0 0,-1-1 0 0 0,0 1 1 0 0,0-1-1 0 0,-1 0 0 0 0,0 0 1 0 0,0 0-1 0 0,0-1 0 0 0,-1 0 1 0 0,-7 6-1 0 0,3-3 21 0 0,0 0 0 0 0,0-1 1 0 0,-1 0-1 0 0,0-1 0 0 0,0 0 0 0 0,-16 7 0 0 0,0 0 7 0 0,-8 6-7 0 0,25-13-6 0 0,0-1 0 0 0,0-1 0 0 0,-1 0 0 0 0,-19 6-1 0 0,16-5-19 0 0,-1-2-1 0 0,0 1 0 0 0,0-2 1 0 0,0 0-1 0 0,-1-1 0 0 0,1-1 0 0 0,0 0 1 0 0,-1-1-1 0 0,1-1 0 0 0,-31-5 1 0 0,41 5-10 0 0,-21-3 31 0 0,0-2 0 0 0,1-1 1 0 0,0-1-1 0 0,0-1 0 0 0,-24-13 0 0 0,47 19-24 0 0,1 0 0 0 0,0 0 0 0 0,0 1 0 0 0,1-1 1 0 0,-1 0-1 0 0,1 0 0 0 0,-1 0 0 0 0,1 0 0 0 0,0 0 0 0 0,0 0 0 0 0,0 0 1 0 0,1-3-1 0 0,-1 6-5 0 0,0-1 1 0 0,0 1 0 0 0,0 0-1 0 0,0 0 1 0 0,0-1 0 0 0,0 1 0 0 0,0 0-1 0 0,0 0 1 0 0,0-1 0 0 0,0 1-1 0 0,0 0 1 0 0,0 0 0 0 0,0-1-1 0 0,1 1 1 0 0,-1 0 0 0 0,0 0 0 0 0,0-1-1 0 0,0 1 1 0 0,0 0 0 0 0,0 0-1 0 0,1 0 1 0 0,-1-1 0 0 0,0 1-1 0 0,0 0 1 0 0,0 0 0 0 0,1 0 0 0 0,-1-1-1 0 0,0 1 1 0 0,0 0 0 0 0,0 0-1 0 0,1 0 1 0 0,-1 0 0 0 0,0 0 0 0 0,0 0-1 0 0,1 0 1 0 0,-1 0 0 0 0,1-1-1 0 0,7 0 17 0 0,1-1-1 0 0,0 1 0 0 0,0 1 0 0 0,0 0 1 0 0,0 0-1 0 0,0 0 0 0 0,-1 1 1 0 0,16 4-1 0 0,84 28 77 0 0,184 83 121 0 0,-267-106-337 0 0,0-2 1 0 0,0 0-1 0 0,1-2 1 0 0,0-1-1 0 0,0 0 1 0 0,0-2 0 0 0,1-2-1 0 0,-1 0 1 0 0,0-2-1 0 0,36-4 1 0 0,-51 3-287 0 0,0 0 1 0 0,-1 0 0 0 0,1-1 0 0 0,16-6 0 0 0,37-23-3874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2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52 1681 0 0,'0'-1'108'0'0,"-1"0"0"0"0,0 0 1 0 0,1 0-1 0 0,-1 0 0 0 0,0 0 0 0 0,0 0 1 0 0,0 0-1 0 0,0 0 0 0 0,1 0 0 0 0,-1 1 1 0 0,-1-1-1 0 0,1 0 0 0 0,0 1 0 0 0,0-1 1 0 0,0 1-1 0 0,0-1 0 0 0,0 1 0 0 0,0-1 1 0 0,-1 1-1 0 0,1 0 0 0 0,-2-1 1 0 0,-11-4 1164 0 0,12 5-1080 0 0,1 0-130 0 0,-1 0 0 0 0,1-1 0 0 0,0 1 0 0 0,-1 0 0 0 0,1 0 0 0 0,0-1 0 0 0,-1 1 0 0 0,1-1 0 0 0,0 1 0 0 0,0-1 0 0 0,0 0 1 0 0,-1 0-1 0 0,1 1 0 0 0,0-1 0 0 0,0 0 0 0 0,0 0 0 0 0,0 0 0 0 0,0 0 0 0 0,-1-2 0 0 0,-4 1 111 0 0,-1 0 0 0 0,0 0 0 0 0,1 0 0 0 0,-1 1 0 0 0,0 0 0 0 0,-11-1 0 0 0,12 1-32 0 0,-52-2 439 0 0,-1 3-1 0 0,0 2 0 0 0,-79 12 0 0 0,115-11-520 0 0,0 1-1 0 0,0 1 0 0 0,-38 13 0 0 0,54-16-48 0 0,1 1-1 0 0,0-1 0 0 0,0 1 1 0 0,1 1-1 0 0,-1-1 1 0 0,1 1-1 0 0,0 0 0 0 0,0 0 1 0 0,0 1-1 0 0,0-1 1 0 0,1 1-1 0 0,-1 0 0 0 0,1 0 1 0 0,1 1-1 0 0,-1-1 1 0 0,-3 8-1 0 0,6-12-10 0 0,1 1 1 0 0,-1-1-1 0 0,1 0 1 0 0,0 1-1 0 0,-1-1 0 0 0,1 1 1 0 0,0-1-1 0 0,0 0 0 0 0,0 1 1 0 0,0-1-1 0 0,0 1 1 0 0,0-1-1 0 0,0 1 0 0 0,0-1 1 0 0,1 0-1 0 0,-1 1 0 0 0,0-1 1 0 0,1 1-1 0 0,0-1 1 0 0,-1 0-1 0 0,1 0 0 0 0,0 1 1 0 0,-1-1-1 0 0,3 2 1 0 0,26 21 41 0 0,-15-14-1 0 0,4 3-18 0 0,0 0-1 0 0,1-1 0 0 0,0-1 0 0 0,1 0 0 0 0,0-2 1 0 0,29 9-1 0 0,136 32-34 0 0,-22-7 15 0 0,-124-30 7 0 0,-23-9 0 0 0,-1 1 0 0 0,0 0 0 0 0,0 1 0 0 0,-1 1 0 0 0,0 1 0 0 0,18 11 0 0 0,-31-17-10 0 0,0 0 0 0 0,0 0 0 0 0,0 0 0 0 0,0 0 1 0 0,0 0-1 0 0,-1 0 0 0 0,1 1 0 0 0,-1-1 0 0 0,1 0 0 0 0,-1 0 0 0 0,0 1 0 0 0,0-1 0 0 0,0 0 0 0 0,0 0 0 0 0,0 1 0 0 0,-1-1 0 0 0,0 3 1 0 0,0 3 10 0 0,1-5-8 0 0,0 0 0 0 0,-1-1 0 0 0,0 1-1 0 0,1 0 1 0 0,-1 0 0 0 0,0 0 0 0 0,-1-1-1 0 0,1 1 1 0 0,0-1 0 0 0,-1 1 0 0 0,1-1-1 0 0,-1 1 1 0 0,0-1 0 0 0,0 0 0 0 0,0 0 0 0 0,0 0-1 0 0,0 0 1 0 0,0 0 0 0 0,-1 0 0 0 0,1 0-1 0 0,0-1 1 0 0,-1 0 0 0 0,0 1 0 0 0,1-1-1 0 0,-6 2 1 0 0,-8 5 6 0 0,-47 25 66 0 0,-3-4 1 0 0,0-2-1 0 0,-2-3 1 0 0,0-3-1 0 0,-107 17 1 0 0,-7-16-143 0 0,154-22 50 0 0,38-4-141 0 0,31-11-574 0 0,48-34-5324 0 0,-57 30 3015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6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2321 0 0,'-5'0'1814'0'0,"-22"0"-240"0"0,27 1-963 0 0,0-1-592 0 0,0 1 0 0 0,0-1 0 0 0,0 0 0 0 0,0 0 0 0 0,0 0 0 0 0,0 0 0 0 0,0 0 0 0 0,-1 1 0 0 0,1-1 0 0 0,0 0 0 0 0,0 0 0 0 0,0 0 0 0 0,0 0 1 0 0,0 1-1 0 0,0-1 0 0 0,0 0 0 0 0,0 0 0 0 0,1 0 0 0 0,-1 0 0 0 0,0 0 0 0 0,0 1 0 0 0,0-1 0 0 0,0 0 0 0 0,0 0 0 0 0,0 0 0 0 0,0 0 0 0 0,0 0 0 0 0,0 1 0 0 0,0-1 0 0 0,0 0 0 0 0,1 0 0 0 0,-1 0 0 0 0,0 0 0 0 0,0 0 0 0 0,0 0 0 0 0,0 0 0 0 0,0 0 0 0 0,0 0 0 0 0,1 1 0 0 0,-1-1 0 0 0,0 0 0 0 0,0 0 0 0 0,0 0 0 0 0,0 0 0 0 0,0 0 0 0 0,1 0 0 0 0,-1 0 0 0 0,0 0 0 0 0,0 0 0 0 0,0 0 0 0 0,0 0 0 0 0,1 0 0 0 0,-1 0 0 0 0,0 0 0 0 0,0 0 0 0 0,0 0 0 0 0,0 0 0 0 0,0 0 0 0 0,1-1 0 0 0,-1 1 0 0 0,0 0 0 0 0,0 0 0 0 0,0 0 0 0 0,9 1 139 0 0,0-1 0 0 0,0 2-1 0 0,-1-1 1 0 0,1 1 0 0 0,-1 1 0 0 0,1 0 0 0 0,-1 0 0 0 0,10 5 0 0 0,34 13 168 0 0,-21-9-229 0 0,52 19 215 0 0,102 55 0 0 0,-166-75-297 0 0,0 0 1 0 0,1-2-1 0 0,0-1 1 0 0,1 0-1 0 0,33 7 1 0 0,-49-14-416 0 0,-4-2 180 0 0,-1 0 1 0 0,0 0-1 0 0,1 0 1 0 0,-1-1-1 0 0,0 1 1 0 0,0 0-1 0 0,0 0 1 0 0,0-1-1 0 0,0 1 1 0 0,-1 0-1 0 0,1 0 1 0 0,0 0-1 0 0,0-1 1 0 0,-1 1-1 0 0,1 0 1 0 0,-1 0-1 0 0,1 0 1 0 0,-1 0-1 0 0,1 0 1 0 0,-1 0-1 0 0,-1-2 1 0 0,-25-10-2249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1 317 1841 0 0,'0'8'3922'0'0,"0"-2"-1201"0"0,0-12-2321 0 0,32-9-160 0 0,32-5-80 0 0,64-27 0 0 0,128-55 0 0 0,-96 29-160 0 0,-39 38-480 0 0,-57 15-400 0 0,0 8-81 0 0,0 12-1120 0 0,0 0-1840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633 102 80 0 0,'-4'-25'6049'0'0,"3"23"-6008"0"0,1 1 1 0 0,-1-1-1 0 0,0 1 0 0 0,0 0 1 0 0,0 0-1 0 0,0 0 0 0 0,0-1 0 0 0,0 1 1 0 0,-1 0-1 0 0,1 0 0 0 0,0 1 1 0 0,-1-1-1 0 0,-1-1 0 0 0,-3-2 202 0 0,5 3-192 0 0,0-1 1 0 0,0 0-1 0 0,0 0 1 0 0,1 0 0 0 0,-1 0-1 0 0,0 0 1 0 0,1 0-1 0 0,-1 0 1 0 0,1 0-1 0 0,0 0 1 0 0,-1 0-1 0 0,1 0 1 0 0,0 0-1 0 0,0 0 1 0 0,1 0-1 0 0,-1 0 1 0 0,0 0 0 0 0,1-3-1 0 0,0-4 571 0 0,-2 9-603 0 0,1-1 1 0 0,-1 0 0 0 0,0 1 0 0 0,0-1 0 0 0,1 1 0 0 0,-1-1-1 0 0,0 1 1 0 0,0-1 0 0 0,0 1 0 0 0,1 0 0 0 0,-1-1 0 0 0,0 1 0 0 0,0 0-1 0 0,0 0 1 0 0,0 0 0 0 0,0 0 0 0 0,0 0 0 0 0,0 0 0 0 0,0 0-1 0 0,0 0 1 0 0,0 0 0 0 0,1 0 0 0 0,-1 0 0 0 0,0 0 0 0 0,0 1-1 0 0,0-1 1 0 0,0 0 0 0 0,0 1 0 0 0,0-1 0 0 0,1 1 0 0 0,-3 0 0 0 0,-5 1 158 0 0,-307 73 703 0 0,305-71-864 0 0,0 1 0 0 0,1 0-1 0 0,0 0 1 0 0,0 1 0 0 0,0 0 0 0 0,0 0 0 0 0,1 1 0 0 0,-12 12 0 0 0,-9 7-9 0 0,19-15-8 0 0,-1 1 0 0 0,1 0 0 0 0,1 1 0 0 0,0 0 0 0 0,1 0 0 0 0,0 1 0 0 0,1 0 0 0 0,1 1 0 0 0,-6 18 0 0 0,10-27 0 0 0,1 1 0 0 0,0 0-1 0 0,0 0 1 0 0,0 0 0 0 0,1 10 0 0 0,-5 38 14 0 0,-1-33-2 0 0,1-6 8 0 0,0 0 1 0 0,2 0-1 0 0,-4 30 1 0 0,7-40-18 0 0,0-1 1 0 0,0 1-1 0 0,1 0 0 0 0,0-1 0 0 0,0 1 1 0 0,0-1-1 0 0,1 1 0 0 0,-1-1 1 0 0,1 0-1 0 0,0 0 0 0 0,1 0 1 0 0,-1 0-1 0 0,1 0 0 0 0,0 0 1 0 0,6 7-1 0 0,50 47-3 0 0,-57-57 2 0 0,0 0 1 0 0,1 0-1 0 0,-1-1 1 0 0,0 1-1 0 0,1 0 1 0 0,-1-1 0 0 0,1 0-1 0 0,0 1 1 0 0,-1-1-1 0 0,1 0 1 0 0,0 0-1 0 0,0 0 1 0 0,0-1-1 0 0,0 1 1 0 0,0-1-1 0 0,-1 0 1 0 0,5 1-1 0 0,5 0 20 0 0,-4 1-19 0 0,0 0 1 0 0,0-1 0 0 0,1 0 0 0 0,-1 0 0 0 0,0-1 0 0 0,1 0-1 0 0,-1-1 1 0 0,0 1 0 0 0,1-2 0 0 0,-1 1 0 0 0,9-4 0 0 0,3 0 56 0 0,-12 3-11 0 0,-1-2 0 0 0,0 1 0 0 0,1-1 0 0 0,-1 0 0 0 0,-1 0 0 0 0,1-1 0 0 0,-1 0 0 0 0,1 0 0 0 0,-1-1 0 0 0,-1 0 0 0 0,1 0 0 0 0,-1 0 0 0 0,0 0 0 0 0,4-9 0 0 0,0 2 24 0 0,0-1 0 0 0,-1-1 0 0 0,-1 1 1 0 0,0-2-1 0 0,9-30 0 0 0,-14 31-14 0 0,0 0-1 0 0,0 0 0 0 0,-2 0 1 0 0,0-17-1 0 0,-1 2 144 0 0,1 29-191 0 0,-1-1-1 0 0,0 1 1 0 0,1 0 0 0 0,-1-1 0 0 0,0 1 0 0 0,0 0 0 0 0,1 0-1 0 0,-1 0 1 0 0,0 0 0 0 0,0 0 0 0 0,0 0 0 0 0,-1 0 0 0 0,1 0 0 0 0,0 0-1 0 0,0 0 1 0 0,0 0 0 0 0,-1 1 0 0 0,1-1 0 0 0,0 1 0 0 0,-1-1-1 0 0,1 1 1 0 0,0-1 0 0 0,-1 1 0 0 0,-2-1 0 0 0,-48-9 101 0 0,37 8-108 0 0,4-1-199 0 0,0 2 0 0 0,-1 0 1 0 0,1 0-1 0 0,0 1 1 0 0,-1 0-1 0 0,1 1 1 0 0,0 1-1 0 0,0 0 1 0 0,-1 0-1 0 0,1 1 1 0 0,-20 8-1 0 0,31-11 153 0 0,-1 0 1 0 0,1 0-1 0 0,-1 1 1 0 0,1-1-1 0 0,-1 0 0 0 0,1 1 1 0 0,0-1-1 0 0,-1 0 0 0 0,1 1 1 0 0,-1-1-1 0 0,1 1 0 0 0,0-1 1 0 0,-1 0-1 0 0,1 1 1 0 0,0-1-1 0 0,0 1 0 0 0,-1-1 1 0 0,1 1-1 0 0,0 0 0 0 0,0-1 1 0 0,0 1-1 0 0,0-1 0 0 0,0 1 1 0 0,-1-1-1 0 0,1 1 0 0 0,0-1 1 0 0,0 1-1 0 0,0 0 1 0 0,1-1-1 0 0,-1 1 0 0 0,0-1 1 0 0,0 1-1 0 0,0-1 0 0 0,0 1 1 0 0,0-1-1 0 0,1 1 0 0 0,-1-1 1 0 0,0 1-1 0 0,0-1 0 0 0,1 1 1 0 0,-1-1-1 0 0,0 1 1 0 0,1-1-1 0 0,-1 1 0 0 0,1-1 1 0 0,-1 0-1 0 0,0 1 0 0 0,1-1 1 0 0,-1 0-1 0 0,1 1 0 0 0,-1-1 1 0 0,1 0-1 0 0,0 1 0 0 0,25 12-2044 0 0,6-4-1076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27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29 80 0 0,'10'-5'1667'0'0,"1"0"1"0"0,0 1-1 0 0,1 0 1 0 0,-1 1-1 0 0,24-4 1 0 0,-63 9-689 0 0,-52 10 0 0 0,44-5-870 0 0,-114 29 361 0 0,109-24-460 0 0,38-11-14 0 0,0 0-1 0 0,0 0 0 0 0,0 1 1 0 0,0-1-1 0 0,1 1 0 0 0,-1-1 1 0 0,0 1-1 0 0,1 0 0 0 0,-1 0 1 0 0,1 0-1 0 0,-1 1 0 0 0,1-1 0 0 0,0 0 1 0 0,0 1-1 0 0,0 0 0 0 0,0-1 1 0 0,1 1-1 0 0,-3 5 0 0 0,-17 21-26 0 0,18-27 35 0 0,1 0 0 0 0,-1 0 0 0 0,1 1-1 0 0,0-1 1 0 0,0 0 0 0 0,0 1 0 0 0,0-1 0 0 0,0 1-1 0 0,0 0 1 0 0,1 0 0 0 0,-3 5 0 0 0,5-7-5 0 0,-1 1 1 0 0,1 0 0 0 0,-1-1 0 0 0,1 1-1 0 0,0 0 1 0 0,0-1 0 0 0,-1 1 0 0 0,1-1 0 0 0,0 1-1 0 0,1-1 1 0 0,-1 0 0 0 0,0 1 0 0 0,0-1-1 0 0,0 0 1 0 0,1 0 0 0 0,-1 0 0 0 0,1 0-1 0 0,-1 0 1 0 0,1 0 0 0 0,-1 0 0 0 0,4 1-1 0 0,15 9-10 0 0,1 0-1 0 0,1-1 0 0 0,-1-2 0 0 0,1 0 0 0 0,1-1 0 0 0,44 7 0 0 0,-11-6-20 0 0,107 0 1 0 0,-142-8 96 0 0,-1-1 1 0 0,38-7-1 0 0,-51 7-40 0 0,1-1 0 0 0,-1 0 0 0 0,1-1-1 0 0,-1 1 1 0 0,0-1 0 0 0,0-1 0 0 0,-1 1-1 0 0,1-1 1 0 0,-1 0 0 0 0,1-1 0 0 0,9-9-1 0 0,-8 6 66 0 0,-3 3-2 0 0,1 0 0 0 0,-1-1 1 0 0,0 0-1 0 0,0 0 0 0 0,-1-1 0 0 0,6-8 0 0 0,-13 9-27 0 0,0 1-1 0 0,-1-1 1 0 0,1 1 0 0 0,-1 0-1 0 0,0 0 1 0 0,0 0 0 0 0,-1 1-1 0 0,0-1 1 0 0,1 1 0 0 0,-10-6-1 0 0,0 3-242 0 0,0 0-1 0 0,0 1 0 0 0,-1 1 1 0 0,1 0-1 0 0,-1 1 1 0 0,0 1-1 0 0,-16-2 0 0 0,15 4-882 0 0,-1 0 0 0 0,0 1-1 0 0,-31 5 1 0 0,-10 7-3164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3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73 640 0 0,'0'-1'187'0'0,"1"0"1"0"0,-1 1-1 0 0,1-1 0 0 0,-1 0 0 0 0,0 0 0 0 0,1 1 0 0 0,-1-1 0 0 0,1 0 1 0 0,0 1-1 0 0,-1-1 0 0 0,1 0 0 0 0,0 1 0 0 0,-1-1 0 0 0,1 1 0 0 0,0-1 0 0 0,-1 1 1 0 0,1-1-1 0 0,0 1 0 0 0,0 0 0 0 0,0-1 0 0 0,0 1 0 0 0,-1 0 0 0 0,1 0 1 0 0,1-1-1 0 0,2-1-63 0 0,-24-1 102 0 0,11 2-271 0 0,9 1 70 0 0,-1 0 0 0 0,0 0 0 0 0,1 0 1 0 0,-1 0-1 0 0,0 0 0 0 0,1 0 0 0 0,-1 0 0 0 0,0 0 1 0 0,1 0-1 0 0,-1 0 0 0 0,0 0 0 0 0,1 0 0 0 0,-1 0 1 0 0,0-1-1 0 0,1 1 0 0 0,-1 0 0 0 0,1-1 0 0 0,-1 1 0 0 0,1 0 1 0 0,-1-1-1 0 0,1 1 0 0 0,-1-1 0 0 0,1 1 0 0 0,-1-1 1 0 0,1 1-1 0 0,-1-1 0 0 0,1 1 0 0 0,0-1 0 0 0,-1 1 0 0 0,1-1 1 0 0,0 1-1 0 0,-1-1 0 0 0,1 0 0 0 0,0 1 0 0 0,0-1 1 0 0,0 0-1 0 0,-1 1 0 0 0,1-1 0 0 0,0 0 0 0 0,0 1 1 0 0,0-1-1 0 0,0 1 0 0 0,0-1 0 0 0,0 0 0 0 0,1 1 0 0 0,-1-1 1 0 0,0 0-1 0 0,0 1 0 0 0,1-2 0 0 0,-1 2-14 0 0,0-1 1 0 0,0 1-1 0 0,0-1 0 0 0,0 1 1 0 0,0-1-1 0 0,1 1 0 0 0,-1-1 1 0 0,0 1-1 0 0,0 0 0 0 0,1-1 1 0 0,-1 1-1 0 0,0-1 0 0 0,0 1 1 0 0,1 0-1 0 0,-1-1 0 0 0,1 1 1 0 0,-1 0-1 0 0,0-1 0 0 0,1 1 1 0 0,-1 0-1 0 0,1-1 0 0 0,-1 1 1 0 0,1 0-1 0 0,-1 0 0 0 0,1 0 1 0 0,-1-1-1 0 0,1 1 0 0 0,-1 0 1 0 0,1 0-1 0 0,-1 0 0 0 0,1 0 1 0 0,-1 0-1 0 0,1 0 0 0 0,0 0 37 0 0,-1 0-1 0 0,1 0 1 0 0,-1 0-1 0 0,1 0 1 0 0,-1 0-1 0 0,1 0 1 0 0,-1 0-1 0 0,1 0 1 0 0,-1 0 0 0 0,1-1-1 0 0,-1 1 1 0 0,1 0-1 0 0,-1 0 1 0 0,1-1-1 0 0,-1 1 1 0 0,1 0-1 0 0,-1 0 1 0 0,0-1-1 0 0,1 1 1 0 0,-1 0-1 0 0,0-1 1 0 0,1 1-1 0 0,-1-1 1 0 0,0 1-1 0 0,1-1 1 0 0,-1 1-1 0 0,0 0 1 0 0,0-1-1 0 0,0 1 1 0 0,1-1 0 0 0,-1 1-1 0 0,0-1 1 0 0,0 0-1 0 0,5 1 367 0 0,0 0-274 0 0,-4-1-106 0 0,-1 1 0 0 0,1 0-1 0 0,0 0 1 0 0,-1 0 0 0 0,1-1-1 0 0,0 1 1 0 0,-1 0-1 0 0,1 0 1 0 0,0 0 0 0 0,-1 0-1 0 0,1 0 1 0 0,0 0 0 0 0,-1 1-1 0 0,1-1 1 0 0,0 0 0 0 0,-1 0-1 0 0,1 0 1 0 0,0 1 0 0 0,-1-1-1 0 0,1 0 1 0 0,-1 0-1 0 0,1 1 1 0 0,0-1 0 0 0,-1 1-1 0 0,1-1 1 0 0,-1 0 0 0 0,1 1-1 0 0,-1-1 1 0 0,1 1 0 0 0,-1 0-1 0 0,0-1 1 0 0,1 1 0 0 0,-1-1-1 0 0,0 1 1 0 0,1-1-1 0 0,-1 1 1 0 0,0 0 0 0 0,1-1-1 0 0,-1 1 1 0 0,0 0 0 0 0,0-1-1 0 0,0 2 1 0 0,0-1 273 0 0,69-9 667 0 0,17-2-1081 0 0,0 3 0 0 0,120 6 0 0 0,83 16-1747 0 0,-71 15-1894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4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86 182 160 0 0,'0'-1'174'0'0,"1"-1"0"0"0,0 1-1 0 0,-1 0 1 0 0,1 0 0 0 0,0 0 0 0 0,0 0 0 0 0,0 0-1 0 0,0 0 1 0 0,0 0 0 0 0,0 0 0 0 0,0 0 0 0 0,0 0-1 0 0,0 1 1 0 0,1-1 0 0 0,-1 0 0 0 0,0 1-1 0 0,3-2 1 0 0,2-1 406 0 0,33-36 2150 0 0,28-34-1018 0 0,-60 67-1674 0 0,0 1-1 0 0,0 0 0 0 0,1 0 1 0 0,0 1-1 0 0,0 0 0 0 0,0 0 0 0 0,13-3 1 0 0,-15 5-16 0 0,20-4 126 0 0,-20 6-123 0 0,-6 0-22 0 0,1 0 0 0 0,-1 0 0 0 0,0 0 0 0 0,1 1 0 0 0,-1-1 0 0 0,0 0 1 0 0,0 0-1 0 0,1 1 0 0 0,-1-1 0 0 0,0 0 0 0 0,0 0 0 0 0,1 1 0 0 0,-1-1 0 0 0,0 0 0 0 0,0 1 0 0 0,0-1 0 0 0,1 0 0 0 0,-1 1 1 0 0,0-1-1 0 0,0 1 0 0 0,0-1 0 0 0,0 0 0 0 0,0 1 0 0 0,0-1 0 0 0,0 0 0 0 0,0 1 0 0 0,0-1 0 0 0,0 1 0 0 0,0-1 0 0 0,0 0 0 0 0,0 1 1 0 0,0-1-1 0 0,0 0 0 0 0,0 1 0 0 0,-1-1 0 0 0,1 0 0 0 0,0 1 0 0 0,0-1 0 0 0,0 0 0 0 0,0 1 0 0 0,-1-1 0 0 0,1 0 0 0 0,0 1 0 0 0,0-1 1 0 0,-1 0-1 0 0,1 0 0 0 0,0 1 0 0 0,-1-1 0 0 0,1 0 0 0 0,0 0 0 0 0,-1 1 0 0 0,-18 31 83 0 0,1 2-1 0 0,2 0 1 0 0,-17 51-1 0 0,-29 64 40 0 0,25-79-458 0 0,-54 79-1 0 0,83-140-189 0 0,0-1 0 0 0,-1 0 0 0 0,0-1 0 0 0,-11 8 0 0 0,42-18-4105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5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33 1841 0 0,'59'-27'4028'0'0,"-56"26"-3864"0"0,1 0-1 0 0,0 0 1 0 0,-1 0-1 0 0,1 0 1 0 0,-1 1 0 0 0,1 0-1 0 0,0 0 1 0 0,-1 0-1 0 0,1 0 1 0 0,0 0-1 0 0,-1 1 1 0 0,1 0-1 0 0,4 1 1 0 0,-7-2-149 0 0,0 1 1 0 0,0-1 0 0 0,-1 1 0 0 0,1 0-1 0 0,0 0 1 0 0,0-1 0 0 0,0 1-1 0 0,-1 0 1 0 0,1 0 0 0 0,0 0-1 0 0,-1-1 1 0 0,1 1 0 0 0,-1 0-1 0 0,1 0 1 0 0,-1 0 0 0 0,1 0-1 0 0,-1 0 1 0 0,0 0 0 0 0,1 2-1 0 0,-1 0 7 0 0,0 1 0 0 0,1-1 0 0 0,-2 1 0 0 0,1-1 1 0 0,0 0-1 0 0,-1 1 0 0 0,1-1 0 0 0,-3 7 0 0 0,-2 7 25 0 0,-1-1 0 0 0,-1 1 1 0 0,-1-1-1 0 0,0-1 1 0 0,-1 1-1 0 0,0-1 1 0 0,-1-1-1 0 0,-19 21 0 0 0,24-29-42 0 0,0 1 0 0 0,0 1 0 0 0,0-1 0 0 0,1 1 0 0 0,0-1-1 0 0,0 1 1 0 0,-2 9 0 0 0,-20 38 223 0 0,22-48-194 0 0,-1 1-1 0 0,1 0 0 0 0,0 1 1 0 0,1-1-1 0 0,0 1 0 0 0,0 0 1 0 0,1-1-1 0 0,0 1 0 0 0,1 0 1 0 0,0 0-1 0 0,0 0 0 0 0,1 1 1 0 0,1 11-1 0 0,-1-18-27 0 0,0-1 0 0 0,0 0 0 0 0,0 0 0 0 0,1 0 0 0 0,-1 0 0 0 0,1 0 0 0 0,-1 1 0 0 0,1-1 0 0 0,0 0 0 0 0,-1 0 0 0 0,1 0 0 0 0,0 0 0 0 0,1-1 0 0 0,-1 1 0 0 0,0 0 0 0 0,0 0 0 0 0,1-1 0 0 0,-1 1 0 0 0,1 0 0 0 0,-1-1 0 0 0,4 2 0 0 0,3 2 16 0 0,0-1 0 0 0,0 0 0 0 0,0 0 0 0 0,14 3 0 0 0,4 1-10 0 0,-1 0 2 0 0,0-2-1 0 0,0 0 1 0 0,1-2 0 0 0,0-1 0 0 0,47 0 0 0 0,-13-5 18 0 0,90-15-1 0 0,-135 15-60 0 0,53-12 37 0 0,-66 14-13 0 0,0 0 0 0 0,0-1 0 0 0,0 0-1 0 0,0 1 1 0 0,-1-1 0 0 0,1 0 0 0 0,0 0 0 0 0,0 0 0 0 0,0 0 0 0 0,-1 0-1 0 0,1 0 1 0 0,-1-1 0 0 0,1 1 0 0 0,-1-1 0 0 0,1 1 0 0 0,-1-1 0 0 0,0 1 0 0 0,1-1-1 0 0,-1 0 1 0 0,0 1 0 0 0,0-1 0 0 0,-1 0 0 0 0,1 0 0 0 0,0 0 0 0 0,0 0-1 0 0,0-4 1 0 0,-1 4 1 0 0,1-1-1 0 0,-1 1 1 0 0,0-1-1 0 0,0 1 1 0 0,0 0 0 0 0,-1-1-1 0 0,1 1 1 0 0,0-1-1 0 0,-1 1 1 0 0,0-1-1 0 0,1 1 1 0 0,-1 0-1 0 0,0 0 1 0 0,0-1 0 0 0,-1 1-1 0 0,1 0 1 0 0,0 0-1 0 0,-1 0 1 0 0,1 0-1 0 0,-1 0 1 0 0,1 0-1 0 0,-1 1 1 0 0,0-1 0 0 0,0 0-1 0 0,0 1 1 0 0,0-1-1 0 0,0 1 1 0 0,0 0-1 0 0,0 0 1 0 0,-1 0-1 0 0,1 0 1 0 0,-4-1 0 0 0,-26-12 17 0 0,-2 2 0 0 0,0 1 1 0 0,-58-11-1 0 0,44 15-254 0 0,0 1-1 0 0,-79 1 1 0 0,102 5 93 0 0,1 2 0 0 0,0 0 0 0 0,-1 2 0 0 0,1 1 0 0 0,1 0 0 0 0,-1 2 0 0 0,-42 18 0 0 0,28 2-985 0 0,6 0-762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 1121 0 0,'-5'-6'4276'0'0,"-17"6"-2150"0"0,24-1-2088 0 0,0 1 0 0 0,1-1-1 0 0,-1 1 1 0 0,0 0-1 0 0,0 0 1 0 0,0 0 0 0 0,1 0-1 0 0,-1 0 1 0 0,0 0-1 0 0,3 2 1 0 0,-5-1-5 0 0,1 0 1 0 0,0-1-1 0 0,-1 1 0 0 0,1 0 1 0 0,0 0-1 0 0,-1 0 1 0 0,1 0-1 0 0,0-1 0 0 0,0 1 1 0 0,0 0-1 0 0,0-1 1 0 0,0 1-1 0 0,0-1 0 0 0,0 1 1 0 0,0-1-1 0 0,0 1 0 0 0,0-1 1 0 0,0 0-1 0 0,0 1 1 0 0,0-1-1 0 0,0 0 0 0 0,1 0 1 0 0,9 4 78 0 0,31 30 209 0 0,1 4-141 0 0,0-2 0 0 0,3-2 0 0 0,62 36 0 0 0,-61-42-137 0 0,-18-11-44 0 0,54 25-1 0 0,-66-35 15 0 0,-12-4-233 0 0,1-1 1 0 0,-1 1-1 0 0,1-1 1 0 0,0 0-1 0 0,-1 0 1 0 0,1-1 0 0 0,0 0-1 0 0,0 0 1 0 0,0 0-1 0 0,11 0 1 0 0,-17-2 106 0 0,1 1 0 0 0,-1 0 0 0 0,1 0 0 0 0,-1-1 0 0 0,0 1 0 0 0,1 0 0 0 0,-1-1 0 0 0,0 1 1 0 0,1 0-1 0 0,-1-1 0 0 0,0 1 0 0 0,0-1 0 0 0,0 1 0 0 0,1 0 0 0 0,-1-1 0 0 0,0 1 0 0 0,0-1 0 0 0,0 1 1 0 0,0-1-1 0 0,0 1 0 0 0,1 0 0 0 0,-1-1 0 0 0,0 1 0 0 0,0-1 0 0 0,0 1 0 0 0,0-1 0 0 0,-1 0 0 0 0,1-12-3342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3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65 486 1361 0 0,'-32'14'3601'0'0,"0"-14"-719"0"0,32-8-2482 0 0,0-4-80 0 0,32-9-160 0 0,32-26 160 0 0,57-48 0 0 0,39-13 0 0 0,-32 34-480 0 0,-32 27-560 0 0,-32 1-881 0 0,32 5-3041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40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133 261 960 0 0,'-1'-1'232'0'0,"-1"0"-71"0"0,-1-1-1 0 0,1 1 1 0 0,0-1-1 0 0,0 1 0 0 0,0-1 1 0 0,0 0-1 0 0,1 0 1 0 0,-1 0-1 0 0,0 0 1 0 0,1-1-1 0 0,-1 1 1 0 0,1 0-1 0 0,0-1 1 0 0,0 1-1 0 0,0 0 0 0 0,0-1 1 0 0,0 0-1 0 0,0 1 1 0 0,1-1-1 0 0,0 1 1 0 0,-1-6-1 0 0,1 5-31 0 0,-1 1 0 0 0,0-1 1 0 0,1 0-1 0 0,-1 0 0 0 0,0 1 0 0 0,0-1 0 0 0,0 0 0 0 0,-1 1 0 0 0,1-1 0 0 0,-1 1 1 0 0,1-1-1 0 0,-3-2 0 0 0,2 4-90 0 0,1 0-1 0 0,0 0 1 0 0,0 0 0 0 0,0-1-1 0 0,0 1 1 0 0,0 0 0 0 0,0-1-1 0 0,0 1 1 0 0,0-1-1 0 0,1 1 1 0 0,-1-1 0 0 0,1 1-1 0 0,-1-1 1 0 0,1 0 0 0 0,0 1-1 0 0,-1-1 1 0 0,1 0 0 0 0,0 1-1 0 0,0-1 1 0 0,0 0 0 0 0,0 1-1 0 0,0-1 1 0 0,1 0 0 0 0,-1 1-1 0 0,0-1 1 0 0,1 1 0 0 0,0-3-1 0 0,6-8 52 0 0,1 0 0 0 0,0 0 0 0 0,0 1-1 0 0,1 1 1 0 0,1 0 0 0 0,0 0 0 0 0,0 0-1 0 0,1 1 1 0 0,0 1 0 0 0,15-9 0 0 0,-20 12 273 0 0,-7 19-233 0 0,1-5-95 0 0,1-5-21 0 0,-1 0 0 0 0,0-1 0 0 0,0 1-1 0 0,0 0 1 0 0,-1 0 0 0 0,1-1 0 0 0,-1 1 0 0 0,0 0 0 0 0,-2 6 0 0 0,-19 31 119 0 0,17-19-81 0 0,5-19-43 0 0,0 0-1 0 0,0 0 1 0 0,-1 0 0 0 0,1 0 0 0 0,-1 1-1 0 0,0-1 1 0 0,0 0 0 0 0,0-1 0 0 0,0 1-1 0 0,-1 0 1 0 0,1 0 0 0 0,-1 0 0 0 0,0-1-1 0 0,0 1 1 0 0,1-1 0 0 0,-2 1 0 0 0,1-1 0 0 0,0 0-1 0 0,0 0 1 0 0,-1 0 0 0 0,1 0 0 0 0,-5 2-1 0 0,4-2 1 0 0,1 0 0 0 0,-1-1 0 0 0,0 1 0 0 0,1-1 0 0 0,-1 0 0 0 0,0 0 0 0 0,0 0 0 0 0,0 0-1 0 0,1 0 1 0 0,-1-1 0 0 0,0 1 0 0 0,0-1 0 0 0,0 0 0 0 0,-4 0 0 0 0,-11 8 17 0 0,12-6-23 0 0,5-2-1 0 0,0 1 1 0 0,0-1-1 0 0,0 0 0 0 0,0 1 0 0 0,0-1 1 0 0,0 1-1 0 0,0-1 0 0 0,0 1 1 0 0,0 0-1 0 0,0-1 0 0 0,0 1 1 0 0,0 0-1 0 0,0 0 0 0 0,0-1 0 0 0,1 1 1 0 0,-1 0-1 0 0,0 0 0 0 0,1 0 1 0 0,-1 0-1 0 0,1 0 0 0 0,-1 0 0 0 0,1 0 1 0 0,-1 0-1 0 0,1 0 0 0 0,0 1 1 0 0,-1-1-1 0 0,1 1 0 0 0,0-1-1 0 0,0 0-1 0 0,0 0 1 0 0,-1 0 0 0 0,1 0-1 0 0,0 0 1 0 0,0 0-1 0 0,-1 0 1 0 0,1 0 0 0 0,-1 0-1 0 0,1 0 1 0 0,-1 0-1 0 0,1 0 1 0 0,-1 0 0 0 0,0 0-1 0 0,1 0 1 0 0,-1-1-1 0 0,0 1 1 0 0,0 0 0 0 0,0 0-1 0 0,1-1 1 0 0,-1 1-1 0 0,0-1 1 0 0,0 1 0 0 0,-1 0-1 0 0,-10 8 12 0 0,11-6-7 0 0,0-1 1 0 0,-1 1-1 0 0,1-1 1 0 0,0 1-1 0 0,1-1 1 0 0,-1 1-1 0 0,0-1 1 0 0,1 1-1 0 0,-1 0 1 0 0,1 0-1 0 0,0-1 0 0 0,0 1 1 0 0,0 0-1 0 0,0-1 1 0 0,1 1-1 0 0,-1 0 1 0 0,1-1-1 0 0,-1 1 1 0 0,1 0-1 0 0,0-1 1 0 0,0 1-1 0 0,0-1 1 0 0,0 1-1 0 0,1-1 1 0 0,-1 0-1 0 0,1 1 1 0 0,-1-1-1 0 0,1 0 1 0 0,0 0-1 0 0,0 0 0 0 0,0 0 1 0 0,0 0-1 0 0,0-1 1 0 0,0 1-1 0 0,0-1 1 0 0,1 1-1 0 0,-1-1 1 0 0,5 2-1 0 0,1 0-3 0 0,32 13 0 0 0,0-2-1 0 0,1-2 1 0 0,0-1 0 0 0,1-2-1 0 0,0-2 1 0 0,50 2 0 0 0,-59-9-8 0 0,-10 1 13 0 0,-1-1-1 0 0,30-5 0 0 0,-45 4-1 0 0,1-1 0 0 0,-1 0 0 0 0,1 0-1 0 0,-1 0 1 0 0,0-1 0 0 0,0 0 0 0 0,0-1 0 0 0,0 0 0 0 0,-1 0-1 0 0,12-9 1 0 0,-10 7-14 0 0,-1-1-1 0 0,1 0 1 0 0,-1-1-1 0 0,0 0 1 0 0,-1 0-1 0 0,9-14 1 0 0,-4-16 9 0 0,-2 23 0 0 0,-7 14 0 0 0,-1 0 0 0 0,0-1 0 0 0,0 1 0 0 0,1 0 0 0 0,-1-1 0 0 0,0 1 0 0 0,0-1 0 0 0,-1 0 0 0 0,1 1 0 0 0,0-1 0 0 0,0 0 0 0 0,-1 1 0 0 0,1-1 0 0 0,-1 0 0 0 0,1 0 0 0 0,-1 0 0 0 0,0 1 0 0 0,0-1 0 0 0,0 0 0 0 0,0 0 0 0 0,0 0 0 0 0,0 0 0 0 0,-1 1 0 0 0,1-1 0 0 0,0 0 0 0 0,-2-2 0 0 0,-8-9 0 0 0,9 11 1 0 0,-1 0 0 0 0,0 1-1 0 0,1-1 1 0 0,0 0 0 0 0,-1 0 0 0 0,1 0-1 0 0,0 0 1 0 0,0 0 0 0 0,0-1 0 0 0,0 1-1 0 0,1 0 1 0 0,-1 0 0 0 0,1-1 0 0 0,-1 1-1 0 0,1 0 1 0 0,0-5 0 0 0,-1 7 0 0 0,1 1 0 0 0,0-1-1 0 0,0 0 1 0 0,0 0 0 0 0,0 0 0 0 0,0 0-1 0 0,0 0 1 0 0,0 0 0 0 0,0 0 0 0 0,-1 0 0 0 0,1 0-1 0 0,0 1 1 0 0,0-1 0 0 0,0 0 0 0 0,0 0 0 0 0,0 0-1 0 0,0 0 1 0 0,0 0 0 0 0,-1 0 0 0 0,1 0 0 0 0,0 0-1 0 0,0 0 1 0 0,0 0 0 0 0,0 0 0 0 0,0 0 0 0 0,-1 0-1 0 0,1 0 1 0 0,0 0 0 0 0,0 0 0 0 0,0 0 0 0 0,0 0-1 0 0,0 0 1 0 0,0-1 0 0 0,-1 1 0 0 0,1 0 0 0 0,0 0-1 0 0,0 0 1 0 0,0 0 0 0 0,0 0 0 0 0,0 0 0 0 0,0 0-1 0 0,0 0 1 0 0,0 0 0 0 0,0 0 0 0 0,-1-1 0 0 0,1 1-1 0 0,0 0 1 0 0,0 0 0 0 0,0 0 0 0 0,0 0 0 0 0,0 0-1 0 0,0 0 1 0 0,0-1 0 0 0,0 1 0 0 0,0 0-1 0 0,0 0 1 0 0,0 0 0 0 0,0 0 0 0 0,0 0 0 0 0,0 0-1 0 0,0-1 1 0 0,0 1 0 0 0,0 0 0 0 0,0 0 0 0 0,0 0-1 0 0,0 0 1 0 0,-5 5 4 0 0,0 0 0 0 0,0 1 0 0 0,0 0 0 0 0,1 0 0 0 0,0 0 0 0 0,0 1 0 0 0,0-1 0 0 0,1 1 0 0 0,0 0 0 0 0,0 0 0 0 0,1 0-1 0 0,0 0 1 0 0,-1 9 0 0 0,-3 4 6 0 0,0-5-8 0 0,2 0 0 0 0,0 0-1 0 0,1 0 1 0 0,-2 31 0 0 0,16 61 10 0 0,-22-9 37 0 0,7-69-42 0 0,-2 46 1 0 0,8-1-16 0 0,0-46-11 0 0,-1 0 1 0 0,-1 0 0 0 0,-2 0 0 0 0,-7 40-1 0 0,-4-34 26 0 0,11-30-230 0 0,0 0 0 0 0,0 1 1 0 0,0-1-1 0 0,1 1 0 0 0,0-1 1 0 0,0 1-1 0 0,0 0 0 0 0,0 5 1 0 0,6-39-1660 0 0,22-25-1201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41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90 400 0 0,'1'0'88'0'0,"-1"-1"-1"0"0,0 0 1 0 0,0 1-1 0 0,1-1 1 0 0,-1 1-1 0 0,0-1 1 0 0,0 1-1 0 0,1-1 1 0 0,-1 1-1 0 0,1-1 1 0 0,-1 1-1 0 0,0 0 1 0 0,1-1-1 0 0,-1 1 0 0 0,1-1 1 0 0,-1 1-1 0 0,1 0 1 0 0,-1-1-1 0 0,1 1 1 0 0,-1 0-1 0 0,1 0 1 0 0,0-1-1 0 0,-1 1 1 0 0,1 0-1 0 0,-1 0 1 0 0,1 0-1 0 0,-1 0 1 0 0,1 0-1 0 0,0 0 1 0 0,-1 0-1 0 0,1 0 1 0 0,0 0-1 0 0,0 0-54 0 0,0 0 0 0 0,-1 0 0 0 0,1 0 0 0 0,-1 0 0 0 0,1 0 0 0 0,0 0 0 0 0,-1 0 0 0 0,1 0 0 0 0,-1 0 0 0 0,1 0 0 0 0,0-1 0 0 0,-1 1 0 0 0,1 0 0 0 0,-1 0 0 0 0,1-1 0 0 0,-1 1 0 0 0,1 0 0 0 0,-1 0 0 0 0,1-1 0 0 0,-1 1 0 0 0,1-1 0 0 0,-1 1 0 0 0,1-1 0 0 0,-1 1 0 0 0,0 0 0 0 0,1-1-1 0 0,-1 1 1 0 0,0-1 0 0 0,1 0 0 0 0,-1 1 0 0 0,0-1 0 0 0,0 0 0 0 0,2-1 36 0 0,0 0-1 0 0,-1 1 1 0 0,1-1-1 0 0,0 1 0 0 0,0-1 1 0 0,0 1-1 0 0,0 0 1 0 0,0 0-1 0 0,0 0 0 0 0,0 0 1 0 0,0 0-1 0 0,1 0 1 0 0,3 0-1 0 0,0-2 188 0 0,54-9 633 0 0,-8 3-17 0 0,-73 8 449 0 0,-49-1-801 0 0,40 7-417 0 0,0 2 0 0 0,0 0 0 0 0,1 3-1 0 0,0 0 1 0 0,0 2 0 0 0,-39 22 0 0 0,63-32-97 0 0,0 0 0 0 0,0 0 0 0 0,0 1 0 0 0,1 0 0 0 0,-1 0 0 0 0,1 0 0 0 0,0 1 0 0 0,0-1 0 0 0,0 1 0 0 0,0 0 0 0 0,1 0 0 0 0,0 1 0 0 0,0-1 0 0 0,0 1 0 0 0,0-1 0 0 0,0 1 0 0 0,1 0 0 0 0,0 0 0 0 0,-2 7 0 0 0,-49 68 114 0 0,21 1-106 0 0,31-77-12 0 0,0 0 1 0 0,1 0-1 0 0,-1 0 1 0 0,1 0 0 0 0,0 0-1 0 0,0 0 1 0 0,0 0-1 0 0,1 0 1 0 0,-1 0 0 0 0,1 0-1 0 0,0-1 1 0 0,0 1 0 0 0,1 0-1 0 0,-1 0 1 0 0,1-1-1 0 0,0 1 1 0 0,0 0 0 0 0,0-1-1 0 0,0 0 1 0 0,0 0-1 0 0,4 4 1 0 0,6 7 6 0 0,0 0 0 0 0,1-1 0 0 0,19 15 0 0 0,-20-20-3 0 0,1 0 0 0 0,1 0 0 0 0,0-1 0 0 0,0-1 0 0 0,0 0 0 0 0,1-1 0 0 0,-1-1-1 0 0,1 0 1 0 0,18 1 0 0 0,-18-2-6 0 0,0-1-1 0 0,0 2 1 0 0,-1 0-1 0 0,1 1 0 0 0,-1 0 1 0 0,0 2-1 0 0,0-1 1 0 0,-1 1-1 0 0,14 11 0 0 0,-27-18 1 0 0,1 0-1 0 0,-1 0 0 0 0,0 0 0 0 0,0 0 0 0 0,0 0 0 0 0,1 0 1 0 0,-1 0-1 0 0,0 0 0 0 0,0 0 0 0 0,0 1 0 0 0,0-1 1 0 0,1 0-1 0 0,-1 0 0 0 0,0 0 0 0 0,0 0 0 0 0,0 0 0 0 0,0 1 1 0 0,0-1-1 0 0,1 0 0 0 0,-1 0 0 0 0,0 0 0 0 0,0 0 1 0 0,0 1-1 0 0,0-1 0 0 0,0 0 0 0 0,0 0 0 0 0,0 0 0 0 0,0 1 1 0 0,0-1-1 0 0,0 0 0 0 0,0 0 0 0 0,0 1 0 0 0,0-1 0 0 0,0 0 1 0 0,0 0-1 0 0,0 0 0 0 0,0 1 0 0 0,0-1 0 0 0,0 0 1 0 0,0 0-1 0 0,0 0 0 0 0,0 1 0 0 0,0-1 0 0 0,0 0 0 0 0,0 0 1 0 0,-1 0-1 0 0,1 0 0 0 0,0 1 0 0 0,0-1 0 0 0,0 0 1 0 0,0 0-1 0 0,0 0 0 0 0,-1 0 0 0 0,1 0 0 0 0,0 1 0 0 0,0-1 1 0 0,0 0-1 0 0,0 0 0 0 0,-1 0 0 0 0,1 0 0 0 0,0 0 1 0 0,0 0-1 0 0,0 0 0 0 0,-1 0 0 0 0,-7 1 0 0 0,0-1-1 0 0,0-1 1 0 0,0 1-1 0 0,0-1 1 0 0,0-1-1 0 0,0 0 1 0 0,1 0-1 0 0,-9-3 1 0 0,-28-6 1 0 0,10 2 0 0 0,31 5 0 0 0,-15-7 0 0 0,24 2 0 0 0,6-6 0 0 0,-7 8 0 0 0,0 0 0 0 0,0 0 0 0 0,1 0 0 0 0,0 1 0 0 0,0 0 0 0 0,9-7 0 0 0,12-10 0 0 0,6-8-1 0 0,51-62 1 0 0,-71 76 2 0 0,0 0 0 0 0,-1-1 0 0 0,0 0 0 0 0,-2-1 0 0 0,0-1 0 0 0,10-28 0 0 0,-19 43 5 0 0,0 0 0 0 0,-1 0 0 0 0,1 0 0 0 0,-1-1 0 0 0,0 1-1 0 0,0 0 1 0 0,-1 0 0 0 0,1 0 0 0 0,-1 0 0 0 0,-1 0 0 0 0,1 0 0 0 0,0 0 0 0 0,-1 0 0 0 0,-3-6 0 0 0,-4-6 11 0 0,0 1 1 0 0,-17-22 0 0 0,22 33-20 0 0,0 1 0 0 0,-1-1 0 0 0,1 1 1 0 0,-1-1-1 0 0,0 1 0 0 0,-1 1 0 0 0,1-1 0 0 0,-1 1 0 0 0,0 0 0 0 0,1 0 0 0 0,-1 1 0 0 0,0 0 1 0 0,-1 0-1 0 0,-8-2 0 0 0,1 2-14 0 0,1 1 1 0 0,-1 0-1 0 0,1 1 0 0 0,-1 0 1 0 0,1 1-1 0 0,-1 1 1 0 0,1 0-1 0 0,0 1 0 0 0,-1 0 1 0 0,1 1-1 0 0,-18 9 1 0 0,-20 2-145 0 0,-6 7-386 0 0,47-17 173 0 0,-1 0 0 0 0,1-1 0 0 0,0-1 0 0 0,-1 0 0 0 0,0 0 0 0 0,0-1 0 0 0,-17 1 0 0 0,-4-7-2496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4:4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2288 1220 1521 0 0,'-77'22'2762'0'0,"28"-9"-2313"0"0,1 1 0 0 0,1 3 0 0 0,0 1 0 0 0,1 3 0 0 0,-55 33 0 0 0,35-7-65 0 0,-2-4 0 0 0,-2-3 0 0 0,-2-2 0 0 0,-89 32 0 0 0,-133 17 689 0 0,274-82-958 0 0,8-1 11 0 0,0 0-1 0 0,-1-1 1 0 0,1-1 0 0 0,-1 0 0 0 0,1-1 0 0 0,-26-1 0 0 0,12 0 73 0 0,-124 0 428 0 0,25-3-360 0 0,-138-20 0 0 0,243 20-297 0 0,0 2 0 0 0,-1 0 0 0 0,1 1 0 0 0,0 1 0 0 0,-34 6 0 0 0,46-5 17 0 0,0 0 0 0 0,0 0 0 0 0,0 0 0 0 0,0 1 0 0 0,1 1 0 0 0,0-1 0 0 0,-1 1 0 0 0,1 0 0 0 0,0 1 0 0 0,1 0 0 0 0,-1 0 0 0 0,1 0 0 0 0,0 1 0 0 0,1-1 0 0 0,-1 2 0 0 0,-4 6 0 0 0,9-12 7 0 0,0 1 0 0 0,0 0 0 0 0,0-1 0 0 0,1 1 0 0 0,-1 0-1 0 0,1 0 1 0 0,-1 0 0 0 0,1-1 0 0 0,0 1 0 0 0,-1 0 0 0 0,1 0-1 0 0,1 3 1 0 0,-6 18-100 0 0,-1-12 95 0 0,3-6 31 0 0,0-1 1 0 0,1 1 0 0 0,0 0 0 0 0,0-1 0 0 0,0 1 0 0 0,0 0 0 0 0,1 0 0 0 0,0 0 0 0 0,0 0 0 0 0,0 0 0 0 0,0 11 0 0 0,3 27 43 0 0,-1-24-56 0 0,-1 1 1 0 0,0-1-1 0 0,-1 1 1 0 0,-6 27 0 0 0,-46 106 137 0 0,51-146-150 0 0,0-1 0 0 0,1 0 0 0 0,0 0 0 0 0,1 1 0 0 0,-1-1 0 0 0,1 0 0 0 0,1 10-1 0 0,0-8-7 0 0,-1-1 0 0 0,0 1-1 0 0,-1 0 1 0 0,1 0-1 0 0,-2-1 1 0 0,-1 9-1 0 0,-50 132 400 0 0,51-141-347 0 0,0 0 0 0 0,0-1 0 0 0,1 1-1 0 0,0 0 1 0 0,0 0 0 0 0,1 0 0 0 0,0 0 0 0 0,0 0 0 0 0,2 9 0 0 0,-1 9 108 0 0,0-22-142 0 0,-1 1 1 0 0,1-1-1 0 0,-1 1 0 0 0,1-1 1 0 0,0 1-1 0 0,0-1 0 0 0,1 0 1 0 0,-1 1-1 0 0,1-1 0 0 0,0 0 0 0 0,-1 0 1 0 0,2 0-1 0 0,-1 0 0 0 0,0-1 1 0 0,0 1-1 0 0,1 0 0 0 0,4 3 1 0 0,-4-3 1 0 0,1 1 1 0 0,0 0-1 0 0,-1 0 1 0 0,0 0-1 0 0,0 1 1 0 0,4 7-1 0 0,2 10 70 0 0,-8-16-63 0 0,2 0 1 0 0,-1-1-1 0 0,1 1 0 0 0,-1-1 1 0 0,1 0-1 0 0,1 0 0 0 0,6 9 0 0 0,17 18-49 0 0,-18-21 41 0 0,0 1 1 0 0,1-1 0 0 0,0-1-1 0 0,1 0 1 0 0,0 0 0 0 0,1-1-1 0 0,23 14 1 0 0,25 10 140 0 0,33 19-79 0 0,113 45-1 0 0,-169-84-29 0 0,0 0 1 0 0,1-3-1 0 0,1-1 0 0 0,-1-1 1 0 0,1-3-1 0 0,66 2 0 0 0,-22-9 8 0 0,159-23 0 0 0,74-29-47 0 0,471-142 0 0 0,-443 67 217 0 0,-114 39-207 0 0,-118 48 9 0 0,145-49 19 0 0,-191 71-53 0 0,2 3 1 0 0,69-7-1 0 0,-21 14 30 0 0,0 6 1 0 0,0 5 0 0 0,-1 5-1 0 0,1 4 1 0 0,189 44-1 0 0,291 63 359 0 0,-405-78-272 0 0,-94-17-98 0 0,-13-1 30 0 0,-58-13-23 0 0,1-1 0 0 0,27 2 0 0 0,232 10-27 0 0,42 4 19 0 0,199 15 50 0 0,-261-30-106 0 0,240-22 280 0 0,-261 1-147 0 0,264-44 247 0 0,-347 33-174 0 0,241-9 123 0 0,-263 25 88 0 0,86-5-16 0 0,341-29 251 0 0,-39-37-332 0 0,-198 18-80 0 0,106 5 240 0 0,262-51 39 0 0,-682 104-452 0 0,215-61 221 0 0,2-1 250 0 0,-68 36-303 0 0,79-19-44 0 0,779-172 383 0 0,-754 192-425 0 0,-196 22-46 0 0,619-47 177 0 0,-540 39-161 0 0,0-7 0 0 0,197-53 0 0 0,-198 39-90 0 0,-56 4 23 0 0,-30 7 15 0 0,-18 9 22 0 0,-1-2-1 0 0,56-29 1 0 0,-73 32-10 0 0,34-14-13 0 0,-31 15 1 0 0,53-30-1 0 0,75-56 121 0 0,-138 85-134 0 0,-1-2 0 0 0,-1 0 0 0 0,22-23 1 0 0,13-10-16 0 0,-50 46 14 0 0,-1-1 0 0 0,0 0-1 0 0,-1 0 1 0 0,1 0 0 0 0,0-1 0 0 0,-1 1-1 0 0,0-1 1 0 0,0 0 0 0 0,-1 0-1 0 0,3-5 1 0 0,-3 5 15 0 0,1 0-1 0 0,-1 0 1 0 0,1 0-1 0 0,0 0 0 0 0,1 0 1 0 0,-1 1-1 0 0,7-6 1 0 0,-9 9-13 0 0,0 0 0 0 0,1 0-1 0 0,-1 0 1 0 0,0 0 0 0 0,0 0 0 0 0,0 0 0 0 0,0 0 0 0 0,0 0 0 0 0,0 0 0 0 0,0 0 0 0 0,0-1 0 0 0,0 1-1 0 0,0 0 1 0 0,-1-1 0 0 0,1 1 0 0 0,0-1 0 0 0,-1 1 0 0 0,1-1 0 0 0,-1 1 0 0 0,0-1 0 0 0,1 1 0 0 0,-1-1 0 0 0,0 1-1 0 0,0-1 1 0 0,0 1 0 0 0,0-1 0 0 0,0 1 0 0 0,-1-1 0 0 0,1 1 0 0 0,0-1 0 0 0,-1 1 0 0 0,1-1 0 0 0,-1 1 0 0 0,1-1-1 0 0,-1 1 1 0 0,0-1 0 0 0,-1-1 0 0 0,0-1-4 0 0,0 0-1 0 0,0 1 1 0 0,1-1-1 0 0,0 0 1 0 0,0 0-1 0 0,0-1 1 0 0,0 1 0 0 0,0 0-1 0 0,1-6 1 0 0,-1 6 3 0 0,1 1 0 0 0,0 0 0 0 0,-1 0 0 0 0,1 0 0 0 0,-1 0 0 0 0,0 0 0 0 0,0 0 0 0 0,0 1 1 0 0,-1-1-1 0 0,1 0 0 0 0,-1 0 0 0 0,1 1 0 0 0,-3-3 0 0 0,-7-15 12 0 0,0-7 27 0 0,9 20-35 0 0,0 0 0 0 0,-1 1 0 0 0,0-1 0 0 0,-1 1 0 0 0,1 0 0 0 0,-6-8 0 0 0,-21-28-3 0 0,22 30-13 0 0,0 0 1 0 0,0 1 0 0 0,-1-1 0 0 0,-1 2-1 0 0,-19-18 1 0 0,-17-7 33 0 0,-1 2 1 0 0,-78-40-1 0 0,75 48-31 0 0,26 11-41 0 0,-1 2-1 0 0,-41-14 1 0 0,-365-71-43 0 0,42 13 12 0 0,-123-70-279 0 0,145 82 159 0 0,170 38 135 0 0,68 9 333 0 0,-1 5 0 0 0,-159-3 0 0 0,-520 31-679 0 0,200 1 343 0 0,-275 20-350 0 0,202-2-135 0 0,372-15 532 0 0,-136 1-23 0 0,-54-24-902 0 0,-30 14 439 0 0,416 0 242 0 0,61-1 114 0 0,1 2 0 0 0,0 2 0 0 0,0 2 0 0 0,-59 18 0 0 0,32-7-175 0 0,1-4-1 0 0,-93 5 1 0 0,-34 6 282 0 0,-364 38 325 0 0,-7 1-307 0 0,515-56 272 0 0,-5 0-247 0 0,-122 34-1 0 0,87-8-75 0 0,-175 49 276 0 0,-297 70 143 0 0,277-71-241 0 0,228-67-58 0 0,0-3 0 0 0,-1-2 0 0 0,-1-4 0 0 0,0-3 1 0 0,-117-9-1 0 0,151 1-23 0 0,0-2-1 0 0,-54-17 1 0 0,23 6 32 0 0,-4-2-51 0 0,-71-28 0 0 0,24 7-54 0 0,92 25 130 0 0,23 14-64 0 0,0-1-1 0 0,0 1 1 0 0,0-1 0 0 0,0 1 0 0 0,0 0-1 0 0,-1 1 1 0 0,1-1 0 0 0,0 0 0 0 0,-1 1 0 0 0,1 0-1 0 0,-5 0 1 0 0,-28-5-2 0 0,-19 3-10 0 0,38 2 0 0 0,-1-1 0 0 0,-26-4 0 0 0,-60-9-187 0 0,0 5 1 0 0,0 4-1 0 0,-181 15 0 0 0,237-4-38 0 0,0 3 0 0 0,1 1-1 0 0,0 2 1 0 0,1 3 0 0 0,0 2-1 0 0,2 1 1 0 0,0 2 0 0 0,-60 38-1 0 0,91-49 309 0 0,0 0 0 0 0,0 0 0 0 0,-18 19 0 0 0,-11 10 252 0 0,-192 139 479 0 0,218-165-789 0 0,0 0-1 0 0,1 1 1 0 0,1 0-1 0 0,0 2 0 0 0,-11 15 1 0 0,22-27-21 0 0,0 0 1 0 0,1 0-1 0 0,-1 0 1 0 0,0 0-1 0 0,0 0 1 0 0,0-1-1 0 0,-1 1 0 0 0,1-1 1 0 0,-1 0-1 0 0,1 0 1 0 0,-1-1-1 0 0,0 1 1 0 0,1-1-1 0 0,-1 1 1 0 0,0-1-1 0 0,0 0 0 0 0,0-1 1 0 0,0 1-1 0 0,0-1 1 0 0,0 1-1 0 0,0-1 1 0 0,0 0-1 0 0,-5-1 1 0 0,8 1-5 0 0,0-1-145 0 0,0 0 0 0 0,0 0 0 0 0,1 0 0 0 0,-1 0 0 0 0,0 0 1 0 0,1 0-1 0 0,-1 0 0 0 0,1-1 0 0 0,-1 1 0 0 0,1 0 1 0 0,0 0-1 0 0,-1 0 0 0 0,1 0 0 0 0,0-1 0 0 0,0 1 0 0 0,0 0 1 0 0,0 0-1 0 0,0-1 0 0 0,0 1 0 0 0,0 0 0 0 0,0 0 0 0 0,0 0 1 0 0,0-1-1 0 0,1 1 0 0 0,-1 0 0 0 0,1 0 0 0 0,-1 0 0 0 0,1 0 1 0 0,-1 0-1 0 0,1-1 0 0 0,0 1 0 0 0,-1 0 0 0 0,1 0 0 0 0,1 0 1 0 0,25-35-1991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39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97 103 1681 0 0,'-5'-12'4544'0'0,"-12"15"-4228"0"0,12-2 133 0 0,0 1 471 0 0,5-2-879 0 0,0 1-1 0 0,0 0 1 0 0,1 0 0 0 0,-1 0-1 0 0,0-1 1 0 0,0 1-1 0 0,0 0 1 0 0,0 0-1 0 0,0 0 1 0 0,-1-1 0 0 0,1 1-1 0 0,0 0 1 0 0,0 0-1 0 0,0-1 1 0 0,-1 1-1 0 0,1 0 1 0 0,0 0 0 0 0,-1-1-1 0 0,1 1 1 0 0,-1 0-1 0 0,1-1 1 0 0,-1 1-1 0 0,0 1 1 0 0,0-2 147 0 0,-16 4-475 0 0,11-2 790 0 0,8-1 1561 0 0,16-1-1755 0 0,-41 0 116 0 0,23 1-172 0 0,0-1-243 0 0,0 1 1 0 0,0-1-1 0 0,0 0 0 0 0,0 0 0 0 0,0 0 0 0 0,0 0 0 0 0,0 1 1 0 0,0-1-1 0 0,0 0 0 0 0,0 0 0 0 0,0 0 0 0 0,0 1 1 0 0,0-1-1 0 0,0 0 0 0 0,0 0 0 0 0,0 0 0 0 0,0 1 0 0 0,0-1 1 0 0,0 0-1 0 0,0 0 0 0 0,0 0 0 0 0,0 0 0 0 0,0 1 1 0 0,0-1-1 0 0,0 0 0 0 0,0 0 0 0 0,-1 0 0 0 0,1 0 0 0 0,0 0 1 0 0,0 1-1 0 0,0-1 0 0 0,0 0 0 0 0,0 0 0 0 0,-1 0 1 0 0,1 0-1 0 0,0 0 0 0 0,0 0 0 0 0,0 0 0 0 0,0 1 0 0 0,-1-1 1 0 0,1 0-1 0 0,0 0 0 0 0,0 0 0 0 0,0 0 0 0 0,0 0 1 0 0,-1 0-1 0 0,1 0 0 0 0,0 0 0 0 0,0 0 0 0 0,0 0 0 0 0,-1 0 1 0 0,1 0-1 0 0,0 0 0 0 0,0 0 0 0 0,-22 5 204 0 0,17-4 906 0 0,10-1-1026 0 0,0 0-56 0 0,-5-1-33 0 0,1 1 1 0 0,-1 0-1 0 0,1 0 1 0 0,0 0-1 0 0,0-1 0 0 0,-1 1 1 0 0,1 0-1 0 0,0 0 1 0 0,-1 0-1 0 0,1 0 1 0 0,0 0-1 0 0,-1 0 0 0 0,1 0 1 0 0,0 0-1 0 0,0 1 1 0 0,-1-1-1 0 0,1 0 0 0 0,0 0 1 0 0,-1 0-1 0 0,1 1 1 0 0,-1-1-1 0 0,1 0 1 0 0,0 1-1 0 0,-1-1 0 0 0,1 1 1 0 0,-1-1-1 0 0,1 1 1 0 0,-1-1-1 0 0,1 1 0 0 0,-1-1 1 0 0,1 1-1 0 0,-1-1 1 0 0,0 1-1 0 0,1 0 1 0 0,-1-1-1 0 0,0 1 0 0 0,1 0 1 0 0,-1-1-1 0 0,0 1 1 0 0,0 0-1 0 0,0-1 1 0 0,1 1-1 0 0,-1 0 0 0 0,0-1 1 0 0,0 1-1 0 0,0 0 1 0 0,0-1-1 0 0,0 1 0 0 0,0 0 1 0 0,-1 0-1 0 0,1 0 1 0 0,0 1 74 0 0,11 3-55 0 0,-1-1-1 0 0,1 0 1 0 0,0 0 0 0 0,1-1 0 0 0,-1 0-1 0 0,19 1 1 0 0,380 47 762 0 0,-346-50-627 0 0,-48-2-42 0 0,1 0 0 0 0,-1-2 0 0 0,25-6-1 0 0,29-4 613 0 0,63-8-170 0 0,-89 19-441 0 0,48-4 342 0 0,177-32 0 0 0,18-16 832 0 0,-186 46 308 0 0,-51 2-1124 0 0,0 2 0 0 0,75 3 0 0 0,-67 1-254 0 0,183 0 277 0 0,-142 0-3441 0 0,-112-4-3090 0 0,-31-9 2631 0 0,-143-39-7765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40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 1201 0 0,'-5'0'1387'0'0,"-24"3"-482"0"0,0 1 0 0 0,0 2 1 0 0,1 0-1 0 0,-37 15 0 0 0,58-19-802 0 0,3 0-54 0 0,0-1 0 0 0,0 1 0 0 0,1 0 0 0 0,-1 1 0 0 0,1-1-1 0 0,-1 1 1 0 0,-5 5 0 0 0,-20 12 187 0 0,19-14-185 0 0,1-1 0 0 0,-1 1-1 0 0,1 0 1 0 0,0 1 0 0 0,1 0 0 0 0,-14 14 0 0 0,-29 24 73 0 0,47-42-116 0 0,3-2-2 0 0,-1 0 0 0 0,0 0 0 0 0,0 0 0 0 0,0 1 0 0 0,1-1 1 0 0,-1 0-1 0 0,1 1 0 0 0,-1-1 0 0 0,1 1 0 0 0,-1-1 0 0 0,1 1 0 0 0,0 0 0 0 0,0 0 0 0 0,0 0 0 0 0,0-1 0 0 0,0 1 0 0 0,0 0 0 0 0,1 0 0 0 0,-1 0 1 0 0,0 0-1 0 0,1 0 0 0 0,0 1 0 0 0,-1-1 0 0 0,1 3 0 0 0,0 0 5 0 0,-1-1 1 0 0,1 0 0 0 0,-1 1-1 0 0,0-1 1 0 0,-1 0 0 0 0,1 0-1 0 0,-1 0 1 0 0,0 0-1 0 0,0 0 1 0 0,-3 4 0 0 0,3-5-7 0 0,0 0-1 0 0,1 0 1 0 0,-1 0 0 0 0,0 0 0 0 0,1 0 0 0 0,0 1 0 0 0,0-1 0 0 0,0 0 0 0 0,0 1-1 0 0,0-1 1 0 0,1 0 0 0 0,-1 1 0 0 0,1-1 0 0 0,0 1 0 0 0,0-1 0 0 0,0 1 0 0 0,1-1 0 0 0,-1 0-1 0 0,1 1 1 0 0,0-1 0 0 0,0 0 0 0 0,2 5 0 0 0,-2-6-2 0 0,36 79 137 0 0,-33-72-126 0 0,1 0 0 0 0,0 0 0 0 0,1-1 0 0 0,-1 1-1 0 0,2-1 1 0 0,8 8 0 0 0,-12-13-17 0 0,1 1-1 0 0,-1-1 1 0 0,1 0-1 0 0,0-1 1 0 0,0 1-1 0 0,0-1 1 0 0,0 0-1 0 0,0 1 1 0 0,0-2-1 0 0,1 1 1 0 0,-1-1-1 0 0,1 1 1 0 0,-1-1-1 0 0,1 0 1 0 0,0-1-1 0 0,-1 1 1 0 0,1-1-1 0 0,0 0 1 0 0,-1 0-1 0 0,1 0 1 0 0,0-1 0 0 0,8-2-1 0 0,0 1-5 0 0,0 0 0 0 0,0 1-1 0 0,23 1 1 0 0,-20 1-5 0 0,-1-1 0 0 0,0-1 0 0 0,18-4 0 0 0,-22 3 17 0 0,-1-2 1 0 0,1 1 0 0 0,-1-1-1 0 0,0-1 1 0 0,9-5 0 0 0,-14 7 9 0 0,0 0 1 0 0,-1 0 0 0 0,0 0 0 0 0,1 0-1 0 0,-1-1 1 0 0,-1 0 0 0 0,1 0 0 0 0,0 0-1 0 0,-1 0 1 0 0,0 0 0 0 0,5-9-1 0 0,-2 0 67 0 0,0-1 1 0 0,-2 0-1 0 0,7-23 0 0 0,-12 33-60 0 0,0 1 1 0 0,1 0-1 0 0,-1 0 1 0 0,0 0-1 0 0,0 0 1 0 0,-1 0-1 0 0,1 0 1 0 0,-1 0-1 0 0,1 0 1 0 0,-1 1-1 0 0,0-1 1 0 0,-3-3-1 0 0,-36-37 257 0 0,16 18-127 0 0,6 4-425 0 0,0 1 1 0 0,-2 1-1 0 0,0 0 0 0 0,-1 2 0 0 0,-1 1 0 0 0,0 0 1 0 0,-1 2-1 0 0,-1 1 0 0 0,-28-11 0 0 0,-17-5-3126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82 1121 0 0,'0'0'95'0'0,"0"1"0"0"0,0 0 1 0 0,0-1-1 0 0,0 1 0 0 0,0 0 1 0 0,0-1-1 0 0,0 1 0 0 0,-1 0 1 0 0,1-1-1 0 0,0 1 0 0 0,0-1 1 0 0,-1 1-1 0 0,1-1 0 0 0,0 1 1 0 0,-1 0-1 0 0,1-1 0 0 0,-1 1 1 0 0,1-1-1 0 0,-1 1 0 0 0,1-1 1 0 0,-1 0-1 0 0,1 1 0 0 0,-1-1 1 0 0,1 1-1 0 0,-1-1 0 0 0,1 0 0 0 0,-1 0 1 0 0,1 1-1 0 0,-1-1 0 0 0,0 0 1 0 0,1 0-1 0 0,-1 0 0 0 0,0 1 1 0 0,1-1-1 0 0,-1 0 0 0 0,0 0 1 0 0,0 0-1 0 0,0 0-4 0 0,1 0 0 0 0,-1 0 0 0 0,0 0 0 0 0,1 0 1 0 0,-1 0-1 0 0,0 0 0 0 0,1 0 0 0 0,-1 0 0 0 0,1 1 0 0 0,-1-1 0 0 0,0 0 0 0 0,1 0 0 0 0,-1 1 0 0 0,1-1 0 0 0,-1 0 0 0 0,1 1 0 0 0,-1-1 0 0 0,1 1 0 0 0,-1-1 1 0 0,1 1-1 0 0,-1-1 0 0 0,1 1 0 0 0,0-1 0 0 0,-1 1 0 0 0,1-1 0 0 0,0 1 0 0 0,-1-1 0 0 0,1 1 0 0 0,0-1 0 0 0,0 1 0 0 0,0 0 0 0 0,-1-1 0 0 0,1 1 0 0 0,0 0 1 0 0,0-1-1 0 0,0 1 0 0 0,0 0 0 0 0,-5 0 629 0 0,-17-1-213 0 0,17 0 160 0 0,0 0-387 0 0,-17 0-80 0 0,17 0 507 0 0,0 0-533 0 0,-13 2 181 0 0,1 0 1 0 0,-34 9 0 0 0,46-7 127 0 0,5-4-145 0 0,0-10 175 0 0,0 9-447 0 0,0 1-55 0 0,0-1 0 0 0,-1 0 0 0 0,1 1 1 0 0,0-1-1 0 0,0 0 0 0 0,0 0 0 0 0,0 1 0 0 0,0-1 0 0 0,0 0 0 0 0,0 0 0 0 0,0 0 0 0 0,0 1 0 0 0,0-1 0 0 0,0 0 0 0 0,0 0 0 0 0,1 1 0 0 0,-1-1 0 0 0,0 0 0 0 0,1 1 0 0 0,-1-1 0 0 0,0 0 0 0 0,1 1 0 0 0,-1-1 0 0 0,1 0 0 0 0,-1 1 0 0 0,1-1 0 0 0,-1 1 0 0 0,1-1 1 0 0,5-1 14 0 0,-5 2-22 0 0,0 0 1 0 0,0 0-1 0 0,0 0 0 0 0,0 0 1 0 0,0 0-1 0 0,-1-1 0 0 0,1 1 1 0 0,0 0-1 0 0,0 0 0 0 0,0-1 1 0 0,-1 1-1 0 0,1-1 0 0 0,0 1 0 0 0,0 0 1 0 0,-1-1-1 0 0,1 0 0 0 0,0 1 1 0 0,-1-1-1 0 0,1 1 0 0 0,-1-1 1 0 0,1 0-1 0 0,0 1 0 0 0,-1-1 1 0 0,0 0-1 0 0,1 0 0 0 0,-1 1 1 0 0,1-1-1 0 0,-1 0 0 0 0,0 0 1 0 0,0 0-1 0 0,1 1 0 0 0,-1-1 1 0 0,0-2-1 0 0,0 3-2 0 0,0-1 0 0 0,0 0 0 0 0,0 1 0 0 0,0-1 0 0 0,1 1 0 0 0,-1-1 0 0 0,0 1 0 0 0,0-1 0 0 0,0 0 0 0 0,1 1 0 0 0,-1-1 0 0 0,0 1 0 0 0,1-1 0 0 0,-1 1 0 0 0,0-1 0 0 0,1 1 0 0 0,-1-1 0 0 0,1 1 0 0 0,-1 0 0 0 0,1-1 0 0 0,-1 1 0 0 0,1-1 0 0 0,-1 1 0 0 0,1 0-1 0 0,-1 0 1 0 0,1-1 0 0 0,-1 1 0 0 0,1 0 0 0 0,0 0 0 0 0,-1 0 0 0 0,1-1 0 0 0,-1 1 0 0 0,1 0 0 0 0,0 0 0 0 0,0 0-2 0 0,0 0 0 0 0,0 0 0 0 0,0 0 0 0 0,-1 0 0 0 0,1-1 0 0 0,0 1 0 0 0,0 0 0 0 0,-1 0 0 0 0,1-1 0 0 0,0 1-1 0 0,0-1 1 0 0,-1 1 0 0 0,1-1 0 0 0,0 1 0 0 0,-1-1 0 0 0,1 1 0 0 0,-1-1 0 0 0,1 1 0 0 0,-1-1 0 0 0,1 0 0 0 0,-1 1 0 0 0,1-1 0 0 0,-1 0 0 0 0,0 1-1 0 0,1-1 1 0 0,-1 0 0 0 0,0 0 0 0 0,1 1 0 0 0,-1-1 0 0 0,0 0 0 0 0,0 0 0 0 0,0 0 0 0 0,0 1 0 0 0,0-1 0 0 0,0-1 0 0 0,0 2 0 0 0,0-1 1 0 0,0 1 0 0 0,0-1 0 0 0,0 1-1 0 0,0 0 1 0 0,0-1 0 0 0,1 1 0 0 0,-1-1-1 0 0,0 1 1 0 0,0 0 0 0 0,0-1 0 0 0,0 1-1 0 0,1-1 1 0 0,-1 1 0 0 0,0 0-1 0 0,0-1 1 0 0,1 1 0 0 0,-1 0 0 0 0,0 0-1 0 0,0-1 1 0 0,1 1 0 0 0,-1 0 0 0 0,1 0-1 0 0,-1-1 1 0 0,0 1 0 0 0,1 0 0 0 0,-1 0-1 0 0,0 0 1 0 0,1-1 0 0 0,-1 1 0 0 0,1 0-1 0 0,-1 0 1 0 0,0 0 0 0 0,1 0 0 0 0,-1 0-1 0 0,1 0 1 0 0,-1 0 0 0 0,1 0-1 0 0,-1 0 1 0 0,0 0 0 0 0,1 0 0 0 0,0 0 0 0 0,0 1 0 0 0,0-1 0 0 0,0 0 0 0 0,-1-1 0 0 0,1 1 0 0 0,0 0 0 0 0,0 0 1 0 0,0 0-1 0 0,-1 0 0 0 0,1-1 0 0 0,0 1 0 0 0,0 0 0 0 0,-1-1 0 0 0,1 1 0 0 0,0 0 1 0 0,-1-1-1 0 0,1 1 0 0 0,-1-1 0 0 0,1 1 0 0 0,0-1 0 0 0,-1 1 0 0 0,1-1 0 0 0,-1 0 0 0 0,1 1 1 0 0,-1-1-1 0 0,0 0 0 0 0,1 1 0 0 0,-1-1 0 0 0,1 0 0 0 0,-1 1 0 0 0,0-1 0 0 0,0 0 0 0 0,0 0 1 0 0,1 0-1 0 0,-1 1 0 0 0,0-1 0 0 0,0 0 0 0 0,0 0 0 0 0,0 1 0 0 0,0-1 0 0 0,0 0 0 0 0,0 0 1 0 0,-1-1-1 0 0,6-5 12 0 0,17 1 27 0 0,-12 5-80 0 0,12 1 13 0 0,-17 0-39 0 0,-5 6 43 0 0,-1-1 1 0 0,1 0 0 0 0,1 1 0 0 0,-1-1 0 0 0,1 0-1 0 0,0 1 1 0 0,0-1 0 0 0,0 0 0 0 0,1 0 0 0 0,0 0-1 0 0,0 0 1 0 0,0 0 0 0 0,0 0 0 0 0,6 8 0 0 0,2 5-19 0 0,-5-7 50 0 0,0 0 0 0 0,0 0 0 0 0,-1 0 0 0 0,-1 0 0 0 0,0 1-1 0 0,0 0 1 0 0,-2-1 0 0 0,2 23 0 0 0,-3-29 13 0 0,0 1 1 0 0,1-1-1 0 0,0 0 0 0 0,0 1 0 0 0,0-1 0 0 0,0 0 1 0 0,1 0-1 0 0,0 0 0 0 0,0 0 0 0 0,6 9 1 0 0,0 2-41 0 0,16 27-975 0 0,-22-41 786 0 0,0 0-1 0 0,0 0 0 0 0,1 0 0 0 0,-1-1 1 0 0,0 1-1 0 0,0-1 0 0 0,1 1 1 0 0,-1-1-1 0 0,1 0 0 0 0,0 0 0 0 0,-1 0 1 0 0,1 0-1 0 0,0 0 0 0 0,3 0 0 0 0,-2-2-1464 0 0,-8-4-511 0 0,-23-18-3633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3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79 640 0 0,'4'-40'7103'0'0,"-4"38"-7054"0"0,1 1 0 0 0,0 0 1 0 0,0-1-1 0 0,0 1 0 0 0,0 0 1 0 0,0-1-1 0 0,0 1 0 0 0,0 0 1 0 0,0 0-1 0 0,1 0 0 0 0,-1 0 1 0 0,0 0-1 0 0,1 0 0 0 0,-1 0 1 0 0,0 1-1 0 0,1-1 0 0 0,2 0 1 0 0,-4 1-50 0 0,0 0 1 0 0,0-1 0 0 0,1 1 0 0 0,-1 0 0 0 0,0 0-1 0 0,0 0 1 0 0,1 0 0 0 0,-1 0 0 0 0,0 0 0 0 0,0 0-1 0 0,1-1 1 0 0,-1 1 0 0 0,0 0 0 0 0,0 0 0 0 0,0 0-1 0 0,0-1 1 0 0,1 1 0 0 0,-1 0 0 0 0,0 0 0 0 0,0-1 0 0 0,0 1-1 0 0,0 0 1 0 0,0 0 0 0 0,0 0 0 0 0,0-1 0 0 0,0 1-1 0 0,0 0 1 0 0,1-1 0 0 0,-1 1 0 0 0,0 0 0 0 0,0 0-1 0 0,0-1 1 0 0,0 1 0 0 0,-1 0 0 0 0,1 0 0 0 0,0-1-1 0 0,0 1 1 0 0,0 0 0 0 0,0 0 0 0 0,0-1 0 0 0,0 1-1 0 0,0 0 1 0 0,0-1 0 0 0,1-5 99 0 0,26 3 18 0 0,-17 9-38 0 0,-3-4-71 0 0,-6-2-7 0 0,0 0 0 0 0,0 0 1 0 0,0 0-1 0 0,-1 0 0 0 0,1 0 0 0 0,0 0 0 0 0,0 0 0 0 0,-1 0 1 0 0,1 1-1 0 0,0-1 0 0 0,0 0 0 0 0,-1 1 0 0 0,1-1 0 0 0,0 1 1 0 0,-1-1-1 0 0,1 1 0 0 0,0-1 0 0 0,-1 1 0 0 0,1-1 0 0 0,-1 1 1 0 0,1-1-1 0 0,0 1 0 0 0,-1 0 0 0 0,0-1 0 0 0,1 1 0 0 0,-1 0 1 0 0,1-1-1 0 0,-1 1 0 0 0,0 0 0 0 0,0 0 0 0 0,1 0 0 0 0,-1-1 1 0 0,0 1-1 0 0,0 0 0 0 0,0 0 0 0 0,0 0 0 0 0,0-1 0 0 0,0 3 0 0 0,0-2 2 0 0,0 0-1 0 0,0 0 0 0 0,0 1 0 0 0,1-1 1 0 0,-1 0-1 0 0,0 1 0 0 0,1-1 0 0 0,-1 0 1 0 0,1 0-1 0 0,-1 1 0 0 0,1-1 0 0 0,0 0 0 0 0,-1 0 1 0 0,1 0-1 0 0,0 0 0 0 0,0 0 0 0 0,0 0 1 0 0,0 0-1 0 0,0 0 0 0 0,0 0 0 0 0,2 1 0 0 0,-2-1 0 0 0,0 0 0 0 0,1 0 0 0 0,-1 0-1 0 0,0 0 1 0 0,0 0 0 0 0,0 0-1 0 0,0 0 1 0 0,0 1 0 0 0,0-1 0 0 0,0 1-1 0 0,0-1 1 0 0,0 1 0 0 0,-1-1-1 0 0,1 1 1 0 0,-1-1 0 0 0,1 1 0 0 0,-1-1-1 0 0,1 1 1 0 0,-1 0 0 0 0,0-1-1 0 0,0 1 1 0 0,0 1 0 0 0,0 5 6 0 0,0 0 0 0 0,-1 0 0 0 0,0 0 0 0 0,0-1 1 0 0,0 1-1 0 0,-1 0 0 0 0,-5 11 0 0 0,6-16-3 0 0,-1 0 0 0 0,0 0 0 0 0,1 0 0 0 0,-1 0-1 0 0,0 0 1 0 0,-1 0 0 0 0,1-1 0 0 0,0 1 0 0 0,-1-1 0 0 0,0 0 0 0 0,1 1 0 0 0,-1-1 0 0 0,0 0 0 0 0,0-1-1 0 0,0 1 1 0 0,-6 2 0 0 0,-33 5-72 0 0,41-9 59 0 0,0 0 3 0 0,-1 0 1 0 0,1 1-1 0 0,0-1 1 0 0,-1 0-1 0 0,1 0 1 0 0,0 1-1 0 0,-1-1 1 0 0,1 0-1 0 0,0 1 1 0 0,0-1-1 0 0,0 1 1 0 0,-1 0-1 0 0,1-1 1 0 0,0 1-1 0 0,0 0 1 0 0,0 0-1 0 0,0 0 1 0 0,0 0 0 0 0,0 0-1 0 0,-1 1 1 0 0,2-1 2 0 0,0 0 1 0 0,0-1-1 0 0,0 1 1 0 0,-1 0-1 0 0,1-1 1 0 0,0 1-1 0 0,0-1 1 0 0,-1 1-1 0 0,1 0 1 0 0,0-1-1 0 0,-1 1 1 0 0,1-1 0 0 0,-1 1-1 0 0,1-1 1 0 0,-1 1-1 0 0,1-1 1 0 0,-1 1-1 0 0,1-1 1 0 0,-1 1-1 0 0,1-1 1 0 0,-1 0-1 0 0,0 1 1 0 0,1-1 0 0 0,-1 0-1 0 0,1 0 1 0 0,-1 1-1 0 0,0-1 1 0 0,1 0-1 0 0,-2 0 1 0 0,-5 5 0 0 0,8-3 0 0 0,0 0 0 0 0,1-1 0 0 0,-1 1 0 0 0,1-1 0 0 0,-1 1 0 0 0,1-1 0 0 0,0 0 0 0 0,0 0 0 0 0,-1 1 0 0 0,1-1 0 0 0,0 0 0 0 0,0-1 0 0 0,0 1 0 0 0,0 0 0 0 0,0-1 0 0 0,3 1 0 0 0,48 15 0 0 0,134 23-147 0 0,-91-25-4815 0 0,-91-14 2548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27 320 0 0,'0'0'7377'0'0,"-5"0"-6804"0"0,-16 0-359 0 0,21 0-180 0 0,-1-1 1 0 0,1 1 0 0 0,0 0-1 0 0,-1 0 1 0 0,1 0-1 0 0,0 0 1 0 0,-1 0-1 0 0,1 0 1 0 0,0-1 0 0 0,0 1-1 0 0,-1 0 1 0 0,1 0-1 0 0,0-1 1 0 0,0 1-1 0 0,-1 0 1 0 0,1 0-1 0 0,0-1 1 0 0,0 1 0 0 0,0 0-1 0 0,0 0 1 0 0,-1-1-1 0 0,1 1 1 0 0,0 0-1 0 0,0-1 1 0 0,0 1 0 0 0,0 0-1 0 0,0-1 1 0 0,0 1-1 0 0,0 0 1 0 0,0-1-1 0 0,0 1 1 0 0,0-1-1 0 0,0-2 512 0 0,0 8-631 0 0,0-4 165 0 0,0-2 0 0 0,6-4-14 0 0,47-4-39 0 0,-47 7 41 0 0,-6 0-71 0 0,31 0 18 0 0,2 5 51 0 0,-34-1-54 0 0,7 1 44 0 0,10 2-40 0 0,-16-5-16 0 0,1 0 0 0 0,-1 0 0 0 0,0 0 0 0 0,0 0 0 0 0,1 0 0 0 0,-1 0 0 0 0,0 0 0 0 0,1 0 0 0 0,-1 0 0 0 0,0 0 0 0 0,1 0 0 0 0,-1 0-1 0 0,0 1 1 0 0,0-1 0 0 0,1 0 0 0 0,-1 0 0 0 0,0 0 0 0 0,1 0 0 0 0,-1 1 0 0 0,0-1 0 0 0,0 0 0 0 0,0 0 0 0 0,1 0 0 0 0,-1 1 0 0 0,0-1 0 0 0,0 0 0 0 0,0 0 0 0 0,1 1 0 0 0,-1-1 0 0 0,0 0-1 0 0,0 1 1 0 0,0-1 0 0 0,0 0 0 0 0,0 0 0 0 0,0 1 0 0 0,0-1 0 0 0,0 0 0 0 0,0 1 0 0 0,0-1 0 0 0,0 0 0 0 0,0 1 0 0 0,0-1 0 0 0,0 0 0 0 0,0 1 0 0 0,0-1 0 0 0,0 0 0 0 0,0 0 0 0 0,0 1-1 0 0,0-1 1 0 0,0 0 0 0 0,-1 1 0 0 0,1-1 0 0 0,0 0 0 0 0,0 0 0 0 0,0 1 0 0 0,-1-1 0 0 0,1 0 0 0 0,0 0 0 0 0,0 0 0 0 0,-1 1 0 0 0,-1 0 5 0 0,0 0 1 0 0,1 0-1 0 0,-1 0 0 0 0,0 1 1 0 0,1-1-1 0 0,-1 0 0 0 0,1 1 1 0 0,-1-1-1 0 0,1 1 0 0 0,0 0 1 0 0,-1-1-1 0 0,1 1 0 0 0,0 0 1 0 0,-1 2-1 0 0,-2 40 75 0 0,4-30-13 0 0,-5-9-54 0 0,-8-2-26 0 0,16-4-14 0 0,82-12-13 0 0,34 2 40 0 0,-108 10 0 0 0,-1 1 0 0 0,1 0 0 0 0,-1 0 0 0 0,1 1 0 0 0,-1 1 0 0 0,1 0 0 0 0,-1 0 0 0 0,0 1 0 0 0,16 6 0 0 0,-25-7 0 0 0,-1-1 1 0 0,1 0-1 0 0,0 0 1 0 0,-1 1-1 0 0,1-1 1 0 0,-1 0-1 0 0,1 1 1 0 0,-1-1-1 0 0,1 0 1 0 0,-1 1-1 0 0,0-1 1 0 0,0 1-1 0 0,0-1 1 0 0,0 1-1 0 0,0-1 1 0 0,0 0-1 0 0,0 1 0 0 0,0-1 1 0 0,-1 1-1 0 0,1-1 1 0 0,0 0-1 0 0,-1 1 1 0 0,1-1-1 0 0,-1 0 1 0 0,0 1-1 0 0,1-1 1 0 0,-2 2-1 0 0,-23 4 43 0 0,0-1 1 0 0,0-2-1 0 0,-1 0 0 0 0,0-1 0 0 0,-28-2 1 0 0,22 0-10 0 0,-11 1 3 0 0,19-3-50 0 0,1 2 0 0 0,-1 1 0 0 0,1 0 0 0 0,-1 2 0 0 0,1 1 0 0 0,-43 15 0 0 0,65-20-18 0 0,1 0 0 0 0,0 0 0 0 0,-1 1 0 0 0,1-1 0 0 0,-1 0 0 0 0,1 1 0 0 0,0-1 0 0 0,0 0 0 0 0,-1 1 0 0 0,1-1 0 0 0,0 0 0 0 0,-1 1 0 0 0,1-1 0 0 0,0 1 0 0 0,0-1 0 0 0,0 1 0 0 0,-1-1 0 0 0,1 0 0 0 0,0 1 0 0 0,0-1 0 0 0,0 1 0 0 0,0-1 0 0 0,0 1 0 0 0,0-1 0 0 0,0 1-1 0 0,0-1 1 0 0,0 1 0 0 0,0-1 0 0 0,0 1 0 0 0,0-1 0 0 0,0 1 0 0 0,1-1 0 0 0,-1 0 0 0 0,0 1 0 0 0,0-1 0 0 0,0 1 0 0 0,1-1 0 0 0,-1 1 0 0 0,0-1 0 0 0,0 0 0 0 0,1 1 0 0 0,-1-1 0 0 0,0 0 0 0 0,1 1 0 0 0,-1-1 0 0 0,0 0 0 0 0,1 0 0 0 0,0 1 0 0 0,6 2-524 0 0,0 0 1 0 0,0-1 0 0 0,1 0-1 0 0,-1 0 1 0 0,1 0-1 0 0,12 0 1 0 0,1 1-874 0 0,16 6-1600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154 128 480 0 0,'-7'-3'728'0'0,"6"2"-576"0"0,-1 1 0 0 0,1-1-1 0 0,-1 0 1 0 0,1 1 0 0 0,-1-1 0 0 0,1 0 0 0 0,-1 0 0 0 0,1 0 0 0 0,0 0 0 0 0,-1 0 0 0 0,1-1 0 0 0,0 1 0 0 0,0 0 0 0 0,0-1 0 0 0,0 1 0 0 0,0 0 0 0 0,0-1 0 0 0,-1-2 0 0 0,2 3-84 0 0,0 1 0 0 0,0-1-1 0 0,0 1 1 0 0,-1-1 0 0 0,1 1 0 0 0,0-1-1 0 0,0 0 1 0 0,0 1 0 0 0,-1-1 0 0 0,1 1-1 0 0,0-1 1 0 0,-1 1 0 0 0,1 0 0 0 0,-1-1-1 0 0,1 1 1 0 0,0-1 0 0 0,-1 1 0 0 0,1 0 0 0 0,-1-1-1 0 0,1 1 1 0 0,-1 0 0 0 0,1-1 0 0 0,-1 1-1 0 0,1 0 1 0 0,-1 0 0 0 0,0-1 0 0 0,0 1-23 0 0,0 0 1 0 0,0-1 0 0 0,0 1 0 0 0,0 0 0 0 0,1-1 0 0 0,-1 1 0 0 0,0-1 0 0 0,0 0 0 0 0,1 1 0 0 0,-1-1 0 0 0,0 1 0 0 0,1-1 0 0 0,-1 0 0 0 0,1 0 0 0 0,-1 1-1 0 0,0-1 1 0 0,1 0 0 0 0,0 0 0 0 0,-1 0 0 0 0,1 1 0 0 0,0-1 0 0 0,-1 0 0 0 0,1 0 0 0 0,0 0 0 0 0,0 0 0 0 0,0 0 0 0 0,-1 0 0 0 0,1-1 0 0 0,1 1-16 0 0,-1 0 1 0 0,0 0 0 0 0,0 0 0 0 0,0 0 0 0 0,0 0 0 0 0,-1 0-1 0 0,1 0 1 0 0,0 0 0 0 0,0 0 0 0 0,-1 1 0 0 0,1-1 0 0 0,0 0-1 0 0,-1 0 1 0 0,1 0 0 0 0,-1 0 0 0 0,1 0 0 0 0,-1 1 0 0 0,1-1-1 0 0,-1 0 1 0 0,0 0 0 0 0,1 1 0 0 0,-1-1 0 0 0,0 0-1 0 0,0 1 1 0 0,1-1 0 0 0,-1 1 0 0 0,0-1 0 0 0,0 1 0 0 0,0-1-1 0 0,0 1 1 0 0,0 0 0 0 0,1-1 0 0 0,-1 1 0 0 0,-2 0 0 0 0,-4-3 37 0 0,6 3-58 0 0,1 0 1 0 0,0 0-1 0 0,-1-1 0 0 0,1 1 1 0 0,0 0-1 0 0,-1 0 1 0 0,1-1-1 0 0,0 1 0 0 0,0 0 1 0 0,-1-1-1 0 0,1 1 0 0 0,0 0 1 0 0,0-1-1 0 0,-1 1 1 0 0,1 0-1 0 0,0-1 0 0 0,0 1 1 0 0,0-1-1 0 0,0 1 0 0 0,0 0 1 0 0,-1-1-1 0 0,1 1 1 0 0,0-1-1 0 0,0 1 0 0 0,0 0 1 0 0,0-1-1 0 0,0 1 1 0 0,0-1-1 0 0,0 1 0 0 0,1 0 1 0 0,-1-2-1 0 0,0 2 1 0 0,0 0 0 0 0,0 0 0 0 0,0-1 1 0 0,0 1-1 0 0,0 0 0 0 0,0-1 0 0 0,0 1 0 0 0,0 0 0 0 0,0-1 0 0 0,0 1 1 0 0,0 0-1 0 0,0 0 0 0 0,0-1 0 0 0,0 1 0 0 0,0 0 0 0 0,0-1 1 0 0,0 1-1 0 0,0 0 0 0 0,0-1 0 0 0,0 1 0 0 0,-1 0 0 0 0,1 0 0 0 0,0-1 1 0 0,0 1-1 0 0,0 0 0 0 0,0 0 0 0 0,-1-1 0 0 0,1 1 0 0 0,0 0 0 0 0,0 0 1 0 0,-1 0-1 0 0,1-1 0 0 0,0 1 0 0 0,0 0 0 0 0,-1 0 0 0 0,1 0 0 0 0,0 0 1 0 0,-1 0-1 0 0,1 0 0 0 0,0 0 0 0 0,-1-1 0 0 0,-3 1 39 0 0,3 0-39 0 0,0 0 1 0 0,0 0-1 0 0,0 0 1 0 0,1 0 0 0 0,-1 0-1 0 0,0 0 1 0 0,0 0-1 0 0,0 0 1 0 0,0-1 0 0 0,1 1-1 0 0,-1 0 1 0 0,0-1-1 0 0,0 1 1 0 0,0 0 0 0 0,1-1-1 0 0,-1 1 1 0 0,0-1-1 0 0,1 1 1 0 0,-1-1 0 0 0,0 1-1 0 0,1-1 1 0 0,-1 1-1 0 0,1-1 1 0 0,-1 0 0 0 0,1 1-1 0 0,-1-1 1 0 0,1 0-1 0 0,-1 0 1 0 0,1 1 0 0 0,0-1-1 0 0,-1 0 1 0 0,1 0-1 0 0,0 0 1 0 0,0 1 0 0 0,-1-3-1 0 0,1 2 243 0 0,0 2-174 0 0,0 80-160 0 0,0-81 80 0 0,0 1 0 0 0,0-1 0 0 0,0 0 0 0 0,0 1 0 0 0,0-1 0 0 0,0 1 0 0 0,0-1 0 0 0,-1 1 0 0 0,1-1 0 0 0,0 0 0 0 0,0 1 0 0 0,-1-1 0 0 0,1 0 0 0 0,0 1 0 0 0,0-1 0 0 0,-1 1 0 0 0,1-1 0 0 0,-1 0 0 0 0,1 0 0 0 0,0 1 0 0 0,-1-1 0 0 0,1 0 0 0 0,0 0 0 0 0,-1 1 0 0 0,1-1 0 0 0,-1 0 0 0 0,1 0 0 0 0,-1 0 0 0 0,1 0 0 0 0,-1 0 0 0 0,1 0 0 0 0,0 0 0 0 0,-1 0 0 0 0,1 0 0 0 0,-1 0 0 0 0,1 0 0 0 0,-1 0 0 0 0,0 0 0 0 0,0 0 0 0 0,1 0 0 0 0,-1 0 0 0 0,0 0 0 0 0,1 0 0 0 0,-1 0 0 0 0,0 0 0 0 0,1 0 0 0 0,-1 0 0 0 0,0 0 0 0 0,1 0 0 0 0,-1 1 0 0 0,0-1 0 0 0,1 0 0 0 0,-1 0 0 0 0,0 1 0 0 0,1-1 0 0 0,-1 0 0 0 0,1 1 0 0 0,-1-1 0 0 0,1 1 0 0 0,-1-1 0 0 0,1 1 0 0 0,-1-1 0 0 0,1 1 0 0 0,-1-1 0 0 0,1 1 0 0 0,0-1 0 0 0,-1 1 0 0 0,1 0 0 0 0,0-1 0 0 0,-1 1 0 0 0,1 0 0 0 0,0-1 0 0 0,0 1 0 0 0,0 0 0 0 0,0-1 0 0 0,-1 1 0 0 0,1 0 0 0 0,0-1 0 0 0,0 2 0 0 0,1-1-1 0 0,0 0 1 0 0,-1 0 0 0 0,1-1 0 0 0,0 1 0 0 0,-1 0 0 0 0,1-1 0 0 0,0 1 0 0 0,-1-1 0 0 0,1 1-1 0 0,0-1 1 0 0,0 1 0 0 0,0-1 0 0 0,0 1 0 0 0,0-1 0 0 0,-1 0 0 0 0,1 0 0 0 0,0 1 0 0 0,0-1 0 0 0,0 0-1 0 0,0 0 1 0 0,0 0 0 0 0,0 0 0 0 0,0 0 0 0 0,0 0 0 0 0,0 0 0 0 0,1-1 0 0 0,1 1-11 0 0,2 5-42 0 0,1 0 40 0 0,-3-3 13 0 0,0-1 0 0 0,0 0 0 0 0,0-1 0 0 0,0 1 0 0 0,0 0 0 0 0,0-1 0 0 0,0 0 0 0 0,0 0 0 0 0,0 0 0 0 0,0 0 0 0 0,0 0 0 0 0,0 0 0 0 0,6-2 0 0 0,0-1 0 0 0,82-4 0 0 0,-46 1 1 0 0,-37 1-1 0 0,8-2 65 0 0,6 5-38 0 0,-17-2 40 0 0,-5 3 13 0 0,0-1 30 0 0,0 2-108 0 0,0 0 0 0 0,0-1 0 0 0,0 1 1 0 0,0 0-1 0 0,0 0 0 0 0,0 0 0 0 0,0 0 1 0 0,0-1-1 0 0,-1 1 0 0 0,1 0 0 0 0,0 0 1 0 0,0 0-1 0 0,0-1 0 0 0,0 1 0 0 0,0 0 1 0 0,0 0-1 0 0,0 0 0 0 0,1 0 0 0 0,-1-1 1 0 0,0 1-1 0 0,0 0 0 0 0,0 0 0 0 0,0 0 0 0 0,0 0 1 0 0,0-1-1 0 0,0 1 0 0 0,0 0 0 0 0,0 0 1 0 0,0 0-1 0 0,1 0 0 0 0,-1 0 0 0 0,0-1 1 0 0,0 1-1 0 0,0 0 0 0 0,0 0 0 0 0,0 0 1 0 0,1 0-1 0 0,-1 0 0 0 0,0 0 0 0 0,0 0 1 0 0,0 0-1 0 0,0-1 0 0 0,1 1 0 0 0,-1 0 1 0 0,0 0-1 0 0,0 0 0 0 0,0 0 0 0 0,0 0 1 0 0,1 0-1 0 0,-1 0 0 0 0,0 0 0 0 0,0 0 1 0 0,0 0-1 0 0,1 0 0 0 0,-1 0 0 0 0,0 1 0 0 0,0-1 1 0 0,22-1 77 0 0,-17-4 0 0 0,-5-1 0 0 0,0 4-13 0 0,0-1-54 0 0,0 10-13 0 0,0 180-574 0 0,0-185 544 0 0,0 0 1 0 0,0 1-1 0 0,0-1 0 0 0,0 0 0 0 0,0 0 0 0 0,1 0 0 0 0,-1 0 0 0 0,1 0 1 0 0,-1 0-1 0 0,1 0 0 0 0,0 0 0 0 0,0 0 0 0 0,0-1 0 0 0,0 1 0 0 0,0 0 0 0 0,0 0 1 0 0,1-1-1 0 0,-1 1 0 0 0,0-1 0 0 0,4 3 0 0 0,-4-3-78 0 0,0 0 0 0 0,0 0 0 0 0,0 0 0 0 0,0 1 0 0 0,0-1 0 0 0,0 0 0 0 0,0 0 0 0 0,0 0 0 0 0,0 1 0 0 0,-1-1 0 0 0,1 0 0 0 0,0 1 0 0 0,-1-1 0 0 0,1 1 0 0 0,-1-1 1 0 0,0 1-1 0 0,1-1 0 0 0,-1 1 0 0 0,0-1 0 0 0,0 3 0 0 0,0 12-3467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8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68 720 0 0,'8'-1'874'0'0,"11"-4"178"0"0,-14-6 3599 0 0,0 8-3824 0 0,17-2-254 0 0,-22 5-551 0 0,0 0-1 0 0,0 0 0 0 0,1 0 0 0 0,-1 0 0 0 0,0 0 1 0 0,0 0-1 0 0,1 0 0 0 0,-1 0 0 0 0,0 0 1 0 0,0 0-1 0 0,1 0 0 0 0,-1 0 0 0 0,0 0 1 0 0,0 0-1 0 0,1 0 0 0 0,-1 0 0 0 0,0-1 0 0 0,0 1 1 0 0,1 0-1 0 0,-1 0 0 0 0,0 0 0 0 0,0 0 1 0 0,0 0-1 0 0,1-1 0 0 0,-1 1 0 0 0,0 0 1 0 0,0 0-1 0 0,0 0 0 0 0,0-1 0 0 0,1 1 0 0 0,-1 0 1 0 0,0 0-1 0 0,0 0 0 0 0,0-1 0 0 0,0 1 1 0 0,0 0-1 0 0,0 0 0 0 0,0-1 0 0 0,0 1 1 0 0,0 0-1 0 0,0 0 0 0 0,0-1 0 0 0,0 1 0 0 0,0 0 1 0 0,0 0-1 0 0,0-1 0 0 0,0 1 0 0 0,0 0 1 0 0,0 0-1 0 0,0-1 0 0 0,0 1 0 0 0,0 0 0 0 0,0 0 1 0 0,0-1-1 0 0,-1 1 0 0 0,1 0 0 0 0,0 0 1 0 0,0 0-1 0 0,0-1 0 0 0,0 1 0 0 0,-1 0 1 0 0,0-9-45 0 0,29-1 277 0 0,-28 10-250 0 0,0 0 1 0 0,0 0 0 0 0,1 0-1 0 0,-1 0 1 0 0,0 0 0 0 0,0 0 0 0 0,0 0-1 0 0,1 0 1 0 0,-1 0 0 0 0,0 0-1 0 0,0 0 1 0 0,0 0 0 0 0,1 0-1 0 0,-1 0 1 0 0,0-1 0 0 0,0 1 0 0 0,0 0-1 0 0,0 0 1 0 0,1 0 0 0 0,-1 0-1 0 0,0 0 1 0 0,0 0 0 0 0,0-1-1 0 0,0 1 1 0 0,0 0 0 0 0,1 0 0 0 0,-1 0-1 0 0,0 0 1 0 0,0-1 0 0 0,0 1-1 0 0,0 0 1 0 0,0 0 0 0 0,0 0-1 0 0,0-1 1 0 0,0 1 0 0 0,0 0 0 0 0,0 0-1 0 0,0 0 1 0 0,0-1 0 0 0,0 1-1 0 0,0 0 1 0 0,0 0 0 0 0,0 0-1 0 0,0-1 1 0 0,0 1 0 0 0,0 0 0 0 0,0 0-1 0 0,0-1 11 0 0,-5-4 65 0 0,-22 4 0 0 0,-24 4 11 0 0,-77 15 0 0 0,89-11-46 0 0,-19 7 48 0 0,57-14-96 0 0,1 0 0 0 0,0 0 0 0 0,-1 1 0 0 0,1-1 0 0 0,-1 0 0 0 0,1 1 0 0 0,0-1 1 0 0,-1 0-1 0 0,1 1 0 0 0,0-1 0 0 0,-1 1 0 0 0,1-1 0 0 0,0 0 0 0 0,0 1 0 0 0,0-1 0 0 0,-1 1 0 0 0,1-1 0 0 0,0 1 0 0 0,0-1 0 0 0,0 1 0 0 0,0-1 0 0 0,0 1 1 0 0,0-1-1 0 0,0 0 0 0 0,0 1 0 0 0,0-1 0 0 0,0 1 0 0 0,0-1 0 0 0,0 1 0 0 0,0-1 0 0 0,0 1 0 0 0,0-1 0 0 0,0 1 0 0 0,1-1 0 0 0,-1 1 0 0 0,0-1 0 0 0,0 1 1 0 0,0-1-1 0 0,1 0 0 0 0,-1 1 0 0 0,0-1 0 0 0,1 0 0 0 0,-1 1 0 0 0,0-1 0 0 0,1 0 0 0 0,-1 1 0 0 0,1-1 0 0 0,-1 0 0 0 0,1 1 0 0 0,174 26-77 0 0,-166-26 90 0 0,0 0 0 0 0,0 1-1 0 0,-1 1 1 0 0,1 0 0 0 0,0 0-1 0 0,15 8 1 0 0,-5-2-11 0 0,-19-8 3 0 0,1-1 0 0 0,0 1 0 0 0,-1 0 0 0 0,1 0 0 0 0,-1 0 0 0 0,1 0 0 0 0,-1 0 0 0 0,1 0 0 0 0,-1 0 0 0 0,0 0 0 0 0,1 0 0 0 0,-1 0 0 0 0,0 0 0 0 0,0 0 0 0 0,0 0 0 0 0,0 0 0 0 0,0 0 0 0 0,0 0 0 0 0,0 0 0 0 0,0 0 0 0 0,0 0 0 0 0,0 0 0 0 0,-1 0 0 0 0,1 0 0 0 0,0 0 1 0 0,-1 0-1 0 0,1 0 0 0 0,-1 0 0 0 0,1 0 0 0 0,-1 0 0 0 0,1 0 0 0 0,-2 1 0 0 0,-9 5-25 0 0,1-1 1 0 0,-1 0 0 0 0,0-1 0 0 0,-1 0-1 0 0,1 0 1 0 0,-1-1 0 0 0,0-1 0 0 0,-21 4 0 0 0,28-6-83 0 0,-62 10-578 0 0,16-11-3772 0 0,20-6 66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5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0 194 1040 0 0,'0'17'3232'0'0,"0"-10"-1149"0"0,0-10-688 0 0,0 2-1075 0 0,5 0-66 0 0,-4 1-217 0 0,0 0-17 0 0,1 0 1 0 0,-1 0-1 0 0,0 0 1 0 0,1-1-1 0 0,-1 1 1 0 0,0 0-1 0 0,1-1 1 0 0,-1 1-1 0 0,0-1 1 0 0,0 1-1 0 0,1-1 1 0 0,-1 1-1 0 0,0-1 0 0 0,0 0 1 0 0,0 0-1 0 0,0 1 1 0 0,0-1-1 0 0,0 0 1 0 0,0 0-1 0 0,1-2 1 0 0,0 1 11 0 0,0-1 1 0 0,1 1 0 0 0,-1 0 0 0 0,1 0-1 0 0,-1 0 1 0 0,1 0 0 0 0,0 0 0 0 0,0 0-1 0 0,0 1 1 0 0,0 0 0 0 0,0-1 0 0 0,0 1-1 0 0,5-1 1 0 0,8-5 69 0 0,4-10 45 0 0,-14 11-107 0 0,1 0 0 0 0,1 0 0 0 0,-1 0 0 0 0,14-6 0 0 0,4-1 73 0 0,130-76 401 0 0,-130 77-362 0 0,-39 18-144 0 0,13-6-7 0 0,1 0 0 0 0,0 0 1 0 0,-1 1-1 0 0,1-1 0 0 0,-1 0 0 0 0,1 1 1 0 0,-1-1-1 0 0,1 1 0 0 0,0-1 0 0 0,-1 1 1 0 0,1-1-1 0 0,0 0 0 0 0,0 1 0 0 0,-1-1 1 0 0,1 1-1 0 0,0-1 0 0 0,0 1 0 0 0,-1 0 1 0 0,1-1-1 0 0,0 1 0 0 0,0-1 0 0 0,0 1 1 0 0,0-1-1 0 0,0 1 0 0 0,0-1 0 0 0,0 1 1 0 0,0-1-1 0 0,0 1 0 0 0,0 0 0 0 0,0-1 1 0 0,1 2-1 0 0,5 19 39 0 0,17 32-341 0 0,-20-42 115 0 0,1 0 0 0 0,1-1 0 0 0,-1 1 0 0 0,2-1 0 0 0,-1 0 0 0 0,1 0 0 0 0,1-1 0 0 0,0 0 0 0 0,8 9 0 0 0,1-9-2229 0 0,38-3-1573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0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34 119 3602 0 0,'-5'-1'157'0'0,"4"1"-61"0"0,0 0 1 0 0,0 0-1 0 0,0 0 0 0 0,0 0 1 0 0,0 0-1 0 0,-1 0 1 0 0,1-1-1 0 0,0 1 1 0 0,0 0-1 0 0,0 0 1 0 0,0-1-1 0 0,0 1 1 0 0,0-1-1 0 0,0 1 1 0 0,0-1-1 0 0,0 0 1 0 0,0 1-1 0 0,1-1 1 0 0,-1 0-1 0 0,0 1 1 0 0,0-1-1 0 0,0 0 1 0 0,1 0-1 0 0,-1 0 1 0 0,1 0-1 0 0,-1 0 1 0 0,0 0-1 0 0,1 0 0 0 0,0 0 1 0 0,-1 0-1 0 0,1 0 1 0 0,-1 0-1 0 0,1 0 1 0 0,0 0-1 0 0,0 0 1 0 0,0 0-1 0 0,0 0 1 0 0,0 0-1 0 0,0 0 1 0 0,0-1-1 0 0,0 1 1 0 0,0 0-1 0 0,1-1 1 0 0,-1 1-89 0 0,1 0 1 0 0,-1 0 0 0 0,1 0-1 0 0,-1 0 1 0 0,1 1 0 0 0,0-1-1 0 0,-1 0 1 0 0,1 0 0 0 0,0 1-1 0 0,0-1 1 0 0,0 0 0 0 0,-1 1-1 0 0,1-1 1 0 0,0 1 0 0 0,0-1-1 0 0,0 1 1 0 0,0 0 0 0 0,0-1-1 0 0,0 1 1 0 0,0 0 0 0 0,0 0-1 0 0,0-1 1 0 0,2 1 0 0 0,2-1 23 0 0,10-11 76 0 0,8-1-3 0 0,13-1-18 0 0,-29 10-64 0 0,0 1 1 0 0,0 0 0 0 0,1 0 0 0 0,-1 1 0 0 0,1 0 0 0 0,8-1 0 0 0,21-3 2 0 0,1 0 41 0 0,-29 9-64 0 0,-3-1 7 0 0,-4-3-5 0 0,-1 1 0 0 0,1 0 0 0 0,-1 0 0 0 0,1 0 0 0 0,-1 0 0 0 0,1 0 0 0 0,-1 1 0 0 0,1-1 0 0 0,-1 0 0 0 0,1 1-1 0 0,-1-1 1 0 0,1 1 0 0 0,-1-1 0 0 0,0 1 0 0 0,1 0 0 0 0,-1-1 0 0 0,0 1 0 0 0,0 0 0 0 0,1 0 0 0 0,-1 0 0 0 0,0 0 0 0 0,0 0-1 0 0,2 3 1 0 0,-2-2 0 0 0,-1 1-1 0 0,1 0 0 0 0,0-1 0 0 0,-1 1 0 0 0,1 0 1 0 0,-1 0-1 0 0,0 0 0 0 0,0-1 0 0 0,-1 6 1 0 0,1 5-6 0 0,0-12 3 0 0,0 0-1 0 0,0 0 1 0 0,0 0-1 0 0,0 0 1 0 0,-1 0-1 0 0,1 0 1 0 0,0 0-1 0 0,0 0 1 0 0,-1 0-1 0 0,1 0 1 0 0,0 0-1 0 0,-1 0 1 0 0,1 0-1 0 0,-1 0 1 0 0,1 0-1 0 0,-1 0 1 0 0,0-1-1 0 0,1 1 1 0 0,-1 0-1 0 0,0 0 1 0 0,0-1-1 0 0,1 1 1 0 0,-1 0-1 0 0,0-1 1 0 0,0 1-1 0 0,0-1 1 0 0,0 1-1 0 0,-1 0 1 0 0,1-1-2 0 0,0 0 1 0 0,0 1 0 0 0,0-1 0 0 0,0 1 0 0 0,0-1-1 0 0,0 1 1 0 0,0 0 0 0 0,1-1 0 0 0,-1 1 0 0 0,0 0-1 0 0,0-1 1 0 0,1 1 0 0 0,-1 0 0 0 0,1 0 0 0 0,-1 0 0 0 0,0 0-1 0 0,1 0 1 0 0,0 0 0 0 0,-1 0 0 0 0,1 0 0 0 0,-1 0-1 0 0,1 0 1 0 0,0 0 0 0 0,0 0 0 0 0,0 0 0 0 0,0 0 0 0 0,0 0-1 0 0,0 2 1 0 0,-1-1-1 0 0,1 1 0 0 0,-1-1 0 0 0,0 1-1 0 0,0-1 1 0 0,0 0 0 0 0,0 1 0 0 0,0-1 0 0 0,-1 0 0 0 0,1 0 0 0 0,0 0-1 0 0,-1 0 1 0 0,0 0 0 0 0,0 0 0 0 0,1 0 0 0 0,-1 0 0 0 0,0-1-1 0 0,0 1 1 0 0,0-1 0 0 0,-4 3 0 0 0,-47 22 11 0 0,47-23-6 0 0,-5 6-5 0 0,118-9-93 0 0,3-9-300 0 0,115-25-1 0 0,-213 31-427 0 0,0-1-1 0 0,0 0 1 0 0,0-1 0 0 0,0 0-1 0 0,-1-1 1 0 0,19-12 0 0 0,2-3-1447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01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1441 0 0,'-31'7'2024'0'0,"11"-3"-315"0"0,0 0-1 0 0,-37 2 1 0 0,127-26-1349 0 0,-44 20-347 0 0,1 4 0 0 0,-27-4-11 0 0,1 1-1 0 0,-1-1 1 0 0,0 0-1 0 0,1 0 0 0 0,-1 0 1 0 0,0 0-1 0 0,1 1 0 0 0,-1-1 1 0 0,0 0-1 0 0,0 0 1 0 0,1 1-1 0 0,-1-1 0 0 0,0 0 1 0 0,0 1-1 0 0,1-1 1 0 0,-1 0-1 0 0,0 0 0 0 0,0 1 1 0 0,0-1-1 0 0,1 1 0 0 0,-1-1 1 0 0,0 0-1 0 0,0 1 1 0 0,0-1-1 0 0,0 0 0 0 0,0 1 1 0 0,0-1-1 0 0,0 0 0 0 0,0 1 1 0 0,0-1-1 0 0,0 1 1 0 0,0-1-1 0 0,0 0 0 0 0,0 1 1 0 0,0-1-1 0 0,0 0 0 0 0,0 1 1 0 0,-1-1-1 0 0,1 0 1 0 0,0 1-1 0 0,0-1 0 0 0,0 0 1 0 0,-1 1-1 0 0,1-1 1 0 0,0 0-1 0 0,0 1 0 0 0,-1-1 1 0 0,1 0-1 0 0,0 0 0 0 0,0 1 1 0 0,-1-1-1 0 0,1 0 1 0 0,0 0-1 0 0,-1 0 0 0 0,1 1 1 0 0,0-1-1 0 0,-1 0 0 0 0,-83 33 116 0 0,51-21-87 0 0,123-10-30 0 0,-36 6 0 0 0,-44-4 0 0 0,13 5-1 0 0,-22-8 0 0 0,-1-1 1 0 0,0 0 0 0 0,1 1 0 0 0,-1-1 0 0 0,0 0 0 0 0,1 1 0 0 0,-1-1 0 0 0,0 1 0 0 0,1-1 0 0 0,-1 0 0 0 0,0 1 0 0 0,0-1 0 0 0,0 1 0 0 0,1-1 0 0 0,-1 1 0 0 0,0-1-1 0 0,0 1 1 0 0,0-1 0 0 0,0 1 0 0 0,0-1 0 0 0,0 1 0 0 0,0-1 0 0 0,0 1 0 0 0,0-1 0 0 0,0 1 0 0 0,0 0 0 0 0,-2 2 2 0 0,0 1 0 0 0,-1-1-1 0 0,1 1 1 0 0,-1-1 0 0 0,1 0 0 0 0,-1 1 0 0 0,0-2 0 0 0,-5 5 0 0 0,-2 1-65 0 0,0 0 0 0 0,0 0 0 0 0,-1-1 0 0 0,0-1 1 0 0,-1 0-1 0 0,1 0 0 0 0,-1-1 0 0 0,0-1 1 0 0,0 0-1 0 0,-1-1 0 0 0,1 0 0 0 0,-1 0 0 0 0,0-2 1 0 0,1 0-1 0 0,-1 0 0 0 0,-24-2 0 0 0,32 0-282 0 0,-1 0-1 0 0,1 0 1 0 0,0 0-1 0 0,0 0 1 0 0,0-1-1 0 0,0 0 1 0 0,0 0-1 0 0,0 0 1 0 0,-7-6-1 0 0,11 8 188 0 0,0-1-1 0 0,1 0 1 0 0,-1 0-1 0 0,1 0 1 0 0,-1 0-1 0 0,1 0 1 0 0,-1 0-1 0 0,1 0 1 0 0,0 0-1 0 0,-1 0 1 0 0,1 0-1 0 0,0 0 1 0 0,0 0-1 0 0,0 0 1 0 0,0-1-1 0 0,0-1 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0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40 800 0 0,'-5'0'1734'0'0,"-48"-12"3055"0"0,52 12-4750 0 0,1 0 0 0 0,-1 0 0 0 0,1 0 0 0 0,0 0 0 0 0,-1 0 0 0 0,1-1 0 0 0,0 1 0 0 0,-1 0 0 0 0,1 0 0 0 0,0-1 0 0 0,-1 1 0 0 0,1 0 0 0 0,0 0 0 0 0,0-1 0 0 0,-1 1 0 0 0,1 0 0 0 0,0-1 0 0 0,0 1 0 0 0,0 0 0 0 0,-1-1 0 0 0,1 1 0 0 0,0-1 0 0 0,0 1 0 0 0,0 0 0 0 0,0-1 0 0 0,0 1 1 0 0,0 0-1 0 0,0-1 0 0 0,0 1 0 0 0,0-1 0 0 0,0 1 0 0 0,0 0 0 0 0,0-1 0 0 0,0 1 0 0 0,0-1 0 0 0,0 1 0 0 0,0 0 0 0 0,0-1 0 0 0,0 1 0 0 0,1-1 0 0 0,-1 1-33 0 0,0-1 1 0 0,1 1-1 0 0,-1 0 1 0 0,0-1-1 0 0,0 1 1 0 0,0-1-1 0 0,0 1 1 0 0,0 0-1 0 0,0-1 1 0 0,0 1 0 0 0,0 0-1 0 0,0-1 1 0 0,0 1-1 0 0,0-1 1 0 0,0 1-1 0 0,0 0 1 0 0,0-1-1 0 0,0 1 1 0 0,0 0-1 0 0,0-1 1 0 0,0 1 0 0 0,-1 0-1 0 0,1-1 1 0 0,0 1-1 0 0,0 0 1 0 0,0-1-1 0 0,-1 1 1 0 0,1 0-1 0 0,0-1 1 0 0,0 1-1 0 0,-1 0 1 0 0,1 0 0 0 0,0-1-1 0 0,-1 1 1 0 0,1 0-1 0 0,0 0 1 0 0,-1 0-1 0 0,1-1 1 0 0,0 1-1 0 0,-1 0 1 0 0,-20-1 20 0 0,18 1-6 0 0,0 1 1 0 0,0-1 0 0 0,0 1-1 0 0,0 0 1 0 0,0 0 0 0 0,0 0-1 0 0,1 0 1 0 0,-1 1 0 0 0,1-1-1 0 0,-1 1 1 0 0,1 0 0 0 0,-1-1-1 0 0,1 1 1 0 0,0 0 0 0 0,0 0-1 0 0,0 1 1 0 0,0-1 0 0 0,0 0-1 0 0,0 1 1 0 0,1-1 0 0 0,-1 1-1 0 0,1-1 1 0 0,-1 1 0 0 0,0 4-1 0 0,-15 19-82 0 0,7-15 50 0 0,9-10 11 0 0,-1 1 0 0 0,0 0 0 0 0,1-1-1 0 0,0 1 1 0 0,-1 0 0 0 0,1 0 0 0 0,0 0 0 0 0,0 0 0 0 0,0 0 0 0 0,0 0 0 0 0,1 0 0 0 0,-1 0-1 0 0,0 0 1 0 0,1 0 0 0 0,-1 0 0 0 0,1 0 0 0 0,0 1 0 0 0,0-1 0 0 0,0 0 0 0 0,0 3-1 0 0,1-4 1 0 0,0-1 0 0 0,0 1 0 0 0,0 0 0 0 0,0-1 0 0 0,0 1 0 0 0,0-1 0 0 0,0 1 0 0 0,0-1 0 0 0,0 1 0 0 0,0-1 0 0 0,0 0 0 0 0,0 1 0 0 0,0-1 0 0 0,0 0 0 0 0,0 0 0 0 0,0 0 0 0 0,0 0 0 0 0,1 0 0 0 0,-1 0 0 0 0,0 0 0 0 0,0-1 0 0 0,0 1 0 0 0,2-1 0 0 0,-3 1-1 0 0,1 0-1 0 0,-1 0 1 0 0,0 0-1 0 0,1 0 1 0 0,-1 0-1 0 0,0 0 1 0 0,1-1-1 0 0,-1 1 0 0 0,1 0 1 0 0,-1 0-1 0 0,0 0 1 0 0,0-1-1 0 0,1 1 1 0 0,-1 0-1 0 0,0 0 0 0 0,1-1 1 0 0,-1 1-1 0 0,0 0 1 0 0,0-1-1 0 0,1 1 1 0 0,-1 0-1 0 0,0-1 1 0 0,0 1-1 0 0,0 0 0 0 0,0-1 1 0 0,0 1-1 0 0,1-1 1 0 0,-1 1-1 0 0,0-1 1 0 0,3-4-19 0 0,4 3 11 0 0,-6 2 9 0 0,0 0 0 0 0,-1 0 1 0 0,1 0-1 0 0,0 0 0 0 0,0 0 0 0 0,0 0 1 0 0,-1 0-1 0 0,1-1 0 0 0,0 1 0 0 0,0 0 1 0 0,-1 0-1 0 0,1-1 0 0 0,0 1 0 0 0,-1-1 1 0 0,1 1-1 0 0,0-1 0 0 0,-1 1 0 0 0,1-1 1 0 0,-1 1-1 0 0,1-1 0 0 0,-1 1 0 0 0,1-1 1 0 0,-1 0-1 0 0,1 1 0 0 0,-1-1 0 0 0,0 0 1 0 0,1 0-1 0 0,-1 1 0 0 0,0-1 0 0 0,1 0 1 0 0,-1 0-1 0 0,0 1 0 0 0,0-1 0 0 0,0 0 0 0 0,0-1 1 0 0,0 2 1 0 0,0-1 1 0 0,0 1-1 0 0,0-1 1 0 0,1 1-1 0 0,-1 0 1 0 0,0-1-1 0 0,0 1 0 0 0,0-1 1 0 0,0 1-1 0 0,1 0 1 0 0,-1-1-1 0 0,0 1 1 0 0,0-1-1 0 0,1 1 1 0 0,-1 0-1 0 0,0-1 1 0 0,0 1-1 0 0,1 0 1 0 0,-1 0-1 0 0,1-1 0 0 0,-1 1 1 0 0,0 0-1 0 0,1 0 1 0 0,-1-1-1 0 0,0 1 1 0 0,1 0-1 0 0,-1 0 1 0 0,1 0-1 0 0,-1 0 1 0 0,1 0-1 0 0,-1 0 1 0 0,0 0-1 0 0,1 0 1 0 0,-1 0-1 0 0,1 0 0 0 0,-1 0 1 0 0,1 0-1 0 0,-1 0 1 0 0,0 0-1 0 0,1 0 1 0 0,0 0 0 0 0,0 0 0 0 0,-1 0 0 0 0,1 0-1 0 0,0 0 1 0 0,-1 0 0 0 0,1 0 0 0 0,0 0 0 0 0,-1 0 0 0 0,1 0 0 0 0,0 0 0 0 0,-1 0 0 0 0,1-1 0 0 0,0 1 0 0 0,-1 0 0 0 0,1 0 0 0 0,0-1 0 0 0,-1 1-1 0 0,1 0 1 0 0,-1-1 0 0 0,1 1 0 0 0,-1-1 0 0 0,1 1 0 0 0,-1-1 0 0 0,1 1 0 0 0,-1-1 0 0 0,1 1 0 0 0,-1-1 0 0 0,0 1 0 0 0,1-1 0 0 0,-1 0-1 0 0,0 1 1 0 0,0-1 0 0 0,1 0 0 0 0,-1 1 0 0 0,0-1 0 0 0,0 0 0 0 0,0 1 0 0 0,0-1 0 0 0,0 0 0 0 0,0 1 0 0 0,0-1 0 0 0,0-1 0 0 0,-1 35 110 0 0,0-16-113 0 0,1 0 1 0 0,1 0-1 0 0,4 31 1 0 0,-4-44-12 0 0,0-1 0 0 0,0 1 1 0 0,0 0-1 0 0,0-1 0 0 0,1 1 1 0 0,-1-1-1 0 0,1 1 0 0 0,0-1 0 0 0,0 0 1 0 0,0 0-1 0 0,1 0 0 0 0,-1 0 1 0 0,1 0-1 0 0,-1 0 0 0 0,1-1 1 0 0,0 1-1 0 0,0-1 0 0 0,0 0 1 0 0,1 0-1 0 0,-1 0 0 0 0,7 3 0 0 0,-9-4-25 0 0,1-1 0 0 0,-1 1-1 0 0,1-1 1 0 0,-1 1 0 0 0,1-1-1 0 0,-1 1 1 0 0,1-1 0 0 0,-1 0-1 0 0,1 0 1 0 0,0 0 0 0 0,-1 0-1 0 0,1 0 1 0 0,-1 0 0 0 0,1 0-1 0 0,2-1 1 0 0,1 0-116 0 0,5-5-2609 0 0,12-3 293 0 0,-22 9 2333 0 0,1-1 0 0 0,0 0 0 0 0,-1 0 1 0 0,1 1-1 0 0,-1-1 0 0 0,0 0 0 0 0,1 0 0 0 0,-1 0 1 0 0,0 0-1 0 0,1 0 0 0 0,-1 1 0 0 0,0-1 0 0 0,0 0 1 0 0,0 0-1 0 0,0 0 0 0 0,0 0 0 0 0,0 0 0 0 0,0-2 1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0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1761 0 0,'-6'0'1734'0'0,"-13"0"-937"0"0,0 2 0 0 0,0 0 0 0 0,0 1 0 0 0,-21 6-1 0 0,7 2-328 0 0,0 1 0 0 0,1 1 0 0 0,-36 21 0 0 0,67-34-461 0 0,-26 19 60 0 0,27-19-65 0 0,-1 1-1 0 0,0-1 1 0 0,1 1 0 0 0,-1-1 0 0 0,1 1 0 0 0,-1-1-1 0 0,1 1 1 0 0,-1-1 0 0 0,1 1 0 0 0,0-1 0 0 0,-1 1-1 0 0,1-1 1 0 0,0 1 0 0 0,-1 0 0 0 0,1-1 0 0 0,0 1-1 0 0,0 0 1 0 0,-1-1 0 0 0,1 1 0 0 0,0 0-1 0 0,0-1 1 0 0,0 1 0 0 0,0 0 0 0 0,0 0 0 0 0,0-1-1 0 0,0 1 1 0 0,0 0 0 0 0,0-1 0 0 0,1 1 0 0 0,-1 0-1 0 0,0-1 1 0 0,0 1 0 0 0,0 0 0 0 0,1-1 0 0 0,-1 1-1 0 0,0-1 1 0 0,1 1 0 0 0,-1 0 0 0 0,1-1 0 0 0,-1 1-1 0 0,1-1 1 0 0,-1 1 0 0 0,1-1 0 0 0,-1 1 0 0 0,1-1-1 0 0,-1 0 1 0 0,2 1 0 0 0,25 7 11 0 0,69-1 1 0 0,-71-7-4 0 0,-1 2 1 0 0,1 0 0 0 0,-1 2-1 0 0,38 10 1 0 0,-61-14-10 0 0,0 0 0 0 0,0 0 0 0 0,0 0 0 0 0,0 1 0 0 0,0-1 0 0 0,0 0 0 0 0,-1 0 0 0 0,1 1 0 0 0,0-1 0 0 0,0 1 0 0 0,0-1 0 0 0,0 1-1 0 0,0-1 1 0 0,-1 1 0 0 0,1-1 0 0 0,0 1 0 0 0,0 0 0 0 0,-1-1 0 0 0,1 1 0 0 0,0 0 0 0 0,-1 0 0 0 0,1-1 0 0 0,-1 1 0 0 0,1 0 0 0 0,-1 0 0 0 0,1 0 0 0 0,-1 0 0 0 0,0 0 0 0 0,1 0 0 0 0,-1 0 0 0 0,0 0 0 0 0,0 0 0 0 0,0 0 0 0 0,0 0 0 0 0,0 1 0 0 0,-1 0 4 0 0,0 1 0 0 0,-1-1 1 0 0,1 1-1 0 0,-1-1 1 0 0,1 0-1 0 0,-1 1 1 0 0,0-1-1 0 0,0 0 1 0 0,0 0-1 0 0,0 0 1 0 0,-1-1-1 0 0,-2 3 1 0 0,-16 10 22 0 0,-1-1 0 0 0,-24 10 0 0 0,43-22-31 0 0,-12 6-3 0 0,-1-1 0 0 0,1 0-1 0 0,-1-1 1 0 0,0-1 0 0 0,0 0 0 0 0,0-1 0 0 0,-1-1 0 0 0,-32 0 0 0 0,-31-13-2380 0 0,53 4-789 0 0,27 6 3047 0 0,-1 1 0 0 0,1 0 0 0 0,-1-1 0 0 0,1 1 0 0 0,0-1 0 0 0,-1 1-1 0 0,1-1 1 0 0,0 1 0 0 0,-1 0 0 0 0,1-1 0 0 0,0 1 0 0 0,0-1 0 0 0,-1 0 0 0 0,1 1 0 0 0,0-1 0 0 0,0 1 0 0 0,0-1 0 0 0,0 1 0 0 0,0-1 0 0 0,0 1 0 0 0,0-1 0 0 0,0 1 0 0 0,0-1-1 0 0,0 0 1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05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76 1681 0 0,'-2'-20'6497'0'0,"-2"9"-5335"0"0,3 10-1192 0 0,0 0-1 0 0,0 1 1 0 0,0-1 0 0 0,0 0-1 0 0,-1 0 1 0 0,1 1-1 0 0,0-1 1 0 0,0 1 0 0 0,-1-1-1 0 0,1 1 1 0 0,0-1-1 0 0,-1 1 1 0 0,1 0-1 0 0,-3-1 1 0 0,4 1 32 0 0,0 0 0 0 0,-1 1 0 0 0,1-1 0 0 0,0 0 0 0 0,0 0 0 0 0,0 0 0 0 0,0 0 0 0 0,-1 0 0 0 0,1 0 0 0 0,0 0 0 0 0,0 0 0 0 0,0 0 1 0 0,-1-1-1 0 0,1 1 0 0 0,0 0 0 0 0,0 0 0 0 0,0 0 0 0 0,0 0 0 0 0,-1 0 0 0 0,1 0 0 0 0,0 0 0 0 0,0 0 0 0 0,0 0 0 0 0,0-1 0 0 0,0 1 0 0 0,-1 0 0 0 0,1 0 0 0 0,0 0 0 0 0,0 0 0 0 0,0 0 0 0 0,0-1 0 0 0,0 1 0 0 0,0 0 0 0 0,0 0 0 0 0,0 0 0 0 0,-1 0 0 0 0,1-1 0 0 0,0 1 0 0 0,0 0 0 0 0,0 0 1 0 0,0 0-1 0 0,0 0 0 0 0,0-1 0 0 0,0 1 0 0 0,0 0 0 0 0,0 0 0 0 0,0 0 0 0 0,0-1 0 0 0,0 1 0 0 0,0 0 0 0 0,1 0 0 0 0,-1 0 3 0 0,0-1 0 0 0,0 1-1 0 0,0 0 1 0 0,0 0 0 0 0,0 0 0 0 0,0 0 0 0 0,0 0 0 0 0,0-1-1 0 0,0 1 1 0 0,0 0 0 0 0,0 0 0 0 0,0 0 0 0 0,0 0-1 0 0,0 0 1 0 0,0 0 0 0 0,0-1 0 0 0,0 1 0 0 0,0 0 0 0 0,-1 0-1 0 0,1 0 1 0 0,0 0 0 0 0,0 0 0 0 0,0 0 0 0 0,0-1 0 0 0,0 1-1 0 0,0 0 1 0 0,0 0 0 0 0,0 0 0 0 0,0 0 0 0 0,-1 0-1 0 0,1 0 1 0 0,0 0 0 0 0,0 0 0 0 0,0 0 0 0 0,0-1 0 0 0,0 1-1 0 0,0 0 1 0 0,-1 0 0 0 0,1 0 0 0 0,0 0 0 0 0,0 0 0 0 0,0 0-1 0 0,0 0 1 0 0,0 0 0 0 0,-1 0 0 0 0,1 0 0 0 0,0 0 0 0 0,0 0-1 0 0,0 0 1 0 0,0 0 0 0 0,0 0 0 0 0,-1 0 0 0 0,1 1-1 0 0,0-1 1 0 0,0 0 0 0 0,0 0 0 0 0,0 0 0 0 0,0 0 0 0 0,0 0-1 0 0,-1 0 1 0 0,-25-1 431 0 0,-46-10 1 0 0,40 5 87 0 0,-62-2 0 0 0,73 8-444 0 0,16 0 0 0 0,-1 0 0 0 0,-79 15 174 0 0,80-12-224 0 0,5-3-29 0 0,0 0-1 0 0,0 0 1 0 0,0 0-1 0 0,0 0 0 0 0,0 0 1 0 0,0 0-1 0 0,1 0 0 0 0,-1 0 1 0 0,0 0-1 0 0,0 0 1 0 0,0 0-1 0 0,0 0 0 0 0,0 0 1 0 0,0 0-1 0 0,0 0 0 0 0,0 0 1 0 0,0 0-1 0 0,0 0 1 0 0,0 0-1 0 0,1 0 0 0 0,-1 0 1 0 0,0 1-1 0 0,0-1 1 0 0,0 0-1 0 0,0 0 0 0 0,0 0 1 0 0,0 0-1 0 0,0 0 0 0 0,0 0 1 0 0,0 0-1 0 0,0 0 1 0 0,0 0-1 0 0,0 0 0 0 0,0 1 1 0 0,0-1-1 0 0,0 0 1 0 0,0 0-1 0 0,0 0 0 0 0,0 0 1 0 0,0 0-1 0 0,0 0 0 0 0,0 0 1 0 0,0 0-1 0 0,0 0 1 0 0,0 1-1 0 0,0-1 0 0 0,0 0 1 0 0,0 0-1 0 0,0 0 0 0 0,0 0 1 0 0,0 0-1 0 0,0 0 1 0 0,0 0-1 0 0,0 0 0 0 0,-1 0 1 0 0,1 0-1 0 0,0 0 1 0 0,0 1-1 0 0,0-1 0 0 0,0 0 1 0 0,0 0-1 0 0,0 0 0 0 0,0 0 1 0 0,0 0-1 0 0,0 0 1 0 0,-33 13 9 0 0,26-10 50 0 0,1 0 0 0 0,0 0 0 0 0,0 1 1 0 0,1 0-1 0 0,-1 0 0 0 0,1 0 0 0 0,0 0 0 0 0,0 1 0 0 0,0 0 0 0 0,1 0 0 0 0,-1 1 0 0 0,1-1 0 0 0,0 1 0 0 0,1 0 0 0 0,0 0 0 0 0,0 0 0 0 0,0 0 0 0 0,0 1 0 0 0,1-1 0 0 0,0 1 0 0 0,1-1 0 0 0,-1 1 0 0 0,1 7 0 0 0,1-13-65 0 0,0 0 1 0 0,0 0-1 0 0,0 0 0 0 0,0 0 0 0 0,0 0 1 0 0,0-1-1 0 0,0 1 0 0 0,0 0 0 0 0,0 0 1 0 0,0 0-1 0 0,0 0 0 0 0,0 0 0 0 0,-1-1 1 0 0,1 1-1 0 0,0 0 0 0 0,-1 0 0 0 0,1 0 1 0 0,0-1-1 0 0,-1 1 0 0 0,1 0 0 0 0,-1-1 1 0 0,0 1-1 0 0,1 0 0 0 0,-1-1 0 0 0,1 1 1 0 0,-1-1-1 0 0,0 1 0 0 0,1-1 0 0 0,-1 1 1 0 0,0-1-1 0 0,0 1 0 0 0,1-1 0 0 0,-1 0 1 0 0,0 1-1 0 0,0-1 0 0 0,0 0 0 0 0,-1 1 1 0 0,1-1 6 0 0,1 0 1 0 0,-1 0 0 0 0,0 0-1 0 0,0 0 1 0 0,1 1-1 0 0,-1-1 1 0 0,0 0 0 0 0,0 1-1 0 0,1-1 1 0 0,-1 0 0 0 0,0 1-1 0 0,1-1 1 0 0,-1 1 0 0 0,1-1-1 0 0,-1 1 1 0 0,1-1 0 0 0,-1 1-1 0 0,1 0 1 0 0,-1-1-1 0 0,1 1 1 0 0,-1 0 0 0 0,1-1-1 0 0,0 1 1 0 0,-1 0 0 0 0,1-1-1 0 0,0 1 1 0 0,0 0 0 0 0,-1 0-1 0 0,1-1 1 0 0,0 1 0 0 0,0 0-1 0 0,0 0 1 0 0,0-1-1 0 0,0 1 1 0 0,0 0 0 0 0,0 0-1 0 0,1 1 1 0 0,-1 1 16 0 0,0 0 0 0 0,0 0 1 0 0,0-1-1 0 0,1 1 0 0 0,-1 0 0 0 0,1 0 1 0 0,0 0-1 0 0,0 0 0 0 0,0 0 0 0 0,0-1 0 0 0,1 1 1 0 0,-1-1-1 0 0,1 1 0 0 0,-1-1 0 0 0,3 3 1 0 0,-2-3-10 0 0,0 0 1 0 0,-1 0-1 0 0,1 1 1 0 0,-1-1 0 0 0,0 0-1 0 0,0 0 1 0 0,0 1 0 0 0,0-1-1 0 0,0 1 1 0 0,0-1-1 0 0,-1 1 1 0 0,1-1 0 0 0,-1 1-1 0 0,1 4 1 0 0,-2-5-1 0 0,1 0 0 0 0,0-1-1 0 0,0 1 1 0 0,0 0 0 0 0,0 0 0 0 0,0-1 0 0 0,0 1 0 0 0,0 0 0 0 0,0-1 0 0 0,1 1-1 0 0,-1 0 1 0 0,1-1 0 0 0,0 1 0 0 0,-1 0 0 0 0,1-1 0 0 0,0 1 0 0 0,0-1-1 0 0,0 1 1 0 0,0-1 0 0 0,0 0 0 0 0,0 1 0 0 0,0-1 0 0 0,0 0 0 0 0,1 0-1 0 0,-1 0 1 0 0,3 2 0 0 0,4 3-36 0 0,3 22-94 0 0,-4-22 128 0 0,2 2 19 0 0,0 0 1 0 0,0-1-1 0 0,0 0 1 0 0,1-1-1 0 0,0 0 1 0 0,12 5-1 0 0,-11-3-160 0 0,38 1-34 0 0,-1-1 0 0 0,2-2 0 0 0,54-2 1 0 0,-60-3 109 0 0,-12 0 85 0 0,0-2-1 0 0,52-7 1 0 0,-57 5 13 0 0,-7 1-6 0 0,1 0 1 0 0,33-10-1 0 0,-46 10-35 0 0,-7 2 0 0 0,-1 0 0 0 0,1 0 0 0 0,0 0 0 0 0,0 0 0 0 0,0 0 0 0 0,0 0 0 0 0,0 0 0 0 0,0 0 0 0 0,0 0 0 0 0,-1-1 0 0 0,1 1 0 0 0,0 0 0 0 0,0-1 0 0 0,0 1 0 0 0,-1-1 0 0 0,1 1 0 0 0,0-1 0 0 0,0 1 0 0 0,-1-1 0 0 0,1 0 0 0 0,0 1 0 0 0,-1-1 0 0 0,1 0 0 0 0,-1 1 0 0 0,1-1 0 0 0,-1 0 0 0 0,1 0 0 0 0,-1 1 0 0 0,1-1 0 0 0,-1 0 0 0 0,0 0 0 0 0,0 0 0 0 0,1 0 0 0 0,-1 0 0 0 0,0 1 0 0 0,0-3 0 0 0,0 2 1 0 0,0 0-1 0 0,0 1 1 0 0,0-1-1 0 0,1 0 1 0 0,-1 0-1 0 0,0 0 1 0 0,0 0-1 0 0,1 0 1 0 0,-1 1 0 0 0,0-1-1 0 0,1 0 1 0 0,-1 0-1 0 0,1 0 1 0 0,-1 1-1 0 0,1-1 1 0 0,-1 0-1 0 0,1 1 1 0 0,0-1-1 0 0,-1 1 1 0 0,1-1 0 0 0,0 0-1 0 0,-1 1 1 0 0,1-1-1 0 0,0 1 1 0 0,0 0-1 0 0,-1-1 1 0 0,3 0-1 0 0,-2 1 0 0 0,0 0 0 0 0,0-1 0 0 0,0 1 0 0 0,0-1 0 0 0,0 0 0 0 0,0 1 0 0 0,0-1 0 0 0,-1 0 0 0 0,1 0 0 0 0,0 1 0 0 0,0-1 0 0 0,0 0 0 0 0,-1 0-1 0 0,1 0 1 0 0,0 0 0 0 0,-1 0 0 0 0,1 0 0 0 0,-1 0 0 0 0,1 0 0 0 0,-1 0 0 0 0,0 0 0 0 0,1 0 0 0 0,-1 0 0 0 0,0-1 0 0 0,0 1 0 0 0,0 0 0 0 0,0 0-1 0 0,0-2 1 0 0,1-6-9 0 0,-1 7 10 0 0,1-1 0 0 0,-1 1-1 0 0,0-1 1 0 0,0 0 0 0 0,0 1-1 0 0,-1-1 1 0 0,1 0-1 0 0,0 1 1 0 0,-1-1 0 0 0,0 1-1 0 0,1-1 1 0 0,-1 1 0 0 0,-2-4-1 0 0,-6-4 22 0 0,7 8-20 0 0,1 1 0 0 0,-1 0 1 0 0,1-1-1 0 0,0 1 0 0 0,-1-1 0 0 0,1 0 1 0 0,0 1-1 0 0,0-1 0 0 0,0 0 0 0 0,0 0 1 0 0,0 0-1 0 0,1 0 0 0 0,-1 0 1 0 0,1 0-1 0 0,-1 0 0 0 0,1 0 0 0 0,-1 0 1 0 0,1 0-1 0 0,0-2 0 0 0,0-2 6 0 0,-1 1 0 0 0,0 0 0 0 0,-1-1 0 0 0,1 1 0 0 0,-1 0 0 0 0,0 0 0 0 0,0 0 0 0 0,0 0 0 0 0,-1 0 0 0 0,-5-8 0 0 0,-4-7 51 0 0,4 11-57 0 0,-1-1 0 0 0,0 1 0 0 0,0 1-1 0 0,-1-1 1 0 0,0 2 0 0 0,-20-13 0 0 0,15 13-12 0 0,1 0 1 0 0,-1 1-1 0 0,0 1 0 0 0,0 0 0 0 0,-1 1 1 0 0,1 1-1 0 0,-1 0 0 0 0,0 1 0 0 0,0 1 0 0 0,0 0 1 0 0,0 1-1 0 0,0 1 0 0 0,0 1 0 0 0,-23 5 0 0 0,31-5-345 0 0,1 0-1 0 0,0 1 0 0 0,1 0 1 0 0,-1 0-1 0 0,0 1 0 0 0,1 0 0 0 0,0 0 1 0 0,-10 8-1 0 0,-42 36-4940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2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21 160 0 0,'-11'2'613'0'0,"-1"1"-1"0"0,1-2 1 0 0,-1 0-1 0 0,1 0 1 0 0,-1-1-1 0 0,0 0 1 0 0,1-1-1 0 0,-1 0 1 0 0,1-1-1 0 0,-1 0 1 0 0,-16-6-1 0 0,25 6-494 0 0,-1 0 1 0 0,1 1-1 0 0,-1 0 0 0 0,0-1 0 0 0,0 2 1 0 0,0-1-1 0 0,0 0 0 0 0,0 1 1 0 0,1-1-1 0 0,-1 1 0 0 0,0 0 0 0 0,0 1 1 0 0,0-1-1 0 0,-7 2 0 0 0,6-1 1096 0 0,-27-9-347 0 0,27 15-387 0 0,-17-6-253 0 0,-10 6 107 0 0,28-7-316 0 0,-1 0 1 0 0,1 0-1 0 0,-1 1 1 0 0,1 0-1 0 0,-1 0 1 0 0,1 0-1 0 0,-6 3 1 0 0,-18 3 73 0 0,20-6-42 0 0,-1 1 1 0 0,1 0-1 0 0,0 1 1 0 0,0 0-1 0 0,0 0 1 0 0,0 0-1 0 0,0 1 0 0 0,1 0 1 0 0,-1 1-1 0 0,1 0 1 0 0,1 0-1 0 0,-1 1 1 0 0,1-1-1 0 0,-1 1 1 0 0,2 1-1 0 0,-1-1 1 0 0,1 1-1 0 0,0 0 0 0 0,0 0 1 0 0,1 0-1 0 0,0 1 1 0 0,-4 8-1 0 0,4-6 86 0 0,3-7-109 0 0,1-1-1 0 0,-1 1 1 0 0,0-1-1 0 0,-1 0 1 0 0,1 1-1 0 0,0-1 1 0 0,-1 0-1 0 0,1 0 1 0 0,-1 0-1 0 0,1 0 1 0 0,-1 0-1 0 0,0 0 1 0 0,-3 2-1 0 0,-5 13-12 0 0,8-16-13 0 0,1 0 1 0 0,-1 0-1 0 0,0 0 1 0 0,0 1 0 0 0,1-1-1 0 0,-1 1 1 0 0,1-1-1 0 0,0 1 1 0 0,-1-1 0 0 0,1 1-1 0 0,0 0 1 0 0,0 0 0 0 0,0 0-1 0 0,0 0 1 0 0,-1 2-1 0 0,-2 40-93 0 0,5-40 96 0 0,-1 1 1 0 0,0 0 0 0 0,-1-1-1 0 0,1 1 1 0 0,-1 0-1 0 0,0-1 1 0 0,0 1 0 0 0,0-1-1 0 0,-1 1 1 0 0,1-1-1 0 0,-1 0 1 0 0,0 0 0 0 0,-1 0-1 0 0,-3 6 1 0 0,0 0-7 0 0,5-8-2 0 0,0-1 1 0 0,0 1-1 0 0,0-1 1 0 0,1 1 0 0 0,-1-1-1 0 0,1 1 1 0 0,-1 0 0 0 0,1 0-1 0 0,0-1 1 0 0,-1 1-1 0 0,1 0 1 0 0,0 0 0 0 0,0-1-1 0 0,0 1 1 0 0,0 0-1 0 0,1 0 1 0 0,-1-1 0 0 0,0 1-1 0 0,1 0 1 0 0,-1-1 0 0 0,1 1-1 0 0,0 0 1 0 0,-1-1-1 0 0,1 1 1 0 0,0-1 0 0 0,0 1-1 0 0,0-1 1 0 0,0 0 0 0 0,0 1-1 0 0,1-1 1 0 0,-1 0-1 0 0,2 2 1 0 0,-1-1 8 0 0,0 0 0 0 0,-1-1-1 0 0,1 1 1 0 0,-1 0 0 0 0,0 0 0 0 0,1 0-1 0 0,-1 0 1 0 0,0 0 0 0 0,0 0 0 0 0,0 0-1 0 0,-1 0 1 0 0,1 0 0 0 0,-1 1 0 0 0,1 3 0 0 0,-1 109-192 0 0,1-113 180 0 0,-1 0 1 0 0,0 0 0 0 0,0 0-1 0 0,1-1 1 0 0,-1 1-1 0 0,0 0 1 0 0,1 0-1 0 0,0-1 1 0 0,0 1 0 0 0,-1 0-1 0 0,1-1 1 0 0,0 1-1 0 0,0 0 1 0 0,0-1-1 0 0,1 1 1 0 0,-1-1 0 0 0,0 0-1 0 0,3 2 1 0 0,-3-1 2 0 0,0-1 1 0 0,1 0-1 0 0,-1 0 1 0 0,0 1 0 0 0,0-1-1 0 0,0 1 1 0 0,0-1-1 0 0,0 1 1 0 0,0 0 0 0 0,0-1-1 0 0,0 1 1 0 0,-1 0-1 0 0,1-1 1 0 0,-1 1 0 0 0,1 0-1 0 0,-1 0 1 0 0,0 0-1 0 0,0 2 1 0 0,1-1-8 0 0,-1-1 0 0 0,0 1-1 0 0,1-1 1 0 0,-1 1 0 0 0,1-1 0 0 0,0 1 0 0 0,0-1-1 0 0,0 0 1 0 0,0 1 0 0 0,0-1 0 0 0,0 0-1 0 0,1 0 1 0 0,2 3 0 0 0,3 7-45 0 0,-4-7 21 0 0,0 3 7 0 0,0 0 0 0 0,1-1 0 0 0,0 0 0 0 0,0 0 1 0 0,1 0-1 0 0,0 0 0 0 0,0 0 0 0 0,0-1 0 0 0,1 0 0 0 0,0 0 1 0 0,0-1-1 0 0,1 1 0 0 0,0-1 0 0 0,0-1 0 0 0,13 8 0 0 0,0-3-22 0 0,-24-5 22 0 0,4-4 27 0 0,-1 0 1 0 0,0 1-1 0 0,0-1 1 0 0,0 1-1 0 0,0-1 1 0 0,0 1-1 0 0,0-1 1 0 0,1 1-1 0 0,-1-1 1 0 0,0 1-1 0 0,0 0 1 0 0,1-1-1 0 0,-1 1 1 0 0,1 0-1 0 0,-1 0 1 0 0,0 0-1 0 0,1-1 1 0 0,-1 1-1 0 0,1 0 1 0 0,0 0-1 0 0,-1 0 1 0 0,1 0-1 0 0,0 0 1 0 0,0 0-1 0 0,-1 0 1 0 0,1 0-1 0 0,0 0 1 0 0,0 1-1 0 0,-1-1 2 0 0,1-1-1 0 0,0 0 0 0 0,0 0 0 0 0,-1 0 0 0 0,1 0 0 0 0,0 0 0 0 0,0 0 0 0 0,0 0 0 0 0,0 0 0 0 0,0 1 0 0 0,0-1 0 0 0,0 0 0 0 0,0 0 0 0 0,0 0 0 0 0,-1 0 0 0 0,1 0 0 0 0,0 0 0 0 0,0 0 1 0 0,0 0-1 0 0,0 0 0 0 0,0 0 0 0 0,0 0 0 0 0,0 0 0 0 0,0 1 0 0 0,0-1 0 0 0,0 0 0 0 0,0 0 0 0 0,0 0 0 0 0,0 0 0 0 0,0 0 0 0 0,0 0 0 0 0,0 0 0 0 0,0 0 0 0 0,0 1 0 0 0,0-1 0 0 0,0 0 0 0 0,0 0 0 0 0,0 0 0 0 0,0 0 0 0 0,0 0 0 0 0,0 0 0 0 0,0 0 0 0 0,0 0 0 0 0,0 1 0 0 0,0-1 0 0 0,0 0 0 0 0,0 0 0 0 0,0 0 0 0 0,0 0 1 0 0,0 0-1 0 0,0 0 0 0 0,0 0 0 0 0,0 0 0 0 0,0 0 0 0 0,1 0 0 0 0,-1 0 0 0 0,0 1 0 0 0,0-1 0 0 0,0 0 0 0 0,0 0 0 0 0,0 0 0 0 0,0 0 0 0 0,0 0 0 0 0,0 0 0 0 0,34 13-16 0 0,-26-11 0 0 0,-7-2 12 0 0,0 0 0 0 0,0 0 1 0 0,0 1-1 0 0,0-1 0 0 0,0 0 0 0 0,0 0 0 0 0,0 0 1 0 0,0 1-1 0 0,0-1 0 0 0,0 0 0 0 0,0 1 0 0 0,0-1 1 0 0,0 1-1 0 0,0-1 0 0 0,-1 1 0 0 0,1 0 0 0 0,0-1 1 0 0,0 1-1 0 0,-1 0 0 0 0,1-1 0 0 0,0 1 0 0 0,-1 0 1 0 0,1 0-1 0 0,-1 0 0 0 0,1-1 0 0 0,-1 1 0 0 0,1 0 1 0 0,-1 0-1 0 0,0 0 0 0 0,1 2 0 0 0,-1-3 3 0 0,0 1 0 0 0,0-1-1 0 0,1 1 1 0 0,-1 0-1 0 0,0-1 1 0 0,0 1 0 0 0,0-1-1 0 0,1 1 1 0 0,-1-1 0 0 0,0 1-1 0 0,1-1 1 0 0,-1 1 0 0 0,1-1-1 0 0,-1 1 1 0 0,0-1 0 0 0,1 1-1 0 0,-1-1 1 0 0,1 0-1 0 0,-1 1 1 0 0,1-1 0 0 0,-1 0-1 0 0,1 0 1 0 0,-1 1 0 0 0,1-1-1 0 0,0 0 1 0 0,-1 0 0 0 0,1 0-1 0 0,-1 1 1 0 0,1-1-1 0 0,0 0 1 0 0,-1 0 0 0 0,1 0-1 0 0,-1 0 1 0 0,1 0 0 0 0,0 0-1 0 0,0-1 1 0 0,0 1-2 0 0,-1 0-1 0 0,1 0 1 0 0,-1 0-1 0 0,1 0 1 0 0,-1 0-1 0 0,1 0 1 0 0,-1 0 0 0 0,1 0-1 0 0,-1 0 1 0 0,1 0-1 0 0,-1 1 1 0 0,1-1 0 0 0,-1 0-1 0 0,1 0 1 0 0,-1 0-1 0 0,1 1 1 0 0,-1-1-1 0 0,1 0 1 0 0,-1 0 0 0 0,1 1-1 0 0,-1-1 1 0 0,0 0-1 0 0,1 1 1 0 0,-1-1-1 0 0,1 1 1 0 0,-1-1 0 0 0,0 1-1 0 0,0-1 1 0 0,1 0-1 0 0,-1 1 1 0 0,0-1 0 0 0,0 1-1 0 0,1-1 1 0 0,-1 1-1 0 0,0 0 1 0 0,1 0-3 0 0,-1 0 1 0 0,1 0-1 0 0,-1 0 1 0 0,1-1-1 0 0,0 1 1 0 0,0 0-1 0 0,-1 0 1 0 0,1-1-1 0 0,0 1 1 0 0,0 0-1 0 0,0-1 1 0 0,0 1-1 0 0,0-1 1 0 0,0 1-1 0 0,0-1 1 0 0,0 1-1 0 0,0-1 1 0 0,0 0 0 0 0,0 0-1 0 0,0 1 1 0 0,0-1-1 0 0,0 0 1 0 0,0 0-1 0 0,0 0 1 0 0,2 0-1 0 0,-1 0-11 0 0,7 2-50 0 0,-14-1 53 0 0,2 0 19 0 0,7 0-5 0 0,60 8-84 0 0,-57-8 65 0 0,0-1 1 0 0,0 0-1 0 0,-1 0 1 0 0,1-1 0 0 0,0 0-1 0 0,0 0 1 0 0,0 0-1 0 0,-1-1 1 0 0,1 0-1 0 0,-1 0 1 0 0,1-1 0 0 0,-1 0-1 0 0,0 0 1 0 0,0 0-1 0 0,0-1 1 0 0,6-4-1 0 0,36-20-54 0 0,-33 20 103 0 0,-1 0 0 0 0,0-1 0 0 0,0 0 0 0 0,-1-1 0 0 0,0-1 0 0 0,-1 0 0 0 0,16-18 0 0 0,15-16 236 0 0,-35 38-224 0 0,0 0-1 0 0,-1 0 0 0 0,1-1 0 0 0,-2 0 0 0 0,1-1 0 0 0,-1 1 1 0 0,0-1-1 0 0,-1 0 0 0 0,0-1 0 0 0,-1 1 0 0 0,6-17 0 0 0,-8 16-12 0 0,-1-1 0 0 0,0 0 0 0 0,0 1 0 0 0,-1-1 0 0 0,0 0 0 0 0,-1 0 0 0 0,0 1 0 0 0,-1-1 0 0 0,0 1 0 0 0,-1-1 0 0 0,0 1 0 0 0,-1 0 0 0 0,0 0 0 0 0,0 0 0 0 0,-1 0 0 0 0,0 1 0 0 0,-1 0 0 0 0,0 0-1 0 0,-1 0 1 0 0,0 1 0 0 0,-8-9 0 0 0,1 3 29 0 0,0 1-1 0 0,-1 0 0 0 0,-1 0 1 0 0,0 2-1 0 0,0 0 0 0 0,-1 1 0 0 0,-1 1 1 0 0,0 0-1 0 0,0 1 0 0 0,-33-9 1 0 0,-98-17-859 0 0,116 29-2793 0 0,50 3-2336 0 0,-12-5 3489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2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481 126 560 0 0,'0'-4'1149'0'0,"0"3"-837"0"0,1 0 0 0 0,-1-1 0 0 0,0 1 0 0 0,0 0 0 0 0,0 0 0 0 0,0 0 0 0 0,0-1 0 0 0,0 1 0 0 0,0 0 0 0 0,0 0 0 0 0,0 0 0 0 0,0-1 0 0 0,-1 1 0 0 0,1 0-1 0 0,0 0 1 0 0,-1 0 0 0 0,1 0 0 0 0,-1 0 0 0 0,0 0 0 0 0,1 0 0 0 0,-1 0 0 0 0,-1-2 0 0 0,-19 2-299 0 0,10 8 121 0 0,-10-7-108 0 0,16 1 28 0 0,5 5-41 0 0,0-5-13 0 0,0-1 0 0 0,0 1 0 0 0,0 0 0 0 0,0-1 0 0 0,-1 1 0 0 0,1-1 0 0 0,0 1 0 0 0,0-1 0 0 0,0 1 0 0 0,0 0 0 0 0,-1-1 0 0 0,1 1 0 0 0,0-1 0 0 0,0 1 0 0 0,-1-1 0 0 0,1 0 0 0 0,-1 1 0 0 0,1-1 0 0 0,0 1 0 0 0,-1-1 0 0 0,1 1 0 0 0,-1-1 0 0 0,1 0 0 0 0,-1 1 0 0 0,1-1 0 0 0,-1 0 0 0 0,1 0 0 0 0,-1 1 0 0 0,1-1 0 0 0,-1 0 0 0 0,1 0 0 0 0,-1 0 0 0 0,1 0 0 0 0,-1 0 0 0 0,0 0 0 0 0,1 0 0 0 0,-1 1 0 0 0,1-2 0 0 0,-1 1 0 0 0,1 0 0 0 0,-1 0 0 0 0,1 0 0 0 0,-1 0 0 0 0,0 0 0 0 0,0-1 0 0 0,1 1 0 0 0,-1 0 0 0 0,1 0 0 0 0,-1 0 0 0 0,1-1 0 0 0,0 1 0 0 0,-1 0 0 0 0,1 0 0 0 0,0 0 0 0 0,-1 0 0 0 0,1 0 0 0 0,-1 0 0 0 0,1 0 0 0 0,0 0 0 0 0,-1 0 0 0 0,1 0 0 0 0,0 0 0 0 0,-1 0 0 0 0,1 0 0 0 0,-1 1 0 0 0,1-1 0 0 0,0 0 0 0 0,-1 0 0 0 0,1 0 0 0 0,0 0 0 0 0,-1 1 0 0 0,1-1 0 0 0,0 0 0 0 0,-1 0 0 0 0,1 1 0 0 0,0-1 0 0 0,0 0 0 0 0,-1 0 0 0 0,1 1 0 0 0,0-1 0 0 0,0 0 0 0 0,0 1 0 0 0,-1-1 0 0 0,1 0 0 0 0,0 1 0 0 0,0-1 0 0 0,0 1 0 0 0,0-1 0 0 0,-1 1 2 0 0,1 1 0 0 0,-1-1 0 0 0,1 0 0 0 0,-1 0 0 0 0,0 0 0 0 0,1 0 0 0 0,-1 0 0 0 0,0 0 0 0 0,0-1 0 0 0,0 1 0 0 0,0 0 0 0 0,0 0 0 0 0,0-1 0 0 0,0 1 0 0 0,0 0 0 0 0,0-1 0 0 0,0 1 0 0 0,0-1 1 0 0,0 1-1 0 0,0-1 0 0 0,-2 1 0 0 0,-3 2 20 0 0,-90 77 71 0 0,87-70-77 0 0,0-1 0 0 0,-1 0 0 0 0,0 0 0 0 0,-16 11 0 0 0,25-20-16 0 0,0 1 0 0 0,1 0 0 0 0,-1 0 0 0 0,1 0 0 0 0,-1 0-1 0 0,0 0 1 0 0,1 0 0 0 0,-1 0 0 0 0,1 0 0 0 0,0 0 0 0 0,-1 0 0 0 0,1 0-1 0 0,0 0 1 0 0,0 0 0 0 0,0 0 0 0 0,0 0 0 0 0,0 0 0 0 0,0 0-1 0 0,0 0 1 0 0,0 1 0 0 0,0 0 0 0 0,-4 22 17 0 0,-5-13 5 0 0,8-10-19 0 0,-1 1 0 0 0,0 0 1 0 0,1 0-1 0 0,0-1 0 0 0,-1 1 0 0 0,1 0 0 0 0,0 1 1 0 0,0-1-1 0 0,0 0 0 0 0,0 0 0 0 0,0 0 0 0 0,1 1 1 0 0,-1-1-1 0 0,0 0 0 0 0,1 0 0 0 0,0 1 0 0 0,0 2 1 0 0,-1-4-2 0 0,1 0 1 0 0,0 0 0 0 0,-1 0 0 0 0,1 0 0 0 0,-1 0 0 0 0,1 0 0 0 0,-1 0-1 0 0,0 0 1 0 0,1 0 0 0 0,-1 0 0 0 0,0 0 0 0 0,0-1 0 0 0,0 1-1 0 0,1 0 1 0 0,-1-1 0 0 0,0 1 0 0 0,0 0 0 0 0,0-1 0 0 0,0 1-1 0 0,0-1 1 0 0,0 1 0 0 0,0-1 0 0 0,-2 1 0 0 0,-4 2 9 0 0,2 3 1 0 0,1 0 1 0 0,-1 0 0 0 0,1 0 0 0 0,1 0 0 0 0,-1 0-1 0 0,-3 9 1 0 0,5-9-1 0 0,-1 0 0 0 0,1-1 0 0 0,-1 1 0 0 0,-1-1 0 0 0,1 0 0 0 0,-1 0 0 0 0,0 0 0 0 0,-8 8 0 0 0,1-4-3 0 0,7-7 2 0 0,0 0-1 0 0,1 1 1 0 0,-1 0 0 0 0,1 0-1 0 0,-1 0 1 0 0,1 0 0 0 0,0 0-1 0 0,0 1 1 0 0,0-1 0 0 0,1 1-1 0 0,-1 0 1 0 0,1-1 0 0 0,0 1 0 0 0,0 1-1 0 0,1-1 1 0 0,-1 0 0 0 0,1 0-1 0 0,-1 1 1 0 0,1-1 0 0 0,1 0-1 0 0,-1 6 1 0 0,1 64 295 0 0,0-73-307 0 0,1 0 0 0 0,-1 0 0 0 0,1 1 0 0 0,-1-1 0 0 0,1 0 0 0 0,0 0 0 0 0,0 0 0 0 0,-1 0 0 0 0,1 0 0 0 0,0 0 0 0 0,0 0 0 0 0,0 0 0 0 0,0-1 0 0 0,0 1 0 0 0,0 0 0 0 0,0 0 0 0 0,1-1 0 0 0,-1 1 0 0 0,0-1 0 0 0,0 1 0 0 0,0-1 0 0 0,1 1 0 0 0,-1-1 0 0 0,0 0 0 0 0,2 0 0 0 0,3 2 0 0 0,29 11-10 0 0,0-1 0 0 0,1-3 0 0 0,0 0 0 0 0,1-3 0 0 0,0-1 0 0 0,0-1 0 0 0,67-3 0 0 0,-40-4 10 0 0,0-3 0 0 0,0-3 0 0 0,-1-3 0 0 0,81-25 0 0 0,-120 27 80 0 0,0 0-1 0 0,0-2 1 0 0,-1 0 0 0 0,35-26 0 0 0,-46 30-39 0 0,1-1-41 0 0,0-1 0 0 0,-1 0 0 0 0,0-1 0 0 0,0 0 0 0 0,-1 0 0 0 0,-1-2 0 0 0,0 1 0 0 0,-1-1 0 0 0,0 0 0 0 0,-1-1 0 0 0,0 0 0 0 0,-2-1 0 0 0,1 1 0 0 0,-2-1 0 0 0,5-17 0 0 0,-9 26 28 0 0,0 0 0 0 0,-1 0 0 0 0,1 0 0 0 0,-1 0 1 0 0,0-1-1 0 0,-1 1 0 0 0,0 0 0 0 0,0 0 0 0 0,0 0 0 0 0,-1 0 0 0 0,1 0 0 0 0,-1 0 1 0 0,-1 1-1 0 0,1-1 0 0 0,-1 1 0 0 0,0-1 0 0 0,0 1 0 0 0,-8-9 0 0 0,-1-1 99 0 0,-1 1 0 0 0,0 0-1 0 0,-1 1 1 0 0,-1 1-1 0 0,-15-11 1 0 0,-1 1-34 0 0,0 1 1 0 0,-1 2-1 0 0,-1 1 0 0 0,-1 2 1 0 0,-1 1-1 0 0,0 2 0 0 0,-1 1 1 0 0,0 2-1 0 0,0 1 1 0 0,-1 2-1 0 0,0 2 0 0 0,-1 1 1 0 0,-49 2-1 0 0,26 6-133 0 0,-118 24 0 0 0,177-28-31 0 0,0 1 0 0 0,1-1 0 0 0,-1 0 0 0 0,0 1 0 0 0,0-1-1 0 0,0 1 1 0 0,0-1 0 0 0,1 1 0 0 0,-1 0 0 0 0,0 0 0 0 0,1 0 0 0 0,-1 0 0 0 0,0 0 0 0 0,1 0 0 0 0,-1 1-1 0 0,1-1 1 0 0,0 0 0 0 0,-1 1 0 0 0,1-1 0 0 0,0 1 0 0 0,0-1 0 0 0,0 1 0 0 0,0 0 0 0 0,0-1 0 0 0,0 1 0 0 0,1 0-1 0 0,-1 0 1 0 0,1-1 0 0 0,-1 1 0 0 0,0 2 0 0 0,2-2-136 0 0,-1 0 0 0 0,1 0 0 0 0,-1 0 0 0 0,1 0 0 0 0,0 0 1 0 0,0 0-1 0 0,0-1 0 0 0,0 1 0 0 0,0 0 0 0 0,0-1 0 0 0,0 1 0 0 0,1-1 0 0 0,-1 1 0 0 0,1-1 0 0 0,-1 1 0 0 0,1-1 0 0 0,-1 0 0 0 0,1 0 1 0 0,0 0-1 0 0,-1 0 0 0 0,1 0 0 0 0,4 1 0 0 0,26 11-3795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28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765 182 1361 0 0,'-33'8'3364'0'0,"24"-5"-2439"0"0,-1 0 0 0 0,0-1 1 0 0,-1 0-1 0 0,-12 0 0 0 0,23-2-866 0 0,0-1 1 0 0,0 1-1 0 0,0-1 0 0 0,0 1 0 0 0,0-1 1 0 0,0 1-1 0 0,0-1 0 0 0,0 1 1 0 0,0-1-1 0 0,0 1 0 0 0,0-1 0 0 0,-1 1 1 0 0,1-1-1 0 0,0 1 0 0 0,0-1 1 0 0,0 1-1 0 0,-1-1 0 0 0,1 1 0 0 0,0-1 1 0 0,-1 1-1 0 0,1 0 0 0 0,0-1 1 0 0,-1 1-1 0 0,1-1 0 0 0,0 1 0 0 0,-2-1 1 0 0,1 1-49 0 0,0 0 1 0 0,-1 0 0 0 0,1-1-1 0 0,0 1 1 0 0,0 0 0 0 0,-1-1-1 0 0,1 1 1 0 0,0-1 0 0 0,0 1-1 0 0,0-1 1 0 0,-1 0 0 0 0,1 0-1 0 0,0 1 1 0 0,0-1 0 0 0,0 0-1 0 0,0 0 1 0 0,1 0 0 0 0,-1 0 0 0 0,-1-1-1 0 0,-1-35 325 0 0,3 33-332 0 0,0 2 0 0 0,1 1-1 0 0,0 0 0 0 0,-1 0 1 0 0,1 0-1 0 0,0 0 0 0 0,0 0 1 0 0,0 0-1 0 0,0 1 0 0 0,0-1 1 0 0,0 0-1 0 0,0 0 0 0 0,0 1 1 0 0,0-1-1 0 0,0 0 0 0 0,0 1 1 0 0,1-1-1 0 0,-1 1 0 0 0,0 0 1 0 0,0-1-1 0 0,1 1 0 0 0,-1 0 1 0 0,2-1-1 0 0,9-2 0 0 0,41-13-3 0 0,-47 14 0 0 0,-6 0 0 0 0,26-6 14 0 0,-20 2 26 0 0,-6-48-894 0 0,5 49 867 0 0,16-3 1388 0 0,-42 11-1199 0 0,0-1 1 0 0,0-2-1 0 0,-1 0 0 0 0,1-1 1 0 0,-24-4-1 0 0,-54-1 438 0 0,79 6-550 0 0,-163 5 246 0 0,158-2-349 0 0,1 0-1 0 0,0 1 1 0 0,0 2 0 0 0,1 0 0 0 0,-32 13 0 0 0,32-10-1 0 0,-12 6 41 0 0,8 28 867 0 0,27-43-881 0 0,0 0 1 0 0,-1 1-1 0 0,1-1 0 0 0,0 0 1 0 0,0 1-1 0 0,0-1 1 0 0,0 0-1 0 0,0 1 0 0 0,0-1 1 0 0,0 1-1 0 0,0-1 0 0 0,0 0 1 0 0,0 1-1 0 0,0-1 1 0 0,0 0-1 0 0,0 1 0 0 0,0-1 1 0 0,0 0-1 0 0,1 1 0 0 0,-1-1 1 0 0,0 0-1 0 0,0 1 0 0 0,0-1 1 0 0,1 0-1 0 0,-1 1 1 0 0,0-1-1 0 0,0 0 0 0 0,0 1 1 0 0,1-1-1 0 0,-1 0 0 0 0,0 0 1 0 0,1 0-1 0 0,-1 1 1 0 0,0-1-1 0 0,1 0 0 0 0,-1 0 1 0 0,0 0-1 0 0,1 0 0 0 0,-1 1 1 0 0,0-1 32 0 0,-21 16-253 0 0,14-11 144 0 0,5-4 55 0 0,1 0 1 0 0,-1 0 0 0 0,1 0-1 0 0,-1 1 1 0 0,1-1 0 0 0,0 0-1 0 0,0 1 1 0 0,0-1 0 0 0,0 0-1 0 0,0 1 1 0 0,0-1 0 0 0,0 1-1 0 0,0 0 1 0 0,0-1 0 0 0,1 1-1 0 0,-1 0 1 0 0,1-1 0 0 0,-1 1-1 0 0,1 0 1 0 0,0 0 0 0 0,0 0-1 0 0,0-1 1 0 0,0 1 0 0 0,0 0-1 0 0,0 3 1 0 0,0-4 5 0 0,0 0 1 0 0,-1 1-1 0 0,1-1 0 0 0,-1 0 1 0 0,1 1-1 0 0,-1-1 0 0 0,0 0 0 0 0,1 0 1 0 0,-1 0-1 0 0,0 1 0 0 0,0-1 1 0 0,0 0-1 0 0,0 0 0 0 0,0 0 1 0 0,0-1-1 0 0,0 1 0 0 0,0 0 1 0 0,-2 1-1 0 0,2-1 1 0 0,0-1 1 0 0,-1 1-1 0 0,1-1 1 0 0,0 1-1 0 0,0 0 1 0 0,0 0-1 0 0,0-1 1 0 0,0 1-1 0 0,1 0 1 0 0,-1 0-1 0 0,0 0 1 0 0,0 0-1 0 0,0 0 1 0 0,1 0-1 0 0,-1 0 1 0 0,1 0-1 0 0,-1 1 1 0 0,1-1-1 0 0,-1 0 1 0 0,1 0 0 0 0,0 0-1 0 0,-1 1 1 0 0,1-1-1 0 0,0 0 1 0 0,0 0-1 0 0,0 1 1 0 0,0-1-1 0 0,0 0 1 0 0,0 0-1 0 0,0 1 1 0 0,1-1-1 0 0,-1 0 1 0 0,0 0-1 0 0,1 1 1 0 0,-1-1-1 0 0,1 0 1 0 0,-1 0-1 0 0,1 0 1 0 0,-1 0-1 0 0,1 0 1 0 0,0 0-1 0 0,1 1 1 0 0,9 16 73 0 0,-5-8-69 0 0,0 0 0 0 0,1-1 0 0 0,0 0 0 0 0,14 14 0 0 0,8 12-199 0 0,-27-30 202 0 0,1-1 0 0 0,0 0 0 0 0,0 0 0 0 0,0 0-1 0 0,1 0 1 0 0,-1 0 0 0 0,1-1 0 0 0,6 5 0 0 0,2-1-20 0 0,1-1 0 0 0,-1 0 1 0 0,1-1-1 0 0,0 0 0 0 0,0-1 1 0 0,1-1-1 0 0,-1 0 1 0 0,1 0-1 0 0,0-2 0 0 0,0 0 1 0 0,-1 0-1 0 0,1-1 0 0 0,18-3 1 0 0,18-4-36 0 0,-2-2 0 0 0,66-22 0 0 0,-56 15 155 0 0,160-56-53 0 0,-198 64-93 0 0,0-1 1 0 0,-1 0-1 0 0,0-2 1 0 0,28-21-1 0 0,-6 5 5 0 0,-39 26 32 0 0,0-1-1 0 0,0 1 1 0 0,0 0 0 0 0,0-1 0 0 0,0 1 0 0 0,0-1-1 0 0,0 1 1 0 0,0-1 0 0 0,0 0 0 0 0,-1 0-1 0 0,1 0 1 0 0,-1 0 0 0 0,0 0 0 0 0,1 0 0 0 0,-1-1-1 0 0,0 1 1 0 0,0 0 0 0 0,0 0 0 0 0,-1-1-1 0 0,1 1 1 0 0,-1-1 0 0 0,1 1 0 0 0,-1-1-1 0 0,0 1 1 0 0,0-1 0 0 0,0 1 0 0 0,0-1 0 0 0,0 1-1 0 0,-1-5 1 0 0,0 6 7 0 0,1 0 0 0 0,-1 0 0 0 0,0 0 0 0 0,1 0 0 0 0,-1 0 0 0 0,0 0 0 0 0,0 0 0 0 0,0 0-1 0 0,0 1 1 0 0,0-1 0 0 0,0 0 0 0 0,0 1 0 0 0,0-1 0 0 0,0 1 0 0 0,0-1 0 0 0,0 1 0 0 0,0-1 0 0 0,0 1 0 0 0,0 0 0 0 0,0-1 0 0 0,0 1-1 0 0,-1 0 1 0 0,1 0 0 0 0,-2 0 0 0 0,-3-1 19 0 0,-5-3-3 0 0,-170-47 625 0 0,129 37-979 0 0,-52-21-1 0 0,46 15 80 0 0,26 8-8 0 0,28 10 35 0 0,0 0 0 0 0,0 1-1 0 0,0 0 1 0 0,-1-1 0 0 0,1 1-1 0 0,-1 1 1 0 0,-7-2-1 0 0,11 5-2504 0 0,1-3 2612 0 0,0 0 1 0 0,0 1 0 0 0,0-1-1 0 0,0 0 1 0 0,0 1 0 0 0,0-1-1 0 0,0 0 1 0 0,0 1 0 0 0,1-1-1 0 0,-1 0 1 0 0,0 1 0 0 0,0-1-1 0 0,0 0 1 0 0,0 1 0 0 0,0-1-1 0 0,0 0 1 0 0,1 0 0 0 0,-1 1-1 0 0,0-1 1 0 0,0 0 0 0 0,0 0 0 0 0,1 1-1 0 0,-1-1 1 0 0,0 0 0 0 0,0 0-1 0 0,1 1 1 0 0,-1-1 0 0 0,0 0-1 0 0,1 0 1 0 0,-1 0 0 0 0,0 0-1 0 0,0 0 1 0 0,1 1 0 0 0,20 1-2803 0 0,-15 5 161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3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1201 0 0,'64'0'2000'0'0,"-32"0"642"0"0,0 0-2642 0 0,-64 0-1121 0 0,0-6-2561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3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957 1 400 0 0,'0'0'3282'0'0,"-5"0"-2882"0"0,-16 0 0 0 0,15 0 0 0 0,1 0 0 0 0,-16 0 1 0 0,15 0-15 0 0,1 0-52 0 0,-51 3 866 0 0,-106 19 1 0 0,8-7-494 0 0,124-9-627 0 0,0 0 0 0 0,-44 17 0 0 0,35-15-65 0 0,33-7-15 0 0,0 0-1 0 0,0 0 1 0 0,1 0 0 0 0,-1 1 0 0 0,0-1 0 0 0,-5 4-1 0 0,-34 16 1 0 0,37-18 2 0 0,-1 0 0 0 0,1 1 1 0 0,-1 0-1 0 0,1 1 0 0 0,-12 8 1 0 0,-65 47 224 0 0,57-34-139 0 0,22-22-78 0 0,1 0-1 0 0,0 1 1 0 0,0 0 0 0 0,0 0 0 0 0,-5 8-1 0 0,3 0-2 0 0,3-8-6 0 0,0 1-1 0 0,1 0 1 0 0,0 0-1 0 0,0 0 1 0 0,0 0-1 0 0,1 1 0 0 0,0-1 1 0 0,0 1-1 0 0,1-1 1 0 0,-1 1-1 0 0,2 0 1 0 0,-1 0-1 0 0,1 8 1 0 0,-1 0 6 0 0,0-11-3 0 0,0 0-1 0 0,1 0 1 0 0,0 0-1 0 0,0 0 1 0 0,0-1-1 0 0,0 1 1 0 0,1 0-1 0 0,-1 0 1 0 0,1 0-1 0 0,0 0 1 0 0,0 0-1 0 0,3 6 1 0 0,8 6-12 0 0,-7-8 1 0 0,1 0-1 0 0,0 0 0 0 0,0-1 1 0 0,1 0-1 0 0,15 13 1 0 0,-2-5 7 0 0,-5-4-17 0 0,0 0 0 0 0,1-1 1 0 0,19 9-1 0 0,-7-8 15 0 0,1-2 0 0 0,-1-1 1 0 0,1-1-1 0 0,1-1 0 0 0,-1-1 0 0 0,1-2 1 0 0,60-2-1 0 0,-14-4-31 0 0,146-25 0 0 0,-173 18 17 0 0,0-1 1 0 0,-2-3-1 0 0,1-2 1 0 0,-2-1-1 0 0,62-34 1 0 0,-95 43-7 0 0,0 0 0 0 0,-1-1 1 0 0,0-1-1 0 0,18-17 0 0 0,-26 24 21 0 0,0-1-1 0 0,0-1 0 0 0,-1 1 1 0 0,1 0-1 0 0,-1-1 0 0 0,0 0 1 0 0,0 0-1 0 0,-1 0 0 0 0,1 0 1 0 0,-1 0-1 0 0,0-1 0 0 0,0 1 1 0 0,-1 0-1 0 0,2-10 0 0 0,-4 9 17 0 0,0 1 0 0 0,-1-1 0 0 0,1 1-1 0 0,-1-1 1 0 0,0 1 0 0 0,0-1 0 0 0,-1 1 0 0 0,0 0-1 0 0,0 0 1 0 0,0 0 0 0 0,0 1 0 0 0,-1-1 0 0 0,1 1-1 0 0,-1 0 1 0 0,-1 0 0 0 0,1 0 0 0 0,-7-5 0 0 0,-8-5 47 0 0,0 0 0 0 0,-30-15 1 0 0,24 17-70 0 0,0 0 0 0 0,-1 2 0 0 0,-1 1 0 0 0,1 1 0 0 0,-1 1 0 0 0,0 2 0 0 0,-1 0 0 0 0,1 2 1 0 0,-55 1-1 0 0,26 5-493 0 0,1 3 0 0 0,-1 2 1 0 0,-91 25-1 0 0,51 0-1221 0 0,27 0-1774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35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698 144 320 0 0,'-1'2'1929'0'0,"8"1"-1497"0"0,14-2 462 0 0,-21-1-873 0 0,0 0-1 0 0,-1 0 1 0 0,1 0-1 0 0,0 0 1 0 0,0 0-1 0 0,0 1 1 0 0,0-1 0 0 0,-1 0-1 0 0,1 0 1 0 0,0 0-1 0 0,0 0 1 0 0,0 0-1 0 0,0 0 1 0 0,0 1 0 0 0,0-1-1 0 0,-1 0 1 0 0,1 0-1 0 0,0 0 1 0 0,0 0-1 0 0,0 0 1 0 0,0 1 0 0 0,0-1-1 0 0,0 0 1 0 0,0 0-1 0 0,0 0 1 0 0,0 0-1 0 0,0 1 1 0 0,0-1 0 0 0,0 0-1 0 0,0 0 1 0 0,0 0-1 0 0,0 0 1 0 0,0 1-1 0 0,0-1 1 0 0,0 0 0 0 0,0 0-1 0 0,0 0 1 0 0,0 1-1 0 0,0-1 1 0 0,0 0 0 0 0,0 0-1 0 0,0 0 1 0 0,1 0-1 0 0,-1 0 1 0 0,0 1-1 0 0,0-1 1 0 0,0 0 0 0 0,0 0-1 0 0,0 0 1 0 0,0 0-1 0 0,1 0 1 0 0,-1 0-1 0 0,0 0 1 0 0,0 1 0 0 0,0-1-1 0 0,0 0 1 0 0,0 0-1 0 0,1 0 1 0 0,-28 6 619 0 0,27-5 254 0 0,0-2-721 0 0,0 1-156 0 0,0 0-1 0 0,1 0 0 0 0,-1 0 1 0 0,0 0-1 0 0,0-1 0 0 0,0 1 0 0 0,0 0 1 0 0,0 0-1 0 0,0 0 0 0 0,0-1 1 0 0,0 1-1 0 0,0 0 0 0 0,0 0 1 0 0,1 0-1 0 0,-1-1 0 0 0,0 1 0 0 0,0 0 1 0 0,0 0-1 0 0,0 0 0 0 0,0-1 1 0 0,-1 1-1 0 0,1 0 0 0 0,0 0 1 0 0,0 0-1 0 0,0-1 0 0 0,0 1 1 0 0,0 0-1 0 0,0 0 0 0 0,0 0 0 0 0,0 0 1 0 0,0-1-1 0 0,0 1 0 0 0,-1 0 1 0 0,1 0-1 0 0,0 0 0 0 0,0 0 1 0 0,0 0-1 0 0,0-1 0 0 0,0 1 0 0 0,-1 0 1 0 0,1 0-1 0 0,0 0 0 0 0,0 0 1 0 0,0 0-1 0 0,0 0 0 0 0,-1 0 1 0 0,1 0-1 0 0,0 0 0 0 0,0-1 0 0 0,0 1 1 0 0,-1 0-1 0 0,1 0 0 0 0,0 0 1 0 0,0 0-1 0 0,0 0 0 0 0,-1 0 1 0 0,1 0-1 0 0,0 1 0 0 0,0-1 1 0 0,0 0-1 0 0,-1 0 0 0 0,1 0 0 0 0,-37-7 181 0 0,-1 1 0 0 0,1 3 0 0 0,-43 0-1 0 0,44 2-61 0 0,0 3 0 0 0,-48 7 0 0 0,59-6-113 0 0,-46 13 48 0 0,-17 3-60 0 0,73-17 25 0 0,1 2-1 0 0,0-1 0 0 0,0 2 1 0 0,-23 11-1 0 0,8-4 34 0 0,26-8-49 0 0,1 0 0 0 0,-25 4 90 0 0,22-5-42 0 0,5 1-40 0 0,0-3 13 0 0,58 19-174 0 0,-47-6 134 0 0,85 27 80 0 0,-69-35-80 0 0,158 48 0 0 0,-115-35-61 0 0,-41-9 56 0 0,0-2 0 0 0,1-2 1 0 0,36 4-1 0 0,30-2-55 0 0,-86-8 48 0 0,0 0-1 0 0,-1 0 1 0 0,1-1-1 0 0,0-1 1 0 0,-1 0-1 0 0,1 0 1 0 0,13-5-1 0 0,78-53-67 0 0,-92 55 134 0 0,-1 1-1 0 0,1-2 1 0 0,-1 1 0 0 0,12-11-1 0 0,-15 11-14 0 0,6-22 148 0 0,-4 20-146 0 0,-5 6-29 0 0,-1-1-1 0 0,1 1 1 0 0,-1 0 0 0 0,1-1-1 0 0,-1 1 1 0 0,0-1-1 0 0,0 1 1 0 0,0-1-1 0 0,0 0 1 0 0,0 0-1 0 0,0 1 1 0 0,0-1-1 0 0,0 0 1 0 0,-1 0-1 0 0,1 0 1 0 0,-1 0-1 0 0,1 0 1 0 0,-1 0-1 0 0,0 0 1 0 0,0 0-1 0 0,0 0 1 0 0,0-2-1 0 0,0-2 5 0 0,-1 0-1 0 0,0 0 1 0 0,0 1-1 0 0,-1-1 1 0 0,1 0-1 0 0,-1 1 1 0 0,-1-1-1 0 0,1 1 1 0 0,-1-1-1 0 0,0 1 1 0 0,0 0-1 0 0,0 0 0 0 0,-1 1 1 0 0,0-1-1 0 0,0 1 1 0 0,0-1-1 0 0,0 1 1 0 0,-1 0-1 0 0,1 1 1 0 0,-7-4-1 0 0,-20-21 114 0 0,-3-13 90 0 0,24 29-153 0 0,1 0-1 0 0,-1 1 0 0 0,-23-19 0 0 0,27 28-107 0 0,0-1 0 0 0,0 1-1 0 0,0 0 1 0 0,-1 1 0 0 0,1-1-1 0 0,0 1 1 0 0,-1 0-1 0 0,1 1 1 0 0,-1 0 0 0 0,0 0-1 0 0,1 0 1 0 0,-1 1 0 0 0,1 0-1 0 0,-8 2 1 0 0,-11-1-243 0 0,-108 4-3464 0 0,42-10-1880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7:3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35 3282 0 0,'0'6'5122'0'0,"0"-12"-4962"0"0,-32 6-800 0 0,32-6-241 0 0,0-2-880 0 0,-32 2-320 0 0,32-9-80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20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570 175 1921 0 0,'-59'5'2881'0'0,"54"-6"-1728"0"0,-1-3-638 0 0,-42 4 392 0 0,44 0-667 0 0,-1 0-93 0 0,-33-2 352 0 0,27 1-421 0 0,-1 0-1 0 0,1 1 1 0 0,-1 0 0 0 0,1 1-1 0 0,-1 0 1 0 0,1 0-1 0 0,-21 7 1 0 0,-64 26 562 0 0,95-32-614 0 0,0 1-1 0 0,0 0 0 0 0,0-1 0 0 0,0 1 0 0 0,0 0 0 0 0,1-1 0 0 0,-1 1 1 0 0,1 0-1 0 0,0 0 0 0 0,0 0 0 0 0,0 0 0 0 0,0-1 0 0 0,0 1 0 0 0,0 0 1 0 0,2 3-1 0 0,-2 0 93 0 0,0-5-111 0 0,0 0 1 0 0,0 1 0 0 0,1-1 0 0 0,-1 0 0 0 0,-1 0 0 0 0,1 0 0 0 0,0 1 0 0 0,0-1 0 0 0,0 0-1 0 0,-1 0 1 0 0,1 0 0 0 0,0 0 0 0 0,-1 0 0 0 0,1 0 0 0 0,-1 0 0 0 0,0 1 0 0 0,1-1 0 0 0,-1-1-1 0 0,0 1 1 0 0,1 0 0 0 0,-1 0 0 0 0,0 0 0 0 0,0 0 0 0 0,0 0 0 0 0,0-1 0 0 0,0 1 0 0 0,0 0-1 0 0,0-1 1 0 0,0 1 0 0 0,-2 0 0 0 0,-6 4 1 0 0,8-2-12 0 0,0 0 0 0 0,-1 0 0 0 0,1 1-1 0 0,0-1 1 0 0,1 0 0 0 0,-1 1 0 0 0,1-1 0 0 0,-1 1 0 0 0,1-1-1 0 0,0 1 1 0 0,0-1 0 0 0,0 0 0 0 0,1 1 0 0 0,0 3 0 0 0,0 4-3 0 0,-1 112 86 0 0,0-122-80 0 0,0-1 0 0 0,0 1 0 0 0,0 0 0 0 0,0 0 0 0 0,-1 0 0 0 0,1 0 0 0 0,0 0 0 0 0,0 0 1 0 0,-1 0-1 0 0,1 0 0 0 0,-1-1 0 0 0,1 1 0 0 0,0 0 0 0 0,-1 0 0 0 0,0 0 0 0 0,1-1 0 0 0,-1 1 0 0 0,0 0 0 0 0,1-1 1 0 0,-1 1-1 0 0,0 0 0 0 0,1-1 0 0 0,-1 1 0 0 0,0-1 0 0 0,0 1 0 0 0,0-1 0 0 0,-1 1 0 0 0,1-1 3 0 0,0 1 0 0 0,0-1 0 0 0,0 1-1 0 0,0-1 1 0 0,0 1 0 0 0,0-1 0 0 0,0 1-1 0 0,0 0 1 0 0,1 0 0 0 0,-1-1 0 0 0,0 1-1 0 0,0 0 1 0 0,1 0 0 0 0,-1 0 0 0 0,1 0 0 0 0,-1 0-1 0 0,0 0 1 0 0,1 0 0 0 0,0 0 0 0 0,-1 0-1 0 0,1 0 1 0 0,0 0 0 0 0,-1 0 0 0 0,1 0-1 0 0,0 0 1 0 0,0 1 0 0 0,0 1 0 0 0,0-3-3 0 0,0 1 0 0 0,0 0 0 0 0,0-1-1 0 0,-1 1 1 0 0,1 0 0 0 0,0-1 0 0 0,0 1 0 0 0,-1-1 0 0 0,1 1 0 0 0,0-1 0 0 0,-1 1 0 0 0,1-1 0 0 0,-1 1 0 0 0,1-1 0 0 0,-1 1 0 0 0,1-1 0 0 0,-1 1 0 0 0,1-1-1 0 0,-1 0 1 0 0,1 1 0 0 0,-1-1 0 0 0,1 0 0 0 0,-1 1 0 0 0,1-1 0 0 0,-1 0 0 0 0,0 0 0 0 0,1 0 0 0 0,-1 1 0 0 0,0-1 0 0 0,1 0 0 0 0,-1 0 0 0 0,0 0 0 0 0,0 0 2 0 0,0 0 0 0 0,1 0 0 0 0,-1 0 0 0 0,0 0 0 0 0,0 0 0 0 0,1 0 0 0 0,-1 1 0 0 0,0-1 0 0 0,1 0 0 0 0,-1 0 1 0 0,1 1-1 0 0,-1-1 0 0 0,0 0 0 0 0,1 1 0 0 0,-1-1 0 0 0,1 1 0 0 0,-1-1 0 0 0,1 1 0 0 0,-1-1 0 0 0,1 1 0 0 0,-1-1 0 0 0,1 1 1 0 0,-1-1-1 0 0,1 1 0 0 0,0 0 0 0 0,-1-1 0 0 0,1 1 0 0 0,0 0 0 0 0,0-1 0 0 0,0 1 0 0 0,-1 0 0 0 0,1 1 0 0 0,1 7-10 0 0,-1-6 9 0 0,1 0 1 0 0,-1 0-1 0 0,0 0 1 0 0,0 0-1 0 0,0 0 1 0 0,0 0-1 0 0,0 0 1 0 0,-1 0-1 0 0,1-1 0 0 0,-1 1 1 0 0,0 0-1 0 0,0 0 1 0 0,0 0-1 0 0,-1 2 1 0 0,-2 0-6 0 0,1 0 0 0 0,0 0 0 0 0,0 0 0 0 0,1 0 0 0 0,-1 0 0 0 0,1 0 0 0 0,0 1 0 0 0,1-1 0 0 0,-1 1 1 0 0,1 0-1 0 0,0-1 0 0 0,1 1 0 0 0,-1 0 0 0 0,1-1 0 0 0,0 1 0 0 0,1 6 0 0 0,-1-7 15 0 0,0-1 1 0 0,-1 1-1 0 0,1-1 1 0 0,-1 0-1 0 0,0 1 0 0 0,0-1 1 0 0,-1 0-1 0 0,1 1 0 0 0,-1-1 1 0 0,0 0-1 0 0,0 0 0 0 0,-5 7 1 0 0,0-1-27 0 0,6-7 10 0 0,0-1 0 0 0,0 1 0 0 0,1 0 0 0 0,-1-1 0 0 0,0 1 0 0 0,1 0 0 0 0,0 0 0 0 0,0-1 0 0 0,0 1 0 0 0,0 0 0 0 0,0 0 0 0 0,1 3 0 0 0,-1-4 4 0 0,1 0 1 0 0,-1 0 0 0 0,0 0 0 0 0,0 0 0 0 0,0 0 0 0 0,0 0 0 0 0,0 0 0 0 0,0-1 0 0 0,-1 1 0 0 0,1 0 0 0 0,0 0 0 0 0,-1 0 0 0 0,0 0 0 0 0,1 0 0 0 0,-1-1 0 0 0,0 1 0 0 0,-1 2 0 0 0,-9 6 8 0 0,-2 8 36 0 0,10 30-16 0 0,3 282-95 0 0,0-329 67 0 0,0 0-1 0 0,1 0 1 0 0,-1 0-1 0 0,0 0 1 0 0,0 0-1 0 0,1 0 1 0 0,-1 0-1 0 0,1 0 1 0 0,-1 0-1 0 0,1 0 1 0 0,-1 0-1 0 0,1 0 1 0 0,0 0-1 0 0,-1 0 1 0 0,1 0-1 0 0,0-1 1 0 0,0 1-1 0 0,-1 0 1 0 0,1-1-1 0 0,0 1 1 0 0,0 0-1 0 0,0-1 1 0 0,0 1-1 0 0,0-1 1 0 0,2 1-1 0 0,6 5 1 0 0,65 81-67 0 0,-52-66 17 0 0,24 25 7 0 0,-44-43 42 0 0,1 0 0 0 0,-1 1 0 0 0,0-1 0 0 0,0 0 0 0 0,0 1 0 0 0,0-1 0 0 0,-1 1 0 0 0,1 0 0 0 0,-1-1 0 0 0,0 1 0 0 0,0 0 0 0 0,0 0 0 0 0,0 4 0 0 0,-1-5-9 0 0,0 0 0 0 0,1 0-1 0 0,-1-1 1 0 0,0 1 0 0 0,1 0-1 0 0,0 0 1 0 0,0-1 0 0 0,0 1-1 0 0,0-1 1 0 0,0 1 0 0 0,0-1-1 0 0,1 1 1 0 0,-1-1-1 0 0,4 4 1 0 0,-4-4 4 0 0,1 1 1 0 0,0-1-1 0 0,0 1 0 0 0,-1-1 1 0 0,0 1-1 0 0,1 0 1 0 0,-1 0-1 0 0,0 0 0 0 0,0-1 1 0 0,-1 1-1 0 0,1 0 0 0 0,-1 0 1 0 0,1 0-1 0 0,-1 5 0 0 0,-1 7-27 0 0,0-12 25 0 0,1 1 0 0 0,0-1 0 0 0,-1 0 0 0 0,1 1 0 0 0,0-1 0 0 0,1 1-1 0 0,-1-1 1 0 0,1 1 0 0 0,-1-1 0 0 0,1 0 0 0 0,0 1 0 0 0,0-1 0 0 0,2 4 0 0 0,5 3 4 0 0,-7-10 3 0 0,-1 0 0 0 0,0 1 0 0 0,1-1 0 0 0,-1 0 0 0 0,0 0 0 0 0,1 1 0 0 0,-1-1 0 0 0,0 0 0 0 0,1 1 0 0 0,-1-1 0 0 0,0 0 0 0 0,0 1 0 0 0,1-1 1 0 0,-1 0-1 0 0,0 1 0 0 0,0-1 0 0 0,0 0 0 0 0,1 1 0 0 0,-1-1 0 0 0,0 1 0 0 0,0-1 0 0 0,0 0 0 0 0,0 1 0 0 0,0-1 0 0 0,0 1 0 0 0,0-1 0 0 0,0 1 0 0 0,0-1 0 0 0,0 0 0 0 0,0 1 0 0 0,0-1 0 0 0,0 1 1 0 0,-1-1-1 0 0,1 0 0 0 0,0 1 0 0 0,0-1 0 0 0,0 1 0 0 0,0-1 0 0 0,-1 0 0 0 0,1 1 0 0 0,0-1 0 0 0,-1 0 0 0 0,1 1 0 0 0,0-1 0 0 0,0 0 0 0 0,-1 0 0 0 0,1 1 0 0 0,0-1 0 0 0,-1 0 0 0 0,1 0 1 0 0,-1 1-1 0 0,1-1 0 0 0,0 0 0 0 0,-1 0 0 0 0,-6 6-10 0 0,7-5 11 0 0,-1-1 0 0 0,1 1 0 0 0,-1-1 0 0 0,0 1 0 0 0,1 0 1 0 0,-1-1-1 0 0,1 1 0 0 0,-1-1 0 0 0,1 1 0 0 0,0 0 0 0 0,-1-1 0 0 0,1 1 0 0 0,0 0 0 0 0,-1 0 1 0 0,1-1-1 0 0,0 1 0 0 0,0 0 0 0 0,0 0 0 0 0,0-1 0 0 0,-1 1 0 0 0,1 0 0 0 0,0 0 1 0 0,0 0-1 0 0,1-1 0 0 0,-1 1 0 0 0,0 0 0 0 0,0 0 0 0 0,0-1 0 0 0,1 2 0 0 0,16 14 35 0 0,-16-15-33 0 0,0-1-1 0 0,0 1 1 0 0,0 0-1 0 0,0-1 1 0 0,0 1-1 0 0,0 0 1 0 0,0 0 0 0 0,0 0-1 0 0,0 0 1 0 0,0 0-1 0 0,0 0 1 0 0,-1 0 0 0 0,1 0-1 0 0,0 0 1 0 0,-1 0-1 0 0,1 0 1 0 0,0 2 0 0 0,-1 69-2 0 0,0-71-1 0 0,0-1 0 0 0,0 1 0 0 0,0 0 0 0 0,0 0 1 0 0,0-1-1 0 0,1 1 0 0 0,-1 0 0 0 0,0 0 0 0 0,0-1 1 0 0,1 1-1 0 0,-1 0 0 0 0,0-1 0 0 0,1 1 0 0 0,-1 0 1 0 0,1-1-1 0 0,-1 1 0 0 0,1-1 0 0 0,-1 1 0 0 0,1 0 1 0 0,-1-1-1 0 0,1 1 0 0 0,0-1 0 0 0,-1 0 0 0 0,1 1 1 0 0,0-1-1 0 0,-1 1 0 0 0,1-1 0 0 0,0 0 0 0 0,0 0 1 0 0,-1 1-1 0 0,2-1 0 0 0,-1 0 0 0 0,0 0 0 0 0,0 1 1 0 0,0-1-1 0 0,0 0 0 0 0,-1 0 0 0 0,1 1 0 0 0,0-1 0 0 0,0 1 0 0 0,-1-1 1 0 0,1 1-1 0 0,0-1 0 0 0,-1 1 0 0 0,1-1 0 0 0,0 1 0 0 0,-1 0 1 0 0,1-1-1 0 0,-1 1 0 0 0,1 0 0 0 0,-1-1 0 0 0,1 1 0 0 0,-1 0 0 0 0,0 0 1 0 0,1 0-1 0 0,-1-1 0 0 0,0 1 0 0 0,1 0 0 0 0,-1 0 0 0 0,0 0 1 0 0,0 0-1 0 0,0-1 0 0 0,0 1 0 0 0,0 1 0 0 0,-1 20 11 0 0,0-18-7 0 0,0 0 0 0 0,1 1 1 0 0,-1-1-1 0 0,1 0 0 0 0,0 0 1 0 0,1 1-1 0 0,-1-1 1 0 0,1 0-1 0 0,0 0 0 0 0,0 0 1 0 0,0 0-1 0 0,3 8 1 0 0,5-1-10 0 0,-7-10 2 0 0,0 1-1 0 0,-1 0 1 0 0,1 0 0 0 0,-1 0-1 0 0,0 0 1 0 0,1 0-1 0 0,-1 0 1 0 0,0 0 0 0 0,0 1-1 0 0,0-1 1 0 0,0 0 0 0 0,-1 1-1 0 0,1-1 1 0 0,-1 1-1 0 0,1-1 1 0 0,-1 4 0 0 0,0-5 0 0 0,0 1 0 0 0,0 0 0 0 0,0 0 1 0 0,0-1-1 0 0,1 1 0 0 0,-1 0 0 0 0,0-1 0 0 0,1 1 1 0 0,-1 0-1 0 0,1-1 0 0 0,0 1 0 0 0,0-1 1 0 0,-1 1-1 0 0,1-1 0 0 0,0 1 0 0 0,0-1 1 0 0,0 0-1 0 0,0 1 0 0 0,1-1 0 0 0,-1 0 1 0 0,2 2-1 0 0,-1-2 7 0 0,-1 0 0 0 0,0 0 0 0 0,0 0 1 0 0,0 0-1 0 0,1 1 0 0 0,-1-1 0 0 0,-1 0 0 0 0,1 1 0 0 0,0-1 0 0 0,0 0 1 0 0,0 1-1 0 0,-1-1 0 0 0,1 1 0 0 0,-1-1 0 0 0,1 1 0 0 0,-1 0 0 0 0,1-1 1 0 0,-1 1-1 0 0,0 0 0 0 0,0-1 0 0 0,0 3 0 0 0,0 71-70 0 0,0-74 69 0 0,0 0-1 0 0,0 0 1 0 0,0 0-1 0 0,0 0 1 0 0,1 0-1 0 0,-1 0 1 0 0,0 0-1 0 0,0 0 1 0 0,1 0-1 0 0,-1 0 1 0 0,1 0-1 0 0,-1 0 1 0 0,1-1-1 0 0,-1 1 1 0 0,1 0-1 0 0,-1 0 1 0 0,1 0-1 0 0,0-1 0 0 0,-1 1 1 0 0,1 0-1 0 0,0-1 1 0 0,0 1-1 0 0,0 0 1 0 0,-1-1-1 0 0,1 1 1 0 0,0-1-1 0 0,2 1 1 0 0,-2-1-1 0 0,0 1 1 0 0,0-1-1 0 0,0 1 0 0 0,0-1 1 0 0,-1 1-1 0 0,1-1 0 0 0,0 1 1 0 0,0 0-1 0 0,0-1 1 0 0,-1 1-1 0 0,1 0 0 0 0,0 0 1 0 0,-1 0-1 0 0,1-1 1 0 0,0 1-1 0 0,-1 0 0 0 0,1 0 1 0 0,-1 0-1 0 0,0 0 0 0 0,1 0 1 0 0,-1 0-1 0 0,0 0 1 0 0,1 0-1 0 0,-1 0 0 0 0,0 0 1 0 0,0 0-1 0 0,0 2 1 0 0,-1 9-8 0 0,0-8 2 0 0,1 0 0 0 0,-1 0-1 0 0,1 0 1 0 0,0 1-1 0 0,0-1 1 0 0,0 0 0 0 0,1 0-1 0 0,-1 0 1 0 0,1 0-1 0 0,0 0 1 0 0,0 0 0 0 0,0 0-1 0 0,2 4 1 0 0,6-4-6 0 0,-8-4 9 0 0,0 1 1 0 0,0-1 0 0 0,0 0 0 0 0,0 1 0 0 0,0-1 0 0 0,0 0 0 0 0,-1 1 0 0 0,1 0 0 0 0,0-1 0 0 0,0 1-1 0 0,0-1 1 0 0,-1 1 0 0 0,1 0 0 0 0,0-1 0 0 0,-1 1 0 0 0,1 0 0 0 0,-1 0 0 0 0,1 0 0 0 0,-1 0 0 0 0,1-1-1 0 0,-1 1 1 0 0,1 0 0 0 0,-1 0 0 0 0,0 0 0 0 0,0 0 0 0 0,1 0 0 0 0,-1 0 0 0 0,0 0 0 0 0,0 0 0 0 0,0 2-1 0 0,0-3 1 0 0,0 1 0 0 0,0-1 0 0 0,0 1 0 0 0,0-1 0 0 0,1 1 0 0 0,-1-1 0 0 0,0 1 0 0 0,0-1 0 0 0,0 1 0 0 0,1-1 0 0 0,-1 0 0 0 0,0 1 0 0 0,1-1 0 0 0,-1 1 0 0 0,0-1 0 0 0,1 0 0 0 0,-1 1 0 0 0,0-1 0 0 0,1 0 0 0 0,-1 1 0 0 0,1-1 0 0 0,-1 0 0 0 0,0 1 0 0 0,1-1 0 0 0,-1 0 0 0 0,1 0 0 0 0,-1 0 0 0 0,1 0 0 0 0,-1 1 0 0 0,1-1 0 0 0,-1 0 0 0 0,1 0 0 0 0,-1 0 0 0 0,1 0 0 0 0,-1 0 0 0 0,1 0 0 0 0,0 0 0 0 0,0 0 0 0 0,0-1 0 0 0,-1 1 0 0 0,1 0 0 0 0,0 1 0 0 0,-1-1 0 0 0,1 0 0 0 0,0 0 0 0 0,-1 0 0 0 0,1 0 0 0 0,0 0 0 0 0,-1 1 0 0 0,1-1 0 0 0,0 0 0 0 0,-1 1 0 0 0,1-1 0 0 0,-1 0 0 0 0,1 1 0 0 0,-1-1 0 0 0,1 1 0 0 0,-1-1 0 0 0,1 1 0 0 0,-1-1 0 0 0,1 1 0 0 0,-1-1 0 0 0,1 1 0 0 0,-1-1 0 0 0,0 1 0 0 0,1-1 0 0 0,-1 1 0 0 0,0 0 0 0 0,0-1 0 0 0,1 1 0 0 0,-1 0 0 0 0,0-1 0 0 0,0 1 0 0 0,0 0 0 0 0,0-1 0 0 0,0 2 0 0 0,0-1 0 0 0,0 0 0 0 0,1-1 0 0 0,-1 1 0 0 0,0-1 0 0 0,0 1 0 0 0,1 0 0 0 0,-1-1 0 0 0,0 1 0 0 0,1-1 0 0 0,-1 1 0 0 0,0-1 0 0 0,1 0 0 0 0,-1 1 0 0 0,1-1 0 0 0,-1 1-1 0 0,1-1 1 0 0,-1 0 0 0 0,1 1 0 0 0,-1-1 0 0 0,1 0 0 0 0,0 1 0 0 0,-1-1 0 0 0,1 0 0 0 0,-1 0 0 0 0,2 1 0 0 0,7 0-12 0 0,-6 0 4 0 0,0 0 0 0 0,-1-1 0 0 0,1 0 0 0 0,-1 1 1 0 0,1-1-1 0 0,0 0 0 0 0,-1 0 0 0 0,1-1 0 0 0,0 1 0 0 0,-1 0 0 0 0,1-1 0 0 0,-1 0 0 0 0,1 1 0 0 0,-1-1 0 0 0,1 0 0 0 0,3-2 0 0 0,15-5-4 0 0,17-7 12 0 0,-12 2 0 0 0,-13 4 12 0 0,1-1-1 0 0,-1 0 0 0 0,0-1 0 0 0,-1 0 0 0 0,13-17 0 0 0,-21 18 1 0 0,-4 9-11 0 0,0 1-1 0 0,0-1 1 0 0,0 1-1 0 0,0-1 1 0 0,0 1-1 0 0,0-1 1 0 0,0 1 0 0 0,1-1-1 0 0,-1 1 1 0 0,0-1-1 0 0,0 1 1 0 0,0-1-1 0 0,1 1 1 0 0,-1-1 0 0 0,0 1-1 0 0,1-1 1 0 0,-1 1-1 0 0,0-1 1 0 0,1 1-1 0 0,-1 0 1 0 0,1-1 0 0 0,-1 1-1 0 0,0 0 1 0 0,1-1-1 0 0,0 1 1 0 0,1-1 3 0 0,0 0 1 0 0,-1-1 0 0 0,1 1-1 0 0,0 0 1 0 0,-1-1 0 0 0,1 1 0 0 0,-1-1-1 0 0,0 1 1 0 0,1-1 0 0 0,-1 0-1 0 0,0 0 1 0 0,0 1 0 0 0,0-1-1 0 0,0 0 1 0 0,0 0 0 0 0,0-3-1 0 0,3-43 64 0 0,-4 45-68 0 0,0 1-1 0 0,0 1 1 0 0,0 0 0 0 0,-1-1 0 0 0,1 1 0 0 0,0 0 0 0 0,0-1 0 0 0,-1 1 0 0 0,1 0 0 0 0,-1-1 0 0 0,1 1 0 0 0,-1 0 0 0 0,1 0 0 0 0,-1 0 0 0 0,0-1 0 0 0,0 1 0 0 0,0 0 0 0 0,1 0 0 0 0,-1 0 0 0 0,0 0 0 0 0,0 0 0 0 0,0 1 0 0 0,-1-1 0 0 0,0-1 0 0 0,1 1 2 0 0,0 1 1 0 0,-1-1 0 0 0,1 0 0 0 0,0 0 0 0 0,0 0 0 0 0,0 0-1 0 0,0 0 1 0 0,0 0 0 0 0,1 0 0 0 0,-1 0 0 0 0,0-1-1 0 0,0 1 1 0 0,1 0 0 0 0,-1 0 0 0 0,1-1 0 0 0,-1 1-1 0 0,1-1 1 0 0,-1 1 0 0 0,1 0 0 0 0,0-1 0 0 0,0 1 0 0 0,0 0-1 0 0,0-3 1 0 0,0-2 9 0 0,0 0 0 0 0,-1 1 0 0 0,0-1 0 0 0,0 0 0 0 0,0 0 0 0 0,0 1 0 0 0,-1-1 0 0 0,0 1 0 0 0,0-1 0 0 0,0 1 0 0 0,-4-6 0 0 0,-2-5 18 0 0,5 6-9 0 0,1 0 1 0 0,0 0 0 0 0,1-1-1 0 0,0 1 1 0 0,0-1 0 0 0,1 1-1 0 0,0-1 1 0 0,3-11 0 0 0,-1-13 23 0 0,-2 15-28 0 0,1 13 5 0 0,-1 0 1 0 0,0 0-1 0 0,-1 0 0 0 0,1 0 1 0 0,-1 0-1 0 0,-4-13 0 0 0,-4-1 43 0 0,6 15-47 0 0,1 0 0 0 0,-1 1 0 0 0,1-1 0 0 0,0 0 0 0 0,1-1 0 0 0,-1 1 0 0 0,1 0 0 0 0,0-12 0 0 0,1-271 809 0 0,-1 286-801 0 0,1 0 1 0 0,-1 0-1 0 0,0 0 0 0 0,0 0 1 0 0,0 0-1 0 0,-1 0 0 0 0,1 0 1 0 0,0 1-1 0 0,-1-1 0 0 0,0 0 1 0 0,-3-3-1 0 0,3 4-15 0 0,1 1 0 0 0,-1-1 0 0 0,1 1 0 0 0,0-1 0 0 0,-1 0 0 0 0,1 1 0 0 0,0-1 0 0 0,0 0 0 0 0,0 0 0 0 0,0 0 0 0 0,0 0 0 0 0,1 0 0 0 0,-1 0 0 0 0,1 0 0 0 0,-1 0 1 0 0,1 0-1 0 0,0 0 0 0 0,-1 0 0 0 0,1 0 0 0 0,0 0 0 0 0,1 0 0 0 0,-1 0 0 0 0,0-1 0 0 0,0 1 0 0 0,1 0 0 0 0,-1 0 0 0 0,1 0 0 0 0,0 0 0 0 0,0 0 0 0 0,0 1 0 0 0,0-1 0 0 0,1-2 0 0 0,7-5 34 0 0,-7 8-43 0 0,-1 0 1 0 0,0 0-1 0 0,1 0 0 0 0,-1 0 1 0 0,0 0-1 0 0,0-1 0 0 0,0 1 1 0 0,0 0-1 0 0,0-1 0 0 0,0 1 1 0 0,-1-1-1 0 0,1 1 0 0 0,0-1 0 0 0,-1 1 1 0 0,1-1-1 0 0,-1 1 0 0 0,1-1 1 0 0,-1 0-1 0 0,0 1 0 0 0,1-4 1 0 0,-1 4-3 0 0,0-1 0 0 0,0 0 0 0 0,0 1 1 0 0,0-1-1 0 0,1 0 0 0 0,-1 1 0 0 0,0-1 1 0 0,1 0-1 0 0,0 1 0 0 0,-1-1 0 0 0,1 1 1 0 0,0-1-1 0 0,0 1 0 0 0,0 0 0 0 0,0-1 1 0 0,0 1-1 0 0,0 0 0 0 0,0 0 0 0 0,0-1 1 0 0,2 0-1 0 0,-1 1 4 0 0,-1 0 0 0 0,0-1 1 0 0,1 1-1 0 0,-1 0 0 0 0,0 0 0 0 0,0-1 0 0 0,0 1 0 0 0,0-1 1 0 0,0 1-1 0 0,0-1 0 0 0,-1 0 0 0 0,1 1 0 0 0,0-1 1 0 0,-1 0-1 0 0,1 1 0 0 0,-1-1 0 0 0,0 0 0 0 0,0 0 1 0 0,1 1-1 0 0,-1-4 0 0 0,0 4 1 0 0,0 0 0 0 0,0 0 0 0 0,0 0-1 0 0,0-1 1 0 0,1 1 0 0 0,-1 0 0 0 0,0 0 0 0 0,1 0 0 0 0,-1 0 0 0 0,1 0-1 0 0,-1 0 1 0 0,1 0 0 0 0,-1 0 0 0 0,1 0 0 0 0,0 0 0 0 0,0 0 0 0 0,0 0 0 0 0,-1 0-1 0 0,1 0 1 0 0,0 0 0 0 0,0 1 0 0 0,0-1 0 0 0,2-1 0 0 0,-2 2-1 0 0,0-1 0 0 0,0 0 0 0 0,1 1 0 0 0,-1-1 0 0 0,0 0 0 0 0,0 0 0 0 0,-1 0 0 0 0,1 0 0 0 0,0 0 0 0 0,0 0 0 0 0,0 0 0 0 0,-1 0 0 0 0,1-1 0 0 0,0 1 0 0 0,-1 0 0 0 0,1 0 0 0 0,-1 0 0 0 0,1-1 0 0 0,-1 1 0 0 0,0 0 0 0 0,0-1 0 0 0,1 1 0 0 0,-1-3 0 0 0,0 2-3 0 0,0 1 0 0 0,0-1 0 0 0,0 0-1 0 0,0 0 1 0 0,1 1 0 0 0,-1-1 0 0 0,1 0-1 0 0,-1 1 1 0 0,1-1 0 0 0,0 0-1 0 0,-1 1 1 0 0,1-1 0 0 0,0 1 0 0 0,0 0-1 0 0,0-1 1 0 0,0 1 0 0 0,1-1 0 0 0,-1 1-1 0 0,2-2 1 0 0,-1 2-1 0 0,-1 0 0 0 0,0 0 0 0 0,1-1 0 0 0,-1 1 0 0 0,0-1 0 0 0,0 1 0 0 0,0-1 0 0 0,0 1-1 0 0,0-1 1 0 0,0 1 0 0 0,0-1 0 0 0,-1 0 0 0 0,1 0 0 0 0,-1 1 0 0 0,1-1 0 0 0,-1 0 0 0 0,0 0 0 0 0,1 0 0 0 0,-1-3 0 0 0,0-209 147 0 0,0 212-145 0 0,0 0 1 0 0,0 0 0 0 0,0-1 0 0 0,1 1 0 0 0,-1 0 0 0 0,1 0 0 0 0,0 0 0 0 0,0 0 0 0 0,-1 0 0 0 0,1 1 0 0 0,0-1 0 0 0,0 0 0 0 0,1 0 0 0 0,-1 0 0 0 0,2-1 0 0 0,5-12 30 0 0,-16-2-13 0 0,6 16-16 0 0,1-1 0 0 0,0 0 0 0 0,-1 0 1 0 0,1 0-1 0 0,0 0 0 0 0,0 0 1 0 0,0 0-1 0 0,0 0 0 0 0,1 0 0 0 0,-1-1 1 0 0,1 1-1 0 0,-1 0 0 0 0,1-3 1 0 0,1-22 34 0 0,0 21-20 0 0,0 0-1 0 0,-1 0 0 0 0,0 0 0 0 0,0 1 0 0 0,0-1 1 0 0,-1 0-1 0 0,1 0 0 0 0,-2 0 0 0 0,1 0 0 0 0,-4-9 1 0 0,-7-5 36 0 0,-1 1 0 0 0,-1 1 0 0 0,0 0 1 0 0,-2 1-1 0 0,0 0 0 0 0,-21-16 1 0 0,18 18-50 0 0,1 0 1 0 0,1-1 0 0 0,0-1-1 0 0,1-1 1 0 0,-20-28 0 0 0,32 38-16 0 0,-19-26 4 0 0,14 6-75 0 0,0 19 54 0 0,5 5-26 0 0,-1 0 0 0 0,1 0 1 0 0,0-1-1 0 0,0 0 0 0 0,0 1 0 0 0,1-1 1 0 0,0-1-1 0 0,0 1 0 0 0,0 0 1 0 0,0-1-1 0 0,1 0 0 0 0,0 1 1 0 0,0-1-1 0 0,1 0 0 0 0,-2-9 0 0 0,3-10-264 0 0,0-8 145 0 0,0 4 298 0 0,-5 27-180 0 0,3 1 54 0 0,1 1 1 0 0,0 0-1 0 0,0 0 1 0 0,0-1-1 0 0,0 1 0 0 0,-1-1 1 0 0,1 1-1 0 0,0-1 0 0 0,0 1 1 0 0,0-1-1 0 0,0 0 1 0 0,0 1-1 0 0,0-1 0 0 0,0 0 1 0 0,0 0-1 0 0,1 0 1 0 0,-1 0-1 0 0,0 0 0 0 0,0 0 1 0 0,1 0-1 0 0,-1 0 1 0 0,0 0-1 0 0,1 0 0 0 0,-1 0 1 0 0,1-2-1 0 0,-3-38 9 0 0,3 25-96 0 0,0 15 66 0 0,1 0 0 0 0,-1 0 0 0 0,1 0 0 0 0,0 0 0 0 0,-1 1 0 0 0,1-1 0 0 0,-1 0 0 0 0,1 0 0 0 0,0 1 1 0 0,0-1-1 0 0,-1 0 0 0 0,1 1 0 0 0,0-1 0 0 0,0 1 0 0 0,0-1 0 0 0,0 1 0 0 0,0-1 0 0 0,0 1 0 0 0,0 0 0 0 0,0-1 0 0 0,0 1 0 0 0,0 0 0 0 0,0 0 0 0 0,0 0 1 0 0,0 0-1 0 0,0 0 0 0 0,0 0 0 0 0,1 0 0 0 0,0 0-82 0 0,2 1-369 0 0,-8 9-819 0 0,-23 51-4646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31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0,'0'8'0'0'0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6:3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48 160 0 0,'0'0'1414'0'0,"0"-5"612"0"0,-6 4 2124 0 0,-15 6-3963 0 0,16-4 280 0 0,-54 14 320 0 0,55-14-758 0 0,0 0 0 0 0,-1 1-1 0 0,1 0 1 0 0,0-1 0 0 0,0 2 0 0 0,1-1 0 0 0,-1 0 0 0 0,0 1-1 0 0,1-1 1 0 0,-1 1 0 0 0,1 0 0 0 0,0 0 0 0 0,-4 6 0 0 0,4-5-14 0 0,0-1 0 0 0,-1 1 1 0 0,1-1-1 0 0,0 0 1 0 0,-1 0-1 0 0,0-1 1 0 0,0 1-1 0 0,0-1 1 0 0,0 1-1 0 0,-5 1 0 0 0,1-2 4 0 0,7-2-15 0 0,0 0 0 0 0,0 0 0 0 0,0 0-1 0 0,0 1 1 0 0,0-1 0 0 0,0 0 0 0 0,0 0 0 0 0,0 1 0 0 0,0-1 0 0 0,0 1 0 0 0,0-1 0 0 0,0 1 0 0 0,0-1 0 0 0,0 1 0 0 0,1-1 0 0 0,-1 1 0 0 0,0 0 0 0 0,0-1 0 0 0,1 1-1 0 0,-1 0 1 0 0,0 0 0 0 0,1 0 0 0 0,-1 0 0 0 0,1-1 0 0 0,-1 1 0 0 0,1 0 0 0 0,-1 0 0 0 0,1 0 0 0 0,0 0 0 0 0,-1 0 0 0 0,1 0 0 0 0,0 0 0 0 0,0 0 0 0 0,0 0 0 0 0,0 2 0 0 0,0-2 0 0 0,0 0 0 0 0,0 0 0 0 0,0 0 0 0 0,0 0 0 0 0,-1 0 1 0 0,1 0-1 0 0,0 0 0 0 0,0 0 0 0 0,-1 0 0 0 0,1 0 0 0 0,-1 0 1 0 0,1 0-1 0 0,-1 0 0 0 0,1 0 0 0 0,-1 0 0 0 0,0 0 0 0 0,1 0 1 0 0,-1 0-1 0 0,0-1 0 0 0,0 1 0 0 0,1 0 0 0 0,-1 0 0 0 0,0-1 1 0 0,0 1-1 0 0,0-1 0 0 0,0 1 0 0 0,0-1 0 0 0,-1 1 0 0 0,1-1-2 0 0,0 1 0 0 0,0-1 0 0 0,0 1 0 0 0,1-1 0 0 0,-1 1 0 0 0,0-1 0 0 0,0 1-1 0 0,0-1 1 0 0,1 1 0 0 0,-1 0 0 0 0,0-1 0 0 0,1 1 0 0 0,-1 0 0 0 0,1-1 0 0 0,-1 1-1 0 0,1 0 1 0 0,-1 0 0 0 0,1 0 0 0 0,-1 0 0 0 0,1 0 0 0 0,0-1 0 0 0,-1 1 0 0 0,1 0-1 0 0,0 0 1 0 0,0 0 0 0 0,0 0 0 0 0,0 2 0 0 0,0-2 0 0 0,0-1 0 0 0,0 1 0 0 0,-1 0 0 0 0,1-1 0 0 0,0 1 1 0 0,0 0-1 0 0,0-1 0 0 0,0 1 0 0 0,-1 0 0 0 0,1-1 0 0 0,0 1 0 0 0,-1-1 0 0 0,1 1 0 0 0,-1-1 1 0 0,1 1-1 0 0,0 0 0 0 0,-1-1 0 0 0,1 0 0 0 0,-1 1 0 0 0,0-1 0 0 0,1 1 0 0 0,-1-1 0 0 0,1 1 0 0 0,-1-1 1 0 0,0 0-1 0 0,1 0 0 0 0,-1 1 0 0 0,1-1 0 0 0,-1 0 0 0 0,0 0 0 0 0,1 0 0 0 0,-2 1 0 0 0,1-1-2 0 0,0 0 0 0 0,0 0 0 0 0,1 0 0 0 0,-1 0 0 0 0,0 1 0 0 0,0-1 0 0 0,0 0 0 0 0,1 1 0 0 0,-1-1 0 0 0,0 0 0 0 0,1 1-1 0 0,-1-1 1 0 0,0 1 0 0 0,1-1 0 0 0,-1 1 0 0 0,1 0 0 0 0,-1-1 0 0 0,1 1 0 0 0,-1-1 0 0 0,1 1 0 0 0,-1 0 0 0 0,1 0 0 0 0,-1-1-1 0 0,1 1 1 0 0,0 0 0 0 0,0 0 0 0 0,-1-1 0 0 0,1 1 0 0 0,0 0 0 0 0,0 0 0 0 0,0-1 0 0 0,0 1 0 0 0,0 1 0 0 0,0-1 0 0 0,0 0 0 0 0,-1 0 0 0 0,1-1 0 0 0,0 1 0 0 0,0 0 0 0 0,0 0 0 0 0,-1 0 0 0 0,1-1 0 0 0,0 1 0 0 0,-1 0 0 0 0,1 0 0 0 0,-1-1 0 0 0,1 1 0 0 0,-1 0 0 0 0,1-1 0 0 0,-1 1 0 0 0,1 0 0 0 0,-1-1 0 0 0,0 1 0 0 0,1-1 0 0 0,-1 1 0 0 0,0-1 0 0 0,1 0 0 0 0,-1 1 0 0 0,0-1 0 0 0,0 1 0 0 0,0-1 0 0 0,1 0 0 0 0,-1 0 0 0 0,0 0 0 0 0,0 1 0 0 0,-1-1 0 0 0,-6 3 0 0 0,-24 16 66 0 0,32-19-64 0 0,-1 0-1 0 0,1 0 0 0 0,0 0 1 0 0,-1 1-1 0 0,1-1 1 0 0,0 0-1 0 0,-1 0 0 0 0,1 0 1 0 0,0 1-1 0 0,-1-1 0 0 0,1 0 1 0 0,0 1-1 0 0,0-1 0 0 0,-1 0 1 0 0,1 1-1 0 0,0-1 1 0 0,0 0-1 0 0,-1 1 0 0 0,1-1 1 0 0,0 0-1 0 0,0 1 0 0 0,0-1 1 0 0,0 0-1 0 0,0 1 1 0 0,0-1-1 0 0,0 1 0 0 0,0-1 1 0 0,0 0-1 0 0,0 1 0 0 0,0-1 1 0 0,0 1-1 0 0,0-1 0 0 0,0 0 1 0 0,0 1-1 0 0,0-1 1 0 0,0 0-1 0 0,0 1 0 0 0,0-1 1 0 0,1 1-1 0 0,-1 0 0 0 0,0-1 0 0 0,0 0 0 0 0,0 1 0 0 0,1-1 0 0 0,-1 0 0 0 0,0 1 0 0 0,0-1 0 0 0,0 0 0 0 0,0 1 0 0 0,0-1 0 0 0,0 1 0 0 0,0-1 0 0 0,0 0 0 0 0,0 1 0 0 0,0-1-1 0 0,0 1 1 0 0,0-1 0 0 0,0 0 0 0 0,-1 1 0 0 0,1-1 0 0 0,0 0 0 0 0,0 1 0 0 0,0-1 0 0 0,0 1 0 0 0,-1-1 0 0 0,1 0 0 0 0,0 0 0 0 0,0 1 0 0 0,-1-1 0 0 0,1 0 0 0 0,0 1 0 0 0,-1-1 0 0 0,1 0 0 0 0,0 0 0 0 0,-1 0 0 0 0,1 1 0 0 0,0-1 0 0 0,-1 0 0 0 0,0 0 0 0 0,0 1-2 0 0,-1-1 1 0 0,1 1 0 0 0,0-1 0 0 0,-1 1-1 0 0,1-1 1 0 0,-1 1 0 0 0,1 0 0 0 0,0 0-1 0 0,0 0 1 0 0,-1 0 0 0 0,1 0-1 0 0,0 0 1 0 0,0 0 0 0 0,0 0 0 0 0,0 0-1 0 0,0 0 1 0 0,-1 2 0 0 0,-1 36 71 0 0,4-28-41 0 0,-1-7-24 0 0,1 0 0 0 0,-1 0 0 0 0,0 0 0 0 0,1 0-1 0 0,-2 0 1 0 0,1 0 0 0 0,0 0 0 0 0,-1-1 0 0 0,0 1 0 0 0,0 0 0 0 0,0 0 0 0 0,-3 6 0 0 0,4-10-5 0 0,-1 1 0 0 0,0-1-1 0 0,0 1 1 0 0,1-1 0 0 0,-1 1 0 0 0,0-1 0 0 0,1 1-1 0 0,-1 0 1 0 0,1 0 0 0 0,-1-1 0 0 0,1 1-1 0 0,-1 0 1 0 0,1 0 0 0 0,-1-1 0 0 0,1 1-1 0 0,0 0 1 0 0,-1 0 0 0 0,1 0 0 0 0,0 0-1 0 0,0 0 1 0 0,0-1 0 0 0,0 1 0 0 0,-1 0 0 0 0,1 0-1 0 0,0 0 1 0 0,1 0 0 0 0,-1 0 0 0 0,0 0-1 0 0,0 1 1 0 0,1-1-2 0 0,-1-1 0 0 0,0 1 0 0 0,0-1 1 0 0,0 1-1 0 0,0-1 0 0 0,0 1 0 0 0,0 0 0 0 0,0-1 0 0 0,0 1 0 0 0,0-1 0 0 0,0 1 0 0 0,-1-1 0 0 0,1 1 0 0 0,0-1 1 0 0,0 1-1 0 0,0-1 0 0 0,-1 1 0 0 0,1-1 0 0 0,0 1 0 0 0,0-1 0 0 0,-1 0 0 0 0,1 1 0 0 0,0-1 0 0 0,-1 1 0 0 0,1-1 1 0 0,-1 0-1 0 0,1 1 0 0 0,0-1 0 0 0,-1 0 0 0 0,1 0 0 0 0,-1 1 0 0 0,1-1 0 0 0,-1 0 0 0 0,1 0 0 0 0,-1 1 0 0 0,1-1 1 0 0,-1 0-1 0 0,1 0 0 0 0,-2 0 0 0 0,1 3 5 0 0,-1 0 0 0 0,1 0 0 0 0,0 0 1 0 0,0 0-1 0 0,0 0 0 0 0,1 0 0 0 0,-1 0 0 0 0,1 0 1 0 0,0 0-1 0 0,-1 0 0 0 0,1 0 0 0 0,1 1 0 0 0,-1-1 1 0 0,0 0-1 0 0,2 4 0 0 0,-1 13 9 0 0,-1-20-13 0 0,0 1 0 0 0,0 0 0 0 0,0-1 0 0 0,1 1 0 0 0,-1 0 0 0 0,0-1 0 0 0,1 1 0 0 0,-1-1 0 0 0,0 1 0 0 0,1 0 0 0 0,-1-1 0 0 0,0 1 0 0 0,1-1 0 0 0,-1 1 0 0 0,1-1 0 0 0,-1 1 0 0 0,1-1 0 0 0,0 0 0 0 0,-1 1 0 0 0,1-1 0 0 0,-1 0 0 0 0,1 1 0 0 0,0-1 0 0 0,-1 0 0 0 0,1 0 0 0 0,0 1 0 0 0,-1-1 0 0 0,1 0 0 0 0,0 0 0 0 0,-1 0 0 0 0,2 0 0 0 0,-2 0 0 0 0,1 0 0 0 0,0 0 0 0 0,-1 0 0 0 0,1 0 0 0 0,0 0 0 0 0,-1 1 0 0 0,1-1 0 0 0,0 0 0 0 0,-1 0 0 0 0,1 0 0 0 0,0 1 0 0 0,-1-1 0 0 0,1 0 0 0 0,-1 1 0 0 0,1-1 0 0 0,-1 1 0 0 0,1-1 0 0 0,-1 1 0 0 0,1-1 0 0 0,-1 1 0 0 0,1-1 0 0 0,-1 1 0 0 0,1-1 0 0 0,-1 1 0 0 0,0 0 0 0 0,1-1 0 0 0,-1 1 0 0 0,0-1 0 0 0,0 1 0 0 0,0 0 0 0 0,1 0 0 0 0,4 6 0 0 0,20 7 0 0 0,-25-14 0 0 0,34 6 0 0 0,3 7 0 0 0,-10-12 0 0 0,5-1 0 0 0,0-1 0 0 0,0-5 0 0 0,0-1 0 0 0,0 2 0 0 0,79-3-75 0 0,-94 8 70 0 0,-4 2 4 0 0,-9 0 3 0 0,0-1-1 0 0,1 0 1 0 0,-1 0-1 0 0,0-1 0 0 0,1 1 1 0 0,-1-1-1 0 0,0 0 0 0 0,1 0 1 0 0,7-1-1 0 0,1-1 33 0 0,-9 0-31 0 0,0 1 0 0 0,1 0 1 0 0,-1 0-1 0 0,0 1 0 0 0,1-1 1 0 0,-1 1-1 0 0,0 0 0 0 0,1 0 1 0 0,7 1-1 0 0,10-5-27 0 0,1-1 1 0 0,-1-2 0 0 0,27-11-1 0 0,-44 11-27 0 0,1 3 36 0 0,-3 4 15 0 0,-3 0 0 0 0,1 0 0 0 0,0 0 0 0 0,0 0 0 0 0,0 0 0 0 0,0 0 0 0 0,0 0 0 0 0,0 0 0 0 0,0 0 0 0 0,0 0 0 0 0,0 0 0 0 0,0 0 0 0 0,0-1 0 0 0,0 1 0 0 0,-1 0 0 0 0,1-1 0 0 0,0 1 0 0 0,0 0 0 0 0,0-1 0 0 0,0 1 0 0 0,-1-1 0 0 0,1 0 0 0 0,0 1 0 0 0,0-1 0 0 0,-1 0 0 0 0,1 1 0 0 0,0-2 0 0 0,1 0 0 0 0,-1 0 0 0 0,1 1-1 0 0,0-1 1 0 0,0 1 0 0 0,0 0 0 0 0,-1 0 0 0 0,1-1 0 0 0,0 1 0 0 0,1 0-1 0 0,-1 1 1 0 0,0-1 0 0 0,3-1 0 0 0,5-2-12 0 0,1 0-23 0 0,20-7-28 0 0,-30 11 58 0 0,0 0 0 0 0,0-1 0 0 0,0 1 0 0 0,-1-1 0 0 0,1 1 0 0 0,0-1 0 0 0,0 0 0 0 0,0 1 0 0 0,0-1 0 0 0,0 0 0 0 0,-1 1 0 0 0,1-1 0 0 0,0 0 0 0 0,-1 0 0 0 0,1 0 0 0 0,-1 0 0 0 0,1 0 0 0 0,-1 0 0 0 0,1 0 0 0 0,-1 0 0 0 0,1 0 0 0 0,-1-1 0 0 0,0 1 3 0 0,0 0 0 0 0,0 1 1 0 0,0-1-1 0 0,0 0 0 0 0,1 0 0 0 0,-1 0 1 0 0,0 1-1 0 0,0-1 0 0 0,1 0 0 0 0,-1 0 1 0 0,0 1-1 0 0,1-1 0 0 0,-1 0 0 0 0,0 0 1 0 0,1 1-1 0 0,-1-1 0 0 0,1 0 0 0 0,-1 1 1 0 0,1-1-1 0 0,0 1 0 0 0,-1-1 0 0 0,1 1 0 0 0,0-1 1 0 0,-1 1-1 0 0,1-1 0 0 0,0 1 0 0 0,-1 0 1 0 0,1-1-1 0 0,0 1 0 0 0,0 0 0 0 0,1-1 1 0 0,-1 1-1 0 0,0 0 1 0 0,0 0 0 0 0,-1-1 0 0 0,1 1 0 0 0,0 0 0 0 0,0-1 0 0 0,0 1 0 0 0,-1 0-1 0 0,1-1 1 0 0,0 1 0 0 0,-1-1 0 0 0,1 1 0 0 0,0-1 0 0 0,-1 0 0 0 0,1 1 0 0 0,-1-1 0 0 0,1 0-1 0 0,-1 1 1 0 0,1-1 0 0 0,-1 0 0 0 0,0 1 0 0 0,1-1 0 0 0,-1 0 0 0 0,0 0 0 0 0,1 0-1 0 0,-1 1 1 0 0,0-1 0 0 0,0 0 0 0 0,0 0 0 0 0,0 0 0 0 0,0 0 0 0 0,0 0 0 0 0,0-1-1 0 0,0 1 1 0 0,0 0-1 0 0,0-1 0 0 0,0 1 1 0 0,0-1-1 0 0,1 1 1 0 0,-1 0-1 0 0,0-1 1 0 0,1 1-1 0 0,-1 0 1 0 0,1 0-1 0 0,-1-1 0 0 0,1 1 1 0 0,0 0-1 0 0,-1 0 1 0 0,1 0-1 0 0,0-1 1 0 0,0 1-1 0 0,0 0 1 0 0,0 0-1 0 0,0 0 1 0 0,0 0-1 0 0,0 1 0 0 0,0-1 1 0 0,1-1-1 0 0,0 2 1 0 0,-1-1-1 0 0,0 0 1 0 0,0 0-1 0 0,0 0 1 0 0,0 0-1 0 0,0 1 1 0 0,0-1-1 0 0,0 0 1 0 0,0-1-1 0 0,-1 1 0 0 0,1 0 1 0 0,0 0-1 0 0,-1 0 1 0 0,1 0-1 0 0,-1-1 1 0 0,1 1-1 0 0,-1 0 1 0 0,1 0-1 0 0,-1-1 1 0 0,0 1-1 0 0,0 0 1 0 0,0-1-1 0 0,1 1 1 0 0,-1-1-1 0 0,-1 0 1 0 0,1 1 1 0 0,0 0 0 0 0,0-1 0 0 0,0 1 0 0 0,-1 0 0 0 0,1 0 0 0 0,0 0 0 0 0,-1 0 0 0 0,1 1 0 0 0,0-1 0 0 0,-1 0 0 0 0,1 0 0 0 0,-1 0 0 0 0,0 0 0 0 0,1 0 0 0 0,-1 0 0 0 0,0 1 0 0 0,0-1 0 0 0,1 0 0 0 0,-1 1 0 0 0,0-1 0 0 0,0 0 0 0 0,-1 0 0 0 0,0 0 0 0 0,1 1 0 0 0,0-1 0 0 0,0 0 0 0 0,-1 0 0 0 0,1 0 0 0 0,0 0 0 0 0,0 0 0 0 0,0 0 0 0 0,0-1 0 0 0,0 1 0 0 0,1 0 0 0 0,-1 0 0 0 0,0-1 0 0 0,0 1 0 0 0,1 0 0 0 0,-1-1 0 0 0,1 1 0 0 0,-1-1 0 0 0,1 1 0 0 0,0-1 0 0 0,0 1 0 0 0,-1-1 0 0 0,1-2 0 0 0,-1 1 0 0 0,0-1 0 0 0,-1 1 0 0 0,0 0 0 0 0,0 0 0 0 0,0 0 0 0 0,0 0 0 0 0,0 0 0 0 0,0 0 0 0 0,-1 0 0 0 0,1 1 0 0 0,-1-1 0 0 0,0 1 0 0 0,0 0 0 0 0,0-1 0 0 0,-4-1 0 0 0,-11-11 0 0 0,-1-7-4 0 0,15 17 14 0 0,1 0 1 0 0,-2 1 0 0 0,1-1 0 0 0,0 1 0 0 0,-1-1-1 0 0,0 1 1 0 0,0 1 0 0 0,-11-7 0 0 0,-47-27 58 0 0,44 25-37 0 0,1 0-1 0 0,-2 2 1 0 0,1 1-1 0 0,-33-12 1 0 0,-238-48-781 0 0,207 52-2838 0 0,46 10 239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9:1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8 800 0 0,'0'0'1921'0'0,"0"0"-1846"0"0,-1 0-1 0 0,1 0 1 0 0,0-1-1 0 0,0 1 1 0 0,0 0-1 0 0,0 0 1 0 0,0 0-1 0 0,0 0 1 0 0,0 0-1 0 0,0-1 1 0 0,0 1-1 0 0,0 0 1 0 0,-1 0-1 0 0,1 0 1 0 0,0-1-1 0 0,0 1 1 0 0,0 0-1 0 0,0 0 1 0 0,0 0-1 0 0,0 0 1 0 0,0-1-1 0 0,0 1 1 0 0,0 0-1 0 0,1 0 1 0 0,-1 0 0 0 0,0 0-1 0 0,0-1 1 0 0,0 1-1 0 0,0 0 1 0 0,0 0-1 0 0,0 0 1 0 0,0 0-1 0 0,0-1 1 0 0,0 1-1 0 0,0 0 1 0 0,1 0-1 0 0,-1 0 1 0 0,0 0-1 0 0,0 0 1 0 0,0 0-1 0 0,0 0 1 0 0,0-1-1 0 0,1 1 1 0 0,-1 0-1 0 0,0 0 1 0 0,0 0-1 0 0,0 0 1 0 0,0 0-1 0 0,1 0 1 0 0,-1 0-1 0 0,0 0 1 0 0,0 0-1 0 0,0 0 1 0 0,0 0-1 0 0,1 0 1 0 0,-1 0-1 0 0,0 0 1 0 0,0 0-1 0 0,0 0 1 0 0,0 0-1 0 0,1 0 1 0 0,-1 0-1 0 0,0 0 1 0 0,0 0-1 0 0,0 0 1 0 0,0 0-1 0 0,1 0 1 0 0,-1 1-1 0 0,0-1 1 0 0,21 0 379 0 0,-15 0 293 0 0,-6 3 128 0 0,0-3-817 0 0,0 0 1 0 0,-1 0-1 0 0,1 1 1 0 0,0-1-1 0 0,0 0 0 0 0,0 0 1 0 0,0 1-1 0 0,0-1 0 0 0,0 0 1 0 0,0 0-1 0 0,0 1 0 0 0,0-1 1 0 0,0 0-1 0 0,0 0 0 0 0,0 1 1 0 0,0-1-1 0 0,0 0 0 0 0,0 0 1 0 0,0 1-1 0 0,0-1 1 0 0,0 0-1 0 0,0 0 0 0 0,0 1 1 0 0,0-1-1 0 0,1 0 0 0 0,-1 0 1 0 0,0 1-1 0 0,0-1 0 0 0,0 0 1 0 0,0 0-1 0 0,1 0 0 0 0,-1 1 1 0 0,0-1-1 0 0,0 0 1 0 0,0 0-1 0 0,1 0 0 0 0,-1 0 1 0 0,0 0-1 0 0,0 1 0 0 0,1-1 1 0 0,-1 0-1 0 0,0 0 0 0 0,0 0 1 0 0,1 0-1 0 0,-1 0 0 0 0,0 0 1 0 0,0 0-1 0 0,1 0 1 0 0,20-6 167 0 0,-35 6-417 0 0,33 8-3606 0 0,7 10-832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9:1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2561 0 0,'0'-27'2962'0'0,"0"7"-161"0"0,32-7-400 0 0,-32 7-400 0 0,0 0-400 0 0,32 5-401 0 0,-32 9-319 0 0,0 0-481 0 0,0-2-640 0 0,32 8-641 0 0,0 8-559 0 0,0-2-1362 0 0,32 15-1920 0 0,0-9 240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9:3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1 1841 0 0,'0'0'50'0'0,"0"1"0"0"0,0-1 1 0 0,0 1-1 0 0,-1-1 0 0 0,1 0 0 0 0,0 1 0 0 0,0-1 1 0 0,0 1-1 0 0,-1-1 0 0 0,1 0 0 0 0,0 1 1 0 0,0-1-1 0 0,-1 1 0 0 0,1-1 0 0 0,0 0 1 0 0,-1 0-1 0 0,1 1 0 0 0,0-1 0 0 0,-1 0 1 0 0,1 1-1 0 0,0-1 0 0 0,-1 0 0 0 0,1 0 0 0 0,-1 0 1 0 0,1 0-1 0 0,0 1 0 0 0,-1-1 0 0 0,1 0 1 0 0,-1 0-1 0 0,1 0 0 0 0,-1 0 0 0 0,1 0 1 0 0,-1 0-1 0 0,1 0 0 0 0,0 0 0 0 0,-1 0 1 0 0,1 0-1 0 0,-1 0 0 0 0,1 0 0 0 0,-1-1 0 0 0,0 1 1 0 0,1 0 3 0 0,-1 0 0 0 0,1-1-1 0 0,-1 1 1 0 0,1 0 0 0 0,-1 0 0 0 0,1 0 0 0 0,-1 0 0 0 0,1 0 0 0 0,-1 0 0 0 0,0 0 0 0 0,1 0 0 0 0,-1 0 0 0 0,1 0 0 0 0,-1 0-1 0 0,1 0 1 0 0,-1 1 0 0 0,1-1 0 0 0,-1 0 0 0 0,1 0 0 0 0,-1 0 0 0 0,1 1 0 0 0,-1-1 0 0 0,1 0 0 0 0,0 1 0 0 0,-1-1-1 0 0,1 0 1 0 0,-1 1 0 0 0,1-1 0 0 0,0 1 0 0 0,-1-1 0 0 0,1 0 0 0 0,0 1 0 0 0,-1-1 0 0 0,1 1 0 0 0,0-1 0 0 0,0 1 0 0 0,0-1-1 0 0,-1 1 1 0 0,1-1 0 0 0,0 1 0 0 0,0-1 0 0 0,0 1 0 0 0,0 0 0 0 0,0 0 186 0 0,-27 6 160 0 0,27-6-367 0 0,-1-1 0 0 0,0 1 0 0 0,1-1 0 0 0,-1 1 0 0 0,1 0 0 0 0,-1-1 0 0 0,1 1 0 0 0,0 0 0 0 0,-1-1 0 0 0,1 1 0 0 0,0 0-1 0 0,-1 0 1 0 0,1 0 0 0 0,0-1 0 0 0,0 1 0 0 0,0 0 0 0 0,0 0 0 0 0,-1 0 0 0 0,1-1 0 0 0,0 1 0 0 0,0 0 0 0 0,1 0 0 0 0,-1 0 0 0 0,0-1 0 0 0,0 1 0 0 0,0 0 0 0 0,1 1-1 0 0,-1-2-12 0 0,0 1 0 0 0,1-1-1 0 0,-1 1 1 0 0,0-1-1 0 0,0 1 1 0 0,0 0-1 0 0,0-1 1 0 0,0 1 0 0 0,1-1-1 0 0,-1 1 1 0 0,0 0-1 0 0,0-1 1 0 0,-1 1-1 0 0,1-1 1 0 0,0 1-1 0 0,0-1 1 0 0,0 1 0 0 0,0 0-1 0 0,0-1 1 0 0,-1 1-1 0 0,1-1 1 0 0,0 1-1 0 0,0-1 1 0 0,-1 1 0 0 0,1-1-1 0 0,0 1 1 0 0,-1-1-1 0 0,1 1 1 0 0,-1-1-1 0 0,1 1 1 0 0,-1-1-1 0 0,1 0 1 0 0,-1 1 0 0 0,-11-1-19 0 0,10 0 24 0 0,16 0 109 0 0,-36 0-108 0 0,17 0 41 0 0,5 1-52 0 0,0 0 0 0 0,1 0-1 0 0,-1-1 1 0 0,0 1 0 0 0,0 0 0 0 0,0 0 0 0 0,0 0 0 0 0,0 0-1 0 0,0-1 1 0 0,0 1 0 0 0,0 0 0 0 0,0 0 0 0 0,0 0 0 0 0,0 0-1 0 0,-1-1 1 0 0,1 1 0 0 0,0 0 0 0 0,-1 0 0 0 0,1-1-1 0 0,0 1 1 0 0,-1 0 0 0 0,1 0 0 0 0,-1-1 0 0 0,1 1 0 0 0,-1-1-1 0 0,0 2 1 0 0,-3 0-47 0 0,2-1 58 0 0,1 0 0 0 0,-1 0 0 0 0,1 0 0 0 0,-1 0 0 0 0,1 0 0 0 0,0 0 0 0 0,-1 0 0 0 0,1 0 0 0 0,0 1 0 0 0,0-1-1 0 0,0 0 1 0 0,0 1 0 0 0,0-1 0 0 0,0 1 0 0 0,0-1 0 0 0,0 1 0 0 0,1 0 0 0 0,-1-1 0 0 0,1 1 0 0 0,-1 0 0 0 0,1-1 0 0 0,0 1 0 0 0,-1 0 0 0 0,1 0 0 0 0,0-1 0 0 0,0 1 0 0 0,0 0 0 0 0,1 2 0 0 0,-1 76 1388 0 0,0-79-1414 0 0,-1 1 0 0 0,1-1 1 0 0,0 1-1 0 0,-1-1 1 0 0,1 1-1 0 0,-1-1 1 0 0,0 0-1 0 0,1 1 1 0 0,-1-1-1 0 0,0 0 1 0 0,0 0-1 0 0,0 1 1 0 0,0-1-1 0 0,0 0 0 0 0,0 0 1 0 0,0 0-1 0 0,0 0 1 0 0,0 0-1 0 0,-2 1 1 0 0,2-2 1 0 0,0 0 1 0 0,0 1-1 0 0,1-1 0 0 0,-1 0 1 0 0,0 1-1 0 0,0-1 0 0 0,1 1 1 0 0,-1 0-1 0 0,0-1 1 0 0,1 1-1 0 0,-1 0 0 0 0,1-1 1 0 0,-1 1-1 0 0,1 0 0 0 0,-1-1 1 0 0,1 1-1 0 0,-1 0 1 0 0,1 0-1 0 0,0 0 0 0 0,-1 0 1 0 0,1-1-1 0 0,0 1 0 0 0,0 0 1 0 0,-1 0-1 0 0,1 0 1 0 0,0 0-1 0 0,0 0 0 0 0,0 0 1 0 0,0 0-1 0 0,0-1 0 0 0,1 1 1 0 0,-1 0-1 0 0,0 0 1 0 0,0 0-1 0 0,0 0 0 0 0,1 0 1 0 0,-1-1-1 0 0,1 1 0 0 0,-1 0 1 0 0,1 1-1 0 0,5 6 41 0 0,-3-5-43 0 0,-1 0 0 0 0,0 1-1 0 0,0-1 1 0 0,0 0 0 0 0,0 1 0 0 0,-1-1 0 0 0,1 1 0 0 0,-1-1-1 0 0,0 1 1 0 0,0 0 0 0 0,0 0 0 0 0,-1 0 0 0 0,1-1 0 0 0,-1 1-1 0 0,0 6 1 0 0,0 92 267 0 0,0-100-266 0 0,0 0 0 0 0,0 0-1 0 0,0 0 1 0 0,1 1 0 0 0,-1-1 0 0 0,1 0-1 0 0,-1 0 1 0 0,1 0 0 0 0,0 0-1 0 0,0-1 1 0 0,0 1 0 0 0,0 0 0 0 0,0 0-1 0 0,0 0 1 0 0,0-1 0 0 0,1 1 0 0 0,2 2-1 0 0,-3-2 1 0 0,1-1 0 0 0,-1 1 0 0 0,1 0-1 0 0,-1-1 1 0 0,0 1 0 0 0,0 0 0 0 0,0 0-1 0 0,0-1 1 0 0,0 1 0 0 0,0 0 0 0 0,0 0-1 0 0,-1 0 1 0 0,1 0 0 0 0,-1 0 0 0 0,0 0-1 0 0,1 1 1 0 0,-1 3 0 0 0,-1 3 19 0 0,1-7-17 0 0,0 0 1 0 0,-1 1 0 0 0,1-1 0 0 0,0 0-1 0 0,0 1 1 0 0,0-1 0 0 0,1 0 0 0 0,-1 0-1 0 0,0 1 1 0 0,1-1 0 0 0,0 0 0 0 0,-1 0-1 0 0,1 0 1 0 0,0 0 0 0 0,1 3 0 0 0,7 4 18 0 0,-8-8-19 0 0,1 1 0 0 0,-1-1 0 0 0,1 1 0 0 0,-1-1-1 0 0,1 1 1 0 0,-1-1 0 0 0,0 1 0 0 0,0 0 0 0 0,0 0 0 0 0,0 0 0 0 0,0 0 0 0 0,-1 0 0 0 0,1 0-1 0 0,0 0 1 0 0,-1 0 0 0 0,0 0 0 0 0,1 0 0 0 0,-1 0 0 0 0,0 3 0 0 0,0-2 1 0 0,0 0 1 0 0,0 0 0 0 0,1-1-1 0 0,-1 1 1 0 0,1 0-1 0 0,0 0 1 0 0,0 0 0 0 0,0-1-1 0 0,0 1 1 0 0,0 0-1 0 0,0-1 1 0 0,1 1 0 0 0,-1-1-1 0 0,4 4 1 0 0,-3-4-2 0 0,-1 0 1 0 0,1 1-1 0 0,0-1 0 0 0,-1 1 1 0 0,0 0-1 0 0,1-1 1 0 0,-1 1-1 0 0,0 0 0 0 0,-1-1 1 0 0,1 1-1 0 0,0 0 1 0 0,-1 0-1 0 0,1 0 0 0 0,-1 4 1 0 0,-1 6-17 0 0,1-9 9 0 0,0 0 0 0 0,-1 0 1 0 0,1 0-1 0 0,1 0 0 0 0,-1 0 1 0 0,1 0-1 0 0,-1 0 0 0 0,1 0 1 0 0,0 0-1 0 0,2 5 0 0 0,1-2 4 0 0,0 0 0 0 0,-1 0 0 0 0,0 0 0 0 0,0 1 0 0 0,0 0 0 0 0,-1-1 0 0 0,0 1 0 0 0,-1 0 0 0 0,0 0 0 0 0,0 0 0 0 0,-1 13 0 0 0,0-17 3 0 0,0 0 0 0 0,1 0 0 0 0,0 0 0 0 0,-1-1 0 0 0,1 1 0 0 0,0 0 0 0 0,1 0 0 0 0,-1-1 0 0 0,1 1 0 0 0,0-1 0 0 0,3 6 0 0 0,6 11-12 0 0,0 11-129 0 0,15 26-111 0 0,-22-50 245 0 0,0 0 0 0 0,0 0 0 0 0,0 0 0 0 0,-1 1 0 0 0,0-1 0 0 0,-1 1 0 0 0,0 0 0 0 0,0-1-1 0 0,-1 1 1 0 0,1 0 0 0 0,-2 0 0 0 0,1 8 0 0 0,-1-9-22 0 0,1 0 1 0 0,0 0-1 0 0,0 0 1 0 0,1 0-1 0 0,0 0 0 0 0,0 0 1 0 0,6 11-1 0 0,-6-12-10 0 0,1-1 0 0 0,-1 1 0 0 0,0 1 0 0 0,0-1 0 0 0,-1 0 0 0 0,0 0 0 0 0,1 11-1 0 0,-3 17 48 0 0,0-25-9 0 0,0-1 0 0 0,1 1 0 0 0,0 0 0 0 0,0-1 0 0 0,1 1 0 0 0,1 0 0 0 0,3 14 0 0 0,5-1-3 0 0,-7-18-7 0 0,-1 1 0 0 0,0 0 0 0 0,0 0 1 0 0,0 0-1 0 0,0 0 0 0 0,-1 1 0 0 0,0-1 0 0 0,0 0 0 0 0,0 9 0 0 0,-3 17-56 0 0,1-23 46 0 0,1 0 0 0 0,-1 0 0 0 0,1 1 0 0 0,1-1 0 0 0,0 0 0 0 0,0 0 0 0 0,0 0-1 0 0,4 12 1 0 0,4-2 7 0 0,-6-13 9 0 0,-1 0 1 0 0,1 0-1 0 0,-1 0 1 0 0,0 0-1 0 0,-1 1 1 0 0,1-1-1 0 0,-1 0 1 0 0,0 1-1 0 0,0 8 1 0 0,-1-7-24 0 0,-1 0 1 0 0,2 0-1 0 0,-1 0 1 0 0,1 0-1 0 0,0 1 1 0 0,1-1-1 0 0,-1-1 1 0 0,2 1 0 0 0,-1 0-1 0 0,1 0 1 0 0,5 10-1 0 0,-7-15 32 0 0,0 0 0 0 0,0 0 0 0 0,-1 1 0 0 0,1-1 0 0 0,-1 0 0 0 0,1 0 0 0 0,-1 1 0 0 0,0-1 0 0 0,0 0 0 0 0,0 0 0 0 0,0 1 0 0 0,0-1-1 0 0,-1 3 1 0 0,0-4-7 0 0,1 1 0 0 0,0 0 0 0 0,0 0 0 0 0,0 0-1 0 0,0 0 1 0 0,0 0 0 0 0,0-1 0 0 0,0 1-1 0 0,0 0 1 0 0,1 0 0 0 0,-1 0 0 0 0,1-1 0 0 0,-1 1-1 0 0,1 0 1 0 0,0 0 0 0 0,-1-1 0 0 0,3 3 0 0 0,4 5 8 0 0,-5-7-9 0 0,0 0 0 0 0,0 1 0 0 0,0-1-1 0 0,-1 1 1 0 0,1 0 0 0 0,-1-1 0 0 0,1 1 0 0 0,-1 0 0 0 0,0 0-1 0 0,0 0 1 0 0,0 0 0 0 0,0 0 0 0 0,-1 0 0 0 0,1 0 0 0 0,-1 0 0 0 0,0 0-1 0 0,0 0 1 0 0,-1 5 0 0 0,3 26 86 0 0,-1-25 65 0 0,-1 1-1 0 0,1 0 1 0 0,-1-1-1 0 0,-1 1 1 0 0,0 0-1 0 0,-1-1 0 0 0,-3 14 1 0 0,-5-10-56 0 0,9-13-92 0 0,0 1 0 0 0,0-1-1 0 0,0 1 1 0 0,0-1 0 0 0,0 1 0 0 0,1 0 0 0 0,-1-1 0 0 0,0 1-1 0 0,0 0 1 0 0,1 0 0 0 0,-1 0 0 0 0,1 0 0 0 0,-1-1 0 0 0,1 1-1 0 0,-1 0 1 0 0,1 0 0 0 0,-1 0 0 0 0,1 0 0 0 0,0 0 0 0 0,0 0-1 0 0,-1 0 1 0 0,1 0 0 0 0,0 0 0 0 0,0 0 0 0 0,0 0 0 0 0,0 0-1 0 0,0 0 1 0 0,0 0 0 0 0,0 0 0 0 0,1 0 0 0 0,-1 0 0 0 0,0 0-1 0 0,0 0 1 0 0,1 0 0 0 0,0 2 0 0 0,7 6 31 0 0,-6-7-34 0 0,0-1 0 0 0,-1 1 0 0 0,1 0 0 0 0,-1 0 0 0 0,0-1 0 0 0,1 1 0 0 0,-1 0-1 0 0,0 0 1 0 0,0 1 0 0 0,0-1 0 0 0,0 0 0 0 0,-1 0 0 0 0,1 0 0 0 0,-1 0 0 0 0,1 1 0 0 0,-1-1 0 0 0,0 0 0 0 0,0 5 0 0 0,1-5 9 0 0,-1 0-1 0 0,0 0 0 0 0,0 1 1 0 0,0-1-1 0 0,-1 0 0 0 0,1 0 1 0 0,0 1-1 0 0,-1-1 0 0 0,1 0 1 0 0,-1 0-1 0 0,0 0 1 0 0,0 0-1 0 0,0 0 0 0 0,0 0 1 0 0,0 0-1 0 0,0 0 0 0 0,-1 0 1 0 0,1 0-1 0 0,-1 0 1 0 0,1-1-1 0 0,-4 4 0 0 0,-2 1-22 0 0,6-5 17 0 0,0 0 1 0 0,0 0-1 0 0,1 1 1 0 0,-1-1-1 0 0,0 0 0 0 0,1 0 1 0 0,-1 1-1 0 0,1-1 1 0 0,-1 0-1 0 0,1 1 0 0 0,0-1 1 0 0,-1 0-1 0 0,1 1 1 0 0,0-1-1 0 0,0 0 0 0 0,0 1 1 0 0,0-1-1 0 0,0 1 1 0 0,0-1-1 0 0,1 3 0 0 0,0-3 4 0 0,-1 1 0 0 0,0-1-1 0 0,0 0 1 0 0,0 0 0 0 0,0 1-1 0 0,0-1 1 0 0,0 1 0 0 0,0-1-1 0 0,0 0 1 0 0,0 0 0 0 0,-1 1-1 0 0,1-1 1 0 0,0 0 0 0 0,-1 1-1 0 0,1-1 1 0 0,-2 1 0 0 0,0 2 4 0 0,-1-1-2 0 0,1-1 1 0 0,0 1-1 0 0,1 0 0 0 0,-1-1 1 0 0,0 1-1 0 0,1 0 0 0 0,0 0 1 0 0,0 0-1 0 0,0 0 0 0 0,0 0 1 0 0,0 1-1 0 0,0-1 0 0 0,1 0 0 0 0,0 0 1 0 0,-1 1-1 0 0,1-1 0 0 0,1 6 1 0 0,-1-5-3 0 0,-1-1 0 0 0,1 1 0 0 0,-1 0 0 0 0,0-1 0 0 0,0 1 0 0 0,0-1 0 0 0,0 1 0 0 0,0-1 0 0 0,-1 1 0 0 0,0-1 0 0 0,0 0 0 0 0,-2 3 0 0 0,-6 12 49 0 0,-22 43 105 0 0,28-39-125 0 0,4-21-31 0 0,0 0 0 0 0,0 1 0 0 0,0-1 0 0 0,0 0 0 0 0,0 0 0 0 0,0 1 0 0 0,0-1 0 0 0,-1 0 0 0 0,1 0 0 0 0,0 1 0 0 0,-1-1 0 0 0,1 0 0 0 0,-1 0 0 0 0,1 0 0 0 0,-1 0 0 0 0,0 0 0 0 0,0 1 0 0 0,-43 12 127 0 0,34-12-62 0 0,6-1 177 0 0,2-1-226 0 0,-1 0 0 0 0,1 1 0 0 0,-1-1 0 0 0,1 1 1 0 0,-1 0-1 0 0,1 0 0 0 0,0 0 0 0 0,0 0 0 0 0,-1 0 0 0 0,1 0 0 0 0,0 1 0 0 0,-3 2 0 0 0,5-4-20 0 0,0 0 0 0 0,0 1 0 0 0,0-1 1 0 0,0 0-1 0 0,0 1 0 0 0,0-1 0 0 0,-1 0 0 0 0,1 1 1 0 0,0-1-1 0 0,0 0 0 0 0,0 0 0 0 0,0 1 0 0 0,-1-1 1 0 0,1 0-1 0 0,0 0 0 0 0,0 1 0 0 0,0-1 0 0 0,-1 0 1 0 0,1 0-1 0 0,0 1 0 0 0,0-1 0 0 0,-1 0 0 0 0,1 0 1 0 0,0 0-1 0 0,0 0 0 0 0,-1 0 0 0 0,1 1 0 0 0,0-1 1 0 0,-1 0-1 0 0,1 0 0 0 0,0 0 0 0 0,-1 0 0 0 0,1 0 1 0 0,0 0-1 0 0,-1 0 0 0 0,1 0 0 0 0,0 0 0 0 0,-1 0 1 0 0,1 0-1 0 0,0 0 0 0 0,-1 0 0 0 0,1 0 0 0 0,-1-1 1 0 0,1 1 4 0 0,-1 0 0 0 0,0 0 0 0 0,0 0 0 0 0,0 0 1 0 0,0 0-1 0 0,0 0 0 0 0,0 1 0 0 0,1-1 1 0 0,-1 0-1 0 0,0 0 0 0 0,0 1 0 0 0,0-1 0 0 0,0 0 1 0 0,1 1-1 0 0,-1-1 0 0 0,0 1 0 0 0,0-1 0 0 0,1 1 1 0 0,-1-1-1 0 0,0 1 0 0 0,1 0 0 0 0,-1-1 0 0 0,1 1 1 0 0,-1 0-1 0 0,1-1 0 0 0,-1 1 0 0 0,1 0 0 0 0,-1 0 1 0 0,1-1-1 0 0,0 1 0 0 0,-1 0 0 0 0,1 0 0 0 0,0 0 1 0 0,0 0-1 0 0,-1 0 0 0 0,1-1 0 0 0,0 1 0 0 0,0 0 1 0 0,0 0-1 0 0,0 0 0 0 0,0 0 0 0 0,1 0 1 0 0,-1 0-1 0 0,0-1 0 0 0,0 1 0 0 0,1 1 0 0 0,-1-1 0 0 0,0 0 0 0 0,0 0-1 0 0,0 0 1 0 0,-1 0 0 0 0,1 0-1 0 0,0 0 1 0 0,-1 0-1 0 0,1 0 1 0 0,0-1 0 0 0,-1 1-1 0 0,1 0 1 0 0,-1 0 0 0 0,1 0-1 0 0,-1-1 1 0 0,1 1 0 0 0,-1 0-1 0 0,0 0 1 0 0,1-1 0 0 0,-1 1-1 0 0,0-1 1 0 0,0 1 0 0 0,1-1-1 0 0,-1 1 1 0 0,0-1-1 0 0,0 1 1 0 0,-1 0 0 0 0,1-1-4 0 0,0 0 1 0 0,0 1 0 0 0,0-1 0 0 0,0 1-1 0 0,0-1 1 0 0,0 1 0 0 0,0 0-1 0 0,0-1 1 0 0,1 1 0 0 0,-1 0 0 0 0,0 0-1 0 0,0 0 1 0 0,1-1 0 0 0,-1 1-1 0 0,1 0 1 0 0,-1 0 0 0 0,0 0 0 0 0,1 0-1 0 0,0 0 1 0 0,-1 0 0 0 0,1 0-1 0 0,0 0 1 0 0,-1 0 0 0 0,1 0 0 0 0,0 0-1 0 0,0 1 1 0 0,0 0 0 0 0,0 3 18 0 0,-3 46 298 0 0,2-49-298 0 0,0 1 1 0 0,0-1 0 0 0,0 1-1 0 0,-1-1 1 0 0,1 1 0 0 0,0-1-1 0 0,-1 0 1 0 0,0 0-1 0 0,1 0 1 0 0,-1 0 0 0 0,0 0-1 0 0,0 0 1 0 0,-3 2 0 0 0,-5 23 219 0 0,7-25-233 0 0,1 1 0 0 0,0-1 1 0 0,-1 0-1 0 0,1 1 0 0 0,0-1 0 0 0,1 1 1 0 0,-1-1-1 0 0,0 1 0 0 0,1 0 1 0 0,-1 0-1 0 0,1 0 0 0 0,0 0 0 0 0,0 0 1 0 0,0 0-1 0 0,1 0 0 0 0,-1 0 1 0 0,1 0-1 0 0,-1 1 0 0 0,1-1 0 0 0,0 0 1 0 0,1 6-1 0 0,-1-8-6 0 0,0-1 1 0 0,0 1-1 0 0,-1-1 0 0 0,1 1 1 0 0,0 0-1 0 0,0-1 0 0 0,0 1 1 0 0,-1-1-1 0 0,1 1 1 0 0,0 0-1 0 0,-1-1 0 0 0,1 1 1 0 0,-1-1-1 0 0,1 1 0 0 0,0-1 1 0 0,-1 1-1 0 0,1-1 1 0 0,-1 0-1 0 0,1 1 0 0 0,-1-1 1 0 0,0 0-1 0 0,1 1 0 0 0,-1-1 1 0 0,1 0-1 0 0,-1 1 1 0 0,1-1-1 0 0,-1 0 0 0 0,0 0 1 0 0,1 0-1 0 0,-1 0 0 0 0,0 0 1 0 0,0 0 1 0 0,0 1 1 0 0,0-1-1 0 0,0 0 1 0 0,1 0-1 0 0,-1 0 1 0 0,0 1-1 0 0,0-1 1 0 0,0 0-1 0 0,1 1 1 0 0,-1-1-1 0 0,0 1 1 0 0,1-1 0 0 0,-1 1-1 0 0,0-1 1 0 0,1 1-1 0 0,-1-1 1 0 0,1 1-1 0 0,-1 0 1 0 0,0-1-1 0 0,1 1 1 0 0,0 0-1 0 0,-1 0 1 0 0,1-1-1 0 0,-1 1 1 0 0,1 0-1 0 0,0 0 1 0 0,0-1-1 0 0,-1 1 1 0 0,1 0-1 0 0,0 0 1 0 0,0 0-1 0 0,0 1 1 0 0,1 12 124 0 0,-1-10-103 0 0,1 0 0 0 0,-1 0 0 0 0,0 0 0 0 0,0 0-1 0 0,0 0 1 0 0,0 0 0 0 0,-1 0 0 0 0,0 0 0 0 0,0 0 0 0 0,0 0 0 0 0,-2 6 0 0 0,-6 0 24 0 0,7-9-45 0 0,1 1 1 0 0,-1-1-1 0 0,1 1 1 0 0,-1-1-1 0 0,1 1 0 0 0,0 0 1 0 0,0-1-1 0 0,0 1 1 0 0,0 0-1 0 0,0 0 1 0 0,0 0-1 0 0,0 0 1 0 0,1 0-1 0 0,-1 0 0 0 0,1 0 1 0 0,-1 0-1 0 0,1 0 1 0 0,0 3-1 0 0,0 177 223 0 0,0-180-228 0 0,0 1 1 0 0,0-1-1 0 0,-1 0 1 0 0,1 0-1 0 0,-1 0 1 0 0,1 0-1 0 0,-1 0 0 0 0,0 0 1 0 0,0 0-1 0 0,0 0 1 0 0,0 0-1 0 0,0 0 0 0 0,0 0 1 0 0,0 0-1 0 0,-1-1 1 0 0,1 1-1 0 0,-2 1 1 0 0,1-1-2 0 0,1-1 0 0 0,-1 1 1 0 0,1-1-1 0 0,0 1 0 0 0,0 0 1 0 0,-1 0-1 0 0,1-1 0 0 0,1 1 1 0 0,-1 0-1 0 0,0 0 0 0 0,0 0 1 0 0,1 0-1 0 0,-1 0 1 0 0,1 0-1 0 0,-1 0 0 0 0,1 0 1 0 0,0 3-1 0 0,0-1 17 0 0,0 0 0 0 0,0 0 0 0 0,0 0 0 0 0,-1 0 0 0 0,1 0-1 0 0,-1 0 1 0 0,0 0 0 0 0,0 0 0 0 0,-1-1 0 0 0,1 1 0 0 0,-1 0 0 0 0,0 0 0 0 0,0-1 0 0 0,0 1 0 0 0,-3 3 0 0 0,-2 3 26 0 0,5-5-39 0 0,0 1 0 0 0,1-1-1 0 0,-1 1 1 0 0,1 0 0 0 0,1-1-1 0 0,-1 1 1 0 0,1 0 0 0 0,0 0 0 0 0,0 0-1 0 0,0 0 1 0 0,2 7 0 0 0,0 12 84 0 0,-2-13-28 0 0,1-8-37 0 0,-1-1 1 0 0,0 0-1 0 0,0 1 0 0 0,0-1 1 0 0,0 0-1 0 0,-1 1 1 0 0,1-1-1 0 0,-1 0 0 0 0,0 1 1 0 0,-2 5-1 0 0,-5 3 14 0 0,6-10-32 0 0,0 0-1 0 0,0 1 0 0 0,0-1 0 0 0,1 0 0 0 0,-1 1 1 0 0,1 0-1 0 0,-1-1 0 0 0,1 1 0 0 0,0 0 1 0 0,0 0-1 0 0,0 0 0 0 0,1 0 0 0 0,-1-1 1 0 0,1 1-1 0 0,0 0 0 0 0,-1 0 0 0 0,1 0 1 0 0,0 0-1 0 0,1 0 0 0 0,-1 0 0 0 0,1 0 1 0 0,-1 0-1 0 0,1 0 0 0 0,0 0 0 0 0,1 3 1 0 0,-1-5-3 0 0,0 0 0 0 0,0 1 0 0 0,0 0 1 0 0,1 0-1 0 0,-1 0 1 0 0,0 0-1 0 0,0 0 0 0 0,-1 0 1 0 0,1 0-1 0 0,0 0 1 0 0,-1 0-1 0 0,1 1 0 0 0,-1-1 1 0 0,0 0-1 0 0,0 0 1 0 0,0 1-1 0 0,0-1 0 0 0,0 0 1 0 0,0 0-1 0 0,0 0 1 0 0,-1 1-1 0 0,1-1 0 0 0,-1 0 1 0 0,0 0-1 0 0,0 0 1 0 0,1 0-1 0 0,-1 0 0 0 0,-1 0 1 0 0,1 0-1 0 0,-2 2 1 0 0,2-2 0 0 0,0 3 0 0 0,-1 0 1 0 0,1-1-1 0 0,0 1 0 0 0,0 0 1 0 0,1 0-1 0 0,0 0 0 0 0,-1 0 1 0 0,1-1-1 0 0,1 1 0 0 0,-1 0 0 0 0,2 5 1 0 0,-1-5-5 0 0,0-1 0 0 0,-1 0 0 0 0,1 0 0 0 0,-1 1 0 0 0,0-1 0 0 0,0 0 0 0 0,-1 1 0 0 0,1-1-1 0 0,-1 0 1 0 0,0 1 0 0 0,0-1 0 0 0,0 0 0 0 0,-3 6 0 0 0,1-6-3 0 0,0 0 3 0 0,0 1-1 0 0,0 0 1 0 0,1 0 0 0 0,-1-1 0 0 0,1 2 0 0 0,0-1 0 0 0,1 0 0 0 0,-1 0 0 0 0,1 0 0 0 0,0 1-1 0 0,0-1 1 0 0,1 1 0 0 0,0-1 0 0 0,0 7 0 0 0,0 113 163 0 0,0-122-148 0 0,1 0-1 0 0,-1 0 0 0 0,1 0 1 0 0,0 0-1 0 0,0 1 1 0 0,0-1-1 0 0,1 0 1 0 0,-1-1-1 0 0,1 1 1 0 0,-1 0-1 0 0,1 0 1 0 0,2 2-1 0 0,6 10 27 0 0,22 33-145 0 0,-31-47 106 0 0,-1 1 0 0 0,1-1 0 0 0,0 1 0 0 0,0-1 0 0 0,-1 1 1 0 0,1-1-1 0 0,-1 1 0 0 0,1 0 0 0 0,-1-1 0 0 0,0 1 0 0 0,0 0 0 0 0,0-1 0 0 0,0 1 0 0 0,0 2 0 0 0,4 18-25 0 0,50 59-147 0 0,-53-79 167 0 0,0 1 1 0 0,0 0 0 0 0,0 0-1 0 0,0-1 1 0 0,-1 1 0 0 0,1 0-1 0 0,-1 0 1 0 0,0 0-1 0 0,1 0 1 0 0,-2 5 0 0 0,5 24 290 0 0,5-11-55 0 0,-6-15-187 0 0,0 1 0 0 0,-1 0-1 0 0,1 0 1 0 0,-1 0-1 0 0,-1 0 1 0 0,1 0 0 0 0,-1 0-1 0 0,0 11 1 0 0,0-4-55 0 0,-1-11 7 0 0,1 1 0 0 0,-1-1-1 0 0,0 0 1 0 0,0 1 0 0 0,0-1 0 0 0,0 0-1 0 0,-1 1 1 0 0,1-1 0 0 0,-1 0 0 0 0,0 1-1 0 0,0-1 1 0 0,-2 5 0 0 0,-4-1 6 0 0,6-6-1 0 0,0-1 1 0 0,-1 1-1 0 0,1 0 0 0 0,0 0 1 0 0,0 0-1 0 0,0 0 1 0 0,0 0-1 0 0,0 0 0 0 0,0 0 1 0 0,0 0-1 0 0,1 0 0 0 0,-1 1 1 0 0,0-1-1 0 0,1 0 1 0 0,-1 0-1 0 0,1 1 0 0 0,-1-1 1 0 0,1 0-1 0 0,-1 1 0 0 0,1-1 1 0 0,0 0-1 0 0,0 1 1 0 0,0-1-1 0 0,0 1 0 0 0,0-1 1 0 0,0 1-1 0 0,0-1 0 0 0,0 0 1 0 0,0 1-1 0 0,1-1 1 0 0,-1 0-1 0 0,1 2 0 0 0,7 9 20 0 0,-6-10-22 0 0,0 1 0 0 0,0-1 0 0 0,0 1-1 0 0,0 0 1 0 0,-1 0 0 0 0,0-1 0 0 0,1 1-1 0 0,-1 0 1 0 0,0 0 0 0 0,0 0 0 0 0,-1 1 0 0 0,1-1-1 0 0,-1 0 1 0 0,1 5 0 0 0,-2 20-35 0 0,0-21 33 0 0,0 0-1 0 0,1 0 1 0 0,0 1 0 0 0,0-1-1 0 0,0 0 1 0 0,1 0 0 0 0,1 0 0 0 0,-1 0-1 0 0,3 8 1 0 0,6 3-5 0 0,-8-15 5 0 0,0 0-1 0 0,0 0 1 0 0,0 0-1 0 0,0 1 1 0 0,-1-1 0 0 0,0 0-1 0 0,0 1 1 0 0,0 0-1 0 0,0-1 1 0 0,0 1-1 0 0,-1 0 1 0 0,1 4-1 0 0,-1 93 72 0 0,0-101-66 0 0,0 1 1 0 0,0 0-1 0 0,0-1 1 0 0,0 1-1 0 0,0 0 1 0 0,0-1-1 0 0,0 1 1 0 0,0-1-1 0 0,1 1 1 0 0,-1 0-1 0 0,0-1 1 0 0,0 1-1 0 0,1-1 1 0 0,-1 1-1 0 0,0-1 1 0 0,1 1-1 0 0,-1-1 1 0 0,1 1-1 0 0,-1-1 1 0 0,0 1-1 0 0,1-1 1 0 0,-1 1-1 0 0,1-1 1 0 0,0 0-1 0 0,-1 1 0 0 0,1-1 1 0 0,-1 0-1 0 0,1 1 1 0 0,-1-1-1 0 0,1 0 1 0 0,0 0-1 0 0,-1 0 1 0 0,1 1-1 0 0,-1-1 1 0 0,1 0-1 0 0,0 0 1 0 0,-1 0-1 0 0,1 0 1 0 0,0 0-1 0 0,-1 0 1 0 0,1 0-1 0 0,0 0 1 0 0,-1-1-1 0 0,1 1 1 0 0,0 0-1 0 0,6 0-56 0 0,-19-1 65 0 0,11 1 10 0 0,19 0-10 0 0,-18 1-50 0 0,0 0 38 0 0,1 0-1 0 0,-1 0 1 0 0,0-1-1 0 0,1 1 1 0 0,-1 0-1 0 0,1 0 1 0 0,-1 0-1 0 0,1 0 1 0 0,0 0-1 0 0,-1-1 0 0 0,1 1 1 0 0,0 0-1 0 0,-1 0 1 0 0,1-1-1 0 0,0 1 1 0 0,0-1-1 0 0,0 1 1 0 0,0-1-1 0 0,0 1 1 0 0,0-1-1 0 0,-1 1 1 0 0,1-1-1 0 0,0 0 1 0 0,0 1-1 0 0,0-1 0 0 0,0 0 1 0 0,0 0-1 0 0,0 0 1 0 0,1 0-1 0 0,-1 0 1 0 0,0 0-1 0 0,0 0 1 0 0,1 0-1 0 0,7 1-4 0 0,-6 0 4 0 0,0 0 1 0 0,0 0-1 0 0,0 0 1 0 0,1 0-1 0 0,-1-1 0 0 0,0 0 1 0 0,0 1-1 0 0,0-1 1 0 0,1 0-1 0 0,-1 0 0 0 0,0-1 1 0 0,0 1-1 0 0,5-2 1 0 0,2 0-42 0 0,68 7-11 0 0,61 2 177 0 0,-121-8-191 0 0,0-1 0 0 0,0-1 1 0 0,-1 0-1 0 0,0-1 1 0 0,1-1-1 0 0,-2-1 0 0 0,1-1 1 0 0,-1 0-1 0 0,0-1 1 0 0,0 0-1 0 0,-1-1 0 0 0,0-1 1 0 0,19-17-1 0 0,-29 14 21 0 0,1 0 29 0 0,2 7 13 0 0,-1-1-1 0 0,0 0 0 0 0,0 1 1 0 0,0-2-1 0 0,-1 1 0 0 0,0-1 1 0 0,-1 0-1 0 0,1 0 0 0 0,-2-1 1 0 0,1 0-1 0 0,-1 0 0 0 0,0 0 1 0 0,-1 0-1 0 0,0 0 0 0 0,-1-1 1 0 0,0 1-1 0 0,0-1 0 0 0,-1 0 1 0 0,0-12-1 0 0,0-13-14 0 0,1 18 23 0 0,-2 0-1 0 0,0 1 1 0 0,-1-1-1 0 0,-6-29 1 0 0,-6 22 51 0 0,12 22-49 0 0,-1 0 0 0 0,1-1 1 0 0,-1 1-1 0 0,1 0 0 0 0,0-1 0 0 0,0 1 0 0 0,0 0 0 0 0,0-1 1 0 0,0 1-1 0 0,1-1 0 0 0,-1 0 0 0 0,1 1 0 0 0,0-1 0 0 0,-1 0 1 0 0,1-2-1 0 0,0 2-9 0 0,0-1 0 0 0,0 1 0 0 0,-1 0 0 0 0,0 0-1 0 0,0 0 1 0 0,0 0 0 0 0,0 0 0 0 0,0 0 0 0 0,0 0 0 0 0,-1 0 0 0 0,0 0 0 0 0,-2-3 0 0 0,2 3 1 0 0,0 0 0 0 0,0 0-1 0 0,1-1 1 0 0,-1 1 0 0 0,0-1 0 0 0,1 1 0 0 0,0-1 0 0 0,0 0-1 0 0,0 0 1 0 0,1 1 0 0 0,-1-1 0 0 0,0-5 0 0 0,1 7 2 0 0,0 0 1 0 0,0 0 0 0 0,-1 0-1 0 0,1 0 1 0 0,-1 0 0 0 0,1 0-1 0 0,-1 0 1 0 0,0 0-1 0 0,0 0 1 0 0,0 1 0 0 0,0-1-1 0 0,0 0 1 0 0,0 1 0 0 0,0-1-1 0 0,-1 1 1 0 0,1-1 0 0 0,-2-1-1 0 0,-7-9-80 0 0,-22-41-292 0 0,29 45 360 0 0,1 0 0 0 0,1-1 1 0 0,-1 1-1 0 0,1 0 0 0 0,1 0 0 0 0,-1-1 0 0 0,1 1 0 0 0,1 0 0 0 0,1-11 0 0 0,-1-10-7 0 0,-1-91 88 0 0,0 119-67 0 0,0 0 0 0 0,0 0 0 0 0,0 0 0 0 0,0 0 0 0 0,1 0 0 0 0,-1 0 0 0 0,0 0 0 0 0,0 0 0 0 0,0 0 0 0 0,1 0 0 0 0,-1 0 0 0 0,1 0 0 0 0,-1 0 0 0 0,1 0 0 0 0,-1 0-1 0 0,1 0 1 0 0,-1 0 0 0 0,1 1 0 0 0,0-1 0 0 0,0 0 0 0 0,-1 0 0 0 0,1 1 0 0 0,0-1 0 0 0,0 0 0 0 0,0 1 0 0 0,0-1 0 0 0,0 1 0 0 0,-1-1 0 0 0,3 0 0 0 0,-2 1 0 0 0,0 0 1 0 0,0-1-1 0 0,-1 1 1 0 0,1-1-1 0 0,0 1 1 0 0,0-1-1 0 0,0 1 1 0 0,0-1-1 0 0,-1 0 1 0 0,1 1-1 0 0,0-1 1 0 0,-1 0-1 0 0,1 0 1 0 0,0 0-1 0 0,-1 1 1 0 0,1-1-1 0 0,-1 0 1 0 0,1 0-1 0 0,-1 0 1 0 0,0 0-1 0 0,1 0 1 0 0,-1 0-1 0 0,0 0 1 0 0,0 0-1 0 0,0 0 1 0 0,1 0-1 0 0,-1 0 0 0 0,0 0 1 0 0,-1-1-1 0 0,1-205 147 0 0,1 202-147 0 0,-1 1 1 0 0,1-1-1 0 0,-1 1 0 0 0,1 0 0 0 0,0 0 0 0 0,1-1 0 0 0,-1 1 1 0 0,1 0-1 0 0,0 0 0 0 0,3-5 0 0 0,-3 5 7 0 0,1-1 0 0 0,-1 1 0 0 0,0-1 0 0 0,-1 0 1 0 0,1 1-1 0 0,-1-1 0 0 0,0 0 0 0 0,0 0 0 0 0,0 0 0 0 0,-1-8 0 0 0,1 0 24 0 0,1-1-1 0 0,0 1 1 0 0,1-1-1 0 0,5-15 1 0 0,-4 14 18 0 0,0 0 1 0 0,-1 0-1 0 0,-1 0 1 0 0,1-21-1 0 0,-3-127 111 0 0,0 160-160 0 0,0-1 0 0 0,0 1 0 0 0,-1 0-1 0 0,0-1 1 0 0,0 1 0 0 0,0-1 0 0 0,0 1-1 0 0,0 0 1 0 0,-1 0 0 0 0,1 0 0 0 0,-1 0-1 0 0,-2-4 1 0 0,2 4 1 0 0,0 0 1 0 0,0 0-1 0 0,0 0 0 0 0,1 0 1 0 0,-1-1-1 0 0,1 1 0 0 0,0-1 0 0 0,0 1 1 0 0,0-1-1 0 0,0 0 0 0 0,1 1 1 0 0,-1-6-1 0 0,2-17 45 0 0,0 18-43 0 0,0-1-1 0 0,-1 1 1 0 0,0-1-1 0 0,-1 1 1 0 0,0 0 0 0 0,0-1-1 0 0,-4-12 1 0 0,-48-80 10 0 0,51 97-8 0 0,1 1 0 0 0,0-1 0 0 0,0 0 0 0 0,1 1 0 0 0,-1-1 0 0 0,1 0 0 0 0,-1 0 0 0 0,2-6 0 0 0,-6-27 17 0 0,-3 14-24 0 0,4 16 4 0 0,1-1 0 0 0,0 0-1 0 0,1 0 1 0 0,0 0 0 0 0,0-1 0 0 0,1 1 0 0 0,-1-9 0 0 0,2 7-3 0 0,0 0 0 0 0,0 0 0 0 0,0 1 0 0 0,1-1 0 0 0,1 0 0 0 0,0 1 0 0 0,0-1 0 0 0,1 1 0 0 0,0-1 0 0 0,0 1 0 0 0,1 0 0 0 0,8-14 0 0 0,1-3-21 0 0,-1 0 0 0 0,-2 0 1 0 0,8-32-1 0 0,-12 40 15 0 0,-3 6 10 0 0,-1 0 0 0 0,-1 0 0 0 0,1 0 0 0 0,-2 0 0 0 0,0 0-1 0 0,-2-18 1 0 0,1 19-4 0 0,0 0 0 0 0,1-1 0 0 0,0 1 0 0 0,1 0 0 0 0,0-1 0 0 0,4-14 1 0 0,5-2-46 0 0,-7 22 27 0 0,0-1-1 0 0,-1 0 1 0 0,0 1 0 0 0,0-1-1 0 0,0 0 1 0 0,-1 0 0 0 0,0-13-1 0 0,-1 1 20 0 0,-1 14 23 0 0,1-1 0 0 0,-1 0-1 0 0,1 1 1 0 0,1-1 0 0 0,-1 0-1 0 0,1 1 1 0 0,0-1 0 0 0,0 0-1 0 0,3-5 1 0 0,6-7-22 0 0,-8 15-43 0 0,0 0 0 0 0,0 0 0 0 0,0 0-1 0 0,-1-1 1 0 0,1 1 0 0 0,-1 0 0 0 0,0-1 0 0 0,0 0 0 0 0,0 1 0 0 0,-1-1 0 0 0,1 1-1 0 0,-1-8 1 0 0,-1-20-484 0 0,-1 21 500 0 0,1 1 0 0 0,1 0 0 0 0,0-1 0 0 0,0 1 0 0 0,1-1 0 0 0,0 1 0 0 0,1 0 0 0 0,4-15 0 0 0,17-14 76 0 0,7-15-87 0 0,2-41 117 0 0,-30 89-63 0 0,-1 0 0 0 0,0-1 0 0 0,0 1 0 0 0,-1 0 1 0 0,1-1-1 0 0,-1 1 0 0 0,-1-11 0 0 0,0 11-10 0 0,1 0 1 0 0,0 0 0 0 0,0 0-1 0 0,0 0 1 0 0,0 0 0 0 0,1 1 0 0 0,0-1-1 0 0,0 0 1 0 0,3-7 0 0 0,4-5 3 0 0,-5 12-18 0 0,0 0 1 0 0,-1 0-1 0 0,0 0 1 0 0,0 0 0 0 0,0 0-1 0 0,-1-1 1 0 0,0 1-1 0 0,0 0 1 0 0,0-12-1 0 0,-1 0-4 0 0,-1 12 26 0 0,1-1-1 0 0,0 1 1 0 0,0 0-1 0 0,0-1 1 0 0,1 1 0 0 0,-1 0-1 0 0,1-1 1 0 0,4-9-1 0 0,3-1 17 0 0,-5 11-26 0 0,-1 1-1 0 0,1-1 1 0 0,-1 0-1 0 0,0 0 1 0 0,-1 0-1 0 0,1 0 1 0 0,-1 0-1 0 0,0 0 1 0 0,0 0-1 0 0,-1-9 0 0 0,1 8-11 0 0,-1 0-1 0 0,1 0 1 0 0,0 0-1 0 0,1 0 1 0 0,-1 0-1 0 0,1 0 1 0 0,0 0 0 0 0,5-8-1 0 0,-5 8 1 0 0,1 1-1 0 0,-1-1 1 0 0,0 1 0 0 0,0-1-1 0 0,-1 0 1 0 0,0 0 0 0 0,0 0-1 0 0,0-9 1 0 0,-1 11 7 0 0,0 0-7 0 0,-1 0 1 0 0,1 0 0 0 0,0 0-1 0 0,0-1 1 0 0,0 1 0 0 0,0 0-1 0 0,1 0 1 0 0,0 0 0 0 0,0 0-1 0 0,0 0 1 0 0,0 0-1 0 0,0 0 1 0 0,1 1 0 0 0,0-1-1 0 0,0 0 1 0 0,0 1 0 0 0,0-1-1 0 0,0 1 1 0 0,1 0-1 0 0,0 0 1 0 0,-1 0 0 0 0,5-4-1 0 0,-3 4 24 0 0,-1-1-1 0 0,0 0 1 0 0,0 0-1 0 0,0 0 1 0 0,0 0-1 0 0,-1-1 1 0 0,0 1-1 0 0,1 0 1 0 0,-2-1-1 0 0,1 0 1 0 0,-1 1-1 0 0,1-1 0 0 0,-1 0 1 0 0,0 0-1 0 0,-1 0 1 0 0,1 0-1 0 0,-1 0 1 0 0,0 0-1 0 0,-1 0 1 0 0,0-8-1 0 0,0-5-68 0 0,3-16 45 0 0,-1 26 9 0 0,0-1 1 0 0,-1 1-1 0 0,0-1 0 0 0,-1 1 0 0 0,1-1 0 0 0,-1 1 1 0 0,-1-1-1 0 0,-3-9 0 0 0,-5-2-42 0 0,8 16 38 0 0,-1 1 0 0 0,1-1 0 0 0,1 0 0 0 0,-1 0 0 0 0,1 0 0 0 0,-1 0 0 0 0,1 0 0 0 0,0-1 0 0 0,1 1 0 0 0,-1 0 0 0 0,1 0 0 0 0,-1-5-1 0 0,1 4 11 0 0,-1 1 1 0 0,1 0-1 0 0,-1 0 0 0 0,-1-1 0 0 0,1 1 0 0 0,-1 0 0 0 0,1 0 0 0 0,-1 1 0 0 0,0-1 0 0 0,0 0 0 0 0,-1 1 0 0 0,1-1 0 0 0,-1 1 0 0 0,0-1 0 0 0,0 1 0 0 0,0 0 0 0 0,-6-4 0 0 0,-20-24-73 0 0,26 27 64 0 0,-1 0-1 0 0,0 0 1 0 0,0 1-1 0 0,0-1 1 0 0,-1 1-1 0 0,1 0 0 0 0,-1 1 1 0 0,1-1-1 0 0,-1 1 1 0 0,-9-3-1 0 0,8 2-2 0 0,-1 1 1 0 0,1-1-1 0 0,0-1 1 0 0,0 1-1 0 0,0-1 1 0 0,0 0-1 0 0,1 0 0 0 0,0 0 1 0 0,-9-9-1 0 0,-60-77 33 0 0,42 48-13 0 0,-2 2 0 0 0,-2 1 0 0 0,-76-64 1 0 0,91 86-52 0 0,17 14 17 0 0,0-1-1 0 0,0 1 1 0 0,0-1-1 0 0,-1 1 1 0 0,0 1-1 0 0,1-1 1 0 0,-1 1-1 0 0,0-1 1 0 0,0 1-1 0 0,0 1 1 0 0,0-1-1 0 0,-1 1 1 0 0,-8-2-1 0 0,-161-3 18 0 0,127 8 14 0 0,1-3 1 0 0,-1-2-1 0 0,1-2 1 0 0,0-2 0 0 0,-46-14-1 0 0,76 17-2 0 0,0 0-1 0 0,0 1 0 0 0,-21-2 1 0 0,-38-6 40 0 0,-15 2-37 0 0,64 5 39 0 0,22 3 147 0 0,-26 1-3708 0 0,4 0-1508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10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 6243 0 0,'-32'-6'3361'0'0,"32"12"-3441"0"0,32 2-2481 0 0,-32-2 320 0 0,0 29-1441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2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155 389 3041 0 0,'-91'61'5750'0'0,"72"-45"-5511"0"0,16-12-164 0 0,0-1 0 0 0,0-1 1 0 0,0 1-1 0 0,0 0 0 0 0,-1-1 1 0 0,0 1-1 0 0,1-1 0 0 0,-1 0 0 0 0,0 0 1 0 0,-7 2-1 0 0,11-4-16 0 0,0 0 1 0 0,0 0 0 0 0,1 0-1 0 0,-1 0 1 0 0,0 0-1 0 0,0 1 1 0 0,0-1 0 0 0,0 0-1 0 0,0 0 1 0 0,0 0-1 0 0,0 0 1 0 0,1 1-1 0 0,-1-1 1 0 0,0 0 0 0 0,0 0-1 0 0,0 0 1 0 0,0 0-1 0 0,0 1 1 0 0,0-1 0 0 0,0 0-1 0 0,0 0 1 0 0,0 0-1 0 0,0 0 1 0 0,0 1-1 0 0,0-1 1 0 0,0 0 0 0 0,0 0-1 0 0,0 0 1 0 0,0 1-1 0 0,0-1 1 0 0,0 0 0 0 0,0 0-1 0 0,0 0 1 0 0,-1 0-1 0 0,1 1 1 0 0,0-1-1 0 0,0 0 1 0 0,0 0 0 0 0,0 0-1 0 0,0 0 1 0 0,0 0-1 0 0,0 1 1 0 0,-1-1 0 0 0,1 0-1 0 0,2 0 110 0 0,0 1-1 0 0,0-1 1 0 0,1 1-1 0 0,-1-1 1 0 0,0 0-1 0 0,0 0 1 0 0,0 0 0 0 0,1-1-1 0 0,-1 1 1 0 0,3-1-1 0 0,-5-11 4574 0 0,0 11-4722 0 0,-1 0 1 0 0,1 1-1 0 0,0-1 0 0 0,0 1 1 0 0,0-1-1 0 0,-1 1 1 0 0,1-1-1 0 0,0 0 1 0 0,0 1-1 0 0,0-1 0 0 0,0 1 1 0 0,0-1-1 0 0,0 0 1 0 0,0 1-1 0 0,0-1 0 0 0,0 1 1 0 0,0-1-1 0 0,1 0 1 0 0,-1 1-1 0 0,0-1 0 0 0,0 1 1 0 0,1-1-1 0 0,-1 1 1 0 0,0-1-1 0 0,0 1 0 0 0,1-1 1 0 0,-1 1-1 0 0,1-1 1 0 0,-1 1-1 0 0,0-1 0 0 0,1 1 1 0 0,-1-1-1 0 0,1 1 1 0 0,0-1-1 0 0,5 1 4 0 0,-5 0-21 0 0,-1 0 0 0 0,1 0 0 0 0,0 0 0 0 0,-1 1 0 0 0,1-1 0 0 0,0 0 1 0 0,0 0-1 0 0,-1-1 0 0 0,1 1 0 0 0,0 0 0 0 0,-1 0 0 0 0,1 0 0 0 0,0 0 0 0 0,-1-1 0 0 0,1 1 0 0 0,0 0 0 0 0,-1 0 0 0 0,1-1 0 0 0,-1 1 0 0 0,1-1 1 0 0,0 1-1 0 0,-1-1 0 0 0,1 1 0 0 0,-1 0 0 0 0,1-1 0 0 0,-1 0 0 0 0,1 1 0 0 0,-1-1 0 0 0,0 1 0 0 0,1-1 0 0 0,-1 0 0 0 0,0 1 0 0 0,1-1 0 0 0,-1 0 1 0 0,0 1-1 0 0,0-1 0 0 0,0 0 0 0 0,1 1 0 0 0,-1-2 0 0 0,0 1 0 0 0,0-1 1 0 0,1 1-1 0 0,-1-1 1 0 0,1 1-1 0 0,-1-1 1 0 0,1 1-1 0 0,-1-1 1 0 0,1 1-1 0 0,0 0 1 0 0,0 0-1 0 0,0-1 1 0 0,0 1-1 0 0,0 0 1 0 0,0 0-1 0 0,0 0 1 0 0,0 0-1 0 0,0 0 1 0 0,1 0-1 0 0,-1 0 1 0 0,2-1-1 0 0,15-13 84 0 0,73-96 100 0 0,-87 105-182 0 0,0 0 0 0 0,0 0 1 0 0,-1-1-1 0 0,0 1 0 0 0,0-1 1 0 0,0 0-1 0 0,-1 1 0 0 0,0-1 1 0 0,0 0-1 0 0,0-1 0 0 0,-1-6 1 0 0,1-10-5 0 0,-3-48 1 0 0,-1 24 11 0 0,-3 11 56 0 0,-12 22 107 0 0,12 12-128 0 0,0-10 117 0 0,4 9-22 0 0,2 7 123 0 0,4-1-346 0 0,16 4 0 0 0,-20-6 75 0 0,0 0 0 0 0,-1 1 1 0 0,1-1-1 0 0,-1 1 1 0 0,1-1-1 0 0,-1 1 0 0 0,1 0 1 0 0,-1-1-1 0 0,1 1 1 0 0,-1-1-1 0 0,1 1 0 0 0,-1 0 1 0 0,0-1-1 0 0,1 1 1 0 0,-1 0-1 0 0,0 0 0 0 0,0-1 1 0 0,0 1-1 0 0,0 0 1 0 0,1 0-1 0 0,-1-1 0 0 0,0 1 1 0 0,0 1-1 0 0,2 7-18 0 0,11 21 37 0 0,-3-10 12 0 0,-1 0 1 0 0,-1 1 0 0 0,5 22-1 0 0,-2 30 1 0 0,10-15 53 0 0,11 51 67 0 0,-28-88-134 0 0,-1 1 0 0 0,-1-1 0 0 0,-1 0 0 0 0,-4 40 0 0 0,2-8 2 0 0,1 116-2096 0 0,1-174 1597 0 0,0 0 0 0 0,0 0-1 0 0,1 0 1 0 0,0 0 0 0 0,0 1 0 0 0,0-1 0 0 0,1 1 0 0 0,-1-1 0 0 0,1 1 0 0 0,0 0-1 0 0,0 0 1 0 0,8-6 0 0 0,21-34-3880 0 0,21-47-3627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4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33 844 1121 0 0,'0'0'4602'0'0,"0"-42"-67"0"0,1 24-4202 0 0,0 12-208 0 0,0 1-1 0 0,-1-1 1 0 0,1 1-1 0 0,-1-1 1 0 0,-1 0-1 0 0,1 1 1 0 0,-1-1-1 0 0,0 1 1 0 0,0-1-1 0 0,0 1 1 0 0,-3-7 0 0 0,-2 7-44 0 0,5 5-61 0 0,-1-1 1 0 0,1 1 0 0 0,0-1 0 0 0,0 1 0 0 0,0-1 0 0 0,0 0 0 0 0,0 1 0 0 0,0-1 0 0 0,0 0 0 0 0,0 0 0 0 0,0 0 0 0 0,0 0 0 0 0,0 0 0 0 0,1 0 0 0 0,-1 0 0 0 0,0 0-1 0 0,1 0 1 0 0,-1 0 0 0 0,1 0 0 0 0,-1 0 0 0 0,1 0 0 0 0,-1-1 0 0 0,1 1 0 0 0,0 0 0 0 0,-1 0 0 0 0,1 0 0 0 0,0-1 0 0 0,0 1 0 0 0,0 0 0 0 0,0 0 0 0 0,0-1 0 0 0,0 1 0 0 0,1 0-1 0 0,-1 0 1 0 0,0-1 0 0 0,1 1 0 0 0,-1 0 0 0 0,1 0 0 0 0,-1 0 0 0 0,1 0 0 0 0,0-2 0 0 0,3-1 26 0 0,-2 2-5 0 0,0 0-1 0 0,0 0 1 0 0,0 0-1 0 0,0 0 0 0 0,0 0 1 0 0,-1-1-1 0 0,1 1 0 0 0,-1-1 1 0 0,1 1-1 0 0,-1-1 1 0 0,0 0-1 0 0,0 1 0 0 0,0-1 1 0 0,0 0-1 0 0,-1 0 0 0 0,1 0 1 0 0,-1 0-1 0 0,0 0 1 0 0,0 1-1 0 0,0-1 0 0 0,0 0 1 0 0,0 0-1 0 0,-1-4 0 0 0,0-2 98 0 0,1 6-113 0 0,-1 1-1 0 0,1-1 1 0 0,0 1-1 0 0,-1-1 1 0 0,1 0-1 0 0,1 1 1 0 0,-1-1-1 0 0,0 1 1 0 0,1-1-1 0 0,-1 1 1 0 0,1-1-1 0 0,0 1 1 0 0,0-1-1 0 0,0 1 1 0 0,1-4-1 0 0,1 4 3 0 0,-1-1-1 0 0,1 1 0 0 0,-1-1 1 0 0,0 0-1 0 0,0 0 0 0 0,0 0 1 0 0,0 0-1 0 0,0-1 0 0 0,-1 1 1 0 0,1 0-1 0 0,-1-1 0 0 0,0 1 0 0 0,0-1 1 0 0,-1 1-1 0 0,1-1 0 0 0,0 1 1 0 0,-1-1-1 0 0,0 0 0 0 0,0 1 1 0 0,-1-8-1 0 0,0-6 116 0 0,0 13-117 0 0,0-1 0 0 0,1 1 0 0 0,0 0 0 0 0,0-1 0 0 0,0 1 0 0 0,0-1-1 0 0,1 1 1 0 0,-1-1 0 0 0,1 1 0 0 0,0 0 0 0 0,1 0 0 0 0,1-5 0 0 0,0 5-4 0 0,0 1 0 0 0,0 0-1 0 0,-1-1 1 0 0,0 0 0 0 0,1 0 0 0 0,-1 1 0 0 0,-1-1-1 0 0,1 0 1 0 0,0-1 0 0 0,-1 1 0 0 0,0 0-1 0 0,0 0 1 0 0,0 0 0 0 0,-1-1 0 0 0,1 1-1 0 0,-1-1 1 0 0,0 1 0 0 0,-1-7 0 0 0,1 8-5 0 0,0 1-1 0 0,0-1 1 0 0,0 0 0 0 0,0 0 0 0 0,0 1 0 0 0,1-1 0 0 0,-1 0 0 0 0,1 1-1 0 0,0-1 1 0 0,0 1 0 0 0,0-1 0 0 0,0 1 0 0 0,1-1 0 0 0,-1 1 0 0 0,0 0-1 0 0,1-1 1 0 0,0 1 0 0 0,-1 0 0 0 0,1 0 0 0 0,4-3 0 0 0,-2 1 2 0 0,-3 1 6 0 0,1-1 1 0 0,-1 0-1 0 0,0 0 0 0 0,0 1 0 0 0,0-1 0 0 0,0 0 1 0 0,-1 0-1 0 0,0 0 0 0 0,0 0 0 0 0,0 0 0 0 0,0 0 1 0 0,0 0-1 0 0,-2-6 0 0 0,1-3 49 0 0,1 9-54 0 0,0 1 0 0 0,0 0-1 0 0,0 0 1 0 0,0 0 0 0 0,0-1 0 0 0,1 1-1 0 0,0 0 1 0 0,0 0 0 0 0,0 0 0 0 0,0 0 0 0 0,0 0-1 0 0,0 0 1 0 0,1 0 0 0 0,-1 1 0 0 0,4-5-1 0 0,1-3 39 0 0,-4 5-16 0 0,0 0 0 0 0,-1 0 1 0 0,0-1-1 0 0,0 1 1 0 0,-1-1-1 0 0,1 1 1 0 0,-1-1-1 0 0,0 1 0 0 0,-1-1 1 0 0,0-5-1 0 0,-1-10 225 0 0,2 20-187 0 0,0 0-13 0 0,-20-1-1472 0 0,10 0-1219 0 0,-28-2-1471 0 0,-47-7-1454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43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1 324 2161 0 0,'3'-19'6880'0'0,"11"4"-6807"0"0,6-1 97 0 0,135-138 1044 0 0,-152 151-1156 0 0,0-1-1 0 0,0 1 1 0 0,0 0 0 0 0,0-1-1 0 0,-1 0 1 0 0,0 0-1 0 0,1 1 1 0 0,-1-1 0 0 0,-1 0-1 0 0,1-1 1 0 0,0 1-1 0 0,-1 0 1 0 0,0 0 0 0 0,0-1-1 0 0,-1 1 1 0 0,1-1-1 0 0,-1 1 1 0 0,0 0 0 0 0,0-1-1 0 0,0 1 1 0 0,-1-5-1 0 0,1 8-44 0 0,0 0 0 0 0,0 0-1 0 0,0 0 1 0 0,0 1-1 0 0,1-1 1 0 0,-1 0-1 0 0,0 1 1 0 0,0-1 0 0 0,1 0-1 0 0,-1 0 1 0 0,1 1-1 0 0,-1-1 1 0 0,0 1-1 0 0,1-1 1 0 0,-1 0 0 0 0,1 1-1 0 0,-1-1 1 0 0,1 1-1 0 0,0-1 1 0 0,-1 1-1 0 0,1-1 1 0 0,-1 1 0 0 0,1 0-1 0 0,0-1 1 0 0,0 1-1 0 0,-1 0 1 0 0,1-1-1 0 0,0 1 1 0 0,-1 0 0 0 0,1 0-1 0 0,0 0 1 0 0,0 0-1 0 0,-1-1 1 0 0,1 1 0 0 0,1 1-1 0 0,-1-1 6 0 0,-1 0 1 0 0,1 0-1 0 0,-1 0 1 0 0,1 0-1 0 0,-1 0 0 0 0,1 0 1 0 0,-1-1-1 0 0,0 1 0 0 0,1 0 1 0 0,-1 0-1 0 0,1 0 0 0 0,-1 0 1 0 0,1 0-1 0 0,-1-1 1 0 0,1 1-1 0 0,-1 0 0 0 0,1-1 1 0 0,-1 1-1 0 0,0 0 0 0 0,1 0 1 0 0,-1-1-1 0 0,0 1 1 0 0,1-1-1 0 0,-1 1 0 0 0,0 0 1 0 0,1-1-1 0 0,-1 1 0 0 0,0-1 1 0 0,0 1-1 0 0,0-1 0 0 0,1 0 1 0 0,-1 0 701 0 0,0 2-666 0 0,-1 0 0 0 0,1 0 0 0 0,0-1 0 0 0,0 1 0 0 0,0 0-1 0 0,0 0 1 0 0,0 0 0 0 0,0 0 0 0 0,0 0 0 0 0,0 0 0 0 0,0-1 0 0 0,0 1 0 0 0,0 0-1 0 0,0 0 1 0 0,1 0 0 0 0,-1 0 0 0 0,0 0 0 0 0,1-1 0 0 0,-1 1 0 0 0,0 0-1 0 0,1 0 1 0 0,-1-1 0 0 0,1 1 0 0 0,0 0 0 0 0,0 0 0 0 0,3 5 166 0 0,-1-1 0 0 0,0 0 1 0 0,0 1-1 0 0,0-1 0 0 0,-1 1 0 0 0,0 0 1 0 0,0 0-1 0 0,0 0 0 0 0,-1 0 0 0 0,1 11 1 0 0,-1 68 1525 0 0,-2-41-1100 0 0,3 16-242 0 0,-1-37-573 0 0,0 0 1 0 0,-2 0-1 0 0,0 0 0 0 0,-6 30 0 0 0,4-44 9 0 0,1-4-174 0 0,1 0 1 0 0,-1-1 0 0 0,1 1-1 0 0,0 0 1 0 0,0 0-1 0 0,1 0 1 0 0,-1 0-1 0 0,1 0 1 0 0,0 0-1 0 0,0 0 1 0 0,1 0-1 0 0,-1 0 1 0 0,1 0-1 0 0,0 0 1 0 0,1-1-1 0 0,-1 1 1 0 0,5 8-1 0 0,-1 10-6322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2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314 120 1201 0 0,'-14'-14'2615'0'0,"-5"-3"-997"0"0,19 16-1560 0 0,-1 1 1 0 0,1-1 0 0 0,0 0-1 0 0,0 1 1 0 0,-1-1-1 0 0,1 0 1 0 0,0 1-1 0 0,0-1 1 0 0,0 0-1 0 0,0 1 1 0 0,0-1 0 0 0,0 0-1 0 0,0 1 1 0 0,0-1-1 0 0,0 0 1 0 0,0 1-1 0 0,0-1 1 0 0,1 0-1 0 0,-1 1 1 0 0,0-1 0 0 0,0 0-1 0 0,1 1 1 0 0,-1-1-1 0 0,0 1 1 0 0,1-1-1 0 0,-1 1 1 0 0,1-1 0 0 0,-1 0-1 0 0,1 1 1 0 0,-1-1-1 0 0,1 1 1 0 0,-1 0-1 0 0,1-1 1 0 0,0 0-1 0 0,8-5 104 0 0,-8 5-134 0 0,0 1 0 0 0,1-1-1 0 0,-1 0 1 0 0,0 0-1 0 0,0 0 1 0 0,0 0 0 0 0,0 0-1 0 0,0 0 1 0 0,0 0-1 0 0,0 0 1 0 0,0 0 0 0 0,0-1-1 0 0,-1 1 1 0 0,1 0-1 0 0,0 0 1 0 0,-1-1 0 0 0,1 1-1 0 0,-1-1 1 0 0,0 1-1 0 0,1 0 1 0 0,-1-1 0 0 0,0 1-1 0 0,0-1 1 0 0,0 1-1 0 0,0-1 1 0 0,0-2 0 0 0,0 4-26 0 0,0-1 1 0 0,0 0 0 0 0,1 0 0 0 0,-1 0 0 0 0,0 0 0 0 0,1 0 0 0 0,-1 1 0 0 0,0-1-1 0 0,1 0 1 0 0,-1 0 0 0 0,1 1 0 0 0,-1-1 0 0 0,1 0 0 0 0,-1 0 0 0 0,1 1 0 0 0,0-1-1 0 0,-1 1 1 0 0,1-1 0 0 0,0 1 0 0 0,-1-1 0 0 0,1 1 0 0 0,0-1 0 0 0,0 1 0 0 0,-1-1-1 0 0,1 1 1 0 0,0 0 0 0 0,0 0 0 0 0,0-1 0 0 0,0 1 0 0 0,0 0 0 0 0,-1 0 0 0 0,3 0-1 0 0,3-2 10 0 0,-1-3 55 0 0,0 4 13 0 0,2 1-36 0 0,26 2 101 0 0,-33-2-131 0 0,1 0 1 0 0,0 0-1 0 0,0 0 1 0 0,0 0-1 0 0,0 1 1 0 0,0-1 0 0 0,0 0-1 0 0,-1 1 1 0 0,1-1-1 0 0,0 0 1 0 0,0 1-1 0 0,-1-1 1 0 0,1 1-1 0 0,0 0 1 0 0,0-1-1 0 0,-1 1 1 0 0,1-1-1 0 0,-1 1 1 0 0,1 0-1 0 0,-1 0 1 0 0,1-1-1 0 0,-1 1 1 0 0,1 0-1 0 0,-1 0 1 0 0,1 0-1 0 0,-1-1 1 0 0,0 1 0 0 0,0 0-1 0 0,1 0 1 0 0,-1 0-1 0 0,0 1 1 0 0,1 32 396 0 0,-4 40 502 0 0,2-69-851 0 0,0 1 0 0 0,0-1 0 0 0,-1 0 0 0 0,0 1 0 0 0,0-1 0 0 0,0 0 0 0 0,-1 0 0 0 0,1 0-1 0 0,-1 0 1 0 0,-1-1 0 0 0,-3 5 0 0 0,-20 21 266 0 0,18-22-260 0 0,1 1-1 0 0,0 0 1 0 0,0 0-1 0 0,1 1 1 0 0,0 0-1 0 0,-10 20 1 0 0,6 6 68 0 0,9-29-110 0 0,0 1-1 0 0,0-1 0 0 0,-1 0 1 0 0,0 0-1 0 0,0 0 1 0 0,-1 0-1 0 0,0 0 0 0 0,0 0 1 0 0,-1-1-1 0 0,1 0 1 0 0,-1 0-1 0 0,-11 9 0 0 0,9-8-25 0 0,-1-1 0 0 0,0 0 0 0 0,0 0 0 0 0,0-1 0 0 0,-1 0 0 0 0,1 0 0 0 0,-1-1 0 0 0,-1-1 0 0 0,1 1 0 0 0,0-1 0 0 0,-1-1 0 0 0,0 0 0 0 0,1 0 0 0 0,-1-1 0 0 0,-13 1 0 0 0,10-3-3 0 0,-20-3 35 0 0,32 4-38 0 0,0 0 1 0 0,0 0-1 0 0,1 0 0 0 0,-1 0 0 0 0,0 0 0 0 0,0-1 0 0 0,1 1 0 0 0,-1 0 1 0 0,0 0-1 0 0,1-1 0 0 0,-1 1 0 0 0,0-1 0 0 0,1 1 0 0 0,-1 0 0 0 0,0-1 1 0 0,1 1-1 0 0,-1-1 0 0 0,1 1 0 0 0,-1-1 0 0 0,1 0 0 0 0,-1 1 1 0 0,1-1-1 0 0,-1 0 0 0 0,1 1 0 0 0,0-1 0 0 0,-1 0 0 0 0,1 1 0 0 0,0-1 1 0 0,-1-1-1 0 0,1 1-74 0 0,27 7 173 0 0,-21-5-38 0 0,0 0 0 0 0,1 0-1 0 0,-1 1 1 0 0,0-1 0 0 0,-1 1 0 0 0,1 0 0 0 0,0 1-1 0 0,0 0 1 0 0,-1 0 0 0 0,10 7 0 0 0,7 2-84 0 0,-7-6-1081 0 0,0 0 0 0 0,1-2 0 0 0,0 1 0 0 0,23 2 0 0 0,-12-2-2118 0 0,-22-3 134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1130 480 0 0,'-64'0'6923'0'0,"64"-1"-6749"0"0,0-3-134 0 0,0 3 1147 0 0,1-1-1091 0 0,-2 2-81 0 0,1 0 0 0 0,0 0 0 0 0,0 0 0 0 0,0-1 0 0 0,0 1 0 0 0,0 0 0 0 0,0 0 0 0 0,0 0 0 0 0,0 0 0 0 0,0 0 0 0 0,0-1 0 0 0,0 1 0 0 0,0 0 0 0 0,0 0 0 0 0,0 0 0 0 0,0 0 0 0 0,0-1 0 0 0,0 1 0 0 0,0 0 0 0 0,0 0-1 0 0,0 0 1 0 0,0 0 0 0 0,0 0 0 0 0,0-1 0 0 0,1 1 0 0 0,-1 0 0 0 0,0 0 0 0 0,0 0 0 0 0,0 0 0 0 0,0 0 0 0 0,0 0 0 0 0,0 0 0 0 0,0-1 0 0 0,0 1 0 0 0,1 0 0 0 0,-1 0 0 0 0,0 0 0 0 0,0 0 0 0 0,0 0 0 0 0,0 0 0 0 0,0 0 0 0 0,1 0 0 0 0,-1 0 0 0 0,0 0 0 0 0,0 0 0 0 0,0 0 0 0 0,0 0-1 0 0,0 0 1 0 0,1 0 0 0 0,-1 0 0 0 0,0 0 0 0 0,0 0 0 0 0,0 0 0 0 0,0 0 0 0 0,1 0 0 0 0,-1 0 0 0 0,0 0 0 0 0,0 0 0 0 0,0 0 0 0 0,0 0 0 0 0,0 0 0 0 0,1 0 0 0 0,-1 1 0 0 0,17-1 417 0 0,-34 0-24 0 0,17-1-395 0 0,-1 1-1 0 0,1 0 0 0 0,0 0 0 0 0,0 0 1 0 0,0 0-1 0 0,0 0 0 0 0,-1 0 1 0 0,1 0-1 0 0,0 0 0 0 0,0 0 0 0 0,0 0 1 0 0,-1 0-1 0 0,1 0 0 0 0,0 0 1 0 0,0 0-1 0 0,0 1 0 0 0,0-1 0 0 0,-1 0 1 0 0,1 0-1 0 0,0 0 0 0 0,0 0 1 0 0,0 0-1 0 0,0 0 0 0 0,-1 0 1 0 0,1 0-1 0 0,0 1 0 0 0,0-1 0 0 0,0 0 1 0 0,0 0-1 0 0,0 0 0 0 0,0 0 1 0 0,-1 0-1 0 0,1 1 0 0 0,0-1 0 0 0,0 0 1 0 0,0 0-1 0 0,0 0 0 0 0,0 0 1 0 0,0 1-1 0 0,0-1 0 0 0,0 0 1 0 0,0 0-1 0 0,0 0 0 0 0,0 1 0 0 0,0-1 1 0 0,0 0-1 0 0,0 0 0 0 0,0 0 1 0 0,0 1-1 0 0,0-1 0 0 0,0 0 0 0 0,0 0 1 0 0,0 0-1 0 0,0 1 0 0 0,1-1 7 0 0,-1 0-1 0 0,0 0 1 0 0,0 0-1 0 0,0 0 1 0 0,0 1-1 0 0,0-1 1 0 0,0 0-1 0 0,0 0 1 0 0,0 0-1 0 0,0 1 1 0 0,0-1-1 0 0,0 0 1 0 0,0 0-1 0 0,0 0 1 0 0,0 1-1 0 0,0-1 1 0 0,0 0 0 0 0,0 0-1 0 0,0 0 1 0 0,0 0-1 0 0,0 1 1 0 0,-1-1-1 0 0,1 0 1 0 0,0 0-1 0 0,0 0 1 0 0,0 0-1 0 0,0 1 1 0 0,0-1-1 0 0,0 0 1 0 0,0 0-1 0 0,-1 0 1 0 0,1 0-1 0 0,0 0 1 0 0,0 0-1 0 0,0 0 1 0 0,0 1-1 0 0,-1-1 1 0 0,1 0-1 0 0,0 0 1 0 0,0 0-1 0 0,0 0 1 0 0,0 0-1 0 0,-1 0 1 0 0,1 0-1 0 0,0 0 1 0 0,0 0-1 0 0,0 0 1 0 0,-1 0-1 0 0,1 0 1 0 0,0 0-1 0 0,0 0 1 0 0,0 0-1 0 0,0 0 1 0 0,-1 0-1 0 0,-26 0 156 0 0,29 0-167 0 0,0 0 1 0 0,-1-1-1 0 0,1 1 1 0 0,-1 0-1 0 0,1 0 1 0 0,-1-1 0 0 0,1 1-1 0 0,-1-1 1 0 0,1 0-1 0 0,-1 1 1 0 0,1-1-1 0 0,-1 0 1 0 0,0 0-1 0 0,0 0 1 0 0,1 0-1 0 0,-1 0 1 0 0,0 0-1 0 0,0 0 1 0 0,0 0 0 0 0,0 0-1 0 0,0 0 1 0 0,1-3-1 0 0,-2 2 300 0 0,0 1-227 0 0,0-4-13 0 0,4-30 68 0 0,11 26-89 0 0,-7 6-41 0 0,-7 1 13 0 0,0 1-1 0 0,0-1 0 0 0,0 0 0 0 0,0-1 0 0 0,0 1 0 0 0,-1 0 0 0 0,1 0 0 0 0,-1 0 0 0 0,0 0 0 0 0,1 0 1 0 0,-1-1-1 0 0,0 1 0 0 0,0 0 0 0 0,-1 0 0 0 0,1 0 0 0 0,-1-4 0 0 0,0-9 226 0 0,2 14-243 0 0,-1 1 1 0 0,0-1-1 0 0,0 1 0 0 0,0-1 0 0 0,0 1 1 0 0,0 0-1 0 0,0-1 0 0 0,1 1 1 0 0,-1-1-1 0 0,0 1 0 0 0,0-1 0 0 0,1 1 1 0 0,-1 0-1 0 0,0-1 0 0 0,1 1 0 0 0,-1 0 1 0 0,0-1-1 0 0,1 1 0 0 0,-1 0 1 0 0,0 0-1 0 0,1-1 0 0 0,-1 1 0 0 0,1 0 1 0 0,-1 0-1 0 0,0-1 0 0 0,1 1 1 0 0,-1 0-1 0 0,1 0 0 0 0,-1 0 0 0 0,1 0 1 0 0,-1 0-1 0 0,1 0 0 0 0,-1 0 0 0 0,1 0 1 0 0,-1 0-1 0 0,1 0 0 0 0,0 0 1 0 0,-1 0 0 0 0,1 0 1 0 0,0 0 0 0 0,0 0 0 0 0,-1 0-1 0 0,1 0 1 0 0,0 0 0 0 0,-1 0-1 0 0,1 0 1 0 0,0-1 0 0 0,0 1 0 0 0,-1 0-1 0 0,1 0 1 0 0,0-1 0 0 0,-1 1 0 0 0,1 0-1 0 0,-1-1 1 0 0,1 1 0 0 0,0-1 0 0 0,-1 1-1 0 0,1-1 1 0 0,-1 1 0 0 0,1-1 0 0 0,-1 1-1 0 0,1-1 1 0 0,-1 1 0 0 0,0-1-1 0 0,1 0 1 0 0,-1 1 0 0 0,0-1 0 0 0,1 0-1 0 0,-1 1 1 0 0,0-1 0 0 0,0 0 0 0 0,0 0-1 0 0,0 1 1 0 0,1-1 0 0 0,-1 0 0 0 0,0 1-1 0 0,-1-2 1 0 0,1-104 505 0 0,0 106-505 0 0,0-1-1 0 0,0 0 1 0 0,0 1 0 0 0,0-1 0 0 0,0 1 0 0 0,0-1-1 0 0,0 0 1 0 0,0 1 0 0 0,-1-1 0 0 0,1 1-1 0 0,0-1 1 0 0,0 0 0 0 0,-1 1 0 0 0,1-1-1 0 0,-1 1 1 0 0,1-1 0 0 0,0 1 0 0 0,-1 0-1 0 0,1-1 1 0 0,-1 1 0 0 0,1-1 0 0 0,-1 1-1 0 0,1 0 1 0 0,-1-1 0 0 0,1 1 0 0 0,-1 0-1 0 0,1-1 1 0 0,-1 1 0 0 0,0 0 0 0 0,1 0-1 0 0,-1 0 1 0 0,1 0 0 0 0,-1-1 0 0 0,0 1-1 0 0,0 0 1 0 0,0 0 2 0 0,0 0 0 0 0,1 0 0 0 0,-1 0 0 0 0,0 0 0 0 0,0 0 1 0 0,0-1-1 0 0,1 1 0 0 0,-1 0 0 0 0,0-1 0 0 0,1 1 0 0 0,-1 0 0 0 0,0-1 0 0 0,1 1 0 0 0,-1-1 0 0 0,0 1 0 0 0,1-1 0 0 0,-1 1 0 0 0,1-1 0 0 0,-1 0 0 0 0,1 1 0 0 0,-1-1 0 0 0,1 0 1 0 0,-1 1-1 0 0,1-1 0 0 0,0 0 0 0 0,-1 1 0 0 0,1-1 0 0 0,0 0 0 0 0,0 0 0 0 0,0 1 0 0 0,0-1 0 0 0,-1 0 0 0 0,1 0 0 0 0,0 0 0 0 0,0 1 0 0 0,0-2 0 0 0,1-3 15 0 0,-1 3-15 0 0,1 0-1 0 0,-1 0 1 0 0,0 1 0 0 0,0-1 0 0 0,1 0 0 0 0,-1 0 0 0 0,-1 0 0 0 0,1 0 0 0 0,0 0 0 0 0,0 1 0 0 0,-1-1 0 0 0,1 0 0 0 0,-1 0 0 0 0,1 1 0 0 0,-1-1 0 0 0,0 0 0 0 0,0 1 0 0 0,-1-3 0 0 0,-1 2-3 0 0,2 2 2 0 0,-1-1-1 0 0,0 0 1 0 0,1 0 0 0 0,0 0 0 0 0,-1 0 0 0 0,1 0 0 0 0,-1-1-1 0 0,1 1 1 0 0,0 0 0 0 0,0 0 0 0 0,0-1 0 0 0,0 1-1 0 0,0-1 1 0 0,0 1 0 0 0,0-1 0 0 0,0 1 0 0 0,1-1 0 0 0,-1 0-1 0 0,1 1 1 0 0,-1-1 0 0 0,1 0 0 0 0,-1 0 0 0 0,1 1 0 0 0,0-1-1 0 0,0 0 1 0 0,0 0 0 0 0,0-3 0 0 0,0 4-1 0 0,0 0 0 0 0,0-1 0 0 0,0 1 0 0 0,0 0 0 0 0,0 0 0 0 0,-1-1 0 0 0,1 1-1 0 0,0 0 1 0 0,-1 0 0 0 0,0-1 0 0 0,1 1 0 0 0,-1 0 0 0 0,1 0 0 0 0,-1 0 0 0 0,0 0 0 0 0,0 0 0 0 0,0 0 0 0 0,0 0 0 0 0,0 0 0 0 0,0 0 0 0 0,0 1 0 0 0,0-1 0 0 0,-2-1 0 0 0,2 1 2 0 0,0 1 0 0 0,0-1 0 0 0,0 0 0 0 0,0 0 1 0 0,0 1-1 0 0,0-1 0 0 0,0 0 0 0 0,0 0 0 0 0,1 0 0 0 0,-1 0 1 0 0,0 0-1 0 0,0-1 0 0 0,1 1 0 0 0,-1 0 0 0 0,1 0 0 0 0,-1 0 0 0 0,1-1 1 0 0,-1 1-1 0 0,1 0 0 0 0,0 0 0 0 0,0-1 0 0 0,0 1 0 0 0,-1-2 1 0 0,2 1-1 0 0,-1 0 0 0 0,0-1 1 0 0,0 1-1 0 0,0 0 1 0 0,0 0-1 0 0,-1 0 1 0 0,1 0-1 0 0,0 0 1 0 0,-1 0-1 0 0,0 0 0 0 0,1 0 1 0 0,-1 0-1 0 0,0 0 1 0 0,0 0-1 0 0,0 0 1 0 0,0 0-1 0 0,0 1 1 0 0,-1-1-1 0 0,1 0 0 0 0,-1 1 1 0 0,1-1-1 0 0,-3-1 1 0 0,-4-5-1 0 0,7 8-1 0 0,1-1 1 0 0,-1 0-1 0 0,0 0 0 0 0,1 0 0 0 0,-1 0 0 0 0,1 0 0 0 0,0 0 0 0 0,-1 0 1 0 0,1 0-1 0 0,0 0 0 0 0,0 0 0 0 0,-1 0 0 0 0,1 0 0 0 0,0 0 0 0 0,0 0 1 0 0,0 0-1 0 0,0 0 0 0 0,0 0 0 0 0,1-2 0 0 0,-1 2 0 0 0,0 1-1 0 0,1-1 1 0 0,-1 0 0 0 0,0 0-1 0 0,0 1 1 0 0,0-1-1 0 0,0 0 1 0 0,0 0 0 0 0,0 0-1 0 0,0 1 1 0 0,0-1-1 0 0,-1 0 1 0 0,1 1 0 0 0,0-1-1 0 0,0 0 1 0 0,-1 0 0 0 0,1 1-1 0 0,0-1 1 0 0,-1 0-1 0 0,1 1 1 0 0,-1-1 0 0 0,1 0-1 0 0,0 1 1 0 0,-1-1-1 0 0,0 1 1 0 0,0-1 0 0 0,-2-1 3 0 0,-17-16 32 0 0,16-19 11 0 0,4 36-46 0 0,0 0 0 0 0,-1-1-1 0 0,0 1 1 0 0,1 0 0 0 0,-1 0 0 0 0,0 0 0 0 0,1 0 0 0 0,-1-1-1 0 0,0 1 1 0 0,0 0 0 0 0,0 0 0 0 0,0 1 0 0 0,0-1-1 0 0,0 0 1 0 0,0 0 0 0 0,-2 0 0 0 0,-15-17 21 0 0,18 17-24 0 0,0 0 1 0 0,0 0-1 0 0,-1 0 0 0 0,1 0 0 0 0,0 0 1 0 0,0 0-1 0 0,0 0 0 0 0,0 1 1 0 0,0-1-1 0 0,0 0 0 0 0,0 0 0 0 0,0 0 1 0 0,0 0-1 0 0,0 0 0 0 0,1 0 0 0 0,-1 0 1 0 0,0 1-1 0 0,1-1 0 0 0,-1 0 1 0 0,0 0-1 0 0,1 0 0 0 0,-1 1 0 0 0,1-1 1 0 0,-1 0-1 0 0,1 0 0 0 0,0 1 1 0 0,-1-1-1 0 0,2 0 0 0 0,1-2 1 0 0,-1 0-1 0 0,1 0 1 0 0,-1 0 0 0 0,1 0-1 0 0,-1-1 1 0 0,0 1 0 0 0,0-1-1 0 0,-1 1 1 0 0,1-1-1 0 0,-1 0 1 0 0,0 1 0 0 0,0-1-1 0 0,0 0 1 0 0,0 0 0 0 0,-1 0-1 0 0,1 0 1 0 0,-1 0 0 0 0,0 0-1 0 0,0 0 1 0 0,-2-6-1 0 0,2-10 23 0 0,-1 10-7 0 0,1 0 0 0 0,0 1 0 0 0,0-1-1 0 0,1 1 1 0 0,0-1 0 0 0,4-10 0 0 0,16-29-3 0 0,-10-3 0 0 0,0 26 15 0 0,-8 21-31 0 0,-1 1 0 0 0,0-1 1 0 0,0 1-1 0 0,-1-1 0 0 0,1 0 0 0 0,-1 0 1 0 0,0 0-1 0 0,-1 1 0 0 0,1-9 0 0 0,0 9 11 0 0,-1 1 0 0 0,1-1-1 0 0,-1 0 1 0 0,-1 1 0 0 0,1-1-1 0 0,0 0 1 0 0,-1 1-1 0 0,0-1 1 0 0,0 1 0 0 0,0-1-1 0 0,0 1 1 0 0,0-1 0 0 0,-1 1-1 0 0,1 0 1 0 0,-1-1-1 0 0,0 1 1 0 0,0 0 0 0 0,0 0-1 0 0,-1 0 1 0 0,-4-4 0 0 0,1-25 287 0 0,6 22-432 0 0,0 22-995 0 0,0 13-1976 0 0,0 28-3789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3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290 822 1121 0 0,'-59'15'4255'0'0,"59"-15"-4225"0"0,0 0 1 0 0,0 0-1 0 0,0 0 1 0 0,-1 0 0 0 0,1 0-1 0 0,0 0 1 0 0,0 1-1 0 0,-1-1 1 0 0,1 0-1 0 0,0 0 1 0 0,0 0-1 0 0,0 0 1 0 0,-1 0-1 0 0,1 0 1 0 0,0 0 0 0 0,0-1-1 0 0,-1 1 1 0 0,1 0-1 0 0,0 0 1 0 0,0 0-1 0 0,0 0 1 0 0,-1 0-1 0 0,1 0 1 0 0,0 0 0 0 0,0 0-1 0 0,0 0 1 0 0,-1-1-1 0 0,1 1 1 0 0,0 0-1 0 0,0 0 1 0 0,0 0-1 0 0,0 0 1 0 0,0-1-1 0 0,-1 1 1 0 0,1 0 0 0 0,0 0-1 0 0,0 0 1 0 0,0-1-1 0 0,0 1 1 0 0,0 0-1 0 0,0 0 1 0 0,0 0-1 0 0,0-1 1 0 0,0 1 0 0 0,0 0-1 0 0,0 0 1 0 0,0-1-1 0 0,0 1 1 0 0,0 0-1 0 0,0 0 1 0 0,0 0-1 0 0,0-1 1 0 0,0 1-1 0 0,0 0 1 0 0,0 0 0 0 0,0-1-1 0 0,0 1 1 0 0,0 0-1 0 0,0 0 1 0 0,0 0-1 0 0,1 0 1 0 0,-1-1-1 0 0,0 1 1 0 0,0 0 0 0 0,0 0-1 0 0,0 0 1 0 0,0 0-1 0 0,1-1 1 0 0,-1 1-12 0 0,0-1 0 0 0,1 1 0 0 0,-1-1 0 0 0,0 1 0 0 0,0-1 0 0 0,1 1 0 0 0,-1-1 0 0 0,0 1 0 0 0,0-1 0 0 0,0 1 0 0 0,0-1 0 0 0,0 1 0 0 0,0-1 0 0 0,0 1 0 0 0,0-1 0 0 0,0 0 0 0 0,0 1 0 0 0,0-1 0 0 0,0 1 0 0 0,0-1 0 0 0,0 1 0 0 0,-1-1 0 0 0,1 1 0 0 0,0-1 0 0 0,0 1 0 0 0,-1-1 0 0 0,1 1 0 0 0,0-1 0 0 0,-1 1 0 0 0,1 0 0 0 0,0-1 0 0 0,-1 1 0 0 0,1-1 0 0 0,0 1 0 0 0,-1 0 0 0 0,1-1 0 0 0,-1 1 0 0 0,1 0 0 0 0,-1-1 0 0 0,0 1-16 0 0,0 0 10 0 0,-1-1-1 0 0,0 1 0 0 0,1-1 1 0 0,-1 1-1 0 0,1-1 1 0 0,-1 0-1 0 0,1 0 0 0 0,-1 0 1 0 0,1 0-1 0 0,0 0 1 0 0,0 0-1 0 0,-1 0 0 0 0,0-2 1 0 0,1 0 16 0 0,0 0 0 0 0,0 0 0 0 0,0 0 0 0 0,1 0 0 0 0,-1 0 0 0 0,1 0 0 0 0,0-1 0 0 0,0 1 0 0 0,0-4 0 0 0,0 6-20 0 0,0-1-1 0 0,0 0 1 0 0,-1 1 0 0 0,1-1 0 0 0,0 1 0 0 0,-1-1 0 0 0,0 1 0 0 0,1-1-1 0 0,-1 1 1 0 0,0 0 0 0 0,1-1 0 0 0,-1 1 0 0 0,0 0 0 0 0,0-1 0 0 0,0 1 0 0 0,0 0-1 0 0,0 0 1 0 0,-3-2 0 0 0,-8-11 76 0 0,5-1-2 0 0,0-1 1 0 0,1 0-1 0 0,-6-24 1 0 0,8-19 125 0 0,4 49-163 0 0,0 1 0 0 0,-1-1 1 0 0,0 1-1 0 0,-3-17 0 0 0,-8-4 34 0 0,9 24-61 0 0,1 1 0 0 0,0-1 1 0 0,0 0-1 0 0,0 0 0 0 0,1 1 0 0 0,0-1 1 0 0,0 0-1 0 0,0-7 0 0 0,1-9 31 0 0,1 15-14 0 0,0 0 1 0 0,-1 0-1 0 0,0 0 0 0 0,0 0 0 0 0,-1 0 1 0 0,0 0-1 0 0,0 1 0 0 0,0-1 1 0 0,-1 0-1 0 0,0 0 0 0 0,-1 1 1 0 0,1-1-1 0 0,-1 1 0 0 0,-1 0 1 0 0,1-1-1 0 0,-8-8 0 0 0,8 11-19 0 0,0 1 1 0 0,0 0-1 0 0,0-1 0 0 0,1 1 1 0 0,-1-1-1 0 0,1 0 0 0 0,0 0 0 0 0,0 0 1 0 0,0 0-1 0 0,1 0 0 0 0,-1 0 0 0 0,1-1 1 0 0,0 1-1 0 0,0 0 0 0 0,1-1 0 0 0,-1-5 1 0 0,1 6-10 0 0,-1 0 1 0 0,1-1-1 0 0,-1 1 1 0 0,0 0 0 0 0,0 0-1 0 0,0 0 1 0 0,-1 0 0 0 0,1 0-1 0 0,-1 1 1 0 0,-4-8-1 0 0,4 8 8 0 0,0-1 0 0 0,0 0-1 0 0,0 1 1 0 0,0-1 0 0 0,1 0-1 0 0,0 0 1 0 0,0 0 0 0 0,0 0-1 0 0,0 0 1 0 0,0-8-1 0 0,1-87 732 0 0,0 98-787 0 0,0 1 31 0 0,0 0 0 0 0,-1 1-1 0 0,1-1 1 0 0,0 0-1 0 0,0 1 1 0 0,0-1-1 0 0,0 0 1 0 0,0 1 0 0 0,0-1-1 0 0,0 1 1 0 0,0-1-1 0 0,0 0 1 0 0,0 1-1 0 0,0-1 1 0 0,0 1-1 0 0,0-1 1 0 0,0 0 0 0 0,0 1-1 0 0,0-1 1 0 0,0 1-1 0 0,0-1 1 0 0,1 0-1 0 0,-1 1 1 0 0,0-1 0 0 0,0 0-1 0 0,0 1 1 0 0,1-1-1 0 0,-1 0 1 0 0,0 1-1 0 0,0-1 1 0 0,1 0 0 0 0,-1 0-1 0 0,0 1 1 0 0,1-1-1 0 0,-1 0 1 0 0,0 0-1 0 0,1 0 1 0 0,-1 1-1 0 0,0-1 1 0 0,1 0 0 0 0,18 11-348 0 0,-13-8-137 0 0,0 0 0 0 0,0 0 0 0 0,0 1 0 0 0,-1 0 0 0 0,1 0 0 0 0,-1 0 1 0 0,0 1-1 0 0,0 0 0 0 0,-1 0 0 0 0,9 10 0 0 0,-12-12-126 0 0,0 1 1 0 0,0-1-1 0 0,0 0 0 0 0,-1 0 0 0 0,1 1 0 0 0,-1-1 0 0 0,0 0 1 0 0,0 6-1 0 0,0-9 609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5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1841 0 0,'1'-2'220'0'0,"0"1"1"0"0,0 0-1 0 0,0 0 1 0 0,0 0-1 0 0,0 0 1 0 0,0 0-1 0 0,0 0 0 0 0,1 0 1 0 0,-1 1-1 0 0,0-1 1 0 0,1 0-1 0 0,-1 1 1 0 0,0-1-1 0 0,1 1 1 0 0,-1-1-1 0 0,1 1 1 0 0,-1-1-1 0 0,1 1 1 0 0,2 0-1 0 0,46-9 135 0 0,-32 6 57 0 0,0-1-303 0 0,-1 1-137 0 0,0 0 1 0 0,32-1-1 0 0,-24 8 31 0 0,-20 6 42 0 0,-13 4 81 0 0,-31 21 254 0 0,32-31-277 0 0,0 1 0 0 0,1 0 1 0 0,0 1-1 0 0,0 0 1 0 0,-9 11-1 0 0,15-15-76 0 0,-1 0 0 0 0,0 0-1 0 0,0-1 1 0 0,0 1 0 0 0,0 0-1 0 0,-1 0 1 0 0,1-1 0 0 0,0 1-1 0 0,-1-1 1 0 0,1 1 0 0 0,-1-1 0 0 0,0 1-1 0 0,1-1 1 0 0,-1 0 0 0 0,0 0-1 0 0,0 0 1 0 0,-3 1 0 0 0,1 0-1 0 0,28-9 62 0 0,1 1 0 0 0,-1 1 0 0 0,1 1 0 0 0,0 1 0 0 0,0 1 0 0 0,0 2 0 0 0,0 0 0 0 0,0 2 0 0 0,30 5 0 0 0,-49-6-61 0 0,0 0-1 0 0,0 1 0 0 0,-1 0 0 0 0,1 0 0 0 0,0 0 1 0 0,-1 1-1 0 0,1-1 0 0 0,-1 1 0 0 0,0 1 0 0 0,9 5 0 0 0,-13-8-6 0 0,0 0 0 0 0,0 1-1 0 0,-1-1 1 0 0,1 0-1 0 0,0 0 1 0 0,0 0-1 0 0,-1 0 1 0 0,1 1 0 0 0,-1-1-1 0 0,1 0 1 0 0,-1 1-1 0 0,0-1 1 0 0,1 0-1 0 0,-1 1 1 0 0,0-1 0 0 0,0 0-1 0 0,0 1 1 0 0,0-1-1 0 0,0 2 1 0 0,-1 0 29 0 0,0 0 1 0 0,1 0-1 0 0,-2-1 0 0 0,1 1 1 0 0,0-1-1 0 0,0 1 0 0 0,-1-1 0 0 0,0 1 1 0 0,1-1-1 0 0,-1 0 0 0 0,0 0 1 0 0,-4 4-1 0 0,-5 6 164 0 0,-1-1 1 0 0,0 1-1 0 0,-1-2 1 0 0,0 0-1 0 0,-1-1 1 0 0,0 0-1 0 0,-1-1 0 0 0,-24 10 1 0 0,27-13-421 0 0,0-2-1 0 0,0 1 1 0 0,-1-2-1 0 0,1 0 1 0 0,-1 0 0 0 0,0-1-1 0 0,0-1 1 0 0,1 0 0 0 0,-1 0-1 0 0,-22-5 1 0 0,35 5 145 0 0,0 0 1 0 0,0 0 0 0 0,0 0-1 0 0,-1 0 1 0 0,1 0 0 0 0,0 0-1 0 0,0 0 1 0 0,-1 0 0 0 0,1 0-1 0 0,0 0 1 0 0,0 0 0 0 0,0 0-1 0 0,-1 0 1 0 0,1 0 0 0 0,0 0-1 0 0,0 0 1 0 0,0 0 0 0 0,0 0-1 0 0,-1 0 1 0 0,1-1 0 0 0,0 1-1 0 0,0 0 1 0 0,0 0 0 0 0,0 0-1 0 0,-1 0 1 0 0,1 0-1 0 0,0-1 1 0 0,0 1 0 0 0,0 0-1 0 0,0 0 1 0 0,0 0 0 0 0,0-1-1 0 0,0 1 1 0 0,-1 0 0 0 0,1 0-1 0 0,0 0 1 0 0,0-1 0 0 0,0 1-1 0 0,0 0 1 0 0,0 0 0 0 0,0 0-1 0 0,0-1 1 0 0,0 1 0 0 0,0 0-1 0 0,0 0 1 0 0,0 0 0 0 0,0-1-1 0 0,0 1 1 0 0,1 0 0 0 0,-1-7-5436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6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161 771 1841 0 0,'13'0'462'0'0,"-4"0"193"0"0,-12 1-114 0 0,-27 5 405 0 0,29-6-914 0 0,0 0 0 0 0,0 1 0 0 0,0-1 0 0 0,-1 0 1 0 0,1 1-1 0 0,0-1 0 0 0,0 0 0 0 0,1 1 1 0 0,-1-1-1 0 0,0 1 0 0 0,0 0 0 0 0,0-1 0 0 0,0 1 1 0 0,0 0-1 0 0,1 0 0 0 0,-1-1 0 0 0,0 1 1 0 0,0 0-1 0 0,1 0 0 0 0,-1 0 0 0 0,1 0 1 0 0,-1 0-1 0 0,1 0 0 0 0,-1 0 0 0 0,1 1 0 0 0,0-1 996 0 0,-1-1-1013 0 0,1 0 1 0 0,0 0-1 0 0,0-1 1 0 0,0 1 0 0 0,0 0-1 0 0,0 0 1 0 0,0-1-1 0 0,0 1 1 0 0,0 0 0 0 0,0 0-1 0 0,0-1 1 0 0,0 1-1 0 0,0 0 1 0 0,0 0 0 0 0,0-1-1 0 0,0 1 1 0 0,0 0 0 0 0,0-1-1 0 0,0 1 1 0 0,0 0-1 0 0,0 0 1 0 0,0 0 0 0 0,1-1-1 0 0,-1 1 1 0 0,0 0-1 0 0,0 0 1 0 0,0-1 0 0 0,0 1-1 0 0,1 0 1 0 0,-1 0-1 0 0,0 0 1 0 0,0-1 0 0 0,0 1-1 0 0,1 0 1 0 0,-1 0 0 0 0,0 0-1 0 0,0 0 1 0 0,0 0-1 0 0,1 0 1 0 0,-1-1 0 0 0,0 1-1 0 0,1 0 1 0 0,-1 0-1 0 0,0 0 1 0 0,0 0 0 0 0,1 0-1 0 0,26-5 385 0 0,-27 3-369 0 0,0 1-1 0 0,0-1 0 0 0,0 0 1 0 0,0 1-1 0 0,0-1 0 0 0,0 0 0 0 0,-1 1 1 0 0,1-1-1 0 0,0 0 0 0 0,-1 1 1 0 0,1-1-1 0 0,-1 0 0 0 0,0 1 0 0 0,1-1 1 0 0,-1 1-1 0 0,0-1 0 0 0,0 1 1 0 0,0 0-1 0 0,0-1 0 0 0,0 1 1 0 0,-1 0-1 0 0,1 0 0 0 0,0-1 0 0 0,-2 0 1 0 0,-7-7 25 0 0,9 8-37 0 0,0-1-1 0 0,0 0 0 0 0,0 1 1 0 0,0-1-1 0 0,1 0 0 0 0,-1 0 1 0 0,1 0-1 0 0,-1 0 1 0 0,1 0-1 0 0,0 1 0 0 0,-1-1 1 0 0,1 0-1 0 0,0 0 1 0 0,0 0-1 0 0,0 0 0 0 0,1-3 1 0 0,0 2 10 0 0,-1 0 0 0 0,0-1 0 0 0,0 1 0 0 0,-1-1 0 0 0,1 1 0 0 0,0 0 0 0 0,-1 0 0 0 0,-2-6 0 0 0,-10-22 144 0 0,5 17-108 0 0,1-1 1 0 0,1 0-1 0 0,1 0 0 0 0,0-1 1 0 0,1 0-1 0 0,0 1 1 0 0,2-2-1 0 0,0 1 0 0 0,0-18 1 0 0,2-422 427 0 0,-34 457-3363 0 0,30-1-916 0 0,-22-6 691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193 151 1841 0 0,'-7'-10'5279'0'0,"-11"7"-5442"0"0,16 3 676 0 0,2 0-489 0 0,-1-1 0 0 0,1 1 0 0 0,-1 0 0 0 0,1 0 0 0 0,0 0 0 0 0,-1-1 0 0 0,1 1-1 0 0,0 0 1 0 0,-1 0 0 0 0,1-1 0 0 0,0 1 0 0 0,-1 0 0 0 0,1-1 0 0 0,0 1 0 0 0,0 0 0 0 0,0-1 0 0 0,-1 1 0 0 0,1 0 0 0 0,0-1-1 0 0,0 1 1 0 0,0 0 0 0 0,0-1 0 0 0,-1 1 0 0 0,1-1 0 0 0,0 1 0 0 0,0 0 0 0 0,0-1 0 0 0,0 1 0 0 0,0-1 0 0 0,0 1 0 0 0,0-1 0 0 0,0 1-1 0 0,0 0 1 0 0,1-1 0 0 0,-1 1 0 0 0,0-1 0 0 0,0 0-25 0 0,0 1 0 0 0,1-1-1 0 0,-1 0 1 0 0,0 1 0 0 0,0-1 0 0 0,0 0-1 0 0,0 0 1 0 0,0 1 0 0 0,-1-1 0 0 0,1 1-1 0 0,0-1 1 0 0,0 0 0 0 0,0 1 0 0 0,0-1-1 0 0,-1 0 1 0 0,1 1 0 0 0,0-1 0 0 0,-1 1-1 0 0,1-1 1 0 0,0 0 0 0 0,-1 1 0 0 0,1-1-1 0 0,-1 1 1 0 0,0-1 0 0 0,-1 0 5 0 0,1 0 0 0 0,-1 0 1 0 0,0-1-1 0 0,0 1 0 0 0,1 0 1 0 0,-1-1-1 0 0,1 1 0 0 0,-1-1 0 0 0,1 0 1 0 0,0 1-1 0 0,-1-1 0 0 0,1 0 1 0 0,-1-3-1 0 0,-2-36 96 0 0,4 40-96 0 0,-1 0 0 0 0,1 0 0 0 0,0 1 0 0 0,0-1 0 0 0,0 0 0 0 0,0 1 0 0 0,-1-1 1 0 0,1 0-1 0 0,0 0 0 0 0,-1 1 0 0 0,1-1 0 0 0,0 1 0 0 0,-1-1 0 0 0,1 0 0 0 0,-1 1 0 0 0,1-1 0 0 0,-1 1 0 0 0,1-1 0 0 0,-1 1 0 0 0,1-1 1 0 0,-1 1-1 0 0,0-1 0 0 0,1 1 0 0 0,-1 0 0 0 0,0-1 0 0 0,1 1 0 0 0,-1 0 0 0 0,-1-1 0 0 0,1 1 17 0 0,0 0-1 0 0,0-1 1 0 0,0 1-1 0 0,0-1 1 0 0,0 1-1 0 0,0-1 1 0 0,0 1-1 0 0,0-1 1 0 0,0 0-1 0 0,0 1 1 0 0,1-1-1 0 0,-1 0 1 0 0,0 0-1 0 0,1 0 1 0 0,-1 0-1 0 0,0 1 1 0 0,1-1-1 0 0,-1 0 1 0 0,1 0-1 0 0,-1 0 1 0 0,1 0-1 0 0,0 0 1 0 0,-1 0-1 0 0,1-1 1 0 0,0 1 0 0 0,0 0-1 0 0,0 0 1 0 0,0 0-1 0 0,0-2 1 0 0,26 15 672 0 0,-25-11-685 0 0,-1-1-1 0 0,1 0 1 0 0,-1 1 0 0 0,0-1-1 0 0,1 1 1 0 0,-1-1-1 0 0,1 1 1 0 0,-1-1-1 0 0,0 0 1 0 0,0 1 0 0 0,1-1-1 0 0,-1 1 1 0 0,0-1-1 0 0,0 1 1 0 0,1 0-1 0 0,-1-1 1 0 0,0 1 0 0 0,0-1-1 0 0,0 1 1 0 0,0-1-1 0 0,0 1 1 0 0,0-1 0 0 0,0 1-1 0 0,0 0 1 0 0,0-1-1 0 0,0 1 1 0 0,0-1-1 0 0,0 1 1 0 0,0-1 0 0 0,-1 1-1 0 0,1-1 1 0 0,0 1-1 0 0,0-1 1 0 0,-1 1-1 0 0,1-1 1 0 0,0 1 0 0 0,-1-1-1 0 0,1 1 1 0 0,0-1-1 0 0,-1 1 1 0 0,1-1 0 0 0,-1 0-1 0 0,0 1 1 0 0,-6 5 42 0 0,6-6-33 0 0,-1 1-1 0 0,1 0 1 0 0,0 0 0 0 0,-1 0-1 0 0,1 0 1 0 0,0 0 0 0 0,0 0-1 0 0,0 1 1 0 0,0-1 0 0 0,0 0-1 0 0,0 0 1 0 0,0 1 0 0 0,1-1-1 0 0,-1 0 1 0 0,0 1 0 0 0,1-1-1 0 0,-1 1 1 0 0,1-1 0 0 0,-1 1-1 0 0,1-1 1 0 0,0 1 0 0 0,0 0-1 0 0,0-1 1 0 0,0 3 0 0 0,0-3-5 0 0,0 0 1 0 0,0 1 0 0 0,0-1 0 0 0,-1 1-1 0 0,1-1 1 0 0,0 0 0 0 0,0 1 0 0 0,-1-1-1 0 0,1 0 1 0 0,-1 1 0 0 0,1-1 0 0 0,-1 0-1 0 0,0 0 1 0 0,1 0 0 0 0,-1 1 0 0 0,0-1-1 0 0,0 0 1 0 0,0 0 0 0 0,0 0 0 0 0,0 0-1 0 0,0 0 1 0 0,0 0 0 0 0,-2 1 0 0 0,2-1-5 0 0,-1-1 0 0 0,1 1 1 0 0,0 0-1 0 0,0 0 1 0 0,0 0-1 0 0,0 0 0 0 0,0 0 1 0 0,0 1-1 0 0,0-1 0 0 0,0 0 1 0 0,1 0-1 0 0,-1 1 0 0 0,0-1 1 0 0,1 0-1 0 0,-1 1 1 0 0,1-1-1 0 0,-1 0 0 0 0,1 1 1 0 0,0-1-1 0 0,0 1 0 0 0,0-1 1 0 0,-1 1-1 0 0,2 2 0 0 0,0 10 178 0 0,-1-10-155 0 0,1-1 1 0 0,0 1-1 0 0,-1 0 1 0 0,0 0-1 0 0,0 0 1 0 0,0 0-1 0 0,-1 0 1 0 0,1 0 0 0 0,-1 0-1 0 0,0-1 1 0 0,0 1-1 0 0,0 0 1 0 0,-3 5-1 0 0,-4-3-9 0 0,7-6-13 0 0,0 1 0 0 0,0 0 0 0 0,0-1-1 0 0,0 1 1 0 0,-1 0 0 0 0,1 0 0 0 0,0-1 0 0 0,0 1 0 0 0,1 0 0 0 0,-1 0 0 0 0,0 0 0 0 0,0 0 0 0 0,0 0 0 0 0,1 1 0 0 0,-1-1 0 0 0,0 0 0 0 0,1 0-1 0 0,-1 0 1 0 0,1 1 0 0 0,0-1 0 0 0,-1 0 0 0 0,1 0 0 0 0,0 1 0 0 0,0-1 0 0 0,0 3 0 0 0,0-3-1 0 0,0 0 0 0 0,-1 0 0 0 0,1 0 0 0 0,0 0 0 0 0,0 0 1 0 0,-1 0-1 0 0,1 0 0 0 0,0 0 0 0 0,-1 0 0 0 0,1 0 0 0 0,-1 0 0 0 0,1 0 0 0 0,-1 0 0 0 0,1 0 0 0 0,-1 0 1 0 0,0 0-1 0 0,0-1 0 0 0,1 1 0 0 0,-1 0 0 0 0,0-1 0 0 0,0 1 0 0 0,0 0 0 0 0,0-1 0 0 0,-1 1 1 0 0,1 0-2 0 0,0 0 0 0 0,-1-1 1 0 0,1 1-1 0 0,0 0 0 0 0,0 0 1 0 0,0 0-1 0 0,0 0 0 0 0,0 0 1 0 0,0 0-1 0 0,1 0 1 0 0,-1 0-1 0 0,0 0 0 0 0,0 0 1 0 0,1 0-1 0 0,-1 1 0 0 0,1-1 1 0 0,-1 0-1 0 0,1 0 0 0 0,-1 1 1 0 0,1-1-1 0 0,0 0 1 0 0,0 1-1 0 0,0-1 0 0 0,0 3 1 0 0,0-3-4 0 0,0-1 0 0 0,0 1 0 0 0,0-1 0 0 0,0 1 0 0 0,0-1 0 0 0,0 1 0 0 0,0-1 0 0 0,0 1 1 0 0,1-1-1 0 0,-1 1 0 0 0,0-1 0 0 0,0 1 0 0 0,1-1 0 0 0,-1 0 0 0 0,0 1 0 0 0,1-1 0 0 0,-1 1 0 0 0,0-1 1 0 0,1 0-1 0 0,-1 1 0 0 0,1-1 0 0 0,-1 0 0 0 0,0 1 0 0 0,1-1 0 0 0,-1 0 0 0 0,1 0 0 0 0,-1 1 0 0 0,1-1 1 0 0,-1 0-1 0 0,1 0 0 0 0,-1 0 0 0 0,1 0 0 0 0,-1 0 0 0 0,1 0 0 0 0,0 0 0 0 0,-1 0 0 0 0,1 0 0 0 0,-1 0 0 0 0,1 0 1 0 0,-1 0-1 0 0,1 0 0 0 0,-1 0 0 0 0,1 0 0 0 0,-1 0 0 0 0,1-1 0 0 0,-1 1 0 0 0,1 0 0 0 0,-1 0 0 0 0,1-1 1 0 0,6 0 30 0 0,-1 1 45 0 0,-1 0-27 0 0,47-8-79 0 0,-50 8 25 0 0,0 0 0 0 0,0-1 0 0 0,0 1 0 0 0,-1-1 0 0 0,1 1 0 0 0,0-1 0 0 0,0 0 0 0 0,-1 1 0 0 0,1-1 0 0 0,0 0 0 0 0,-1 0 0 0 0,1-1 0 0 0,-1 1 0 0 0,1 0 0 0 0,-1 0 0 0 0,0-1 0 0 0,0 1 0 0 0,1-1 0 0 0,-1 1 0 0 0,0-1 1 0 0,0 1-1 0 0,0-1 0 0 0,0 0 0 0 0,-1 1 0 0 0,1-1 0 0 0,0 0 0 0 0,0-2 0 0 0,-1 3 3 0 0,0 0 1 0 0,0 0-1 0 0,0-1 0 0 0,0 1 1 0 0,0 0-1 0 0,0 0 0 0 0,1 0 1 0 0,-1 0-1 0 0,0 0 0 0 0,1-1 1 0 0,-1 1-1 0 0,1 0 0 0 0,0 0 1 0 0,-1 0-1 0 0,1 0 0 0 0,0 0 1 0 0,-1 1-1 0 0,1-1 0 0 0,0 0 1 0 0,0 0-1 0 0,0 0 0 0 0,0 1 1 0 0,0-1-1 0 0,0 0 1 0 0,1 0-1 0 0,-1 1 1 0 0,0-1 0 0 0,0 0 1 0 0,0 0-1 0 0,0 1 0 0 0,0-1 1 0 0,0 0-1 0 0,0 0 0 0 0,0 0 1 0 0,0 0-1 0 0,0 0 0 0 0,0 0 0 0 0,-1 0 1 0 0,1 0-1 0 0,0 0 0 0 0,-1-1 1 0 0,1 1-1 0 0,-1 0 0 0 0,0 0 1 0 0,1 0-1 0 0,-1-1 0 0 0,0 1 0 0 0,0 0 1 0 0,1-1-1 0 0,-1 1 0 0 0,0-2 1 0 0,0 1-4 0 0,0-1 1 0 0,0 1-1 0 0,1 0 1 0 0,-1-1-1 0 0,-1 1 1 0 0,1-1-1 0 0,0 1 1 0 0,-1 0-1 0 0,1-1 1 0 0,-1 1-1 0 0,1 0 1 0 0,-1-1-1 0 0,0 1 1 0 0,0 0-1 0 0,0 0 0 0 0,-1 0 1 0 0,1 0-1 0 0,0 0 1 0 0,-1 0-1 0 0,1 0 1 0 0,-1 0-1 0 0,0 1 1 0 0,1-1-1 0 0,-1 0 1 0 0,0 1-1 0 0,-2-2 1 0 0,3 3-1 0 0,0-1 0 0 0,1 0 0 0 0,-1 0 0 0 0,0 1-1 0 0,1-1 1 0 0,-1 0 0 0 0,1 0 0 0 0,-1 0 0 0 0,1 0 0 0 0,0 0 0 0 0,-1 1-1 0 0,1-1 1 0 0,0 0 0 0 0,0 0 0 0 0,-1 0 0 0 0,1 0 0 0 0,0 0 0 0 0,0 0 0 0 0,0 0-1 0 0,0 0 1 0 0,0 0 0 0 0,0 0 0 0 0,1 0 0 0 0,-1 0 0 0 0,1-2 0 0 0,-1 3 0 0 0,0-1 1 0 0,0 0 0 0 0,1 0-1 0 0,-1 0 1 0 0,0 0 0 0 0,0 0-1 0 0,0 0 1 0 0,0 0 0 0 0,0 0-1 0 0,0 0 1 0 0,0 0 0 0 0,0 0-1 0 0,-1 0 1 0 0,1 0 0 0 0,0 0-1 0 0,-1 0 1 0 0,1 0 0 0 0,0 0-1 0 0,-1 1 1 0 0,1-1 0 0 0,-1 0-1 0 0,1 0 1 0 0,-1 0 0 0 0,-1-1-1 0 0,-6-4 24 0 0,6 5-19 0 0,1 0-1 0 0,0 0 1 0 0,-1 0-1 0 0,1 0 1 0 0,0 0-1 0 0,0 0 1 0 0,0 0 0 0 0,0-1-1 0 0,0 1 1 0 0,0 0-1 0 0,0-1 1 0 0,0 1-1 0 0,0-1 1 0 0,1 1-1 0 0,-1-1 1 0 0,1 1 0 0 0,-1-1-1 0 0,1 0 1 0 0,-1 1-1 0 0,1-1 1 0 0,0 1-1 0 0,0-1 1 0 0,0 0-1 0 0,0 1 1 0 0,0-1-1 0 0,1-2 1 0 0,-1 7 4 0 0,0 0-1 0 0,1 0 1 0 0,0-1 0 0 0,-1 1-1 0 0,1 0 1 0 0,0 0 0 0 0,0 0-1 0 0,1 0 1 0 0,2 3-1 0 0,11 35 213 0 0,-10 0-73 0 0,-1 1 0 0 0,-6 82 1 0 0,1-41-194 0 0,1-78-16 0 0,0 1 1 0 0,1-1-1 0 0,-1 1 1 0 0,1-1-1 0 0,1 0 0 0 0,-1 1 1 0 0,1-1-1 0 0,0 0 1 0 0,0 0-1 0 0,5 8 0 0 0,1 3-406 0 0,-5-9-219 0 0,0 0 0 0 0,1-1 0 0 0,-1 1 0 0 0,1-1 0 0 0,0 0 0 0 0,7 7 0 0 0,-5 3-4410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8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64 724 1040 0 0,'18'5'1620'0'0,"-18"-1"-679"0"0,-29 2-82 0 0,13-4-837 0 0,16-1 9 0 0,-1-1 0 0 0,1 0 1 0 0,-1 1-1 0 0,1-1 0 0 0,0 1 0 0 0,-1-1 0 0 0,1 1 0 0 0,-1-1 1 0 0,1 1-1 0 0,0-1 0 0 0,-1 1 0 0 0,1-1 0 0 0,0 1 1 0 0,-1 0-1 0 0,1-1 0 0 0,0 1 0 0 0,0-1 0 0 0,0 1 0 0 0,0 0 1 0 0,0-1-1 0 0,0 1 0 0 0,0 0 0 0 0,0-1 0 0 0,0 1 0 0 0,0 0 1 0 0,0-1-1 0 0,0 1 0 0 0,0 0 0 0 0,1 0 0 0 0,4 9 235 0 0,17-7-200 0 0,-22-3-65 0 0,0 0-1 0 0,1 0 0 0 0,-1 0 0 0 0,0 0 0 0 0,1 0 1 0 0,-1 0-1 0 0,0 0 0 0 0,1 0 0 0 0,-1 1 1 0 0,0-1-1 0 0,1 0 0 0 0,-1 0 0 0 0,0 0 1 0 0,0 0-1 0 0,1 1 0 0 0,-1-1 0 0 0,0 0 1 0 0,0 0-1 0 0,0 0 0 0 0,1 1 0 0 0,-1-1 1 0 0,0 0-1 0 0,0 1 0 0 0,0-1 0 0 0,0 0 1 0 0,1 0-1 0 0,-1 1 0 0 0,0-1 0 0 0,0 0 0 0 0,0 1 1 0 0,0-1-1 0 0,0 0 0 0 0,0 1 0 0 0,0-1 1 0 0,0 0-1 0 0,0 1 0 0 0,0-1 0 0 0,0 0 1 0 0,0 1-1 0 0,0-1 0 0 0,0 0 0 0 0,0 1 1 0 0,0-1-1 0 0,0 0 0 0 0,-1 0 0 0 0,1 1 1 0 0,-1 13 81 0 0,1-7-82 0 0,0-1 13 0 0,-1-4 67 0 0,2 2-51 0 0,26-2 102 0 0,-22-2 96 0 0,-5-56 1374 0 0,-1 30-1494 0 0,-1 1 0 0 0,-12-50 1 0 0,4 24-30 0 0,0-42 69 0 0,-2 46-84 0 0,8 34-38 0 0,1 1-1 0 0,0-1 1 0 0,1 0 0 0 0,-1-21-1 0 0,3-116 296 0 0,0 146-303 0 0,0 0 0 0 0,-1 0 0 0 0,0 0 0 0 0,0 0 0 0 0,0 0 0 0 0,0 0 0 0 0,0 0 0 0 0,-1 0-1 0 0,0 0 1 0 0,0 0 0 0 0,-2-4 0 0 0,2 5 0 0 0,0 0-1 0 0,0-1 1 0 0,0 1-1 0 0,1-1 0 0 0,-1 0 1 0 0,1 0-1 0 0,0 1 1 0 0,0-1-1 0 0,0 0 1 0 0,1 0-1 0 0,-1-4 1 0 0,1 6-8 0 0,0 0 1 0 0,0 1-1 0 0,0-1 1 0 0,1 0-1 0 0,-1 0 0 0 0,0 1 1 0 0,1-1-1 0 0,-1 0 1 0 0,1 1-1 0 0,0-1 1 0 0,0 0-1 0 0,-1 1 1 0 0,1-1-1 0 0,0 1 1 0 0,0-1-1 0 0,0 1 1 0 0,1 0-1 0 0,-1-1 1 0 0,0 1-1 0 0,2-1 0 0 0,-1 0 0 0 0,-1 1-1 0 0,0 0 0 0 0,0 0 1 0 0,1 0-1 0 0,-1-1 0 0 0,0 1 1 0 0,0 0-1 0 0,0-1 0 0 0,-1 1 1 0 0,1-1-1 0 0,0 1 0 0 0,0-1 1 0 0,-1 1-1 0 0,1-1 0 0 0,-1 0 1 0 0,0 1-1 0 0,1-1 0 0 0,-1 0 0 0 0,0 1 1 0 0,0-3-1 0 0,-1 3-3 0 0,-1-4 4 0 0,32-11-23 0 0,-30 16-37 0 0,0 0-1 0 0,0 1 0 0 0,-1-1 1 0 0,1 0-1 0 0,0 0 0 0 0,0 0 1 0 0,0 0-1 0 0,0 0 1 0 0,0 0-1 0 0,0 0 0 0 0,-1 0 1 0 0,1 0-1 0 0,0 0 0 0 0,0 0 1 0 0,0 0-1 0 0,0 0 1 0 0,0 0-1 0 0,-1 0 0 0 0,1 0 1 0 0,0 0-1 0 0,0 0 1 0 0,0 0-1 0 0,0 0 0 0 0,0 0 1 0 0,0 0-1 0 0,-1 0 0 0 0,1 0 1 0 0,0 0-1 0 0,0 0 1 0 0,0 0-1 0 0,0 0 0 0 0,0-1 1 0 0,0 1-1 0 0,0 0 0 0 0,-1 0 1 0 0,1 0-1 0 0,0 0 1 0 0,0 0-1 0 0,0 0 0 0 0,0 0 1 0 0,0-1-1 0 0,0 1 1 0 0,0 0-1 0 0,0 0 0 0 0,0 0 1 0 0,0 0-1 0 0,0 0 0 0 0,0 0 1 0 0,0-1-1 0 0,0 1 1 0 0,0 0-1 0 0,0 0 0 0 0,0 0 1 0 0,0 0-1 0 0,0 0 1 0 0,0 0-1 0 0,0-1 0 0 0,0 1 1 0 0,0 0-1 0 0,0 0 0 0 0,0 0 1 0 0,0 0-1 0 0,0 0 1 0 0,0 0-1 0 0,0-1 0 0 0,0 1 1 0 0,0 0-1 0 0,1 0 0 0 0,-19-4-863 0 0,13 3 70 0 0,-27-10-2223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0:58:59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13 1521 0 0,'-5'0'2067'0'0,"-8"0"-1140"0"0,-1-1 1692 0 0,14-1-2430 0 0,0-1 1372 0 0,3 2-1537 0 0,0 1 0 0 0,-1-1 0 0 0,1 1 0 0 0,0 0 0 0 0,0 0 0 0 0,-1 0 0 0 0,1 0 0 0 0,0 0 0 0 0,4 2 80 0 0,-2-2-37 0 0,49 0 120 0 0,-49 0 280 0 0,-30 1-174 0 0,0 0 0 0 0,-45-5 1 0 0,3 0 573 0 0,51 4-651 0 0,0 1-1 0 0,0 0 1 0 0,0 2 0 0 0,0 0-1 0 0,-31 10 1 0 0,45-11-207 0 0,1 0 0 0 0,0 0 1 0 0,0 0-1 0 0,0 1 0 0 0,1-1 0 0 0,-1 0 0 0 0,1 0 1 0 0,-1 1-1 0 0,1-1 0 0 0,0 1 0 0 0,0-1 0 0 0,0 0 1 0 0,0 1-1 0 0,0-1 0 0 0,0 1 0 0 0,2 3 0 0 0,-2 3 8 0 0,0 71 50 0 0,0-79-68 0 0,0-1 0 0 0,0 1 0 0 0,1-1 0 0 0,-1 1-1 0 0,0-1 1 0 0,0 1 0 0 0,1 0 0 0 0,-1-1 0 0 0,0 1 0 0 0,0-1 0 0 0,1 0 0 0 0,-1 1 0 0 0,1-1 0 0 0,-1 1-1 0 0,0-1 1 0 0,1 1 0 0 0,-1-1 0 0 0,1 0 0 0 0,-1 1 0 0 0,1-1 0 0 0,-1 0 0 0 0,1 0 0 0 0,-1 1-1 0 0,1-1 1 0 0,-1 0 0 0 0,1 0 0 0 0,-1 0 0 0 0,1 1 0 0 0,0-1 0 0 0,-1 0 0 0 0,1 0 0 0 0,-1 0-1 0 0,2 0 1 0 0,-1 0 4 0 0,-1 0 0 0 0,1 0 0 0 0,0 0 0 0 0,-1 0 0 0 0,1 0 0 0 0,0 0 0 0 0,-1 0 0 0 0,1 0-1 0 0,0 0 1 0 0,-1 1 0 0 0,1-1 0 0 0,0 0 0 0 0,-1 1 0 0 0,1-1 0 0 0,-1 0 0 0 0,1 1 0 0 0,-1-1 0 0 0,1 1-1 0 0,0-1 1 0 0,-1 1 0 0 0,0-1 0 0 0,1 1 0 0 0,-1-1 0 0 0,1 1 0 0 0,-1-1 0 0 0,0 1 0 0 0,1 0 0 0 0,-1-1-1 0 0,0 1 1 0 0,0-1 0 0 0,1 1 0 0 0,-1 0 0 0 0,0-1 0 0 0,0 1 0 0 0,0 1 0 0 0,2-1-1 0 0,-1 0 1 0 0,1 1 0 0 0,0-1-1 0 0,0 0 1 0 0,0 0-1 0 0,0 0 1 0 0,0 0-1 0 0,0-1 1 0 0,0 1 0 0 0,0 0-1 0 0,0-1 1 0 0,0 1-1 0 0,4-1 1 0 0,0 2 41 0 0,69 13 39 0 0,-46-11-63 0 0,0 2-1 0 0,0 1 0 0 0,28 11 0 0 0,-54-16-10 0 0,0-1 1 0 0,1 1 0 0 0,-1 0-1 0 0,-1 0 1 0 0,1 0-1 0 0,0 0 1 0 0,0 1-1 0 0,-1-1 1 0 0,0 1 0 0 0,1-1-1 0 0,-1 1 1 0 0,0 0-1 0 0,0 0 1 0 0,0 0-1 0 0,-1 0 1 0 0,1 0 0 0 0,-1 0-1 0 0,0 1 1 0 0,1-1-1 0 0,-2 0 1 0 0,1 1-1 0 0,1 6 1 0 0,-2-4 45 0 0,1 0 0 0 0,-1 0 0 0 0,0-1 0 0 0,-1 1 0 0 0,0 0-1 0 0,0 0 1 0 0,0 0 0 0 0,0-1 0 0 0,-1 1 0 0 0,0 0 0 0 0,0-1 0 0 0,-5 9 0 0 0,2-6-22 0 0,-1 0 1 0 0,0-1 0 0 0,0 1-1 0 0,-1-1 1 0 0,0 0 0 0 0,0-1 0 0 0,-1 0-1 0 0,0 0 1 0 0,0 0 0 0 0,-12 5 0 0 0,-25 19-19 0 0,16-13-218 0 0,0-2 0 0 0,-1-1-1 0 0,-63 20 1 0 0,90-33-4 0 0,1 1 0 0 0,-1-1 0 0 0,1 0 1 0 0,-1 0-1 0 0,1 0 0 0 0,-1-1 0 0 0,0 1 1 0 0,1 0-1 0 0,-1-1 0 0 0,0 0 0 0 0,1 0 1 0 0,-1 0-1 0 0,0 0 0 0 0,0 0 0 0 0,1 0 1 0 0,-1-1-1 0 0,0 1 0 0 0,1-1 0 0 0,-1 0 1 0 0,1 0-1 0 0,-1 0 0 0 0,1 0 0 0 0,-1 0 0 0 0,1 0 1 0 0,-3-2-1 0 0,-27-28-4195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2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482 645 320 0 0,'0'0'1201'0'0,"0"0"-1137"0"0,0 1 1 0 0,0-1-1 0 0,1 0 1 0 0,-1 1-1 0 0,0-1 1 0 0,0 0-1 0 0,0 1 1 0 0,0-1-1 0 0,0 0 1 0 0,0 1-1 0 0,0-1 1 0 0,0 1 0 0 0,0-1-1 0 0,0 0 1 0 0,0 1-1 0 0,0-1 1 0 0,0 0-1 0 0,0 1 1 0 0,0-1-1 0 0,0 0 1 0 0,0 1-1 0 0,0-1 1 0 0,-1 0-1 0 0,1 1 1 0 0,0-1-1 0 0,0 0 1 0 0,0 1-1 0 0,-1-1 1 0 0,1 0-1 0 0,0 0 1 0 0,0 1 0 0 0,-1-1-1 0 0,1 0 1 0 0,0 0-1 0 0,0 1 1 0 0,-1-1-1 0 0,1 0 1 0 0,0 0-1 0 0,-1 0 1 0 0,1 0-1 0 0,0 0 1 0 0,-1 1-1 0 0,-21 5 443 0 0,22-5-454 0 0,-1-1-1 0 0,0 1 1 0 0,1 0-1 0 0,-1-1 1 0 0,1 1 0 0 0,-1 0-1 0 0,1-1 1 0 0,0 1-1 0 0,-1 0 1 0 0,1 0-1 0 0,0-1 1 0 0,-1 1-1 0 0,1 0 1 0 0,0 0 0 0 0,0 0-1 0 0,0-1 1 0 0,0 1-1 0 0,0 0 1 0 0,0 0-1 0 0,0 0 1 0 0,0 0-1 0 0,0-1 1 0 0,0 1 0 0 0,0 0-1 0 0,0 0 1 0 0,1 0-1 0 0,-1-1 1 0 0,0 1-1 0 0,0 0 1 0 0,2 1-1 0 0,-3-3 361 0 0,0-1-147 0 0,6 2-159 0 0,17 0 26 0 0,-17 0 54 0 0,-10 1-40 0 0,4-1-111 0 0,0 0-18 0 0,0 0 1 0 0,-1 0-1 0 0,1 0 1 0 0,0 0-1 0 0,0 0 1 0 0,0 0-1 0 0,0 0 1 0 0,-1 1-1 0 0,1-1 1 0 0,0 0-1 0 0,0 1 1 0 0,0-1-1 0 0,0 1 1 0 0,0-1-1 0 0,0 1 1 0 0,0 0-1 0 0,0-1 1 0 0,0 1-1 0 0,0 0 1 0 0,0 0-1 0 0,1-1 1 0 0,-1 1-1 0 0,-1 2 1 0 0,2-2-9 0 0,1-1-1 0 0,0 0 1 0 0,-1 1 0 0 0,1-1 0 0 0,-1 0 0 0 0,1 0 0 0 0,-1 1-1 0 0,1-1 1 0 0,0 0 0 0 0,-1 0 0 0 0,1 0 0 0 0,0 0 0 0 0,-1 0-1 0 0,1 0 1 0 0,0 1 0 0 0,-1-2 0 0 0,1 1 0 0 0,0 0 0 0 0,-1 0-1 0 0,1 0 1 0 0,-1 0 0 0 0,1 0 0 0 0,0 0 0 0 0,-1-1 0 0 0,2 1-1 0 0,2-1 43 0 0,-20 4 54 0 0,15-1-88 0 0,0 0 0 0 0,0-1-1 0 0,0 1 1 0 0,1 0 0 0 0,-1 0 0 0 0,0 0-1 0 0,1 0 1 0 0,0 0 0 0 0,-1 0 0 0 0,1 0-1 0 0,0 0 1 0 0,0 0 0 0 0,0 0 0 0 0,0 0-1 0 0,0 0 1 0 0,0 0 0 0 0,2 3 0 0 0,-2 0 49 0 0,0-4-58 0 0,-1 0 1 0 0,1 0-1 0 0,0 0 0 0 0,0 0 0 0 0,-1 0 1 0 0,1 0-1 0 0,0 0 0 0 0,0 0 1 0 0,0 0-1 0 0,0 0 0 0 0,0 0 0 0 0,1-1 1 0 0,-1 1-1 0 0,0 0 0 0 0,0 0 0 0 0,1 0 1 0 0,-1 0-1 0 0,0 0 0 0 0,1 0 1 0 0,-1 0-1 0 0,1-1 0 0 0,-1 1 0 0 0,1 0 1 0 0,-1 0-1 0 0,1-1 0 0 0,0 1 0 0 0,-1 0 1 0 0,1-1-1 0 0,0 1 0 0 0,0 0 1 0 0,-1-1-1 0 0,1 1 0 0 0,0-1 0 0 0,0 1 1 0 0,0-1-1 0 0,0 0 0 0 0,0 1 0 0 0,-1-1 1 0 0,3 0-1 0 0,7 4 20 0 0,-10-4-25 0 0,1 1-1 0 0,-1-1 0 0 0,1 1 0 0 0,-1-1 0 0 0,1 1 1 0 0,-1-1-1 0 0,1 1 0 0 0,-1-1 0 0 0,0 1 0 0 0,1 0 1 0 0,-1-1-1 0 0,0 1 0 0 0,1 0 0 0 0,-1 0 1 0 0,0-1-1 0 0,0 1 0 0 0,0 0 0 0 0,0-1 0 0 0,0 1 1 0 0,0 0-1 0 0,0 0 0 0 0,0-1 0 0 0,0 1 1 0 0,0 0-1 0 0,0-1 0 0 0,0 1 0 0 0,0 0 0 0 0,-1 1 1 0 0,1 138 743 0 0,0-137-739 0 0,0 1 0 0 0,1 0 0 0 0,-1-1 1 0 0,1 1-1 0 0,0 0 0 0 0,0-1 1 0 0,0 1-1 0 0,0-1 0 0 0,1 1 0 0 0,-1-1 1 0 0,1 0-1 0 0,0 1 0 0 0,3 2 0 0 0,4 9-17 0 0,23 47-44 0 0,-30-55 64 0 0,0 0-1 0 0,-1-1 1 0 0,0 1-1 0 0,0 0 1 0 0,0 0-1 0 0,-1 0 1 0 0,0 0 0 0 0,0 0-1 0 0,-2 9 1 0 0,1-8 4 0 0,1-1 0 0 0,0 1 0 0 0,0 0 0 0 0,0-1 0 0 0,1 1 1 0 0,0-1-1 0 0,2 10 0 0 0,8 6 29 0 0,-8-19-41 0 0,-1 0 1 0 0,0 0 0 0 0,-1 1-1 0 0,1-1 1 0 0,-1 0-1 0 0,1 1 1 0 0,-1-1 0 0 0,0 1-1 0 0,0 8 1 0 0,-1-10-1 0 0,1 0 1 0 0,-1 0 0 0 0,0 0-1 0 0,-1 0 1 0 0,1 1-1 0 0,0-1 1 0 0,-1 0-1 0 0,0 0 1 0 0,1 0 0 0 0,-1 0-1 0 0,0 0 1 0 0,-1 0-1 0 0,1 0 1 0 0,-1-1 0 0 0,1 1-1 0 0,-1 0 1 0 0,0-1-1 0 0,0 1 1 0 0,0-1-1 0 0,0 0 1 0 0,-4 4 0 0 0,5-5-3 0 0,0 4 27 0 0,-1 1 0 0 0,1 0 0 0 0,0 0 1 0 0,0-1-1 0 0,1 1 0 0 0,0 0 0 0 0,0 0 0 0 0,1 8 0 0 0,-1 123 199 0 0,0-135-224 0 0,0 0-1 0 0,0 1 1 0 0,-1-1-1 0 0,1 0 1 0 0,-1 1 0 0 0,1-1-1 0 0,-1 0 1 0 0,0 1-1 0 0,0-1 1 0 0,0 0-1 0 0,0 0 1 0 0,0 0 0 0 0,0 0-1 0 0,-1 0 1 0 0,1 0-1 0 0,-1 0 1 0 0,1 0-1 0 0,-1 0 1 0 0,0-1 0 0 0,0 1-1 0 0,1-1 1 0 0,-1 1-1 0 0,0-1 1 0 0,-5 2-1 0 0,-19 19 27 0 0,1 2 44 0 0,18-20-65 0 0,3 4 30 0 0,4-7-34 0 0,0-1 0 0 0,0 1 0 0 0,0 0 0 0 0,0-1 0 0 0,0 1 0 0 0,0-1 0 0 0,0 1 0 0 0,0-1 0 0 0,0 1 0 0 0,0-1 0 0 0,-1 1 0 0 0,1-1 0 0 0,0 1 0 0 0,0-1 0 0 0,-1 1 0 0 0,1-1 0 0 0,0 1 0 0 0,-1-1 0 0 0,1 1 0 0 0,0-1 0 0 0,-1 0 0 0 0,1 1 0 0 0,-1-1 0 0 0,1 0 0 0 0,0 1 0 0 0,-1-1 0 0 0,-53 40 156 0 0,54-39-161 0 0,-1-1 0 0 0,0 1 0 0 0,1 0 0 0 0,-1 0 0 0 0,1-1 0 0 0,-1 1 0 0 0,1 0-1 0 0,0 0 1 0 0,-1 0 0 0 0,1-1 0 0 0,0 1 0 0 0,-1 0 0 0 0,1 0 0 0 0,0 0 0 0 0,0 0-1 0 0,0 0 1 0 0,0 0 0 0 0,0-1 0 0 0,0 1 0 0 0,0 0 0 0 0,0 0 0 0 0,0 0 0 0 0,0 0 0 0 0,1 1-1 0 0,-1-1 3 0 0,1 0 0 0 0,-1 0-1 0 0,0 0 1 0 0,0 0-1 0 0,0 0 1 0 0,0 0-1 0 0,0-1 1 0 0,0 1 0 0 0,0 0-1 0 0,0 0 1 0 0,0 0-1 0 0,0 0 1 0 0,0 0 0 0 0,-1 0-1 0 0,1 0 1 0 0,0 0-1 0 0,-1-1 1 0 0,1 1-1 0 0,0 0 1 0 0,-1 0 0 0 0,1 0-1 0 0,-1-1 1 0 0,0 1-1 0 0,0 1 1 0 0,-8 2 9 0 0,8-4-10 0 0,0 1 0 0 0,0-1 1 0 0,0 0-1 0 0,0 1 0 0 0,0-1 0 0 0,0 1 0 0 0,1-1 0 0 0,-1 1 0 0 0,0-1 0 0 0,0 1 0 0 0,0 0 0 0 0,1-1 1 0 0,-1 1-1 0 0,0 0 0 0 0,1-1 0 0 0,-1 1 0 0 0,0 0 0 0 0,1 0 0 0 0,-1 0 0 0 0,1 0 0 0 0,0 0 0 0 0,-1 0 0 0 0,1-1 1 0 0,0 1-1 0 0,-1 0 0 0 0,1 0 0 0 0,0 0 0 0 0,0 0 0 0 0,0 0 0 0 0,0 0 0 0 0,0 2 0 0 0,0-2 2 0 0,0 0-1 0 0,0-1 0 0 0,0 1 0 0 0,0 0 1 0 0,-1 0-1 0 0,1 0 0 0 0,0-1 1 0 0,0 1-1 0 0,-1 0 0 0 0,1 0 0 0 0,0 0 1 0 0,-1-1-1 0 0,1 1 0 0 0,-1 0 0 0 0,1-1 1 0 0,-1 1-1 0 0,1 0 0 0 0,-1-1 1 0 0,1 1-1 0 0,-1-1 0 0 0,0 1 0 0 0,1-1 1 0 0,-1 1-1 0 0,0-1 0 0 0,1 1 0 0 0,-1-1 1 0 0,0 1-1 0 0,0-1 0 0 0,0 0 1 0 0,1 0-1 0 0,-2 1 0 0 0,1-1 0 0 0,0 0 1 0 0,0 0-1 0 0,0 0 0 0 0,1 1 0 0 0,-1-1 0 0 0,0 0 1 0 0,1 1-1 0 0,-1-1 0 0 0,0 1 0 0 0,1-1 1 0 0,-1 0-1 0 0,0 1 0 0 0,1-1 0 0 0,-1 1 0 0 0,1 0 1 0 0,-1-1-1 0 0,1 1 0 0 0,-1-1 0 0 0,1 1 1 0 0,-1 0-1 0 0,1 0 0 0 0,0-1 0 0 0,-1 1 1 0 0,1 0-1 0 0,0-1 0 0 0,-1 1 0 0 0,1 0 0 0 0,0 0 1 0 0,0 0-1 0 0,0-1 0 0 0,0 2 0 0 0,0-1-1 0 0,-1 0 0 0 0,1 0 0 0 0,-1 1 0 0 0,1-1 0 0 0,-1 0 0 0 0,1 0 0 0 0,-1-1 0 0 0,0 1 0 0 0,0 0 0 0 0,1 0 0 0 0,-1 0 0 0 0,0 0 0 0 0,0-1 0 0 0,0 1 0 0 0,0 0 0 0 0,0-1 0 0 0,0 1 0 0 0,0 0 0 0 0,0-1 0 0 0,0 1 0 0 0,0-1 0 0 0,0 0 0 0 0,-2 1 0 0 0,-3 2 0 0 0,-10 7 20 0 0,15-9-17 0 0,0-1 0 0 0,-1 1 0 0 0,1 0 0 0 0,0-1 0 0 0,0 1 0 0 0,-1 0 0 0 0,1 0 0 0 0,0 0 0 0 0,0 0 0 0 0,0 0 0 0 0,0 0 0 0 0,0 0 0 0 0,0 0 0 0 0,0 1 0 0 0,0-1 0 0 0,1 0 0 0 0,-1 0 0 0 0,0 1 0 0 0,0 2 0 0 0,1-4-2 0 0,0 1 0 0 0,0-1-1 0 0,-1 1 1 0 0,1-1-1 0 0,0 1 1 0 0,0-1 0 0 0,0 1-1 0 0,-1-1 1 0 0,1 1 0 0 0,0-1-1 0 0,-1 1 1 0 0,1-1-1 0 0,0 0 1 0 0,-1 1 0 0 0,1-1-1 0 0,0 1 1 0 0,-1-1-1 0 0,1 0 1 0 0,-1 1 0 0 0,1-1-1 0 0,-1 0 1 0 0,1 0-1 0 0,-1 1 1 0 0,1-1 0 0 0,-1 0-1 0 0,1 0 1 0 0,-1 0 0 0 0,1 0-1 0 0,-1 1 1 0 0,1-1-1 0 0,-1 0 1 0 0,0 0 0 0 0,1 0-1 0 0,-1 0 1 0 0,1 0-1 0 0,-2-1 1 0 0,2 1 0 0 0,-1 0 0 0 0,1 0 1 0 0,-1 0-1 0 0,0 0 0 0 0,1 0 0 0 0,-1 0 0 0 0,1 0 0 0 0,-1 0 1 0 0,1 0-1 0 0,-1 0 0 0 0,0 0 0 0 0,1 1 0 0 0,-1-1 0 0 0,1 0 0 0 0,-1 0 1 0 0,1 1-1 0 0,-1-1 0 0 0,1 0 0 0 0,-1 1 0 0 0,1-1 0 0 0,-1 0 1 0 0,1 1-1 0 0,0-1 0 0 0,-1 0 0 0 0,1 1 0 0 0,-1-1 0 0 0,1 1 1 0 0,0-1-1 0 0,-1 1 0 0 0,1-1 0 0 0,0 1 0 0 0,0-1 0 0 0,0 1 0 0 0,-1 0 1 0 0,1-1-1 0 0,0 1 0 0 0,0 0 0 0 0,0 1 2 0 0,0 0-1 0 0,0-1 0 0 0,0 1 1 0 0,-1 0-1 0 0,1 0 1 0 0,0 0-1 0 0,-1-1 1 0 0,1 1-1 0 0,-1 0 1 0 0,0 0-1 0 0,0-1 1 0 0,0 1-1 0 0,1-1 1 0 0,-1 1-1 0 0,-1-1 1 0 0,1 1-1 0 0,0-1 1 0 0,0 1-1 0 0,-3 1 1 0 0,3-2-5 0 0,-1 0 0 0 0,1 1 0 0 0,0-1 0 0 0,-1 1 1 0 0,1-1-1 0 0,0 1 0 0 0,0 0 0 0 0,0-1 0 0 0,0 1 0 0 0,0 0 1 0 0,1 0-1 0 0,-1 0 0 0 0,0 0 0 0 0,1 0 0 0 0,0-1 1 0 0,-1 1-1 0 0,1 0 0 0 0,0 0 0 0 0,0 4 0 0 0,0-4 3 0 0,1 1-1 0 0,-1-1 1 0 0,0 1-1 0 0,0-1 1 0 0,0 1-1 0 0,0-1 0 0 0,-1 1 1 0 0,1-1-1 0 0,-1 0 1 0 0,0 1-1 0 0,1-1 1 0 0,-1 1-1 0 0,0-1 1 0 0,0 0-1 0 0,0 0 0 0 0,-1 1 1 0 0,1-1-1 0 0,-1 0 1 0 0,1 0-1 0 0,-1 0 1 0 0,1-1-1 0 0,-3 3 0 0 0,-4 4 17 0 0,7-7-16 0 0,1-1 0 0 0,-1 1 1 0 0,0 0-1 0 0,1 0 0 0 0,-1 0 0 0 0,0 0 0 0 0,1 0 1 0 0,-1 0-1 0 0,1 0 0 0 0,-1 0 0 0 0,1 0 0 0 0,0 0 0 0 0,-1 0 1 0 0,1 0-1 0 0,0 0 0 0 0,0 1 0 0 0,0-1 0 0 0,0 0 0 0 0,0 0 1 0 0,0 0-1 0 0,0 0 0 0 0,0 0 0 0 0,0 0 0 0 0,1 0 0 0 0,-1 2 1 0 0,18 23 14 0 0,0 2-10 0 0,-17-27-6 0 0,-1 0 0 0 0,0 0 0 0 0,0 1 0 0 0,1-1 0 0 0,-1 0 0 0 0,0 0 0 0 0,0 0 0 0 0,0 1 0 0 0,0-1 0 0 0,0 0 0 0 0,-1 0 0 0 0,1 1 0 0 0,0-1 0 0 0,-1 0 0 0 0,1 0 0 0 0,0 0 0 0 0,-1 0 0 0 0,0 0 0 0 0,1 0 0 0 0,-1 0 0 0 0,1 0 0 0 0,-1 0 0 0 0,0 0 0 0 0,-1 2 0 0 0,-5 3-9 0 0,5-5 6 0 0,1 0-1 0 0,-1 0 0 0 0,1 0 1 0 0,0 0-1 0 0,0 0 1 0 0,-1 0-1 0 0,1 0 0 0 0,0 0 1 0 0,0 0-1 0 0,0 0 0 0 0,0 1 1 0 0,0-1-1 0 0,1 0 1 0 0,-1 1-1 0 0,0-1 0 0 0,1 1 1 0 0,-1-1-1 0 0,0 1 1 0 0,1-1-1 0 0,0 1 0 0 0,-1-1 1 0 0,1 1-1 0 0,0-1 0 0 0,0 1 1 0 0,0 0-1 0 0,0-1 1 0 0,0 1-1 0 0,0-1 0 0 0,0 1 1 0 0,1-1-1 0 0,-1 1 0 0 0,1 0 1 0 0,-1-1-1 0 0,1 1 1 0 0,-1-1-1 0 0,1 0 0 0 0,1 3 1 0 0,9 5-6 0 0,-10-8 14 0 0,0 0 1 0 0,0-1 0 0 0,0 1-1 0 0,0 0 1 0 0,0 0 0 0 0,0 0 0 0 0,0 0-1 0 0,0 0 1 0 0,0 0 0 0 0,0 0-1 0 0,-1 0 1 0 0,1 0 0 0 0,0 0-1 0 0,-1 0 1 0 0,1 0 0 0 0,-1 0 0 0 0,1 1-1 0 0,-1-1 1 0 0,0 0 0 0 0,1 0-1 0 0,-1 1 1 0 0,0-1 0 0 0,0 0-1 0 0,0 3 1 0 0,1 11 59 0 0,-1-10-69 0 0,1 0 0 0 0,-1 0 0 0 0,0 0 1 0 0,0 0-1 0 0,-1 0 0 0 0,1 0 0 0 0,-1 0 0 0 0,0 0 1 0 0,-3 8-1 0 0,-2-2-5 0 0,3-7 12 0 0,1 0 0 0 0,-1 0 0 0 0,1 0 0 0 0,0 0 0 0 0,0 0 0 0 0,1 0 0 0 0,-1 0 0 0 0,1 1 0 0 0,0-1 0 0 0,0 1 0 0 0,1-1-1 0 0,-1 1 1 0 0,1-1 0 0 0,0 1 0 0 0,0-1 0 0 0,0 1 0 0 0,1-1 0 0 0,0 1 0 0 0,0-1 0 0 0,1 6 0 0 0,7 11 9 0 0,-6-15-11 0 0,0-1 1 0 0,-1 1 0 0 0,0 0-1 0 0,0 0 1 0 0,0 0 0 0 0,-1 0-1 0 0,0 1 1 0 0,1 11 0 0 0,-4 21 50 0 0,1-29-73 0 0,0-1 0 0 0,1 1 1 0 0,0-1-1 0 0,0 1 1 0 0,1-1-1 0 0,0 1 1 0 0,1-1-1 0 0,3 11 0 0 0,6 1-14 0 0,-9-17 35 0 0,0 0-1 0 0,0 0 1 0 0,0 1-1 0 0,0-1 1 0 0,-1 0 0 0 0,0 1-1 0 0,1-1 1 0 0,-2 1-1 0 0,1 0 1 0 0,0 4-1 0 0,-1-7 1 0 0,0 0 0 0 0,0 0 0 0 0,0 0 0 0 0,1 0-1 0 0,-1 0 1 0 0,1 0 0 0 0,-1 0 0 0 0,1 0-1 0 0,0 0 1 0 0,0 0 0 0 0,-1-1 0 0 0,1 1 0 0 0,1 0-1 0 0,-1 0 1 0 0,0-1 0 0 0,0 1 0 0 0,1-1 0 0 0,2 3-1 0 0,-3-3 8 0 0,0 0-1 0 0,1 1 1 0 0,-1-1-1 0 0,0 1 1 0 0,0-1 0 0 0,0 0-1 0 0,0 1 1 0 0,0 0-1 0 0,0-1 1 0 0,0 1-1 0 0,-1 0 1 0 0,1-1-1 0 0,-1 1 1 0 0,1 0-1 0 0,-1-1 1 0 0,0 1-1 0 0,1 0 1 0 0,-1 3-1 0 0,0-4-6 0 0,0 0 0 0 0,0 0-1 0 0,0 0 1 0 0,0 0 0 0 0,0 0-1 0 0,1 0 1 0 0,-1 1 0 0 0,0-1-1 0 0,1 0 1 0 0,-1 0 0 0 0,1 0-1 0 0,-1 0 1 0 0,1 0 0 0 0,-1 0-1 0 0,1 0 1 0 0,0-1-1 0 0,-1 1 1 0 0,1 0 0 0 0,0 0-1 0 0,0 0 1 0 0,0-1 0 0 0,0 1-1 0 0,0 0 1 0 0,0-1 0 0 0,0 1-1 0 0,1 0 1 0 0,-1-1-1 0 0,0 1 0 0 0,0-1 0 0 0,0 1-1 0 0,0 0 1 0 0,0-1 0 0 0,0 1 0 0 0,-1 0 0 0 0,1 0 0 0 0,0 0 0 0 0,0 0 0 0 0,0 0-1 0 0,-1 0 1 0 0,1 0 0 0 0,0 0 0 0 0,-1 0 0 0 0,1 0 0 0 0,-1 0 0 0 0,0 0 0 0 0,1 0-1 0 0,-1 0 1 0 0,0 0 0 0 0,1 1 0 0 0,-1-1 0 0 0,0 0 0 0 0,0 0 0 0 0,0 2-1 0 0,-1 10 10 0 0,1-10-5 0 0,-1 0 1 0 0,1 1-1 0 0,0-1 0 0 0,0 0 0 0 0,0 0 1 0 0,0 1-1 0 0,0-1 0 0 0,1 0 0 0 0,0 0 1 0 0,-1 0-1 0 0,1 0 0 0 0,0 0 1 0 0,2 4-1 0 0,5 2-12 0 0,-8-9 6 0 0,0 0 0 0 0,1 0 0 0 0,-1 1 0 0 0,1-1-1 0 0,-1 0 1 0 0,0 1 0 0 0,1-1 0 0 0,-1 0 0 0 0,0 1 0 0 0,1-1 0 0 0,-1 0 0 0 0,0 1 0 0 0,0-1 0 0 0,1 1 0 0 0,-1-1 0 0 0,0 1 0 0 0,0-1 0 0 0,0 0 0 0 0,0 1 0 0 0,1-1 0 0 0,-1 1 0 0 0,0-1 0 0 0,0 1 0 0 0,0-1 0 0 0,0 1 0 0 0,0-1 0 0 0,0 1 0 0 0,0-1-1 0 0,0 1 1 0 0,-1-1 0 0 0,1 1 0 0 0,0-1 0 0 0,0 1 0 0 0,0-1 0 0 0,0 0 0 0 0,-1 1 0 0 0,1-1 0 0 0,0 1 0 0 0,0-1 0 0 0,-1 1 0 0 0,1-1 0 0 0,0 0 0 0 0,-1 1 0 0 0,1-1 0 0 0,0 0 0 0 0,-1 1 0 0 0,1-1 0 0 0,-1 0 0 0 0,1 0 0 0 0,0 1 0 0 0,-1-1 0 0 0,0 0-1 0 0,-5 6-25 0 0,4-1 28 0 0,1 1 1 0 0,-1-1 0 0 0,1 0 0 0 0,0 1 0 0 0,0-1-1 0 0,1 0 1 0 0,0 1 0 0 0,0-1 0 0 0,0 1-1 0 0,2 10 1 0 0,-1 0-37 0 0,0 10-128 0 0,0-20 197 0 0,-1 0 1 0 0,0 0-1 0 0,0 0 1 0 0,0 0-1 0 0,-1 0 1 0 0,1 0-1 0 0,-1-1 1 0 0,-1 1-1 0 0,-1 6 1 0 0,-8 3 168 0 0,9-14-195 0 0,1 0 1 0 0,-1 0-1 0 0,1 1 0 0 0,0-1 0 0 0,0 0 1 0 0,-1 1-1 0 0,1-1 0 0 0,0 1 0 0 0,1-1 0 0 0,-1 1 1 0 0,0-1-1 0 0,0 1 0 0 0,1 0 0 0 0,-1-1 1 0 0,0 1-1 0 0,1 0 0 0 0,0 0 0 0 0,-1 0 1 0 0,1-1-1 0 0,0 1 0 0 0,0 0 0 0 0,0 0 1 0 0,0 0-1 0 0,1-1 0 0 0,-1 1 0 0 0,0 0 1 0 0,1 0-1 0 0,-1-1 0 0 0,1 1 0 0 0,-1 0 1 0 0,1-1-1 0 0,0 1 0 0 0,1 2 0 0 0,6 5-25 0 0,-7-9 17 0 0,0 1 1 0 0,1 0-1 0 0,-1 0 1 0 0,0 1-1 0 0,0-1 1 0 0,0 0-1 0 0,0 0 1 0 0,0 0-1 0 0,0 1 1 0 0,0-1-1 0 0,-1 1 1 0 0,1-1-1 0 0,0 0 1 0 0,-1 1-1 0 0,1-1 1 0 0,-1 1-1 0 0,1-1 0 0 0,-1 1 1 0 0,0 0-1 0 0,0-1 1 0 0,1 1-1 0 0,-1-1 1 0 0,0 1-1 0 0,-1 0 1 0 0,1-1-1 0 0,0 1 1 0 0,0-1-1 0 0,-1 1 1 0 0,1-1-1 0 0,-1 3 1 0 0,-10 9 5 0 0,10-11-6 0 0,-1 0 0 0 0,1 0 0 0 0,-1 0 1 0 0,1 0-1 0 0,0 0 0 0 0,-1 0 0 0 0,1 0 0 0 0,0 0 1 0 0,0 1-1 0 0,1-1 0 0 0,-1 0 0 0 0,0 1 0 0 0,1-1 0 0 0,-1 0 1 0 0,1 1-1 0 0,0 2 0 0 0,0 102-65 0 0,-5-106 27 0 0,-17-1 94 0 0,22 0-52 0 0,-1 1 0 0 0,1-1 0 0 0,-1 1 1 0 0,1-1-1 0 0,-1 1 0 0 0,1-1 0 0 0,-1 1 1 0 0,1 0-1 0 0,0-1 0 0 0,-1 1 1 0 0,1 0-1 0 0,0-1 0 0 0,-1 1 0 0 0,1 0 1 0 0,0-1-1 0 0,0 1 0 0 0,0 0 1 0 0,0-1-1 0 0,0 1 0 0 0,-1 0 0 0 0,1 0 1 0 0,1-1-1 0 0,-1 1 0 0 0,0 0 0 0 0,0-1 1 0 0,0 1-1 0 0,0 0 0 0 0,1 1 1 0 0,-1-1-3 0 0,0 1-1 0 0,0-1 0 0 0,0 1 0 0 0,0 0 0 0 0,-1-1 0 0 0,1 1 0 0 0,-1-1 0 0 0,1 1 0 0 0,-1-1 0 0 0,1 1 0 0 0,-1-1 0 0 0,0 1 0 0 0,1-1 0 0 0,-1 1 0 0 0,0-1 0 0 0,0 0 0 0 0,0 0 0 0 0,0 1 0 0 0,0-1 0 0 0,-1 0 0 0 0,0 1 0 0 0,0-1 1 0 0,1 0 1 0 0,0 1-1 0 0,-1-1 0 0 0,1 0 1 0 0,0 1-1 0 0,0-1 1 0 0,0 1-1 0 0,0-1 0 0 0,0 1 1 0 0,0-1-1 0 0,0 1 0 0 0,1 0 1 0 0,-1 0-1 0 0,0-1 1 0 0,1 1-1 0 0,0 0 0 0 0,-1 0 1 0 0,1 0-1 0 0,0-1 1 0 0,0 4-1 0 0,0 83-53 0 0,0-87 51 0 0,0 0 1 0 0,0-1 0 0 0,0 1 0 0 0,0 0 0 0 0,0-1 0 0 0,0 1 0 0 0,0 0 0 0 0,0-1-1 0 0,0 1 1 0 0,0 0 0 0 0,1-1 0 0 0,-1 1 0 0 0,0-1 0 0 0,0 1 0 0 0,1-1 0 0 0,-1 1-1 0 0,0 0 1 0 0,1-1 0 0 0,-1 1 0 0 0,1-1 0 0 0,-1 1 0 0 0,1-1 0 0 0,-1 0 0 0 0,1 1-1 0 0,-1-1 1 0 0,1 1 0 0 0,-1-1 0 0 0,1 0 0 0 0,-1 0 0 0 0,1 1 0 0 0,0-1 0 0 0,-1 0 0 0 0,1 0-1 0 0,0 0 1 0 0,-1 1 0 0 0,2-1 0 0 0,-1 0 3 0 0,0 0-1 0 0,0 0 0 0 0,0 1 1 0 0,-1-1-1 0 0,1 0 1 0 0,0 1-1 0 0,0-1 1 0 0,0 1-1 0 0,0-1 1 0 0,0 1-1 0 0,-1 0 1 0 0,1-1-1 0 0,0 1 1 0 0,0 0-1 0 0,-1-1 1 0 0,1 1-1 0 0,-1 0 1 0 0,1 0-1 0 0,0 0 1 0 0,-1-1-1 0 0,1 1 1 0 0,-1 0-1 0 0,0 0 1 0 0,1 0-1 0 0,-1 0 1 0 0,0 0-1 0 0,0 0 1 0 0,1 0-1 0 0,-1 0 1 0 0,0 0-1 0 0,0 0 0 0 0,0 0 1 0 0,0 0-1 0 0,0 0 1 0 0,-1 0-1 0 0,1 1 1 0 0,-2 1 23 0 0,8 0 9 0 0,17 5-26 0 0,-13 5-22 0 0,9-10-27 0 0,26 8 16 0 0,-21-4 39 0 0,0 0 0 0 0,0-2 0 0 0,0-1 0 0 0,28 2 1 0 0,-13-2-6 0 0,-13-1-14 0 0,-9 0-13 0 0,1-1 0 0 0,-1-2 1 0 0,1 1-1 0 0,19-4 0 0 0,0 1-14 0 0,0-2 0 0 0,-1-1 0 0 0,0-2 0 0 0,62-20 0 0 0,-94 25 26 0 0,-2 2 4 0 0,-1-1 0 0 0,1 1 0 0 0,-1-1 0 0 0,0 1 0 0 0,1-1 0 0 0,-1 1 0 0 0,0-1 0 0 0,1 0 0 0 0,-1 0 0 0 0,0 1 0 0 0,0-1 0 0 0,0 0 0 0 0,0 0 0 0 0,0 0 0 0 0,0 0 0 0 0,0-1 0 0 0,0 1 0 0 0,0 0 0 0 0,0 0 0 0 0,0-1 0 0 0,-1 1 0 0 0,1 0 0 0 0,-1-1 0 0 0,1 1 0 0 0,-1 0 0 0 0,1-1 0 0 0,-1 1 0 0 0,0-1-1 0 0,0-2 1 0 0,1 2 2 0 0,-1 1 0 0 0,0-1 0 0 0,0 0 0 0 0,1 1 0 0 0,-1-1 0 0 0,1 1 0 0 0,-1-1 0 0 0,1 0 0 0 0,0 1 0 0 0,-1-1 0 0 0,1 1 0 0 0,0 0 0 0 0,0-1 0 0 0,0 1 0 0 0,0 0 0 0 0,3-3 0 0 0,4-10 0 0 0,-35-49-66 0 0,-10-13 21 0 0,29 64 32 0 0,1 0 0 0 0,1 0 1 0 0,0-1-1 0 0,0 1 0 0 0,2-2 0 0 0,-1 1 0 0 0,2 0 0 0 0,0-1 0 0 0,-3-19 0 0 0,6-108 253 0 0,1 137-231 0 0,-1 0-1 0 0,1-1 0 0 0,0 1 0 0 0,0 0 0 0 0,0 0 0 0 0,0 0 1 0 0,1 0-1 0 0,3-7 0 0 0,4-15 39 0 0,-18 2 60 0 0,8 22-111 0 0,-1 0 0 0 0,1 0-1 0 0,0 0 1 0 0,0 0 0 0 0,0 1-1 0 0,1-1 1 0 0,-1-1 0 0 0,0 1 0 0 0,1 0-1 0 0,-1 0 1 0 0,1 0 0 0 0,0 0-1 0 0,0 0 1 0 0,0 0 0 0 0,0 0 0 0 0,0-1-1 0 0,0 1 1 0 0,0 0 0 0 0,1 0-1 0 0,-1 0 1 0 0,2-3 0 0 0,9-14-137 0 0,-9 16 137 0 0,0 0-1 0 0,-1 0 0 0 0,1 0 1 0 0,0-1-1 0 0,-1 1 1 0 0,0 0-1 0 0,0-1 1 0 0,0 1-1 0 0,0 0 0 0 0,0-1 1 0 0,-1 1-1 0 0,0-8 1 0 0,0 11 9 0 0,0-1 0 0 0,0 1 0 0 0,0-1 0 0 0,0 0 0 0 0,0 1 0 0 0,0-1 0 0 0,0 1 0 0 0,0-1 0 0 0,1 0 0 0 0,-1 1 0 0 0,0-1 0 0 0,0 1 1 0 0,0-1-1 0 0,1 0 0 0 0,-1 1 0 0 0,0-1 0 0 0,1 1 0 0 0,-1-1 0 0 0,0 1 0 0 0,1-1 0 0 0,-1 1 0 0 0,1-1 0 0 0,-1 1 0 0 0,0 0 0 0 0,1-1 0 0 0,-1 1 0 0 0,1 0 0 0 0,0-1 1 0 0,-1 1-1 0 0,1 0 0 0 0,-1-1 0 0 0,1 1 0 0 0,-1 0 0 0 0,1 0 0 0 0,0 0 0 0 0,-1 0 0 0 0,2-1 0 0 0,-1 1 0 0 0,0 0 0 0 0,0 0-1 0 0,0 0 1 0 0,0-1 0 0 0,0 1 0 0 0,0-1-1 0 0,0 1 1 0 0,-1-1 0 0 0,1 1 0 0 0,0-1 0 0 0,0 1-1 0 0,0-1 1 0 0,-1 0 0 0 0,1 1 0 0 0,0-1-1 0 0,0 0 1 0 0,-1 0 0 0 0,1 0 0 0 0,-1 1-1 0 0,1-1 1 0 0,-1 0 0 0 0,1 0 0 0 0,-1 0 0 0 0,0 0-1 0 0,1 0 1 0 0,-1 0 0 0 0,0 0 0 0 0,0 0-1 0 0,1 0 1 0 0,-1 0 0 0 0,0 0 0 0 0,0 0-1 0 0,0 0 1 0 0,0 0 0 0 0,-1 0 0 0 0,1 0 0 0 0,-1-2-1 0 0,7-21 153 0 0,5 19-136 0 0,-10 5-19 0 0,0 0-1 0 0,-1 0 1 0 0,1 0-1 0 0,0 0 1 0 0,0-1-1 0 0,-1 1 1 0 0,1 0-1 0 0,0-1 0 0 0,0 1 1 0 0,-1 0-1 0 0,1-1 1 0 0,0 1-1 0 0,-1-1 1 0 0,1 1-1 0 0,-1-1 1 0 0,1 1-1 0 0,0-1 1 0 0,-1 0-1 0 0,1 1 1 0 0,-1-1-1 0 0,0 0 1 0 0,1 1-1 0 0,-1-1 1 0 0,0 0-1 0 0,1 0 1 0 0,-1 1-1 0 0,0-1 1 0 0,0 0-1 0 0,1 0 1 0 0,-1 1-1 0 0,0-1 1 0 0,0 0-1 0 0,0 0 1 0 0,0 0-1 0 0,0 1 0 0 0,0-1 1 0 0,0 0-1 0 0,0 0 1 0 0,-1 0-1 0 0,1 1 1 0 0,-1-2-1 0 0,1-1 4 0 0,0 0 0 0 0,0 0 0 0 0,0-1 0 0 0,0 1 0 0 0,1 0 0 0 0,-1 0 0 0 0,1 0 0 0 0,-1 0 0 0 0,1 0 0 0 0,0 0 0 0 0,1 0 0 0 0,-1 0 0 0 0,0 0 0 0 0,1 1 0 0 0,-1-1 0 0 0,1 0 0 0 0,0 1 0 0 0,3-4 0 0 0,2-3-6 0 0,-6 8 1 0 0,0-1 0 0 0,0 1 0 0 0,-1-1 0 0 0,1 1 0 0 0,0-1 0 0 0,-1 1 0 0 0,1-1 0 0 0,-1 0 0 0 0,0 1 0 0 0,0-1 0 0 0,1 0 0 0 0,-1 1 0 0 0,0-1 0 0 0,0 0 0 0 0,-1 0 0 0 0,1-2 0 0 0,-1 2 0 0 0,1 0 0 0 0,0 0 0 0 0,0 0 0 0 0,0 0 0 0 0,0 0 0 0 0,0 0 0 0 0,0 1 0 0 0,0-1 0 0 0,1 0 0 0 0,-1 0 0 0 0,1 0 0 0 0,-1 0 0 0 0,1 0 0 0 0,0 1 0 0 0,1-3 0 0 0,51-87 93 0 0,-52 88-87 0 0,0 0-1 0 0,0 0 1 0 0,0-1 0 0 0,0 1-1 0 0,0 0 1 0 0,-1 0 0 0 0,0 0-1 0 0,0-1 1 0 0,0 1 0 0 0,0 0-1 0 0,-1-5 1 0 0,1 6-1 0 0,0-1-1 0 0,-1 1 1 0 0,1-1 0 0 0,0 0-1 0 0,0 1 1 0 0,1-1 0 0 0,-1 1-1 0 0,0-1 1 0 0,1 1 0 0 0,0-1 0 0 0,-1 0-1 0 0,1 1 1 0 0,2-4 0 0 0,6-5 4 0 0,-7 10-9 0 0,-1 0 0 0 0,0 0 0 0 0,1 0-1 0 0,-1-1 1 0 0,0 1 0 0 0,0 0-1 0 0,0-1 1 0 0,0 1 0 0 0,0-1 0 0 0,0 0-1 0 0,0 1 1 0 0,0-1 0 0 0,0 1-1 0 0,-1-1 1 0 0,1 0 0 0 0,-1 0-1 0 0,1 1 1 0 0,-1-1 0 0 0,0 0 0 0 0,0 0-1 0 0,0 0 1 0 0,0 1 0 0 0,0-1-1 0 0,0 0 1 0 0,0 0 0 0 0,-1 0 0 0 0,1 1-1 0 0,0-1 1 0 0,-1 0 0 0 0,0 0-1 0 0,1 1 1 0 0,-1-1 0 0 0,-1-1 0 0 0,-2-3-13 0 0,1 2 14 0 0,0 0-1 0 0,1 1 1 0 0,0-1 0 0 0,0 0 0 0 0,0 0-1 0 0,0-1 1 0 0,0 1 0 0 0,1 0 0 0 0,0 0-1 0 0,0-1 1 0 0,0 1 0 0 0,0-1 0 0 0,1 1-1 0 0,0-1 1 0 0,0 1 0 0 0,0-9 0 0 0,0-324 119 0 0,1 321-119 0 0,1 0 0 0 0,0 0 1 0 0,1 1-1 0 0,6-20 0 0 0,-5 20-7 0 0,0 0-1 0 0,-1 1 0 0 0,-1-1 1 0 0,0-18-1 0 0,-3-8-50 0 0,0 27 75 0 0,0 1 0 0 0,1-1-1 0 0,0 0 1 0 0,2 0-1 0 0,-1 1 1 0 0,5-15 0 0 0,2 4 28 0 0,-4 14-39 0 0,-1 1-1 0 0,0-1 1 0 0,0 1 0 0 0,-1-1 0 0 0,-1 0-1 0 0,1-13 1 0 0,-2 4-7 0 0,-1 14-8 0 0,1 0 0 0 0,0 1 0 0 0,0-1 0 0 0,0 0 0 0 0,0 0 0 0 0,1 1 0 0 0,0-1 0 0 0,0 0 0 0 0,3-8 0 0 0,6-2-29 0 0,-8 13 39 0 0,0 0 0 0 0,-1 0 1 0 0,1 0-1 0 0,-1 0 0 0 0,0-1 0 0 0,1 1 0 0 0,-1 0 0 0 0,0-1 1 0 0,-1 1-1 0 0,1-1 0 0 0,0 1 0 0 0,-1-1 0 0 0,1 1 0 0 0,-1-1 1 0 0,0 0-1 0 0,0-2 0 0 0,-1-37 43 0 0,0 25-64 0 0,0-1 1 0 0,1 1-1 0 0,1 0 1 0 0,0-1-1 0 0,6-21 0 0 0,5-3 3 0 0,-1 10-29 0 0,-1 0 1 0 0,-2-2-1 0 0,-1 1 0 0 0,3-62 0 0 0,-8 69 34 0 0,0-1 1 0 0,10-44-1 0 0,-6 45-98 0 0,-2-1-1 0 0,2-45 1 0 0,-3 4-189 0 0,-3-63 71 0 0,-1 120 228 0 0,0 0-1 0 0,-1 0 0 0 0,0 0 1 0 0,-1 0-1 0 0,0 0 1 0 0,0 1-1 0 0,-1-1 1 0 0,-1 1-1 0 0,-6-10 1 0 0,-1 0 22 0 0,-2 1 1 0 0,0 0 0 0 0,-2 1 0 0 0,0 0-1 0 0,0 2 1 0 0,-2 0 0 0 0,0 1-1 0 0,-23-15 1 0 0,-98-50-57 0 0,-222-93-1 0 0,329 161-42 0 0,0 2-1 0 0,-1 1 0 0 0,0 2 0 0 0,-1 1 0 0 0,1 2 0 0 0,-1 1 0 0 0,0 2 0 0 0,0 1 0 0 0,0 1 0 0 0,1 2 0 0 0,-1 2 0 0 0,-35 9 0 0 0,66-14 23 0 0,0 0 1 0 0,1 1-1 0 0,-1 0 0 0 0,1-1 0 0 0,0 1 1 0 0,-1 0-1 0 0,1 0 0 0 0,0 0 1 0 0,-1 0-1 0 0,1 1 0 0 0,0-1 0 0 0,0 1 1 0 0,0-1-1 0 0,0 1 0 0 0,0 0 0 0 0,-2 3 1 0 0,3-3-65 0 0,0 0 0 0 0,1 0 1 0 0,-1 0-1 0 0,1 0 0 0 0,0 0 0 0 0,-1 0 1 0 0,1 0-1 0 0,0 0 0 0 0,0 0 0 0 0,0 0 1 0 0,1 0-1 0 0,-1 0 0 0 0,0 0 0 0 0,1 0 1 0 0,0 0-1 0 0,-1 0 0 0 0,1 0 0 0 0,0 0 1 0 0,1 2-1 0 0,25 40-4017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2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0 320 0 0,'-90'38'5723'0'0,"111"-35"-4789"0"0,-42-3-694 0 0,15 0 787 0 0,1 1-640 0 0,1-1-331 0 0,0 1 0 0 0,-1 0 0 0 0,1 0 1 0 0,0 0-1 0 0,0 1 0 0 0,0-1 1 0 0,1 1-1 0 0,-8 4 0 0 0,9-4 12 0 0,1-1 0 0 0,-1 1 0 0 0,1 0 0 0 0,0 0 0 0 0,0-1 0 0 0,-1 1 1 0 0,1 0-1 0 0,0 0 0 0 0,1 0 0 0 0,-1 1 0 0 0,0-1 0 0 0,0 0 0 0 0,1 0 0 0 0,0 0 0 0 0,-1 0 0 0 0,1 1 0 0 0,0-1 0 0 0,0 0 0 0 0,0 4 0 0 0,0-7 27 0 0,1 1 0 0 0,-1-1 0 0 0,0 1 0 0 0,0-1 0 0 0,0 1 0 0 0,1 0 0 0 0,-1-1 0 0 0,0 1-1 0 0,0-1 1 0 0,1 1 0 0 0,-1 0 0 0 0,0-1 0 0 0,1 1 0 0 0,-1 0 0 0 0,1-1 0 0 0,-1 1 0 0 0,0 0 0 0 0,1 0 0 0 0,-1-1 0 0 0,1 1 0 0 0,-1 0-1 0 0,0 0 1 0 0,1 0 0 0 0,-1 0 0 0 0,1 0 0 0 0,-1 0 0 0 0,1-1 0 0 0,-1 1 0 0 0,1 0 0 0 0,-1 0 0 0 0,1 0 0 0 0,-1 1 0 0 0,1-1 0 0 0,-1 0-1 0 0,1 0 1 0 0,0 0 0 0 0,32 4 97 0 0,-6 1 186 0 0,261 21 182 0 0,143 1-13 0 0,-290-20-385 0 0,-15 1 157 0 0,139-10 1 0 0,-237-6-188 0 0,-27 8-198 0 0,-1-1 0 0 0,1 1-1 0 0,-1 0 1 0 0,1-1-1 0 0,-1 1 1 0 0,1 0-1 0 0,-1-1 1 0 0,0 1-1 0 0,1-1 1 0 0,-1 1-1 0 0,0-1 1 0 0,1 1-1 0 0,-1-1 1 0 0,0 1-1 0 0,0-1 1 0 0,1 1 0 0 0,-1-1-1 0 0,0 0 1 0 0,0 1-1 0 0,0-1 1 0 0,0 1-1 0 0,0-1 1 0 0,0 0-1 0 0,0 1 1 0 0,0-1-1 0 0,0 0 1 0 0,-1-1-211 0 0,0-1 0 0 0,0 1 1 0 0,-1 0-1 0 0,1 0 0 0 0,-1 0 0 0 0,1 0 1 0 0,-1 0-1 0 0,0 0 0 0 0,0 0 0 0 0,0 0 1 0 0,0 1-1 0 0,0-1 0 0 0,0 1 0 0 0,0 0 1 0 0,0-1-1 0 0,-1 1 0 0 0,-2-1 1 0 0,-54-23-3886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0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70 1441 0 0,'0'-2'189'0'0,"0"1"0"0"0,0 0 1 0 0,0 0-1 0 0,-1 0 0 0 0,1-1 1 0 0,-1 1-1 0 0,1 0 0 0 0,-1 0 1 0 0,1 0-1 0 0,-1 0 0 0 0,1 0 1 0 0,-1 0-1 0 0,0 0 0 0 0,0 0 1 0 0,0 0-1 0 0,1 0 0 0 0,-1 0 1 0 0,0 1-1 0 0,0-1 0 0 0,0 0 1 0 0,0 1-1 0 0,0-1 0 0 0,0 1 1 0 0,-2-1-1 0 0,-40-12 1764 0 0,-44 9-1091 0 0,81 4-660 0 0,-43 2 249 0 0,0 2 0 0 0,0 2-1 0 0,1 2 1 0 0,-83 26 0 0 0,126-32-396 0 0,4-2-42 0 0,0 0 0 0 0,0 0 0 0 0,-1 0-1 0 0,1 0 1 0 0,0 1 0 0 0,0-1 0 0 0,0 1 0 0 0,0-1 0 0 0,0 1 0 0 0,0-1 0 0 0,0 1-1 0 0,0-1 1 0 0,0 1 0 0 0,0 0 0 0 0,0 0 0 0 0,0-1 0 0 0,0 1 0 0 0,0 0 0 0 0,0 0 0 0 0,1 0-1 0 0,-1 0 1 0 0,0 0 0 0 0,1 0 0 0 0,-1 0 0 0 0,1 0 0 0 0,-1 0 0 0 0,1 0 0 0 0,-1 1-1 0 0,1-1 1 0 0,0 0 0 0 0,-1 2 0 0 0,1-2-2 0 0,0 0-1 0 0,0 0 1 0 0,0 0-1 0 0,0 1 1 0 0,0-1-1 0 0,-1 0 1 0 0,1 0-1 0 0,-1 0 1 0 0,1 0-1 0 0,-1 1 1 0 0,1-1-1 0 0,-1 0 1 0 0,1 0-1 0 0,-1 0 0 0 0,0 0 1 0 0,0 0-1 0 0,0 0 1 0 0,1-1-1 0 0,-1 1 1 0 0,0 0-1 0 0,0 0 1 0 0,-2 0-1 0 0,-9 11 69 0 0,1 18 28 0 0,0-14-39 0 0,10-15-59 0 0,-1 1-1 0 0,1 0 1 0 0,-1 0 0 0 0,1 0-1 0 0,0 0 1 0 0,-1 0-1 0 0,1 1 1 0 0,0-1-1 0 0,1 0 1 0 0,-1 0-1 0 0,0 1 1 0 0,1-1-1 0 0,-1 1 1 0 0,1-1-1 0 0,0 0 1 0 0,-1 5-1 0 0,1-3-3 0 0,-1 1-1 0 0,1 0 0 0 0,-2-1 1 0 0,1 1-1 0 0,0-1 0 0 0,-1 0 0 0 0,-2 6 1 0 0,-6 20 40 0 0,19-3-50 0 0,-7-24 1 0 0,0 1 0 0 0,-1 0 0 0 0,1 0 1 0 0,-1 0-1 0 0,0 0 0 0 0,0 0 0 0 0,0 0 0 0 0,0 7 0 0 0,0-6 12 0 0,-1 0 0 0 0,1 0 0 0 0,0-1-1 0 0,0 1 1 0 0,0 0 0 0 0,0 0-1 0 0,1 0 1 0 0,0-1 0 0 0,4 7 0 0 0,5 16 21 0 0,0 10-81 0 0,-7-22-19 0 0,0-1 0 0 0,0 0-1 0 0,2 0 1 0 0,0 0 0 0 0,0-1-1 0 0,1 1 1 0 0,1-2 0 0 0,11 15-1 0 0,-9-15 35 0 0,1 0-1 0 0,1 0 1 0 0,-1-1-1 0 0,2-1 0 0 0,0 0 1 0 0,0-1-1 0 0,0 0 1 0 0,1-1-1 0 0,1-1 0 0 0,24 10 1 0 0,-14-9 35 0 0,0-1 0 0 0,0-1 0 0 0,0-2 0 0 0,1 0 0 0 0,-1-2 0 0 0,30-1 0 0 0,8-4-33 0 0,0-4 1 0 0,0-2-1 0 0,-1-3 1 0 0,105-34-1 0 0,-141 37-59 0 0,0 0 0 0 0,0-2 0 0 0,-1-1 1 0 0,0-1-1 0 0,-1-1 0 0 0,-1-1 0 0 0,24-20 0 0 0,-35 25 62 0 0,-1-1 0 0 0,0 0 1 0 0,-1-1-1 0 0,0 0 0 0 0,0 0 1 0 0,-2-1-1 0 0,0 0 0 0 0,0-1 0 0 0,-1 0 1 0 0,-1 0-1 0 0,0 0 0 0 0,-1-1 0 0 0,0 0 1 0 0,3-21-1 0 0,-6 26 32 0 0,-1-1 0 0 0,1 1 0 0 0,-2-1 0 0 0,1 0 0 0 0,-2 1 0 0 0,1-1 0 0 0,-1 1 0 0 0,-1-1 0 0 0,0 1 0 0 0,-1-1 0 0 0,0 1 0 0 0,0 0 0 0 0,-1 0 0 0 0,0 0 0 0 0,-1 1 0 0 0,0-1 0 0 0,-1 1 0 0 0,1 0 0 0 0,-2 1 0 0 0,1-1 0 0 0,-1 1 0 0 0,-1 1 0 0 0,1-1 0 0 0,-1 1 0 0 0,-13-8 0 0 0,-10-2 9 0 0,-1 2 0 0 0,-1 1 0 0 0,0 1 0 0 0,-1 2-1 0 0,-1 2 1 0 0,1 1 0 0 0,-1 1 0 0 0,-44-2 0 0 0,13 4-2 0 0,0 3-1 0 0,0 3 1 0 0,0 2 0 0 0,1 4-1 0 0,-101 22 1 0 0,127-16-76 0 0,39-13 57 0 0,-1 0 0 0 0,0 0 0 0 0,1 1 0 0 0,-1-1 0 0 0,0 0 0 0 0,1 1 0 0 0,-1-1 0 0 0,0 1 0 0 0,1-1 0 0 0,-1 1 0 0 0,1-1 0 0 0,-1 1 0 0 0,1-1 0 0 0,-1 1 0 0 0,1-1 0 0 0,0 1-1 0 0,-1-1 1 0 0,1 1 0 0 0,-1 0 0 0 0,1-1 0 0 0,0 1 0 0 0,0 0 0 0 0,-1 0 0 0 0,1 0 0 0 0,2 3-183 0 0,1-1 0 0 0,-1 0 0 0 0,1 1 0 0 0,-1-1 0 0 0,1 0 0 0 0,0-1 0 0 0,0 1 0 0 0,1 0 0 0 0,-1-1 0 0 0,0 0 0 0 0,1 0 0 0 0,0 0 0 0 0,-1 0 0 0 0,6 2 0 0 0,49 24-4167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56 2081 0 0,'-223'39'7870'0'0,"174"-33"-7016"0"0,49-6-803 0 0,0-1 1 0 0,0 1-1 0 0,0 0 0 0 0,1 0 1 0 0,-1 0-1 0 0,0-1 0 0 0,0 1 1 0 0,0 0-1 0 0,0 0 0 0 0,0-1 0 0 0,0 1 1 0 0,1 0-1 0 0,-1 0 0 0 0,0-1 1 0 0,0 1-1 0 0,0 0 0 0 0,0 0 1 0 0,0-1-1 0 0,0 1 0 0 0,0 0 1 0 0,0-1-1 0 0,0 1 0 0 0,0 0 1 0 0,0 0-1 0 0,0-1 0 0 0,0 1 1 0 0,-1 0-1 0 0,1 0 0 0 0,0-1 1 0 0,0 1-1 0 0,0 0 0 0 0,0 0 1 0 0,0-1-1 0 0,0 1 0 0 0,-1 0 1 0 0,1 0-1 0 0,0 0 0 0 0,0-1 1 0 0,0 1-1 0 0,-1 0 0 0 0,1 0 0 0 0,0 0 1 0 0,0 0-1 0 0,-1 0 0 0 0,1-1 1 0 0,0 1-1 0 0,0 0 0 0 0,-1 0 1 0 0,1 0-1 0 0,0 0 0 0 0,0 0 1 0 0,-1 0-1 0 0,1 0 0 0 0,0 0 1 0 0,0 0-1 0 0,-1 0 0 0 0,1 0 1 0 0,-1 0-1 0 0,13-3 60 0 0,0 1-1 0 0,1 0 1 0 0,-1 0-1 0 0,0 1 1 0 0,0 1-1 0 0,14 1 1 0 0,41-1 89 0 0,65-3-49 0 0,353-18-1316 0 0,-457 18 709 0 0,-15 3-276 0 0,1 0 0 0 0,-1-2 1 0 0,0 0-1 0 0,0 0 0 0 0,0-1 1 0 0,0-1-1 0 0,22-9 0 0 0,-35 13 609 0 0,1-1-1 0 0,-1 1 0 0 0,1 0 0 0 0,-1-1 1 0 0,0 1-1 0 0,1-1 0 0 0,-1 1 0 0 0,0 0 1 0 0,1-1-1 0 0,-1 1 0 0 0,0-1 0 0 0,0 1 1 0 0,1-1-1 0 0,-1 0 0 0 0,0 1 0 0 0,0-1 0 0 0,0 1 1 0 0,0-1-1 0 0,0 1 0 0 0,0-1 0 0 0,0 1 1 0 0,0-1-1 0 0,0 0 0 0 0,0 0 0 0 0,0 1 124 0 0,0-14-2948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1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0,'32'26'3202'0'0,"-64"41"2000"0"0,32 7-2881 0 0,32-13-2241 0 0,0 0-320 0 0,0 0 160 0 0,32-8 0 0 0,-32-6-560 0 0,32-19-1681 0 0,0-15-3682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1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726 197 1921 0 0,'-34'-1'1679'0'0,"14"1"-978"0"0,1 0 1 0 0,-1 1-1 0 0,0 1 1 0 0,1 0-1 0 0,-1 2 1 0 0,-26 8 0 0 0,-40 13-156 0 0,-157 51 135 0 0,229-69-598 0 0,1 0-1 0 0,0 0 1 0 0,-23 18 0 0 0,5-3-1 0 0,22-16-71 0 0,0 0 0 0 0,0 0-1 0 0,1 1 1 0 0,0 0 0 0 0,0 0 0 0 0,1 1-1 0 0,-1 0 1 0 0,-7 12 0 0 0,14-17-7 0 0,-1-1 1 0 0,1 1 0 0 0,0 0 0 0 0,0-1 0 0 0,0 1 0 0 0,0 0 0 0 0,0 0 0 0 0,1 0-1 0 0,-1 0 1 0 0,1 0 0 0 0,0 0 0 0 0,0 0 0 0 0,0-1 0 0 0,0 1 0 0 0,1 0 0 0 0,-1 0-1 0 0,1 0 1 0 0,-1 0 0 0 0,1 0 0 0 0,0 0 0 0 0,0-1 0 0 0,0 1 0 0 0,1 0 0 0 0,-1-1-1 0 0,1 1 1 0 0,-1-1 0 0 0,1 1 0 0 0,0-1 0 0 0,0 0 0 0 0,0 0 0 0 0,0 0-1 0 0,1 0 1 0 0,-1 0 0 0 0,3 2 0 0 0,14 11 20 0 0,0 0 0 0 0,0-2 1 0 0,1 0-1 0 0,1-1 0 0 0,0-1 0 0 0,1-1 0 0 0,0-1 1 0 0,44 12-1 0 0,-8-8 9 0 0,1-4 1 0 0,0-1 0 0 0,0-4-1 0 0,0-2 1 0 0,74-6-1 0 0,-89-1-3 0 0,0-1 0 0 0,-1-2 0 0 0,0-2-1 0 0,0-1 1 0 0,-1-3 0 0 0,0-1 0 0 0,71-39-1 0 0,-94 43-11 0 0,0-1 0 0 0,-2-1 0 0 0,1-1 0 0 0,-2-1-1 0 0,0 0 1 0 0,0-1 0 0 0,-2 0 0 0 0,0-1 0 0 0,-1-1-1 0 0,12-21 1 0 0,-20 31-12 0 0,0-2 0 0 0,0 1 0 0 0,-1 0 0 0 0,0-1 0 0 0,-1 0 0 0 0,0 0 0 0 0,-1 0 0 0 0,0 0 0 0 0,0 0 0 0 0,-1 0 0 0 0,-1 0 0 0 0,0-1 0 0 0,0 1-1 0 0,-1 0 1 0 0,0-1 0 0 0,0 1 0 0 0,-1 0 0 0 0,-1 0 0 0 0,0 0 0 0 0,0 0 0 0 0,-1 1 0 0 0,0-1 0 0 0,-10-15 0 0 0,5 12-175 0 0,0 1-1 0 0,-1 0 1 0 0,-1 0 0 0 0,0 1 0 0 0,0 0-1 0 0,-1 1 1 0 0,0 1 0 0 0,-1 0-1 0 0,0 0 1 0 0,0 1 0 0 0,-1 1 0 0 0,-24-10-1 0 0,2 13-2552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2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5763 0 0,'0'15'3441'0'0,"0"-9"-2560"0"0,-32-6-721 0 0,32 6 80 0 0,64 2 160 0 0,96 25 400 0 0,96-7 1 0 0,-39-12-561 0 0,-57-14-240 0 0,-32 0-240 0 0,0-6-321 0 0,-32-2-239 0 0,0 2-240 0 0,-32-8-481 0 0,-6 2-1841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2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1841 0 0,'0'6'2241'0'0,"0"8"-240"0"0,0 6-160 0 0,-32 21-241 0 0,0 12-799 0 0,32 8-401 0 0,0 6-160 0 0,0 21 240 0 0,32 14 321 0 0,-32 0-81 0 0,32-2-400 0 0,0-19-80 0 0,32-28-320 0 0,0-24-880 0 0,25-29-1201 0 0,7-41-2081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1361 0 0,'30'-12'1412'0'0,"0"1"0"0"0,1 1 0 0 0,39-7 0 0 0,-24 10-1164 0 0,0 1 1 0 0,0 3 0 0 0,71 3 0 0 0,-104 1-233 0 0,-1 0 0 0 0,1 1 0 0 0,0 0 0 0 0,0 1 0 0 0,-1 0 0 0 0,1 1 0 0 0,-1 1 0 0 0,0 0 0 0 0,17 10 0 0 0,16 8 7 0 0,62 43 0 0 0,-87-52-43 0 0,0 1 0 0 0,-2 1 0 0 0,0 1 0 0 0,0 0 0 0 0,-2 1 0 0 0,16 22 0 0 0,19 31-216 0 0,-27-40 121 0 0,34 62-1 0 0,-36-57 215 0 0,-18-29-88 0 0,0-1-1 0 0,0 0 1 0 0,-1 1 0 0 0,1 0 0 0 0,3 13 0 0 0,-6-17-6 0 0,-1 0 0 0 0,0 0 0 0 0,0-1 1 0 0,0 1-1 0 0,0 0 0 0 0,0 0 0 0 0,-1-1 0 0 0,1 1 0 0 0,-1 0 1 0 0,0 0-1 0 0,1-1 0 0 0,-1 1 0 0 0,-1-1 0 0 0,1 1 0 0 0,0-1 1 0 0,-1 1-1 0 0,1-1 0 0 0,-1 0 0 0 0,-2 3 0 0 0,-2 4 55 0 0,0-1-1 0 0,-1-1 0 0 0,0 1 0 0 0,-1-1 1 0 0,1 0-1 0 0,-1-1 0 0 0,0 0 1 0 0,-1 0-1 0 0,0-1 0 0 0,0 0 0 0 0,0-1 1 0 0,0 1-1 0 0,-1-2 0 0 0,1 1 1 0 0,-1-1-1 0 0,0-1 0 0 0,-20 3 0 0 0,-202 7 387 0 0,166-11-305 0 0,23 2 8 0 0,-1-3-1 0 0,1-2 1 0 0,0-2-1 0 0,0-1 0 0 0,1-2 1 0 0,0-3-1 0 0,-73-25 1 0 0,107 32-132 0 0,-1-1 1 0 0,1 0 0 0 0,0 0 0 0 0,1-1 0 0 0,-1 0 0 0 0,1-1 0 0 0,0 1 0 0 0,1-2 0 0 0,-10-9 0 0 0,15 14-16 0 0,-1 1 0 0 0,1-1 0 0 0,0 0 1 0 0,0 0-1 0 0,0 0 0 0 0,0 1 0 0 0,0-1 0 0 0,1 0 0 0 0,-1 0 1 0 0,1 0-1 0 0,-1 0 0 0 0,1 0 0 0 0,0-1 0 0 0,-1 1 1 0 0,1 0-1 0 0,0 0 0 0 0,0 0 0 0 0,1 0 0 0 0,-1 0 1 0 0,0 0-1 0 0,1 0 0 0 0,-1 0 0 0 0,1 0 0 0 0,0 0 1 0 0,-1 0-1 0 0,1 0 0 0 0,0 0 0 0 0,0 0 0 0 0,1 1 0 0 0,-1-1 1 0 0,0 0-1 0 0,0 1 0 0 0,1-1 0 0 0,-1 1 0 0 0,1-1 1 0 0,-1 1-1 0 0,1 0 0 0 0,0 0 0 0 0,3-2 0 0 0,2-3 7 0 0,0 1-1 0 0,1 0 1 0 0,0 0-1 0 0,1 0 1 0 0,-1 1-1 0 0,1 1 1 0 0,-1-1-1 0 0,1 2 1 0 0,0-1-1 0 0,14-2 1 0 0,2 4 21 0 0,1 2 0 0 0,-1 0 0 0 0,44 8 0 0 0,43 9 351 0 0,157 47 0 0 0,-209-47-245 0 0,-1 3-1 0 0,-1 3 1 0 0,-2 2 0 0 0,86 53-1 0 0,61 54-948 0 0,-202-131 715 0 0,1-1 0 0 0,-1 0 1 0 0,1 0-1 0 0,-1 0 0 0 0,1 0 1 0 0,0 0-1 0 0,-1-1 0 0 0,1 1 1 0 0,0 0-1 0 0,0-1 0 0 0,-1 1 0 0 0,1-1 1 0 0,0 0-1 0 0,0 0 0 0 0,0 1 1 0 0,-1-1-1 0 0,1 0 0 0 0,0 0 1 0 0,0-1-1 0 0,0 1 0 0 0,0 0 1 0 0,-1-1-1 0 0,1 1 0 0 0,0-1 0 0 0,0 1 1 0 0,-1-1-1 0 0,1 0 0 0 0,0 0 1 0 0,-1 0-1 0 0,1 0 0 0 0,-1 0 1 0 0,1 0-1 0 0,1-2 0 0 0,-2 1-182 0 0,0 0 1 0 0,-1 0-1 0 0,1 0 0 0 0,0 0 0 0 0,-1-1 1 0 0,1 1-1 0 0,-1 0 0 0 0,0 0 0 0 0,0-1 1 0 0,0 1-1 0 0,0-3 0 0 0,0 5 262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55 640 0 0,'-83'3'4532'0'0,"49"-3"-3700"0"0,1 2 0 0 0,-1 0 0 0 0,0 3 0 0 0,1 0 1 0 0,-35 12-1 0 0,51-8-85 0 0,38-7 263 0 0,11 0-580 0 0,48 5-511 0 0,140-7 0 0 0,-147-2-63 0 0,112-10-786 0 0,-163 9 425 0 0,1-1-1 0 0,-1-1 1 0 0,-1-1-1 0 0,1-1 1 0 0,29-13 0 0 0,-48 19 273 0 0,-1-1 0 0 0,1 1 0 0 0,0-1 0 0 0,-1 1 0 0 0,1-1 0 0 0,-1 0 0 0 0,0 0 0 0 0,0 0 1 0 0,1 0-1 0 0,-1 0 0 0 0,0-1 0 0 0,2-3 0 0 0,0-16-2836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4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0 640 0 0,'32'59'4883'0'0,"0"29"-802"0"0,-32-6-2960 0 0,0-15-1121 0 0,0 0-480 0 0,32 8 880 0 0,-32-7-80 0 0,32-21-400 0 0,0-27-480 0 0,32-20-721 0 0,0-20-1760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97 298 5683 0 0,'-38'9'2489'0'0,"12"-4"-1630"0"0,26-6-828 0 0,0 1 0 0 0,1-1 1 0 0,-1 0-1 0 0,0 1 0 0 0,0-1 1 0 0,0 0-1 0 0,0 1 0 0 0,0-1 0 0 0,0 0 1 0 0,-1 1-1 0 0,1-1 0 0 0,0 1 1 0 0,0-1-1 0 0,0 0 0 0 0,-1 1 1 0 0,1-1-1 0 0,0 1 0 0 0,-1-1 0 0 0,1 1 1 0 0,0-1-1 0 0,-1 1 0 0 0,1-1 1 0 0,-1 1-1 0 0,1-1 0 0 0,-1 0 1 0 0,-1 1-11 0 0,1-1 1 0 0,-1 0 0 0 0,0 0 0 0 0,1 0 0 0 0,0 1 0 0 0,-1-2 0 0 0,1 1 0 0 0,-1 0 0 0 0,1 0-1 0 0,0 0 1 0 0,0 0 0 0 0,0-1 0 0 0,0 1 0 0 0,0-1 0 0 0,0 1 0 0 0,0-1 0 0 0,0 1 0 0 0,0-1-1 0 0,1 1 1 0 0,-1-1 0 0 0,0 0 0 0 0,1 1 0 0 0,0-1 0 0 0,-1 0 0 0 0,1 1 0 0 0,0-1 0 0 0,0 0-1 0 0,0 0 1 0 0,0 1 0 0 0,0-1 0 0 0,0 0 0 0 0,1 0 0 0 0,-1 1 0 0 0,1-1 0 0 0,-1 0 0 0 0,1 1-1 0 0,-1-1 1 0 0,3-2 0 0 0,7-10 72 0 0,-9 12-63 0 0,1 0 1 0 0,0 0 0 0 0,-1 0 0 0 0,1-1 0 0 0,-1 1 0 0 0,0-1 0 0 0,0 1 0 0 0,0-1-1 0 0,0 1 1 0 0,0-1 0 0 0,0 0 0 0 0,-1 1 0 0 0,1-1 0 0 0,-1 0 0 0 0,0 0-1 0 0,0 1 1 0 0,0-4 0 0 0,0 4-17 0 0,0 1 1 0 0,0 0-1 0 0,0-1 0 0 0,0 1 1 0 0,1 0-1 0 0,-1-1 0 0 0,0 1 1 0 0,1 0-1 0 0,-1-1 0 0 0,1 1 0 0 0,-1 0 1 0 0,1 0-1 0 0,-1-1 0 0 0,1 1 1 0 0,0 0-1 0 0,0 0 0 0 0,0 0 0 0 0,-1 0 1 0 0,1 0-1 0 0,0 0 0 0 0,0 0 1 0 0,0 0-1 0 0,3-1 0 0 0,-3 2-1 0 0,0-1 0 0 0,0 0 1 0 0,1 0-1 0 0,-1 0 0 0 0,0 0 0 0 0,0 0 0 0 0,0 0 0 0 0,0 0 0 0 0,-1 0 0 0 0,1-1 1 0 0,0 1-1 0 0,0 0 0 0 0,-1 0 0 0 0,1-1 0 0 0,-1 1 0 0 0,1 0 0 0 0,-1-1 1 0 0,1 1-1 0 0,-1-1 0 0 0,0 1 0 0 0,0 0 0 0 0,0-1 0 0 0,0 1 0 0 0,0-2 1 0 0,0 0 7 0 0,0 0 1 0 0,0 1-1 0 0,1-1 1 0 0,-1 0 0 0 0,1 0-1 0 0,-1 1 1 0 0,1-1-1 0 0,0 1 1 0 0,0-1 0 0 0,0 0-1 0 0,1 1 1 0 0,-1 0 0 0 0,2-4-1 0 0,-2 6-16 0 0,0-1 0 0 0,-1 0 0 0 0,1 0-1 0 0,-1 1 1 0 0,1-1 0 0 0,-1 0 0 0 0,0 0 0 0 0,1 0-1 0 0,-1 0 1 0 0,0 1 0 0 0,0-1 0 0 0,1 0 0 0 0,-1 0-1 0 0,0 0 1 0 0,0 0 0 0 0,0 0 0 0 0,0 0 0 0 0,0 0-1 0 0,0 1 1 0 0,0-1 0 0 0,-1 0 0 0 0,1 0 0 0 0,0 0-1 0 0,0 0 1 0 0,-1 0 0 0 0,1 0 0 0 0,0 1 0 0 0,-1-1-1 0 0,1 0 1 0 0,-1 0 0 0 0,1 1 0 0 0,-1-1 0 0 0,1 0-1 0 0,-1 1 1 0 0,0-1 0 0 0,1 0 0 0 0,-1 1 0 0 0,0-1-1 0 0,0 1 1 0 0,1-1 0 0 0,-2 0 0 0 0,1 0 10 0 0,0-1 0 0 0,0 0 1 0 0,0 1-1 0 0,0-1 0 0 0,1 0 0 0 0,-1 0 1 0 0,1 1-1 0 0,-1-1 0 0 0,1 0 0 0 0,0 0 1 0 0,-1 0-1 0 0,1 0 0 0 0,0 1 0 0 0,0-1 1 0 0,1 0-1 0 0,-1 0 0 0 0,1-2 1 0 0,-1-3 23 0 0,0 6 27 0 0,-1 3-7 0 0,8 5-40 0 0,-1-2-30 0 0,0 0 0 0 0,1 1 0 0 0,-2 0 0 0 0,1 0 0 0 0,-1 0 0 0 0,0 1 0 0 0,0 0 0 0 0,0 0 0 0 0,-1 0 0 0 0,5 13 0 0 0,32 91-109 0 0,-23-56 161 0 0,73 156 385 0 0,-91-209-430 0 0,2 2-114 0 0,-1 1 1 0 0,1 0 0 0 0,-1-1 0 0 0,1 0 0 0 0,0 1 0 0 0,1-1 0 0 0,4 7 0 0 0,-5-10 36 0 0,-1 0 0 0 0,0 0 0 0 0,1 0-1 0 0,-1 0 1 0 0,1-1 0 0 0,0 1 0 0 0,-1 0 0 0 0,1-1 0 0 0,-1 1 0 0 0,1-1 0 0 0,0 0 0 0 0,-1 0 0 0 0,1 1-1 0 0,0-1 1 0 0,-1 0 0 0 0,1 0 0 0 0,0-1 0 0 0,-1 1 0 0 0,1 0 0 0 0,0 0 0 0 0,-1-1 0 0 0,1 1 0 0 0,0-1 0 0 0,2-1-1 0 0,10-4-930 0 0,1 0 0 0 0,-1-1 0 0 0,0-1 0 0 0,19-15 0 0 0,5-11-3244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5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2081 0 0,'-134'27'7433'0'0,"56"-12"-6395"0"0,46-4-558 0 0,27-9-27 0 0,5-2-391 0 0,-1 0 0 0 0,1 0 0 0 0,0-1 0 0 0,0 1 0 0 0,0 0 0 0 0,0 0 0 0 0,0 0 0 0 0,0 0 1 0 0,0-1-1 0 0,0 1 0 0 0,0 0 0 0 0,-1 0 0 0 0,1-1 0 0 0,0 1 0 0 0,0 0 0 0 0,0 0 0 0 0,0 0 0 0 0,0-1 0 0 0,0 1 0 0 0,0 0 0 0 0,0 0 0 0 0,1 0 0 0 0,-1-1 0 0 0,0 1 0 0 0,0 0 0 0 0,0 0 0 0 0,0-1 0 0 0,0 1 0 0 0,0 0 0 0 0,0 0 0 0 0,0 0 0 0 0,1 0 0 0 0,-1-1 0 0 0,0 1 0 0 0,0 0 0 0 0,0 0 0 0 0,0 0 0 0 0,0 0 0 0 0,1 0 0 0 0,-1-1 0 0 0,0 1 0 0 0,0 0 0 0 0,0 0 1 0 0,1 0-1 0 0,-1 0 0 0 0,0 0 0 0 0,0 0 0 0 0,0 0 0 0 0,1 0 0 0 0,-1 0 0 0 0,0 0 0 0 0,0 0 0 0 0,1 0 0 0 0,-1 0 0 0 0,0 0 0 0 0,0 0 0 0 0,0 0 0 0 0,1 0 0 0 0,-1 0 0 0 0,138 8 205 0 0,565 18 280 0 0,-629-25-1695 0 0,145-15 1 0 0,-128 0-1881 0 0,-22-5-947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6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1 560 0 0,'0'40'6083'0'0,"-32"7"-1761"0"0,0-6-3121 0 0,32-6-801 0 0,0 12 160 0 0,64 20 801 0 0,-32 8-401 0 0,0-22-640 0 0,0-6-240 0 0,32-18 0 0 0,-32-11-480 0 0,0-10-961 0 0,64-16-1120 0 0,-32-19-400 0 0,26 1-1921 0 0,-58-1 1200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6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97 304 2561 0 0,'-8'1'907'0'0,"1"0"0"0"0,-1 0 0 0 0,1-1 1 0 0,-1 0-1 0 0,-13-2 0 0 0,16 1 293 0 0,0 1-506 0 0,-17 0-201 0 0,22 0-477 0 0,0 0 0 0 0,-1 0 0 0 0,1 0-1 0 0,0-1 1 0 0,-1 1 0 0 0,1 0-1 0 0,0 0 1 0 0,0 0 0 0 0,-1 0-1 0 0,1 0 1 0 0,0-1 0 0 0,0 1 0 0 0,-1 0-1 0 0,1 0 1 0 0,0-1 0 0 0,0 1-1 0 0,0 0 1 0 0,0 0 0 0 0,-1-1 0 0 0,1 1-1 0 0,0 0 1 0 0,0 0 0 0 0,0-1-1 0 0,0 1 1 0 0,0 0 0 0 0,0-1 0 0 0,0 1-1 0 0,-1 0 1 0 0,1 0 0 0 0,0-1-1 0 0,0 1 1 0 0,0 0 0 0 0,0-1-1 0 0,0 1 1 0 0,1 0 0 0 0,-1-1 0 0 0,0 1-1 0 0,0 0 1 0 0,0-1 0 0 0,0 1-1 0 0,0 0 1 0 0,0 0 0 0 0,0-1 0 0 0,1 1-1 0 0,-1 0 1 0 0,0 0 0 0 0,0-1-1 0 0,0 1 1 0 0,1 0 0 0 0,-1 0-1 0 0,0 0 1 0 0,0-1 0 0 0,0 1 0 0 0,1 0-1 0 0,-1 0 1 0 0,0 0 0 0 0,1 0-1 0 0,-1-1 1 0 0,0 1 0 0 0,0 0 0 0 0,1 0-1 0 0,11-8 133 0 0,0-1 0 0 0,-1 0 0 0 0,0-1 0 0 0,0 0 0 0 0,-1-1 0 0 0,16-23 0 0 0,36-35 97 0 0,-59 66-238 0 0,-1 2 1 0 0,0-1 0 0 0,0 0-1 0 0,0 0 1 0 0,0 0 0 0 0,0 0 0 0 0,0 0 0 0 0,0 0 0 0 0,0 0 0 0 0,-1-1 0 0 0,1 1 0 0 0,-1 0 0 0 0,0-1 0 0 0,0 1 0 0 0,0-1 0 0 0,0 0 0 0 0,0 1-1 0 0,-1-1 1 0 0,1 0 0 0 0,-1 0 0 0 0,1-4 0 0 0,-1 5 4 0 0,0 0 0 0 0,0 0 1 0 0,0 1-1 0 0,0-1 0 0 0,1 0 0 0 0,-1 0 0 0 0,1 0 0 0 0,-1 1 0 0 0,1-1 0 0 0,0 0 0 0 0,0 1 0 0 0,0-1 1 0 0,-1 0-1 0 0,1 1 0 0 0,1-1 0 0 0,-1 1 0 0 0,0 0 0 0 0,0-1 0 0 0,2 0 0 0 0,-1 0 12 0 0,-1 1 0 0 0,1-1 0 0 0,-1 1 0 0 0,0-1 0 0 0,1 0 0 0 0,-1 1 0 0 0,0-1 0 0 0,0 0-1 0 0,0 0 1 0 0,-1 0 0 0 0,1 0 0 0 0,0 0 0 0 0,-1 0 0 0 0,1 0 0 0 0,-1 0 0 0 0,1 0 0 0 0,-1 0 0 0 0,0 0 0 0 0,0-3 0 0 0,1 24 451 0 0,0-1 1 0 0,2 0-1 0 0,0 0 1 0 0,1 0-1 0 0,9 26 1 0 0,44 92 216 0 0,-37-92-562 0 0,-1 1 0 0 0,15 58 0 0 0,-29-78-130 0 0,-5-21-20 0 0,1 1 0 0 0,-1-1 0 0 0,1 0 0 0 0,1 0 0 0 0,-1 0 0 0 0,0 0 0 0 0,1 0 0 0 0,0 0 0 0 0,0 0 0 0 0,0 0 0 0 0,0 0 0 0 0,1-1 0 0 0,5 7 0 0 0,-8-10-9 0 0,0 0 1 0 0,0 0 0 0 0,0 1 0 0 0,0-1 0 0 0,0 0 0 0 0,1 0 0 0 0,-1 1 0 0 0,0-1-1 0 0,0 0 1 0 0,0 0 0 0 0,1 0 0 0 0,-1 0 0 0 0,0 1 0 0 0,0-1 0 0 0,1 0-1 0 0,-1 0 1 0 0,0 0 0 0 0,0 0 0 0 0,1 0 0 0 0,-1 0 0 0 0,0 0 0 0 0,0 0 0 0 0,1 0-1 0 0,-1 0 1 0 0,0 1 0 0 0,0-1 0 0 0,1-1 0 0 0,-1 1 0 0 0,0 0 0 0 0,1 0 0 0 0,-1 0-1 0 0,0 0 1 0 0,0 0 0 0 0,1 0 0 0 0,-1 0 0 0 0,0 0 0 0 0,0 0 0 0 0,1 0 0 0 0,-1-1-1 0 0,0 1 1 0 0,0 0 0 0 0,0 0 0 0 0,1 0 0 0 0,-1 0 0 0 0,0-1 0 0 0,27-21-3214 0 0,5-22-1894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7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15 3442 0 0,'-23'9'3546'0'0,"17"-7"-3077"0"0,0 0 0 0 0,1 0 0 0 0,0 1 0 0 0,-1 0 0 0 0,1 0 0 0 0,-8 6 0 0 0,9-7-400 0 0,2-2-37 0 0,1 1-1 0 0,-1-1 1 0 0,1 1-1 0 0,-1 0 1 0 0,1-1-1 0 0,-1 1 1 0 0,1 0-1 0 0,0 0 1 0 0,-1 0 0 0 0,1 0-1 0 0,0 0 1 0 0,0 1-1 0 0,0-1 1 0 0,0 0-1 0 0,-2 3 1 0 0,9-4 488 0 0,45-7 659 0 0,74 0-1 0 0,-25 2-600 0 0,203-14 86 0 0,-131 10-2235 0 0,-76-4-4352 0 0,-96 13 5868 0 0,-1 0-1 0 0,1 0 1 0 0,0 0 0 0 0,0 0-1 0 0,0 0 1 0 0,0 0-1 0 0,0 0 1 0 0,0 0 0 0 0,0 0-1 0 0,0-1 1 0 0,-1 1 0 0 0,1 0-1 0 0,0 0 1 0 0,0 0 0 0 0,0 0-1 0 0,0 0 1 0 0,0 0-1 0 0,0 0 1 0 0,0-1 0 0 0,0 1-1 0 0,0 0 1 0 0,0 0 0 0 0,0 0-1 0 0,0 0 1 0 0,0 0-1 0 0,0 0 1 0 0,0-1 0 0 0,0 1-1 0 0,0 0 1 0 0,0 0 0 0 0,0 0-1 0 0,0 0 1 0 0,0 0-1 0 0,0 0 1 0 0,0-1 0 0 0,0 1-1 0 0,0 0 1 0 0,0 0 0 0 0,0 0-1 0 0,0 0 1 0 0,0 0-1 0 0,0 0 1 0 0,1 0 0 0 0,-1-1-1 0 0,0 1 1 0 0,0 0 0 0 0,0 0-1 0 0,0 0 1 0 0,0 0 0 0 0,0 0-1 0 0,0 0 1 0 0,1 0-1 0 0,-28-2-2718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7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1 960 0 0,'-64'20'5843'0'0,"0"0"-3442"0"0,64-5-2081 0 0,-32-9 81 0 0,32 0 959 0 0,32-12-960 0 0,32 6 161 0 0,122 6 559 0 0,102 0-159 0 0,-64 2-641 0 0,-38-8-720 0 0,-26 12-1041 0 0,0 3-1280 0 0,-32-9-3442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1521 0 0,'32'0'2081'0'0,"0"-7"-561"0"0,0 7-1520 0 0,32-6-1120 0 0,-32 6-561 0 0,32-8-80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8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2001 0 0,'0'9'2561'0'0,"0"-3"320"0"0,32-6-2320 0 0,0 0-561 0 0,0 0-961 0 0,0 0-800 0 0,32-6-400 0 0,-64-9 0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3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3362 0 0,'32'53'4562'0'0,"0"-33"-4722"0"0,32-26-4483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41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27 3522 0 0,'0'20'5602'0'0,"-32"15"-4241"0"0,0-3-1521 0 0,32-5 0 0 0,32-19 240 0 0,0-16 0 0 0,0 2-240 0 0,32-21-641 0 0,26-20-2640 0 0,6-14-1762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4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227 310 1521 0 0,'-68'-3'7065'0'0,"49"0"-6451"0"0,36 2-757 0 0,-26 0 286 0 0,1-1-1 0 0,-1-1 0 0 0,0 0 1 0 0,1 0-1 0 0,-1-1 0 0 0,1 0 0 0 0,0 0 1 0 0,-9-7-1 0 0,16 11-124 0 0,1-1 0 0 0,-1 1 0 0 0,1-1 0 0 0,-1 0 0 0 0,1 1 0 0 0,-1-1 0 0 0,1 0 0 0 0,-1 1 0 0 0,1-1 0 0 0,0 0 0 0 0,-1 1 0 0 0,1-1 0 0 0,0 0 0 0 0,0 0 0 0 0,-1 0 0 0 0,1 1 0 0 0,0-1 0 0 0,0 0 0 0 0,0 0 0 0 0,0 0 0 0 0,0-1 0 0 0,-4-13 213 0 0,-4 5-128 0 0,6 8-52 0 0,0 0 0 0 0,1 0 0 0 0,-1 0 0 0 0,0 0 0 0 0,1 0-1 0 0,0-1 1 0 0,-1 1 0 0 0,1-1 0 0 0,0 1 0 0 0,0-1 0 0 0,1 1 0 0 0,-1-1 0 0 0,0 0-1 0 0,1 1 1 0 0,0-1 0 0 0,-1 0 0 0 0,1 0 0 0 0,0 1 0 0 0,1-4 0 0 0,-1-131 2817 0 0,0 449-1895 0 0,-1-311-973 0 0,1 0 0 0 0,-1 0 0 0 0,0 0 0 0 0,1 0 0 0 0,-1 0 0 0 0,0 0 0 0 0,1 0 0 0 0,-1-1 0 0 0,0 1 0 0 0,0 0 0 0 0,0 0 0 0 0,0-1 0 0 0,0 1 0 0 0,0-1 0 0 0,0 1 0 0 0,0-1 0 0 0,0 1 0 0 0,0-1 0 0 0,0 1 0 0 0,0-1 0 0 0,-2 0 0 0 0,-3 3 0 0 0,5-2 19 0 0,0 0 0 0 0,0 0 0 0 0,1 0 0 0 0,-1 1 0 0 0,0-1 0 0 0,1 0 0 0 0,-1 0 0 0 0,1 1 0 0 0,-1-1 0 0 0,1 1 0 0 0,0-1 0 0 0,0 0 0 0 0,-1 1-1 0 0,1-1 1 0 0,0 1 0 0 0,0-1 0 0 0,0 1 0 0 0,1-1 0 0 0,-1 0 0 0 0,0 1 0 0 0,1 1 0 0 0,0 4 45 0 0,-1 5-64 0 0,5-5 0 0 0,19 2 9 0 0,1-1 1 0 0,0-2 0 0 0,0 0-1 0 0,0-2 1 0 0,1 0 0 0 0,-1-2-1 0 0,29-1 1 0 0,13-3-2 0 0,112-17 0 0 0,-153 15 20 0 0,0-1 1 0 0,0-1-1 0 0,-1-1 1 0 0,43-19-1 0 0,-60 23-15 0 0,-1-1 0 0 0,1 0 0 0 0,-1-1-1 0 0,0 1 1 0 0,0-2 0 0 0,-1 1 0 0 0,1-1 0 0 0,-1 0 0 0 0,-1 0 0 0 0,1 0 0 0 0,-1-1 0 0 0,0 0-1 0 0,0 0 1 0 0,-1 0 0 0 0,0-1 0 0 0,0 1 0 0 0,-1-1 0 0 0,4-13 0 0 0,-5 14-5 0 0,-2-1-1 0 0,1 1 1 0 0,-1 0 0 0 0,0-1 0 0 0,0 1-1 0 0,-1-1 1 0 0,0 1 0 0 0,-1 0 0 0 0,1 0 0 0 0,-1 0-1 0 0,-1 0 1 0 0,1 0 0 0 0,-1 0 0 0 0,0 0 0 0 0,-1 1-1 0 0,-6-10 1 0 0,-14-32-47 0 0,22 41 54 0 0,-1 1 1 0 0,0-1-1 0 0,0 1 0 0 0,0 0 0 0 0,-1 1 1 0 0,0-1-1 0 0,0 0 0 0 0,-1 1 0 0 0,1 0 1 0 0,-1 0-1 0 0,0 1 0 0 0,-1-1 0 0 0,-7-5 1 0 0,8 4 10 0 0,5 8-21 0 0,1-1 0 0 0,-1 1 0 0 0,1-1 0 0 0,0 1 0 0 0,0-1 0 0 0,0 1 0 0 0,0-1 0 0 0,0 1 1 0 0,0-1-1 0 0,0 0 0 0 0,0 1 0 0 0,0-1 0 0 0,1 0 0 0 0,1 2 0 0 0,18 18 26 0 0,23 45 191 0 0,-3 1 1 0 0,49 110-1 0 0,-61-108-166 0 0,7 17-324 0 0,91 157 0 0 0,-110-215-195 0 0,0 0 1 0 0,13 35-1 0 0,-25-50-352 0 0,-5-12 674 0 0,0 0 1 0 0,0 0-1 0 0,0 0 1 0 0,1 0-1 0 0,-1 0 1 0 0,1 0-1 0 0,-1 0 1 0 0,0 0-1 0 0,1 0 1 0 0,0 0-1 0 0,-1 0 1 0 0,1-1-1 0 0,-1 1 1 0 0,1 0-1 0 0,0 0 1 0 0,0-1-1 0 0,1 2 1 0 0,31-2-3212 0 0,52-12-2557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46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64 100 1361 0 0,'0'0'87'0'0,"0"-1"1"0"0,0 1 0 0 0,0-1-1 0 0,0 0 1 0 0,1 1 0 0 0,-1-1 0 0 0,0 1-1 0 0,0-1 1 0 0,1 1 0 0 0,-1-1-1 0 0,1 1 1 0 0,-1-1 0 0 0,0 1-1 0 0,1-1 1 0 0,-1 1 0 0 0,1-1-1 0 0,-1 1 1 0 0,1 0 0 0 0,-1-1 0 0 0,1 1-1 0 0,-1 0 1 0 0,1-1 0 0 0,-1 1-1 0 0,1 0 1 0 0,0 0 0 0 0,-1 0-1 0 0,1-1 1 0 0,-1 1 0 0 0,1 0 0 0 0,0 0-1 0 0,-1 0 1 0 0,2 0 0 0 0,-2 0-29 0 0,1 0 0 0 0,0 0 0 0 0,0 0 1 0 0,-1 0-1 0 0,1 0 0 0 0,0 0 0 0 0,-1-1 1 0 0,1 1-1 0 0,0 0 0 0 0,-1 0 1 0 0,1-1-1 0 0,0 1 0 0 0,-1 0 0 0 0,1-1 1 0 0,-1 1-1 0 0,1-1 0 0 0,-1 1 0 0 0,1-1 1 0 0,-1 1-1 0 0,1-1 0 0 0,-1 1 0 0 0,1-1 1 0 0,-1 1-1 0 0,0-1 0 0 0,1 1 0 0 0,-1-1 1 0 0,0 0-1 0 0,1 1 0 0 0,-1-1 0 0 0,0 0 1 0 0,0 1-1 0 0,0-1 0 0 0,1-1 1 0 0,0 0 40 0 0,-1 1 0 0 0,1-1 0 0 0,0 0 0 0 0,1 1 1 0 0,-1-1-1 0 0,0 1 0 0 0,0-1 0 0 0,1 1 0 0 0,-1 0 1 0 0,1-1-1 0 0,-1 1 0 0 0,1 0 0 0 0,0 0 1 0 0,-1 0-1 0 0,1 0 0 0 0,2 0 0 0 0,35-16 384 0 0,14 6-544 0 0,100-9 0 0 0,-128 19 60 0 0,-1 1 0 0 0,1 1 0 0 0,0 1 0 0 0,-1 1 0 0 0,1 2 0 0 0,30 9 0 0 0,-51-13 21 0 0,0 1 0 0 0,0-1 0 0 0,0 1 0 0 0,-1 0-1 0 0,1 0 1 0 0,-1 1 0 0 0,1-1 0 0 0,2 4 0 0 0,28 17 125 0 0,-26-18-114 0 0,-1-3-14 0 0,-1 1 1 0 0,0 0 0 0 0,0 1-1 0 0,-1 0 1 0 0,1-1 0 0 0,-1 2-1 0 0,0-1 1 0 0,0 1 0 0 0,0 0-1 0 0,-1 0 1 0 0,1 0 0 0 0,-1 0-1 0 0,4 8 1 0 0,24 60 208 0 0,-31-70-221 0 0,0 0-1 0 0,0 0 1 0 0,0 0 0 0 0,0 1-1 0 0,0-1 1 0 0,-1 0 0 0 0,0 0-1 0 0,1 1 1 0 0,-1-1 0 0 0,0 0 0 0 0,-1 1-1 0 0,1-1 1 0 0,-1 0 0 0 0,1 0-1 0 0,-1 0 1 0 0,0 1 0 0 0,0-1-1 0 0,0 0 1 0 0,-1 0 0 0 0,1 0 0 0 0,-4 4-1 0 0,-4 20 43 0 0,18 6 13 0 0,-7-31-56 0 0,-1 1 1 0 0,0 0-1 0 0,0-1 1 0 0,0 1-1 0 0,0 0 1 0 0,0 0-1 0 0,0 0 1 0 0,-1 0 0 0 0,1 0-1 0 0,-1 0 1 0 0,0-1-1 0 0,0 1 1 0 0,0 0-1 0 0,0 0 1 0 0,-1 0-1 0 0,1 0 1 0 0,-2 4-1 0 0,-1 4 41 0 0,-1 1-1 0 0,0-1 0 0 0,-1 0 0 0 0,0-1 0 0 0,-1 1 0 0 0,0-1 0 0 0,0 0 1 0 0,-1 0-1 0 0,-1-1 0 0 0,1 0 0 0 0,-1 0 0 0 0,-14 11 0 0 0,5-9 236 0 0,-1-1 1 0 0,0-1-1 0 0,-25 10 0 0 0,-15 8 288 0 0,7 5 126 0 0,42-24-622 0 0,-1-1 1 0 0,0-1-1 0 0,-1 0 0 0 0,0 0 0 0 0,0-1 1 0 0,0 0-1 0 0,0-1 0 0 0,-1 0 1 0 0,1-1-1 0 0,-1-1 0 0 0,-15 2 0 0 0,-6-2 139 0 0,-1-2 0 0 0,-42-5 0 0 0,62 4-133 0 0,-1-1 0 0 0,0-1 0 0 0,1 0 0 0 0,0-1 0 0 0,-1 0 0 0 0,1-1 0 0 0,-19-10 0 0 0,1-17 161 0 0,32 31-237 0 0,-1 1 0 0 0,1 0 0 0 0,0-1 0 0 0,-1 1 0 0 0,1 0 0 0 0,0-1 0 0 0,0 1 0 0 0,-1 0 0 0 0,1-1 0 0 0,0 1 0 0 0,0-1 0 0 0,0 1 0 0 0,-1 0 0 0 0,1-1 0 0 0,0 1 0 0 0,0-1 0 0 0,0 1 0 0 0,0-1 0 0 0,0 1 0 0 0,0-1 0 0 0,0 1 0 0 0,0 0 0 0 0,0-1 0 0 0,0 1 0 0 0,0-1 0 0 0,0 1 0 0 0,0-1 0 0 0,1 1 0 0 0,-1 0 0 0 0,0-1 0 0 0,0 1 0 0 0,0-1 0 0 0,1 1 0 0 0,-1 0 0 0 0,0-1 0 0 0,0 1 0 0 0,1 0 0 0 0,-1-1 0 0 0,1 0 0 0 0,6-6-5 0 0,-5 5-7 0 0,0 1-1 0 0,-1 0 0 0 0,1-1 0 0 0,-1 1 1 0 0,0-1-1 0 0,1 0 0 0 0,-1 1 0 0 0,0-1 1 0 0,0 0-1 0 0,0 0 0 0 0,0 0 0 0 0,0 0 1 0 0,-1 1-1 0 0,1-1 0 0 0,-1 0 0 0 0,1-1 1 0 0,-1 1-1 0 0,1-3 0 0 0,0 2 0 0 0,0 0-1 0 0,0 0 0 0 0,1 1 1 0 0,-1-1-1 0 0,1 1 1 0 0,-1-1-1 0 0,1 1 1 0 0,0-1-1 0 0,0 1 1 0 0,0 0-1 0 0,1 0 0 0 0,-1 0 1 0 0,0 0-1 0 0,1 0 1 0 0,-1 1-1 0 0,1-1 1 0 0,0 1-1 0 0,-1-1 1 0 0,1 1-1 0 0,0 0 0 0 0,4-1 1 0 0,7-3-32 0 0,-1 0 0 0 0,1 1 0 0 0,23-4 0 0 0,-28 8 42 0 0,0-1 1 0 0,1 1-1 0 0,-1 1 1 0 0,1 0-1 0 0,-1 0 1 0 0,0 1-1 0 0,0 0 1 0 0,0 1-1 0 0,0 0 0 0 0,10 4 1 0 0,10 8 105 0 0,44 27 1 0 0,-58-33-45 0 0,17 10 58 0 0,-12-8-38 0 0,-1 0 0 0 0,1 2 1 0 0,-2 0-1 0 0,0 2 0 0 0,26 25 1 0 0,-23-6-697 0 0,-9-27-180 0 0,0 0 1 0 0,1 0-1 0 0,0-2 0 0 0,0 0 1 0 0,15 4-1 0 0,30 6-3381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4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1761 0 0,'0'-1'6835'0'0,"0"-4"-5093"0"0,1 3-1656 0 0,0 1 0 0 0,0 0 0 0 0,-1-1 0 0 0,1 1 0 0 0,0 0 0 0 0,0 0 0 0 0,0 0 0 0 0,1 0 0 0 0,-1 0 0 0 0,0 0 1 0 0,0 0-1 0 0,1 0 0 0 0,-1 0 0 0 0,0 1 0 0 0,1-1 0 0 0,-1 0 0 0 0,1 1 0 0 0,1-1 0 0 0,34-12 647 0 0,-34 12-566 0 0,22-7 141 0 0,1 2 1 0 0,-1 1 0 0 0,1 1-1 0 0,0 1 1 0 0,0 2 0 0 0,34 1 0 0 0,198-2 624 0 0,404 50 1 0 0,-649-46-1027 0 0,234 36 478 0 0,-80-3-6013 0 0,-77-16-2175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0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2401 0 0,'-160'20'7724'0'0,"137"-20"-6759"0"0,41 2-463 0 0,-1 1-293 0 0,-1-2 0 0 0,1 0 0 0 0,-1 0 0 0 0,1-2 1 0 0,32-4-1 0 0,22-1-90 0 0,243-8-399 0 0,-108 17-1409 0 0,-71 1-1144 0 0,-98-3 138 0 0,-5 4-453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4962 0 0,'-32'0'3602'0'0,"0"14"-2642"0"0,32-2-800 0 0,0-3 161 0 0,64-9 319 0 0,96 18 160 0 0,122 10-159 0 0,-26-1-401 0 0,-64-1-160 0 0,26-5-160 0 0,-26-7-160 0 0,-32-22-401 0 0,-64 2-479 0 0,-32 0-881 0 0,-32 0-3442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73 5202 0 0,'-53'13'1841'0'0,"42"-7"-1294"0"0,11-5-373 0 0,-1-1-141 0 0,-1 0 0 0 0,0 0 0 0 0,0 0 0 0 0,0 0 0 0 0,0 0 0 0 0,0 1 0 0 0,0-1 0 0 0,1 0 0 0 0,-1 1 0 0 0,0 0 0 0 0,0-1-1 0 0,-1 2 1 0 0,2-2 19 0 0,-31 9 1375 0 0,53-9-1173 0 0,-16 0-14 0 0,-5 0-180 0 0,0-1 1 0 0,0 0 0 0 0,0 1 0 0 0,-1-1-1 0 0,1 0 1 0 0,0 0 0 0 0,0 1-1 0 0,0-1 1 0 0,0 0 0 0 0,0 0 0 0 0,0 0-1 0 0,0 1 1 0 0,0-1 0 0 0,1 0-1 0 0,-1 0 1 0 0,0 1 0 0 0,0-1 0 0 0,1 0-1 0 0,-1 1 1 0 0,0-1 0 0 0,1 0-1 0 0,-1 1 1 0 0,1-1 0 0 0,-1 0 0 0 0,1 1-1 0 0,-1-1 1 0 0,1 1 0 0 0,0-1-1 0 0,5-1 88 0 0,-5 2-122 0 0,0 0-1 0 0,-1 0 1 0 0,1 0 0 0 0,0 0 0 0 0,0 0 0 0 0,0 0 0 0 0,0-1 0 0 0,-1 1 0 0 0,1 0-1 0 0,0-1 1 0 0,0 1 0 0 0,0 0 0 0 0,-1-1 0 0 0,1 1 0 0 0,0-1 0 0 0,-1 1 0 0 0,1-1-1 0 0,0 0 1 0 0,-1 1 0 0 0,1-1 0 0 0,-1 0 0 0 0,1 1 0 0 0,-1-1 0 0 0,1 0 0 0 0,-1 0 0 0 0,1 1-1 0 0,-1-1 1 0 0,0 0 0 0 0,1 0 0 0 0,-1 0 0 0 0,0 1 0 0 0,0-1 0 0 0,0-2 0 0 0,1 3-15 0 0,-1-1 1 0 0,0 1-1 0 0,0-1 1 0 0,0 1 0 0 0,0-1-1 0 0,1 1 1 0 0,-1-1-1 0 0,0 0 1 0 0,0 1 0 0 0,1 0-1 0 0,-1-1 1 0 0,0 1 0 0 0,1-1-1 0 0,-1 1 1 0 0,1-1-1 0 0,-1 1 1 0 0,0 0 0 0 0,1-1-1 0 0,-1 1 1 0 0,1 0-1 0 0,-1-1 1 0 0,1 1 0 0 0,-1 0-1 0 0,1 0 1 0 0,0-1 0 0 0,-1 1-1 0 0,1 0 1 0 0,-1 0-1 0 0,1 0 1 0 0,-1 0 0 0 0,1 0-1 0 0,0 0 1 0 0,0 0-1 0 0,0 0-3 0 0,0 0-1 0 0,-1 0 0 0 0,1 0 0 0 0,0 0 0 0 0,-1 0 1 0 0,1 0-1 0 0,0-1 0 0 0,-1 1 0 0 0,1 0 0 0 0,0 0 1 0 0,-1-1-1 0 0,1 1 0 0 0,0 0 0 0 0,-1-1 0 0 0,1 1 0 0 0,-1 0 1 0 0,1-1-1 0 0,-1 1 0 0 0,1-1 0 0 0,-1 1 0 0 0,1-1 1 0 0,-1 1-1 0 0,1-1 0 0 0,-1 1 0 0 0,0-1 0 0 0,1 0 1 0 0,-1 1-1 0 0,0-1 0 0 0,1 0 0 0 0,-1 1 0 0 0,0-1 0 0 0,0 0 1 0 0,0 1-1 0 0,0-1 0 0 0,0 0 0 0 0,1 0-2 0 0,-1 1-1 0 0,0-1 1 0 0,0 1-1 0 0,0-1 1 0 0,0 1-1 0 0,0-1 1 0 0,0 1-1 0 0,1-1 1 0 0,-1 1-1 0 0,0-1 1 0 0,0 1-1 0 0,1-1 0 0 0,-1 1 1 0 0,0 0-1 0 0,1-1 1 0 0,-1 1-1 0 0,0-1 1 0 0,1 1-1 0 0,-1 0 1 0 0,1-1-1 0 0,-1 1 1 0 0,0 0-1 0 0,1 0 1 0 0,-1-1-1 0 0,1 1 1 0 0,-1 0-1 0 0,1 0 1 0 0,-1 0-1 0 0,1 0 1 0 0,-1 0-1 0 0,1-1 1 0 0,-1 1-1 0 0,1 0 1 0 0,-1 0-1 0 0,1 0 1 0 0,-1 0-1 0 0,2 1 0 0 0,-2-1-2 0 0,1 0 0 0 0,0 0 0 0 0,-1 0-1 0 0,1 0 1 0 0,0 0 0 0 0,-1 0 0 0 0,1-1-1 0 0,0 1 1 0 0,-1 0 0 0 0,1 0 0 0 0,0 0-1 0 0,-1-1 1 0 0,1 1 0 0 0,0 0 0 0 0,-1 0-1 0 0,1-1 1 0 0,-1 1 0 0 0,1-1 0 0 0,-1 1-1 0 0,1-1 1 0 0,-1 1 0 0 0,1-1 0 0 0,-1 1-1 0 0,1-1 1 0 0,-1 1 0 0 0,0-1 0 0 0,1 1-1 0 0,-1-1 1 0 0,0 0 0 0 0,0 1 0 0 0,1-1-1 0 0,-1 1 1 0 0,0-1 0 0 0,0 0 0 0 0,0 1-1 0 0,0-1 1 0 0,1 0 0 0 0,-1 1 0 0 0,-1-2-1 0 0,2 1-1 0 0,0 0 0 0 0,0 1 0 0 0,0-1 0 0 0,0 0 0 0 0,0 1 0 0 0,0-1 0 0 0,0 1 0 0 0,0-1 0 0 0,1 1 0 0 0,-1-1 0 0 0,0 1 0 0 0,0 0 0 0 0,0-1 0 0 0,0 1 0 0 0,1 0 0 0 0,-1 0 0 0 0,0 0 0 0 0,0 0 0 0 0,0 0 0 0 0,3 1 0 0 0,-3-1 0 0 0,4-5-13 0 0,-5 493 1200 0 0,0-484-1178 0 0,0 1 0 0 0,0-1-1 0 0,0 0 1 0 0,1 0 0 0 0,0 0-1 0 0,-1 0 1 0 0,1 0 0 0 0,0-1-1 0 0,1 1 1 0 0,-1 0 0 0 0,1 0-1 0 0,0-1 1 0 0,0 1 0 0 0,0-1-1 0 0,0 1 1 0 0,0-1 0 0 0,1 0-1 0 0,-1 0 1 0 0,1 0 0 0 0,0 0-1 0 0,6 4 1 0 0,-3-4 3 0 0,0 0 0 0 0,0 0 0 0 0,0-1 0 0 0,0 1-1 0 0,1-2 1 0 0,-1 1 0 0 0,1-1 0 0 0,-1 0 0 0 0,1 0 0 0 0,0-1 0 0 0,7 0 0 0 0,139-9 81 0 0,-82 3-80 0 0,-68 6-8 0 0,0 0 0 0 0,1-1 0 0 0,-1 1 0 0 0,0-1-1 0 0,0 0 1 0 0,0 0 0 0 0,0 0 0 0 0,0 0-1 0 0,0-1 1 0 0,-1 1 0 0 0,1-1 0 0 0,0 1 0 0 0,3-4-1 0 0,18-10-4 0 0,-18 13-4 0 0,0-1 0 0 0,-1 0 1 0 0,0 0-1 0 0,1 0 0 0 0,-1-1 0 0 0,0 0 0 0 0,-1 0 0 0 0,1 0 0 0 0,-1 0 1 0 0,0-1-1 0 0,0 0 0 0 0,0 0 0 0 0,-1 0 0 0 0,1 0 0 0 0,2-7 0 0 0,-2 2-6 0 0,0 1-1 0 0,-1-1 0 0 0,-1 0 0 0 0,1 0 0 0 0,-1-1 0 0 0,-1 1 0 0 0,0 0 0 0 0,-1-13 0 0 0,0 19 11 0 0,0 1 0 0 0,0-1 0 0 0,-1 1 0 0 0,0-1 0 0 0,0 1-1 0 0,0-1 1 0 0,0 1 0 0 0,0 0 0 0 0,-1-1 0 0 0,1 1 0 0 0,-1 0 0 0 0,-3-4 0 0 0,3 4 1 0 0,0 0 0 0 0,1 0 0 0 0,-1 0 0 0 0,0 0 0 0 0,1 0 1 0 0,0 0-1 0 0,0-1 0 0 0,0 1 0 0 0,0 0 0 0 0,0-1 0 0 0,1 1 0 0 0,-1-5 0 0 0,1-10 30 0 0,0 30-127 0 0,0 37 1 0 0,2-12 112 0 0,1-1 0 0 0,1 1-1 0 0,19 69 1 0 0,-14-74-1 0 0,-1 0 0 0 0,-2 0 0 0 0,-2 1 0 0 0,1 53 0 0 0,-3-50-64 0 0,1 0 0 0 0,14 59-1 0 0,-17-94 47 0 0,1 4-27 0 0,-1 0 0 0 0,1 0 0 0 0,-1 0 0 0 0,0 0 0 0 0,0 0 0 0 0,0 0 0 0 0,-1 0 0 0 0,0 0 0 0 0,0 0 0 0 0,0-1 0 0 0,0 1 0 0 0,-1 0 0 0 0,0 0 0 0 0,0-1 0 0 0,0 1 0 0 0,-4 5 0 0 0,2 1-837 0 0,7-8-1388 0 0,16-11-1973 0 0,-10 3 4370 0 0,49-19-2864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82 2241 0 0,'-1'2'191'0'0,"0"-1"0"0"0,0 1 0 0 0,1 0 1 0 0,-1-1-1 0 0,0 1 0 0 0,-1 0 0 0 0,1-1 0 0 0,0 1 0 0 0,0-1 0 0 0,-1 0 1 0 0,1 1-1 0 0,0-1 0 0 0,-1 0 0 0 0,0 0 0 0 0,1 0 0 0 0,-1 0 0 0 0,0 0 1 0 0,1 0-1 0 0,-3 0 0 0 0,-44 20 1072 0 0,33-16-613 0 0,-49 23 1418 0 0,125-38 2166 0 0,69 6-4104 0 0,-65 3 188 0 0,24 0-297 0 0,123-5 61 0 0,-187 4-629 0 0,0-1 1 0 0,-1-1 0 0 0,1-1-1 0 0,-1-2 1 0 0,-1 0-1 0 0,25-11 1 0 0,-46 18 359 0 0,0-1-1 0 0,-1 0 1 0 0,1 1-1 0 0,0-1 1 0 0,0 0-1 0 0,0 0 1 0 0,-1 0-1 0 0,1 0 1 0 0,-1 0-1 0 0,1 0 1 0 0,-1-1 0 0 0,1 1-1 0 0,-1 0 1 0 0,0-1-1 0 0,1 1 1 0 0,-1-1-1 0 0,0 0 1 0 0,0 1-1 0 0,0-1 1 0 0,0 0-1 0 0,0 0 1 0 0,-1 1 0 0 0,1-1-1 0 0,-1 0 1 0 0,1 0-1 0 0,-1 0 1 0 0,1 0-1 0 0,-1 0 1 0 0,0 0-1 0 0,0 0 1 0 0,0 0 0 0 0,0 0-1 0 0,0 0 1 0 0,-1 1-1 0 0,1-1 1 0 0,-1 0-1 0 0,0-3 1 0 0,-26-30-3615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3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5683 0 0,'0'67'3041'0'0,"0"9"-2721"0"0,-32-3-400 0 0,64-20 240 0 0,0-12 80 0 0,0-13-80 0 0,-7-9-160 0 0,7-11-480 0 0,32-16-800 0 0,-32 8-1362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539 147 160 0 0,'6'-4'4247'0'0,"12"-4"-3495"0"0,-10 5 1666 0 0,-15 5-2148 0 0,1-2 1 0 0,-1 1-1 0 0,1-1 0 0 0,-1 0 1 0 0,1 0-1 0 0,-12-2 0 0 0,16 1-228 0 0,-19 1 445 0 0,1 1 0 0 0,-1 1 0 0 0,-24 5 0 0 0,14-2-63 0 0,0 2 0 0 0,0 2 0 0 0,0 0 0 0 0,-57 28 1 0 0,74-30-361 0 0,1 0 1 0 0,0 2 0 0 0,0-1 0 0 0,1 1 0 0 0,0 1-1 0 0,1 1 1 0 0,0-1 0 0 0,0 2 0 0 0,1-1-1 0 0,1 1 1 0 0,0 1 0 0 0,1 0 0 0 0,-11 21 0 0 0,9-17-26 0 0,8-15-26 0 0,0 1 0 0 0,0-1 1 0 0,1 1-1 0 0,-1 0 1 0 0,1-1-1 0 0,-1 1 0 0 0,1 0 1 0 0,0 0-1 0 0,1 0 1 0 0,-1 0-1 0 0,0 0 1 0 0,1 0-1 0 0,-1 5 0 0 0,1-3 0 0 0,0-1 0 0 0,0 0-1 0 0,0 0 1 0 0,0 0-1 0 0,1 0 1 0 0,0 0-1 0 0,-1 0 1 0 0,1 0-1 0 0,1 0 1 0 0,-1 0 0 0 0,1 0-1 0 0,0 0 1 0 0,2 4-1 0 0,0-4-4 0 0,1 0 0 0 0,-1 0 0 0 0,1-1-1 0 0,-1 1 1 0 0,1-1 0 0 0,0-1 0 0 0,0 1-1 0 0,0 0 1 0 0,8 1 0 0 0,42 17 45 0 0,0-3 1 0 0,1-3-1 0 0,102 15 1 0 0,-54-18-81 0 0,123-2 0 0 0,-193-10 2 0 0,-1-2-1 0 0,0-1 1 0 0,-1-1 0 0 0,49-14 0 0 0,-70 16 8 0 0,-1-1 0 0 0,1-1 0 0 0,-1 0 0 0 0,0-1 0 0 0,0 0 0 0 0,-1 0 0 0 0,1-1 0 0 0,-1 0 1 0 0,0 0-1 0 0,-1-1 0 0 0,1-1 0 0 0,-2 1 0 0 0,1-1 0 0 0,-1-1 0 0 0,0 1 0 0 0,8-14 0 0 0,-14 19 6 0 0,0 1-1 0 0,0-1 1 0 0,0 0-1 0 0,0 0 1 0 0,0 0-1 0 0,0 0 1 0 0,-1 0-1 0 0,1 0 1 0 0,-1 0-1 0 0,0 0 1 0 0,0 0-1 0 0,0 0 1 0 0,0 0-1 0 0,-1 0 1 0 0,1 0-1 0 0,-1 0 1 0 0,0 0-1 0 0,0 0 1 0 0,0 0-1 0 0,0 0 1 0 0,0 0-1 0 0,-3-2 0 0 0,-3-6-35 0 0,0 0-1 0 0,-1 1 0 0 0,-1 1 0 0 0,-10-11 0 0 0,14 15 32 0 0,-31-28-78 0 0,-1 1 0 0 0,-2 2 0 0 0,-83-50 0 0 0,55 44-91 0 0,-123-48-1 0 0,161 71 24 0 0,-1 2 1 0 0,0 1-1 0 0,-1 2 0 0 0,0 1 0 0 0,-1 1 1 0 0,1 2-1 0 0,-47-1 0 0 0,41 12-1089 0 0,36-7 1219 0 0,1 0 1 0 0,-1 0 0 0 0,1 0-1 0 0,-1 0 1 0 0,1 0-1 0 0,-1 0 1 0 0,1 0-1 0 0,-1 1 1 0 0,1-1-1 0 0,-1 0 1 0 0,1 0 0 0 0,-1 1-1 0 0,1-1 1 0 0,0 0-1 0 0,-1 1 1 0 0,1-1-1 0 0,-1 0 1 0 0,1 1 0 0 0,0-1-1 0 0,-1 1 1 0 0,1-1-1 0 0,0 0 1 0 0,-1 1-1 0 0,1-1 1 0 0,0 1 0 0 0,0-1-1 0 0,0 1 1 0 0,-1-1-1 0 0,1 1 1 0 0,0-1-1 0 0,0 1 1 0 0,0-1 0 0 0,0 1-1 0 0,0-1 1 0 0,0 1-1 0 0,0 0 1 0 0,13 10-754 0 0,1-2 1 0 0,-1 1 0 0 0,21 8 0 0 0,-28-14 399 0 0,53 24-2469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9 1761 0 0,'-21'-2'1470'0'0,"8"-1"-675"0"0,-1 1 0 0 0,0 1 0 0 0,0 1 0 0 0,0 0 0 0 0,0 0 0 0 0,0 2 0 0 0,-22 4 0 0 0,36-6-735 0 0,0 0-1 0 0,1 0 0 0 0,-1 0 1 0 0,0 0-1 0 0,0 0 1 0 0,1 0-1 0 0,-1 0 1 0 0,0 1-1 0 0,1-1 1 0 0,-1 0-1 0 0,0 0 1 0 0,0 0-1 0 0,1 0 0 0 0,-1 0 1 0 0,0 1-1 0 0,0-1 1 0 0,1 0-1 0 0,-1 0 1 0 0,0 1-1 0 0,0-1 1 0 0,0 0-1 0 0,0 0 1 0 0,1 1-1 0 0,-1-1 0 0 0,0 0 1 0 0,0 0-1 0 0,0 1 1 0 0,0-1-1 0 0,0 0 1 0 0,0 1-1 0 0,0-1 1 0 0,1 0-1 0 0,-1 0 1 0 0,0 1-1 0 0,0-1 0 0 0,0 0 1 0 0,0 1-1 0 0,0-1 1 0 0,-1 0-1 0 0,1 1 1 0 0,0-1-1 0 0,0 0 1 0 0,0 0-1 0 0,0 1 1 0 0,0-1-1 0 0,0 0 0 0 0,0 0 1 0 0,-1 1-1 0 0,1-1 1 0 0,0 0-1 0 0,0 0 1 0 0,0 1-1 0 0,0-1 1 0 0,-1 0-1 0 0,1 0 1 0 0,0 1-1 0 0,0-1 1 0 0,-1 0-1 0 0,1 0 0 0 0,0 0 1 0 0,0 0-1 0 0,-1 0 1 0 0,1 1-1 0 0,0-1 1 0 0,-1 0-1 0 0,1 0 1 0 0,0 0-1 0 0,0 0 1 0 0,-1 0-1 0 0,71-2 417 0 0,78 0 48 0 0,705 72 317 0 0,-795-62-945 0 0,-26-3-96 0 0,1 0-1 0 0,-1-2 1 0 0,1-2-1 0 0,0 0 1 0 0,0-3-1 0 0,0-1 1 0 0,31-6-1 0 0,-63 9 140 0 0,-1-1 0 0 0,0 1 0 0 0,1 0 0 0 0,-1 0 0 0 0,0 0 0 0 0,1 0 0 0 0,-1-1 0 0 0,0 1 0 0 0,0 0 0 0 0,1 0 0 0 0,-1-1 0 0 0,0 1 0 0 0,0 0 0 0 0,1 0 0 0 0,-1-1 0 0 0,0 1 0 0 0,0 0 0 0 0,0-1 0 0 0,0 1 0 0 0,0 0 0 0 0,1-1 0 0 0,-1 1 0 0 0,0 0 0 0 0,0-1 0 0 0,0 1 0 0 0,0 0 0 0 0,0-1 0 0 0,0 1 0 0 0,0 0 1 0 0,0-1-1 0 0,0 1 0 0 0,0 0 0 0 0,0-1 0 0 0,-1 1 0 0 0,1 0 0 0 0,0-1 0 0 0,0 1 0 0 0,0 0 0 0 0,0-1 0 0 0,0 1 0 0 0,-1 0 0 0 0,1 0 0 0 0,0-1 0 0 0,0 1 0 0 0,0 0 0 0 0,-1 0 0 0 0,1-1 0 0 0,0 1 0 0 0,0 0 0 0 0,-1 0 0 0 0,1-1 0 0 0,0 1 0 0 0,-1 0 0 0 0,1 0 0 0 0,-1 0 27 0 0,-36-25-2154 0 0,-48-24-2280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5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1 960 0 0,'-26'108'8004'0'0,"-6"0"-4162"0"0,64-21-3042 0 0,-6-26-720 0 0,6-8 0 0 0,0-18-80 0 0,-32-29-1120 0 0,-32-12-1521 0 0,32-22-1841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6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97 223 3682 0 0,'-58'-53'3161'0'0,"57"53"-3149"0"0,0-1-1 0 0,0 0 1 0 0,1 0-1 0 0,-1 0 1 0 0,0 0-1 0 0,1 0 1 0 0,-1 0-1 0 0,1-1 1 0 0,0 1-1 0 0,-1 0 1 0 0,1 0 0 0 0,0 0-1 0 0,-1 0 1 0 0,1 0-1 0 0,0-1 1 0 0,0 1-1 0 0,0 0 1 0 0,0 0-1 0 0,0 0 1 0 0,0-1-1 0 0,0 1 1 0 0,1 0-1 0 0,-1 0 1 0 0,1-2 0 0 0,-1 2 27 0 0,1 0 1 0 0,-1 0 0 0 0,0 0-1 0 0,0 0 1 0 0,1 0 0 0 0,-1 0-1 0 0,0 0 1 0 0,0 0 0 0 0,0 0-1 0 0,0-1 1 0 0,-1 1 0 0 0,1 0-1 0 0,0 0 1 0 0,0 0 0 0 0,-1 0-1 0 0,1 0 1 0 0,0 0 0 0 0,-1 0-1 0 0,1 0 1 0 0,-1 0 0 0 0,1 0-1 0 0,-1 0 1 0 0,-1-1 0 0 0,-6-4 36 0 0,7 5-42 0 0,0 0 0 0 0,-1 0 0 0 0,1 0 0 0 0,0 0 0 0 0,-1 0 0 0 0,1 0 0 0 0,0-1 0 0 0,0 1 0 0 0,0 0 0 0 0,0-1 0 0 0,0 1 0 0 0,0-1 0 0 0,1 1 0 0 0,-1-1 0 0 0,0 1 0 0 0,1-1 0 0 0,-1 0 0 0 0,1 1 0 0 0,0-1 0 0 0,-1 0 0 0 0,1 1 0 0 0,0-1 0 0 0,0 0 0 0 0,0 1 0 0 0,0-4 0 0 0,1 4-24 0 0,-1 0-1 0 0,0 0 0 0 0,1 0 1 0 0,-1 0-1 0 0,1 0 1 0 0,-1 0-1 0 0,1 1 0 0 0,-1-1 1 0 0,1 0-1 0 0,0 0 1 0 0,-1 1-1 0 0,1-1 0 0 0,0 0 1 0 0,0 0-1 0 0,0 1 1 0 0,-1-1-1 0 0,1 1 1 0 0,0-1-1 0 0,0 1 0 0 0,0-1 1 0 0,0 1-1 0 0,0 0 1 0 0,1-1-1 0 0,32-9 77 0 0,-22 7-11 0 0,17-6-29 0 0,0 1-1 0 0,1 1 1 0 0,-1 2-1 0 0,1 1 1 0 0,52-1 0 0 0,-68 5-48 0 0,-1 1 1 0 0,1 1 0 0 0,-1 0 0 0 0,1 1-1 0 0,-1 0 1 0 0,0 1 0 0 0,0 0 0 0 0,0 1-1 0 0,0 1 1 0 0,-1 0 0 0 0,0 1 0 0 0,0 0-1 0 0,-1 1 1 0 0,0 0 0 0 0,12 11-1 0 0,-7-3 6 0 0,-1 1 0 0 0,-1 1 0 0 0,24 37 0 0 0,-31-45 18 0 0,-2 0 1 0 0,1 1-1 0 0,-1-1 1 0 0,-1 1-1 0 0,0 1 1 0 0,-1-1-1 0 0,0 0 1 0 0,0 1-1 0 0,1 21 1 0 0,-4-21-9 0 0,1-5 19 0 0,-1 0 0 0 0,1 0 0 0 0,-1 0 0 0 0,-1 1-1 0 0,1-1 1 0 0,-1 0 0 0 0,-1 0 0 0 0,1 0 0 0 0,-1 0 0 0 0,-1 0 0 0 0,1-1 0 0 0,-1 1 0 0 0,0-1-1 0 0,0 1 1 0 0,-1-1 0 0 0,-5 7 0 0 0,4-7 25 0 0,-1 0-1 0 0,1 0 1 0 0,-1-1-1 0 0,0 0 0 0 0,-1 0 1 0 0,1 0-1 0 0,-1-1 1 0 0,0 0-1 0 0,0 0 1 0 0,-15 5-1 0 0,10-6-37 0 0,0 0 1 0 0,-1-2-1 0 0,1 1 0 0 0,-1-1 0 0 0,1-1 1 0 0,-16-1-1 0 0,-2-1 9 0 0,0-1 0 0 0,1-1 0 0 0,-1-1-1 0 0,1-2 1 0 0,-52-19 0 0 0,53 18-2 0 0,18 6-20 0 0,1-1 1 0 0,-1 0-1 0 0,1-1 1 0 0,0 0-1 0 0,0-1 0 0 0,0 1 1 0 0,1-2-1 0 0,-14-9 1 0 0,-36-31 125 0 0,57 46-133 0 0,1 0 1 0 0,0-1-1 0 0,0 1 0 0 0,-1 0 1 0 0,1 0-1 0 0,0 0 0 0 0,0-1 0 0 0,-1 1 1 0 0,1 0-1 0 0,0-1 0 0 0,0 1 1 0 0,0 0-1 0 0,-1 0 0 0 0,1-1 1 0 0,0 1-1 0 0,0 0 0 0 0,0-1 0 0 0,0 1 1 0 0,0 0-1 0 0,0-1 0 0 0,0 1 1 0 0,0 0-1 0 0,0-1 0 0 0,0 1 1 0 0,0 0-1 0 0,0-1 0 0 0,0 1 0 0 0,0-1 1 0 0,0 1-1 0 0,0 0 0 0 0,0-1 1 0 0,0 1-1 0 0,0 0 0 0 0,0 0 1 0 0,0-1-1 0 0,1 1 0 0 0,-1 0 0 0 0,0-1 1 0 0,0 1-1 0 0,1-1 0 0 0,14-5 4 0 0,-2-1-87 0 0,-7 5 17 0 0,9 3 108 0 0,-1 0 1 0 0,1 1 0 0 0,-1 1-1 0 0,1 0 1 0 0,-1 1 0 0 0,0 0-1 0 0,0 1 1 0 0,0 1 0 0 0,22 13-1 0 0,37 21 465 0 0,125 90 0 0 0,-193-126-562 0 0,-1 0 1 0 0,1 0-1 0 0,0-1 0 0 0,1 0 0 0 0,-1 0 0 0 0,1 0 0 0 0,-1 0 0 0 0,1-1 1 0 0,0 0-1 0 0,0 0 0 0 0,0-1 0 0 0,7 1 0 0 0,-10-2-124 0 0,0 0 0 0 0,-1-1 0 0 0,1 0-1 0 0,0 0 1 0 0,0 0 0 0 0,0 0 0 0 0,0 0 0 0 0,-1 0-1 0 0,1-1 1 0 0,0 1 0 0 0,-1-1 0 0 0,0 0 0 0 0,1 0-1 0 0,-1 0 1 0 0,0 0 0 0 0,0 0 0 0 0,0 0 0 0 0,0-1-1 0 0,0 1 1 0 0,-1-1 0 0 0,3-4 0 0 0,3-1-848 0 0,1 0 0 0 0,-1 1 0 0 0,18-14 1 0 0,-13 11-43 0 0,20-16-1599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6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47 2961 0 0,'-12'3'-78'0'0,"-23"6"6928"0"0,32-6-3398 0 0,22-4-2657 0 0,216-4 200 0 0,-81 6-1738 0 0,-112-3-1371 0 0,70-12 1 0 0,-106 13 1492 0 0,-5 1 481 0 0,0 0-1 0 0,0 1 1 0 0,0-1-1 0 0,0 0 1 0 0,0-1 0 0 0,0 1-1 0 0,0 0 1 0 0,0 0-1 0 0,0 0 1 0 0,0 0-1 0 0,-1-1 1 0 0,1 1 0 0 0,0-1-1 0 0,0 1 1 0 0,0 0-1 0 0,0-1 1 0 0,-1 1 0 0 0,1-1-1 0 0,0 0 1 0 0,0 1-1 0 0,-1-1 1 0 0,1 0-1 0 0,0 1 1 0 0,-1-1 0 0 0,1 0-1 0 0,-1 0 1 0 0,1 1-1 0 0,-1-1 1 0 0,1 0 0 0 0,-1 0-1 0 0,0 0 1 0 0,1 0-1 0 0,-1 0 1 0 0,0 1-1 0 0,0-1 1 0 0,1-2 0 0 0,-1-16-2848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7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6243 0 0,'-32'115'4722'0'0,"0"-14"-3441"0"0,64-13-881 0 0,64-8 160 0 0,-32-11 320 0 0,0-22-479 0 0,0-15-1442 0 0,0-17-1840 0 0,-32-22-1921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88 2001 0 0,'13'-4'435'0'0,"-9"3"-247"0"0,0 0 1 0 0,0-1-1 0 0,0 1 0 0 0,0-1 1 0 0,0 0-1 0 0,0 0 0 0 0,5-4 1 0 0,-7 5 38 0 0,-1-1 1 0 0,0 0 0 0 0,1 1 0 0 0,-1-1 0 0 0,0 0-1 0 0,0 0 1 0 0,0 0 0 0 0,0 0 0 0 0,0 0-1 0 0,-1 0 1 0 0,1 0 0 0 0,-1 0 0 0 0,1-1 0 0 0,-1 1-1 0 0,0 0 1 0 0,0 0 0 0 0,0 0 0 0 0,0-3-1 0 0,0 4-196 0 0,0 1 0 0 0,-1-1 0 0 0,1 1 0 0 0,0-1 0 0 0,-1 1 0 0 0,1-1 0 0 0,0 1 0 0 0,-1 0 0 0 0,1-1 0 0 0,0 1 0 0 0,-1 0 0 0 0,1-1 0 0 0,-1 1 0 0 0,1 0-1 0 0,-1 0 1 0 0,1-1 0 0 0,-1 1 0 0 0,1 0 0 0 0,-1 0 0 0 0,1 0 0 0 0,-1 0 0 0 0,1-1 0 0 0,-1 1 0 0 0,1 0 0 0 0,-1 0 0 0 0,1 0 0 0 0,-1 0 0 0 0,1 0 0 0 0,-1 1-1 0 0,1-1 1 0 0,-1 0 0 0 0,1 0 0 0 0,-2 0 0 0 0,2 0-16 0 0,-1 1 0 0 0,1-1 0 0 0,-1 0 0 0 0,1 0 0 0 0,-1 0 0 0 0,1 0 0 0 0,-1 0 0 0 0,1 0 0 0 0,-1 0 0 0 0,0 0 0 0 0,1 0 0 0 0,-1 0 0 0 0,1 0 0 0 0,-1 0 0 0 0,1 0 0 0 0,-1 0 0 0 0,1-1 0 0 0,-1 1 0 0 0,1 0 0 0 0,-1 0 0 0 0,1-1 0 0 0,-1 1 0 0 0,1 0-1 0 0,0-1 1 0 0,-1 1 0 0 0,1 0 0 0 0,-1-1 0 0 0,1 1 0 0 0,0-1 0 0 0,-1 1 0 0 0,1 0 0 0 0,0-1 0 0 0,-1 0 0 0 0,-4-1 212 0 0,-49-9 40 0 0,49 10-187 0 0,0 2 13 0 0,-18 6 154 0 0,0 1 0 0 0,1 1-1 0 0,0 1 1 0 0,1 1 0 0 0,0 1 0 0 0,0 0 0 0 0,-36 31-1 0 0,48-36-192 0 0,5-4-30 0 0,-3 2 31 0 0,0 1-1 0 0,0-1 1 0 0,0 1-1 0 0,-8 10 1 0 0,13-13-40 0 0,0 0 1 0 0,0 0 0 0 0,0 0 0 0 0,1 1 0 0 0,-1-1 0 0 0,1 0 0 0 0,0 1 0 0 0,0 0 0 0 0,0-1 0 0 0,0 1 0 0 0,1 0 0 0 0,-1-1 0 0 0,1 8 0 0 0,-1 9 57 0 0,1-14-58 0 0,-1-1 0 0 0,1 1 0 0 0,0-1 0 0 0,0 1-1 0 0,0-1 1 0 0,1 1 0 0 0,0-1 0 0 0,0 1 0 0 0,1-1 0 0 0,-1 0 0 0 0,1 1 0 0 0,3 4 0 0 0,4 3 18 0 0,0-1 1 0 0,1-1 0 0 0,0 0-1 0 0,1 0 1 0 0,1-1 0 0 0,-1 0-1 0 0,2-1 1 0 0,-1 0-1 0 0,1-1 1 0 0,0 0 0 0 0,28 10-1 0 0,-2-2-3 0 0,0-3-1 0 0,1-1 0 0 0,46 8 0 0 0,-32-9-16 0 0,1-2 1 0 0,1-3-1 0 0,-1-2 0 0 0,1-3 1 0 0,78-8-1 0 0,-108 4-19 0 0,0-1 0 0 0,-1-1 0 0 0,1-2 0 0 0,-1 0 0 0 0,-1-2 0 0 0,0-1 1 0 0,0 0-1 0 0,37-24 0 0 0,-57 32 8 0 0,0-1-1 0 0,1 0 1 0 0,-1 1 0 0 0,0-1 0 0 0,0-1 0 0 0,-1 1 0 0 0,1-1 0 0 0,-1 1 0 0 0,0-1-1 0 0,1 0 1 0 0,-2 0 0 0 0,1-1 0 0 0,0 1 0 0 0,-1-1 0 0 0,4-8 0 0 0,-6 8-2 0 0,0 0 1 0 0,0 0-1 0 0,0 0 1 0 0,-1 0-1 0 0,1 1 1 0 0,-1-1-1 0 0,0 0 1 0 0,-1 0-1 0 0,1 1 1 0 0,-1-1-1 0 0,0 0 1 0 0,0 1 0 0 0,0 0-1 0 0,0-1 1 0 0,-1 1-1 0 0,0 0 1 0 0,0 0-1 0 0,-4-3 1 0 0,-3-7-6 0 0,-2 0 1 0 0,1 1-1 0 0,-2 0 1 0 0,0 1-1 0 0,0 0 1 0 0,-1 1 0 0 0,0 1-1 0 0,-19-11 1 0 0,-18-4 47 0 0,-86-30 0 0 0,109 45-47 0 0,-1 2 1 0 0,0 1 0 0 0,0 1 0 0 0,-1 2 0 0 0,-31-2-1 0 0,48 7-54 0 0,0 0-1 0 0,0 1 1 0 0,-22 6-1 0 0,32-8-27 0 0,1 0-1 0 0,0 1 1 0 0,-1-1-1 0 0,1 1 1 0 0,0 0 0 0 0,-1-1-1 0 0,1 1 1 0 0,0 0-1 0 0,0 1 1 0 0,0-1 0 0 0,0 0-1 0 0,0 0 1 0 0,0 1 0 0 0,0 0-1 0 0,0-1 1 0 0,0 1-1 0 0,1 0 1 0 0,-1 0 0 0 0,1 0-1 0 0,-1 0 1 0 0,1 0-1 0 0,0 0 1 0 0,-2 4 0 0 0,3-5-1 0 0,1 0-1 0 0,0 1 1 0 0,-1-1 0 0 0,1 0 0 0 0,0 0 0 0 0,0 0 0 0 0,0 0 0 0 0,0 0-1 0 0,0 0 1 0 0,0 0 0 0 0,0 0 0 0 0,0 0 0 0 0,0 0 0 0 0,1 0 0 0 0,-1-1-1 0 0,0 1 1 0 0,1-1 0 0 0,-1 1 0 0 0,0-1 0 0 0,1 1 0 0 0,-1-1 0 0 0,3 1-1 0 0,43 10-1187 0 0,-36-9 900 0 0,53 12-1506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 1681 0 0,'-38'5'2511'0'0,"0"1"0"0"0,0 2 0 0 0,-60 22 0 0 0,69-15-1533 0 0,-6 1 459 0 0,30-15-957 0 0,10-1-173 0 0,277 22-115 0 0,-271-21-184 0 0,479 67 101 0 0,-145-18-1018 0 0,-316-46 626 0 0,-10-1-216 0 0,1 0 0 0 0,-1-1 0 0 0,0-1 0 0 0,1-1 0 0 0,-1-1 0 0 0,34-5 0 0 0,-47 5 120 0 0,1-1 0 0 0,0 0 0 0 0,-1 0 0 0 0,1 0-1 0 0,-1-1 1 0 0,8-4 0 0 0,-13 6 223 0 0,0 0 1 0 0,0 1-1 0 0,0-1 0 0 0,-1 0 1 0 0,1 0-1 0 0,0 0 1 0 0,0 0-1 0 0,-1 0 0 0 0,1 0 1 0 0,-1 0-1 0 0,1 0 0 0 0,-1 0 1 0 0,1 0-1 0 0,-1 0 1 0 0,0 0-1 0 0,1 0 0 0 0,-1-1 1 0 0,0 1-1 0 0,0 0 0 0 0,0 0 1 0 0,0 0-1 0 0,0 0 1 0 0,0-2-1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8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3121 0 0,'0'116'6884'0'0,"0"-16"-4803"0"0,32-5-1921 0 0,0 5 160 0 0,0-4 80 0 0,32-23-160 0 0,-32-11-720 0 0,64-28-1441 0 0,-32-22-1040 0 0,26-18-3122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0:59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81 5202 0 0,'2'-2'135'0'0,"-1"1"-1"0"0,1-1 1 0 0,0 1-1 0 0,0-1 1 0 0,0 1-1 0 0,0 0 0 0 0,0 0 1 0 0,1 0-1 0 0,-1 0 1 0 0,0 0-1 0 0,1 1 1 0 0,-1-1-1 0 0,0 0 0 0 0,1 1 1 0 0,-1 0-1 0 0,3 0 1 0 0,14-6-60 0 0,-4-1 116 0 0,0 0-1 0 0,0 0 0 0 0,1 2 0 0 0,0 0 1 0 0,-1 1-1 0 0,30-4 0 0 0,105-7 346 0 0,-114 14-437 0 0,-1 2-1 0 0,0 2 1 0 0,0 1 0 0 0,43 10 0 0 0,-74-12-79 0 0,0-1 0 0 0,0 1 0 0 0,0 0 1 0 0,-1 0-1 0 0,1 0 0 0 0,0 1 1 0 0,-1-1-1 0 0,0 1 0 0 0,1 0 1 0 0,-1 0-1 0 0,0 0 0 0 0,-1 0 1 0 0,1 0-1 0 0,0 1 0 0 0,-1-1 0 0 0,0 1 1 0 0,3 5-1 0 0,10 14 108 0 0,-6-10-45 0 0,0 0 1 0 0,-1 1-1 0 0,0 0 1 0 0,7 19-1 0 0,-13-26-54 0 0,1 0 1 0 0,-2 1-1 0 0,1-1 1 0 0,-1 1-1 0 0,0-1 1 0 0,0 1-1 0 0,-1 0 1 0 0,0-1-1 0 0,-1 1 1 0 0,1-1-1 0 0,-2 1 1 0 0,-2 12-1 0 0,1-9 17 0 0,-1 1-1 0 0,-1-1 0 0 0,0 0 0 0 0,0 0 1 0 0,-1 0-1 0 0,-1-1 0 0 0,0 1 0 0 0,0-2 1 0 0,-1 1-1 0 0,0-1 0 0 0,0 0 0 0 0,-1-1 1 0 0,0 0-1 0 0,-1 0 0 0 0,0-1 0 0 0,0 0 1 0 0,0-1-1 0 0,-19 8 0 0 0,-12 2 21 0 0,0-2 1 0 0,-2-1-1 0 0,-82 12 0 0 0,88-18-70 0 0,-49 5 31 0 0,-1-3-1 0 0,-167-5 1 0 0,242-4-52 0 0,-1-2 1 0 0,0 1-1 0 0,1-2 0 0 0,-16-4 1 0 0,27 7 21 0 0,1 0-1 0 0,-1 0 1 0 0,0 0 0 0 0,0-1 0 0 0,1 1 0 0 0,-1 0 0 0 0,0-1 0 0 0,0 1 0 0 0,1 0-1 0 0,-1-1 1 0 0,0 1 0 0 0,1-1 0 0 0,-1 0 0 0 0,1 1 0 0 0,-1-1 0 0 0,1 1 0 0 0,-1-1 0 0 0,1 0-1 0 0,-1 1 1 0 0,1-1 0 0 0,-1 0 0 0 0,1 0 0 0 0,0 0 2 0 0,0 0-1 0 0,1 0 1 0 0,-1 0-1 0 0,1 0 1 0 0,-1 0 0 0 0,1 0-1 0 0,0 1 1 0 0,-1-1 0 0 0,1 0-1 0 0,0 0 1 0 0,0 1-1 0 0,-1-1 1 0 0,1 1 0 0 0,0-1-1 0 0,0 0 1 0 0,0 1 0 0 0,0 0-1 0 0,0-1 1 0 0,0 1-1 0 0,0-1 1 0 0,0 1 0 0 0,1 0-1 0 0,37-15 11 0 0,1 3-1 0 0,1 1 0 0 0,0 2 1 0 0,0 2-1 0 0,57-3 0 0 0,204 10-18 0 0,-216 4-48 0 0,-1 4 1 0 0,154 36-1 0 0,-185-29-32 0 0,-28-7-167 0 0,-1-1 0 0 0,1-2 0 0 0,0 0-1 0 0,0-1 1 0 0,1-2 0 0 0,-1-1-1 0 0,31-2 1 0 0,28-12-1717 0 0,-16-6-1001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1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3041 0 0,'-32'35'5123'0'0,"32"-23"-4483"0"0,32-12-1520 0 0,0-6-161 0 0,26 0-800 0 0,6-2-880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1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47 2641 0 0,'0'8'2161'0'0,"-64"4"80"0"0,32-3-640 0 0,0-3-641 0 0,64-6-1040 0 0,-32-6-80 0 0,32-3 0 0 0,-32 3-320 0 0,64-8-721 0 0,-32 2-1040 0 0,0-9-240 0 0,-32 7 0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2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47 800 0 0,'0'0'3762'0'0,"32"-6"-2241"0"0,0 6-1521 0 0,32-14-1121 0 0,-32 8-720 0 0,32-15-240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3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2161 0 0,'0'0'3281'0'0,"32"0"-559"0"0,-32 8 639 0 0,0-16-3201 0 0,32-12-1680 0 0,-32-7-1522 0 0,-32-5-719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4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1441 0 0,'32'-20'1680'0'0,"0"6"-959"0"0,0 1-1281 0 0,0-1-801 0 0,0-6-240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35 1281 0 0,'0'6'2481'0'0,"0"0"-720"0"0,0 2-481 0 0,0-2-159 0 0,0-12-1762 0 0,0-8-959 0 0,0 0-641 0 0,-32-13-321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0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2801 0 0,'32'26'5283'0'0,"-32"1"-2562"0"0,0-13-1761 0 0,-32-14-800 0 0,64 0-240 0 0,0-20-560 0 0,192-54-2641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12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609 204 4642 0 0,'-15'-16'1407'0'0,"8"8"-762"0"0,0 0 1 0 0,0 0-1 0 0,-16-11 1 0 0,-3 6-210 0 0,20 11-365 0 0,1 1 942 0 0,5 1-1009 0 0,-1 0 0 0 0,1 0 0 0 0,0-1 0 0 0,0 1 0 0 0,0 0 0 0 0,0 0 0 0 0,0 0 0 0 0,0-1 0 0 0,0 1 0 0 0,0 0 0 0 0,0 0 0 0 0,-1 0 0 0 0,1 0 0 0 0,0-1 0 0 0,0 1 0 0 0,0 0 0 0 0,0 0 0 0 0,0 0 0 0 0,0-1 0 0 0,0 1-1 0 0,0 0 1 0 0,0 0 0 0 0,0 0 0 0 0,1-1 0 0 0,-1 1 0 0 0,0 0 0 0 0,0 0 0 0 0,0 0 0 0 0,0 0 0 0 0,0-1 0 0 0,0 1 0 0 0,0 0 0 0 0,0 0 0 0 0,0 0 0 0 0,1 0 0 0 0,-1-1 0 0 0,0 1 0 0 0,0 0 0 0 0,0 0 0 0 0,0 0 0 0 0,1 0 0 0 0,-1 0 0 0 0,0 0 0 0 0,0 0 0 0 0,0 0-1 0 0,0-1 1 0 0,1 1 0 0 0,-1 0 0 0 0,0 0 0 0 0,0 0 0 0 0,0 0 0 0 0,1 0 0 0 0,-1 0 0 0 0,0 0 0 0 0,0 0 0 0 0,0 0 0 0 0,1 0 0 0 0,-1 0 0 0 0,0 0 0 0 0,0 0 0 0 0,0 0 0 0 0,0 1 0 0 0,1-1 0 0 0,1 0 13 0 0,-1 0-11 0 0,0 0-1 0 0,0 0 1 0 0,0 0-1 0 0,0 0 1 0 0,0 0-1 0 0,0-1 0 0 0,0 1 1 0 0,0 0-1 0 0,0 0 1 0 0,0-1-1 0 0,0 1 1 0 0,0 0-1 0 0,0-1 1 0 0,0 1-1 0 0,0-1 1 0 0,0 0-1 0 0,0 1 1 0 0,0-1-1 0 0,0 0 1 0 0,-1 1-1 0 0,1-1 1 0 0,0 0-1 0 0,0 0 1 0 0,-1 0-1 0 0,2-1 1 0 0,-2 1-2 0 0,0 1-1 0 0,0-1 1 0 0,0 0 0 0 0,1 1 0 0 0,-1-1 0 0 0,0 0-1 0 0,0 1 1 0 0,1-1 0 0 0,-1 0 0 0 0,0 1 0 0 0,1-1-1 0 0,-1 1 1 0 0,1-1 0 0 0,-1 1 0 0 0,1-1 0 0 0,-1 1-1 0 0,1-1 1 0 0,-1 1 0 0 0,1 0 0 0 0,0-1 0 0 0,-1 1-1 0 0,1 0 1 0 0,-1-1 0 0 0,1 1 0 0 0,0 0 0 0 0,-1 0-1 0 0,1 0 1 0 0,0-1 0 0 0,-1 1 0 0 0,1 0 0 0 0,1 0-1 0 0,-1 0 1 0 0,-1 0-1 0 0,1 0 0 0 0,0 0 0 0 0,-1 0 1 0 0,1 0-1 0 0,0 0 0 0 0,-1-1 1 0 0,1 1-1 0 0,-1 0 0 0 0,1 0 1 0 0,0-1-1 0 0,-1 1 0 0 0,1 0 0 0 0,-1-1 1 0 0,1 1-1 0 0,-1 0 0 0 0,1-1 1 0 0,-1 1-1 0 0,1-1 0 0 0,-1 1 0 0 0,1-1 1 0 0,-1 1-1 0 0,1-1 0 0 0,-1 0 1 0 0,0 1-1 0 0,0-1 0 0 0,1 1 0 0 0,-1-1 1 0 0,0 0-1 0 0,0 1 0 0 0,1-2 1 0 0,0 0 3 0 0,1 1 0 0 0,0-1 0 0 0,0 1 0 0 0,0-1 0 0 0,0 1 0 0 0,0 0 0 0 0,0-1 0 0 0,0 1 0 0 0,0 0 0 0 0,1 1 0 0 0,3-2 1 0 0,3-2 0 0 0,3-2-7 0 0,8-2-5 0 0,0 0 1 0 0,0 2-1 0 0,30-7 1 0 0,-23 7-51 0 0,6-5 3 0 0,-40 8 478 0 0,7 3-336 0 0,-144 1 990 0 0,-175 26-1 0 0,290-22-792 0 0,-54 19-1 0 0,72-21-248 0 0,11-3-35 0 0,-1 0 0 0 0,1 0 0 0 0,-1 0 0 0 0,1 0 0 0 0,-1 0 0 0 0,1 1 0 0 0,-1-1 0 0 0,1 0 0 0 0,-1 0 0 0 0,1 1 1 0 0,-1-1-1 0 0,1 0 0 0 0,-1 0 0 0 0,1 1 0 0 0,0-1 0 0 0,-1 0 0 0 0,1 1 0 0 0,-1-1 0 0 0,1 1 0 0 0,0-1 0 0 0,-1 0 0 0 0,1 1 0 0 0,0-1 0 0 0,0 1 0 0 0,-1-1 1 0 0,1 1-1 0 0,0-1 0 0 0,0 1 0 0 0,0-1 0 0 0,0 1 0 0 0,0-1 0 0 0,-1 1 0 0 0,1-1 0 0 0,0 1 0 0 0,0-1 0 0 0,0 1 0 0 0,0-1 0 0 0,1 1 0 0 0,-1 0 0 0 0,0-1 1 0 0,0 1-1 0 0,0-1 0 0 0,0 1 0 0 0,0-1 0 0 0,1 1 0 0 0,-1-1 0 0 0,0 0 0 0 0,0 1 0 0 0,1-1 0 0 0,-1 1 0 0 0,0-1 0 0 0,1 1 0 0 0,-1-1 0 0 0,1 0 0 0 0,-1 1 1 0 0,0-1-1 0 0,1 0 0 0 0,-1 1 0 0 0,1-1 0 0 0,-1 0 0 0 0,1 0 0 0 0,-1 1 0 0 0,1-1 0 0 0,29 18 3 0 0,215 79-12 0 0,-10-5-270 0 0,-201-76 147 0 0,-1 2 0 0 0,-1 1 0 0 0,0 1-1 0 0,49 43 1 0 0,-70-54 115 0 0,4 3-1 0 0,-1 1 1 0 0,0 0 0 0 0,0 1-1 0 0,-2 1 1 0 0,0 0 0 0 0,14 22-1 0 0,-15 10 2 0 0,-6-23 11 0 0,-2-8 1 0 0,-1-10 0 0 0,0-1 1 0 0,0 0 0 0 0,-1 1 0 0 0,0-1-1 0 0,-1 1 1 0 0,1-1 0 0 0,-1 1-1 0 0,0-1 1 0 0,0 1 0 0 0,0-1 0 0 0,-1 1-1 0 0,0-1 1 0 0,0 1 0 0 0,-1-1 0 0 0,1 1-1 0 0,-1-1 1 0 0,0 0 0 0 0,-6 9-1 0 0,1 1 14 0 0,5-10-6 0 0,-1 0-1 0 0,1 0 1 0 0,-1 0 0 0 0,1-1 0 0 0,-1 1 0 0 0,-1-1 0 0 0,1 0-1 0 0,0 0 1 0 0,-1 0 0 0 0,0 0 0 0 0,0-1 0 0 0,0 1 0 0 0,-1-1 0 0 0,1 0-1 0 0,-1 0 1 0 0,-7 3 0 0 0,-11 0-8 0 0,0-2 0 0 0,1 0-1 0 0,-2-1 1 0 0,1-2 0 0 0,0 0 0 0 0,0-1-1 0 0,0-2 1 0 0,-41-7 0 0 0,22 2-36 0 0,1-2 0 0 0,0-2-1 0 0,-72-29 1 0 0,96 32 36 0 0,1 0 0 0 0,-1-2 0 0 0,1 0 0 0 0,1 0 0 0 0,0-2 0 0 0,-17-15 0 0 0,30 23 9 0 0,0 0-1 0 0,0 1 0 0 0,1-1 0 0 0,-1 0 0 0 0,1 0 0 0 0,0 0 0 0 0,0 0 0 0 0,0-1 0 0 0,0 1 1 0 0,1 0-1 0 0,0 0 0 0 0,0 0 0 0 0,0-1 0 0 0,0 1 0 0 0,1 0 0 0 0,0-5 0 0 0,1-13-12 0 0,-2 18-4 0 0,1 0-1 0 0,-1 0 1 0 0,1 0 0 0 0,0 1 0 0 0,0-1 0 0 0,0 1-1 0 0,1-1 1 0 0,0 1 0 0 0,-1-1 0 0 0,1 1 0 0 0,0 0-1 0 0,0 0 1 0 0,1-1 0 0 0,3-3 0 0 0,49-43-16 0 0,-34 33 37 0 0,27-21 44 0 0,-27 23-36 0 0,-1-1-1 0 0,0-1 1 0 0,-2 0 0 0 0,31-37 0 0 0,-47 50-20 0 0,0 1 0 0 0,0-1 1 0 0,0 1-1 0 0,-1-1 0 0 0,0 0 1 0 0,1 1-1 0 0,-1-1 0 0 0,-1 0 1 0 0,1 0-1 0 0,-1 0 0 0 0,1 0 1 0 0,-1 0-1 0 0,0 0 0 0 0,0 0 1 0 0,-1 0-1 0 0,1 0 0 0 0,-1 0 1 0 0,0 0-1 0 0,0 1 0 0 0,0-1 1 0 0,-1 0-1 0 0,1 0 0 0 0,-1 1 1 0 0,0-1-1 0 0,0 1 1 0 0,-4-6-1 0 0,-4-3 6 0 0,0 0 0 0 0,-1 1 1 0 0,0 0-1 0 0,0 1 0 0 0,-16-10 1 0 0,5 3-75 0 0,-1 2 0 0 0,-1 0 0 0 0,0 1 1 0 0,-1 2-1 0 0,0 1 0 0 0,-1 0 1 0 0,0 2-1 0 0,0 1 0 0 0,-1 1 1 0 0,0 2-1 0 0,0 0 0 0 0,-1 2 0 0 0,1 1 1 0 0,-1 1-1 0 0,-30 3 0 0 0,50-1-386 0 0,-1 1-1 0 0,1-1 1 0 0,-1 2-1 0 0,1-1 1 0 0,-14 7-1 0 0,-15 18-3855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1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65 110 4962 0 0,'0'-1'1141'0'0,"0"-9"1268"0"0,-6 7-2357 0 0,-29-2 170 0 0,33 5-189 0 0,1 0 1 0 0,0-1-1 0 0,0 1 0 0 0,0-1 1 0 0,-1 1-1 0 0,1-1 0 0 0,0 0 0 0 0,0 1 1 0 0,0-1-1 0 0,0 0 0 0 0,0 0 0 0 0,0 1 1 0 0,0-1-1 0 0,1 0 0 0 0,-1 0 1 0 0,0 0-1 0 0,0 0 0 0 0,1-1 0 0 0,-1 1 1 0 0,0 0-1 0 0,1 0 0 0 0,-1 0 0 0 0,1 0 1 0 0,0-1-1 0 0,-1 1 0 0 0,1 0 1 0 0,0 0-1 0 0,0-3 0 0 0,1 2-4 0 0,1 1 1 0 0,-1-1-1 0 0,1 0 1 0 0,0 1-1 0 0,-1 0 0 0 0,1-1 1 0 0,0 1-1 0 0,0 0 0 0 0,0 0 1 0 0,0 0-1 0 0,0 0 0 0 0,0 0 1 0 0,1 0-1 0 0,-1 1 0 0 0,0-1 1 0 0,0 1-1 0 0,1-1 0 0 0,-1 1 1 0 0,3 0-1 0 0,268-38 736 0 0,-217 35-736 0 0,0 1 0 0 0,0 3 0 0 0,57 9-1 0 0,-112-10-19 0 0,1 0-1 0 0,-1 0 1 0 0,1 0-1 0 0,-1 0 0 0 0,0 0 1 0 0,1 0-1 0 0,-1 1 0 0 0,0-1 1 0 0,1 0-1 0 0,-1 1 1 0 0,0-1-1 0 0,1 1 0 0 0,-1 0 1 0 0,0-1-1 0 0,0 1 1 0 0,0 0-1 0 0,1 0 0 0 0,-1 0 1 0 0,0 0-1 0 0,0 0 0 0 0,0 0 1 0 0,-1 0-1 0 0,1 0 1 0 0,0 0-1 0 0,0 0 0 0 0,0 1 1 0 0,-1-1-1 0 0,1 0 0 0 0,-1 0 1 0 0,1 1-1 0 0,-1-1 1 0 0,1 0-1 0 0,-1 1 0 0 0,0-1 1 0 0,0 1-1 0 0,0-1 0 0 0,0 0 1 0 0,0 1-1 0 0,0-1 1 0 0,0 1-1 0 0,0-1 0 0 0,0 0 1 0 0,-1 3-1 0 0,-2 3 84 0 0,0 0 1 0 0,0 0-1 0 0,0-1 0 0 0,-1 1 1 0 0,0-1-1 0 0,0 0 0 0 0,-6 6 1 0 0,1-1 63 0 0,-7 10 227 0 0,0-2 0 0 0,-1 0 0 0 0,-1-1 0 0 0,-1-1 0 0 0,-34 25 0 0 0,-70 31 457 0 0,214-78-373 0 0,-28-6-546 0 0,0 2-1 0 0,114-1 0 0 0,-143 11 6 0 0,0 1-1 0 0,-1 2 1 0 0,1 2-1 0 0,-1 0 1 0 0,0 3-1 0 0,59 22 1 0 0,-83-27 71 0 0,0 0 0 0 0,0 0 0 0 0,0 1 0 0 0,-1 0 0 0 0,0 0 0 0 0,0 1 0 0 0,14 13 0 0 0,-19-16 7 0 0,-1 0 0 0 0,0 0 1 0 0,0 1-1 0 0,0-1 0 0 0,0 0 1 0 0,-1 1-1 0 0,1 0 0 0 0,-1-1 1 0 0,0 1-1 0 0,0 0 1 0 0,0 0-1 0 0,0 0 0 0 0,-1-1 1 0 0,0 1-1 0 0,1 0 0 0 0,-1 0 1 0 0,-1 0-1 0 0,1 0 0 0 0,-1 0 1 0 0,1 0-1 0 0,-1-1 0 0 0,0 1 1 0 0,-3 6-1 0 0,2-4 18 0 0,-1-1 0 0 0,0 1 1 0 0,0-1-1 0 0,0 0 0 0 0,0 0 0 0 0,-1-1 0 0 0,0 1 1 0 0,0-1-1 0 0,0 0 0 0 0,-1 1 0 0 0,1-2 0 0 0,-1 1 1 0 0,0-1-1 0 0,-5 4 0 0 0,-10 3 62 0 0,0 0 0 0 0,-29 9-1 0 0,19-7-13 0 0,3 0-56 0 0,0-2 0 0 0,0-1 0 0 0,-1-1 0 0 0,1-1 0 0 0,-31 3 0 0 0,36-9-116 0 0,0-1 0 0 0,0-1-1 0 0,0 0 1 0 0,0-2 0 0 0,1 0 0 0 0,-1-2-1 0 0,-30-10 1 0 0,8 1-611 0 0,0-2 0 0 0,-54-28-1 0 0,87 39 334 0 0,0-1 0 0 0,0-1 0 0 0,1 0-1 0 0,0 0 1 0 0,0-1 0 0 0,1 0 0 0 0,0-1-1 0 0,0 0 1 0 0,1 0 0 0 0,0-1 0 0 0,0 0-1 0 0,1 0 1 0 0,1-1 0 0 0,-7-14-1 0 0,11 17-267 0 0,-1-1-1 0 0,1 1 1 0 0,1-1-1 0 0,0 0 1 0 0,0 0-1 0 0,1-15 0 0 0,0 22 507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15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1 400 0 0,'-58'2'6987'0'0,"-6"7"-5637"0"0,64-9-1325 0 0,0 0 0 0 0,0 0 0 0 0,0 0-1 0 0,0 0 1 0 0,0 1 0 0 0,1-1-1 0 0,-1 0 1 0 0,0 0 0 0 0,0 0 0 0 0,0 0-1 0 0,0 1 1 0 0,0-1 0 0 0,0 0 0 0 0,1 0-1 0 0,-1 0 1 0 0,0 0 0 0 0,0 1 0 0 0,0-1-1 0 0,0 0 1 0 0,0 0 0 0 0,0 0-1 0 0,0 1 1 0 0,0-1 0 0 0,0 0 0 0 0,0 0-1 0 0,0 0 1 0 0,0 0 0 0 0,0 1 0 0 0,0-1-1 0 0,0 0 1 0 0,0 0 0 0 0,0 0 0 0 0,0 1-1 0 0,-1-1 1 0 0,1 0 0 0 0,0 0-1 0 0,0 0 1 0 0,0 0 0 0 0,0 1 0 0 0,0-1-1 0 0,0 0 1 0 0,0 0 0 0 0,-1 0 0 0 0,1 0-1 0 0,0 0 1 0 0,0 0 0 0 0,0 1 0 0 0,21-7 201 0 0,-16 5 108 0 0,-10 1-187 0 0,-8 3-137 0 0,12-2 56 0 0,19-5 315 0 0,-11 3-265 0 0,4-2-82 0 0,1 1 0 0 0,0 0 0 0 0,-1 1 0 0 0,1 1-1 0 0,0 0 1 0 0,0 0 0 0 0,20 4 0 0 0,3 0 15 0 0,145 13 546 0 0,49 2 3279 0 0,-223-19-2513 0 0,-1 0-1121 0 0,122 1-1027 0 0,130 6-2908 0 0,83 11-2535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3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161 331 2081 0 0,'-16'-11'1863'0'0,"15"9"-1679"0"0,-1 1 0 0 0,1-1 0 0 0,-1 1 1 0 0,0-1-1 0 0,0 1 0 0 0,0 0 1 0 0,0 0-1 0 0,0 0 0 0 0,0 0 0 0 0,0 0 1 0 0,0 0-1 0 0,0 0 0 0 0,0 1 0 0 0,0-1 1 0 0,-1 1-1 0 0,1-1 0 0 0,0 1 1 0 0,0 0-1 0 0,-1 0 0 0 0,1 0 0 0 0,0 0 1 0 0,0 1-1 0 0,-1-1 0 0 0,-2 1 1 0 0,-9 2 27 0 0,0-1 1 0 0,0-1 0 0 0,-27 0 0 0 0,34-1-11 0 0,39-13 132 0 0,-32 12-327 0 0,0 1-1 0 0,0-1 1 0 0,0 1 0 0 0,0-1 0 0 0,0 1-1 0 0,1-1 1 0 0,-1 1 0 0 0,0-1 0 0 0,0 1-1 0 0,1-1 1 0 0,-1 1 0 0 0,0-1 0 0 0,1 1-1 0 0,-1 0 1 0 0,0-1 0 0 0,1 1 0 0 0,-1-1-1 0 0,1 1 1 0 0,-1 0 0 0 0,1-1-1 0 0,-1 1 1 0 0,1 0 0 0 0,-1 0 0 0 0,1-1-1 0 0,-1 1 1 0 0,1 0 0 0 0,-1 0 0 0 0,1 0-1 0 0,-1 0 1 0 0,1 0 0 0 0,-1 0 0 0 0,1 0-1 0 0,-1 0 1 0 0,2 0 0 0 0,-1 0 1 0 0,-1 0 1 0 0,1 0-1 0 0,0 0 0 0 0,0 0 1 0 0,-1-1-1 0 0,1 1 1 0 0,0 0-1 0 0,-1 0 1 0 0,1 0-1 0 0,0-1 0 0 0,-1 1 1 0 0,1 0-1 0 0,0-1 1 0 0,-1 1-1 0 0,1 0 0 0 0,-1-1 1 0 0,1 1-1 0 0,-1-1 1 0 0,1 1-1 0 0,-1-1 0 0 0,1 1 1 0 0,-1-1-1 0 0,1 1 1 0 0,-1-1-1 0 0,1 0 0 0 0,-1 1 1 0 0,0-1-1 0 0,0 1 1 0 0,1-1-1 0 0,-1 0 0 0 0,0 1 1 0 0,0-1-1 0 0,0 0 1 0 0,1 0-1 0 0,-1 1 0 0 0,0-2 1 0 0,0 1 3 0 0,0 0 1 0 0,0 0-1 0 0,0 0 1 0 0,0 0-1 0 0,0 0 0 0 0,0 0 1 0 0,0 0-1 0 0,1 1 1 0 0,-1-1-1 0 0,0 0 1 0 0,1 0-1 0 0,-1 0 1 0 0,1 0-1 0 0,-1 0 1 0 0,1 1-1 0 0,-1-1 0 0 0,1 0 1 0 0,0 0-1 0 0,-1 1 1 0 0,1-1-1 0 0,0 0 1 0 0,-1 1-1 0 0,1-1 1 0 0,0 1-1 0 0,0-1 0 0 0,0 1 1 0 0,0-1-1 0 0,1 0 1 0 0,-1 1 2 0 0,0 0 0 0 0,0-1 0 0 0,0 1 0 0 0,0-1 1 0 0,0 0-1 0 0,0 1 0 0 0,0-1 0 0 0,-1 0 0 0 0,1 1 0 0 0,0-1 0 0 0,0 0 1 0 0,-1 0-1 0 0,1 0 0 0 0,0 0 0 0 0,-1 1 0 0 0,1-1 0 0 0,-1 0 0 0 0,1 0 1 0 0,-1 0-1 0 0,1 0 0 0 0,-1 0 0 0 0,0-1 0 0 0,0 1 0 0 0,1 0 1 0 0,-1 0-1 0 0,0 0 0 0 0,0 0 0 0 0,0-2 0 0 0,0-17 253 0 0,1 13-176 0 0,0-1 0 0 0,-1 0-1 0 0,0 0 1 0 0,0 0 0 0 0,-1 1 0 0 0,0-1-1 0 0,-1 0 1 0 0,-2-7 0 0 0,-5-2 2 0 0,7 14-70 0 0,-1-1 0 0 0,1 1 0 0 0,1-1-1 0 0,-1 0 1 0 0,0 0 0 0 0,1 1 0 0 0,0-1-1 0 0,0 0 1 0 0,0 0 0 0 0,0-1 0 0 0,1 1-1 0 0,0 0 1 0 0,0-5 0 0 0,0 4-17 0 0,-4-27 225 0 0,4 31-226 0 0,-1 0 0 0 0,1 1 0 0 0,-1-1 0 0 0,0 0 0 0 0,1 1 0 0 0,-1-1 0 0 0,0 0 0 0 0,1 1 0 0 0,-1-1 0 0 0,0 1 0 0 0,0-1 0 0 0,0 1-1 0 0,0-1 1 0 0,0 1 0 0 0,1 0 0 0 0,-1-1 0 0 0,0 1 0 0 0,0 0 0 0 0,0 0 0 0 0,0 0 0 0 0,0-1 0 0 0,0 1 0 0 0,0 0 0 0 0,0 0 0 0 0,0 1 0 0 0,-1-1 0 0 0,2 0 1 0 0,0 0 208 0 0,1 0-209 0 0,0 0-1 0 0,0 0 1 0 0,0 0-1 0 0,1 0 1 0 0,-1 1-1 0 0,0-1 1 0 0,0 0-1 0 0,0 1 1 0 0,0-1-1 0 0,0 0 1 0 0,0 1-1 0 0,0 0 1 0 0,0-1-1 0 0,0 1 1 0 0,0 0-1 0 0,0-1 1 0 0,0 1-1 0 0,0 0 1 0 0,0 0-1 0 0,-1 0 0 0 0,1-1 1 0 0,0 1-1 0 0,-1 0 1 0 0,1 0-1 0 0,0 0 1 0 0,-1 0-1 0 0,0 1 1 0 0,1-1-1 0 0,0 1 1 0 0,-1 1-3 0 0,0-1 1 0 0,0 0-1 0 0,1 1 1 0 0,-1-1 0 0 0,1 0-1 0 0,0 1 1 0 0,-1-1-1 0 0,1 0 1 0 0,0 0-1 0 0,0 0 1 0 0,1 0-1 0 0,-1 0 1 0 0,0 0-1 0 0,1 0 1 0 0,-1 0-1 0 0,3 2 1 0 0,11 15 29 0 0,-11-9-19 0 0,1-1-1 0 0,-1 1 0 0 0,-1 0 0 0 0,4 15 1 0 0,7 21 13 0 0,-3-23 1 0 0,-9-19-24 0 0,0 0-1 0 0,0 0 1 0 0,0 0-1 0 0,0 0 1 0 0,-1 0-1 0 0,0 0 1 0 0,0 0-1 0 0,0 0 0 0 0,0 1 1 0 0,0 6-1 0 0,-1 75 91 0 0,-1-85-92 0 0,1-1 0 0 0,-1 1 1 0 0,1 0-1 0 0,-1-1 1 0 0,1 1-1 0 0,-1-1 0 0 0,1 1 1 0 0,-1-1-1 0 0,1 0 1 0 0,-1 1-1 0 0,0-1 0 0 0,1 1 1 0 0,-1-1-1 0 0,0 0 0 0 0,1 0 1 0 0,-1 1-1 0 0,0-1 1 0 0,1 0-1 0 0,-1 0 0 0 0,0 0 1 0 0,1 0-1 0 0,-1 0 0 0 0,0 0 1 0 0,0 0-1 0 0,1 0 1 0 0,-1 0-1 0 0,0 0 0 0 0,-1 0 1 0 0,6 1-9 0 0,17 4 9 0 0,-5-4-2 0 0,0 0-1 0 0,0-1 0 0 0,-1-1 1 0 0,1-1-1 0 0,24-5 0 0 0,-10 2 12 0 0,-12 2-15 0 0,0 0 0 0 0,0-2 1 0 0,-1 0-1 0 0,1-1 0 0 0,-1-1 1 0 0,-1 0-1 0 0,1-1 0 0 0,-1-1 1 0 0,27-20-1 0 0,-41 27-1 0 0,1 0 1 0 0,-1 0-1 0 0,0 0 0 0 0,0-1 0 0 0,1 1 1 0 0,-1 0-1 0 0,-1-1 0 0 0,1 0 1 0 0,0 1-1 0 0,-1-1 0 0 0,1 0 0 0 0,-1 0 1 0 0,0 0-1 0 0,0 0 0 0 0,1-3 1 0 0,1-50 48 0 0,-3 37-18 0 0,0 15-27 0 0,0 3 0 0 0,1 1 0 0 0,-1-1 0 0 0,0 0 0 0 0,0 0 0 0 0,0 0 0 0 0,0 0 0 0 0,0 0 0 0 0,0 0 0 0 0,0 0 0 0 0,0 0 0 0 0,0 0 0 0 0,0 0 0 0 0,0 1 0 0 0,0-1 0 0 0,-1 0 0 0 0,1 0 0 0 0,0 0 0 0 0,-1 0 0 0 0,1 0 0 0 0,-1 1 0 0 0,1-1 0 0 0,-1 0 0 0 0,1 0 0 0 0,-1 1 0 0 0,-1-2 0 0 0,-19-5 14 0 0,16 6 52 0 0,10 17 108 0 0,7 3-98 0 0,0 1 0 0 0,-2 0 1 0 0,0 0-1 0 0,-1 1 0 0 0,-1 0 0 0 0,9 40 0 0 0,22 56 445 0 0,-15-67-351 0 0,-16-35-136 0 0,-1 0 0 0 0,-1 0 0 0 0,7 21 0 0 0,-2 29 87 0 0,-10-61-121 0 0,3 11-96 0 0,0 1 1 0 0,2-1-1 0 0,7 17 1 0 0,-12-30-10 0 0,0 0-1 0 0,-1 0 1 0 0,1 0 0 0 0,0 0-1 0 0,0-1 1 0 0,0 1 0 0 0,0 0-1 0 0,0-1 1 0 0,1 1 0 0 0,-1-1 0 0 0,1 1-1 0 0,-1-1 1 0 0,1 1 0 0 0,-1-1-1 0 0,1 0 1 0 0,-1 0 0 0 0,1 0-1 0 0,0 0 1 0 0,0 0 0 0 0,0 0 0 0 0,0-1-1 0 0,-1 1 1 0 0,1 0 0 0 0,0-1-1 0 0,0 0 1 0 0,0 1 0 0 0,0-1 0 0 0,0 0-1 0 0,0 0 1 0 0,0 0 0 0 0,0 0-1 0 0,0 0 1 0 0,4-2 0 0 0,10-12-2030 0 0,32-19-426 0 0,-42 26 1824 0 0,0 0 0 0 0,0 0 0 0 0,0-1 0 0 0,7-13 0 0 0,-13 21 701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4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1 320 0 0,'-43'27'4576'0'0,"-65"17"-674"0"0,40-18-2482 0 0,41-16-930 0 0,24-9-404 0 0,-1-1 0 0 0,1 1 1 0 0,-1 0-1 0 0,0 1 1 0 0,1-1-1 0 0,0 1 1 0 0,-1 0-1 0 0,1 0 1 0 0,0 0-1 0 0,-5 4 1 0 0,2-5 606 0 0,-9 0-493 0 0,23 0 1511 0 0,37-2 754 0 0,834-35-1025 0 0,-830 43-3357 0 0,-35-3-825 0 0,-67 6-7245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1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257 101 1921 0 0,'-55'-3'4327'0'0,"16"0"-2137"0"0,11 3-877 0 0,63-5-1102 0 0,1-1 1 0 0,44-14-1 0 0,-18 4-111 0 0,-24 9-18 0 0,-19 4-19 0 0,0-1 0 0 0,-1-1 0 0 0,27-11-1 0 0,-32 9-13 0 0,-15 3 34 0 0,-31 3 74 0 0,17 1-139 0 0,-170 7 542 0 0,167-5-486 0 0,1 1 0 0 0,0 0 0 0 0,0 1 0 0 0,1 1 0 0 0,-31 13 0 0 0,40-14-13 0 0,-1 0 0 0 0,1 1 0 0 0,0 0 0 0 0,0 0-1 0 0,0 1 1 0 0,1 0 0 0 0,0 0 0 0 0,0 1 0 0 0,1 0 0 0 0,0 0-1 0 0,-9 13 1 0 0,4-6 51 0 0,9-12-99 0 0,1-1 0 0 0,-1 1 0 0 0,1-1 0 0 0,0 1 0 0 0,0 0 0 0 0,0-1 1 0 0,0 1-1 0 0,0 0 0 0 0,0 0 0 0 0,0 0 0 0 0,0 0 0 0 0,1 0 0 0 0,-1 0 0 0 0,1 0 0 0 0,0 0 0 0 0,-1 0 0 0 0,1 4 0 0 0,0-1 20 0 0,-1 0-1 0 0,1 0 1 0 0,0 0 0 0 0,1 0 0 0 0,-1 0-1 0 0,1 0 1 0 0,0 0 0 0 0,0 0-1 0 0,0 0 1 0 0,1-1 0 0 0,0 1-1 0 0,0 0 1 0 0,0-1 0 0 0,3 6 0 0 0,-1-7-25 0 0,0 0 1 0 0,0-1 0 0 0,1 0 0 0 0,-1 1 0 0 0,0-1-1 0 0,1-1 1 0 0,-1 1 0 0 0,1-1 0 0 0,0 0 0 0 0,-1 0-1 0 0,1 0 1 0 0,0 0 0 0 0,-1-1 0 0 0,1 0 0 0 0,0 0 0 0 0,8-1-1 0 0,400-13 323 0 0,-304 9-275 0 0,-83 4-82 0 0,0 1-1 0 0,-1 1 0 0 0,1 1 0 0 0,41 9 1 0 0,-66-11 27 0 0,1 0 0 0 0,-1 0 0 0 0,1 0 0 0 0,-1 1-1 0 0,1-1 1 0 0,-1 1 0 0 0,1-1 0 0 0,-1 1 0 0 0,1 0 0 0 0,-1-1 0 0 0,0 1 0 0 0,1 0 0 0 0,-1 0 0 0 0,0 0 0 0 0,0 0 0 0 0,0 0 0 0 0,0 0 0 0 0,0 0-1 0 0,0 0 1 0 0,1 2 0 0 0,2 32 113 0 0,-4-22-87 0 0,0 4 31 0 0,0 1 0 0 0,-1-1 0 0 0,-1 0 1 0 0,-5 19-1 0 0,5-29-45 0 0,-1 0 1 0 0,1 1-1 0 0,-2-1 1 0 0,1 0 0 0 0,-1 0-1 0 0,0-1 1 0 0,0 1-1 0 0,-1-1 1 0 0,0 0-1 0 0,0 0 1 0 0,0-1-1 0 0,-9 8 1 0 0,5-6-52 0 0,-2 0 0 0 0,1-1 0 0 0,-1 0-1 0 0,0 0 1 0 0,0-1 0 0 0,-1 0 0 0 0,0-1 0 0 0,1-1 0 0 0,-21 4 0 0 0,24-5-238 0 0,1-1 0 0 0,-1 0 0 0 0,1-1 0 0 0,-1 0 0 0 0,0 0 0 0 0,1 0 0 0 0,-1-1 0 0 0,1 0 0 0 0,-1 0 0 0 0,1-1 0 0 0,0 0 0 0 0,-1 0 0 0 0,1-1 0 0 0,0 0 0 0 0,0 0 0 0 0,1-1 0 0 0,-9-6 0 0 0,14 10 243 0 0,1 0 1 0 0,0 0 0 0 0,-1 0 0 0 0,1-1 0 0 0,0 1-1 0 0,0 0 1 0 0,-1 0 0 0 0,1-1 0 0 0,0 1 0 0 0,0 0 0 0 0,0-1-1 0 0,-1 1 1 0 0,1 0 0 0 0,0-1 0 0 0,0 1 0 0 0,0 0-1 0 0,0-1 1 0 0,0 1 0 0 0,0 0 0 0 0,0-1 0 0 0,0 1-1 0 0,0 0 1 0 0,0-1 0 0 0,0 1 0 0 0,0 0 0 0 0,0-1 0 0 0,0 1-1 0 0,0 0 1 0 0,0-1 0 0 0,0 1 0 0 0,0 0 0 0 0,0-1-1 0 0,0 1 1 0 0,0 0 0 0 0,1-1 0 0 0,-1 1 0 0 0,0 0-1 0 0,0 0 1 0 0,0-1 0 0 0,1 1 0 0 0,-1 0 0 0 0,0-1 0 0 0,0 1-1 0 0,1 0 1 0 0,0-1 0 0 0,3-3-606 0 0,1-2-1 0 0,-1 1 1 0 0,0 0-1 0 0,0-1 1 0 0,-1 0 0 0 0,5-8-1 0 0,18-20-1668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2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1201 0 0,'-13'9'772'0'0,"0"0"1"0"0,0-1 0 0 0,0-1 0 0 0,-1-1 0 0 0,0 0 0 0 0,-1 0-1 0 0,1-1 1 0 0,-17 2 0 0 0,14-2-209 0 0,1 0 1 0 0,-1 0-1 0 0,1 2 1 0 0,-29 15-1 0 0,45-19 593 0 0,7-3-786 0 0,7-1-4 0 0,-8 0 353 0 0,-1 0-93 0 0,21-3-228 0 0,0 0 0 0 0,40 1 0 0 0,-24 1-209 0 0,236-22 581 0 0,-183 15-595 0 0,-35 3-89 0 0,258-20 93 0 0,-184 27-2218 0 0,-44 9-4234 0 0,-27 3-1439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18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319 311 320 0 0,'-86'7'6355'0'0,"59"-4"-3530"0"0,-52-1 1 0 0,79-13-1292 0 0,0 10-1228 0 0,0 1-261 0 0,0-1-1 0 0,0 0 0 0 0,0 0 1 0 0,0 1-1 0 0,0-1 0 0 0,0 0 0 0 0,0 1 1 0 0,0-1-1 0 0,-1 0 0 0 0,1 1 0 0 0,0-1 1 0 0,0 0-1 0 0,-1 1 0 0 0,1-1 0 0 0,0 0 1 0 0,-1 1-1 0 0,1-1 0 0 0,0 1 0 0 0,-1-1 1 0 0,1 0-1 0 0,-2 0 0 0 0,-4-2 81 0 0,5 3-104 0 0,0 0-1 0 0,0-1 1 0 0,0 1 0 0 0,0 0 0 0 0,0-1 0 0 0,0 1-1 0 0,0-1 1 0 0,0 1 0 0 0,0-1 0 0 0,0 0 0 0 0,0 1-1 0 0,0-1 1 0 0,1 0 0 0 0,-1 0 0 0 0,0 0 0 0 0,1 1-1 0 0,-1-1 1 0 0,0 0 0 0 0,1 0 0 0 0,-1 0 0 0 0,1 0-1 0 0,-1 0 1 0 0,1 0 0 0 0,0 0 0 0 0,-1 0 0 0 0,1 0-1 0 0,0-3 1 0 0,0 3 1 0 0,-1-1-1 0 0,1 1 1 0 0,0-1-1 0 0,0 0 1 0 0,-1 1-1 0 0,1-1 1 0 0,-1 1-1 0 0,1-1 1 0 0,-1 1-1 0 0,0-1 0 0 0,0 1 1 0 0,0 0-1 0 0,0-1 1 0 0,0 1-1 0 0,0 0 1 0 0,0-1-1 0 0,0 1 1 0 0,0 0-1 0 0,0 0 1 0 0,-2-1-1 0 0,-7-8 89 0 0,-1-11 99 0 0,1 0 0 0 0,-8-25 0 0 0,-7-12-116 0 0,25 58-93 0 0,-1-1 0 0 0,1 0 0 0 0,-1 0 0 0 0,1 0 0 0 0,0 0 0 0 0,-1 0 0 0 0,1 1 0 0 0,0-1 0 0 0,0 0 0 0 0,0 0 0 0 0,0 0 0 0 0,0 0 0 0 0,0 0 0 0 0,0 0 0 0 0,0 0 0 0 0,0 0 0 0 0,0 0 1 0 0,0 0-1 0 0,0 0 0 0 0,1 1 0 0 0,-1-1 0 0 0,0 0 0 0 0,1 0 0 0 0,-1 0 0 0 0,1 0 0 0 0,-1 0 0 0 0,1 1 0 0 0,-1-1 0 0 0,1 0 0 0 0,0 1 0 0 0,-1-1 0 0 0,1 0 0 0 0,0 1 0 0 0,-1-1 0 0 0,1 1 0 0 0,0-1 0 0 0,0 1 0 0 0,0-1 0 0 0,1 0 0 0 0,-1 1 4 0 0,0-1-1 0 0,0 0 1 0 0,0 1 0 0 0,0-1-1 0 0,0 0 1 0 0,0 0-1 0 0,0 0 1 0 0,0 0-1 0 0,-1 0 1 0 0,1 0 0 0 0,0 0-1 0 0,0 0 1 0 0,-1 0-1 0 0,1 0 1 0 0,-1 0-1 0 0,1 0 1 0 0,-1-1 0 0 0,1 1-1 0 0,-1 0 1 0 0,0 0-1 0 0,1-2 1 0 0,-1 2-2 0 0,-1 0-1 0 0,1 0 1 0 0,0 0 0 0 0,0 0 0 0 0,1 0 0 0 0,-1 0-1 0 0,0 0 1 0 0,0 0 0 0 0,0 0 0 0 0,1 0 0 0 0,-1 1-1 0 0,0-1 1 0 0,1 0 0 0 0,-1 0 0 0 0,1 0-1 0 0,-1 0 1 0 0,1 0 0 0 0,-1 1 0 0 0,1-1 0 0 0,-1 0-1 0 0,1 0 1 0 0,0 1 0 0 0,0-1 0 0 0,-1 1 0 0 0,1-1-1 0 0,0 0 1 0 0,0 1 0 0 0,0 0 0 0 0,0-1-1 0 0,-1 1 1 0 0,1-1 0 0 0,0 1 0 0 0,0 0 0 0 0,0 0-1 0 0,0-1 1 0 0,0 1 0 0 0,0 0 0 0 0,2 0-1 0 0,0 0-3 0 0,3-3-52 0 0,26 43 401 0 0,-19-9-158 0 0,-1 0 1 0 0,10 44-1 0 0,-10-33-53 0 0,25 59 0 0 0,21 19 38 0 0,-56-116-182 0 0,-1 1 0 0 0,1-1 0 0 0,0 0 0 0 0,0 1 0 0 0,0-1 0 0 0,1 0 0 0 0,0-1 0 0 0,-1 1 0 0 0,5 4 0 0 0,-5-7-114 0 0,0 1 0 0 0,1-1 1 0 0,-1 1-1 0 0,0-1 0 0 0,1 0 0 0 0,-1 0 1 0 0,1 0-1 0 0,-1 0 0 0 0,1 0 1 0 0,0-1-1 0 0,-1 1 0 0 0,1-1 0 0 0,0 0 1 0 0,-1 0-1 0 0,5 0 0 0 0,-4 0-141 0 0,0-1 1 0 0,0 0-1 0 0,0 0 0 0 0,-1 1 0 0 0,1-2 0 0 0,0 1 1 0 0,0 0-1 0 0,-1 0 0 0 0,1-1 0 0 0,0 0 0 0 0,-1 1 1 0 0,0-1-1 0 0,1 0 0 0 0,-1 0 0 0 0,0 0 0 0 0,0-1 1 0 0,0 1-1 0 0,0 0 0 0 0,0-1 0 0 0,-1 1 0 0 0,1-1 1 0 0,1-4-1 0 0,10-12-1336 0 0,46-53-4030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19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744 326 2561 0 0,'-8'2'550'0'0,"-175"31"6184"0"0,176-33-6616 0 0,-1 1 1 0 0,0 0-1 0 0,1 0 1 0 0,-1 1-1 0 0,1 0 1 0 0,0 1 0 0 0,-1-1-1 0 0,1 1 1 0 0,0 1-1 0 0,1-1 1 0 0,-1 1-1 0 0,1 1 1 0 0,-1-1 0 0 0,1 1-1 0 0,1 0 1 0 0,-1 0-1 0 0,-5 7 1 0 0,-11 8 568 0 0,19-18-608 0 0,1-1-1 0 0,-1 1 1 0 0,1 0-1 0 0,0-1 1 0 0,-1 1-1 0 0,1 0 1 0 0,0 1-1 0 0,0-1 1 0 0,0 0-1 0 0,1 1 1 0 0,-1-1-1 0 0,0 1 1 0 0,1-1-1 0 0,0 1 1 0 0,0 0-1 0 0,0 0 1 0 0,0-1-1 0 0,0 1 1 0 0,0 0-1 0 0,0 0 1 0 0,1 3-1 0 0,-1 8 195 0 0,1-8-163 0 0,-1 0-1 0 0,1 1 0 0 0,0-1 0 0 0,1 0 1 0 0,0 0-1 0 0,0 0 0 0 0,3 11 0 0 0,17 29 412 0 0,-19-39-480 0 0,0 0 1 0 0,0-1-1 0 0,0 1 1 0 0,1-1 0 0 0,0 0-1 0 0,0 0 1 0 0,1 0-1 0 0,0 0 1 0 0,0 0 0 0 0,0-1-1 0 0,0 0 1 0 0,1 0-1 0 0,0 0 1 0 0,0 0 0 0 0,0-1-1 0 0,8 5 1 0 0,1 1-13 0 0,1 0 0 0 0,0-1 0 0 0,0-1 0 0 0,1 0 0 0 0,0-1 0 0 0,21 6 0 0 0,4-3 31 0 0,55 7 0 0 0,-41-8-23 0 0,11 1-42 0 0,0-3 1 0 0,119-4 0 0 0,-149-4-65 0 0,0-3 0 0 0,1 0 1 0 0,-1-3-1 0 0,-1-1 1 0 0,0-1-1 0 0,55-23 0 0 0,-82 28 12 0 0,0 0 0 0 0,1-1 0 0 0,-1 0-1 0 0,-1 0 1 0 0,1-1 0 0 0,-1 1 0 0 0,0-2 0 0 0,0 1-1 0 0,-1-1 1 0 0,1 0 0 0 0,-2 0 0 0 0,1-1 0 0 0,-1 0-1 0 0,0 0 1 0 0,-1 0 0 0 0,0-1 0 0 0,0 1-1 0 0,0-1 1 0 0,-1 0 0 0 0,-1 0 0 0 0,0 0 0 0 0,0 0-1 0 0,-1-1 1 0 0,0 1 0 0 0,0 0 0 0 0,-1-1 0 0 0,0 1-1 0 0,-1 0 1 0 0,0-1 0 0 0,0 1 0 0 0,-1 0 0 0 0,-1 0-1 0 0,1 0 1 0 0,-1 0 0 0 0,-1 0 0 0 0,0 1-1 0 0,0-1 1 0 0,0 1 0 0 0,-1 0 0 0 0,-1 0 0 0 0,1 1-1 0 0,-1-1 1 0 0,0 1 0 0 0,-9-7 0 0 0,-14-12-48 0 0,-2 0-1 0 0,0 2 1 0 0,-2 2 0 0 0,0 1 0 0 0,-44-20-1 0 0,-185-69 204 0 0,156 70 23 0 0,-176-39 0 0 0,238 69-188 0 0,-1 3 0 0 0,0 2 0 0 0,0 2 0 0 0,0 1 0 0 0,0 3 0 0 0,-81 11 0 0 0,105-8-260 0 0,0 2 0 0 0,0 0 0 0 0,-28 12 0 0 0,43-15 104 0 0,0-1 0 0 0,0 1-1 0 0,0 0 1 0 0,1 1 0 0 0,-1-1-1 0 0,1 1 1 0 0,0 0-1 0 0,0 1 1 0 0,0-1 0 0 0,1 1-1 0 0,-6 7 1 0 0,9-10 29 0 0,0 0 1 0 0,1 0-1 0 0,-1 0 0 0 0,1 0 1 0 0,-1 1-1 0 0,1-1 0 0 0,0 0 1 0 0,0 0-1 0 0,0 1 1 0 0,0-1-1 0 0,0 0 0 0 0,1 0 1 0 0,-1 1-1 0 0,1-1 0 0 0,-1 0 1 0 0,1 0-1 0 0,0 0 0 0 0,0 0 1 0 0,0 0-1 0 0,2 4 0 0 0,3 5-808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1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36 4242 0 0,'-10'0'766'0'0,"1"1"0"0"0,-1 1 0 0 0,0 0 0 0 0,1 0 0 0 0,-11 5 0 0 0,12-4-535 0 0,1-1-1 0 0,-1 0 1 0 0,0 0 0 0 0,-16 1-1 0 0,19-3 664 0 0,3 0-810 0 0,1 1 1 0 0,-1-1-1 0 0,0 0 1 0 0,1 0-1 0 0,-1 1 1 0 0,0-1-1 0 0,1-1 1 0 0,-1 1-1 0 0,0 0 1 0 0,1 0-1 0 0,-1-1 1 0 0,0 1-1 0 0,1-1 1 0 0,-1 1-1 0 0,1-1 1 0 0,-1 0-1 0 0,-2-1 1 0 0,4 1 395 0 0,-5 1 0 0 0,-17 0 14 0 0,17 0 53 0 0,5 0-440 0 0,0-1 0 0 0,-1 1 0 0 0,1 0 0 0 0,0-1 0 0 0,0 1 0 0 0,0-1 0 0 0,0 1 0 0 0,0 0 0 0 0,0-1 0 0 0,0 1 0 0 0,0-1 0 0 0,-1 1 0 0 0,1-1 0 0 0,1 1 0 0 0,-1 0 0 0 0,0-1 0 0 0,0 1 0 0 0,0-1 0 0 0,0 1 0 0 0,0 0 0 0 0,0-1 0 0 0,0 1 1 0 0,1 0-1 0 0,-1-1 0 0 0,0 1 0 0 0,0-1 0 0 0,0 1 0 0 0,1 0 0 0 0,-1-1 0 0 0,0 1 0 0 0,0 0 0 0 0,1 0 0 0 0,-1-1 0 0 0,0 1 0 0 0,1 0 0 0 0,-1 0 0 0 0,0-1 0 0 0,1 1 0 0 0,-1 0 0 0 0,1 0 0 0 0,223-8 234 0 0,-74 1-282 0 0,164 16-2233 0 0,-301-9 596 0 0,-1-1-1 0 0,0 0 1 0 0,1-1-1 0 0,-1 0 1 0 0,21-7-1 0 0,-33 9 1527 0 0,0 0-1 0 0,0 0 1 0 0,0 0 0 0 0,-1 0-1 0 0,1 0 1 0 0,0 0 0 0 0,0 0-1 0 0,0 0 1 0 0,0 0 0 0 0,0 0-1 0 0,-1 0 1 0 0,1 0-1 0 0,0-1 1 0 0,0 1 0 0 0,0 0-1 0 0,0 0 1 0 0,0 0 0 0 0,0 0-1 0 0,-1 0 1 0 0,1 0 0 0 0,0 0-1 0 0,0-1 1 0 0,0 1-1 0 0,0 0 1 0 0,0 0 0 0 0,0 0-1 0 0,0 0 1 0 0,0-1 0 0 0,0 1-1 0 0,0 0 1 0 0,0 0 0 0 0,0 0-1 0 0,0 0 1 0 0,0-1-1 0 0,0 1 1 0 0,0 0 0 0 0,0 0-1 0 0,0 0 1 0 0,0 0 0 0 0,0 0-1 0 0,0-1 1 0 0,0 1 0 0 0,0 0-1 0 0,0 0 1 0 0,0 0-1 0 0,0 0 1 0 0,0-1 0 0 0,1 1-1 0 0,-1 0 1 0 0,0 0 0 0 0,0 0-1 0 0,0 0 1 0 0,0 0 0 0 0,0 0-1 0 0,0 0 1 0 0,0-1-1 0 0,1 1 1 0 0,-1 0 0 0 0,0 0-1 0 0,0 0 1 0 0,0 0 0 0 0,0 0-1 0 0,1 0 1 0 0,-1 0 0 0 0,0 0-1 0 0,0 0 1 0 0,-26-13-2950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12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 2721 0 0,'-37'30'3883'0'0,"34"-26"-3473"0"0,0 0 0 0 0,0-1 0 0 0,-1 0 0 0 0,0 0 1 0 0,1 0-1 0 0,-1 0 0 0 0,0-1 0 0 0,0 1 0 0 0,-1-1 0 0 0,1 0 0 0 0,-9 3 0 0 0,115-12 2018 0 0,355-4-54 0 0,-65 14-1600 0 0,-117 2-667 0 0,-238-6-635 0 0,0-2 1 0 0,-1-1-1 0 0,38-9 0 0 0,-55 9 91 0 0,-16 4-126 0 0,18-6-1625 0 0,-21 6 2068 0 0,1 0 0 0 0,-1 0-1 0 0,0 0 1 0 0,1 0 0 0 0,-1-1 0 0 0,0 1-1 0 0,1 0 1 0 0,-1 0 0 0 0,0 0 0 0 0,1-1-1 0 0,-1 1 1 0 0,0 0 0 0 0,0 0 0 0 0,1-1-1 0 0,-1 1 1 0 0,0 0 0 0 0,0-1 0 0 0,0 1-1 0 0,1 0 1 0 0,-1-1 0 0 0,0 1 0 0 0,0 0-1 0 0,0-1 1 0 0,0 1 0 0 0,0 0-1 0 0,0-1 1 0 0,0 1 0 0 0,0-1 0 0 0,0 1-1 0 0,0 0 1 0 0,0-1 0 0 0,0 1 0 0 0,0 0-1 0 0,0-1 1 0 0,0 1 0 0 0,0 0 0 0 0,0-1-1 0 0,0 1 1 0 0,0 0 0 0 0,-1-1 0 0 0,1 1-1 0 0,0 0 1 0 0,0-1 0 0 0,0 1 0 0 0,-1 0-1 0 0,1-1 1 0 0,0 1 0 0 0,0 0 0 0 0,-1 0-1 0 0,1-1 1 0 0,-1 1 0 0 0,-25-19-4976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6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126 224 2401 0 0,'0'1'125'0'0,"0"0"-1"0"0,0 0 1 0 0,0 0 0 0 0,0-1-1 0 0,-1 1 1 0 0,1 0 0 0 0,0 0-1 0 0,-1-1 1 0 0,1 1-1 0 0,0 0 1 0 0,-1 0 0 0 0,1-1-1 0 0,-1 1 1 0 0,1-1 0 0 0,-1 1-1 0 0,0 0 1 0 0,1-1-1 0 0,-1 1 1 0 0,0-1 0 0 0,1 1-1 0 0,-1-1 1 0 0,0 0 0 0 0,1 1-1 0 0,-1-1 1 0 0,0 0 0 0 0,0 1-1 0 0,0-1 1 0 0,1 0-1 0 0,-1 0 1 0 0,0 0 0 0 0,0 1-1 0 0,0-1 1 0 0,1 0 0 0 0,-1 0-1 0 0,0 0 1 0 0,0-1-1 0 0,0 1 1 0 0,0 0 0 0 0,1 0-1 0 0,-1 0 1 0 0,-1-1 0 0 0,-44-10-312 0 0,28 6 728 0 0,12 5-274 0 0,8-1 225 0 0,-9-5-370 0 0,6 6-78 0 0,-17-9 113 0 0,18 9-149 0 0,0 0-1 0 0,-1-1 1 0 0,1 1 0 0 0,0 0-1 0 0,-1 0 1 0 0,1-1 0 0 0,0 1-1 0 0,-1 0 1 0 0,1 0 0 0 0,0-1-1 0 0,-1 1 1 0 0,1 0-1 0 0,0-1 1 0 0,0 1 0 0 0,-1 0-1 0 0,1-1 1 0 0,0 1 0 0 0,0 0-1 0 0,0-1 1 0 0,0 1-1 0 0,0-1 1 0 0,-1 1 0 0 0,1 0-1 0 0,0-1 1 0 0,0 1 0 0 0,0-1-1 0 0,0 1 1 0 0,0 0 0 0 0,0-1-1 0 0,0 1 1 0 0,0-1-1 0 0,0 1 1 0 0,1 0 0 0 0,-1-1-1 0 0,0 1 1 0 0,0-1 0 0 0,0 1-1 0 0,0 0 1 0 0,0-1 0 0 0,1 1-1 0 0,-1 0 1 0 0,0-1-1 0 0,0 1 1 0 0,1 0 0 0 0,-1-1-1 0 0,1 1 1 0 0,7-6 97 0 0,-6 5-90 0 0,-1 0 0 0 0,0 1 0 0 0,0-1 0 0 0,0 0-1 0 0,0 1 1 0 0,0-1 0 0 0,0 0 0 0 0,0 0 0 0 0,0 0 0 0 0,0 0 0 0 0,0 0 0 0 0,-1 0 0 0 0,1 0 0 0 0,0 0 0 0 0,-1-1 0 0 0,1 1 0 0 0,-1 0 0 0 0,1 0 0 0 0,-1 0 0 0 0,1-1 0 0 0,-1 1 0 0 0,0 0 0 0 0,0-1 0 0 0,0 1 0 0 0,0-2 0 0 0,1 0 9 0 0,0 1 0 0 0,-1-1 1 0 0,1 0-1 0 0,0 1 0 0 0,0-1 1 0 0,1 1-1 0 0,-1-1 1 0 0,0 1-1 0 0,1-1 0 0 0,0 1 1 0 0,-1 0-1 0 0,1 0 0 0 0,0 0 1 0 0,0 0-1 0 0,0 0 1 0 0,5-3-1 0 0,46-31 147 0 0,-39 27-116 0 0,-2 3-45 0 0,-1 1 0 0 0,1-1 0 0 0,0 2-1 0 0,0 0 1 0 0,0 0 0 0 0,1 1 0 0 0,13-1 0 0 0,19-6-9 0 0,-22 4-12 0 0,1 0 1 0 0,0 2 0 0 0,41-2-1 0 0,-53 6 14 0 0,0 0 1 0 0,0 1-1 0 0,0 0 0 0 0,0 1 0 0 0,0 1 0 0 0,-1 0 0 0 0,1 0 0 0 0,18 9 1 0 0,-13-5 17 0 0,-1 1 0 0 0,0 0 0 0 0,0 2 0 0 0,-1 0 0 0 0,-1 0 0 0 0,0 1 0 0 0,0 1 1 0 0,-1 0-1 0 0,0 1 0 0 0,-1 1 0 0 0,14 20 0 0 0,-21-25-13 0 0,0 1 0 0 0,-1-1 0 0 0,0 1 0 0 0,0 0 0 0 0,-1 0 1 0 0,0 0-1 0 0,-1 0 0 0 0,-1 1 0 0 0,1-1 0 0 0,-1 0 0 0 0,-1 1 0 0 0,0-1 0 0 0,-2 13 0 0 0,2 0 39 0 0,0-22-43 0 0,0 0 0 0 0,0 0 0 0 0,0 0 0 0 0,0 0 0 0 0,0 0-1 0 0,0 0 1 0 0,0 0 0 0 0,0 0 0 0 0,-1 0 0 0 0,1 0 0 0 0,0 0 0 0 0,-1 0 0 0 0,1 0 0 0 0,-1 0-1 0 0,1 0 1 0 0,-1 0 0 0 0,0 0 0 0 0,1-1 0 0 0,-1 1 0 0 0,0 0 0 0 0,1 0 0 0 0,-1-1 0 0 0,-2 2-1 0 0,-18 12 63 0 0,12-8-39 0 0,0 0 0 0 0,1 0 0 0 0,-1 0-1 0 0,1 1 1 0 0,-13 15 0 0 0,6-6 12 0 0,0-1-1 0 0,-1 0 1 0 0,-1 0-1 0 0,0-2 1 0 0,-1 0-1 0 0,0-1 1 0 0,-1-1-1 0 0,-32 13 1 0 0,-8 7 189 0 0,28-14-35 0 0,-39 15 0 0 0,35-18 33 0 0,-1-2 1 0 0,-1-1 0 0 0,0-2 0 0 0,-68 7-1 0 0,104-16-216 0 0,1 0 0 0 0,-1-1 0 0 0,1 1 0 0 0,-1-1 0 0 0,1 1 0 0 0,-1-1 0 0 0,1 1 0 0 0,0-1 0 0 0,-1 1-1 0 0,1-1 1 0 0,-1 1 0 0 0,1-1 0 0 0,0 0 0 0 0,0 1 0 0 0,-1-1 0 0 0,1 1 0 0 0,0-1 0 0 0,0 0-1 0 0,0 1 1 0 0,0-1 0 0 0,0 0 0 0 0,0 1 0 0 0,0-1 0 0 0,0 0 0 0 0,0 1 0 0 0,0-1 0 0 0,0 0 0 0 0,0 1-1 0 0,0-1 1 0 0,1 0 0 0 0,5-20-10 0 0,5 15 1 0 0,1 1 1 0 0,0 1-1 0 0,-1 0 0 0 0,2 0 0 0 0,-1 1 0 0 0,0 1 0 0 0,1 0 1 0 0,-1 1-1 0 0,1 0 0 0 0,0 1 0 0 0,20 2 0 0 0,4 1 82 0 0,1 2 1 0 0,-1 2-1 0 0,41 12 0 0 0,-3 7 251 0 0,111 54-1 0 0,-123-45-173 0 0,-53-27-245 0 0,-1-1 0 0 0,1 0 1 0 0,1-1-1 0 0,-1 0 0 0 0,1 0 0 0 0,0-2 0 0 0,0 1 0 0 0,1-1 0 0 0,-1-1 0 0 0,17 3 0 0 0,-27-5-55 0 0,1-1-1 0 0,0 0 1 0 0,-1 0-1 0 0,1 0 1 0 0,-1 0-1 0 0,1-1 1 0 0,0 1-1 0 0,-1 0 1 0 0,1-1-1 0 0,-1 1 1 0 0,1-1-1 0 0,0 1 1 0 0,-1-1-1 0 0,0 0 1 0 0,1 0-1 0 0,-1 0 1 0 0,1 0 0 0 0,-1 0-1 0 0,1-1 1 0 0,4-2-399 0 0,-4 3 348 0 0,1 0 0 0 0,-1 0 0 0 0,0-1 0 0 0,0 1 0 0 0,0-1 0 0 0,0 0 0 0 0,0 1 0 0 0,0-1 0 0 0,0 0 0 0 0,-1 0 0 0 0,1 0 0 0 0,0 0 0 0 0,-1 0 0 0 0,0-1 0 0 0,0 1 1 0 0,0 0-1 0 0,0-1 0 0 0,0 1 0 0 0,0-1 0 0 0,0 1 0 0 0,-1-1 0 0 0,1 1 0 0 0,-1-1 0 0 0,1-3 0 0 0,0-1-331 0 0,26-71-4520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 2401 0 0,'-314'108'8978'0'0,"295"-102"-8343"0"0,-11 5 64 0 0,29-11-653 0 0,0 0 0 0 0,0 1 0 0 0,0-1 0 0 0,1 1 0 0 0,-1-1 1 0 0,0 1-1 0 0,0-1 0 0 0,1 1 0 0 0,-1-1 0 0 0,0 1 0 0 0,1 0 0 0 0,-1-1 0 0 0,0 1 1 0 0,1 0-1 0 0,-1 0 0 0 0,1-1 0 0 0,-1 1 0 0 0,1 0 0 0 0,-1 0 0 0 0,1 0 0 0 0,0-1 0 0 0,0 1 1 0 0,-1 1-1 0 0,1-1 234 0 0,0 0-274 0 0,0-1-1 0 0,0 0 1 0 0,0 0 0 0 0,-1 0-1 0 0,1 0 1 0 0,0 0 0 0 0,0 1 0 0 0,0-1-1 0 0,0 0 1 0 0,0 0 0 0 0,0 0-1 0 0,0 0 1 0 0,0 1 0 0 0,0-1 0 0 0,0 0-1 0 0,0 0 1 0 0,0 0 0 0 0,0 0-1 0 0,0 1 1 0 0,0-1 0 0 0,0 0 0 0 0,0 0-1 0 0,0 0 1 0 0,0 1 0 0 0,0-1-1 0 0,0 0 1 0 0,0 0 0 0 0,0 0 0 0 0,0 0-1 0 0,0 0 1 0 0,0 1 0 0 0,0-1-1 0 0,1 0 1 0 0,-1 0 0 0 0,0 0 0 0 0,0 0-1 0 0,0 0 1 0 0,0 1 0 0 0,0-1-1 0 0,0 0 1 0 0,1 0 0 0 0,-1 0 0 0 0,0 0-1 0 0,0 0 1 0 0,0 0 0 0 0,0 0-1 0 0,1 0 1 0 0,-1 0 0 0 0,0 0 0 0 0,0 0-1 0 0,0 0 1 0 0,0 1 0 0 0,1-1-1 0 0,-1 0 1 0 0,0 0 0 0 0,0 0 0 0 0,0 0-1 0 0,0-1 1 0 0,1 1 0 0 0,-1 0 0 0 0,0 0-1 0 0,0 0 1 0 0,0 0 0 0 0,0 0-1 0 0,1 0 1 0 0,-1 0 0 0 0,0 0 0 0 0,0 0-1 0 0,0 0 1 0 0,206-11 632 0 0,-34 0-569 0 0,240-10 287 0 0,-132-3-2726 0 0,-271 24 1883 0 0,-8 1 427 0 0,-1-1 0 0 0,1 0-1 0 0,0 0 1 0 0,-1 0 0 0 0,1 0-1 0 0,0 0 1 0 0,0 1 0 0 0,-1-1-1 0 0,1 0 1 0 0,0-1 0 0 0,0 1-1 0 0,-1 0 1 0 0,1 0 0 0 0,0 0-1 0 0,0 0 1 0 0,-1-1 0 0 0,1 1-1 0 0,0 0 1 0 0,-1 0 0 0 0,1-1-1 0 0,-1 1 1 0 0,1-1 0 0 0,0 1-1 0 0,-1 0 1 0 0,1-1 0 0 0,-1 0-1 0 0,1 1 1 0 0,-1-1 0 0 0,1 1-1 0 0,-1-1 1 0 0,1 1 0 0 0,-1-1-1 0 0,0 0 1 0 0,1 1 0 0 0,-1-1-1 0 0,0 0 1 0 0,0 1 0 0 0,1-1-1 0 0,-1 0 1 0 0,0 0 0 0 0,0 1-1 0 0,0-1 1 0 0,0 0 0 0 0,0-1-1 0 0,0-29-3367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2161 0 0,'0'2'210'0'0,"0"0"1"0"0,0 0-1 0 0,0 0 0 0 0,0 0 1 0 0,1 0-1 0 0,-1 0 0 0 0,1 0 0 0 0,0 0 1 0 0,-1 0-1 0 0,1-1 0 0 0,0 1 1 0 0,0 0-1 0 0,0 0 0 0 0,0-1 1 0 0,0 1-1 0 0,1-1 0 0 0,-1 1 1 0 0,2 1-1 0 0,-1-2-125 0 0,-1 1 0 0 0,1 0 1 0 0,-1-1-1 0 0,0 1 0 0 0,1 0 0 0 0,-1 0 1 0 0,0 0-1 0 0,0 0 0 0 0,0 0 1 0 0,-1 0-1 0 0,1 0 0 0 0,0 0 0 0 0,-1 0 1 0 0,1 0-1 0 0,-1 1 0 0 0,0-1 0 0 0,1 0 1 0 0,-1 3-1 0 0,0 11 136 0 0,-1-6-63 0 0,0 1 1 0 0,1 0-1 0 0,0-1 1 0 0,1 1-1 0 0,1-1 1 0 0,-1 1-1 0 0,2-1 1 0 0,-1 1-1 0 0,2-1 1 0 0,-1 0-1 0 0,1 0 0 0 0,10 16 1 0 0,6 2 102 0 0,18 30 65 0 0,-6 10-6 0 0,-28-50-214 0 0,-4-17-97 0 0,-1 0 0 0 0,1 1 0 0 0,0-1 1 0 0,1 0-1 0 0,-1 0 0 0 0,0 0 0 0 0,0 0 0 0 0,0 0 0 0 0,1 0 1 0 0,-1 1-1 0 0,0-1 0 0 0,1 0 0 0 0,-1 0 0 0 0,1 0 0 0 0,-1 0 1 0 0,1 0-1 0 0,0 0 0 0 0,1 1 0 0 0,2 0-95 0 0,1 0-1 0 0,0 0 1 0 0,0 0-1 0 0,0-1 1 0 0,0 0 0 0 0,0 0-1 0 0,0 0 1 0 0,0 0-1 0 0,0-1 1 0 0,0 0-1 0 0,0 0 1 0 0,0 0-1 0 0,0-1 1 0 0,0 0 0 0 0,0 0-1 0 0,0 0 1 0 0,0 0-1 0 0,0-1 1 0 0,-1 0-1 0 0,1 0 1 0 0,0 0-1 0 0,-1-1 1 0 0,0 1 0 0 0,8-7-1 0 0,9-6-673 0 0,-17 13 508 0 0,0-1 1 0 0,-1 1-1 0 0,1-1 0 0 0,-1 0 0 0 0,1 1 0 0 0,-1-2 0 0 0,4-4 1 0 0,-6 6 12 0 0,0 0 0 0 0,0-1 0 0 0,0 1 0 0 0,-1-1 0 0 0,1 1 0 0 0,-1-1 0 0 0,1 1 0 0 0,-1-1 0 0 0,0 1 1 0 0,0-4-1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8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8 1681 0 0,'27'-7'1947'0'0,"-35"10"1561"0"0,7-3-3408 0 0,0 0 0 0 0,0 1 0 0 0,0-1 0 0 0,0 1 0 0 0,0-1 1 0 0,0 1-1 0 0,0 0 0 0 0,0-1 0 0 0,0 1 0 0 0,0 0 0 0 0,0 0 0 0 0,1-1 0 0 0,-1 1 0 0 0,0 0 0 0 0,0 0 0 0 0,1 0 0 0 0,-1 0 0 0 0,1 0 0 0 0,-1 0 0 0 0,1 0 0 0 0,-1 0 1 0 0,1 0-1 0 0,0 0 0 0 0,0 1 0 0 0,-1 1 0 0 0,6-1 153 0 0,22 3 1 0 0,-29-6-212 0 0,0 1 1 0 0,0-1 0 0 0,0 0-1 0 0,0 1 1 0 0,0-1 0 0 0,0 1-1 0 0,0 0 1 0 0,0 0-1 0 0,0-1 1 0 0,0 1 0 0 0,0 1-1 0 0,0-1 1 0 0,0 0 0 0 0,0 0-1 0 0,-1 1 1 0 0,1-1 0 0 0,0 1-1 0 0,1 0 1 0 0,-1 0-1 0 0,0 0 1 0 0,0 0 0 0 0,0 0-1 0 0,-2 2 1 0 0,-4 1 178 0 0,1 0 0 0 0,-1 1-1 0 0,1 0 1 0 0,0 0 0 0 0,-7 8-1 0 0,-40 31 634 0 0,38-25-512 0 0,14-18-330 0 0,0 1 1 0 0,0 0-1 0 0,1-1 0 0 0,-1 1 0 0 0,1 0 1 0 0,-1 0-1 0 0,1 0 0 0 0,0 0 0 0 0,0 0 1 0 0,0 0-1 0 0,0 0 0 0 0,0 1 0 0 0,0-1 1 0 0,1 0-1 0 0,-1 1 0 0 0,1-1 0 0 0,0 0 1 0 0,-1 1-1 0 0,1 2 0 0 0,0-1 12 0 0,0 1 1 0 0,-1 0-1 0 0,0-1 0 0 0,0 1 0 0 0,0-1 1 0 0,0 1-1 0 0,-1-1 0 0 0,0 0 1 0 0,0 1-1 0 0,-3 4 0 0 0,3-5-20 0 0,-1 0-1 0 0,2 0 1 0 0,-1 0 0 0 0,0 0-1 0 0,1 1 1 0 0,-1-1-1 0 0,1 0 1 0 0,1 1 0 0 0,-1-1-1 0 0,0 7 1 0 0,0 16 49 0 0,0-20-33 0 0,0 0-1 0 0,1 0 0 0 0,0 0 0 0 0,0 0 1 0 0,1 0-1 0 0,0 0 0 0 0,0 0 0 0 0,4 12 1 0 0,1-6 3 0 0,-3-3 0 0 0,1-1-1 0 0,0 0 1 0 0,1 0-1 0 0,0 0 1 0 0,0-1 0 0 0,1 1-1 0 0,0-1 1 0 0,9 9-1 0 0,-4-9-21 0 0,0-1 0 0 0,0 0-1 0 0,0-1 1 0 0,1 0-1 0 0,0 0 1 0 0,1-2 0 0 0,-1 1-1 0 0,1-2 1 0 0,21 5 0 0 0,9-2-18 0 0,67 1 0 0 0,-62-6 44 0 0,-43 0-26 0 0,23 1 4 0 0,0-2 0 0 0,39-3 0 0 0,-60 2-6 0 0,0 0 0 0 0,0-1 0 0 0,-1 0 0 0 0,1 0 0 0 0,0 0-1 0 0,-1-1 1 0 0,0 0 0 0 0,0 0 0 0 0,0-1 0 0 0,0 0 0 0 0,0 0 0 0 0,0 0 0 0 0,6-7-1 0 0,-10 8-4 0 0,-1 0-1 0 0,0 0 0 0 0,0 1 1 0 0,0-1-1 0 0,-1 0 0 0 0,1 0 1 0 0,-1 0-1 0 0,0 0 0 0 0,1 0 1 0 0,-1 0-1 0 0,0 1 0 0 0,-1-1 1 0 0,1 0-1 0 0,0 0 0 0 0,-1 0 1 0 0,0 0-1 0 0,0 0 0 0 0,0 1 1 0 0,-2-5-1 0 0,-1 2 6 0 0,0 0-1 0 0,0 0 1 0 0,-1 1-1 0 0,0 0 1 0 0,0 0-1 0 0,0 0 1 0 0,-1 0-1 0 0,1 1 1 0 0,-9-4-1 0 0,-58-22 10 0 0,47 20-1 0 0,-13-6 12 0 0,16 5 16 0 0,-1 2-1 0 0,0 0 1 0 0,0 1 0 0 0,-1 1-1 0 0,-41-5 1 0 0,61 11-28 0 0,-10-1 31 0 0,-1 1 1 0 0,1 0 0 0 0,-1 1-1 0 0,-24 5 1 0 0,21 0-313 0 0,38-4-702 0 0,52-6-2963 0 0,50-21-2144 0 0,-63 11 3228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1841 0 0,'-52'12'3952'0'0,"19"-3"-2002"0"0,0-2 0 0 0,-1-2 0 0 0,-65 3 0 0 0,94-8-496 0 0,3-2-1286 0 0,9-1-109 0 0,20 0 57 0 0,56 1 0 0 0,-60 2-95 0 0,164 3 59 0 0,340 51 0 0 0,-497-49-96 0 0,35 6-222 0 0,123 6-1 0 0,-187-17 176 0 0,0 0 1 0 0,0 0-1 0 0,0 1 0 0 0,0-1 1 0 0,0 0-1 0 0,1 0 1 0 0,-1 0-1 0 0,0 0 1 0 0,0-1-1 0 0,0 1 1 0 0,0 0-1 0 0,1 0 1 0 0,-1-1-1 0 0,0 1 0 0 0,0 0 1 0 0,0-1-1 0 0,0 1 1 0 0,0-1-1 0 0,0 0 1 0 0,1 0-1 0 0,-15-15-1898 0 0,6 9 1260 0 0,-25-31-2593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29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1761 0 0,'-64'55'6723'0'0,"32"-9"-4242"0"0,32-19-2161 0 0,0-7-80 0 0,0 15 721 0 0,32 6 79 0 0,-32-9-720 0 0,32 9-160 0 0,32-6-80 0 0,-32-3 0 0 0,32-11-160 0 0,-32-1-1120 0 0,0-6-881 0 0,32-14-400 0 0,-32-14-881 0 0,0 0-880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30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64 108 1281 0 0,'48'-17'5187'0'0,"-32"12"-4703"0"0,-1-1 0 0 0,1 0 0 0 0,23-14 0 0 0,46-7-164 0 0,-85 27-315 0 0,1 0 0 0 0,-1 0 1 0 0,0 0-1 0 0,1 0 0 0 0,-1-1 0 0 0,0 1 0 0 0,1 0 1 0 0,-1 0-1 0 0,0 0 0 0 0,0-1 0 0 0,1 1 0 0 0,-1 0 1 0 0,0 0-1 0 0,0-1 0 0 0,1 1 0 0 0,-1 0 0 0 0,0-1 1 0 0,0 1-1 0 0,0 0 0 0 0,0-1 0 0 0,1 1 0 0 0,-1 0 1 0 0,0-1-1 0 0,0 1 0 0 0,0 0 0 0 0,0-1 0 0 0,0 1 1 0 0,0-1-1 0 0,0 1 0 0 0,0 0 0 0 0,0-1 0 0 0,0 1 1 0 0,0 0-1 0 0,0-1 0 0 0,0 1 0 0 0,-1-1 0 0 0,1 1 1 0 0,0 0-1 0 0,0 0 0 0 0,0-1 1 0 0,0 1-1 0 0,0 0 0 0 0,0-1 0 0 0,0 1 1 0 0,0 0-1 0 0,0 0 0 0 0,0-1 0 0 0,0 1 1 0 0,0 0-1 0 0,0 0 0 0 0,0-1 0 0 0,0 1 1 0 0,0 0-1 0 0,1 0 0 0 0,-1-1 0 0 0,0 1 1 0 0,0 0-1 0 0,0 0 0 0 0,0-1 1 0 0,0 1-1 0 0,0 0 0 0 0,1 0 0 0 0,-1 0 1 0 0,0-1-1 0 0,0 1 0 0 0,0 0 0 0 0,1 0 1 0 0,-1 0-1 0 0,0 0 0 0 0,0 0 0 0 0,1-1 1 0 0,-1 1-1 0 0,0 0 0 0 0,0 0 0 0 0,1 0 1 0 0,-1 0-1 0 0,0 0 0 0 0,1 0 1 0 0,20-7 607 0 0,-45 9-368 0 0,0 2-1 0 0,-45 12 1 0 0,61-14-206 0 0,1 0 1 0 0,-1 0-1 0 0,1 0 0 0 0,0 1 1 0 0,0 0-1 0 0,0 1 0 0 0,0-1 1 0 0,0 1-1 0 0,1 1 0 0 0,0-1 1 0 0,0 1-1 0 0,0 0 0 0 0,0 0 1 0 0,1 1-1 0 0,0 0 0 0 0,0 0 1 0 0,0 0-1 0 0,1 0 0 0 0,-5 11 1 0 0,7-10 11 0 0,-1-1 0 0 0,1 0 0 0 0,-1 1 0 0 0,0-1 1 0 0,0 0-1 0 0,-1 0 0 0 0,0-1 0 0 0,-6 8 0 0 0,1-2 62 0 0,7-8-101 0 0,-1-1 11 0 0,1 1 0 0 0,0-1-1 0 0,0 0 1 0 0,0 1 0 0 0,0-1 0 0 0,1 1 0 0 0,-1 0-1 0 0,1 0 1 0 0,-1 0 0 0 0,1 0 0 0 0,0 0-1 0 0,0 0 1 0 0,0 0 0 0 0,1 0 0 0 0,-1 0 0 0 0,1 0-1 0 0,-1 0 1 0 0,1 0 0 0 0,0 1 0 0 0,0-1 0 0 0,1 0-1 0 0,-1 0 1 0 0,1 0 0 0 0,-1 0 0 0 0,1 0 0 0 0,2 4-1 0 0,7 11 69 0 0,-8-15-78 0 0,0 0 1 0 0,0 0-1 0 0,0 1 1 0 0,-1-1 0 0 0,1 0-1 0 0,-1 1 1 0 0,0-1-1 0 0,0 1 1 0 0,0 0-1 0 0,-1-1 1 0 0,1 1 0 0 0,-1 4-1 0 0,1-2-2 0 0,0-1 0 0 0,0 0 0 0 0,1 0 0 0 0,-1 0 0 0 0,1 0 0 0 0,0 0-1 0 0,0 0 1 0 0,1-1 0 0 0,0 1 0 0 0,0-1 0 0 0,0 1 0 0 0,0-1 0 0 0,0 0 0 0 0,1 0 0 0 0,0-1 0 0 0,0 1-1 0 0,0-1 1 0 0,0 0 0 0 0,0 0 0 0 0,1 0 0 0 0,8 4 0 0 0,14 7 30 0 0,1-1 0 0 0,46 14 0 0 0,-51-18-17 0 0,9 0-4 0 0,-1-1 0 0 0,1-2 0 0 0,0-1 0 0 0,0-1 0 0 0,1-2 0 0 0,-1-2 0 0 0,59-5 0 0 0,-54 0 2 0 0,0-2 1 0 0,-1-2-1 0 0,1-1 0 0 0,-2-2 0 0 0,65-31 0 0 0,-90 39-32 0 0,0-1 0 0 0,0 0 0 0 0,0 0-1 0 0,-1-1 1 0 0,0-1 0 0 0,9-7 0 0 0,-16 12 3 0 0,0-1 1 0 0,1 0-1 0 0,-1 0 1 0 0,0 1-1 0 0,-1-1 1 0 0,1-1-1 0 0,0 1 1 0 0,-1 0-1 0 0,1 0 1 0 0,-1-1 0 0 0,0 1-1 0 0,0 0 1 0 0,-1-1-1 0 0,1 1 1 0 0,-1-1-1 0 0,0 1 1 0 0,1-1-1 0 0,-1 1 1 0 0,-1-1 0 0 0,1 1-1 0 0,-1-1 1 0 0,1 1-1 0 0,-2-5 1 0 0,-2-4-6 0 0,0 0 0 0 0,-1 1 0 0 0,0-1 0 0 0,-1 1 1 0 0,0 0-1 0 0,-1 1 0 0 0,0 0 0 0 0,-1 0 0 0 0,0 0 1 0 0,0 1-1 0 0,-1 0 0 0 0,0 1 0 0 0,0 0 0 0 0,-15-9 0 0 0,-2-1-32 0 0,-2 2-1 0 0,0 1 1 0 0,-1 2-1 0 0,-45-16 1 0 0,62 24-18 0 0,0 1 0 0 0,0 1 0 0 0,0 0 0 0 0,0 0 0 0 0,-1 2 0 0 0,1-1 1 0 0,-1 1-1 0 0,1 1 0 0 0,-1 1 0 0 0,-18 2 0 0 0,25-2-48 0 0,0 1 0 0 0,1 1-1 0 0,-1-1 1 0 0,1 1 0 0 0,-1 0 0 0 0,1 0-1 0 0,0 0 1 0 0,0 1 0 0 0,0 0 0 0 0,1 0-1 0 0,-5 5 1 0 0,7-8 42 0 0,0 1 0 0 0,0 0 0 0 0,0 0 1 0 0,1 0-1 0 0,-1 0 0 0 0,0 0 0 0 0,1 0 0 0 0,0 0 0 0 0,-1 1 1 0 0,1-1-1 0 0,0 0 0 0 0,0 1 0 0 0,0-1 0 0 0,0 1 0 0 0,1-1 0 0 0,-1 1 1 0 0,1-1-1 0 0,0 1 0 0 0,-1 0 0 0 0,1 3 0 0 0,3-3-54 0 0,0 0 0 0 0,-1 0 1 0 0,1 0-1 0 0,0 0 0 0 0,0-1 0 0 0,1 1 0 0 0,-1-1 0 0 0,0 0 0 0 0,1 0 0 0 0,0 0 0 0 0,5 2 0 0 0,56 22-2051 0 0,-62-25 2008 0 0,61 21-2997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3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0 240 0 0,'-6'3'709'0'0,"4"-3"-567"0"0,1 0 0 0 0,-1 0 1 0 0,1 1-1 0 0,-1-1 0 0 0,1 1 0 0 0,0-1 0 0 0,-1 1 1 0 0,1 0-1 0 0,0-1 0 0 0,0 1 0 0 0,0 0 0 0 0,-1 0 1 0 0,1 0-1 0 0,0 0 0 0 0,0 0 0 0 0,0 0 0 0 0,0 0 1 0 0,0 0-1 0 0,1 1 0 0 0,-2 1 0 0 0,1-2-57 0 0,0 0 0 0 0,1 0 0 0 0,-1 0-1 0 0,0 0 1 0 0,1 0 0 0 0,-1-1 0 0 0,0 1-1 0 0,0 0 1 0 0,0 0 0 0 0,0-1 0 0 0,1 1 0 0 0,-1 0-1 0 0,0-1 1 0 0,0 1 0 0 0,0-1 0 0 0,0 0 0 0 0,-1 1-1 0 0,1-1 1 0 0,0 0 0 0 0,0 1 0 0 0,0-1 0 0 0,0 0-1 0 0,0 0 1 0 0,0 0 0 0 0,0 0 0 0 0,-2 0 0 0 0,-8 1 346 0 0,-266 54 4638 0 0,373-50-2067 0 0,372-5-2909 0 0,-342 1-665 0 0,132-3-4338 0 0,-247 2 4136 0 0,-1-1 0 0 0,1 0 1 0 0,-1 0-1 0 0,0-1 0 0 0,1-1 0 0 0,-1 0 1 0 0,13-5-1 0 0,9-6-2054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1:3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1 880 0 0,'-8'1'766'0'0,"1"0"0"0"0,0 1 0 0 0,0 0 0 0 0,0 0 0 0 0,1 0 0 0 0,-1 1 0 0 0,-10 6 0 0 0,-35 26 1283 0 0,51-33-1987 0 0,-1-1-1 0 0,1 1 0 0 0,0 0 0 0 0,0 0 1 0 0,0 0-1 0 0,0-1 0 0 0,0 1 0 0 0,0 0 0 0 0,0 0 1 0 0,1 1-1 0 0,-1-1 0 0 0,1 0 0 0 0,-1 0 1 0 0,1 0-1 0 0,0 0 0 0 0,0 0 0 0 0,0 0 0 0 0,0 1 1 0 0,0-1-1 0 0,1 0 0 0 0,0 3 0 0 0,17 41 523 0 0,-9-27-460 0 0,3 15 125 0 0,-9-24-136 0 0,1 0 0 0 0,0 0 0 0 0,0-1 0 0 0,7 11-1 0 0,24 30 429 0 0,-24-36-400 0 0,0 1 1 0 0,-1 0 0 0 0,13 28 0 0 0,-16-24-58 0 0,-5-14-63 0 0,-1 0-1 0 0,1 0 0 0 0,1-1 1 0 0,-1 1-1 0 0,1 0 0 0 0,4 5 0 0 0,-7-10-26 0 0,0 1-1 0 0,1-1 0 0 0,-1 0 0 0 0,0 0 0 0 0,0 0 0 0 0,1 1 0 0 0,-1-1 0 0 0,0 0 1 0 0,0 0-1 0 0,1 1 0 0 0,-1-1 0 0 0,0 0 0 0 0,0 0 0 0 0,0 1 0 0 0,0-1 0 0 0,1 0 1 0 0,-1 1-1 0 0,0-1 0 0 0,0 0 0 0 0,0 0 0 0 0,0 1 0 0 0,0-1 0 0 0,0 0 0 0 0,0 1 0 0 0,0-1 1 0 0,0 0-1 0 0,0 1 0 0 0,0-1 0 0 0,0 0 0 0 0,0 1 0 0 0,0-1 0 0 0,0 0 0 0 0,0 1 1 0 0,0-1-1 0 0,0 0 0 0 0,-1 1 0 0 0,1-1 0 0 0,0 0 0 0 0,0 0 0 0 0,0 1 0 0 0,0-1 1 0 0,-1 0-1 0 0,1 0 0 0 0,0 1 0 0 0,0-1 0 0 0,-1 0 0 0 0,1 0 0 0 0,0 0 0 0 0,0 1 1 0 0,-1-1-1 0 0,1 0 0 0 0,0 0 0 0 0,-1 0 0 0 0,-14 1-697 0 0,14-1 632 0 0,-3 0-982 0 0,8-1 632 0 0,0 0-1 0 0,1-1 1 0 0,-1 1-1 0 0,0-1 1 0 0,1-1-1 0 0,-1 1 1 0 0,0 0 0 0 0,-1-1-1 0 0,5-3 1 0 0,-1 1-543 0 0,-7 5 872 0 0,1 0 0 0 0,-1-1-1 0 0,1 1 1 0 0,-1-1-1 0 0,0 1 1 0 0,1-1 0 0 0,-1 1-1 0 0,0-1 1 0 0,1 1 0 0 0,-1-1-1 0 0,0 1 1 0 0,0-1-1 0 0,1 1 1 0 0,-1-1 0 0 0,0 1-1 0 0,0-1 1 0 0,0 0 0 0 0,0 1-1 0 0,0-1 1 0 0,0 1-1 0 0,0-1 1 0 0,0 0 0 0 0,0 1-1 0 0,0-1 1 0 0,0-19-2241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04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419 117 640 0 0,'26'-14'1713'0'0,"50"-18"0"0"0,-24 11 104 0 0,-20 9-1324 0 0,-16 5-180 0 0,-15 6-296 0 0,-1 1 0 0 0,1 0-1 0 0,0-1 1 0 0,-1 1 0 0 0,1-1-1 0 0,0 1 1 0 0,-1 0 0 0 0,1-1 0 0 0,0 1-1 0 0,-1 0 1 0 0,1 0 0 0 0,0 0-1 0 0,-1-1 1 0 0,1 1 0 0 0,0 0-1 0 0,0 0 1 0 0,-1 0 0 0 0,1 0-1 0 0,0 0 1 0 0,-1 0 0 0 0,1 0-1 0 0,0 1 1 0 0,0-1 0 0 0,-1 0 0 0 0,1 0-1 0 0,0 1 1 0 0,-1-1 0 0 0,1 0-1 0 0,1 1 1 0 0,-130-13 930 0 0,106 7-1204 0 0,1 1 0 0 0,0 1-1 0 0,-1 0 1 0 0,-23 2 0 0 0,32 2 200 0 0,0 0 0 0 0,0 2-1 0 0,0-1 1 0 0,1 1 0 0 0,-1 1 0 0 0,1 0 0 0 0,0 1-1 0 0,-12 7 1 0 0,0-1 67 0 0,22-11 11 0 0,0 1 0 0 0,0-1 0 0 0,0 1 0 0 0,0-1 0 0 0,0 1 1 0 0,0 0-1 0 0,0 0 0 0 0,0 0 0 0 0,1 0 0 0 0,-1 0 0 0 0,0 0 0 0 0,1 1 1 0 0,-1-1-1 0 0,1 0 0 0 0,-1 1 0 0 0,1-1 0 0 0,0 1 0 0 0,0 0 0 0 0,0-1 0 0 0,-1 1 1 0 0,2 0-1 0 0,-1 0 0 0 0,0 0 0 0 0,0-1 0 0 0,0 1 0 0 0,1 0 0 0 0,-1 0 1 0 0,1 0-1 0 0,0 0 0 0 0,0 0 0 0 0,-1 0 0 0 0,2 4 0 0 0,-1-4 526 0 0,-32 10 267 0 0,5-7-507 0 0,22-4 813 0 0,4-1-1108 0 0,1-1 0 0 0,0 1 0 0 0,0 0 0 0 0,0 0 0 0 0,0-1 0 0 0,0 1 0 0 0,0 0 0 0 0,-1-1 0 0 0,1 1 0 0 0,0 0 0 0 0,0-1 0 0 0,0 1 0 0 0,0 0-1 0 0,0 0 1 0 0,0-1 0 0 0,0 1 0 0 0,0 0 0 0 0,0-1 0 0 0,0 1 0 0 0,1 0 0 0 0,-1-1 0 0 0,0 1 0 0 0,0 0 0 0 0,0 0 0 0 0,0-1 0 0 0,0 1 0 0 0,0 0 0 0 0,1 0 0 0 0,-1-1 0 0 0,0 1 0 0 0,0 0 0 0 0,0 0 0 0 0,1-1-1 0 0,-1 1 1 0 0,0 0 0 0 0,0 0 0 0 0,1 0 0 0 0,-1 0 0 0 0,0-1 0 0 0,0 1 0 0 0,1 0 0 0 0,-1 0 0 0 0,0 0 0 0 0,1 0 0 0 0,-1 0 0 0 0,0 0 0 0 0,1 0 0 0 0,56-17 265 0 0,-40 11-230 0 0,1 1 1 0 0,0 0-1 0 0,27-3 1 0 0,-1 4-17 0 0,0 2 0 0 0,60 6 0 0 0,-99-3-20 0 0,0 1 0 0 0,0 0-1 0 0,0 0 1 0 0,0 1 0 0 0,0-1 0 0 0,-1 1 0 0 0,1 0 0 0 0,-1 0-1 0 0,0 1 1 0 0,1-1 0 0 0,-2 1 0 0 0,1 0 0 0 0,0 0 0 0 0,-1 0-1 0 0,0 0 1 0 0,4 6 0 0 0,1 2 41 0 0,-1-1-1 0 0,0 1 1 0 0,-1 1-1 0 0,0-1 1 0 0,6 24 0 0 0,-1 19 161 0 0,-1-27-117 0 0,-7-20-85 0 0,0 0 1 0 0,0-1-1 0 0,-1 1 0 0 0,0 0 1 0 0,-1 0-1 0 0,0 0 0 0 0,1 12 1 0 0,-1 28 39 0 0,1-29-18 0 0,-2 1-1 0 0,0-1 1 0 0,-1 1-1 0 0,-7 35 0 0 0,3-37-19 0 0,3-7-13 0 0,0-1 0 0 0,-1 1 0 0 0,-1 0 0 0 0,0-1 0 0 0,0 0 0 0 0,-1 0 0 0 0,0 0 0 0 0,-1-1 0 0 0,0 0 1 0 0,-12 15-1 0 0,-1-6 22 0 0,8-7-9 0 0,-1 1-1 0 0,0-2 1 0 0,0 0-1 0 0,-1 0 1 0 0,0-1-1 0 0,-1 0 1 0 0,0-2-1 0 0,0 1 1 0 0,-1-2-1 0 0,-28 10 1 0 0,26-14-34 0 0,0-1 0 0 0,0 0 1 0 0,0-1-1 0 0,0-1 1 0 0,0-1-1 0 0,0 0 0 0 0,0-1 1 0 0,1-1-1 0 0,-1 0 0 0 0,-27-12 1 0 0,33 10 13 0 0,0 0-1 0 0,1 0 1 0 0,0-1 0 0 0,0-1 0 0 0,1 1 0 0 0,0-2 0 0 0,0 1-1 0 0,1-1 1 0 0,0-1 0 0 0,0 1 0 0 0,1-1 0 0 0,-11-21-1 0 0,-14-29 8 0 0,25 27-36 0 0,7 32 33 0 0,0-1 0 0 0,0 1 1 0 0,-1 0-1 0 0,1 0 0 0 0,0-1 1 0 0,0 1-1 0 0,0 0 0 0 0,1-1 0 0 0,-1 1 1 0 0,0 0-1 0 0,0-1 0 0 0,1 1 1 0 0,-1 0-1 0 0,1 0 0 0 0,-1-1 1 0 0,1 1-1 0 0,-1 0 0 0 0,1 0 0 0 0,0 0 1 0 0,1-2-1 0 0,25 3-50 0 0,-17 2 71 0 0,1 0 1 0 0,0 1 0 0 0,-1 0-1 0 0,0 1 1 0 0,0 0 0 0 0,17 10-1 0 0,-10-6 25 0 0,65 36 340 0 0,-2 4-1 0 0,94 73 0 0 0,-67-19-35 0 0,-59-69-280 0 0,-20-14-315 0 0,-40-37-571 0 0,11 16 728 0 0,0 1 1 0 0,0-1-1 0 0,0 0 1 0 0,0 0-1 0 0,0 0 1 0 0,1 0-1 0 0,-1 0 1 0 0,1 1-1 0 0,-1-1 1 0 0,1 0-1 0 0,0 0 1 0 0,0 0-1 0 0,0 0 1 0 0,0 0-1 0 0,0 0 1 0 0,0 0-1 0 0,1-3 1 0 0,-1 1-131 0 0,1 0 1 0 0,-1 0-1 0 0,0 1 0 0 0,-1-1 1 0 0,1 0-1 0 0,0 0 0 0 0,-1 0 0 0 0,-2-5 1 0 0,-23-41-3569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05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35 1361 0 0,'-1'1'248'0'0,"0"-1"0"0"0,0 1 0 0 0,-1 0 0 0 0,1 0 0 0 0,0-1 0 0 0,0 1 0 0 0,-1-1 0 0 0,1 1 0 0 0,-1-1 0 0 0,1 1 0 0 0,0-1 0 0 0,-1 0 0 0 0,1 0 0 0 0,-1 0 0 0 0,1 1 0 0 0,-1-2-1 0 0,1 1 1 0 0,-1 0 0 0 0,1 0 0 0 0,0 0 0 0 0,-3-1 0 0 0,-34 8 1919 0 0,21-4-1672 0 0,51-6-35 0 0,245-8-113 0 0,-218 10-307 0 0,143 4 65 0 0,67-2-1157 0 0,-263-2 913 0 0,3 1-309 0 0,0 0 0 0 0,-1-1-1 0 0,1-1 1 0 0,0 0 0 0 0,17-5 0 0 0,-27 7 382 0 0,-1 0 1 0 0,0 0-1 0 0,1-1 1 0 0,-1 1-1 0 0,0 0 1 0 0,0 0-1 0 0,1 0 1 0 0,-1 0-1 0 0,0-1 0 0 0,0 1 1 0 0,1 0-1 0 0,-1 0 1 0 0,0 0-1 0 0,0-1 1 0 0,1 1-1 0 0,-1 0 1 0 0,0 0-1 0 0,0-1 1 0 0,0 1-1 0 0,0 0 1 0 0,0-1-1 0 0,1 1 1 0 0,-1 0-1 0 0,0-1 1 0 0,0 1-1 0 0,0 0 1 0 0,0 0-1 0 0,0-1 1 0 0,0 1-1 0 0,0 0 1 0 0,0-1-1 0 0,0 1 0 0 0,0-1 1 0 0,0-17-2256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05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2001 0 0,'26'28'3602'0'0,"-26"-1"-1361"0"0,-26 20-1121 0 0,-6-7-720 0 0,64 1-80 0 0,-32 0 1 0 0,0 6-1 0 0,26 6 0 0 0,-26-4-160 0 0,-26-11-160 0 0,52-9 0 0 0,-52-9-80 0 0,26-14-320 0 0,26-20-2322 0 0,6 2-1199 0 0,-32-2 879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06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314 156 1681 0 0,'1'-1'267'0'0,"-1"0"1"0"0,0 0-1 0 0,0 0 0 0 0,0 0 1 0 0,0 1-1 0 0,0-1 0 0 0,0 0 1 0 0,0 0-1 0 0,-1 0 1 0 0,1 0-1 0 0,0 1 0 0 0,0-1 1 0 0,-1 0-1 0 0,1 0 1 0 0,0 0-1 0 0,-1 1 0 0 0,1-1 1 0 0,-1 0-1 0 0,1 0 1 0 0,-1 1-1 0 0,0-2 0 0 0,-20 1 887 0 0,21 1-1174 0 0,-122 19 1648 0 0,112-17-1528 0 0,-1 1 0 0 0,1 0 0 0 0,0 0 0 0 0,0 1 0 0 0,0 1 0 0 0,0 0 0 0 0,-10 6 0 0 0,-1 16 247 0 0,5-16-184 0 0,14-10-130 0 0,-1 1 1 0 0,1-1-1 0 0,0 0 0 0 0,-1 1 0 0 0,1-1 0 0 0,0 1 1 0 0,0 0-1 0 0,0 0 0 0 0,0 0 0 0 0,1 0 1 0 0,-1 0-1 0 0,1 0 0 0 0,-1 0 0 0 0,1 0 0 0 0,-1 1 1 0 0,1-1-1 0 0,0 1 0 0 0,0-1 0 0 0,0 1 0 0 0,1-1 1 0 0,-1 1-1 0 0,1-1 0 0 0,-1 6 0 0 0,1 116 981 0 0,0-120-996 0 0,1 0-1 0 0,-1 0 1 0 0,1 0-1 0 0,1 0 0 0 0,-1 0 1 0 0,0 0-1 0 0,1 0 1 0 0,0-1-1 0 0,-1 1 1 0 0,2-1-1 0 0,-1 1 1 0 0,0-1-1 0 0,1 0 1 0 0,-1 1-1 0 0,1-2 1 0 0,0 1-1 0 0,0 0 0 0 0,0 0 1 0 0,1-1-1 0 0,3 3 1 0 0,11 6-24 0 0,0 0 1 0 0,34 14 0 0 0,-26-14 54 0 0,15 8-20 0 0,1-3-1 0 0,1-2 0 0 0,0-1 1 0 0,79 12-1 0 0,174 0-7 0 0,-250-22-24 0 0,57 1-27 0 0,147-11 0 0 0,-207 3-234 0 0,-1-2 0 0 0,0-2 0 0 0,0-2 0 0 0,-1-2 1 0 0,-1-1-1 0 0,55-26 0 0 0,-84 34 166 0 0,0-1 1 0 0,0 0-1 0 0,-1-1 1 0 0,0 0-1 0 0,0 0 1 0 0,0-1-1 0 0,9-10 1 0 0,-15 13 37 0 0,0-1 1 0 0,0 0 0 0 0,0 0 0 0 0,-1 0 0 0 0,0-1 0 0 0,0 1 0 0 0,-1-1-1 0 0,0 0 1 0 0,0 0 0 0 0,0 0 0 0 0,-1 0 0 0 0,0 0 0 0 0,0 0 0 0 0,-1-14-1 0 0,-1 12 31 0 0,0 0-1 0 0,0 0 0 0 0,-1-1 0 0 0,0 1 0 0 0,-1 0 0 0 0,0 1 0 0 0,0-1 0 0 0,-1 0 0 0 0,0 1 1 0 0,0 0-1 0 0,-1 0 0 0 0,0 0 0 0 0,-1 1 0 0 0,1 0 0 0 0,-1 0 0 0 0,-1 0 0 0 0,0 0 0 0 0,-10-7 1 0 0,-8-5 46 0 0,-1 1 1 0 0,0 2-1 0 0,-2 0 1 0 0,-32-12-1 0 0,12 5 199 0 0,0 3 0 0 0,-2 2 1 0 0,-1 2-1 0 0,-77-14 0 0 0,73 22 2 0 0,0 3 1 0 0,-1 2 0 0 0,1 2 0 0 0,-64 8 0 0 0,99-4-182 0 0,0 0 0 0 0,-30 8 1 0 0,45-9-43 0 0,-1 0-1 0 0,1 0 1 0 0,0 0 0 0 0,0 1 0 0 0,0 0 0 0 0,0 0 0 0 0,0 0-1 0 0,0 1 1 0 0,1-1 0 0 0,0 1 0 0 0,0 0 0 0 0,0 0 0 0 0,-4 6 0 0 0,7-9-40 0 0,0 0 1 0 0,1 0 0 0 0,-1-1 0 0 0,1 1 0 0 0,-1 0 0 0 0,0 0 0 0 0,1 0-1 0 0,0 0 1 0 0,-1 0 0 0 0,1 0 0 0 0,0 0 0 0 0,-1 0 0 0 0,1 0-1 0 0,0 0 1 0 0,0 0 0 0 0,0 0 0 0 0,0 0 0 0 0,0 0 0 0 0,0 0 0 0 0,0 0-1 0 0,0 0 1 0 0,1 0 0 0 0,-1 0 0 0 0,0 0 0 0 0,1 0 0 0 0,-1 0 0 0 0,0 0-1 0 0,1 0 1 0 0,-1 0 0 0 0,1 0 0 0 0,0 0 0 0 0,-1 0 0 0 0,1-1-1 0 0,0 1 1 0 0,-1 0 0 0 0,1 0 0 0 0,0-1 0 0 0,0 1 0 0 0,-1-1 0 0 0,1 1-1 0 0,0 0 1 0 0,0-1 0 0 0,1 1 0 0 0,44 13-2184 0 0,-42-13 1930 0 0,60 7-3877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7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696 237 2081 0 0,'0'0'93'0'0,"-1"-1"-1"0"0,1 1 1 0 0,0-1 0 0 0,-1 1 0 0 0,1-1-1 0 0,-1 1 1 0 0,1-1 0 0 0,-1 1-1 0 0,1-1 1 0 0,-1 1 0 0 0,1-1 0 0 0,-1 1-1 0 0,1 0 1 0 0,-1-1 0 0 0,1 1-1 0 0,-1 0 1 0 0,0 0 0 0 0,1-1 0 0 0,-1 1-1 0 0,0 0 1 0 0,1 0 0 0 0,-1 0-1 0 0,0 0 1 0 0,1 0 0 0 0,-1 0 0 0 0,0 0-1 0 0,0 0 1 0 0,-31-1 674 0 0,16 1-168 0 0,-18-3-166 0 0,0 2 1 0 0,0 2-1 0 0,0 1 1 0 0,0 1-1 0 0,-46 10 1 0 0,51-7-306 0 0,0-2 1 0 0,-1-1-1 0 0,1-2 1 0 0,-1 0-1 0 0,0-2 0 0 0,0-2 1 0 0,-45-9-1 0 0,43 7-101 0 0,25 1 93 0 0,3 0-80 0 0,2 4-9 0 0,1 0-21 0 0,-1 0 0 0 0,1 0 0 0 0,0 0 0 0 0,0-1 0 0 0,-1 1 0 0 0,1 0 0 0 0,0-1-1 0 0,0 1 1 0 0,0 0 0 0 0,-1-1 0 0 0,1 0 0 0 0,0 1 0 0 0,0-1 0 0 0,0 0 0 0 0,0 0 0 0 0,0 1 0 0 0,0-1 0 0 0,0 0 0 0 0,0 0 0 0 0,-1-1 0 0 0,2 1 3 0 0,-1 0 0 0 0,1 0 1 0 0,-1 0-1 0 0,1 0 0 0 0,-1 0 0 0 0,0 0 0 0 0,1 0 1 0 0,-1 1-1 0 0,0-1 0 0 0,0 0 0 0 0,0 1 0 0 0,0-1 1 0 0,0 0-1 0 0,0 1 0 0 0,0-1 0 0 0,-1 0 0 0 0,-12-8 44 0 0,14 9-55 0 0,0-1 1 0 0,-1 1-1 0 0,1 0 1 0 0,0 0-1 0 0,0-1 1 0 0,0 1 0 0 0,0 0-1 0 0,0-1 1 0 0,-1 1-1 0 0,1 0 1 0 0,0 0-1 0 0,0-1 1 0 0,0 1-1 0 0,0 0 1 0 0,0-1-1 0 0,0 1 1 0 0,0 0-1 0 0,0 0 1 0 0,0-1-1 0 0,0 1 1 0 0,0 0-1 0 0,0-1 1 0 0,0 1-1 0 0,0 0 1 0 0,0-1-1 0 0,1 1 1 0 0,-1 0-1 0 0,0 0 1 0 0,0-1 0 0 0,0 1-1 0 0,0 0 1 0 0,0 0-1 0 0,1-1 1 0 0,-1 1-1 0 0,0 0 1 0 0,0 0-1 0 0,0 0 1 0 0,1-1-1 0 0,-1 1 1 0 0,0 0-1 0 0,1 0 1 0 0,7-6 29 0 0,-6 6-28 0 0,-1-1 1 0 0,0 1 0 0 0,0-1 0 0 0,0 0-1 0 0,0 1 1 0 0,0-1 0 0 0,0 0 0 0 0,0 0-1 0 0,0 0 1 0 0,-1 1 0 0 0,1-1 0 0 0,0 0-1 0 0,0 0 1 0 0,-1 0 0 0 0,1 0 0 0 0,-1 0-1 0 0,1 0 1 0 0,-1-1 0 0 0,1 1 0 0 0,-1 0-1 0 0,1 0 1 0 0,-1 0 0 0 0,0 0 0 0 0,0-1-1 0 0,0 1 1 0 0,0-2 0 0 0,1 1 1 0 0,-1 0 0 0 0,0 0 0 0 0,1 0 0 0 0,-1 0-1 0 0,1 0 1 0 0,0 1 0 0 0,-1-1 0 0 0,1 0 0 0 0,0 1 0 0 0,0-1 0 0 0,0 0 0 0 0,0 1 0 0 0,1-1 0 0 0,-1 1-1 0 0,0-1 1 0 0,0 1 0 0 0,1 0 0 0 0,-1 0 0 0 0,1-1 0 0 0,0 1 0 0 0,-1 0 0 0 0,4-1 0 0 0,42-17 21 0 0,-30 14-17 0 0,58-35 57 0 0,-51 30-74 0 0,0 2 1 0 0,0 0-1 0 0,1 2 0 0 0,0 0 1 0 0,1 2-1 0 0,-1 1 0 0 0,1 1 1 0 0,-1 1-1 0 0,33 3 0 0 0,-47 0 7 0 0,0 1 0 0 0,0 0 0 0 0,-1 1 0 0 0,0 0 0 0 0,0 1-1 0 0,0 0 1 0 0,0 1 0 0 0,-1 0 0 0 0,0 0 0 0 0,10 9 0 0 0,-3-1 11 0 0,0 0 0 0 0,-1 1 0 0 0,-1 1 0 0 0,12 18 0 0 0,-15-17 30 0 0,-1 0 0 0 0,-1 1 0 0 0,-1 0 0 0 0,0 0 0 0 0,-1 1 0 0 0,-2 0 0 0 0,1 0 0 0 0,-2 0 0 0 0,-1 1 0 0 0,0 0 0 0 0,-2-1 0 0 0,-1 41 0 0 0,0-58-21 0 0,0 1 1 0 0,0 0-1 0 0,-1-1 0 0 0,1 1 0 0 0,-1 0 0 0 0,0-1 1 0 0,1 1-1 0 0,-1-1 0 0 0,0 1 0 0 0,0-1 0 0 0,-1 1 1 0 0,1-1-1 0 0,-1 0 0 0 0,1 0 0 0 0,-1 0 0 0 0,1 0 1 0 0,-1 0-1 0 0,0 0 0 0 0,0 0 0 0 0,-4 3 0 0 0,0-2-24 0 0,1 0 0 0 0,-1 0-1 0 0,0 0 1 0 0,0 0-1 0 0,-1-1 1 0 0,1 0-1 0 0,0-1 1 0 0,-10 2 0 0 0,-1-1-14 0 0,-1 0 1 0 0,0-2-1 0 0,0 0 1 0 0,1-1 0 0 0,-28-4-1 0 0,24 0-4 0 0,-1-1 0 0 0,-32-15 0 0 0,3 1 8 0 0,45 15 28 0 0,6 4 52 0 0,25 5 127 0 0,-18-2-146 0 0,125 26 484 0 0,-29-6-263 0 0,109 9 1 0 0,-198-31-495 0 0,0 0 1 0 0,-1-1-1 0 0,1 0 1 0 0,-1-1-1 0 0,0-1 1 0 0,1 0 0 0 0,-1-1-1 0 0,18-7 1 0 0,-23 8-300 0 0,0 0 1 0 0,0-1-1 0 0,-1 0 0 0 0,1-1 1 0 0,-1 0-1 0 0,0 0 1 0 0,0 0-1 0 0,0-1 0 0 0,-1 0 1 0 0,0 0-1 0 0,0 0 1 0 0,-1-1-1 0 0,0 0 0 0 0,7-11 1 0 0,-11 15 233 0 0,0 0 1 0 0,0 0-1 0 0,-1 0 1 0 0,1 0-1 0 0,0 0 1 0 0,-1 0-1 0 0,0 0 1 0 0,0-6-1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7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27 1761 0 0,'0'14'2321'0'0,"-64"12"400"0"0,32-5-640 0 0,0-1-1040 0 0,32-14-641 0 0,32-6-320 0 0,0 0-160 0 0,32 6 80 0 0,128-6 80 0 0,64 0-80 0 0,-39-12 0 0 0,-89-2-240 0 0,-32-6-561 0 0,-32-13-479 0 0,-32-8-2002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8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0,'0'26'2722'0'0,"0"29"639"0"0,0 39-1040 0 0,0-21-1761 0 0,32-24-560 0 0,0-2 161 0 0,0 0 239 0 0,0 6-320 0 0,0-4-160 0 0,0-29-80 0 0,0-20-401 0 0,0-14-479 0 0,-7-7-801 0 0,7-5-2241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163 174 160 0 0,'-68'-4'6219'0'0,"52"2"-5633"0"0,0-2 0 0 0,1 0 1 0 0,-25-8-1 0 0,40 11-580 0 0,-1 0 0 0 0,0 0 0 0 0,0 0 0 0 0,1 0 0 0 0,-1 0 1 0 0,1 0-1 0 0,-1 0 0 0 0,1 0 0 0 0,-1-1 0 0 0,1 1 0 0 0,0 0 0 0 0,-1 0 0 0 0,1 0 0 0 0,0 0 0 0 0,0-1 0 0 0,0 1 1 0 0,0 0-1 0 0,0 0 0 0 0,0 0 0 0 0,0 0 0 0 0,0-1 0 0 0,1 0 0 0 0,5-25 94 0 0,1 21-93 0 0,0 0-1 0 0,-1 1 0 0 0,2 0 1 0 0,-1 1-1 0 0,0-1 1 0 0,1 1-1 0 0,0 1 0 0 0,11-5 1 0 0,76-17 80 0 0,-49 15-72 0 0,-24 5 3 0 0,-1 2 0 0 0,1 1 0 0 0,0 0-1 0 0,0 2 1 0 0,0 0 0 0 0,0 2 0 0 0,0 0-1 0 0,22 6 1 0 0,-29-5-7 0 0,-3-1 5 0 0,0 0 0 0 0,0 1-1 0 0,0 1 1 0 0,0 0 0 0 0,-1 1 0 0 0,1 0 0 0 0,-1 0-1 0 0,0 1 1 0 0,-1 1 0 0 0,1 0 0 0 0,13 12-1 0 0,-8-5 100 0 0,0 0 0 0 0,-1 2-1 0 0,16 21 1 0 0,-26-30-65 0 0,0 0 0 0 0,0 0 0 0 0,-1 0 0 0 0,0 1-1 0 0,0-1 1 0 0,0 1 0 0 0,-1 0 0 0 0,-1 0 0 0 0,1 0 0 0 0,-1 1 0 0 0,-1-1 0 0 0,2 10 0 0 0,-4-14-13 0 0,0 1 0 0 0,0-1 1 0 0,0 1-1 0 0,-1-1 0 0 0,1 0 1 0 0,-1 1-1 0 0,0-1 0 0 0,-1 0 1 0 0,1 0-1 0 0,-1 0 0 0 0,1-1 1 0 0,-1 1-1 0 0,0-1 1 0 0,0 1-1 0 0,-1-1 0 0 0,1 0 1 0 0,-6 4-1 0 0,0 0 97 0 0,0-1 1 0 0,-1 1 0 0 0,0-1-1 0 0,0-1 1 0 0,-1 0-1 0 0,-12 4 1 0 0,-68 12 585 0 0,83-19-721 0 0,0 0 0 0 0,0-1-1 0 0,0 1 1 0 0,0-2 0 0 0,0 1 0 0 0,0-1 0 0 0,0 0 0 0 0,0-1 0 0 0,0 0-1 0 0,0 0 1 0 0,-13-4 0 0 0,-9-2 42 0 0,17 4-35 0 0,1 2-22 0 0,0-2 1 0 0,0 1-1 0 0,0-2 0 0 0,1 0 0 0 0,-1 0 0 0 0,1-1 0 0 0,-11-6 1 0 0,21 10 14 0 0,1 0 0 0 0,-1 0 0 0 0,0 1 0 0 0,1-1 0 0 0,-1 0 1 0 0,1 0-1 0 0,-1 0 0 0 0,1 0 0 0 0,0 0 0 0 0,-1 0 1 0 0,1 0-1 0 0,0 0 0 0 0,0-1 0 0 0,0 1 0 0 0,-1 0 1 0 0,1 0-1 0 0,0 0 0 0 0,0 0 0 0 0,1 0 0 0 0,-1 0 1 0 0,0 0-1 0 0,0 0 0 0 0,0 0 0 0 0,1 0 0 0 0,-1 0 1 0 0,1 0-1 0 0,-1 0 0 0 0,1 0 0 0 0,-1 0 0 0 0,1 0 0 0 0,-1 0 1 0 0,2-1-1 0 0,16 0 5 0 0,0 1 0 0 0,0 0 0 0 0,0 2-1 0 0,1 0 1 0 0,31 7 0 0 0,92 27 120 0 0,14 26 98 0 0,-88-32-178 0 0,-61-27-38 0 0,-1 0 0 0 0,1 0 0 0 0,1-1-1 0 0,-1 0 1 0 0,0-1 0 0 0,9 1-1 0 0,-15-3-61 0 0,0 1-1 0 0,0 0 1 0 0,0 0 0 0 0,-1-1-1 0 0,1 1 1 0 0,-1 0-1 0 0,1-1 1 0 0,-1 1-1 0 0,1 0 1 0 0,-1-1-1 0 0,0 1 1 0 0,0-1-1 0 0,0 1 1 0 0,0-1-1 0 0,0 1 1 0 0,0-1-1 0 0,0 1 1 0 0,0 0 0 0 0,-1-4-1 0 0,1 2-268 0 0,0 0 190 0 0,0 1 0 0 0,1-1-1 0 0,0 1 1 0 0,-1-1-1 0 0,1 1 1 0 0,0-1-1 0 0,0 1 1 0 0,0 0 0 0 0,1 0-1 0 0,-1-1 1 0 0,1 1-1 0 0,-1 0 1 0 0,1 0-1 0 0,-1 0 1 0 0,1 1 0 0 0,3-3-1 0 0,40-31-2910 0 0,-16 15 711 0 0,3-6-106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13 400 0 0,'-128'46'8377'0'0,"75"-34"-6896"0"0,42-9-854 0 0,17-3-494 0 0,372-6-613 0 0,-346 5-158 0 0,0-1 0 0 0,0-2 0 0 0,0-1 0 0 0,-1-1 0 0 0,34-12 0 0 0,-45 11-470 0 0,-20 7 1048 0 0,0 0 1 0 0,1 0 0 0 0,-1 0-1 0 0,0 0 1 0 0,1 0 0 0 0,-1-1-1 0 0,0 1 1 0 0,1 0-1 0 0,-1 0 1 0 0,0 0 0 0 0,1 0-1 0 0,-1 0 1 0 0,0 0-1 0 0,1 0 1 0 0,-1-1 0 0 0,0 1-1 0 0,1 0 1 0 0,-1 0 0 0 0,0 0-1 0 0,0-1 1 0 0,1 1-1 0 0,-1 0 1 0 0,0 0 0 0 0,0-1-1 0 0,0 1 1 0 0,1 0-1 0 0,-1-1 1 0 0,0 1 0 0 0,0 0-1 0 0,0 0 1 0 0,0-1 0 0 0,0 1-1 0 0,0 0 1 0 0,1-1-1 0 0,-1 1 1 0 0,0 0 0 0 0,0-1-1 0 0,0 1 1 0 0,0-1-1 0 0,0 1 1 0 0,0 0 0 0 0,0-1-1 0 0,-1 1 1 0 0,1 0 0 0 0,0-1-1 0 0,0 1 1 0 0,0 0-1 0 0,0 0 1 0 0,0-1 0 0 0,0 1-1 0 0,-1 0 1 0 0,1-1-1 0 0,-27-11-1914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 0 0,'0'53'5123'0'0,"0"29"-1202"0"0,0-15-2720 0 0,32-20-1041 0 0,-32-13 240 0 0,32-7-160 0 0,0-7-320 0 0,0-14 80 0 0,-32-12-160 0 0,32 0-320 0 0,-32-8-80 0 0,0-1-81 0 0,32-5-639 0 0,-32 0-801 0 0,32-1-400 0 0,-32-5 160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20 135 320 0 0,'5'-1'1841'0'0,"13"-3"887"0"0,-36 3 907 0 0,8 7-2581 0 0,-3-4-999 0 0,12-3-18 0 0,15-6 71 0 0,-8-4-37 0 0,-7 8-62 0 0,1-85 698 0 0,5 83-694 0 0,96-7 162 0 0,0 5-1 0 0,104 5 1 0 0,-164 2-152 0 0,34 2-12 0 0,-67-1 1 0 0,0 0 0 0 0,0 0 0 0 0,0 0 0 0 0,0 1 0 0 0,0 0 0 0 0,-1 1 0 0 0,12 5 0 0 0,-17-6 18 0 0,-1 1 1 0 0,0-1-1 0 0,0 1 1 0 0,0 0-1 0 0,-1-1 1 0 0,1 1-1 0 0,-1 0 1 0 0,1 0-1 0 0,-1-1 1 0 0,0 1-1 0 0,0 0 1 0 0,0 0-1 0 0,-1 0 1 0 0,1-1-1 0 0,-1 1 1 0 0,1 0-1 0 0,-1 0 1 0 0,0-1-1 0 0,0 1 1 0 0,-2 3-1 0 0,-6 0 108 0 0,-2 1 0 0 0,1-1-1 0 0,-1 0 1 0 0,1-1 0 0 0,-2-1 0 0 0,1 1-1 0 0,0-2 1 0 0,-1 0 0 0 0,-15 3 0 0 0,-3 1 205 0 0,-61 14 1191 0 0,138-27-1560 0 0,81 2-1 0 0,-59 3-80 0 0,-4-1-140 0 0,100 10 0 0 0,-133-5 186 0 0,1 1 0 0 0,-1 2-1 0 0,0 1 1 0 0,52 19-1 0 0,-79-23 109 0 0,0 0 0 0 0,0 0 0 0 0,-1 0-1 0 0,1 0 1 0 0,-1 1 0 0 0,0 0-1 0 0,0 0 1 0 0,0 0 0 0 0,-1 0-1 0 0,1 1 1 0 0,-1-1 0 0 0,0 1-1 0 0,3 6 1 0 0,-15-2 172 0 0,9-9-202 0 0,-1 0-1 0 0,0 1 1 0 0,0-1-1 0 0,1 1 0 0 0,-1-1 1 0 0,0 1-1 0 0,0-1 1 0 0,1 1-1 0 0,-1-1 1 0 0,1 1-1 0 0,-1 0 1 0 0,0-1-1 0 0,1 1 0 0 0,-1 0 1 0 0,1 0-1 0 0,0-1 1 0 0,-1 1-1 0 0,1 0 1 0 0,-1 0-1 0 0,1 0 0 0 0,0-1 1 0 0,0 1-1 0 0,-1 2 1 0 0,-4 0 156 0 0,-30 4 46 0 0,-68 3-1 0 0,87-10-374 0 0,0-1 0 0 0,1 0-1 0 0,-1 0 1 0 0,1-2-1 0 0,-1 0 1 0 0,1-1 0 0 0,-21-7-1 0 0,33 9-17 0 0,1 1 0 0 0,-1 0 0 0 0,0-1 0 0 0,0 0 0 0 0,1 1 0 0 0,-1-1 0 0 0,1 0 0 0 0,-1 0 0 0 0,-1-3 0 0 0,3 4 16 0 0,1 0 1 0 0,-1 0-1 0 0,0 0 1 0 0,1 0-1 0 0,-1 0 1 0 0,1 0-1 0 0,-1 0 1 0 0,1 0 0 0 0,0 0-1 0 0,0 0 1 0 0,-1 0-1 0 0,1 0 1 0 0,0 0-1 0 0,0-1 1 0 0,0 1-1 0 0,0 0 1 0 0,0 0 0 0 0,0 0-1 0 0,0 0 1 0 0,1 0-1 0 0,-1 0 1 0 0,0-1-1 0 0,1 1 1 0 0,-1 0-1 0 0,0 0 1 0 0,1 0 0 0 0,0 0-1 0 0,-1 0 1 0 0,1 0-1 0 0,-1 0 1 0 0,1 1-1 0 0,1-2 1 0 0,19-18-3071 0 0,-16-1 280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1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33 2081 0 0,'-32'0'1391'0'0,"0"2"0"0"0,-33 6 0 0 0,51-5-1341 0 0,0 0 0 0 0,1 0 0 0 0,-1 2-1 0 0,1-1 1 0 0,0 2 0 0 0,-22 12 0 0 0,13-12 204 0 0,22-6-255 0 0,-1 0 0 0 0,1 0-1 0 0,-1 0 1 0 0,0 0 0 0 0,1 0 0 0 0,-1 0 0 0 0,1 0 0 0 0,-1 0-1 0 0,1 0 1 0 0,-1 0 0 0 0,1 0 0 0 0,-1 0 0 0 0,0 1-1 0 0,1-1 1 0 0,-1 0 0 0 0,1 0 0 0 0,-1 1 0 0 0,1-1 0 0 0,0 0-1 0 0,-1 1 1 0 0,1-1 0 0 0,-1 0 0 0 0,1 1 0 0 0,-1-1 0 0 0,1 1-1 0 0,0-1 1 0 0,-1 1 0 0 0,1-1 0 0 0,0 1 0 0 0,0-1 0 0 0,-1 1-1 0 0,1-1 1 0 0,0 1 0 0 0,0-1 0 0 0,0 1 0 0 0,0-1 0 0 0,0 1-1 0 0,-1 0 1 0 0,1-1 0 0 0,0 1 0 0 0,0-1 0 0 0,0 1 0 0 0,1-1-1 0 0,-1 1 1 0 0,0 0 0 0 0,0 0-92 0 0,-5-1-94 0 0,-49 6-1427 0 0,49-6 1147 0 0,5 5 433 0 0,0-11 2589 0 0,0 7-2469 0 0,1 0 0 0 0,-1 0 0 0 0,0-1 1 0 0,1 1-1 0 0,-1 0 0 0 0,0 0 0 0 0,1-1 0 0 0,-1 1 0 0 0,1-1 0 0 0,0 1 0 0 0,-1 0 0 0 0,1-1 0 0 0,-1 1 0 0 0,1-1 0 0 0,0 1 1 0 0,-1-1-1 0 0,1 0 0 0 0,0 1 0 0 0,0-1 0 0 0,-1 0 0 0 0,1 1 0 0 0,0-1 0 0 0,0 0 0 0 0,-1 0 0 0 0,1 0 0 0 0,0 1 0 0 0,0-1 1 0 0,0 0-1 0 0,-1 0 0 0 0,3-1 0 0 0,56 4 460 0 0,909 10 1935 0 0,-921-11-2519 0 0,-2 1 254 0 0,67-6 0 0 0,-101 2-327 0 0,0 0 1 0 0,0-1-1 0 0,0 0 0 0 0,0-1 1 0 0,-1 0-1 0 0,1-1 0 0 0,-1 0 1 0 0,0 0-1 0 0,0-1 1 0 0,0-1-1 0 0,12-9 0 0 0,-22 15 83 0 0,1 0-1 0 0,-1-1 0 0 0,1 1 1 0 0,-1-1-1 0 0,1 1 0 0 0,-1-1 0 0 0,1 1 1 0 0,-1-1-1 0 0,0 1 0 0 0,1-1 1 0 0,-1 1-1 0 0,0-1 0 0 0,1 1 0 0 0,-1-1 1 0 0,0 0-1 0 0,0 1 0 0 0,0-1 1 0 0,1 0-1 0 0,-1 1 0 0 0,0-1 1 0 0,0 0-1 0 0,0 1 0 0 0,0-1 0 0 0,0 0 1 0 0,0 1-1 0 0,0-1 0 0 0,-1 1 1 0 0,1-1-1 0 0,0 0 0 0 0,0 1 1 0 0,0-1-1 0 0,-1 0 0 0 0,1 1 0 0 0,0-1 1 0 0,-1 1-1 0 0,1-1 0 0 0,0 1 1 0 0,-1-1-1 0 0,1 1 0 0 0,-1-1 0 0 0,0 0 1 0 0,-19-14-733 0 0,17 14 553 0 0,2-1-27 0 0,-4-2-344 0 0,-1-1 0 0 0,1 1 0 0 0,0 0 0 0 0,-1 1 0 0 0,0-1 0 0 0,0 1 1 0 0,0 0-1 0 0,0 1 0 0 0,0-1 0 0 0,-10-1 0 0 0,-43-9-1969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1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1 880 0 0,'32'12'2402'0'0,"0"49"1279"0"0,-32 33-559 0 0,32-25-2242 0 0,0-10-800 0 0,-32 2-80 0 0,0-6 160 0 0,32-2 0 0 0,-32-18-160 0 0,32-8 0 0 0,-32-7-240 0 0,32-14-400 0 0,-32 0-401 0 0,57-26-1280 0 0,39-7-2641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2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21 1441 0 0,'0'-8'2881'0'0,"-32"8"-1120"0"0,0-6-1361 0 0,0 6-400 0 0,0-7-640 0 0,-32 14-1121 0 0,0-1-1040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80 1281 0 0,'18'-7'1163'0'0,"-16"7"-1016"0"0,1 0-1 0 0,-1-1 0 0 0,0 1 0 0 0,0-1 0 0 0,0 1 1 0 0,0-1-1 0 0,0 0 0 0 0,0 0 0 0 0,0 0 0 0 0,0 0 0 0 0,-1 0 1 0 0,1 0-1 0 0,0-1 0 0 0,-1 1 0 0 0,1 0 0 0 0,0-1 0 0 0,-1 1 1 0 0,0-1-1 0 0,1 0 0 0 0,-1 1 0 0 0,0-1 0 0 0,0 0 1 0 0,0 0-1 0 0,0 0 0 0 0,0 0 0 0 0,0 0 0 0 0,-1 0 0 0 0,1 0 1 0 0,0-2-1 0 0,10-9 709 0 0,2-2-274 0 0,-14 14-554 0 0,0 1-1 0 0,0-1 0 0 0,-1 1 0 0 0,1 0 1 0 0,0-1-1 0 0,0 1 0 0 0,-1 0 1 0 0,1 0-1 0 0,0 0 0 0 0,-1 0 0 0 0,1 0 1 0 0,0 0-1 0 0,-1 0 0 0 0,1 0 0 0 0,0 1 1 0 0,0-1-1 0 0,-1 0 0 0 0,1 1 1 0 0,0-1-1 0 0,0 1 0 0 0,0 0 0 0 0,-2 0 1 0 0,-64 8 539 0 0,57-9-491 0 0,0 1 0 0 0,1-1 0 0 0,-1 2 1 0 0,0-1-1 0 0,1 1 0 0 0,0 1 0 0 0,-1 0 0 0 0,1 0 1 0 0,0 1-1 0 0,1 0 0 0 0,-1 0 0 0 0,0 1 0 0 0,1 0 1 0 0,-14 12-1 0 0,10-6 25 0 0,1 1 0 0 0,1 0 0 0 0,-16 24 0 0 0,18-21-14 0 0,7-12-66 0 0,-1 1 0 0 0,0 0 0 0 0,0-1 0 0 0,0 1 1 0 0,-1-1-1 0 0,1 0 0 0 0,-1 0 0 0 0,0 0 0 0 0,0 0 0 0 0,-3 3 0 0 0,3-5-11 0 0,1 1 0 0 0,0-1 0 0 0,0 1 0 0 0,0 0 0 0 0,1 0 0 0 0,-1 0 0 0 0,0 0 0 0 0,1 0 0 0 0,-1 0 0 0 0,1 0 0 0 0,-1 0 0 0 0,1 0 0 0 0,0 1 0 0 0,0-1 0 0 0,0 1 0 0 0,1-1 0 0 0,-1 1 0 0 0,0 4 0 0 0,1-4 4 0 0,1 0-1 0 0,0 0 1 0 0,0 0 0 0 0,0 0-1 0 0,0 0 1 0 0,1-1 0 0 0,-1 1-1 0 0,1 0 1 0 0,-1-1 0 0 0,1 1-1 0 0,0-1 1 0 0,0 1-1 0 0,1-1 1 0 0,-1 0 0 0 0,4 3-1 0 0,8 8 57 0 0,1-2-1 0 0,0 1 0 0 0,1-2 0 0 0,0 0 0 0 0,27 12 1 0 0,93 30-134 0 0,-103-41 81 0 0,17 3 6 0 0,2-2 1 0 0,-1-2 0 0 0,2-2 0 0 0,-1-3 0 0 0,1-2 0 0 0,104-8 0 0 0,-135 4-30 0 0,-1-1 0 0 0,1-1 0 0 0,-1-1 0 0 0,23-7 0 0 0,-38 9 0 0 0,1 0 0 0 0,-1-1 0 0 0,0 1 0 0 0,0-1 0 0 0,0-1 0 0 0,0 1 0 0 0,0-1 0 0 0,-1 0 0 0 0,1-1 0 0 0,-1 1 0 0 0,0-1 0 0 0,-1 0 0 0 0,1 0 0 0 0,-1-1 0 0 0,7-10 0 0 0,-10 13 4 0 0,-1 0 0 0 0,1 1 0 0 0,-1-1 0 0 0,0 0 1 0 0,0 0-1 0 0,0 0 0 0 0,0 1 0 0 0,0-1 0 0 0,0 0 0 0 0,-1 0 0 0 0,1 1 1 0 0,-1-1-1 0 0,0 0 0 0 0,0 1 0 0 0,0-1 0 0 0,0 1 0 0 0,-1-1 1 0 0,1 1-1 0 0,0-1 0 0 0,-1 1 0 0 0,0 0 0 0 0,1 0 0 0 0,-1 0 0 0 0,0 0 1 0 0,-4-3-1 0 0,-3-7-17 0 0,-3-3 9 0 0,-1 1 0 0 0,0-1-1 0 0,-1 2 1 0 0,-1 0 0 0 0,0 1-1 0 0,-27-16 1 0 0,7 8 11 0 0,0 1 0 0 0,-54-18-1 0 0,53 25-5 0 0,0 2 1 0 0,-1 1-1 0 0,-1 2 0 0 0,1 2 0 0 0,-1 2 0 0 0,0 1 0 0 0,0 1 0 0 0,-68 9 0 0 0,50 6-278 0 0,32-2-57 0 0,23-12 323 0 0,1 0 0 0 0,0 0 0 0 0,-1 0 0 0 0,1 1 0 0 0,0-1-1 0 0,-1 0 1 0 0,1 0 0 0 0,0 1 0 0 0,-1-1 0 0 0,1 0 0 0 0,0 0 0 0 0,0 1 0 0 0,-1-1 0 0 0,1 0 0 0 0,0 1 0 0 0,0-1 0 0 0,0 0 0 0 0,-1 1-1 0 0,1-1 1 0 0,0 1 0 0 0,0-1 0 0 0,0 0 0 0 0,0 1 0 0 0,0-1 0 0 0,0 1 0 0 0,0-1 0 0 0,0 0 0 0 0,0 1 0 0 0,0-1 0 0 0,0 1 0 0 0,0-1 0 0 0,0 0-1 0 0,0 1 1 0 0,0-1 0 0 0,0 1 0 0 0,1-1 0 0 0,3 4-229 0 0,1-1 1 0 0,0 1-1 0 0,1-1 0 0 0,-1-1 0 0 0,1 1 0 0 0,-1-1 1 0 0,12 3-1 0 0,74 23-3635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82 1040 0 0,'-155'16'6711'0'0,"-64"15"-4377"0"0,177-19-907 0 0,585-78-1721 0 0,-518 64 40 0 0,78-13-1285 0 0,-95 14 1045 0 0,-1-1 0 0 0,0 0-1 0 0,0 0 1 0 0,-1-1 0 0 0,1 0 0 0 0,-1 0 0 0 0,1-1 0 0 0,-1 1-1 0 0,0-1 1 0 0,0-1 0 0 0,6-5 0 0 0,-7-5-1961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3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1921 0 0,'-32'40'4402'0'0,"32"28"-1281"0"0,0-13-2320 0 0,0-8-561 0 0,64-1 80 0 0,-32 1 80 0 0,0-12 0 0 0,32 6 0 0 0,-32-9-560 0 0,32 3-80 0 0,-64-15-80 0 0,32-8-480 0 0,0-12-881 0 0,25-12-3681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4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290 106 640 0 0,'-6'-2'465'0'0,"5"2"-393"0"0,-1 0-1 0 0,1 0 0 0 0,0 0 1 0 0,0 0-1 0 0,0 0 0 0 0,0 0 1 0 0,0 0-1 0 0,0-1 0 0 0,0 1 1 0 0,0 0-1 0 0,1-1 0 0 0,-1 1 1 0 0,0-1-1 0 0,0 1 0 0 0,0-1 1 0 0,0 1-1 0 0,0-1 1 0 0,1 0-1 0 0,-1 1 0 0 0,0-1 1 0 0,0 0-1 0 0,1 0 0 0 0,-1 1 1 0 0,1-1-1 0 0,-1 0 0 0 0,0 0 1 0 0,1 0-1 0 0,0 0 0 0 0,-1 0 1 0 0,1 0-1 0 0,-1-1 0 0 0,1 2-41 0 0,0-1-1 0 0,0 1 1 0 0,0-1-1 0 0,0 1 0 0 0,0-1 1 0 0,0 1-1 0 0,0-1 1 0 0,0 1-1 0 0,-1-1 1 0 0,1 1-1 0 0,0-1 0 0 0,0 1 1 0 0,-1-1-1 0 0,1 1 1 0 0,0 0-1 0 0,0-1 1 0 0,-1 1-1 0 0,1-1 0 0 0,-1 1 1 0 0,1 0-1 0 0,0-1 1 0 0,-1 1-1 0 0,1 0 1 0 0,-1 0-1 0 0,1-1 0 0 0,0 1 1 0 0,-1 0-1 0 0,1 0 1 0 0,-1 0-1 0 0,1-1 1 0 0,-1 1-1 0 0,1 0 0 0 0,-1 0 1 0 0,1 0-1 0 0,-1 0 1 0 0,1 0-1 0 0,-1 0 1 0 0,1 0-1 0 0,-1 0 1 0 0,1 0-1 0 0,-1 0 0 0 0,1 1 1 0 0,-2-1-1 0 0,-14-4 1436 0 0,16 4-1443 0 0,1 1 1 0 0,-1-1-1 0 0,0 0 0 0 0,0 0 1 0 0,0 0-1 0 0,0 0 0 0 0,0 1 1 0 0,0-1-1 0 0,0 0 0 0 0,0 0 1 0 0,0 0-1 0 0,0 1 0 0 0,0-1 1 0 0,0 0-1 0 0,0 0 0 0 0,0 0 1 0 0,0 0-1 0 0,0 1 0 0 0,0-1 1 0 0,0 0-1 0 0,0 0 0 0 0,0 0 1 0 0,0 0-1 0 0,0 1 0 0 0,-1-1 1 0 0,1 0-1 0 0,0 0 0 0 0,0 0 1 0 0,0 0-1 0 0,0 1 0 0 0,0-1 1 0 0,0 0-1 0 0,-1 0 0 0 0,1 0 1 0 0,0 0-1 0 0,0 0 0 0 0,0 0 1 0 0,0 0-1 0 0,0 0 0 0 0,-1 1 1 0 0,1-1-1 0 0,0 0 0 0 0,0 0 1 0 0,0 0-1 0 0,-1 0 0 0 0,1 0 1 0 0,0 0-1 0 0,0 0 0 0 0,0 0 1 0 0,0 0-1 0 0,-1 0 0 0 0,1 0 1 0 0,0 0-1 0 0,0 0 0 0 0,0 0 1 0 0,-1 0-1 0 0,1-1 0 0 0,-96 8 1385 0 0,-27 1 388 0 0,123-21-1235 0 0,0 11-480 0 0,0 4-13 0 0,0 3-40 0 0,0-84 920 0 0,0 78-387 0 0,1 2-472 0 0,-1-1-73 0 0,0 1-1 0 0,-1-1 1 0 0,1 0-1 0 0,0 0 0 0 0,0 1 1 0 0,0-1-1 0 0,0 0 1 0 0,-1 0-1 0 0,1 1 0 0 0,0-1 1 0 0,0 0-1 0 0,0 0 1 0 0,0 1-1 0 0,0-1 0 0 0,0 0 1 0 0,0 1-1 0 0,0-1 1 0 0,-1 0-1 0 0,1 1 0 0 0,0-1 1 0 0,0 0-1 0 0,1 1 1 0 0,-1-1-1 0 0,0 0 0 0 0,0 0 1 0 0,0 1-1 0 0,0-1 1 0 0,0 0-1 0 0,0 1 0 0 0,0-1 1 0 0,0 0-1 0 0,1 0 1 0 0,-1 1-1 0 0,0-1 0 0 0,0 0 1 0 0,0 0-1 0 0,0 1 1 0 0,1-1-1 0 0,-1 0 0 0 0,0 0 1 0 0,0 1-1 0 0,1-1 1 0 0,-1 0-1 0 0,0 0 0 0 0,0 0 1 0 0,1 0-1 0 0,-1 0 0 0 0,0 1 1 0 0,1-1-1 0 0,-1 0 1 0 0,0 0-1 0 0,1 0 0 0 0,-1 0 1 0 0,1 0-1 0 0,5 3-6 0 0,0 0-1 0 0,-1 0 0 0 0,1 1 0 0 0,0 0 1 0 0,-1 0-1 0 0,0 0 0 0 0,0 1 1 0 0,0 0-1 0 0,-1 0 0 0 0,7 8 0 0 0,10 2 50 0 0,-19-14-56 0 0,0 0 0 0 0,1 0 1 0 0,-1 0-1 0 0,0 1 0 0 0,1-1 0 0 0,-1 1 0 0 0,0-1 0 0 0,0 1 1 0 0,0 0-1 0 0,-1-1 0 0 0,1 1 0 0 0,0 0 0 0 0,-1 0 0 0 0,1 1 1 0 0,-1-1-1 0 0,1 0 0 0 0,-1 0 0 0 0,0 1 0 0 0,1 4 0 0 0,-2-6-1 0 0,0 0 0 0 0,1 1 0 0 0,-1-1 0 0 0,0 0 0 0 0,0 1 0 0 0,1-1 0 0 0,-1 0 0 0 0,1 0 0 0 0,-1 1 0 0 0,1-1-1 0 0,-1 0 1 0 0,1 0 0 0 0,0 0 0 0 0,0 1 0 0 0,0-1 0 0 0,-1 0 0 0 0,1 0 0 0 0,0 0 0 0 0,0-1 0 0 0,0 1 0 0 0,1 0 0 0 0,1 1-1 0 0,-2-1 4 0 0,0-1 0 0 0,0 1 0 0 0,0 0 0 0 0,0 0 0 0 0,0-1 0 0 0,0 1 0 0 0,0 0 0 0 0,0 0 0 0 0,-1 0 0 0 0,1 0 0 0 0,0 0 0 0 0,-1 0 0 0 0,1 0 0 0 0,0 0 0 0 0,-1 0 0 0 0,1 1 0 0 0,-1-1 0 0 0,0 0 0 0 0,1 0 0 0 0,-1 0 0 0 0,0 1 0 0 0,0 1 0 0 0,1-2 0 0 0,0 0 0 0 0,-1 0 0 0 0,1 0 0 0 0,0 0 0 0 0,-1 0 0 0 0,1 0 0 0 0,0-1 0 0 0,0 1 0 0 0,0 0-1 0 0,0 0 1 0 0,0-1 0 0 0,0 1 0 0 0,0 0 0 0 0,0-1 0 0 0,0 1 0 0 0,1-1 0 0 0,-1 0 0 0 0,0 1 0 0 0,0-1 0 0 0,0 0 0 0 0,0 1 0 0 0,1-1 0 0 0,0 0 0 0 0,0 0 6 0 0,3 7 4 0 0,-10-2-13 0 0,-11-4 0 0 0,32-2-13 0 0,-5-3-40 0 0,79-18 186 0 0,-82 20-114 0 0,0 0-1 0 0,0-1 0 0 0,0 0 1 0 0,-1 0-1 0 0,0-1 1 0 0,1 0-1 0 0,-1-1 0 0 0,-1 1 1 0 0,1-1-1 0 0,-1 0 1 0 0,10-10-1 0 0,5-3 28 0 0,-20 14-29 0 0,1 0 1 0 0,-1 0-1 0 0,0 0 0 0 0,0 0 1 0 0,0 0-1 0 0,-1 0 0 0 0,1 0 1 0 0,-1 0-1 0 0,0 0 1 0 0,0 0-1 0 0,0 0 0 0 0,0 0 1 0 0,-2-5-1 0 0,1-7 127 0 0,1 15-131 0 0,0 0 0 0 0,0-1 1 0 0,0 1-1 0 0,-1-1 0 0 0,1 1 1 0 0,0-1-1 0 0,-1 1 0 0 0,1 0 0 0 0,-1-1 1 0 0,1 1-1 0 0,-1 0 0 0 0,1-1 1 0 0,-1 1-1 0 0,0 0 0 0 0,-1-2 0 0 0,2 3-11 0 0,-1 0-1 0 0,1-1 0 0 0,0 1 0 0 0,0 0 0 0 0,-1-1 0 0 0,1 1 0 0 0,0 0 0 0 0,-1 0 1 0 0,1-1-1 0 0,0 1 0 0 0,-1 0 0 0 0,1 0 0 0 0,0 0 0 0 0,-1 0 0 0 0,1-1 1 0 0,-1 1-1 0 0,1 0 0 0 0,0 0 0 0 0,-1 0 0 0 0,1 0 0 0 0,-1 0 0 0 0,1 0 0 0 0,0 0 1 0 0,-1 0-1 0 0,1 0 0 0 0,-1 0 0 0 0,1 0 0 0 0,0 0 0 0 0,-1 1 0 0 0,1-1 1 0 0,-1 0-1 0 0,1 0 0 0 0,0 0 0 0 0,-1 0 0 0 0,1 1 0 0 0,9-5 34 0 0,-3 17-3 0 0,11 22 168 0 0,6 5 67 0 0,-1 0 0 0 0,18 50-1 0 0,-20-39-88 0 0,-10-26-99 0 0,-1 1-1 0 0,11 44 1 0 0,-13-22-51 0 0,-4-23 48 0 0,1-1 0 0 0,2 0 1 0 0,11 33-1 0 0,11 37 128 0 0,-22-72-245 0 0,0-1 0 0 0,13 29-1 0 0,-14-30-687 0 0,0-35-449 0 0,1 8 799 0 0,1 1 0 0 0,-1 0 0 0 0,1 0 1 0 0,0 1-1 0 0,10-6 0 0 0,19-16-856 0 0,-9-2-536 0 0,27-36 1 0 0,-34 39 495 0 0,44-63-4408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42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161 152 1121 0 0,'0'-1'127'0'0,"0"0"0"0"0,-1 0 0 0 0,1 0 1 0 0,-1 0-1 0 0,1 0 0 0 0,-1 0 1 0 0,1 0-1 0 0,-1 0 0 0 0,0 0 0 0 0,0 0 1 0 0,1 0-1 0 0,-1 1 0 0 0,0-1 1 0 0,0 0-1 0 0,0 0 0 0 0,0 1 0 0 0,0-1 1 0 0,0 0-1 0 0,0 1 0 0 0,0-1 1 0 0,0 1-1 0 0,0 0 0 0 0,0-1 0 0 0,0 1 1 0 0,-1 0-1 0 0,1 0 0 0 0,0-1 1 0 0,0 1-1 0 0,0 0 0 0 0,0 0 1 0 0,-2 0-1 0 0,-49 0 2110 0 0,37 0-1411 0 0,-43 0 1122 0 0,57 0-1864 0 0,1-1 1 0 0,-1 1 0 0 0,1-1 0 0 0,-1 0 0 0 0,1 1 0 0 0,-1-1-1 0 0,1 1 1 0 0,0-1 0 0 0,-1 0 0 0 0,1 0 0 0 0,0 1 0 0 0,-1-1-1 0 0,1 0 1 0 0,0 1 0 0 0,0-1 0 0 0,0 0 0 0 0,0 0 0 0 0,0 1-1 0 0,0-1 1 0 0,0 0 0 0 0,0 0 0 0 0,0 1 0 0 0,0-1-1 0 0,0 0 1 0 0,0 0 0 0 0,0 1 0 0 0,1-1 0 0 0,-1 0 0 0 0,0 1-1 0 0,0-1 1 0 0,1 0 0 0 0,-1 1 0 0 0,1-1 0 0 0,-1 0 0 0 0,1 1-1 0 0,-1-1 1 0 0,1 1 0 0 0,0-1 0 0 0,67-21 208 0 0,0 3-1 0 0,130-17 1 0 0,-123 24-878 0 0,-64 10 563 0 0,95-12-2339 0 0,-97 13 1836 0 0,0 1 0 0 0,0 0 1 0 0,-1 1-1 0 0,1 0 0 0 0,0 0 1 0 0,0 0-1 0 0,-1 1 0 0 0,1 1 1 0 0,9 3-1 0 0,-13-3-14 0 0,0 0 0 0 0,0 0-1 0 0,-1 1 1 0 0,1-1 0 0 0,-1 1-1 0 0,5 5 1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4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82 4482 0 0,'-32'21'4722'0'0,"-32"-9"-1680"0"0,64-4-401 0 0,32-8-2401 0 0,0-8-160 0 0,32 2 0 0 0,-32 0-160 0 0,64-3-80 0 0,-32-3-560 0 0,0-8-1201 0 0,32-9-1601 0 0,-32 11-160 0 0,-32 4 641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47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1 312 640 0 0,'17'6'1136'0'0,"-5"4"3225"0"0,-9-7-1334 0 0,-2-16-2922 0 0,1-1 1 0 0,1 0-1 0 0,0 1 0 0 0,1 0 1 0 0,1 0-1 0 0,0 0 0 0 0,0 0 1 0 0,1 1-1 0 0,9-13 0 0 0,-8 14-66 0 0,-1-1-1 0 0,0 1 1 0 0,-1-1 0 0 0,0-1-1 0 0,0 1 1 0 0,-2-1 0 0 0,1 1-1 0 0,2-27 1 0 0,-6 39-33 0 0,-1-1 1 0 0,1 0-1 0 0,0 0 0 0 0,0 0 0 0 0,0 0 1 0 0,1 1-1 0 0,-1-1 0 0 0,0 0 1 0 0,0 0-1 0 0,0 0 0 0 0,0 0 1 0 0,1 1-1 0 0,-1-1 0 0 0,0 0 1 0 0,1 0-1 0 0,-1 1 0 0 0,1-1 1 0 0,-1 0-1 0 0,1 0 0 0 0,-1 1 1 0 0,1-1-1 0 0,0 1 0 0 0,-1-1 1 0 0,1 1-1 0 0,0-1 0 0 0,-1 1 1 0 0,1-1-1 0 0,0 1 0 0 0,-1-1 1 0 0,1 1-1 0 0,0 0 0 0 0,0-1 1 0 0,0 1-1 0 0,1 0 0 0 0,-1-1 7 0 0,-1 1-1 0 0,1 0 0 0 0,0 0 1 0 0,0 0-1 0 0,0-1 0 0 0,-1 1 1 0 0,1-1-1 0 0,0 1 1 0 0,0 0-1 0 0,-1-1 0 0 0,1 1 1 0 0,0-1-1 0 0,-1 1 0 0 0,1-1 1 0 0,-1 0-1 0 0,1 1 0 0 0,-1-1 1 0 0,1 0-1 0 0,-1 1 0 0 0,1-1 1 0 0,-1 0-1 0 0,0 0 0 0 0,1 1 1 0 0,-1-1-1 0 0,0 0 0 0 0,0 0 1 0 0,1 0-1 0 0,-1 1 0 0 0,0-1 1 0 0,0 0-1 0 0,0 0 0 0 0,0 0 1 0 0,0 0-1 0 0,0-1 0 0 0,0 2 0 0 0,0 0 0 0 0,-1 0-1 0 0,1 0 1 0 0,0-1 0 0 0,0 1-1 0 0,0 0 1 0 0,0 0 0 0 0,0-1-1 0 0,0 1 1 0 0,0 0-1 0 0,0 0 1 0 0,0 0 0 0 0,0-1-1 0 0,0 1 1 0 0,0 0 0 0 0,0 0-1 0 0,0-1 1 0 0,0 1 0 0 0,0 0-1 0 0,0 0 1 0 0,1 0 0 0 0,-1-1-1 0 0,0 1 1 0 0,0 0-1 0 0,0 0 1 0 0,0 0 0 0 0,0 0-1 0 0,0-1 1 0 0,1 1 0 0 0,-1 0-1 0 0,0 0 1 0 0,0 0 0 0 0,0 0-1 0 0,0 0 1 0 0,1-1-1 0 0,-1 1 1 0 0,0 0 0 0 0,0 0-1 0 0,0 0 1 0 0,1 0 0 0 0,-1 0-1 0 0,0 0 1 0 0,0 0 0 0 0,0 0-1 0 0,1 0 1 0 0,-1 0-1 0 0,0 0 1 0 0,0 0 0 0 0,1 0-1 0 0,-1 0 1 0 0,0 0 0 0 0,0 0-1 0 0,1 0 1 0 0,18 12 148 0 0,-2 1-41 0 0,18 15 78 0 0,-2 2 0 0 0,-1 2 1 0 0,-1 0-1 0 0,50 71 1 0 0,-47-59-145 0 0,32 24-68 0 0,-55-59-25 0 0,-1 0 0 0 0,0 1 0 0 0,0 0 0 0 0,-1 1 1 0 0,-1 0-1 0 0,0 0 0 0 0,0 1 0 0 0,6 14 1 0 0,-13-25 12 0 0,0 0 0 0 0,-1 0 0 0 0,1 0 1 0 0,-1 0-1 0 0,0 0 0 0 0,1 0 1 0 0,-1 0-1 0 0,0 0 0 0 0,1 1 0 0 0,-1-1 1 0 0,0 0-1 0 0,0 0 0 0 0,0 0 0 0 0,0 0 1 0 0,0 0-1 0 0,0 1 0 0 0,0-1 1 0 0,-1 0-1 0 0,1 0 0 0 0,0 0 0 0 0,-1 0 1 0 0,1 0-1 0 0,-1 0 0 0 0,1 0 1 0 0,-1 0-1 0 0,1 0 0 0 0,-1 0 0 0 0,0 0 1 0 0,1 0-1 0 0,-1 0 0 0 0,0 0 1 0 0,0-1-1 0 0,1 1 0 0 0,-1 0 0 0 0,0-1 1 0 0,0 1-1 0 0,0 0 0 0 0,0-1 1 0 0,0 1-1 0 0,0-1 0 0 0,-2 1 0 0 0,-4 3-184 0 0,7-4 181 0 0,-1 1 1 0 0,1-1 0 0 0,0 0-1 0 0,0 1 1 0 0,0-1 0 0 0,-1 0-1 0 0,1 1 1 0 0,0-1 0 0 0,0 1-1 0 0,0-1 1 0 0,0 0 0 0 0,0 1 0 0 0,0-1-1 0 0,0 1 1 0 0,0-1 0 0 0,0 1-1 0 0,0-1 1 0 0,0 0 0 0 0,0 1-1 0 0,0-1 1 0 0,0 1 0 0 0,0-1-1 0 0,0 0 1 0 0,0 1 0 0 0,1-1-1 0 0,-1 1 1 0 0,0-1 0 0 0,0 0 0 0 0,0 1-1 0 0,1-1 1 0 0,-1 0 0 0 0,0 1-1 0 0,0-1 1 0 0,1 0 0 0 0,-1 0-1 0 0,0 1 1 0 0,1-1 0 0 0,-1 0-1 0 0,0 0 1 0 0,1 1 0 0 0,-1-1-1 0 0,0 0 1 0 0,1 0 0 0 0,1 2-213 0 0,0-1 1 0 0,-1 0-1 0 0,1 0 1 0 0,0 0 0 0 0,0 0-1 0 0,0 0 1 0 0,-1-1-1 0 0,1 1 1 0 0,0-1-1 0 0,0 1 1 0 0,0-1-1 0 0,4 1 1 0 0,21-1-2467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4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0 288 1521 0 0,'8'0'698'0'0,"11"2"553"0"0,-14 9 3323 0 0,-5-10-3534 0 0,32-3 427 0 0,21-11-902 0 0,0-3 0 0 0,92-40 0 0 0,-133 50-480 0 0,-1-1 1 0 0,0-1-1 0 0,0 0 1 0 0,0-1 0 0 0,-1 0-1 0 0,-1 0 1 0 0,1-1-1 0 0,-2 0 1 0 0,1-1 0 0 0,-1 0-1 0 0,10-20 1 0 0,-15-2 122 0 0,-3 30-184 0 0,0 1 0 0 0,-1 0-1 0 0,1-1 1 0 0,0 1-1 0 0,1-1 1 0 0,-1 1 0 0 0,0 0-1 0 0,1-1 1 0 0,-1 1 0 0 0,1 0-1 0 0,-1 0 1 0 0,1-1 0 0 0,0 1-1 0 0,0 0 1 0 0,2-2 0 0 0,18-9 202 0 0,-21 13-215 0 0,0 0 0 0 0,1-1 0 0 0,-1 1 0 0 0,0 0 0 0 0,1 0 0 0 0,-1 0 0 0 0,0 0 0 0 0,1 0 0 0 0,-1 0 0 0 0,0 0 0 0 0,0 0 0 0 0,1 0 0 0 0,-1 0 0 0 0,0 0 0 0 0,1 0 0 0 0,-1 0 0 0 0,0 0 0 0 0,1 0 0 0 0,-1 1 0 0 0,0-1 0 0 0,0 0 0 0 0,1 0 0 0 0,-1 0 0 0 0,0 0 0 0 0,0 0 0 0 0,1 1 0 0 0,-1-1 0 0 0,0 0 0 0 0,0 0 0 0 0,1 0 0 0 0,-1 1 0 0 0,0-1 0 0 0,0 0 0 0 0,0 0 0 0 0,0 1 0 0 0,1-1 0 0 0,10 11 116 0 0,58 46 413 0 0,64 68 1 0 0,54 64-115 0 0,-174-178-386 0 0,0 0 0 0 0,-1 1 0 0 0,0 1 0 0 0,-1 0 0 0 0,0 0 0 0 0,12 21 1 0 0,-22-33-62 0 0,-1-1 1 0 0,1 1 0 0 0,-1 0 0 0 0,1-1 0 0 0,-1 1 0 0 0,0 0 0 0 0,1-1-1 0 0,-1 1 1 0 0,0 0 0 0 0,0-1 0 0 0,1 1 0 0 0,-1 0 0 0 0,0 0 0 0 0,0-1-1 0 0,0 1 1 0 0,0 0 0 0 0,0 0 0 0 0,0-1 0 0 0,0 1 0 0 0,0 0 0 0 0,0 0-1 0 0,-1-1 1 0 0,1 1 0 0 0,0 0 0 0 0,0-1 0 0 0,-1 1 0 0 0,1 0 0 0 0,0-1-1 0 0,-1 1 1 0 0,1 0 0 0 0,-1-1 0 0 0,1 1 0 0 0,-1-1 0 0 0,1 1 0 0 0,-1 0-1 0 0,1-1 1 0 0,-1 1 0 0 0,1-1 0 0 0,-1 0 0 0 0,0 1 0 0 0,1-1 0 0 0,-1 0-1 0 0,0 1 1 0 0,1-1 0 0 0,-1 0 0 0 0,0 0 0 0 0,0 1 0 0 0,1-1 0 0 0,-1 0-1 0 0,0 0 1 0 0,0 0 0 0 0,1 0 0 0 0,-2 0 0 0 0,-5 0-339 0 0,0 0 0 0 0,1-1 0 0 0,-1 1 0 0 0,1-1 0 0 0,-11-3 0 0 0,-32-11-3203 0 0,-83-35 1 0 0,5-17-2002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97 400 0 0,'216'-10'6413'0'0,"106"-37"-4675"0"0,-304 45-1657 0 0,12-2-15 0 0,-29 4-49 0 0,0 0-1 0 0,0 0 1 0 0,-1 0-1 0 0,1 0 0 0 0,0-1 1 0 0,-1 1-1 0 0,1 0 1 0 0,0-1-1 0 0,-1 1 0 0 0,1 0 1 0 0,0-1-1 0 0,-1 1 1 0 0,1-1-1 0 0,-1 1 1 0 0,1-1-1 0 0,-1 1 0 0 0,1-1 1 0 0,-1 0-1 0 0,1 1 1 0 0,-1-1-1 0 0,1 1 1 0 0,-1-1-1 0 0,0 0 0 0 0,1 0 1 0 0,-1 1-1 0 0,0-1 1 0 0,0 0-1 0 0,0 1 0 0 0,1-2 1 0 0,-1 1 396 0 0,-64-13 228 0 0,-10 11-417 0 0,0 3 0 0 0,1 3 0 0 0,-1 3 0 0 0,-132 29 0 0 0,203-34-215 0 0,-1 0 0 0 0,0-1-1 0 0,1 1 1 0 0,-1 0 0 0 0,0 1-1 0 0,1-1 1 0 0,-1 1 0 0 0,1-1-1 0 0,0 1 1 0 0,0 0 0 0 0,-1 0 0 0 0,-3 4-1 0 0,7-5-5 0 0,-1 0 0 0 0,1 0-1 0 0,-1-1 1 0 0,1 1 0 0 0,0 0-1 0 0,-1 0 1 0 0,1 0 0 0 0,0 0-1 0 0,0 0 1 0 0,-1 0 0 0 0,1-1 0 0 0,0 1-1 0 0,0 0 1 0 0,0 0 0 0 0,0 0-1 0 0,0 0 1 0 0,0 0 0 0 0,1 0-1 0 0,-1 0 1 0 0,0 0 0 0 0,0 0-1 0 0,1-1 1 0 0,-1 1 0 0 0,0 0 0 0 0,1 0-1 0 0,-1 0 1 0 0,1-1 0 0 0,-1 1-1 0 0,1 0 1 0 0,1 1 0 0 0,7 7 4 0 0,1-1 0 0 0,0 1 1 0 0,0-2-1 0 0,1 1 0 0 0,17 8 0 0 0,27 13 24 0 0,0-2-1 0 0,2-3 1 0 0,1-3 0 0 0,89 22-1 0 0,250 32 179 0 0,-377-72-197 0 0,61 12 11 0 0,-35-6-40 0 0,1-1 1 0 0,61 1-1 0 0,-209-9 231 0 0,24 5-140 0 0,0 4 1 0 0,1 3 0 0 0,-96 28 0 0 0,142-32-14 0 0,-5 1-204 0 0,0 1 1 0 0,-49 23 0 0 0,137-50-4858 0 0,-35 12 3839 0 0,0 0 0 0 0,-1-1 0 0 0,31-16-1 0 0,11-8-812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4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62 2961 0 0,'-89'53'6483'0'0,"25"-27"-3922"0"0,64-18-2000 0 0,0-16-321 0 0,32 8-80 0 0,32-6-80 0 0,-7 0-80 0 0,7-8-80 0 0,0 7-160 0 0,32-13-561 0 0,-32 0-639 0 0,32-7-1361 0 0,-64 7-321 0 0,0-1 401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5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1 240 0 0,'-32'40'5363'0'0,"-32"28"-1121"0"0,64-22-2962 0 0,0 3-1200 0 0,0-10-80 0 0,32-4 80 0 0,0-1 160 0 0,0-7-320 0 0,0-1-640 0 0,32-5-1121 0 0,32-21-3361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85 1441 0 0,'-1'-1'169'0'0,"0"0"0"0"0,0 0 0 0 0,1 0 0 0 0,-1 0 1 0 0,0 0-1 0 0,0 0 0 0 0,0 1 0 0 0,0-1 0 0 0,0 0 1 0 0,0 1-1 0 0,-1-1 0 0 0,1 0 0 0 0,0 1 0 0 0,0 0 1 0 0,0-1-1 0 0,0 1 0 0 0,-1 0 0 0 0,1-1 0 0 0,-3 1 1 0 0,-28-6 924 0 0,29 6-677 0 0,-16-5 1568 0 0,6 2-1849 0 0,8 3 198 0 0,5-1-315 0 0,1 1-1 0 0,-1-1 1 0 0,1 0 0 0 0,-1 0 0 0 0,1 0 0 0 0,0 0-1 0 0,-1 0 1 0 0,1 1 0 0 0,0-1 0 0 0,0 0 0 0 0,0 1 0 0 0,0-1-1 0 0,-1 1 1 0 0,1-1 0 0 0,0 1 0 0 0,0-1 0 0 0,0 1 0 0 0,0-1-1 0 0,0 1 1 0 0,0 0 0 0 0,0 0 0 0 0,0-1 0 0 0,0 1-1 0 0,1 0 1 0 0,-1 0 0 0 0,0 0 0 0 0,1 0 0 0 0,10-2 41 0 0,40-11-17 0 0,1 3 1 0 0,-1 2 0 0 0,2 2 0 0 0,-1 2 0 0 0,0 3 0 0 0,62 7-1 0 0,-101-5-18 0 0,-1 2 1 0 0,1-1-1 0 0,-1 2 0 0 0,0 0 0 0 0,0 0 0 0 0,0 2 0 0 0,0-1 0 0 0,14 10 0 0 0,-25-14-8 0 0,0 1-1 0 0,1 0 1 0 0,-1-1-1 0 0,0 1 1 0 0,-1 0-1 0 0,1 0 1 0 0,0 0 0 0 0,0 0-1 0 0,-1 0 1 0 0,1 0-1 0 0,-1 0 1 0 0,0 1-1 0 0,0-1 1 0 0,0 1 0 0 0,0-1-1 0 0,0 1 1 0 0,0-1-1 0 0,-1 1 1 0 0,1 2-1 0 0,-1-1 15 0 0,-1 0-1 0 0,1-1 1 0 0,-1 1 0 0 0,0-1-1 0 0,-1 1 1 0 0,1-1-1 0 0,0 1 1 0 0,-1-1-1 0 0,0 0 1 0 0,0 1 0 0 0,0-1-1 0 0,0 0 1 0 0,0 0-1 0 0,-1-1 1 0 0,1 1-1 0 0,-1 0 1 0 0,-5 3 0 0 0,-16 11 149 0 0,0-1 1 0 0,-2-1 0 0 0,0-1 0 0 0,0-1 0 0 0,-45 14-1 0 0,24-8-64 0 0,24-10-45 0 0,39-17-12 0 0,55-18-29 0 0,-5 12-143 0 0,1 3 0 0 0,83-2 0 0 0,-111 11 54 0 0,0 3 0 0 0,0 1 0 0 0,0 2 0 0 0,0 1 0 0 0,42 12 0 0 0,-76-15 58 0 0,1-1 0 0 0,0 1 0 0 0,-1 1 0 0 0,1-1 0 0 0,-1 1 0 0 0,0 0 0 0 0,9 7 0 0 0,-12-9 8 0 0,-1 0 0 0 0,0 0 0 0 0,0 0 0 0 0,0 0 0 0 0,0 1 0 0 0,0-1 0 0 0,0 0 0 0 0,0 1 0 0 0,0-1 0 0 0,0 1 0 0 0,-1-1 0 0 0,1 1-1 0 0,0-1 1 0 0,-1 1 0 0 0,0 0 0 0 0,1-1 0 0 0,-1 1 0 0 0,0-1 0 0 0,0 4 0 0 0,-1-1 12 0 0,0-1-1 0 0,-1 1 1 0 0,0 0-1 0 0,1-1 1 0 0,-1 1-1 0 0,-1-1 1 0 0,1 0-1 0 0,0 0 1 0 0,-1 1-1 0 0,0-2 1 0 0,0 1-1 0 0,0 0 1 0 0,0-1-1 0 0,0 1 1 0 0,0-1-1 0 0,-1 0 1 0 0,1 0-1 0 0,-1 0 1 0 0,1 0-1 0 0,-8 2 1 0 0,-52 23 141 0 0,-103 31 0 0 0,138-50-274 0 0,-1-1-1 0 0,1-1 1 0 0,-1-2 0 0 0,0-1-1 0 0,-1-1 1 0 0,-32-3 0 0 0,61 1 53 0 0,1 0 0 0 0,0 0 0 0 0,-1 0 1 0 0,1 0-1 0 0,-1 0 0 0 0,1 0 0 0 0,-1 0 0 0 0,1 0 1 0 0,-1 0-1 0 0,1-1 0 0 0,0 1 0 0 0,-1 0 1 0 0,1 0-1 0 0,-1 0 0 0 0,1-1 0 0 0,0 1 1 0 0,-1 0-1 0 0,1-1 0 0 0,-1 1 0 0 0,1 0 0 0 0,0-1 1 0 0,0 1-1 0 0,-1 0 0 0 0,1-1 0 0 0,0 1 1 0 0,0-1-1 0 0,-1 1 0 0 0,1 0 0 0 0,0-1 1 0 0,0 1-1 0 0,0-1 0 0 0,0 1 0 0 0,-1-1 0 0 0,1 1 1 0 0,0 0-1 0 0,0-1 0 0 0,0 1 0 0 0,0-1 1 0 0,0 1-1 0 0,0-1 0 0 0,0 1 0 0 0,0-1 1 0 0,1 1-1 0 0,-1-1 0 0 0,0 1 0 0 0,0 0 0 0 0,0-1 1 0 0,0 1-1 0 0,1-1 0 0 0,-1 1 0 0 0,0-1 1 0 0,0 1-1 0 0,1 0 0 0 0,-1-1 0 0 0,0 1 1 0 0,1 0-1 0 0,-1-1 0 0 0,0 1 0 0 0,1 0 0 0 0,-1 0 1 0 0,0-1-1 0 0,2 1 0 0 0,19-21-3621 0 0,-20 20 3425 0 0,0-1-1 0 0,-1 0 1 0 0,1 1-1 0 0,0-1 1 0 0,-1 0-1 0 0,1 0 1 0 0,-1 0-1 0 0,0 1 1 0 0,0-1-1 0 0,0 0 0 0 0,1 0 1 0 0,-2-2-1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6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6083 0 0,'-81'19'2960'0'0,"48"-12"-2279"0"0,1 1-1 0 0,-46 17 1 0 0,72-23-514 0 0,5-1-95 0 0,-1-1 1 0 0,1 0 0 0 0,0 1-1 0 0,-1-1 1 0 0,1 0 0 0 0,-1 1 0 0 0,1 0-1 0 0,0-1 1 0 0,-1 1 0 0 0,1 0 0 0 0,0 0-1 0 0,0 0 1 0 0,0 0 0 0 0,-1 0 0 0 0,1 0-1 0 0,0 0 1 0 0,0 0 0 0 0,0 0 0 0 0,1 1-1 0 0,-2 0 1 0 0,7-2 461 0 0,279 12 193 0 0,-162-3-1271 0 0,219-14 1 0 0,-311 1-1124 0 0,0-2 0 0 0,0 0 1 0 0,34-14-1 0 0,-49 15 223 0 0,17-2-1477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0,'0'41'4402'0'0,"32"26"321"0"0,0 0-2803 0 0,32-6-1680 0 0,-32 6-240 0 0,32 9 81 0 0,-7 11 79 0 0,7 1-240 0 0,0 0-561 0 0,-32-7-959 0 0,64-28-3683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8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41 640 0 0,'154'-39'5963'0'0,"-148"38"-4416"0"0,-12 1-1000 0 0,-143 6 1067 0 0,52-1-1096 0 0,68-5-302 0 0,1 2 1 0 0,-1 1 0 0 0,0 1-1 0 0,-46 12 1 0 0,-112 49 917 0 0,177-60-1044 0 0,0 1-1 0 0,0 0 1 0 0,0 0 0 0 0,1 1 0 0 0,0 0-1 0 0,0 0 1 0 0,1 1 0 0 0,0 0 0 0 0,-9 12-1 0 0,-16 16 121 0 0,31-35-204 0 0,1 0-1 0 0,0 0 1 0 0,-1 0 0 0 0,1 1-1 0 0,0-1 1 0 0,-1 0-1 0 0,1 1 1 0 0,0-1 0 0 0,0 1-1 0 0,0-1 1 0 0,0 1-1 0 0,1-1 1 0 0,-1 1-1 0 0,0 0 1 0 0,1 0 0 0 0,-1-1-1 0 0,1 1 1 0 0,-1 0-1 0 0,1 0 1 0 0,0-1 0 0 0,0 1-1 0 0,0 0 1 0 0,0 0-1 0 0,0 0 1 0 0,0 0 0 0 0,0-1-1 0 0,1 1 1 0 0,-1 0-1 0 0,1 0 1 0 0,-1-1 0 0 0,1 1-1 0 0,0 0 1 0 0,-1-1-1 0 0,1 1 1 0 0,2 2 0 0 0,3 11 46 0 0,3 15 54 0 0,-6-20-66 0 0,1 0 0 0 0,0 0 0 0 0,0 0 0 0 0,9 14 0 0 0,-10-19-31 0 0,5 9 14 0 0,0 0 1 0 0,1-1-1 0 0,1 1 1 0 0,0-2-1 0 0,1 0 1 0 0,0 0-1 0 0,0-1 1 0 0,2 0-1 0 0,-1-1 1 0 0,15 9-1 0 0,11 1 34 0 0,1-2-1 0 0,1-1 1 0 0,0-3-1 0 0,77 18 1 0 0,168 14 247 0 0,-191-35-314 0 0,0-4 0 0 0,0-4 0 0 0,135-13 0 0 0,-194 6-37 0 0,1-3 1 0 0,-2 0-1 0 0,1-2 0 0 0,-1-2 1 0 0,37-17-1 0 0,-65 26 7 0 0,-1-1 1 0 0,0 1-1 0 0,-1-1 0 0 0,1 0 1 0 0,0-1-1 0 0,-1 1 0 0 0,0-1 1 0 0,0 0-1 0 0,0 0 0 0 0,0 0 1 0 0,-1 0-1 0 0,1-1 0 0 0,-1 0 1 0 0,0 1-1 0 0,-1-1 0 0 0,1 0 1 0 0,-1 0-1 0 0,0-1 0 0 0,0 1 1 0 0,0 0-1 0 0,-1-1 1 0 0,0 1-1 0 0,0-1 0 0 0,0 1 1 0 0,-1-1-1 0 0,0 0 0 0 0,0 1 1 0 0,0-1-1 0 0,-1 1 0 0 0,0-1 1 0 0,0 1-1 0 0,0-1 0 0 0,-1 1 1 0 0,0-1-1 0 0,0 1 0 0 0,-4-7 1 0 0,1 3-15 0 0,0 0-1 0 0,-1 1 1 0 0,-1 0 0 0 0,1 0 0 0 0,-1 1 0 0 0,-1 0 0 0 0,-12-10 0 0 0,-70-44-220 0 0,3 10 114 0 0,-166-70 0 0 0,223 111 232 0 0,1 0 1 0 0,-1 2-1 0 0,-40-5 1 0 0,56 11-34 0 0,1 0 0 0 0,0 1 0 0 0,-1 1 0 0 0,1 0 0 0 0,-1 1 0 0 0,1 0 0 0 0,0 1 0 0 0,-1 1 0 0 0,-16 5 0 0 0,29-7-64 0 0,0-1 1 0 0,0 1-1 0 0,0 0 0 0 0,1 0 1 0 0,-1-1-1 0 0,0 1 0 0 0,0 0 1 0 0,0 0-1 0 0,1 0 1 0 0,-1 0-1 0 0,1 0 0 0 0,-1 0 1 0 0,1 0-1 0 0,-1 1 0 0 0,1-1 1 0 0,-1 0-1 0 0,1 0 1 0 0,0 0-1 0 0,0 0 0 0 0,0 1 1 0 0,0-1-1 0 0,0 0 0 0 0,0 0 1 0 0,0 0-1 0 0,0 1 1 0 0,0-1-1 0 0,0 0 0 0 0,0 0 1 0 0,1 0-1 0 0,-1 0 0 0 0,1 0 1 0 0,-1 1-1 0 0,1-1 0 0 0,-1 0 1 0 0,1 0-1 0 0,-1 0 1 0 0,1 0-1 0 0,1 1 0 0 0,2 1-125 0 0,0 1-1 0 0,1-1 0 0 0,0 0 1 0 0,-1 0-1 0 0,1-1 1 0 0,0 1-1 0 0,0-1 0 0 0,0 0 1 0 0,1 0-1 0 0,9 1 0 0 0,70 10-1853 0 0,-68-12 1343 0 0,101 8-3567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9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34 3362 0 0,'-9'4'725'0'0,"-1"0"0"0"0,1-1 0 0 0,-1 0 0 0 0,0 0 0 0 0,1-1 0 0 0,-16 1 0 0 0,13-1-292 0 0,0 0 1 0 0,0 0 0 0 0,-1 1-1 0 0,-11 5 1 0 0,1-4 37 0 0,-8 1-136 0 0,22 2 993 0 0,14-7-968 0 0,218-10 454 0 0,241 10-1641 0 0,-454 1 683 0 0,4 0-299 0 0,1-1-1 0 0,0-1 1 0 0,-1 0-1 0 0,25-5 1 0 0,-38 6 364 0 0,-1 1-1 0 0,1-1 1 0 0,0 0 0 0 0,-1 0 0 0 0,1 0-1 0 0,0 0 1 0 0,0 0 0 0 0,-1 0 0 0 0,1-1-1 0 0,0 1 1 0 0,-1 0 0 0 0,1 0 0 0 0,0 0-1 0 0,-1-1 1 0 0,1 1 0 0 0,0 0-1 0 0,-1-1 1 0 0,1 1 0 0 0,0 0 0 0 0,-1-1-1 0 0,1 1 1 0 0,-1-1 0 0 0,1 1 0 0 0,-1-1-1 0 0,1 1 1 0 0,-1-1 0 0 0,0 1 0 0 0,1-1-1 0 0,-1 0 1 0 0,1 1 0 0 0,-1-1 0 0 0,0 0-1 0 0,1 0 1 0 0,-3-2-214 0 0,0 0-1 0 0,-1 1 1 0 0,1 0-1 0 0,0-1 1 0 0,-1 1-1 0 0,1 0 1 0 0,-1 0 0 0 0,0 0-1 0 0,0 1 1 0 0,-3-2-1 0 0,-52-33-2747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2:59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4962 0 0,'-32'47'5363'0'0,"0"0"-3602"0"0,32 2-1601 0 0,0-2 0 0 0,32 6 480 0 0,0 8 240 0 0,-32 0-239 0 0,32-8-401 0 0,0-12 0 0 0,-6-1-80 0 0,6-5-320 0 0,0-23-721 0 0,0-18-2880 0 0,32-8-1922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0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1 480 0 0,'-32'6'2001'0'0,"32"2"-480"0"0,-32-2 0 0 0,32 0-1121 0 0,0 1-480 0 0,-32-7-481 0 0,64 8-879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1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161 297 1921 0 0,'0'-1'97'0'0,"0"0"0"0"0,-1 1 0 0 0,1-1 0 0 0,0 1 0 0 0,0-1 0 0 0,-1 0 1 0 0,1 1-1 0 0,0-1 0 0 0,-1 1 0 0 0,1-1 0 0 0,0 1 0 0 0,-1-1 0 0 0,1 1 0 0 0,-1-1 0 0 0,1 1 0 0 0,-1-1 0 0 0,1 1 1 0 0,-1 0-1 0 0,1-1 0 0 0,-1 1 0 0 0,1 0 0 0 0,-1-1 0 0 0,0 1 0 0 0,1 0 0 0 0,-1 0 0 0 0,1-1 0 0 0,-1 1 0 0 0,-1 0 1 0 0,1 0-49 0 0,0 0 0 0 0,0-1 1 0 0,1 1-1 0 0,-1 0 1 0 0,0 0-1 0 0,0-1 1 0 0,0 1-1 0 0,0-1 1 0 0,1 1-1 0 0,-1-1 1 0 0,0 1-1 0 0,0-1 0 0 0,1 1 1 0 0,-1-1-1 0 0,0 0 1 0 0,1 1-1 0 0,-1-1 1 0 0,1 0-1 0 0,-1 0 1 0 0,1 1-1 0 0,-1-1 0 0 0,1 0 1 0 0,-1 0-1 0 0,1 0 1 0 0,0 0-1 0 0,-1 0 1 0 0,1 1-1 0 0,0-1 1 0 0,0 0-1 0 0,0-2 1 0 0,0 0 55 0 0,0 1 0 0 0,0-1 0 0 0,-1 0 0 0 0,1 1 0 0 0,-1-1 1 0 0,1 0-1 0 0,-1 1 0 0 0,0-1 0 0 0,0 1 0 0 0,0-1 1 0 0,0 1-1 0 0,0-1 0 0 0,-1 1 0 0 0,1 0 0 0 0,-4-4 1 0 0,3 4-58 0 0,0-1 0 0 0,1 1 0 0 0,-1 0 0 0 0,1-1 1 0 0,0 1-1 0 0,-1-1 0 0 0,1 1 0 0 0,0-1 0 0 0,0 0 1 0 0,1 1-1 0 0,-1-1 0 0 0,1 0 0 0 0,-1 0 1 0 0,1 1-1 0 0,0-6 0 0 0,-1 4-26 0 0,1 0 1 0 0,-1 1-1 0 0,1-1 1 0 0,-1 1-1 0 0,-1 0 1 0 0,1-1-1 0 0,0 1 1 0 0,-1 0-1 0 0,1 0 1 0 0,-1 0-1 0 0,0 0 1 0 0,0 0-1 0 0,0 0 1 0 0,-1 0-1 0 0,1 1 1 0 0,-6-5-1 0 0,5 4-7 0 0,0 0-1 0 0,1 0 0 0 0,-1 0 1 0 0,0 0-1 0 0,1 0 0 0 0,0 0 1 0 0,0-1-1 0 0,0 1 0 0 0,0-1 1 0 0,0 0-1 0 0,1 1 0 0 0,-1-1 1 0 0,1 0-1 0 0,0 0 0 0 0,0 0 1 0 0,1 0-1 0 0,-1-5 0 0 0,1 8-10 0 0,0 0-1 0 0,0 0 0 0 0,0 0 0 0 0,0 0 1 0 0,-1 1-1 0 0,1-1 0 0 0,0 0 0 0 0,0 0 1 0 0,-1 0-1 0 0,1 0 0 0 0,0 0 0 0 0,-1 0 1 0 0,1 0-1 0 0,-1 1 0 0 0,1-1 0 0 0,-1 0 1 0 0,1 0-1 0 0,-1 1 0 0 0,0-1 0 0 0,1 0 1 0 0,-1 1-1 0 0,0-1 0 0 0,0 1 0 0 0,1-1 1 0 0,-1 1-1 0 0,0-1 0 0 0,0 1 0 0 0,0-1 1 0 0,-1 1-1 0 0,1-1 12 0 0,0 1 0 0 0,0 0 0 0 0,0-1 0 0 0,0 1 0 0 0,1-1 0 0 0,-1 1 0 0 0,0-1 0 0 0,0 0 0 0 0,0 1 0 0 0,1-1 0 0 0,-1 0 0 0 0,0 1 0 0 0,1-1 0 0 0,-1 0 0 0 0,0 0 0 0 0,1 0 0 0 0,-1 0 0 0 0,1 1-1 0 0,0-1 1 0 0,-1 0 0 0 0,1 0 0 0 0,0 0 0 0 0,-1 0 0 0 0,1 0 0 0 0,0 0 0 0 0,0 0 0 0 0,0 0 0 0 0,0 0 0 0 0,0-2 0 0 0,1 5-11 0 0,-1-1 0 0 0,1 0 0 0 0,0 0 0 0 0,0 1-1 0 0,0-1 1 0 0,0 0 0 0 0,0 0 0 0 0,0 0 0 0 0,1 0 0 0 0,-1-1 0 0 0,0 1-1 0 0,0 0 1 0 0,1 0 0 0 0,-1-1 0 0 0,3 2 0 0 0,2 2 14 0 0,3 8 29 0 0,0 1-1 0 0,-1-1 1 0 0,-1 2 0 0 0,0-1-1 0 0,7 24 1 0 0,-4-12 7 0 0,-7-16-42 0 0,-1 1 0 0 0,0 0 0 0 0,0 0 1 0 0,-1 0-1 0 0,-1 0 0 0 0,1 0 0 0 0,-2 0 0 0 0,-1 14 1 0 0,0 16 184 0 0,2-38-187 0 0,0 1 0 0 0,1-1 0 0 0,-1 1 0 0 0,-1 0 0 0 0,1-1 0 0 0,0 1 0 0 0,0-1 0 0 0,-1 1 0 0 0,0-1 1 0 0,1 1-1 0 0,-1-1 0 0 0,0 1 0 0 0,0-1 0 0 0,0 0 0 0 0,-1 1 0 0 0,1-1 0 0 0,-1 0 0 0 0,1 0 0 0 0,-1 0 1 0 0,1 0-1 0 0,-1 0 0 0 0,0 0 0 0 0,0 0 0 0 0,-3 1 0 0 0,4-2-9 0 0,-8 19 178 0 0,9-19-170 0 0,0 0 1 0 0,0-1-1 0 0,0 1 1 0 0,0 0-1 0 0,0-1 0 0 0,0 1 1 0 0,1 0-1 0 0,-1-1 1 0 0,0 1-1 0 0,0-1 0 0 0,0 1 1 0 0,1 0-1 0 0,-1-1 1 0 0,0 1-1 0 0,1-1 0 0 0,-1 1 1 0 0,1-1-1 0 0,-1 1 0 0 0,0-1 1 0 0,1 1-1 0 0,-1-1 1 0 0,2 1-1 0 0,0 0 18 0 0,0 0 0 0 0,0 0 0 0 0,0 0 0 0 0,0 0 1 0 0,0-1-1 0 0,0 1 0 0 0,0-1 0 0 0,1 0 0 0 0,-1 1 0 0 0,0-1 0 0 0,4 0 0 0 0,102 3 53 0 0,-73 1-80 0 0,1-3 0 0 0,-1-1 0 0 0,0-1 0 0 0,0-2 0 0 0,69-15 0 0 0,-83 12 0 0 0,2 0 0 0 0,-1-2 0 0 0,29-12 0 0 0,-32 11 0 0 0,-14 7 0 0 0,-1 0 0 0 0,0 0 0 0 0,1-1 0 0 0,-1 1 0 0 0,0-1 0 0 0,-1 0 0 0 0,1 0 0 0 0,0 0 0 0 0,-1-1 0 0 0,0 1 0 0 0,5-6 0 0 0,-8 8 0 0 0,13-19 0 0 0,-21 3 0 0 0,3 8 0 0 0,-1-18 15 0 0,7 26-11 0 0,-1-1 0 0 0,0 0 0 0 0,0 0 0 0 0,-1 0 0 0 0,1 0 0 0 0,0 0 0 0 0,-1 1 0 0 0,1-1 0 0 0,-1 0 0 0 0,1 0 0 0 0,-1 1 0 0 0,-1-3 0 0 0,-9-9 10 0 0,10 11-10 0 0,-1 1 0 0 0,1-1 0 0 0,-1 0 0 0 0,1 0 0 0 0,0 0 0 0 0,-1 0 0 0 0,1 0 0 0 0,0 0 0 0 0,0 0 0 0 0,1 0 0 0 0,-1-1 0 0 0,0 1 0 0 0,1 0 0 0 0,-1 0 0 0 0,1-1 0 0 0,0 1 0 0 0,0 0-1 0 0,0-1 1 0 0,0-3 0 0 0,1 18 23 0 0,0 1 0 0 0,1 0 0 0 0,0-1 0 0 0,1 0 0 0 0,0 1 0 0 0,1-1 0 0 0,0 0-1 0 0,1-1 1 0 0,1 1 0 0 0,9 14 0 0 0,-7-12 15 0 0,-1 1 0 0 0,0 0 0 0 0,-1 0 0 0 0,0 0-1 0 0,5 28 1 0 0,-4 4 53 0 0,-6-33-75 0 0,1 0-1 0 0,1 0 1 0 0,0 0 0 0 0,0-1 0 0 0,2 1 0 0 0,-1-1 0 0 0,11 19 0 0 0,22 27 15 0 0,21 39 176 0 0,-54-89-265 0 0,1 1 0 0 0,-1 0 0 0 0,-1 0 0 0 0,0 0 0 0 0,0 0 0 0 0,-1 1 0 0 0,-1-1 0 0 0,1 15 0 0 0,4-27-707 0 0,35-21-530 0 0,-30 17 704 0 0,0 0 0 0 0,0-1-1 0 0,-1 0 1 0 0,0-1-1 0 0,18-17 1 0 0,4-3-2575 0 0,0 1 374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1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187 115 400 0 0,'-54'31'5763'0'0,"-79"34"-1"0"0,224-73-4641 0 0,67-13-941 0 0,-126 19-347 0 0,0-1 0 0 0,-1-2 1 0 0,1 0-1 0 0,-1-3 0 0 0,0 0 1 0 0,33-15-1 0 0,-58 20-167 0 0,0-1 1 0 0,0 0-1 0 0,0 0 1 0 0,-1-1-1 0 0,1 1 1 0 0,-1-1-1 0 0,0 0 1 0 0,-1-1-1 0 0,1 1 1 0 0,-1-1 0 0 0,7-12-1 0 0,21-40-4602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1761 0 0,'32'93'5682'0'0,"-32"-17"-3280"0"0,0-3-1842 0 0,0 9-160 0 0,0-3 160 0 0,32-4 0 0 0,0-13-239 0 0,0-3-161 0 0,0-19-160 0 0,0-11 0 0 0,-32-11-80 0 0,32-18-321 0 0,-32-6-319 0 0,64-20-320 0 0,0-9-641 0 0,-64 2-1120 0 0,32 7-81 0 0,0 6 561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3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7 2001 0 0,'1'-5'3325'0'0,"-7"4"2728"0"0,-18 1-5904 0 0,1 1 1 0 0,-1 2-1 0 0,1 0 1 0 0,0 1 0 0 0,0 1-1 0 0,1 2 1 0 0,-37 14-1 0 0,52-18-92 0 0,0 0 0 0 0,-1 1-1 0 0,1 0 1 0 0,0 0-1 0 0,1 1 1 0 0,-1-1-1 0 0,1 2 1 0 0,0-1 0 0 0,0 1-1 0 0,1 0 1 0 0,-1 0-1 0 0,1 0 1 0 0,1 1 0 0 0,-1-1-1 0 0,1 1 1 0 0,0 0-1 0 0,1 1 1 0 0,0-1-1 0 0,0 1 1 0 0,0-1 0 0 0,1 1-1 0 0,0 0 1 0 0,1 0-1 0 0,0 0 1 0 0,-1 12-1 0 0,3-15-33 0 0,-1 1-1 0 0,1-1 0 0 0,0 1 0 0 0,0-1 0 0 0,0 0 1 0 0,1 0-1 0 0,-1 1 0 0 0,1-1 0 0 0,1 0 0 0 0,3 6 1 0 0,2 6 13 0 0,-4-6-3 0 0,1-1 0 0 0,1 1 1 0 0,-1-1-1 0 0,1 0 1 0 0,1-1-1 0 0,9 11 1 0 0,-11-15-21 0 0,0 0 1 0 0,1-1 0 0 0,-1 0 0 0 0,1 0 0 0 0,0 0-1 0 0,0-1 1 0 0,1 0 0 0 0,-1 0 0 0 0,1 0-1 0 0,-1-1 1 0 0,1 0 0 0 0,0-1 0 0 0,9 2-1 0 0,61 8 30 0 0,1-4 0 0 0,-1-4 0 0 0,1-2 0 0 0,0-4 0 0 0,-1-4 0 0 0,0-2 0 0 0,0-5 0 0 0,114-34 0 0 0,-181 45-61 0 0,1-1 1 0 0,-1-1-1 0 0,0 0 0 0 0,0 0 0 0 0,0-1 1 0 0,-1 0-1 0 0,0-1 0 0 0,12-10 0 0 0,-20 16 13 0 0,0 0-1 0 0,0 0 0 0 0,0 0 1 0 0,0 0-1 0 0,0-1 0 0 0,0 1 0 0 0,0 0 1 0 0,-1 0-1 0 0,1 0 0 0 0,0-1 1 0 0,-1 1-1 0 0,1 0 0 0 0,-1-1 1 0 0,0 1-1 0 0,1 0 0 0 0,-1-1 1 0 0,0 1-1 0 0,0 0 0 0 0,0-1 1 0 0,1 1-1 0 0,-2-1 0 0 0,1 1 1 0 0,0-1-1 0 0,0 1 0 0 0,0 0 1 0 0,-1-1-1 0 0,1 1 0 0 0,0 0 1 0 0,-1-1-1 0 0,0 1 0 0 0,1 0 1 0 0,-1 0-1 0 0,0-1 0 0 0,1 1 1 0 0,-1 0-1 0 0,0 0 0 0 0,0 0 1 0 0,0 0-1 0 0,0 0 0 0 0,0 0 1 0 0,0 0-1 0 0,0 0 0 0 0,-1 0 1 0 0,1 1-1 0 0,-2-2 0 0 0,-12-8-17 0 0,-1 1 1 0 0,1 0-1 0 0,-22-8 0 0 0,21 11 28 0 0,-384-150-898 0 0,352 147 244 0 0,36 7-248 0 0,40-5-292 0 0,3 4-13 0 0,1 0 0 0 0,-1 2 0 0 0,48 4 0 0 0,-54-2 501 0 0,124 9-2874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3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15 80 0 0,'-68'14'7470'0'0,"-11"-6"-5582"0"0,-82 12 586 0 0,128-9-1532 0 0,2-3 197 0 0,26-8 475 0 0,10-1-1547 0 0,33-6-42 0 0,1 2 1 0 0,47-1 0 0 0,28-3-463 0 0,-66 3-425 0 0,21-5-682 0 0,-22-5-4001 0 0,-31 8 2544 0 0,-37 2 160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3682 0 0,'-11'4'645'0'0,"1"-1"0"0"0,-1 1 1 0 0,1 1-1 0 0,0 0 0 0 0,1 0 0 0 0,-1 1 1 0 0,-10 9-1 0 0,-12 10 275 0 0,31-21 899 0 0,10-1-1466 0 0,10-2-377 0 0,16-1 171 0 0,286-13 40 0 0,-212 2-2412 0 0,170 5 1 0 0,-267 6 1990 0 0,249 9-7009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6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129 165 2961 0 0,'0'0'4602'0'0,"-6"2"-3601"0"0,0 0-772 0 0,4-1-171 0 0,1-1 0 0 0,-1 1 0 0 0,1 0 0 0 0,-1-1 0 0 0,0 1 0 0 0,0-1 0 0 0,1 0 0 0 0,-1 0 0 0 0,0 1 0 0 0,0-1 0 0 0,1 0 0 0 0,-1 0-1 0 0,-2-1 1 0 0,2 1-25 0 0,1 0-25 0 0,0 0 0 0 0,0 0 0 0 0,0-1 0 0 0,0 1 0 0 0,0 0 0 0 0,0 0 0 0 0,0-1 0 0 0,-1 1 0 0 0,1 0 0 0 0,0-1 0 0 0,0 1 0 0 0,0-1 0 0 0,0 0 0 0 0,0 1 0 0 0,1-1 0 0 0,-1 0 0 0 0,0 1 0 0 0,0-1 0 0 0,0 0 0 0 0,1 0 0 0 0,-1 0 0 0 0,0 0 0 0 0,1 0 0 0 0,-1 0 0 0 0,0-1 0 0 0,0 0-1 0 0,1 0 0 0 0,0 1 0 0 0,-1-1 0 0 0,1 0 0 0 0,-1 0 0 0 0,1 1 0 0 0,-1-1 0 0 0,0 1 1 0 0,0-1-1 0 0,1 1 0 0 0,-1-1 0 0 0,0 1 0 0 0,-1-1 0 0 0,1 1 0 0 0,0 0 0 0 0,0 0 1 0 0,0-1-1 0 0,-3 0 0 0 0,-16-21 84 0 0,14 15-88 0 0,4 5 9 0 0,0 0-1 0 0,0 0 0 0 0,0 0 1 0 0,0 0-1 0 0,0 0 0 0 0,1-1 1 0 0,-1 1-1 0 0,1-1 1 0 0,0 1-1 0 0,0-1 0 0 0,0 0 1 0 0,1 1-1 0 0,-1-1 0 0 0,1-7 1 0 0,0-17 118 0 0,0 19 75 0 0,0 20 340 0 0,0-7-510 0 0,0 1 0 0 0,1-1 0 0 0,-1 1 0 0 0,1-1 0 0 0,0 0 0 0 0,1 1 0 0 0,-1-1 0 0 0,1 0 0 0 0,0 0 0 0 0,0 0 0 0 0,0 0 0 0 0,0 0 0 0 0,1 0 0 0 0,2 3 0 0 0,8 12 107 0 0,82 141 738 0 0,49 17-453 0 0,-128-159-697 0 0,2-1 0 0 0,0 0-1 0 0,0-1 1 0 0,2-1 0 0 0,0-1-1 0 0,0-1 1 0 0,1-1 0 0 0,1 0-1 0 0,0-2 1 0 0,1 0 0 0 0,0-2-1 0 0,0 0 1 0 0,0-2-1 0 0,47 7 1 0 0,26 2-2531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07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128 127 3522 0 0,'-51'-18'4737'0'0,"1"13"-3632"0"0,49 6-1088 0 0,0-1 0 0 0,0 0 0 0 0,0 0 0 0 0,0 0 0 0 0,0 0-1 0 0,0 0 1 0 0,0-1 0 0 0,0 1 0 0 0,1 0 0 0 0,-1 0 0 0 0,0-1 0 0 0,0 1 0 0 0,0 0-1 0 0,0-1 1 0 0,0 1 0 0 0,1-1 0 0 0,-1 1 0 0 0,0-1 0 0 0,0 1 0 0 0,1-1-1 0 0,-1 0 1 0 0,0 1 0 0 0,1-1 0 0 0,-1 0 0 0 0,0 1 0 0 0,1-1 0 0 0,-1 0 0 0 0,1-1-1 0 0,-4-33 822 0 0,4 31-817 0 0,1 2-13 0 0,0 1 1 0 0,0-1 0 0 0,0 0 0 0 0,0 1-1 0 0,0-1 1 0 0,1 1 0 0 0,-1 0 0 0 0,0-1-1 0 0,1 1 1 0 0,-1 0 0 0 0,1 0-1 0 0,0 0 1 0 0,-1 0 0 0 0,1 0 0 0 0,0 0-1 0 0,-1 0 1 0 0,1 0 0 0 0,0 1 0 0 0,0-1-1 0 0,0 1 1 0 0,2-1 0 0 0,51-13 59 0 0,-49 12-62 0 0,9-1 8 0 0,0 0-1 0 0,0 1 0 0 0,0 0 0 0 0,25 1 1 0 0,-34 1-9 0 0,0 1 0 0 0,0 0 0 0 0,0 0 0 0 0,-1 1 0 0 0,1-1 0 0 0,0 1 0 0 0,-1 0 0 0 0,0 1 0 0 0,1-1 0 0 0,-1 1 0 0 0,0 0 0 0 0,0 1 0 0 0,0-1 0 0 0,-1 1 0 0 0,7 7 0 0 0,84 96 302 0 0,-87-98-265 0 0,0-1-1 0 0,0 1 1 0 0,-1 1 0 0 0,0-1-1 0 0,-1 1 1 0 0,0 0 0 0 0,8 21-1 0 0,-3-17 37 0 0,-10-13-64 0 0,0 0-1 0 0,0 0 0 0 0,0 0 1 0 0,0 0-1 0 0,0 0 1 0 0,0 0-1 0 0,0 1 0 0 0,0-1 1 0 0,0 0-1 0 0,-1 1 1 0 0,1-1-1 0 0,0 1 1 0 0,-1-1-1 0 0,1 1 0 0 0,-1-1 1 0 0,0 1-1 0 0,1-1 1 0 0,-1 1-1 0 0,0-1 0 0 0,0 1 1 0 0,0-1-1 0 0,0 1 1 0 0,0-1-1 0 0,-1 1 1 0 0,1-1-1 0 0,0 1 0 0 0,-1-1 1 0 0,1 1-1 0 0,-1 1 1 0 0,-7 14 169 0 0,0-1 0 0 0,0-1 0 0 0,-2 0 0 0 0,0 0 0 0 0,-22 26-1 0 0,25-35-133 0 0,-1 1 0 0 0,1-2-1 0 0,-1 1 1 0 0,0-1 0 0 0,0 0-1 0 0,0-1 1 0 0,-1 0 0 0 0,0 0-1 0 0,0-1 1 0 0,0 0 0 0 0,0 0-1 0 0,0-1 1 0 0,0-1-1 0 0,-16 2 1 0 0,10-2-36 0 0,1-1 1 0 0,-1-1-1 0 0,1 0 0 0 0,-1-1 1 0 0,1 0-1 0 0,-16-6 0 0 0,19-6 54 0 0,3 12-62 0 0,7 1-6 0 0,0 1-1 0 0,0 0 0 0 0,0 0 1 0 0,1 0-1 0 0,-1-1 0 0 0,0 1 1 0 0,0 0-1 0 0,0-1 1 0 0,0 1-1 0 0,1-1 0 0 0,-1 1 1 0 0,0-1-1 0 0,0 1 1 0 0,1-1-1 0 0,-1 0 0 0 0,0 1 1 0 0,1-1-1 0 0,-1 0 0 0 0,1 1 1 0 0,-1-1-1 0 0,1 0 1 0 0,-1 0-1 0 0,1 1 0 0 0,0-1 1 0 0,-1 0-1 0 0,1 0 0 0 0,0 0 1 0 0,-1 0-1 0 0,1 0 1 0 0,0 0-1 0 0,0 1 0 0 0,0-1 1 0 0,0 0-1 0 0,0 0 0 0 0,0-2 1 0 0,2 2-4 0 0,0-1-1 0 0,-1 0 1 0 0,1 1 0 0 0,0-1 0 0 0,0 1 0 0 0,0-1 0 0 0,0 1-1 0 0,1 0 1 0 0,-1 0 0 0 0,0 0 0 0 0,0 0 0 0 0,1 0-1 0 0,-1 1 1 0 0,1-1 0 0 0,-1 1 0 0 0,0-1 0 0 0,5 1-1 0 0,15 0 24 0 0,0 1 0 0 0,-1 1 0 0 0,1 1 0 0 0,0 1-1 0 0,33 11 1 0 0,350 89 556 0 0,-342-89-481 0 0,-2 3 1 0 0,61 26-1 0 0,-114-41-255 0 0,0-1 1 0 0,1 0-1 0 0,-1-1 1 0 0,1 0-1 0 0,-1 0 1 0 0,1-1-1 0 0,-1 0 0 0 0,15-2 1 0 0,-22 1 30 0 0,0 1 1 0 0,-1-1-1 0 0,1 1 1 0 0,-1-1-1 0 0,1 1 0 0 0,-1-1 1 0 0,0 0-1 0 0,1 1 1 0 0,-1-1-1 0 0,0 0 0 0 0,1 0 1 0 0,-1 1-1 0 0,0-1 1 0 0,0 0-1 0 0,0 1 1 0 0,1-1-1 0 0,-1 0 0 0 0,0 0 1 0 0,0 0-1 0 0,0 1 1 0 0,0-1-1 0 0,0 0 0 0 0,-1 0 1 0 0,1 1-1 0 0,0-1 1 0 0,0 0-1 0 0,0 0 0 0 0,-1 1 1 0 0,1-1-1 0 0,0 0 1 0 0,-1 1-1 0 0,1-1 1 0 0,0 0-1 0 0,-1 1 0 0 0,1-1 1 0 0,-1 1-1 0 0,-1-2 1 0 0,-24-20-2832 0 0,-6-16-866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03:13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2322 221 2561 0 0,'-62'-6'4441'0'0,"-25"-17"-2930"0"0,49 13-913 0 0,-29-8-241 0 0,0 4 1 0 0,-1 2-1 0 0,-1 3 1 0 0,-86 1-1 0 0,-122 20 204 0 0,128-24-112 0 0,-16-2-178 0 0,-251 14 743 0 0,371-1-878 0 0,26 0-81 0 0,0 0 0 0 0,0 2-1 0 0,-1 0 1 0 0,1 1-1 0 0,1 1 1 0 0,-1 0 0 0 0,-31 11-1 0 0,18-1-6 0 0,0 2 0 0 0,1 1-1 0 0,0 1 1 0 0,1 1 0 0 0,2 2-1 0 0,-33 29 1 0 0,56-46-36 0 0,0 1 0 0 0,1-1 0 0 0,-1 0-1 0 0,-1 0 1 0 0,1 0 0 0 0,0-1 0 0 0,-1 0 0 0 0,1 0 0 0 0,-1 0 0 0 0,-7 1 0 0 0,6-2 28 0 0,1 1 0 0 0,0 0 1 0 0,0 0-1 0 0,0 0 0 0 0,0 0 0 0 0,0 1 1 0 0,1 0-1 0 0,-1 1 0 0 0,-9 6 0 0 0,-4 5 27 0 0,-29 29-42 0 0,45-41-19 0 0,1 0 1 0 0,0 1-1 0 0,-1-1 0 0 0,1 1 1 0 0,0-1-1 0 0,1 1 0 0 0,-1 0 1 0 0,1 0-1 0 0,-1 0 0 0 0,1 0 1 0 0,1 0-1 0 0,-1 0 0 0 0,0 0 1 0 0,1 6-1 0 0,-2 18 112 0 0,1-20-123 0 0,0 0 0 0 0,1 0 0 0 0,-1 0 0 0 0,1 0 0 0 0,1 0-1 0 0,0 0 1 0 0,0 0 0 0 0,0 0 0 0 0,5 12 0 0 0,24 7 25 0 0,-1-3 40 0 0,-9 1-7 0 0,-16-19-40 0 0,1 0 1 0 0,0 0-1 0 0,-1-1 0 0 0,2 1 1 0 0,-1-1-1 0 0,1-1 1 0 0,8 7-1 0 0,-2-6 0 0 0,0 0 0 0 0,1-1-1 0 0,-1-1 1 0 0,1 0 0 0 0,13 2 0 0 0,14 2-23 0 0,73 14-57 0 0,155 7 0 0 0,124-14 116 0 0,-250-10-31 0 0,-67-2 7 0 0,333 2-33 0 0,-317-7-2 0 0,1-4 0 0 0,117-24 0 0 0,-198 29-2 0 0,1-1 1 0 0,-1 0-1 0 0,0-1 1 0 0,0 0 0 0 0,0-1-1 0 0,0 0 1 0 0,-1 0-1 0 0,0-1 1 0 0,0-1 0 0 0,12-9-1 0 0,-18 12 14 0 0,0-1 0 0 0,-1 1 0 0 0,0 0 0 0 0,1-1 0 0 0,-1 1 0 0 0,-1-1 0 0 0,1 0 0 0 0,-1 0 0 0 0,0 0 0 0 0,0 0 0 0 0,0-1 0 0 0,-1 1 0 0 0,0 0 0 0 0,0-1 0 0 0,0 1 0 0 0,-1-1 0 0 0,1 1 0 0 0,-1-1 0 0 0,-1 1 0 0 0,1-1 0 0 0,-1 1 0 0 0,-2-9 0 0 0,-1-1-5 0 0,0 1 1 0 0,-1-1-1 0 0,-1 1 1 0 0,0 0-1 0 0,-1 1 1 0 0,-16-25-1 0 0,-62-69-10 0 0,45 60 57 0 0,10 10 40 0 0,-57-55 0 0 0,69 77-47 0 0,0 0-1 0 0,-1 2 0 0 0,-1 0 1 0 0,0 1-1 0 0,-29-13 1 0 0,-133-43 163 0 0,178 66-287 0 0,-1 0 1 0 0,0 0 0 0 0,0 0-1 0 0,0 0 1 0 0,0 1 0 0 0,0 0-1 0 0,0 0 1 0 0,0 0 0 0 0,0 1-1 0 0,-1 0 1 0 0,1 0 0 0 0,0 0-1 0 0,0 0 1 0 0,0 1 0 0 0,-1 0-1 0 0,1 0 1 0 0,0 1 0 0 0,0-1-1 0 0,1 1 1 0 0,-1 0 0 0 0,0 0-1 0 0,0 1 1 0 0,1-1 0 0 0,-1 1-1 0 0,1 0 1 0 0,0 0 0 0 0,0 1-1 0 0,0-1 1 0 0,1 1 0 0 0,-1 0-1 0 0,1 0 1 0 0,0 0 0 0 0,0 0-1 0 0,0 0 1 0 0,-3 8 0 0 0,-31 47-4090 0 0,-22 13-3053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0A4CE-CABF-464E-BE4A-1C11FA058396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F0853-CD0C-498F-B625-28A8C7400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39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F0853-CD0C-498F-B625-28A8C7400EF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549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E17B3-737E-DF98-F7B7-91E1584FD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CAC432-A05F-FAF9-7EAA-8BD4C09C1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3E4E78-9EC2-22CF-9EC2-C086A307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855B8A-4736-6B12-71EE-2B03A82B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0FCAEB-520C-3478-04E1-511DA6D6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38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7E5FD-D2DE-85F9-00C2-17522D21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7663C-E22E-C223-3D44-C9B77FBF7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0AF56-F569-D841-DEAE-8478192C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8E3938-95AC-BA01-8DA2-EA52624F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606054-9C63-F6EE-39F0-3FDA33A9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8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C17B2-B5E1-8E9D-EDBD-C38C5B23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B27F30-945B-CD3E-40BF-6DE57B540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92DE10-E726-1CBB-FC05-2F14B3EE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080578-A945-47AF-DF85-48890D53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F38F55-5145-13E0-6070-3C63E3DC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79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44837-B65B-4664-C3EB-CF4E43CF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D3F50A-33B5-67E8-8FAC-4059FF119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58D1C7-5204-AA09-1B4A-5BF7AB71A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BDC2DD-8ACC-8C1E-5BB3-C3FE4463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043834-6109-EAE4-972E-A98B5B4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DB370C-BA4D-05AD-7D89-8EF23CF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70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1C773-1B46-61C5-7E9B-480EF0C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0B8FCC-7896-BE3C-7A2A-EC9267CCA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9F432B-24DF-F999-5356-B2B441F16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591057-A127-069B-E35B-8593B3780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B15092-3EE4-101C-2F98-3BC85B348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8456E4-B085-C951-51E4-3495AC0B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07304E-E53B-B2FC-DDEA-BC176DC4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C88822-E927-D3CA-7A48-FC973684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98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00744-D9B8-8A94-DE46-A3B69C87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613F6A-911E-AD3A-4503-5A39B97A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556E8D-4C3C-9C2D-7EAF-5C9FEBEB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971F0F9-FE31-DAFB-5C7C-DE597E80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81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BEB3BD-0DAC-9008-F0B8-4FEE0B48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2BD02B-5FA6-B8AB-3EA9-FFCFB065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0052A-3EC8-B784-C6A3-7239D7DE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9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F16FE-0F7C-F170-4E62-366C1F63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E50C0-4AFE-1FF0-CB22-61AF966FE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4D81C0-D338-ECC0-B190-703D39262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D54BE8-FEB0-E9FD-C8A7-C047CDF9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6EB0B2-B833-B7F0-A976-21531EA8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4CA88C-0555-6BD6-1BD7-02CA317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76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89F0D-C83E-C6EC-D0E3-E35D8C0A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5DF5E5-D929-8969-FD60-70C4C8B08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DA934-3C6E-9095-69A2-475D25C29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B29AFF-24AC-67C0-6E70-CB1762B0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DC6E33-EC18-87F7-5A38-63B71325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3DB676-D06C-DE8B-B06C-D0535691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13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CFC7E-43C1-CFDF-6894-B6151563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BA3F8A-8CBD-79AA-8F2F-2BF747922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D90FF-58C0-64F8-D759-76401085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B31D9C-10EA-8F3B-07FC-2023F768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0F4107-B096-8CF4-580E-EEC3BFD0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63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2C8772-5CA6-F85A-1C60-386B3EF68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916089-1295-BA7E-6ED3-A82065F85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B3DF57-A4EB-CEA3-A23A-2AEB842F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D3392-B25A-5A01-8C69-629DFF00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9F8FC8-A9C6-7348-78A5-A5E59516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17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4F57BC-28D9-BDC5-3989-B2DE2697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E3672B-1D3C-F198-C3A0-57848C66F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09AEF-FDFF-0E7B-E27F-FBEE1BF8C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70B4-8984-4640-8E0C-93DC124709EA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BD20E9-EADE-12A7-EC45-D796DA87C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9ABD5-22E5-B54E-52E1-E782D52FA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01451-1BEA-4028-9B6B-DC0D1F560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9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image" Target="../media/image162.png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335" Type="http://schemas.openxmlformats.org/officeDocument/2006/relationships/customXml" Target="../ink/ink167.xml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5.png"/><Relationship Id="rId304" Type="http://schemas.openxmlformats.org/officeDocument/2006/relationships/image" Target="../media/image152.png"/><Relationship Id="rId346" Type="http://schemas.openxmlformats.org/officeDocument/2006/relationships/image" Target="../media/image173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customXml" Target="../ink/ink157.xml"/><Relationship Id="rId357" Type="http://schemas.openxmlformats.org/officeDocument/2006/relationships/customXml" Target="../ink/ink178.xml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326" Type="http://schemas.openxmlformats.org/officeDocument/2006/relationships/image" Target="../media/image163.png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172" Type="http://schemas.openxmlformats.org/officeDocument/2006/relationships/image" Target="../media/image86.png"/><Relationship Id="rId228" Type="http://schemas.openxmlformats.org/officeDocument/2006/relationships/image" Target="../media/image114.png"/><Relationship Id="rId281" Type="http://schemas.openxmlformats.org/officeDocument/2006/relationships/customXml" Target="../ink/ink140.xml"/><Relationship Id="rId337" Type="http://schemas.openxmlformats.org/officeDocument/2006/relationships/customXml" Target="../ink/ink168.xml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92" Type="http://schemas.openxmlformats.org/officeDocument/2006/relationships/image" Target="../media/image146.png"/><Relationship Id="rId306" Type="http://schemas.openxmlformats.org/officeDocument/2006/relationships/image" Target="../media/image153.png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348" Type="http://schemas.openxmlformats.org/officeDocument/2006/relationships/image" Target="../media/image174.png"/><Relationship Id="rId152" Type="http://schemas.openxmlformats.org/officeDocument/2006/relationships/image" Target="../media/image76.png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customXml" Target="../ink/ink158.xml"/><Relationship Id="rId359" Type="http://schemas.openxmlformats.org/officeDocument/2006/relationships/customXml" Target="../ink/ink179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328" Type="http://schemas.openxmlformats.org/officeDocument/2006/relationships/image" Target="../media/image164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image" Target="../media/image180.png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customXml" Target="../ink/ink141.xml"/><Relationship Id="rId318" Type="http://schemas.openxmlformats.org/officeDocument/2006/relationships/image" Target="../media/image159.png"/><Relationship Id="rId339" Type="http://schemas.openxmlformats.org/officeDocument/2006/relationships/customXml" Target="../ink/ink169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350" Type="http://schemas.openxmlformats.org/officeDocument/2006/relationships/image" Target="../media/image175.png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customXml" Target="../ink/ink136.xml"/><Relationship Id="rId294" Type="http://schemas.openxmlformats.org/officeDocument/2006/relationships/image" Target="../media/image147.png"/><Relationship Id="rId308" Type="http://schemas.openxmlformats.org/officeDocument/2006/relationships/image" Target="../media/image154.png"/><Relationship Id="rId329" Type="http://schemas.openxmlformats.org/officeDocument/2006/relationships/customXml" Target="../ink/ink164.xml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340" Type="http://schemas.openxmlformats.org/officeDocument/2006/relationships/image" Target="../media/image170.png"/><Relationship Id="rId361" Type="http://schemas.openxmlformats.org/officeDocument/2006/relationships/customXml" Target="../ink/ink180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image" Target="../media/image142.png"/><Relationship Id="rId319" Type="http://schemas.openxmlformats.org/officeDocument/2006/relationships/customXml" Target="../ink/ink159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330" Type="http://schemas.openxmlformats.org/officeDocument/2006/relationships/image" Target="../media/image165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351" Type="http://schemas.openxmlformats.org/officeDocument/2006/relationships/customXml" Target="../ink/ink175.xml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image" Target="../media/image137.png"/><Relationship Id="rId295" Type="http://schemas.openxmlformats.org/officeDocument/2006/relationships/customXml" Target="../ink/ink147.xml"/><Relationship Id="rId309" Type="http://schemas.openxmlformats.org/officeDocument/2006/relationships/customXml" Target="../ink/ink154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320" Type="http://schemas.openxmlformats.org/officeDocument/2006/relationships/image" Target="../media/image160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341" Type="http://schemas.openxmlformats.org/officeDocument/2006/relationships/customXml" Target="../ink/ink170.xml"/><Relationship Id="rId362" Type="http://schemas.openxmlformats.org/officeDocument/2006/relationships/image" Target="../media/image181.png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customXml" Target="../ink/ink142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310" Type="http://schemas.openxmlformats.org/officeDocument/2006/relationships/image" Target="../media/image155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331" Type="http://schemas.openxmlformats.org/officeDocument/2006/relationships/customXml" Target="../ink/ink165.xml"/><Relationship Id="rId35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customXml" Target="../ink/ink137.xml"/><Relationship Id="rId296" Type="http://schemas.openxmlformats.org/officeDocument/2006/relationships/image" Target="../media/image148.png"/><Relationship Id="rId300" Type="http://schemas.openxmlformats.org/officeDocument/2006/relationships/image" Target="../media/image150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321" Type="http://schemas.openxmlformats.org/officeDocument/2006/relationships/customXml" Target="../ink/ink160.xml"/><Relationship Id="rId342" Type="http://schemas.openxmlformats.org/officeDocument/2006/relationships/image" Target="../media/image171.png"/><Relationship Id="rId363" Type="http://schemas.openxmlformats.org/officeDocument/2006/relationships/customXml" Target="../ink/ink181.xml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3.png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311" Type="http://schemas.openxmlformats.org/officeDocument/2006/relationships/customXml" Target="../ink/ink155.xml"/><Relationship Id="rId332" Type="http://schemas.openxmlformats.org/officeDocument/2006/relationships/image" Target="../media/image166.png"/><Relationship Id="rId353" Type="http://schemas.openxmlformats.org/officeDocument/2006/relationships/customXml" Target="../ink/ink176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297" Type="http://schemas.openxmlformats.org/officeDocument/2006/relationships/customXml" Target="../ink/ink148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customXml" Target="../ink/ink150.xml"/><Relationship Id="rId322" Type="http://schemas.openxmlformats.org/officeDocument/2006/relationships/image" Target="../media/image161.png"/><Relationship Id="rId343" Type="http://schemas.openxmlformats.org/officeDocument/2006/relationships/customXml" Target="../ink/ink171.xml"/><Relationship Id="rId364" Type="http://schemas.openxmlformats.org/officeDocument/2006/relationships/image" Target="../media/image182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customXml" Target="../ink/ink14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312" Type="http://schemas.openxmlformats.org/officeDocument/2006/relationships/image" Target="../media/image156.png"/><Relationship Id="rId333" Type="http://schemas.openxmlformats.org/officeDocument/2006/relationships/customXml" Target="../ink/ink166.xml"/><Relationship Id="rId354" Type="http://schemas.openxmlformats.org/officeDocument/2006/relationships/image" Target="../media/image177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customXml" Target="../ink/ink138.xml"/><Relationship Id="rId298" Type="http://schemas.openxmlformats.org/officeDocument/2006/relationships/image" Target="../media/image149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image" Target="../media/image151.png"/><Relationship Id="rId323" Type="http://schemas.openxmlformats.org/officeDocument/2006/relationships/customXml" Target="../ink/ink161.xml"/><Relationship Id="rId344" Type="http://schemas.openxmlformats.org/officeDocument/2006/relationships/image" Target="../media/image172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image" Target="../media/image144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313" Type="http://schemas.openxmlformats.org/officeDocument/2006/relationships/customXml" Target="../ink/ink156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334" Type="http://schemas.openxmlformats.org/officeDocument/2006/relationships/image" Target="../media/image167.png"/><Relationship Id="rId355" Type="http://schemas.openxmlformats.org/officeDocument/2006/relationships/customXml" Target="../ink/ink177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image" Target="../media/image139.png"/><Relationship Id="rId303" Type="http://schemas.openxmlformats.org/officeDocument/2006/relationships/customXml" Target="../ink/ink151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345" Type="http://schemas.openxmlformats.org/officeDocument/2006/relationships/customXml" Target="../ink/ink172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image" Target="../media/image157.png"/><Relationship Id="rId356" Type="http://schemas.openxmlformats.org/officeDocument/2006/relationships/image" Target="../media/image178.png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customXml" Target="../ink/ink162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40.png"/><Relationship Id="rId336" Type="http://schemas.openxmlformats.org/officeDocument/2006/relationships/image" Target="../media/image168.png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347" Type="http://schemas.openxmlformats.org/officeDocument/2006/relationships/customXml" Target="../ink/ink173.xml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customXml" Target="../ink/ink75.xml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316" Type="http://schemas.openxmlformats.org/officeDocument/2006/relationships/image" Target="../media/image158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358" Type="http://schemas.openxmlformats.org/officeDocument/2006/relationships/image" Target="../media/image179.png"/><Relationship Id="rId162" Type="http://schemas.openxmlformats.org/officeDocument/2006/relationships/image" Target="../media/image81.png"/><Relationship Id="rId218" Type="http://schemas.openxmlformats.org/officeDocument/2006/relationships/image" Target="../media/image109.png"/><Relationship Id="rId271" Type="http://schemas.openxmlformats.org/officeDocument/2006/relationships/customXml" Target="../ink/ink135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5.xml"/><Relationship Id="rId327" Type="http://schemas.openxmlformats.org/officeDocument/2006/relationships/customXml" Target="../ink/ink163.xml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338" Type="http://schemas.openxmlformats.org/officeDocument/2006/relationships/image" Target="../media/image169.png"/><Relationship Id="rId8" Type="http://schemas.openxmlformats.org/officeDocument/2006/relationships/image" Target="../media/image4.png"/><Relationship Id="rId142" Type="http://schemas.openxmlformats.org/officeDocument/2006/relationships/image" Target="../media/image71.png"/><Relationship Id="rId184" Type="http://schemas.openxmlformats.org/officeDocument/2006/relationships/image" Target="../media/image92.png"/><Relationship Id="rId251" Type="http://schemas.openxmlformats.org/officeDocument/2006/relationships/customXml" Target="../ink/ink125.xml"/><Relationship Id="rId46" Type="http://schemas.openxmlformats.org/officeDocument/2006/relationships/image" Target="../media/image23.png"/><Relationship Id="rId293" Type="http://schemas.openxmlformats.org/officeDocument/2006/relationships/customXml" Target="../ink/ink146.xml"/><Relationship Id="rId307" Type="http://schemas.openxmlformats.org/officeDocument/2006/relationships/customXml" Target="../ink/ink153.xml"/><Relationship Id="rId349" Type="http://schemas.openxmlformats.org/officeDocument/2006/relationships/customXml" Target="../ink/ink17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9.xml"/><Relationship Id="rId299" Type="http://schemas.openxmlformats.org/officeDocument/2006/relationships/customXml" Target="../ink/ink330.xml"/><Relationship Id="rId21" Type="http://schemas.openxmlformats.org/officeDocument/2006/relationships/customXml" Target="../ink/ink191.xml"/><Relationship Id="rId63" Type="http://schemas.openxmlformats.org/officeDocument/2006/relationships/customXml" Target="../ink/ink212.xml"/><Relationship Id="rId159" Type="http://schemas.openxmlformats.org/officeDocument/2006/relationships/customXml" Target="../ink/ink260.xml"/><Relationship Id="rId324" Type="http://schemas.openxmlformats.org/officeDocument/2006/relationships/customXml" Target="../ink/ink343.xml"/><Relationship Id="rId366" Type="http://schemas.openxmlformats.org/officeDocument/2006/relationships/customXml" Target="../ink/ink365.xml"/><Relationship Id="rId170" Type="http://schemas.openxmlformats.org/officeDocument/2006/relationships/image" Target="../media/image265.png"/><Relationship Id="rId226" Type="http://schemas.openxmlformats.org/officeDocument/2006/relationships/image" Target="../media/image293.png"/><Relationship Id="rId433" Type="http://schemas.openxmlformats.org/officeDocument/2006/relationships/image" Target="../media/image387.png"/><Relationship Id="rId268" Type="http://schemas.openxmlformats.org/officeDocument/2006/relationships/image" Target="../media/image314.png"/><Relationship Id="rId32" Type="http://schemas.openxmlformats.org/officeDocument/2006/relationships/image" Target="../media/image198.png"/><Relationship Id="rId74" Type="http://schemas.openxmlformats.org/officeDocument/2006/relationships/image" Target="../media/image219.png"/><Relationship Id="rId128" Type="http://schemas.openxmlformats.org/officeDocument/2006/relationships/image" Target="../media/image88.png"/><Relationship Id="rId335" Type="http://schemas.openxmlformats.org/officeDocument/2006/relationships/image" Target="../media/image344.png"/><Relationship Id="rId377" Type="http://schemas.openxmlformats.org/officeDocument/2006/relationships/image" Target="../media/image362.png"/><Relationship Id="rId5" Type="http://schemas.openxmlformats.org/officeDocument/2006/relationships/customXml" Target="../ink/ink183.xml"/><Relationship Id="rId181" Type="http://schemas.openxmlformats.org/officeDocument/2006/relationships/customXml" Target="../ink/ink271.xml"/><Relationship Id="rId237" Type="http://schemas.openxmlformats.org/officeDocument/2006/relationships/customXml" Target="../ink/ink299.xml"/><Relationship Id="rId402" Type="http://schemas.openxmlformats.org/officeDocument/2006/relationships/image" Target="../media/image373.png"/><Relationship Id="rId279" Type="http://schemas.openxmlformats.org/officeDocument/2006/relationships/customXml" Target="../ink/ink320.xml"/><Relationship Id="rId43" Type="http://schemas.openxmlformats.org/officeDocument/2006/relationships/customXml" Target="../ink/ink202.xml"/><Relationship Id="rId139" Type="http://schemas.openxmlformats.org/officeDocument/2006/relationships/customXml" Target="../ink/ink250.xml"/><Relationship Id="rId290" Type="http://schemas.openxmlformats.org/officeDocument/2006/relationships/image" Target="../media/image85.png"/><Relationship Id="rId304" Type="http://schemas.openxmlformats.org/officeDocument/2006/relationships/customXml" Target="../ink/ink333.xml"/><Relationship Id="rId346" Type="http://schemas.openxmlformats.org/officeDocument/2006/relationships/customXml" Target="../ink/ink355.xml"/><Relationship Id="rId388" Type="http://schemas.openxmlformats.org/officeDocument/2006/relationships/image" Target="../media/image367.png"/><Relationship Id="rId85" Type="http://schemas.openxmlformats.org/officeDocument/2006/relationships/customXml" Target="../ink/ink223.xml"/><Relationship Id="rId150" Type="http://schemas.openxmlformats.org/officeDocument/2006/relationships/image" Target="../media/image255.png"/><Relationship Id="rId192" Type="http://schemas.openxmlformats.org/officeDocument/2006/relationships/image" Target="../media/image276.png"/><Relationship Id="rId206" Type="http://schemas.openxmlformats.org/officeDocument/2006/relationships/image" Target="../media/image283.png"/><Relationship Id="rId413" Type="http://schemas.openxmlformats.org/officeDocument/2006/relationships/image" Target="../media/image378.png"/><Relationship Id="rId248" Type="http://schemas.openxmlformats.org/officeDocument/2006/relationships/image" Target="../media/image304.png"/><Relationship Id="rId12" Type="http://schemas.openxmlformats.org/officeDocument/2006/relationships/image" Target="../media/image188.png"/><Relationship Id="rId108" Type="http://schemas.openxmlformats.org/officeDocument/2006/relationships/image" Target="../media/image236.png"/><Relationship Id="rId315" Type="http://schemas.openxmlformats.org/officeDocument/2006/relationships/image" Target="../media/image334.png"/><Relationship Id="rId357" Type="http://schemas.openxmlformats.org/officeDocument/2006/relationships/image" Target="../media/image86.png"/><Relationship Id="rId54" Type="http://schemas.openxmlformats.org/officeDocument/2006/relationships/image" Target="../media/image209.png"/><Relationship Id="rId96" Type="http://schemas.openxmlformats.org/officeDocument/2006/relationships/image" Target="../media/image230.png"/><Relationship Id="rId161" Type="http://schemas.openxmlformats.org/officeDocument/2006/relationships/customXml" Target="../ink/ink261.xml"/><Relationship Id="rId217" Type="http://schemas.openxmlformats.org/officeDocument/2006/relationships/customXml" Target="../ink/ink289.xml"/><Relationship Id="rId399" Type="http://schemas.openxmlformats.org/officeDocument/2006/relationships/customXml" Target="../ink/ink382.xml"/><Relationship Id="rId259" Type="http://schemas.openxmlformats.org/officeDocument/2006/relationships/customXml" Target="../ink/ink310.xml"/><Relationship Id="rId424" Type="http://schemas.openxmlformats.org/officeDocument/2006/relationships/customXml" Target="../ink/ink395.xml"/><Relationship Id="rId23" Type="http://schemas.openxmlformats.org/officeDocument/2006/relationships/customXml" Target="../ink/ink192.xml"/><Relationship Id="rId119" Type="http://schemas.openxmlformats.org/officeDocument/2006/relationships/customXml" Target="../ink/ink240.xml"/><Relationship Id="rId270" Type="http://schemas.openxmlformats.org/officeDocument/2006/relationships/image" Target="../media/image315.png"/><Relationship Id="rId326" Type="http://schemas.openxmlformats.org/officeDocument/2006/relationships/customXml" Target="../ink/ink344.xml"/><Relationship Id="rId65" Type="http://schemas.openxmlformats.org/officeDocument/2006/relationships/customXml" Target="../ink/ink213.xml"/><Relationship Id="rId130" Type="http://schemas.openxmlformats.org/officeDocument/2006/relationships/image" Target="../media/image245.png"/><Relationship Id="rId368" Type="http://schemas.openxmlformats.org/officeDocument/2006/relationships/customXml" Target="../ink/ink366.xml"/><Relationship Id="rId172" Type="http://schemas.openxmlformats.org/officeDocument/2006/relationships/image" Target="../media/image266.png"/><Relationship Id="rId228" Type="http://schemas.openxmlformats.org/officeDocument/2006/relationships/image" Target="../media/image294.png"/><Relationship Id="rId281" Type="http://schemas.openxmlformats.org/officeDocument/2006/relationships/customXml" Target="../ink/ink321.xml"/><Relationship Id="rId337" Type="http://schemas.openxmlformats.org/officeDocument/2006/relationships/image" Target="../media/image345.png"/><Relationship Id="rId34" Type="http://schemas.openxmlformats.org/officeDocument/2006/relationships/image" Target="../media/image199.png"/><Relationship Id="rId76" Type="http://schemas.openxmlformats.org/officeDocument/2006/relationships/image" Target="../media/image220.png"/><Relationship Id="rId141" Type="http://schemas.openxmlformats.org/officeDocument/2006/relationships/customXml" Target="../ink/ink251.xml"/><Relationship Id="rId379" Type="http://schemas.openxmlformats.org/officeDocument/2006/relationships/customXml" Target="../ink/ink372.xml"/><Relationship Id="rId7" Type="http://schemas.openxmlformats.org/officeDocument/2006/relationships/customXml" Target="../ink/ink184.xml"/><Relationship Id="rId183" Type="http://schemas.openxmlformats.org/officeDocument/2006/relationships/customXml" Target="../ink/ink272.xml"/><Relationship Id="rId239" Type="http://schemas.openxmlformats.org/officeDocument/2006/relationships/customXml" Target="../ink/ink300.xml"/><Relationship Id="rId390" Type="http://schemas.openxmlformats.org/officeDocument/2006/relationships/image" Target="../media/image368.png"/><Relationship Id="rId404" Type="http://schemas.openxmlformats.org/officeDocument/2006/relationships/image" Target="../media/image374.png"/><Relationship Id="rId250" Type="http://schemas.openxmlformats.org/officeDocument/2006/relationships/image" Target="../media/image305.png"/><Relationship Id="rId292" Type="http://schemas.openxmlformats.org/officeDocument/2006/relationships/image" Target="../media/image179.png"/><Relationship Id="rId306" Type="http://schemas.openxmlformats.org/officeDocument/2006/relationships/customXml" Target="../ink/ink334.xml"/><Relationship Id="rId45" Type="http://schemas.openxmlformats.org/officeDocument/2006/relationships/customXml" Target="../ink/ink203.xml"/><Relationship Id="rId87" Type="http://schemas.openxmlformats.org/officeDocument/2006/relationships/customXml" Target="../ink/ink224.xml"/><Relationship Id="rId110" Type="http://schemas.openxmlformats.org/officeDocument/2006/relationships/image" Target="../media/image237.png"/><Relationship Id="rId348" Type="http://schemas.openxmlformats.org/officeDocument/2006/relationships/customXml" Target="../ink/ink356.xml"/><Relationship Id="rId152" Type="http://schemas.openxmlformats.org/officeDocument/2006/relationships/image" Target="../media/image256.png"/><Relationship Id="rId194" Type="http://schemas.openxmlformats.org/officeDocument/2006/relationships/image" Target="../media/image277.png"/><Relationship Id="rId208" Type="http://schemas.openxmlformats.org/officeDocument/2006/relationships/image" Target="../media/image284.png"/><Relationship Id="rId415" Type="http://schemas.openxmlformats.org/officeDocument/2006/relationships/image" Target="../media/image379.png"/><Relationship Id="rId261" Type="http://schemas.openxmlformats.org/officeDocument/2006/relationships/customXml" Target="../ink/ink311.xml"/><Relationship Id="rId14" Type="http://schemas.openxmlformats.org/officeDocument/2006/relationships/image" Target="../media/image189.png"/><Relationship Id="rId56" Type="http://schemas.openxmlformats.org/officeDocument/2006/relationships/image" Target="../media/image210.png"/><Relationship Id="rId317" Type="http://schemas.openxmlformats.org/officeDocument/2006/relationships/image" Target="../media/image335.png"/><Relationship Id="rId359" Type="http://schemas.openxmlformats.org/officeDocument/2006/relationships/image" Target="../media/image87.png"/><Relationship Id="rId98" Type="http://schemas.openxmlformats.org/officeDocument/2006/relationships/image" Target="../media/image231.png"/><Relationship Id="rId121" Type="http://schemas.openxmlformats.org/officeDocument/2006/relationships/customXml" Target="../ink/ink241.xml"/><Relationship Id="rId163" Type="http://schemas.openxmlformats.org/officeDocument/2006/relationships/customXml" Target="../ink/ink262.xml"/><Relationship Id="rId219" Type="http://schemas.openxmlformats.org/officeDocument/2006/relationships/customXml" Target="../ink/ink290.xml"/><Relationship Id="rId370" Type="http://schemas.openxmlformats.org/officeDocument/2006/relationships/customXml" Target="../ink/ink367.xml"/><Relationship Id="rId426" Type="http://schemas.openxmlformats.org/officeDocument/2006/relationships/customXml" Target="../ink/ink396.xml"/><Relationship Id="rId230" Type="http://schemas.openxmlformats.org/officeDocument/2006/relationships/image" Target="../media/image295.png"/><Relationship Id="rId25" Type="http://schemas.openxmlformats.org/officeDocument/2006/relationships/customXml" Target="../ink/ink193.xml"/><Relationship Id="rId67" Type="http://schemas.openxmlformats.org/officeDocument/2006/relationships/customXml" Target="../ink/ink214.xml"/><Relationship Id="rId272" Type="http://schemas.openxmlformats.org/officeDocument/2006/relationships/image" Target="../media/image316.png"/><Relationship Id="rId328" Type="http://schemas.openxmlformats.org/officeDocument/2006/relationships/customXml" Target="../ink/ink345.xml"/><Relationship Id="rId132" Type="http://schemas.openxmlformats.org/officeDocument/2006/relationships/image" Target="../media/image246.png"/><Relationship Id="rId174" Type="http://schemas.openxmlformats.org/officeDocument/2006/relationships/image" Target="../media/image267.png"/><Relationship Id="rId381" Type="http://schemas.openxmlformats.org/officeDocument/2006/relationships/customXml" Target="../ink/ink373.xml"/><Relationship Id="rId241" Type="http://schemas.openxmlformats.org/officeDocument/2006/relationships/customXml" Target="../ink/ink301.xml"/><Relationship Id="rId36" Type="http://schemas.openxmlformats.org/officeDocument/2006/relationships/image" Target="../media/image200.png"/><Relationship Id="rId283" Type="http://schemas.openxmlformats.org/officeDocument/2006/relationships/customXml" Target="../ink/ink322.xml"/><Relationship Id="rId339" Type="http://schemas.openxmlformats.org/officeDocument/2006/relationships/customXml" Target="../ink/ink351.xml"/><Relationship Id="rId78" Type="http://schemas.openxmlformats.org/officeDocument/2006/relationships/image" Target="../media/image221.png"/><Relationship Id="rId101" Type="http://schemas.openxmlformats.org/officeDocument/2006/relationships/customXml" Target="../ink/ink231.xml"/><Relationship Id="rId143" Type="http://schemas.openxmlformats.org/officeDocument/2006/relationships/customXml" Target="../ink/ink252.xml"/><Relationship Id="rId185" Type="http://schemas.openxmlformats.org/officeDocument/2006/relationships/customXml" Target="../ink/ink273.xml"/><Relationship Id="rId350" Type="http://schemas.openxmlformats.org/officeDocument/2006/relationships/customXml" Target="../ink/ink357.xml"/><Relationship Id="rId406" Type="http://schemas.openxmlformats.org/officeDocument/2006/relationships/customXml" Target="../ink/ink386.xml"/><Relationship Id="rId9" Type="http://schemas.openxmlformats.org/officeDocument/2006/relationships/customXml" Target="../ink/ink185.xml"/><Relationship Id="rId210" Type="http://schemas.openxmlformats.org/officeDocument/2006/relationships/image" Target="../media/image285.png"/><Relationship Id="rId392" Type="http://schemas.openxmlformats.org/officeDocument/2006/relationships/image" Target="../media/image369.png"/><Relationship Id="rId252" Type="http://schemas.openxmlformats.org/officeDocument/2006/relationships/image" Target="../media/image306.png"/><Relationship Id="rId294" Type="http://schemas.openxmlformats.org/officeDocument/2006/relationships/image" Target="../media/image324.png"/><Relationship Id="rId308" Type="http://schemas.openxmlformats.org/officeDocument/2006/relationships/customXml" Target="../ink/ink335.xml"/><Relationship Id="rId47" Type="http://schemas.openxmlformats.org/officeDocument/2006/relationships/customXml" Target="../ink/ink204.xml"/><Relationship Id="rId89" Type="http://schemas.openxmlformats.org/officeDocument/2006/relationships/customXml" Target="../ink/ink225.xml"/><Relationship Id="rId112" Type="http://schemas.openxmlformats.org/officeDocument/2006/relationships/image" Target="../media/image238.png"/><Relationship Id="rId154" Type="http://schemas.openxmlformats.org/officeDocument/2006/relationships/image" Target="../media/image257.png"/><Relationship Id="rId361" Type="http://schemas.openxmlformats.org/officeDocument/2006/relationships/image" Target="../media/image354.png"/><Relationship Id="rId196" Type="http://schemas.openxmlformats.org/officeDocument/2006/relationships/image" Target="../media/image278.png"/><Relationship Id="rId417" Type="http://schemas.openxmlformats.org/officeDocument/2006/relationships/image" Target="../media/image380.png"/><Relationship Id="rId16" Type="http://schemas.openxmlformats.org/officeDocument/2006/relationships/image" Target="../media/image190.png"/><Relationship Id="rId221" Type="http://schemas.openxmlformats.org/officeDocument/2006/relationships/customXml" Target="../ink/ink291.xml"/><Relationship Id="rId263" Type="http://schemas.openxmlformats.org/officeDocument/2006/relationships/customXml" Target="../ink/ink312.xml"/><Relationship Id="rId319" Type="http://schemas.openxmlformats.org/officeDocument/2006/relationships/image" Target="../media/image336.png"/><Relationship Id="rId58" Type="http://schemas.openxmlformats.org/officeDocument/2006/relationships/image" Target="../media/image211.png"/><Relationship Id="rId123" Type="http://schemas.openxmlformats.org/officeDocument/2006/relationships/customXml" Target="../ink/ink242.xml"/><Relationship Id="rId330" Type="http://schemas.openxmlformats.org/officeDocument/2006/relationships/customXml" Target="../ink/ink346.xml"/><Relationship Id="rId165" Type="http://schemas.openxmlformats.org/officeDocument/2006/relationships/customXml" Target="../ink/ink263.xml"/><Relationship Id="rId372" Type="http://schemas.openxmlformats.org/officeDocument/2006/relationships/customXml" Target="../ink/ink368.xml"/><Relationship Id="rId428" Type="http://schemas.openxmlformats.org/officeDocument/2006/relationships/customXml" Target="../ink/ink397.xml"/><Relationship Id="rId232" Type="http://schemas.openxmlformats.org/officeDocument/2006/relationships/image" Target="../media/image296.png"/><Relationship Id="rId274" Type="http://schemas.openxmlformats.org/officeDocument/2006/relationships/image" Target="../media/image317.png"/><Relationship Id="rId27" Type="http://schemas.openxmlformats.org/officeDocument/2006/relationships/customXml" Target="../ink/ink194.xml"/><Relationship Id="rId69" Type="http://schemas.openxmlformats.org/officeDocument/2006/relationships/customXml" Target="../ink/ink215.xml"/><Relationship Id="rId134" Type="http://schemas.openxmlformats.org/officeDocument/2006/relationships/image" Target="../media/image247.png"/><Relationship Id="rId80" Type="http://schemas.openxmlformats.org/officeDocument/2006/relationships/image" Target="../media/image222.png"/><Relationship Id="rId176" Type="http://schemas.openxmlformats.org/officeDocument/2006/relationships/image" Target="../media/image268.png"/><Relationship Id="rId341" Type="http://schemas.openxmlformats.org/officeDocument/2006/relationships/customXml" Target="../ink/ink352.xml"/><Relationship Id="rId383" Type="http://schemas.openxmlformats.org/officeDocument/2006/relationships/customXml" Target="../ink/ink374.xml"/><Relationship Id="rId201" Type="http://schemas.openxmlformats.org/officeDocument/2006/relationships/customXml" Target="../ink/ink281.xml"/><Relationship Id="rId243" Type="http://schemas.openxmlformats.org/officeDocument/2006/relationships/customXml" Target="../ink/ink302.xml"/><Relationship Id="rId285" Type="http://schemas.openxmlformats.org/officeDocument/2006/relationships/customXml" Target="../ink/ink323.xml"/><Relationship Id="rId38" Type="http://schemas.openxmlformats.org/officeDocument/2006/relationships/image" Target="../media/image201.png"/><Relationship Id="rId103" Type="http://schemas.openxmlformats.org/officeDocument/2006/relationships/customXml" Target="../ink/ink232.xml"/><Relationship Id="rId310" Type="http://schemas.openxmlformats.org/officeDocument/2006/relationships/customXml" Target="../ink/ink336.xml"/><Relationship Id="rId91" Type="http://schemas.openxmlformats.org/officeDocument/2006/relationships/customXml" Target="../ink/ink226.xml"/><Relationship Id="rId145" Type="http://schemas.openxmlformats.org/officeDocument/2006/relationships/customXml" Target="../ink/ink253.xml"/><Relationship Id="rId187" Type="http://schemas.openxmlformats.org/officeDocument/2006/relationships/customXml" Target="../ink/ink274.xml"/><Relationship Id="rId352" Type="http://schemas.openxmlformats.org/officeDocument/2006/relationships/customXml" Target="../ink/ink358.xml"/><Relationship Id="rId394" Type="http://schemas.openxmlformats.org/officeDocument/2006/relationships/image" Target="../media/image370.png"/><Relationship Id="rId408" Type="http://schemas.openxmlformats.org/officeDocument/2006/relationships/customXml" Target="../ink/ink387.xml"/><Relationship Id="rId212" Type="http://schemas.openxmlformats.org/officeDocument/2006/relationships/image" Target="../media/image286.png"/><Relationship Id="rId254" Type="http://schemas.openxmlformats.org/officeDocument/2006/relationships/image" Target="../media/image307.png"/><Relationship Id="rId28" Type="http://schemas.openxmlformats.org/officeDocument/2006/relationships/image" Target="../media/image196.png"/><Relationship Id="rId49" Type="http://schemas.openxmlformats.org/officeDocument/2006/relationships/customXml" Target="../ink/ink205.xml"/><Relationship Id="rId114" Type="http://schemas.openxmlformats.org/officeDocument/2006/relationships/image" Target="../media/image90.png"/><Relationship Id="rId275" Type="http://schemas.openxmlformats.org/officeDocument/2006/relationships/customXml" Target="../ink/ink318.xml"/><Relationship Id="rId296" Type="http://schemas.openxmlformats.org/officeDocument/2006/relationships/image" Target="../media/image325.png"/><Relationship Id="rId300" Type="http://schemas.openxmlformats.org/officeDocument/2006/relationships/image" Target="../media/image327.png"/><Relationship Id="rId60" Type="http://schemas.openxmlformats.org/officeDocument/2006/relationships/image" Target="../media/image212.png"/><Relationship Id="rId81" Type="http://schemas.openxmlformats.org/officeDocument/2006/relationships/customXml" Target="../ink/ink221.xml"/><Relationship Id="rId135" Type="http://schemas.openxmlformats.org/officeDocument/2006/relationships/customXml" Target="../ink/ink248.xml"/><Relationship Id="rId156" Type="http://schemas.openxmlformats.org/officeDocument/2006/relationships/image" Target="../media/image258.png"/><Relationship Id="rId177" Type="http://schemas.openxmlformats.org/officeDocument/2006/relationships/customXml" Target="../ink/ink269.xml"/><Relationship Id="rId198" Type="http://schemas.openxmlformats.org/officeDocument/2006/relationships/image" Target="../media/image279.png"/><Relationship Id="rId321" Type="http://schemas.openxmlformats.org/officeDocument/2006/relationships/image" Target="../media/image337.png"/><Relationship Id="rId342" Type="http://schemas.openxmlformats.org/officeDocument/2006/relationships/customXml" Target="../ink/ink353.xml"/><Relationship Id="rId363" Type="http://schemas.openxmlformats.org/officeDocument/2006/relationships/image" Target="../media/image355.png"/><Relationship Id="rId384" Type="http://schemas.openxmlformats.org/officeDocument/2006/relationships/image" Target="../media/image365.png"/><Relationship Id="rId419" Type="http://schemas.openxmlformats.org/officeDocument/2006/relationships/image" Target="../media/image161.png"/><Relationship Id="rId202" Type="http://schemas.openxmlformats.org/officeDocument/2006/relationships/image" Target="../media/image281.png"/><Relationship Id="rId223" Type="http://schemas.openxmlformats.org/officeDocument/2006/relationships/customXml" Target="../ink/ink292.xml"/><Relationship Id="rId244" Type="http://schemas.openxmlformats.org/officeDocument/2006/relationships/image" Target="../media/image302.png"/><Relationship Id="rId430" Type="http://schemas.openxmlformats.org/officeDocument/2006/relationships/customXml" Target="../ink/ink398.xml"/><Relationship Id="rId18" Type="http://schemas.openxmlformats.org/officeDocument/2006/relationships/image" Target="../media/image191.png"/><Relationship Id="rId39" Type="http://schemas.openxmlformats.org/officeDocument/2006/relationships/customXml" Target="../ink/ink200.xml"/><Relationship Id="rId265" Type="http://schemas.openxmlformats.org/officeDocument/2006/relationships/customXml" Target="../ink/ink313.xml"/><Relationship Id="rId286" Type="http://schemas.openxmlformats.org/officeDocument/2006/relationships/image" Target="../media/image322.png"/><Relationship Id="rId50" Type="http://schemas.openxmlformats.org/officeDocument/2006/relationships/image" Target="../media/image207.png"/><Relationship Id="rId104" Type="http://schemas.openxmlformats.org/officeDocument/2006/relationships/image" Target="../media/image234.png"/><Relationship Id="rId125" Type="http://schemas.openxmlformats.org/officeDocument/2006/relationships/customXml" Target="../ink/ink243.xml"/><Relationship Id="rId146" Type="http://schemas.openxmlformats.org/officeDocument/2006/relationships/image" Target="../media/image253.png"/><Relationship Id="rId167" Type="http://schemas.openxmlformats.org/officeDocument/2006/relationships/customXml" Target="../ink/ink264.xml"/><Relationship Id="rId188" Type="http://schemas.openxmlformats.org/officeDocument/2006/relationships/image" Target="../media/image274.png"/><Relationship Id="rId311" Type="http://schemas.openxmlformats.org/officeDocument/2006/relationships/image" Target="../media/image332.png"/><Relationship Id="rId332" Type="http://schemas.openxmlformats.org/officeDocument/2006/relationships/customXml" Target="../ink/ink347.xml"/><Relationship Id="rId353" Type="http://schemas.openxmlformats.org/officeDocument/2006/relationships/image" Target="../media/image352.png"/><Relationship Id="rId374" Type="http://schemas.openxmlformats.org/officeDocument/2006/relationships/customXml" Target="../ink/ink369.xml"/><Relationship Id="rId395" Type="http://schemas.openxmlformats.org/officeDocument/2006/relationships/customXml" Target="../ink/ink380.xml"/><Relationship Id="rId409" Type="http://schemas.openxmlformats.org/officeDocument/2006/relationships/image" Target="../media/image376.png"/><Relationship Id="rId71" Type="http://schemas.openxmlformats.org/officeDocument/2006/relationships/customXml" Target="../ink/ink216.xml"/><Relationship Id="rId92" Type="http://schemas.openxmlformats.org/officeDocument/2006/relationships/image" Target="../media/image228.png"/><Relationship Id="rId213" Type="http://schemas.openxmlformats.org/officeDocument/2006/relationships/customXml" Target="../ink/ink287.xml"/><Relationship Id="rId234" Type="http://schemas.openxmlformats.org/officeDocument/2006/relationships/image" Target="../media/image297.png"/><Relationship Id="rId420" Type="http://schemas.openxmlformats.org/officeDocument/2006/relationships/customXml" Target="../ink/ink393.xml"/><Relationship Id="rId2" Type="http://schemas.openxmlformats.org/officeDocument/2006/relationships/image" Target="../media/image183.png"/><Relationship Id="rId29" Type="http://schemas.openxmlformats.org/officeDocument/2006/relationships/customXml" Target="../ink/ink195.xml"/><Relationship Id="rId255" Type="http://schemas.openxmlformats.org/officeDocument/2006/relationships/customXml" Target="../ink/ink308.xml"/><Relationship Id="rId276" Type="http://schemas.openxmlformats.org/officeDocument/2006/relationships/image" Target="../media/image318.png"/><Relationship Id="rId297" Type="http://schemas.openxmlformats.org/officeDocument/2006/relationships/customXml" Target="../ink/ink329.xml"/><Relationship Id="rId40" Type="http://schemas.openxmlformats.org/officeDocument/2006/relationships/image" Target="../media/image202.png"/><Relationship Id="rId115" Type="http://schemas.openxmlformats.org/officeDocument/2006/relationships/customXml" Target="../ink/ink238.xml"/><Relationship Id="rId136" Type="http://schemas.openxmlformats.org/officeDocument/2006/relationships/image" Target="../media/image248.png"/><Relationship Id="rId157" Type="http://schemas.openxmlformats.org/officeDocument/2006/relationships/customXml" Target="../ink/ink259.xml"/><Relationship Id="rId178" Type="http://schemas.openxmlformats.org/officeDocument/2006/relationships/image" Target="../media/image269.png"/><Relationship Id="rId301" Type="http://schemas.openxmlformats.org/officeDocument/2006/relationships/customXml" Target="../ink/ink331.xml"/><Relationship Id="rId322" Type="http://schemas.openxmlformats.org/officeDocument/2006/relationships/customXml" Target="../ink/ink342.xml"/><Relationship Id="rId343" Type="http://schemas.openxmlformats.org/officeDocument/2006/relationships/image" Target="../media/image347.png"/><Relationship Id="rId364" Type="http://schemas.openxmlformats.org/officeDocument/2006/relationships/customXml" Target="../ink/ink364.xml"/><Relationship Id="rId61" Type="http://schemas.openxmlformats.org/officeDocument/2006/relationships/customXml" Target="../ink/ink211.xml"/><Relationship Id="rId82" Type="http://schemas.openxmlformats.org/officeDocument/2006/relationships/image" Target="../media/image223.png"/><Relationship Id="rId199" Type="http://schemas.openxmlformats.org/officeDocument/2006/relationships/customXml" Target="../ink/ink280.xml"/><Relationship Id="rId203" Type="http://schemas.openxmlformats.org/officeDocument/2006/relationships/customXml" Target="../ink/ink282.xml"/><Relationship Id="rId385" Type="http://schemas.openxmlformats.org/officeDocument/2006/relationships/customXml" Target="../ink/ink375.xml"/><Relationship Id="rId19" Type="http://schemas.openxmlformats.org/officeDocument/2006/relationships/customXml" Target="../ink/ink190.xml"/><Relationship Id="rId224" Type="http://schemas.openxmlformats.org/officeDocument/2006/relationships/image" Target="../media/image292.png"/><Relationship Id="rId245" Type="http://schemas.openxmlformats.org/officeDocument/2006/relationships/customXml" Target="../ink/ink303.xml"/><Relationship Id="rId266" Type="http://schemas.openxmlformats.org/officeDocument/2006/relationships/image" Target="../media/image313.png"/><Relationship Id="rId287" Type="http://schemas.openxmlformats.org/officeDocument/2006/relationships/customXml" Target="../ink/ink324.xml"/><Relationship Id="rId410" Type="http://schemas.openxmlformats.org/officeDocument/2006/relationships/customXml" Target="../ink/ink388.xml"/><Relationship Id="rId431" Type="http://schemas.openxmlformats.org/officeDocument/2006/relationships/image" Target="../media/image386.png"/><Relationship Id="rId30" Type="http://schemas.openxmlformats.org/officeDocument/2006/relationships/image" Target="../media/image197.png"/><Relationship Id="rId105" Type="http://schemas.openxmlformats.org/officeDocument/2006/relationships/customXml" Target="../ink/ink233.xml"/><Relationship Id="rId126" Type="http://schemas.openxmlformats.org/officeDocument/2006/relationships/image" Target="../media/image244.png"/><Relationship Id="rId147" Type="http://schemas.openxmlformats.org/officeDocument/2006/relationships/customXml" Target="../ink/ink254.xml"/><Relationship Id="rId168" Type="http://schemas.openxmlformats.org/officeDocument/2006/relationships/image" Target="../media/image264.png"/><Relationship Id="rId312" Type="http://schemas.openxmlformats.org/officeDocument/2006/relationships/customXml" Target="../ink/ink337.xml"/><Relationship Id="rId333" Type="http://schemas.openxmlformats.org/officeDocument/2006/relationships/image" Target="../media/image343.png"/><Relationship Id="rId354" Type="http://schemas.openxmlformats.org/officeDocument/2006/relationships/customXml" Target="../ink/ink359.xml"/><Relationship Id="rId51" Type="http://schemas.openxmlformats.org/officeDocument/2006/relationships/customXml" Target="../ink/ink206.xml"/><Relationship Id="rId72" Type="http://schemas.openxmlformats.org/officeDocument/2006/relationships/image" Target="../media/image218.png"/><Relationship Id="rId93" Type="http://schemas.openxmlformats.org/officeDocument/2006/relationships/customXml" Target="../ink/ink227.xml"/><Relationship Id="rId189" Type="http://schemas.openxmlformats.org/officeDocument/2006/relationships/customXml" Target="../ink/ink275.xml"/><Relationship Id="rId375" Type="http://schemas.openxmlformats.org/officeDocument/2006/relationships/image" Target="../media/image361.png"/><Relationship Id="rId396" Type="http://schemas.openxmlformats.org/officeDocument/2006/relationships/image" Target="../media/image371.png"/><Relationship Id="rId3" Type="http://schemas.openxmlformats.org/officeDocument/2006/relationships/customXml" Target="../ink/ink182.xml"/><Relationship Id="rId214" Type="http://schemas.openxmlformats.org/officeDocument/2006/relationships/image" Target="../media/image287.png"/><Relationship Id="rId235" Type="http://schemas.openxmlformats.org/officeDocument/2006/relationships/customXml" Target="../ink/ink298.xml"/><Relationship Id="rId256" Type="http://schemas.openxmlformats.org/officeDocument/2006/relationships/image" Target="../media/image308.png"/><Relationship Id="rId277" Type="http://schemas.openxmlformats.org/officeDocument/2006/relationships/customXml" Target="../ink/ink319.xml"/><Relationship Id="rId298" Type="http://schemas.openxmlformats.org/officeDocument/2006/relationships/image" Target="../media/image326.png"/><Relationship Id="rId400" Type="http://schemas.openxmlformats.org/officeDocument/2006/relationships/image" Target="../media/image41.png"/><Relationship Id="rId421" Type="http://schemas.openxmlformats.org/officeDocument/2006/relationships/image" Target="../media/image381.png"/><Relationship Id="rId116" Type="http://schemas.openxmlformats.org/officeDocument/2006/relationships/image" Target="../media/image239.png"/><Relationship Id="rId137" Type="http://schemas.openxmlformats.org/officeDocument/2006/relationships/customXml" Target="../ink/ink249.xml"/><Relationship Id="rId158" Type="http://schemas.openxmlformats.org/officeDocument/2006/relationships/image" Target="../media/image259.png"/><Relationship Id="rId302" Type="http://schemas.openxmlformats.org/officeDocument/2006/relationships/customXml" Target="../ink/ink332.xml"/><Relationship Id="rId323" Type="http://schemas.openxmlformats.org/officeDocument/2006/relationships/image" Target="../media/image338.png"/><Relationship Id="rId344" Type="http://schemas.openxmlformats.org/officeDocument/2006/relationships/customXml" Target="../ink/ink354.xml"/><Relationship Id="rId20" Type="http://schemas.openxmlformats.org/officeDocument/2006/relationships/image" Target="../media/image192.png"/><Relationship Id="rId41" Type="http://schemas.openxmlformats.org/officeDocument/2006/relationships/customXml" Target="../ink/ink201.xml"/><Relationship Id="rId62" Type="http://schemas.openxmlformats.org/officeDocument/2006/relationships/image" Target="../media/image213.png"/><Relationship Id="rId83" Type="http://schemas.openxmlformats.org/officeDocument/2006/relationships/customXml" Target="../ink/ink222.xml"/><Relationship Id="rId179" Type="http://schemas.openxmlformats.org/officeDocument/2006/relationships/customXml" Target="../ink/ink270.xml"/><Relationship Id="rId365" Type="http://schemas.openxmlformats.org/officeDocument/2006/relationships/image" Target="../media/image356.png"/><Relationship Id="rId386" Type="http://schemas.openxmlformats.org/officeDocument/2006/relationships/image" Target="../media/image366.png"/><Relationship Id="rId190" Type="http://schemas.openxmlformats.org/officeDocument/2006/relationships/image" Target="../media/image275.png"/><Relationship Id="rId204" Type="http://schemas.openxmlformats.org/officeDocument/2006/relationships/image" Target="../media/image282.png"/><Relationship Id="rId225" Type="http://schemas.openxmlformats.org/officeDocument/2006/relationships/customXml" Target="../ink/ink293.xml"/><Relationship Id="rId246" Type="http://schemas.openxmlformats.org/officeDocument/2006/relationships/image" Target="../media/image303.png"/><Relationship Id="rId267" Type="http://schemas.openxmlformats.org/officeDocument/2006/relationships/customXml" Target="../ink/ink314.xml"/><Relationship Id="rId288" Type="http://schemas.openxmlformats.org/officeDocument/2006/relationships/image" Target="../media/image323.png"/><Relationship Id="rId411" Type="http://schemas.openxmlformats.org/officeDocument/2006/relationships/image" Target="../media/image377.png"/><Relationship Id="rId432" Type="http://schemas.openxmlformats.org/officeDocument/2006/relationships/customXml" Target="../ink/ink399.xml"/><Relationship Id="rId106" Type="http://schemas.openxmlformats.org/officeDocument/2006/relationships/image" Target="../media/image235.png"/><Relationship Id="rId127" Type="http://schemas.openxmlformats.org/officeDocument/2006/relationships/customXml" Target="../ink/ink244.xml"/><Relationship Id="rId313" Type="http://schemas.openxmlformats.org/officeDocument/2006/relationships/image" Target="../media/image333.png"/><Relationship Id="rId10" Type="http://schemas.openxmlformats.org/officeDocument/2006/relationships/image" Target="../media/image187.png"/><Relationship Id="rId31" Type="http://schemas.openxmlformats.org/officeDocument/2006/relationships/customXml" Target="../ink/ink196.xml"/><Relationship Id="rId52" Type="http://schemas.openxmlformats.org/officeDocument/2006/relationships/image" Target="../media/image208.png"/><Relationship Id="rId73" Type="http://schemas.openxmlformats.org/officeDocument/2006/relationships/customXml" Target="../ink/ink217.xml"/><Relationship Id="rId94" Type="http://schemas.openxmlformats.org/officeDocument/2006/relationships/image" Target="../media/image229.png"/><Relationship Id="rId148" Type="http://schemas.openxmlformats.org/officeDocument/2006/relationships/image" Target="../media/image254.png"/><Relationship Id="rId169" Type="http://schemas.openxmlformats.org/officeDocument/2006/relationships/customXml" Target="../ink/ink265.xml"/><Relationship Id="rId334" Type="http://schemas.openxmlformats.org/officeDocument/2006/relationships/customXml" Target="../ink/ink348.xml"/><Relationship Id="rId355" Type="http://schemas.openxmlformats.org/officeDocument/2006/relationships/image" Target="../media/image353.png"/><Relationship Id="rId376" Type="http://schemas.openxmlformats.org/officeDocument/2006/relationships/customXml" Target="../ink/ink370.xml"/><Relationship Id="rId397" Type="http://schemas.openxmlformats.org/officeDocument/2006/relationships/customXml" Target="../ink/ink381.xml"/><Relationship Id="rId4" Type="http://schemas.openxmlformats.org/officeDocument/2006/relationships/image" Target="../media/image184.png"/><Relationship Id="rId180" Type="http://schemas.openxmlformats.org/officeDocument/2006/relationships/image" Target="../media/image270.png"/><Relationship Id="rId215" Type="http://schemas.openxmlformats.org/officeDocument/2006/relationships/customXml" Target="../ink/ink288.xml"/><Relationship Id="rId236" Type="http://schemas.openxmlformats.org/officeDocument/2006/relationships/image" Target="../media/image298.png"/><Relationship Id="rId257" Type="http://schemas.openxmlformats.org/officeDocument/2006/relationships/customXml" Target="../ink/ink309.xml"/><Relationship Id="rId278" Type="http://schemas.openxmlformats.org/officeDocument/2006/relationships/image" Target="../media/image319.png"/><Relationship Id="rId401" Type="http://schemas.openxmlformats.org/officeDocument/2006/relationships/customXml" Target="../ink/ink383.xml"/><Relationship Id="rId422" Type="http://schemas.openxmlformats.org/officeDocument/2006/relationships/customXml" Target="../ink/ink394.xml"/><Relationship Id="rId303" Type="http://schemas.openxmlformats.org/officeDocument/2006/relationships/image" Target="../media/image328.png"/><Relationship Id="rId42" Type="http://schemas.openxmlformats.org/officeDocument/2006/relationships/image" Target="../media/image203.png"/><Relationship Id="rId84" Type="http://schemas.openxmlformats.org/officeDocument/2006/relationships/image" Target="../media/image224.png"/><Relationship Id="rId138" Type="http://schemas.openxmlformats.org/officeDocument/2006/relationships/image" Target="../media/image249.png"/><Relationship Id="rId345" Type="http://schemas.openxmlformats.org/officeDocument/2006/relationships/image" Target="../media/image348.png"/><Relationship Id="rId387" Type="http://schemas.openxmlformats.org/officeDocument/2006/relationships/customXml" Target="../ink/ink376.xml"/><Relationship Id="rId191" Type="http://schemas.openxmlformats.org/officeDocument/2006/relationships/customXml" Target="../ink/ink276.xml"/><Relationship Id="rId205" Type="http://schemas.openxmlformats.org/officeDocument/2006/relationships/customXml" Target="../ink/ink283.xml"/><Relationship Id="rId247" Type="http://schemas.openxmlformats.org/officeDocument/2006/relationships/customXml" Target="../ink/ink304.xml"/><Relationship Id="rId412" Type="http://schemas.openxmlformats.org/officeDocument/2006/relationships/customXml" Target="../ink/ink389.xml"/><Relationship Id="rId107" Type="http://schemas.openxmlformats.org/officeDocument/2006/relationships/customXml" Target="../ink/ink234.xml"/><Relationship Id="rId289" Type="http://schemas.openxmlformats.org/officeDocument/2006/relationships/customXml" Target="../ink/ink325.xml"/><Relationship Id="rId11" Type="http://schemas.openxmlformats.org/officeDocument/2006/relationships/customXml" Target="../ink/ink186.xml"/><Relationship Id="rId53" Type="http://schemas.openxmlformats.org/officeDocument/2006/relationships/customXml" Target="../ink/ink207.xml"/><Relationship Id="rId149" Type="http://schemas.openxmlformats.org/officeDocument/2006/relationships/customXml" Target="../ink/ink255.xml"/><Relationship Id="rId314" Type="http://schemas.openxmlformats.org/officeDocument/2006/relationships/customXml" Target="../ink/ink338.xml"/><Relationship Id="rId356" Type="http://schemas.openxmlformats.org/officeDocument/2006/relationships/customXml" Target="../ink/ink360.xml"/><Relationship Id="rId398" Type="http://schemas.openxmlformats.org/officeDocument/2006/relationships/image" Target="../media/image372.png"/><Relationship Id="rId95" Type="http://schemas.openxmlformats.org/officeDocument/2006/relationships/customXml" Target="../ink/ink228.xml"/><Relationship Id="rId160" Type="http://schemas.openxmlformats.org/officeDocument/2006/relationships/image" Target="../media/image260.png"/><Relationship Id="rId216" Type="http://schemas.openxmlformats.org/officeDocument/2006/relationships/image" Target="../media/image288.png"/><Relationship Id="rId423" Type="http://schemas.openxmlformats.org/officeDocument/2006/relationships/image" Target="../media/image382.png"/><Relationship Id="rId258" Type="http://schemas.openxmlformats.org/officeDocument/2006/relationships/image" Target="../media/image309.png"/><Relationship Id="rId22" Type="http://schemas.openxmlformats.org/officeDocument/2006/relationships/image" Target="../media/image193.png"/><Relationship Id="rId64" Type="http://schemas.openxmlformats.org/officeDocument/2006/relationships/image" Target="../media/image214.png"/><Relationship Id="rId118" Type="http://schemas.openxmlformats.org/officeDocument/2006/relationships/image" Target="../media/image240.png"/><Relationship Id="rId325" Type="http://schemas.openxmlformats.org/officeDocument/2006/relationships/image" Target="../media/image339.png"/><Relationship Id="rId367" Type="http://schemas.openxmlformats.org/officeDocument/2006/relationships/image" Target="../media/image357.png"/><Relationship Id="rId171" Type="http://schemas.openxmlformats.org/officeDocument/2006/relationships/customXml" Target="../ink/ink266.xml"/><Relationship Id="rId227" Type="http://schemas.openxmlformats.org/officeDocument/2006/relationships/customXml" Target="../ink/ink294.xml"/><Relationship Id="rId269" Type="http://schemas.openxmlformats.org/officeDocument/2006/relationships/customXml" Target="../ink/ink315.xml"/><Relationship Id="rId33" Type="http://schemas.openxmlformats.org/officeDocument/2006/relationships/customXml" Target="../ink/ink197.xml"/><Relationship Id="rId129" Type="http://schemas.openxmlformats.org/officeDocument/2006/relationships/customXml" Target="../ink/ink245.xml"/><Relationship Id="rId280" Type="http://schemas.openxmlformats.org/officeDocument/2006/relationships/image" Target="../media/image320.png"/><Relationship Id="rId336" Type="http://schemas.openxmlformats.org/officeDocument/2006/relationships/customXml" Target="../ink/ink349.xml"/><Relationship Id="rId75" Type="http://schemas.openxmlformats.org/officeDocument/2006/relationships/customXml" Target="../ink/ink218.xml"/><Relationship Id="rId140" Type="http://schemas.openxmlformats.org/officeDocument/2006/relationships/image" Target="../media/image250.png"/><Relationship Id="rId182" Type="http://schemas.openxmlformats.org/officeDocument/2006/relationships/image" Target="../media/image271.png"/><Relationship Id="rId378" Type="http://schemas.openxmlformats.org/officeDocument/2006/relationships/customXml" Target="../ink/ink371.xml"/><Relationship Id="rId403" Type="http://schemas.openxmlformats.org/officeDocument/2006/relationships/customXml" Target="../ink/ink384.xml"/><Relationship Id="rId6" Type="http://schemas.openxmlformats.org/officeDocument/2006/relationships/image" Target="../media/image185.png"/><Relationship Id="rId238" Type="http://schemas.openxmlformats.org/officeDocument/2006/relationships/image" Target="../media/image299.png"/><Relationship Id="rId291" Type="http://schemas.openxmlformats.org/officeDocument/2006/relationships/customXml" Target="../ink/ink326.xml"/><Relationship Id="rId305" Type="http://schemas.openxmlformats.org/officeDocument/2006/relationships/image" Target="../media/image329.png"/><Relationship Id="rId347" Type="http://schemas.openxmlformats.org/officeDocument/2006/relationships/image" Target="../media/image349.png"/><Relationship Id="rId44" Type="http://schemas.openxmlformats.org/officeDocument/2006/relationships/image" Target="../media/image204.png"/><Relationship Id="rId86" Type="http://schemas.openxmlformats.org/officeDocument/2006/relationships/image" Target="../media/image225.png"/><Relationship Id="rId151" Type="http://schemas.openxmlformats.org/officeDocument/2006/relationships/customXml" Target="../ink/ink256.xml"/><Relationship Id="rId389" Type="http://schemas.openxmlformats.org/officeDocument/2006/relationships/customXml" Target="../ink/ink377.xml"/><Relationship Id="rId193" Type="http://schemas.openxmlformats.org/officeDocument/2006/relationships/customXml" Target="../ink/ink277.xml"/><Relationship Id="rId207" Type="http://schemas.openxmlformats.org/officeDocument/2006/relationships/customXml" Target="../ink/ink284.xml"/><Relationship Id="rId249" Type="http://schemas.openxmlformats.org/officeDocument/2006/relationships/customXml" Target="../ink/ink305.xml"/><Relationship Id="rId414" Type="http://schemas.openxmlformats.org/officeDocument/2006/relationships/customXml" Target="../ink/ink390.xml"/><Relationship Id="rId13" Type="http://schemas.openxmlformats.org/officeDocument/2006/relationships/customXml" Target="../ink/ink187.xml"/><Relationship Id="rId109" Type="http://schemas.openxmlformats.org/officeDocument/2006/relationships/customXml" Target="../ink/ink235.xml"/><Relationship Id="rId260" Type="http://schemas.openxmlformats.org/officeDocument/2006/relationships/image" Target="../media/image310.png"/><Relationship Id="rId316" Type="http://schemas.openxmlformats.org/officeDocument/2006/relationships/customXml" Target="../ink/ink339.xml"/><Relationship Id="rId55" Type="http://schemas.openxmlformats.org/officeDocument/2006/relationships/customXml" Target="../ink/ink208.xml"/><Relationship Id="rId97" Type="http://schemas.openxmlformats.org/officeDocument/2006/relationships/customXml" Target="../ink/ink229.xml"/><Relationship Id="rId120" Type="http://schemas.openxmlformats.org/officeDocument/2006/relationships/image" Target="../media/image241.png"/><Relationship Id="rId358" Type="http://schemas.openxmlformats.org/officeDocument/2006/relationships/customXml" Target="../ink/ink361.xml"/><Relationship Id="rId162" Type="http://schemas.openxmlformats.org/officeDocument/2006/relationships/image" Target="../media/image261.png"/><Relationship Id="rId218" Type="http://schemas.openxmlformats.org/officeDocument/2006/relationships/image" Target="../media/image289.png"/><Relationship Id="rId425" Type="http://schemas.openxmlformats.org/officeDocument/2006/relationships/image" Target="../media/image383.png"/><Relationship Id="rId271" Type="http://schemas.openxmlformats.org/officeDocument/2006/relationships/customXml" Target="../ink/ink316.xml"/><Relationship Id="rId24" Type="http://schemas.openxmlformats.org/officeDocument/2006/relationships/image" Target="../media/image194.png"/><Relationship Id="rId66" Type="http://schemas.openxmlformats.org/officeDocument/2006/relationships/image" Target="../media/image215.png"/><Relationship Id="rId131" Type="http://schemas.openxmlformats.org/officeDocument/2006/relationships/customXml" Target="../ink/ink246.xml"/><Relationship Id="rId327" Type="http://schemas.openxmlformats.org/officeDocument/2006/relationships/image" Target="../media/image340.png"/><Relationship Id="rId369" Type="http://schemas.openxmlformats.org/officeDocument/2006/relationships/image" Target="../media/image358.png"/><Relationship Id="rId173" Type="http://schemas.openxmlformats.org/officeDocument/2006/relationships/customXml" Target="../ink/ink267.xml"/><Relationship Id="rId229" Type="http://schemas.openxmlformats.org/officeDocument/2006/relationships/customXml" Target="../ink/ink295.xml"/><Relationship Id="rId380" Type="http://schemas.openxmlformats.org/officeDocument/2006/relationships/image" Target="../media/image363.png"/><Relationship Id="rId240" Type="http://schemas.openxmlformats.org/officeDocument/2006/relationships/image" Target="../media/image300.png"/><Relationship Id="rId35" Type="http://schemas.openxmlformats.org/officeDocument/2006/relationships/customXml" Target="../ink/ink198.xml"/><Relationship Id="rId77" Type="http://schemas.openxmlformats.org/officeDocument/2006/relationships/customXml" Target="../ink/ink219.xml"/><Relationship Id="rId100" Type="http://schemas.openxmlformats.org/officeDocument/2006/relationships/image" Target="../media/image232.png"/><Relationship Id="rId282" Type="http://schemas.openxmlformats.org/officeDocument/2006/relationships/image" Target="../media/image79.png"/><Relationship Id="rId338" Type="http://schemas.openxmlformats.org/officeDocument/2006/relationships/customXml" Target="../ink/ink350.xml"/><Relationship Id="rId8" Type="http://schemas.openxmlformats.org/officeDocument/2006/relationships/image" Target="../media/image186.png"/><Relationship Id="rId142" Type="http://schemas.openxmlformats.org/officeDocument/2006/relationships/image" Target="../media/image251.png"/><Relationship Id="rId184" Type="http://schemas.openxmlformats.org/officeDocument/2006/relationships/image" Target="../media/image272.png"/><Relationship Id="rId391" Type="http://schemas.openxmlformats.org/officeDocument/2006/relationships/customXml" Target="../ink/ink378.xml"/><Relationship Id="rId405" Type="http://schemas.openxmlformats.org/officeDocument/2006/relationships/customXml" Target="../ink/ink385.xml"/><Relationship Id="rId251" Type="http://schemas.openxmlformats.org/officeDocument/2006/relationships/customXml" Target="../ink/ink306.xml"/><Relationship Id="rId46" Type="http://schemas.openxmlformats.org/officeDocument/2006/relationships/image" Target="../media/image205.png"/><Relationship Id="rId293" Type="http://schemas.openxmlformats.org/officeDocument/2006/relationships/customXml" Target="../ink/ink327.xml"/><Relationship Id="rId307" Type="http://schemas.openxmlformats.org/officeDocument/2006/relationships/image" Target="../media/image330.png"/><Relationship Id="rId349" Type="http://schemas.openxmlformats.org/officeDocument/2006/relationships/image" Target="../media/image350.png"/><Relationship Id="rId88" Type="http://schemas.openxmlformats.org/officeDocument/2006/relationships/image" Target="../media/image226.png"/><Relationship Id="rId111" Type="http://schemas.openxmlformats.org/officeDocument/2006/relationships/customXml" Target="../ink/ink236.xml"/><Relationship Id="rId153" Type="http://schemas.openxmlformats.org/officeDocument/2006/relationships/customXml" Target="../ink/ink257.xml"/><Relationship Id="rId195" Type="http://schemas.openxmlformats.org/officeDocument/2006/relationships/customXml" Target="../ink/ink278.xml"/><Relationship Id="rId209" Type="http://schemas.openxmlformats.org/officeDocument/2006/relationships/customXml" Target="../ink/ink285.xml"/><Relationship Id="rId360" Type="http://schemas.openxmlformats.org/officeDocument/2006/relationships/customXml" Target="../ink/ink362.xml"/><Relationship Id="rId416" Type="http://schemas.openxmlformats.org/officeDocument/2006/relationships/customXml" Target="../ink/ink391.xml"/><Relationship Id="rId220" Type="http://schemas.openxmlformats.org/officeDocument/2006/relationships/image" Target="../media/image290.png"/><Relationship Id="rId15" Type="http://schemas.openxmlformats.org/officeDocument/2006/relationships/customXml" Target="../ink/ink188.xml"/><Relationship Id="rId57" Type="http://schemas.openxmlformats.org/officeDocument/2006/relationships/customXml" Target="../ink/ink209.xml"/><Relationship Id="rId262" Type="http://schemas.openxmlformats.org/officeDocument/2006/relationships/image" Target="../media/image311.png"/><Relationship Id="rId318" Type="http://schemas.openxmlformats.org/officeDocument/2006/relationships/customXml" Target="../ink/ink340.xml"/><Relationship Id="rId99" Type="http://schemas.openxmlformats.org/officeDocument/2006/relationships/customXml" Target="../ink/ink230.xml"/><Relationship Id="rId122" Type="http://schemas.openxmlformats.org/officeDocument/2006/relationships/image" Target="../media/image242.png"/><Relationship Id="rId164" Type="http://schemas.openxmlformats.org/officeDocument/2006/relationships/image" Target="../media/image262.png"/><Relationship Id="rId371" Type="http://schemas.openxmlformats.org/officeDocument/2006/relationships/image" Target="../media/image359.png"/><Relationship Id="rId427" Type="http://schemas.openxmlformats.org/officeDocument/2006/relationships/image" Target="../media/image384.png"/><Relationship Id="rId26" Type="http://schemas.openxmlformats.org/officeDocument/2006/relationships/image" Target="../media/image195.png"/><Relationship Id="rId231" Type="http://schemas.openxmlformats.org/officeDocument/2006/relationships/customXml" Target="../ink/ink296.xml"/><Relationship Id="rId273" Type="http://schemas.openxmlformats.org/officeDocument/2006/relationships/customXml" Target="../ink/ink317.xml"/><Relationship Id="rId329" Type="http://schemas.openxmlformats.org/officeDocument/2006/relationships/image" Target="../media/image341.png"/><Relationship Id="rId68" Type="http://schemas.openxmlformats.org/officeDocument/2006/relationships/image" Target="../media/image216.png"/><Relationship Id="rId133" Type="http://schemas.openxmlformats.org/officeDocument/2006/relationships/customXml" Target="../ink/ink247.xml"/><Relationship Id="rId175" Type="http://schemas.openxmlformats.org/officeDocument/2006/relationships/customXml" Target="../ink/ink268.xml"/><Relationship Id="rId340" Type="http://schemas.openxmlformats.org/officeDocument/2006/relationships/image" Target="../media/image346.png"/><Relationship Id="rId200" Type="http://schemas.openxmlformats.org/officeDocument/2006/relationships/image" Target="../media/image280.png"/><Relationship Id="rId382" Type="http://schemas.openxmlformats.org/officeDocument/2006/relationships/image" Target="../media/image364.png"/><Relationship Id="rId242" Type="http://schemas.openxmlformats.org/officeDocument/2006/relationships/image" Target="../media/image301.png"/><Relationship Id="rId284" Type="http://schemas.openxmlformats.org/officeDocument/2006/relationships/image" Target="../media/image321.png"/><Relationship Id="rId37" Type="http://schemas.openxmlformats.org/officeDocument/2006/relationships/customXml" Target="../ink/ink199.xml"/><Relationship Id="rId79" Type="http://schemas.openxmlformats.org/officeDocument/2006/relationships/customXml" Target="../ink/ink220.xml"/><Relationship Id="rId102" Type="http://schemas.openxmlformats.org/officeDocument/2006/relationships/image" Target="../media/image233.png"/><Relationship Id="rId144" Type="http://schemas.openxmlformats.org/officeDocument/2006/relationships/image" Target="../media/image252.png"/><Relationship Id="rId90" Type="http://schemas.openxmlformats.org/officeDocument/2006/relationships/image" Target="../media/image227.png"/><Relationship Id="rId186" Type="http://schemas.openxmlformats.org/officeDocument/2006/relationships/image" Target="../media/image273.png"/><Relationship Id="rId351" Type="http://schemas.openxmlformats.org/officeDocument/2006/relationships/image" Target="../media/image351.png"/><Relationship Id="rId393" Type="http://schemas.openxmlformats.org/officeDocument/2006/relationships/customXml" Target="../ink/ink379.xml"/><Relationship Id="rId407" Type="http://schemas.openxmlformats.org/officeDocument/2006/relationships/image" Target="../media/image375.png"/><Relationship Id="rId211" Type="http://schemas.openxmlformats.org/officeDocument/2006/relationships/customXml" Target="../ink/ink286.xml"/><Relationship Id="rId253" Type="http://schemas.openxmlformats.org/officeDocument/2006/relationships/customXml" Target="../ink/ink307.xml"/><Relationship Id="rId295" Type="http://schemas.openxmlformats.org/officeDocument/2006/relationships/customXml" Target="../ink/ink328.xml"/><Relationship Id="rId309" Type="http://schemas.openxmlformats.org/officeDocument/2006/relationships/image" Target="../media/image331.png"/><Relationship Id="rId48" Type="http://schemas.openxmlformats.org/officeDocument/2006/relationships/image" Target="../media/image206.png"/><Relationship Id="rId113" Type="http://schemas.openxmlformats.org/officeDocument/2006/relationships/customXml" Target="../ink/ink237.xml"/><Relationship Id="rId320" Type="http://schemas.openxmlformats.org/officeDocument/2006/relationships/customXml" Target="../ink/ink341.xml"/><Relationship Id="rId155" Type="http://schemas.openxmlformats.org/officeDocument/2006/relationships/customXml" Target="../ink/ink258.xml"/><Relationship Id="rId197" Type="http://schemas.openxmlformats.org/officeDocument/2006/relationships/customXml" Target="../ink/ink279.xml"/><Relationship Id="rId362" Type="http://schemas.openxmlformats.org/officeDocument/2006/relationships/customXml" Target="../ink/ink363.xml"/><Relationship Id="rId418" Type="http://schemas.openxmlformats.org/officeDocument/2006/relationships/customXml" Target="../ink/ink392.xml"/><Relationship Id="rId222" Type="http://schemas.openxmlformats.org/officeDocument/2006/relationships/image" Target="../media/image291.png"/><Relationship Id="rId264" Type="http://schemas.openxmlformats.org/officeDocument/2006/relationships/image" Target="../media/image312.png"/><Relationship Id="rId17" Type="http://schemas.openxmlformats.org/officeDocument/2006/relationships/customXml" Target="../ink/ink189.xml"/><Relationship Id="rId59" Type="http://schemas.openxmlformats.org/officeDocument/2006/relationships/customXml" Target="../ink/ink210.xml"/><Relationship Id="rId124" Type="http://schemas.openxmlformats.org/officeDocument/2006/relationships/image" Target="../media/image243.png"/><Relationship Id="rId70" Type="http://schemas.openxmlformats.org/officeDocument/2006/relationships/image" Target="../media/image217.png"/><Relationship Id="rId166" Type="http://schemas.openxmlformats.org/officeDocument/2006/relationships/image" Target="../media/image263.png"/><Relationship Id="rId331" Type="http://schemas.openxmlformats.org/officeDocument/2006/relationships/image" Target="../media/image342.png"/><Relationship Id="rId373" Type="http://schemas.openxmlformats.org/officeDocument/2006/relationships/image" Target="../media/image360.png"/><Relationship Id="rId429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9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1.png"/><Relationship Id="rId21" Type="http://schemas.openxmlformats.org/officeDocument/2006/relationships/image" Target="../media/image396.png"/><Relationship Id="rId324" Type="http://schemas.openxmlformats.org/officeDocument/2006/relationships/customXml" Target="../ink/ink562.xml"/><Relationship Id="rId531" Type="http://schemas.openxmlformats.org/officeDocument/2006/relationships/image" Target="../media/image641.png"/><Relationship Id="rId170" Type="http://schemas.openxmlformats.org/officeDocument/2006/relationships/customXml" Target="../ink/ink484.xml"/><Relationship Id="rId268" Type="http://schemas.openxmlformats.org/officeDocument/2006/relationships/image" Target="../media/image514.png"/><Relationship Id="rId475" Type="http://schemas.openxmlformats.org/officeDocument/2006/relationships/image" Target="../media/image614.png"/><Relationship Id="rId32" Type="http://schemas.openxmlformats.org/officeDocument/2006/relationships/customXml" Target="../ink/ink415.xml"/><Relationship Id="rId128" Type="http://schemas.openxmlformats.org/officeDocument/2006/relationships/customXml" Target="../ink/ink463.xml"/><Relationship Id="rId335" Type="http://schemas.openxmlformats.org/officeDocument/2006/relationships/image" Target="../media/image545.png"/><Relationship Id="rId181" Type="http://schemas.openxmlformats.org/officeDocument/2006/relationships/image" Target="../media/image473.png"/><Relationship Id="rId402" Type="http://schemas.openxmlformats.org/officeDocument/2006/relationships/image" Target="../media/image578.png"/><Relationship Id="rId279" Type="http://schemas.openxmlformats.org/officeDocument/2006/relationships/customXml" Target="../ink/ink539.xml"/><Relationship Id="rId486" Type="http://schemas.openxmlformats.org/officeDocument/2006/relationships/customXml" Target="../ink/ink644.xml"/><Relationship Id="rId43" Type="http://schemas.openxmlformats.org/officeDocument/2006/relationships/image" Target="../media/image405.png"/><Relationship Id="rId139" Type="http://schemas.openxmlformats.org/officeDocument/2006/relationships/image" Target="../media/image452.png"/><Relationship Id="rId346" Type="http://schemas.openxmlformats.org/officeDocument/2006/relationships/image" Target="../media/image550.png"/><Relationship Id="rId85" Type="http://schemas.openxmlformats.org/officeDocument/2006/relationships/image" Target="../media/image425.png"/><Relationship Id="rId150" Type="http://schemas.openxmlformats.org/officeDocument/2006/relationships/customXml" Target="../ink/ink474.xml"/><Relationship Id="rId192" Type="http://schemas.openxmlformats.org/officeDocument/2006/relationships/customXml" Target="../ink/ink495.xml"/><Relationship Id="rId206" Type="http://schemas.openxmlformats.org/officeDocument/2006/relationships/image" Target="../media/image485.png"/><Relationship Id="rId413" Type="http://schemas.openxmlformats.org/officeDocument/2006/relationships/customXml" Target="../ink/ink607.xml"/><Relationship Id="rId248" Type="http://schemas.openxmlformats.org/officeDocument/2006/relationships/image" Target="../media/image504.png"/><Relationship Id="rId455" Type="http://schemas.openxmlformats.org/officeDocument/2006/relationships/image" Target="../media/image604.png"/><Relationship Id="rId497" Type="http://schemas.openxmlformats.org/officeDocument/2006/relationships/image" Target="../media/image625.png"/><Relationship Id="rId12" Type="http://schemas.openxmlformats.org/officeDocument/2006/relationships/customXml" Target="../ink/ink405.xml"/><Relationship Id="rId108" Type="http://schemas.openxmlformats.org/officeDocument/2006/relationships/customXml" Target="../ink/ink453.xml"/><Relationship Id="rId315" Type="http://schemas.openxmlformats.org/officeDocument/2006/relationships/image" Target="../media/image536.png"/><Relationship Id="rId357" Type="http://schemas.openxmlformats.org/officeDocument/2006/relationships/customXml" Target="../ink/ink579.xml"/><Relationship Id="rId522" Type="http://schemas.openxmlformats.org/officeDocument/2006/relationships/customXml" Target="../ink/ink662.xml"/><Relationship Id="rId54" Type="http://schemas.openxmlformats.org/officeDocument/2006/relationships/customXml" Target="../ink/ink426.xml"/><Relationship Id="rId96" Type="http://schemas.openxmlformats.org/officeDocument/2006/relationships/customXml" Target="../ink/ink447.xml"/><Relationship Id="rId161" Type="http://schemas.openxmlformats.org/officeDocument/2006/relationships/image" Target="../media/image463.png"/><Relationship Id="rId217" Type="http://schemas.openxmlformats.org/officeDocument/2006/relationships/customXml" Target="../ink/ink508.xml"/><Relationship Id="rId399" Type="http://schemas.openxmlformats.org/officeDocument/2006/relationships/customXml" Target="../ink/ink600.xml"/><Relationship Id="rId259" Type="http://schemas.openxmlformats.org/officeDocument/2006/relationships/customXml" Target="../ink/ink529.xml"/><Relationship Id="rId424" Type="http://schemas.openxmlformats.org/officeDocument/2006/relationships/image" Target="../media/image589.png"/><Relationship Id="rId466" Type="http://schemas.openxmlformats.org/officeDocument/2006/relationships/customXml" Target="../ink/ink634.xml"/><Relationship Id="rId23" Type="http://schemas.openxmlformats.org/officeDocument/2006/relationships/image" Target="../media/image397.png"/><Relationship Id="rId119" Type="http://schemas.openxmlformats.org/officeDocument/2006/relationships/image" Target="../media/image442.png"/><Relationship Id="rId270" Type="http://schemas.openxmlformats.org/officeDocument/2006/relationships/image" Target="../media/image515.png"/><Relationship Id="rId326" Type="http://schemas.openxmlformats.org/officeDocument/2006/relationships/customXml" Target="../ink/ink563.xml"/><Relationship Id="rId533" Type="http://schemas.openxmlformats.org/officeDocument/2006/relationships/image" Target="../media/image642.png"/><Relationship Id="rId65" Type="http://schemas.openxmlformats.org/officeDocument/2006/relationships/image" Target="../media/image415.png"/><Relationship Id="rId130" Type="http://schemas.openxmlformats.org/officeDocument/2006/relationships/customXml" Target="../ink/ink464.xml"/><Relationship Id="rId368" Type="http://schemas.openxmlformats.org/officeDocument/2006/relationships/image" Target="../media/image561.png"/><Relationship Id="rId172" Type="http://schemas.openxmlformats.org/officeDocument/2006/relationships/customXml" Target="../ink/ink485.xml"/><Relationship Id="rId228" Type="http://schemas.openxmlformats.org/officeDocument/2006/relationships/image" Target="../media/image495.png"/><Relationship Id="rId435" Type="http://schemas.openxmlformats.org/officeDocument/2006/relationships/image" Target="../media/image594.png"/><Relationship Id="rId477" Type="http://schemas.openxmlformats.org/officeDocument/2006/relationships/image" Target="../media/image615.png"/><Relationship Id="rId281" Type="http://schemas.openxmlformats.org/officeDocument/2006/relationships/customXml" Target="../ink/ink540.xml"/><Relationship Id="rId337" Type="http://schemas.openxmlformats.org/officeDocument/2006/relationships/image" Target="../media/image546.png"/><Relationship Id="rId502" Type="http://schemas.openxmlformats.org/officeDocument/2006/relationships/customXml" Target="../ink/ink652.xml"/><Relationship Id="rId34" Type="http://schemas.openxmlformats.org/officeDocument/2006/relationships/customXml" Target="../ink/ink416.xml"/><Relationship Id="rId76" Type="http://schemas.openxmlformats.org/officeDocument/2006/relationships/customXml" Target="../ink/ink437.xml"/><Relationship Id="rId141" Type="http://schemas.openxmlformats.org/officeDocument/2006/relationships/image" Target="../media/image453.png"/><Relationship Id="rId379" Type="http://schemas.openxmlformats.org/officeDocument/2006/relationships/customXml" Target="../ink/ink590.xml"/><Relationship Id="rId7" Type="http://schemas.openxmlformats.org/officeDocument/2006/relationships/image" Target="../media/image390.png"/><Relationship Id="rId183" Type="http://schemas.openxmlformats.org/officeDocument/2006/relationships/image" Target="../media/image474.png"/><Relationship Id="rId239" Type="http://schemas.openxmlformats.org/officeDocument/2006/relationships/customXml" Target="../ink/ink519.xml"/><Relationship Id="rId390" Type="http://schemas.openxmlformats.org/officeDocument/2006/relationships/image" Target="../media/image572.png"/><Relationship Id="rId404" Type="http://schemas.openxmlformats.org/officeDocument/2006/relationships/image" Target="../media/image579.png"/><Relationship Id="rId446" Type="http://schemas.openxmlformats.org/officeDocument/2006/relationships/customXml" Target="../ink/ink624.xml"/><Relationship Id="rId250" Type="http://schemas.openxmlformats.org/officeDocument/2006/relationships/image" Target="../media/image505.png"/><Relationship Id="rId292" Type="http://schemas.openxmlformats.org/officeDocument/2006/relationships/image" Target="../media/image526.png"/><Relationship Id="rId306" Type="http://schemas.openxmlformats.org/officeDocument/2006/relationships/customXml" Target="../ink/ink553.xml"/><Relationship Id="rId488" Type="http://schemas.openxmlformats.org/officeDocument/2006/relationships/customXml" Target="../ink/ink645.xml"/><Relationship Id="rId45" Type="http://schemas.openxmlformats.org/officeDocument/2006/relationships/image" Target="../media/image85.png"/><Relationship Id="rId87" Type="http://schemas.openxmlformats.org/officeDocument/2006/relationships/image" Target="../media/image426.png"/><Relationship Id="rId110" Type="http://schemas.openxmlformats.org/officeDocument/2006/relationships/customXml" Target="../ink/ink454.xml"/><Relationship Id="rId348" Type="http://schemas.openxmlformats.org/officeDocument/2006/relationships/image" Target="../media/image551.png"/><Relationship Id="rId513" Type="http://schemas.openxmlformats.org/officeDocument/2006/relationships/image" Target="../media/image633.png"/><Relationship Id="rId152" Type="http://schemas.openxmlformats.org/officeDocument/2006/relationships/customXml" Target="../ink/ink475.xml"/><Relationship Id="rId194" Type="http://schemas.openxmlformats.org/officeDocument/2006/relationships/customXml" Target="../ink/ink496.xml"/><Relationship Id="rId208" Type="http://schemas.openxmlformats.org/officeDocument/2006/relationships/image" Target="../media/image165.png"/><Relationship Id="rId415" Type="http://schemas.openxmlformats.org/officeDocument/2006/relationships/customXml" Target="../ink/ink608.xml"/><Relationship Id="rId457" Type="http://schemas.openxmlformats.org/officeDocument/2006/relationships/image" Target="../media/image605.png"/><Relationship Id="rId261" Type="http://schemas.openxmlformats.org/officeDocument/2006/relationships/customXml" Target="../ink/ink530.xml"/><Relationship Id="rId499" Type="http://schemas.openxmlformats.org/officeDocument/2006/relationships/image" Target="../media/image626.png"/><Relationship Id="rId14" Type="http://schemas.openxmlformats.org/officeDocument/2006/relationships/customXml" Target="../ink/ink406.xml"/><Relationship Id="rId56" Type="http://schemas.openxmlformats.org/officeDocument/2006/relationships/customXml" Target="../ink/ink427.xml"/><Relationship Id="rId317" Type="http://schemas.openxmlformats.org/officeDocument/2006/relationships/image" Target="../media/image537.png"/><Relationship Id="rId359" Type="http://schemas.openxmlformats.org/officeDocument/2006/relationships/customXml" Target="../ink/ink580.xml"/><Relationship Id="rId524" Type="http://schemas.openxmlformats.org/officeDocument/2006/relationships/customXml" Target="../ink/ink663.xml"/><Relationship Id="rId98" Type="http://schemas.openxmlformats.org/officeDocument/2006/relationships/customXml" Target="../ink/ink448.xml"/><Relationship Id="rId121" Type="http://schemas.openxmlformats.org/officeDocument/2006/relationships/image" Target="../media/image443.png"/><Relationship Id="rId163" Type="http://schemas.openxmlformats.org/officeDocument/2006/relationships/image" Target="../media/image464.png"/><Relationship Id="rId219" Type="http://schemas.openxmlformats.org/officeDocument/2006/relationships/customXml" Target="../ink/ink509.xml"/><Relationship Id="rId370" Type="http://schemas.openxmlformats.org/officeDocument/2006/relationships/image" Target="../media/image562.png"/><Relationship Id="rId426" Type="http://schemas.openxmlformats.org/officeDocument/2006/relationships/image" Target="../media/image590.png"/><Relationship Id="rId230" Type="http://schemas.openxmlformats.org/officeDocument/2006/relationships/image" Target="../media/image496.png"/><Relationship Id="rId468" Type="http://schemas.openxmlformats.org/officeDocument/2006/relationships/customXml" Target="../ink/ink635.xml"/><Relationship Id="rId25" Type="http://schemas.openxmlformats.org/officeDocument/2006/relationships/image" Target="../media/image398.png"/><Relationship Id="rId67" Type="http://schemas.openxmlformats.org/officeDocument/2006/relationships/image" Target="../media/image416.png"/><Relationship Id="rId272" Type="http://schemas.openxmlformats.org/officeDocument/2006/relationships/image" Target="../media/image516.png"/><Relationship Id="rId328" Type="http://schemas.openxmlformats.org/officeDocument/2006/relationships/customXml" Target="../ink/ink564.xml"/><Relationship Id="rId535" Type="http://schemas.openxmlformats.org/officeDocument/2006/relationships/image" Target="../media/image643.png"/><Relationship Id="rId132" Type="http://schemas.openxmlformats.org/officeDocument/2006/relationships/customXml" Target="../ink/ink465.xml"/><Relationship Id="rId174" Type="http://schemas.openxmlformats.org/officeDocument/2006/relationships/customXml" Target="../ink/ink486.xml"/><Relationship Id="rId381" Type="http://schemas.openxmlformats.org/officeDocument/2006/relationships/customXml" Target="../ink/ink591.xml"/><Relationship Id="rId241" Type="http://schemas.openxmlformats.org/officeDocument/2006/relationships/customXml" Target="../ink/ink520.xml"/><Relationship Id="rId437" Type="http://schemas.openxmlformats.org/officeDocument/2006/relationships/image" Target="../media/image595.png"/><Relationship Id="rId479" Type="http://schemas.openxmlformats.org/officeDocument/2006/relationships/image" Target="../media/image616.png"/><Relationship Id="rId36" Type="http://schemas.openxmlformats.org/officeDocument/2006/relationships/customXml" Target="../ink/ink417.xml"/><Relationship Id="rId283" Type="http://schemas.openxmlformats.org/officeDocument/2006/relationships/customXml" Target="../ink/ink541.xml"/><Relationship Id="rId339" Type="http://schemas.openxmlformats.org/officeDocument/2006/relationships/image" Target="../media/image547.png"/><Relationship Id="rId490" Type="http://schemas.openxmlformats.org/officeDocument/2006/relationships/customXml" Target="../ink/ink646.xml"/><Relationship Id="rId504" Type="http://schemas.openxmlformats.org/officeDocument/2006/relationships/customXml" Target="../ink/ink653.xml"/><Relationship Id="rId78" Type="http://schemas.openxmlformats.org/officeDocument/2006/relationships/customXml" Target="../ink/ink438.xml"/><Relationship Id="rId101" Type="http://schemas.openxmlformats.org/officeDocument/2006/relationships/image" Target="../media/image433.png"/><Relationship Id="rId143" Type="http://schemas.openxmlformats.org/officeDocument/2006/relationships/image" Target="../media/image454.png"/><Relationship Id="rId185" Type="http://schemas.openxmlformats.org/officeDocument/2006/relationships/image" Target="../media/image475.png"/><Relationship Id="rId350" Type="http://schemas.openxmlformats.org/officeDocument/2006/relationships/image" Target="../media/image552.png"/><Relationship Id="rId406" Type="http://schemas.openxmlformats.org/officeDocument/2006/relationships/image" Target="../media/image580.png"/><Relationship Id="rId9" Type="http://schemas.openxmlformats.org/officeDocument/2006/relationships/image" Target="../media/image179.png"/><Relationship Id="rId210" Type="http://schemas.openxmlformats.org/officeDocument/2006/relationships/image" Target="../media/image486.png"/><Relationship Id="rId392" Type="http://schemas.openxmlformats.org/officeDocument/2006/relationships/image" Target="../media/image573.png"/><Relationship Id="rId448" Type="http://schemas.openxmlformats.org/officeDocument/2006/relationships/customXml" Target="../ink/ink625.xml"/><Relationship Id="rId252" Type="http://schemas.openxmlformats.org/officeDocument/2006/relationships/image" Target="../media/image506.png"/><Relationship Id="rId294" Type="http://schemas.openxmlformats.org/officeDocument/2006/relationships/image" Target="../media/image527.png"/><Relationship Id="rId308" Type="http://schemas.openxmlformats.org/officeDocument/2006/relationships/customXml" Target="../ink/ink554.xml"/><Relationship Id="rId515" Type="http://schemas.openxmlformats.org/officeDocument/2006/relationships/image" Target="../media/image634.png"/><Relationship Id="rId47" Type="http://schemas.openxmlformats.org/officeDocument/2006/relationships/image" Target="../media/image406.png"/><Relationship Id="rId89" Type="http://schemas.openxmlformats.org/officeDocument/2006/relationships/image" Target="../media/image427.png"/><Relationship Id="rId112" Type="http://schemas.openxmlformats.org/officeDocument/2006/relationships/customXml" Target="../ink/ink455.xml"/><Relationship Id="rId154" Type="http://schemas.openxmlformats.org/officeDocument/2006/relationships/customXml" Target="../ink/ink476.xml"/><Relationship Id="rId361" Type="http://schemas.openxmlformats.org/officeDocument/2006/relationships/customXml" Target="../ink/ink581.xml"/><Relationship Id="rId196" Type="http://schemas.openxmlformats.org/officeDocument/2006/relationships/customXml" Target="../ink/ink497.xml"/><Relationship Id="rId417" Type="http://schemas.openxmlformats.org/officeDocument/2006/relationships/customXml" Target="../ink/ink609.xml"/><Relationship Id="rId459" Type="http://schemas.openxmlformats.org/officeDocument/2006/relationships/image" Target="../media/image606.png"/><Relationship Id="rId16" Type="http://schemas.openxmlformats.org/officeDocument/2006/relationships/customXml" Target="../ink/ink407.xml"/><Relationship Id="rId221" Type="http://schemas.openxmlformats.org/officeDocument/2006/relationships/customXml" Target="../ink/ink510.xml"/><Relationship Id="rId263" Type="http://schemas.openxmlformats.org/officeDocument/2006/relationships/customXml" Target="../ink/ink531.xml"/><Relationship Id="rId319" Type="http://schemas.openxmlformats.org/officeDocument/2006/relationships/image" Target="../media/image538.png"/><Relationship Id="rId470" Type="http://schemas.openxmlformats.org/officeDocument/2006/relationships/customXml" Target="../ink/ink636.xml"/><Relationship Id="rId526" Type="http://schemas.openxmlformats.org/officeDocument/2006/relationships/customXml" Target="../ink/ink664.xml"/><Relationship Id="rId58" Type="http://schemas.openxmlformats.org/officeDocument/2006/relationships/customXml" Target="../ink/ink428.xml"/><Relationship Id="rId123" Type="http://schemas.openxmlformats.org/officeDocument/2006/relationships/image" Target="../media/image444.png"/><Relationship Id="rId330" Type="http://schemas.openxmlformats.org/officeDocument/2006/relationships/customXml" Target="../ink/ink565.xml"/><Relationship Id="rId165" Type="http://schemas.openxmlformats.org/officeDocument/2006/relationships/image" Target="../media/image465.png"/><Relationship Id="rId372" Type="http://schemas.openxmlformats.org/officeDocument/2006/relationships/image" Target="../media/image563.png"/><Relationship Id="rId428" Type="http://schemas.openxmlformats.org/officeDocument/2006/relationships/image" Target="../media/image591.png"/><Relationship Id="rId232" Type="http://schemas.openxmlformats.org/officeDocument/2006/relationships/image" Target="../media/image497.png"/><Relationship Id="rId274" Type="http://schemas.openxmlformats.org/officeDocument/2006/relationships/image" Target="../media/image517.png"/><Relationship Id="rId481" Type="http://schemas.openxmlformats.org/officeDocument/2006/relationships/image" Target="../media/image617.png"/><Relationship Id="rId27" Type="http://schemas.openxmlformats.org/officeDocument/2006/relationships/image" Target="../media/image399.png"/><Relationship Id="rId69" Type="http://schemas.openxmlformats.org/officeDocument/2006/relationships/image" Target="../media/image417.png"/><Relationship Id="rId134" Type="http://schemas.openxmlformats.org/officeDocument/2006/relationships/customXml" Target="../ink/ink466.xml"/><Relationship Id="rId537" Type="http://schemas.openxmlformats.org/officeDocument/2006/relationships/image" Target="../media/image644.png"/><Relationship Id="rId80" Type="http://schemas.openxmlformats.org/officeDocument/2006/relationships/customXml" Target="../ink/ink439.xml"/><Relationship Id="rId176" Type="http://schemas.openxmlformats.org/officeDocument/2006/relationships/customXml" Target="../ink/ink487.xml"/><Relationship Id="rId341" Type="http://schemas.openxmlformats.org/officeDocument/2006/relationships/customXml" Target="../ink/ink571.xml"/><Relationship Id="rId383" Type="http://schemas.openxmlformats.org/officeDocument/2006/relationships/customXml" Target="../ink/ink592.xml"/><Relationship Id="rId439" Type="http://schemas.openxmlformats.org/officeDocument/2006/relationships/image" Target="../media/image596.png"/><Relationship Id="rId201" Type="http://schemas.openxmlformats.org/officeDocument/2006/relationships/customXml" Target="../ink/ink500.xml"/><Relationship Id="rId243" Type="http://schemas.openxmlformats.org/officeDocument/2006/relationships/customXml" Target="../ink/ink521.xml"/><Relationship Id="rId285" Type="http://schemas.openxmlformats.org/officeDocument/2006/relationships/customXml" Target="../ink/ink542.xml"/><Relationship Id="rId450" Type="http://schemas.openxmlformats.org/officeDocument/2006/relationships/customXml" Target="../ink/ink626.xml"/><Relationship Id="rId506" Type="http://schemas.openxmlformats.org/officeDocument/2006/relationships/customXml" Target="../ink/ink654.xml"/><Relationship Id="rId38" Type="http://schemas.openxmlformats.org/officeDocument/2006/relationships/customXml" Target="../ink/ink418.xml"/><Relationship Id="rId103" Type="http://schemas.openxmlformats.org/officeDocument/2006/relationships/image" Target="../media/image434.png"/><Relationship Id="rId310" Type="http://schemas.openxmlformats.org/officeDocument/2006/relationships/customXml" Target="../ink/ink555.xml"/><Relationship Id="rId492" Type="http://schemas.openxmlformats.org/officeDocument/2006/relationships/customXml" Target="../ink/ink647.xml"/><Relationship Id="rId91" Type="http://schemas.openxmlformats.org/officeDocument/2006/relationships/image" Target="../media/image428.png"/><Relationship Id="rId145" Type="http://schemas.openxmlformats.org/officeDocument/2006/relationships/image" Target="../media/image455.png"/><Relationship Id="rId187" Type="http://schemas.openxmlformats.org/officeDocument/2006/relationships/image" Target="../media/image476.png"/><Relationship Id="rId352" Type="http://schemas.openxmlformats.org/officeDocument/2006/relationships/image" Target="../media/image553.png"/><Relationship Id="rId394" Type="http://schemas.openxmlformats.org/officeDocument/2006/relationships/image" Target="../media/image574.png"/><Relationship Id="rId408" Type="http://schemas.openxmlformats.org/officeDocument/2006/relationships/image" Target="../media/image581.png"/><Relationship Id="rId212" Type="http://schemas.openxmlformats.org/officeDocument/2006/relationships/image" Target="../media/image487.png"/><Relationship Id="rId254" Type="http://schemas.openxmlformats.org/officeDocument/2006/relationships/image" Target="../media/image507.png"/><Relationship Id="rId49" Type="http://schemas.openxmlformats.org/officeDocument/2006/relationships/image" Target="../media/image407.png"/><Relationship Id="rId114" Type="http://schemas.openxmlformats.org/officeDocument/2006/relationships/customXml" Target="../ink/ink456.xml"/><Relationship Id="rId296" Type="http://schemas.openxmlformats.org/officeDocument/2006/relationships/image" Target="../media/image528.png"/><Relationship Id="rId461" Type="http://schemas.openxmlformats.org/officeDocument/2006/relationships/image" Target="../media/image607.png"/><Relationship Id="rId517" Type="http://schemas.openxmlformats.org/officeDocument/2006/relationships/image" Target="../media/image635.png"/><Relationship Id="rId60" Type="http://schemas.openxmlformats.org/officeDocument/2006/relationships/customXml" Target="../ink/ink429.xml"/><Relationship Id="rId156" Type="http://schemas.openxmlformats.org/officeDocument/2006/relationships/customXml" Target="../ink/ink477.xml"/><Relationship Id="rId198" Type="http://schemas.openxmlformats.org/officeDocument/2006/relationships/image" Target="../media/image481.png"/><Relationship Id="rId321" Type="http://schemas.openxmlformats.org/officeDocument/2006/relationships/image" Target="../media/image539.png"/><Relationship Id="rId363" Type="http://schemas.openxmlformats.org/officeDocument/2006/relationships/customXml" Target="../ink/ink582.xml"/><Relationship Id="rId419" Type="http://schemas.openxmlformats.org/officeDocument/2006/relationships/customXml" Target="../ink/ink610.xml"/><Relationship Id="rId223" Type="http://schemas.openxmlformats.org/officeDocument/2006/relationships/customXml" Target="../ink/ink511.xml"/><Relationship Id="rId430" Type="http://schemas.openxmlformats.org/officeDocument/2006/relationships/customXml" Target="../ink/ink616.xml"/><Relationship Id="rId18" Type="http://schemas.openxmlformats.org/officeDocument/2006/relationships/customXml" Target="../ink/ink408.xml"/><Relationship Id="rId265" Type="http://schemas.openxmlformats.org/officeDocument/2006/relationships/customXml" Target="../ink/ink532.xml"/><Relationship Id="rId472" Type="http://schemas.openxmlformats.org/officeDocument/2006/relationships/customXml" Target="../ink/ink637.xml"/><Relationship Id="rId528" Type="http://schemas.openxmlformats.org/officeDocument/2006/relationships/customXml" Target="../ink/ink665.xml"/><Relationship Id="rId125" Type="http://schemas.openxmlformats.org/officeDocument/2006/relationships/image" Target="../media/image445.png"/><Relationship Id="rId167" Type="http://schemas.openxmlformats.org/officeDocument/2006/relationships/image" Target="../media/image466.png"/><Relationship Id="rId332" Type="http://schemas.openxmlformats.org/officeDocument/2006/relationships/customXml" Target="../ink/ink566.xml"/><Relationship Id="rId374" Type="http://schemas.openxmlformats.org/officeDocument/2006/relationships/image" Target="../media/image564.png"/><Relationship Id="rId71" Type="http://schemas.openxmlformats.org/officeDocument/2006/relationships/image" Target="../media/image418.png"/><Relationship Id="rId234" Type="http://schemas.openxmlformats.org/officeDocument/2006/relationships/image" Target="../media/image498.png"/><Relationship Id="rId2" Type="http://schemas.openxmlformats.org/officeDocument/2006/relationships/customXml" Target="../ink/ink400.xml"/><Relationship Id="rId29" Type="http://schemas.openxmlformats.org/officeDocument/2006/relationships/image" Target="../media/image400.png"/><Relationship Id="rId276" Type="http://schemas.openxmlformats.org/officeDocument/2006/relationships/image" Target="../media/image518.png"/><Relationship Id="rId441" Type="http://schemas.openxmlformats.org/officeDocument/2006/relationships/image" Target="../media/image597.png"/><Relationship Id="rId483" Type="http://schemas.openxmlformats.org/officeDocument/2006/relationships/image" Target="../media/image618.png"/><Relationship Id="rId539" Type="http://schemas.openxmlformats.org/officeDocument/2006/relationships/image" Target="../media/image645.png"/><Relationship Id="rId40" Type="http://schemas.openxmlformats.org/officeDocument/2006/relationships/customXml" Target="../ink/ink419.xml"/><Relationship Id="rId136" Type="http://schemas.openxmlformats.org/officeDocument/2006/relationships/customXml" Target="../ink/ink467.xml"/><Relationship Id="rId178" Type="http://schemas.openxmlformats.org/officeDocument/2006/relationships/customXml" Target="../ink/ink488.xml"/><Relationship Id="rId301" Type="http://schemas.openxmlformats.org/officeDocument/2006/relationships/customXml" Target="../ink/ink550.xml"/><Relationship Id="rId343" Type="http://schemas.openxmlformats.org/officeDocument/2006/relationships/customXml" Target="../ink/ink572.xml"/><Relationship Id="rId82" Type="http://schemas.openxmlformats.org/officeDocument/2006/relationships/customXml" Target="../ink/ink440.xml"/><Relationship Id="rId203" Type="http://schemas.openxmlformats.org/officeDocument/2006/relationships/customXml" Target="../ink/ink501.xml"/><Relationship Id="rId385" Type="http://schemas.openxmlformats.org/officeDocument/2006/relationships/customXml" Target="../ink/ink593.xml"/><Relationship Id="rId245" Type="http://schemas.openxmlformats.org/officeDocument/2006/relationships/customXml" Target="../ink/ink522.xml"/><Relationship Id="rId287" Type="http://schemas.openxmlformats.org/officeDocument/2006/relationships/customXml" Target="../ink/ink543.xml"/><Relationship Id="rId410" Type="http://schemas.openxmlformats.org/officeDocument/2006/relationships/image" Target="../media/image582.png"/><Relationship Id="rId452" Type="http://schemas.openxmlformats.org/officeDocument/2006/relationships/customXml" Target="../ink/ink627.xml"/><Relationship Id="rId494" Type="http://schemas.openxmlformats.org/officeDocument/2006/relationships/customXml" Target="../ink/ink648.xml"/><Relationship Id="rId508" Type="http://schemas.openxmlformats.org/officeDocument/2006/relationships/customXml" Target="../ink/ink655.xml"/><Relationship Id="rId105" Type="http://schemas.openxmlformats.org/officeDocument/2006/relationships/image" Target="../media/image435.png"/><Relationship Id="rId147" Type="http://schemas.openxmlformats.org/officeDocument/2006/relationships/image" Target="../media/image456.png"/><Relationship Id="rId312" Type="http://schemas.openxmlformats.org/officeDocument/2006/relationships/customXml" Target="../ink/ink556.xml"/><Relationship Id="rId354" Type="http://schemas.openxmlformats.org/officeDocument/2006/relationships/image" Target="../media/image554.png"/><Relationship Id="rId51" Type="http://schemas.openxmlformats.org/officeDocument/2006/relationships/image" Target="../media/image408.png"/><Relationship Id="rId93" Type="http://schemas.openxmlformats.org/officeDocument/2006/relationships/image" Target="../media/image429.png"/><Relationship Id="rId189" Type="http://schemas.openxmlformats.org/officeDocument/2006/relationships/image" Target="../media/image477.png"/><Relationship Id="rId396" Type="http://schemas.openxmlformats.org/officeDocument/2006/relationships/image" Target="../media/image575.png"/><Relationship Id="rId214" Type="http://schemas.openxmlformats.org/officeDocument/2006/relationships/image" Target="../media/image488.png"/><Relationship Id="rId256" Type="http://schemas.openxmlformats.org/officeDocument/2006/relationships/image" Target="../media/image508.png"/><Relationship Id="rId298" Type="http://schemas.openxmlformats.org/officeDocument/2006/relationships/image" Target="../media/image529.png"/><Relationship Id="rId421" Type="http://schemas.openxmlformats.org/officeDocument/2006/relationships/customXml" Target="../ink/ink611.xml"/><Relationship Id="rId463" Type="http://schemas.openxmlformats.org/officeDocument/2006/relationships/image" Target="../media/image608.png"/><Relationship Id="rId519" Type="http://schemas.openxmlformats.org/officeDocument/2006/relationships/image" Target="../media/image636.png"/><Relationship Id="rId116" Type="http://schemas.openxmlformats.org/officeDocument/2006/relationships/customXml" Target="../ink/ink457.xml"/><Relationship Id="rId158" Type="http://schemas.openxmlformats.org/officeDocument/2006/relationships/customXml" Target="../ink/ink478.xml"/><Relationship Id="rId323" Type="http://schemas.openxmlformats.org/officeDocument/2006/relationships/image" Target="../media/image540.png"/><Relationship Id="rId530" Type="http://schemas.openxmlformats.org/officeDocument/2006/relationships/customXml" Target="../ink/ink666.xml"/><Relationship Id="rId20" Type="http://schemas.openxmlformats.org/officeDocument/2006/relationships/customXml" Target="../ink/ink409.xml"/><Relationship Id="rId62" Type="http://schemas.openxmlformats.org/officeDocument/2006/relationships/customXml" Target="../ink/ink430.xml"/><Relationship Id="rId365" Type="http://schemas.openxmlformats.org/officeDocument/2006/relationships/customXml" Target="../ink/ink583.xml"/><Relationship Id="rId225" Type="http://schemas.openxmlformats.org/officeDocument/2006/relationships/customXml" Target="../ink/ink512.xml"/><Relationship Id="rId267" Type="http://schemas.openxmlformats.org/officeDocument/2006/relationships/customXml" Target="../ink/ink533.xml"/><Relationship Id="rId432" Type="http://schemas.openxmlformats.org/officeDocument/2006/relationships/customXml" Target="../ink/ink617.xml"/><Relationship Id="rId474" Type="http://schemas.openxmlformats.org/officeDocument/2006/relationships/customXml" Target="../ink/ink638.xml"/><Relationship Id="rId127" Type="http://schemas.openxmlformats.org/officeDocument/2006/relationships/image" Target="../media/image446.png"/><Relationship Id="rId31" Type="http://schemas.openxmlformats.org/officeDocument/2006/relationships/image" Target="../media/image401.png"/><Relationship Id="rId73" Type="http://schemas.openxmlformats.org/officeDocument/2006/relationships/image" Target="../media/image419.png"/><Relationship Id="rId169" Type="http://schemas.openxmlformats.org/officeDocument/2006/relationships/image" Target="../media/image467.png"/><Relationship Id="rId334" Type="http://schemas.openxmlformats.org/officeDocument/2006/relationships/customXml" Target="../ink/ink567.xml"/><Relationship Id="rId376" Type="http://schemas.openxmlformats.org/officeDocument/2006/relationships/image" Target="../media/image565.png"/><Relationship Id="rId541" Type="http://schemas.openxmlformats.org/officeDocument/2006/relationships/image" Target="../media/image646.png"/><Relationship Id="rId4" Type="http://schemas.openxmlformats.org/officeDocument/2006/relationships/customXml" Target="../ink/ink401.xml"/><Relationship Id="rId180" Type="http://schemas.openxmlformats.org/officeDocument/2006/relationships/customXml" Target="../ink/ink489.xml"/><Relationship Id="rId236" Type="http://schemas.openxmlformats.org/officeDocument/2006/relationships/image" Target="../media/image499.png"/><Relationship Id="rId278" Type="http://schemas.openxmlformats.org/officeDocument/2006/relationships/image" Target="../media/image519.png"/><Relationship Id="rId401" Type="http://schemas.openxmlformats.org/officeDocument/2006/relationships/customXml" Target="../ink/ink601.xml"/><Relationship Id="rId443" Type="http://schemas.openxmlformats.org/officeDocument/2006/relationships/image" Target="../media/image598.png"/><Relationship Id="rId303" Type="http://schemas.openxmlformats.org/officeDocument/2006/relationships/image" Target="../media/image531.png"/><Relationship Id="rId485" Type="http://schemas.openxmlformats.org/officeDocument/2006/relationships/image" Target="../media/image619.png"/><Relationship Id="rId42" Type="http://schemas.openxmlformats.org/officeDocument/2006/relationships/customXml" Target="../ink/ink420.xml"/><Relationship Id="rId84" Type="http://schemas.openxmlformats.org/officeDocument/2006/relationships/customXml" Target="../ink/ink441.xml"/><Relationship Id="rId138" Type="http://schemas.openxmlformats.org/officeDocument/2006/relationships/customXml" Target="../ink/ink468.xml"/><Relationship Id="rId345" Type="http://schemas.openxmlformats.org/officeDocument/2006/relationships/customXml" Target="../ink/ink573.xml"/><Relationship Id="rId387" Type="http://schemas.openxmlformats.org/officeDocument/2006/relationships/customXml" Target="../ink/ink594.xml"/><Relationship Id="rId510" Type="http://schemas.openxmlformats.org/officeDocument/2006/relationships/customXml" Target="../ink/ink656.xml"/><Relationship Id="rId191" Type="http://schemas.openxmlformats.org/officeDocument/2006/relationships/image" Target="../media/image478.png"/><Relationship Id="rId205" Type="http://schemas.openxmlformats.org/officeDocument/2006/relationships/customXml" Target="../ink/ink502.xml"/><Relationship Id="rId247" Type="http://schemas.openxmlformats.org/officeDocument/2006/relationships/customXml" Target="../ink/ink523.xml"/><Relationship Id="rId412" Type="http://schemas.openxmlformats.org/officeDocument/2006/relationships/image" Target="../media/image583.png"/><Relationship Id="rId107" Type="http://schemas.openxmlformats.org/officeDocument/2006/relationships/image" Target="../media/image436.png"/><Relationship Id="rId289" Type="http://schemas.openxmlformats.org/officeDocument/2006/relationships/customXml" Target="../ink/ink544.xml"/><Relationship Id="rId454" Type="http://schemas.openxmlformats.org/officeDocument/2006/relationships/customXml" Target="../ink/ink628.xml"/><Relationship Id="rId496" Type="http://schemas.openxmlformats.org/officeDocument/2006/relationships/customXml" Target="../ink/ink649.xml"/><Relationship Id="rId11" Type="http://schemas.openxmlformats.org/officeDocument/2006/relationships/image" Target="../media/image391.png"/><Relationship Id="rId53" Type="http://schemas.openxmlformats.org/officeDocument/2006/relationships/image" Target="../media/image409.png"/><Relationship Id="rId149" Type="http://schemas.openxmlformats.org/officeDocument/2006/relationships/image" Target="../media/image457.png"/><Relationship Id="rId314" Type="http://schemas.openxmlformats.org/officeDocument/2006/relationships/customXml" Target="../ink/ink557.xml"/><Relationship Id="rId356" Type="http://schemas.openxmlformats.org/officeDocument/2006/relationships/image" Target="../media/image555.png"/><Relationship Id="rId398" Type="http://schemas.openxmlformats.org/officeDocument/2006/relationships/image" Target="../media/image576.png"/><Relationship Id="rId521" Type="http://schemas.openxmlformats.org/officeDocument/2006/relationships/image" Target="../media/image637.png"/><Relationship Id="rId95" Type="http://schemas.openxmlformats.org/officeDocument/2006/relationships/image" Target="../media/image430.png"/><Relationship Id="rId160" Type="http://schemas.openxmlformats.org/officeDocument/2006/relationships/customXml" Target="../ink/ink479.xml"/><Relationship Id="rId216" Type="http://schemas.openxmlformats.org/officeDocument/2006/relationships/image" Target="../media/image489.png"/><Relationship Id="rId423" Type="http://schemas.openxmlformats.org/officeDocument/2006/relationships/customXml" Target="../ink/ink612.xml"/><Relationship Id="rId258" Type="http://schemas.openxmlformats.org/officeDocument/2006/relationships/image" Target="../media/image509.png"/><Relationship Id="rId465" Type="http://schemas.openxmlformats.org/officeDocument/2006/relationships/image" Target="../media/image609.png"/><Relationship Id="rId22" Type="http://schemas.openxmlformats.org/officeDocument/2006/relationships/customXml" Target="../ink/ink410.xml"/><Relationship Id="rId64" Type="http://schemas.openxmlformats.org/officeDocument/2006/relationships/customXml" Target="../ink/ink431.xml"/><Relationship Id="rId118" Type="http://schemas.openxmlformats.org/officeDocument/2006/relationships/customXml" Target="../ink/ink458.xml"/><Relationship Id="rId325" Type="http://schemas.openxmlformats.org/officeDocument/2006/relationships/image" Target="../media/image541.png"/><Relationship Id="rId367" Type="http://schemas.openxmlformats.org/officeDocument/2006/relationships/customXml" Target="../ink/ink584.xml"/><Relationship Id="rId532" Type="http://schemas.openxmlformats.org/officeDocument/2006/relationships/customXml" Target="../ink/ink667.xml"/><Relationship Id="rId171" Type="http://schemas.openxmlformats.org/officeDocument/2006/relationships/image" Target="../media/image468.png"/><Relationship Id="rId227" Type="http://schemas.openxmlformats.org/officeDocument/2006/relationships/customXml" Target="../ink/ink513.xml"/><Relationship Id="rId269" Type="http://schemas.openxmlformats.org/officeDocument/2006/relationships/customXml" Target="../ink/ink534.xml"/><Relationship Id="rId434" Type="http://schemas.openxmlformats.org/officeDocument/2006/relationships/customXml" Target="../ink/ink618.xml"/><Relationship Id="rId476" Type="http://schemas.openxmlformats.org/officeDocument/2006/relationships/customXml" Target="../ink/ink639.xml"/><Relationship Id="rId33" Type="http://schemas.openxmlformats.org/officeDocument/2006/relationships/image" Target="../media/image402.png"/><Relationship Id="rId129" Type="http://schemas.openxmlformats.org/officeDocument/2006/relationships/image" Target="../media/image447.png"/><Relationship Id="rId280" Type="http://schemas.openxmlformats.org/officeDocument/2006/relationships/image" Target="../media/image520.png"/><Relationship Id="rId336" Type="http://schemas.openxmlformats.org/officeDocument/2006/relationships/customXml" Target="../ink/ink568.xml"/><Relationship Id="rId501" Type="http://schemas.openxmlformats.org/officeDocument/2006/relationships/image" Target="../media/image627.png"/><Relationship Id="rId75" Type="http://schemas.openxmlformats.org/officeDocument/2006/relationships/image" Target="../media/image420.png"/><Relationship Id="rId140" Type="http://schemas.openxmlformats.org/officeDocument/2006/relationships/customXml" Target="../ink/ink469.xml"/><Relationship Id="rId182" Type="http://schemas.openxmlformats.org/officeDocument/2006/relationships/customXml" Target="../ink/ink490.xml"/><Relationship Id="rId378" Type="http://schemas.openxmlformats.org/officeDocument/2006/relationships/image" Target="../media/image566.png"/><Relationship Id="rId403" Type="http://schemas.openxmlformats.org/officeDocument/2006/relationships/customXml" Target="../ink/ink602.xml"/><Relationship Id="rId6" Type="http://schemas.openxmlformats.org/officeDocument/2006/relationships/customXml" Target="../ink/ink402.xml"/><Relationship Id="rId238" Type="http://schemas.openxmlformats.org/officeDocument/2006/relationships/image" Target="../media/image315.png"/><Relationship Id="rId445" Type="http://schemas.openxmlformats.org/officeDocument/2006/relationships/image" Target="../media/image599.png"/><Relationship Id="rId487" Type="http://schemas.openxmlformats.org/officeDocument/2006/relationships/image" Target="../media/image620.png"/><Relationship Id="rId291" Type="http://schemas.openxmlformats.org/officeDocument/2006/relationships/customXml" Target="../ink/ink545.xml"/><Relationship Id="rId305" Type="http://schemas.openxmlformats.org/officeDocument/2006/relationships/image" Target="../media/image532.png"/><Relationship Id="rId347" Type="http://schemas.openxmlformats.org/officeDocument/2006/relationships/customXml" Target="../ink/ink574.xml"/><Relationship Id="rId512" Type="http://schemas.openxmlformats.org/officeDocument/2006/relationships/customXml" Target="../ink/ink657.xml"/><Relationship Id="rId44" Type="http://schemas.openxmlformats.org/officeDocument/2006/relationships/customXml" Target="../ink/ink421.xml"/><Relationship Id="rId86" Type="http://schemas.openxmlformats.org/officeDocument/2006/relationships/customXml" Target="../ink/ink442.xml"/><Relationship Id="rId151" Type="http://schemas.openxmlformats.org/officeDocument/2006/relationships/image" Target="../media/image458.png"/><Relationship Id="rId389" Type="http://schemas.openxmlformats.org/officeDocument/2006/relationships/customXml" Target="../ink/ink595.xml"/><Relationship Id="rId193" Type="http://schemas.openxmlformats.org/officeDocument/2006/relationships/image" Target="../media/image479.png"/><Relationship Id="rId207" Type="http://schemas.openxmlformats.org/officeDocument/2006/relationships/customXml" Target="../ink/ink503.xml"/><Relationship Id="rId249" Type="http://schemas.openxmlformats.org/officeDocument/2006/relationships/customXml" Target="../ink/ink524.xml"/><Relationship Id="rId414" Type="http://schemas.openxmlformats.org/officeDocument/2006/relationships/image" Target="../media/image584.png"/><Relationship Id="rId456" Type="http://schemas.openxmlformats.org/officeDocument/2006/relationships/customXml" Target="../ink/ink629.xml"/><Relationship Id="rId498" Type="http://schemas.openxmlformats.org/officeDocument/2006/relationships/customXml" Target="../ink/ink650.xml"/><Relationship Id="rId13" Type="http://schemas.openxmlformats.org/officeDocument/2006/relationships/image" Target="../media/image392.png"/><Relationship Id="rId109" Type="http://schemas.openxmlformats.org/officeDocument/2006/relationships/image" Target="../media/image437.png"/><Relationship Id="rId260" Type="http://schemas.openxmlformats.org/officeDocument/2006/relationships/image" Target="../media/image510.png"/><Relationship Id="rId316" Type="http://schemas.openxmlformats.org/officeDocument/2006/relationships/customXml" Target="../ink/ink558.xml"/><Relationship Id="rId523" Type="http://schemas.openxmlformats.org/officeDocument/2006/relationships/image" Target="../media/image638.png"/><Relationship Id="rId55" Type="http://schemas.openxmlformats.org/officeDocument/2006/relationships/image" Target="../media/image410.png"/><Relationship Id="rId97" Type="http://schemas.openxmlformats.org/officeDocument/2006/relationships/image" Target="../media/image431.png"/><Relationship Id="rId120" Type="http://schemas.openxmlformats.org/officeDocument/2006/relationships/customXml" Target="../ink/ink459.xml"/><Relationship Id="rId358" Type="http://schemas.openxmlformats.org/officeDocument/2006/relationships/image" Target="../media/image556.png"/><Relationship Id="rId162" Type="http://schemas.openxmlformats.org/officeDocument/2006/relationships/customXml" Target="../ink/ink480.xml"/><Relationship Id="rId218" Type="http://schemas.openxmlformats.org/officeDocument/2006/relationships/image" Target="../media/image490.png"/><Relationship Id="rId425" Type="http://schemas.openxmlformats.org/officeDocument/2006/relationships/customXml" Target="../ink/ink613.xml"/><Relationship Id="rId467" Type="http://schemas.openxmlformats.org/officeDocument/2006/relationships/image" Target="../media/image610.png"/><Relationship Id="rId271" Type="http://schemas.openxmlformats.org/officeDocument/2006/relationships/customXml" Target="../ink/ink535.xml"/><Relationship Id="rId24" Type="http://schemas.openxmlformats.org/officeDocument/2006/relationships/customXml" Target="../ink/ink411.xml"/><Relationship Id="rId66" Type="http://schemas.openxmlformats.org/officeDocument/2006/relationships/customXml" Target="../ink/ink432.xml"/><Relationship Id="rId131" Type="http://schemas.openxmlformats.org/officeDocument/2006/relationships/image" Target="../media/image448.png"/><Relationship Id="rId327" Type="http://schemas.openxmlformats.org/officeDocument/2006/relationships/image" Target="../media/image542.png"/><Relationship Id="rId369" Type="http://schemas.openxmlformats.org/officeDocument/2006/relationships/customXml" Target="../ink/ink585.xml"/><Relationship Id="rId534" Type="http://schemas.openxmlformats.org/officeDocument/2006/relationships/customXml" Target="../ink/ink668.xml"/><Relationship Id="rId173" Type="http://schemas.openxmlformats.org/officeDocument/2006/relationships/image" Target="../media/image469.png"/><Relationship Id="rId229" Type="http://schemas.openxmlformats.org/officeDocument/2006/relationships/customXml" Target="../ink/ink514.xml"/><Relationship Id="rId380" Type="http://schemas.openxmlformats.org/officeDocument/2006/relationships/image" Target="../media/image567.png"/><Relationship Id="rId436" Type="http://schemas.openxmlformats.org/officeDocument/2006/relationships/customXml" Target="../ink/ink619.xml"/><Relationship Id="rId240" Type="http://schemas.openxmlformats.org/officeDocument/2006/relationships/image" Target="../media/image500.png"/><Relationship Id="rId478" Type="http://schemas.openxmlformats.org/officeDocument/2006/relationships/customXml" Target="../ink/ink640.xml"/><Relationship Id="rId35" Type="http://schemas.openxmlformats.org/officeDocument/2006/relationships/image" Target="../media/image403.png"/><Relationship Id="rId77" Type="http://schemas.openxmlformats.org/officeDocument/2006/relationships/image" Target="../media/image421.png"/><Relationship Id="rId100" Type="http://schemas.openxmlformats.org/officeDocument/2006/relationships/customXml" Target="../ink/ink449.xml"/><Relationship Id="rId282" Type="http://schemas.openxmlformats.org/officeDocument/2006/relationships/image" Target="../media/image521.png"/><Relationship Id="rId338" Type="http://schemas.openxmlformats.org/officeDocument/2006/relationships/customXml" Target="../ink/ink569.xml"/><Relationship Id="rId503" Type="http://schemas.openxmlformats.org/officeDocument/2006/relationships/image" Target="../media/image628.png"/><Relationship Id="rId8" Type="http://schemas.openxmlformats.org/officeDocument/2006/relationships/customXml" Target="../ink/ink403.xml"/><Relationship Id="rId142" Type="http://schemas.openxmlformats.org/officeDocument/2006/relationships/customXml" Target="../ink/ink470.xml"/><Relationship Id="rId184" Type="http://schemas.openxmlformats.org/officeDocument/2006/relationships/customXml" Target="../ink/ink491.xml"/><Relationship Id="rId391" Type="http://schemas.openxmlformats.org/officeDocument/2006/relationships/customXml" Target="../ink/ink596.xml"/><Relationship Id="rId405" Type="http://schemas.openxmlformats.org/officeDocument/2006/relationships/customXml" Target="../ink/ink603.xml"/><Relationship Id="rId447" Type="http://schemas.openxmlformats.org/officeDocument/2006/relationships/image" Target="../media/image600.png"/><Relationship Id="rId251" Type="http://schemas.openxmlformats.org/officeDocument/2006/relationships/customXml" Target="../ink/ink525.xml"/><Relationship Id="rId489" Type="http://schemas.openxmlformats.org/officeDocument/2006/relationships/image" Target="../media/image621.png"/><Relationship Id="rId46" Type="http://schemas.openxmlformats.org/officeDocument/2006/relationships/customXml" Target="../ink/ink422.xml"/><Relationship Id="rId293" Type="http://schemas.openxmlformats.org/officeDocument/2006/relationships/customXml" Target="../ink/ink546.xml"/><Relationship Id="rId307" Type="http://schemas.openxmlformats.org/officeDocument/2006/relationships/image" Target="../media/image533.png"/><Relationship Id="rId349" Type="http://schemas.openxmlformats.org/officeDocument/2006/relationships/customXml" Target="../ink/ink575.xml"/><Relationship Id="rId514" Type="http://schemas.openxmlformats.org/officeDocument/2006/relationships/customXml" Target="../ink/ink658.xml"/><Relationship Id="rId88" Type="http://schemas.openxmlformats.org/officeDocument/2006/relationships/customXml" Target="../ink/ink443.xml"/><Relationship Id="rId111" Type="http://schemas.openxmlformats.org/officeDocument/2006/relationships/image" Target="../media/image438.png"/><Relationship Id="rId153" Type="http://schemas.openxmlformats.org/officeDocument/2006/relationships/image" Target="../media/image459.png"/><Relationship Id="rId195" Type="http://schemas.openxmlformats.org/officeDocument/2006/relationships/image" Target="../media/image480.png"/><Relationship Id="rId209" Type="http://schemas.openxmlformats.org/officeDocument/2006/relationships/customXml" Target="../ink/ink504.xml"/><Relationship Id="rId360" Type="http://schemas.openxmlformats.org/officeDocument/2006/relationships/image" Target="../media/image557.png"/><Relationship Id="rId416" Type="http://schemas.openxmlformats.org/officeDocument/2006/relationships/image" Target="../media/image585.png"/><Relationship Id="rId220" Type="http://schemas.openxmlformats.org/officeDocument/2006/relationships/image" Target="../media/image491.png"/><Relationship Id="rId458" Type="http://schemas.openxmlformats.org/officeDocument/2006/relationships/customXml" Target="../ink/ink630.xml"/><Relationship Id="rId15" Type="http://schemas.openxmlformats.org/officeDocument/2006/relationships/image" Target="../media/image393.png"/><Relationship Id="rId57" Type="http://schemas.openxmlformats.org/officeDocument/2006/relationships/image" Target="../media/image411.png"/><Relationship Id="rId262" Type="http://schemas.openxmlformats.org/officeDocument/2006/relationships/image" Target="../media/image511.png"/><Relationship Id="rId318" Type="http://schemas.openxmlformats.org/officeDocument/2006/relationships/customXml" Target="../ink/ink559.xml"/><Relationship Id="rId525" Type="http://schemas.openxmlformats.org/officeDocument/2006/relationships/image" Target="../media/image639.png"/><Relationship Id="rId99" Type="http://schemas.openxmlformats.org/officeDocument/2006/relationships/image" Target="../media/image432.png"/><Relationship Id="rId122" Type="http://schemas.openxmlformats.org/officeDocument/2006/relationships/customXml" Target="../ink/ink460.xml"/><Relationship Id="rId164" Type="http://schemas.openxmlformats.org/officeDocument/2006/relationships/customXml" Target="../ink/ink481.xml"/><Relationship Id="rId371" Type="http://schemas.openxmlformats.org/officeDocument/2006/relationships/customXml" Target="../ink/ink586.xml"/><Relationship Id="rId427" Type="http://schemas.openxmlformats.org/officeDocument/2006/relationships/customXml" Target="../ink/ink614.xml"/><Relationship Id="rId469" Type="http://schemas.openxmlformats.org/officeDocument/2006/relationships/image" Target="../media/image611.png"/><Relationship Id="rId26" Type="http://schemas.openxmlformats.org/officeDocument/2006/relationships/customXml" Target="../ink/ink412.xml"/><Relationship Id="rId231" Type="http://schemas.openxmlformats.org/officeDocument/2006/relationships/customXml" Target="../ink/ink515.xml"/><Relationship Id="rId273" Type="http://schemas.openxmlformats.org/officeDocument/2006/relationships/customXml" Target="../ink/ink536.xml"/><Relationship Id="rId329" Type="http://schemas.openxmlformats.org/officeDocument/2006/relationships/image" Target="../media/image543.png"/><Relationship Id="rId480" Type="http://schemas.openxmlformats.org/officeDocument/2006/relationships/customXml" Target="../ink/ink641.xml"/><Relationship Id="rId536" Type="http://schemas.openxmlformats.org/officeDocument/2006/relationships/customXml" Target="../ink/ink669.xml"/><Relationship Id="rId68" Type="http://schemas.openxmlformats.org/officeDocument/2006/relationships/customXml" Target="../ink/ink433.xml"/><Relationship Id="rId133" Type="http://schemas.openxmlformats.org/officeDocument/2006/relationships/image" Target="../media/image449.png"/><Relationship Id="rId175" Type="http://schemas.openxmlformats.org/officeDocument/2006/relationships/image" Target="../media/image470.png"/><Relationship Id="rId340" Type="http://schemas.openxmlformats.org/officeDocument/2006/relationships/customXml" Target="../ink/ink570.xml"/><Relationship Id="rId200" Type="http://schemas.openxmlformats.org/officeDocument/2006/relationships/image" Target="../media/image482.png"/><Relationship Id="rId382" Type="http://schemas.openxmlformats.org/officeDocument/2006/relationships/image" Target="../media/image568.png"/><Relationship Id="rId438" Type="http://schemas.openxmlformats.org/officeDocument/2006/relationships/customXml" Target="../ink/ink620.xml"/><Relationship Id="rId242" Type="http://schemas.openxmlformats.org/officeDocument/2006/relationships/image" Target="../media/image501.png"/><Relationship Id="rId284" Type="http://schemas.openxmlformats.org/officeDocument/2006/relationships/image" Target="../media/image522.png"/><Relationship Id="rId491" Type="http://schemas.openxmlformats.org/officeDocument/2006/relationships/image" Target="../media/image622.png"/><Relationship Id="rId505" Type="http://schemas.openxmlformats.org/officeDocument/2006/relationships/image" Target="../media/image629.png"/><Relationship Id="rId37" Type="http://schemas.openxmlformats.org/officeDocument/2006/relationships/image" Target="../media/image328.png"/><Relationship Id="rId79" Type="http://schemas.openxmlformats.org/officeDocument/2006/relationships/image" Target="../media/image422.png"/><Relationship Id="rId102" Type="http://schemas.openxmlformats.org/officeDocument/2006/relationships/customXml" Target="../ink/ink450.xml"/><Relationship Id="rId144" Type="http://schemas.openxmlformats.org/officeDocument/2006/relationships/customXml" Target="../ink/ink471.xml"/><Relationship Id="rId90" Type="http://schemas.openxmlformats.org/officeDocument/2006/relationships/customXml" Target="../ink/ink444.xml"/><Relationship Id="rId186" Type="http://schemas.openxmlformats.org/officeDocument/2006/relationships/customXml" Target="../ink/ink492.xml"/><Relationship Id="rId351" Type="http://schemas.openxmlformats.org/officeDocument/2006/relationships/customXml" Target="../ink/ink576.xml"/><Relationship Id="rId393" Type="http://schemas.openxmlformats.org/officeDocument/2006/relationships/customXml" Target="../ink/ink597.xml"/><Relationship Id="rId407" Type="http://schemas.openxmlformats.org/officeDocument/2006/relationships/customXml" Target="../ink/ink604.xml"/><Relationship Id="rId449" Type="http://schemas.openxmlformats.org/officeDocument/2006/relationships/image" Target="../media/image601.png"/><Relationship Id="rId211" Type="http://schemas.openxmlformats.org/officeDocument/2006/relationships/customXml" Target="../ink/ink505.xml"/><Relationship Id="rId253" Type="http://schemas.openxmlformats.org/officeDocument/2006/relationships/customXml" Target="../ink/ink526.xml"/><Relationship Id="rId295" Type="http://schemas.openxmlformats.org/officeDocument/2006/relationships/customXml" Target="../ink/ink547.xml"/><Relationship Id="rId309" Type="http://schemas.openxmlformats.org/officeDocument/2006/relationships/image" Target="../media/image348.png"/><Relationship Id="rId460" Type="http://schemas.openxmlformats.org/officeDocument/2006/relationships/customXml" Target="../ink/ink631.xml"/><Relationship Id="rId516" Type="http://schemas.openxmlformats.org/officeDocument/2006/relationships/customXml" Target="../ink/ink659.xml"/><Relationship Id="rId48" Type="http://schemas.openxmlformats.org/officeDocument/2006/relationships/customXml" Target="../ink/ink423.xml"/><Relationship Id="rId113" Type="http://schemas.openxmlformats.org/officeDocument/2006/relationships/image" Target="../media/image439.png"/><Relationship Id="rId320" Type="http://schemas.openxmlformats.org/officeDocument/2006/relationships/customXml" Target="../ink/ink560.xml"/><Relationship Id="rId155" Type="http://schemas.openxmlformats.org/officeDocument/2006/relationships/image" Target="../media/image460.png"/><Relationship Id="rId197" Type="http://schemas.openxmlformats.org/officeDocument/2006/relationships/customXml" Target="../ink/ink498.xml"/><Relationship Id="rId362" Type="http://schemas.openxmlformats.org/officeDocument/2006/relationships/image" Target="../media/image558.png"/><Relationship Id="rId418" Type="http://schemas.openxmlformats.org/officeDocument/2006/relationships/image" Target="../media/image586.png"/><Relationship Id="rId222" Type="http://schemas.openxmlformats.org/officeDocument/2006/relationships/image" Target="../media/image492.png"/><Relationship Id="rId264" Type="http://schemas.openxmlformats.org/officeDocument/2006/relationships/image" Target="../media/image512.png"/><Relationship Id="rId471" Type="http://schemas.openxmlformats.org/officeDocument/2006/relationships/image" Target="../media/image612.png"/><Relationship Id="rId17" Type="http://schemas.openxmlformats.org/officeDocument/2006/relationships/image" Target="../media/image394.png"/><Relationship Id="rId59" Type="http://schemas.openxmlformats.org/officeDocument/2006/relationships/image" Target="../media/image412.png"/><Relationship Id="rId124" Type="http://schemas.openxmlformats.org/officeDocument/2006/relationships/customXml" Target="../ink/ink461.xml"/><Relationship Id="rId527" Type="http://schemas.openxmlformats.org/officeDocument/2006/relationships/image" Target="../media/image79.png"/><Relationship Id="rId70" Type="http://schemas.openxmlformats.org/officeDocument/2006/relationships/customXml" Target="../ink/ink434.xml"/><Relationship Id="rId166" Type="http://schemas.openxmlformats.org/officeDocument/2006/relationships/customXml" Target="../ink/ink482.xml"/><Relationship Id="rId331" Type="http://schemas.openxmlformats.org/officeDocument/2006/relationships/image" Target="../media/image101.png"/><Relationship Id="rId373" Type="http://schemas.openxmlformats.org/officeDocument/2006/relationships/customXml" Target="../ink/ink587.xml"/><Relationship Id="rId429" Type="http://schemas.openxmlformats.org/officeDocument/2006/relationships/customXml" Target="../ink/ink61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16.xml"/><Relationship Id="rId440" Type="http://schemas.openxmlformats.org/officeDocument/2006/relationships/customXml" Target="../ink/ink621.xml"/><Relationship Id="rId28" Type="http://schemas.openxmlformats.org/officeDocument/2006/relationships/customXml" Target="../ink/ink413.xml"/><Relationship Id="rId275" Type="http://schemas.openxmlformats.org/officeDocument/2006/relationships/customXml" Target="../ink/ink537.xml"/><Relationship Id="rId300" Type="http://schemas.openxmlformats.org/officeDocument/2006/relationships/image" Target="../media/image530.png"/><Relationship Id="rId482" Type="http://schemas.openxmlformats.org/officeDocument/2006/relationships/customXml" Target="../ink/ink642.xml"/><Relationship Id="rId538" Type="http://schemas.openxmlformats.org/officeDocument/2006/relationships/customXml" Target="../ink/ink670.xml"/><Relationship Id="rId81" Type="http://schemas.openxmlformats.org/officeDocument/2006/relationships/image" Target="../media/image423.png"/><Relationship Id="rId135" Type="http://schemas.openxmlformats.org/officeDocument/2006/relationships/image" Target="../media/image450.png"/><Relationship Id="rId177" Type="http://schemas.openxmlformats.org/officeDocument/2006/relationships/image" Target="../media/image471.png"/><Relationship Id="rId342" Type="http://schemas.openxmlformats.org/officeDocument/2006/relationships/image" Target="../media/image548.png"/><Relationship Id="rId384" Type="http://schemas.openxmlformats.org/officeDocument/2006/relationships/image" Target="../media/image569.png"/><Relationship Id="rId202" Type="http://schemas.openxmlformats.org/officeDocument/2006/relationships/image" Target="../media/image483.png"/><Relationship Id="rId244" Type="http://schemas.openxmlformats.org/officeDocument/2006/relationships/image" Target="../media/image502.png"/><Relationship Id="rId39" Type="http://schemas.openxmlformats.org/officeDocument/2006/relationships/image" Target="../media/image316.png"/><Relationship Id="rId286" Type="http://schemas.openxmlformats.org/officeDocument/2006/relationships/image" Target="../media/image523.png"/><Relationship Id="rId451" Type="http://schemas.openxmlformats.org/officeDocument/2006/relationships/image" Target="../media/image602.png"/><Relationship Id="rId493" Type="http://schemas.openxmlformats.org/officeDocument/2006/relationships/image" Target="../media/image623.png"/><Relationship Id="rId507" Type="http://schemas.openxmlformats.org/officeDocument/2006/relationships/image" Target="../media/image630.png"/><Relationship Id="rId50" Type="http://schemas.openxmlformats.org/officeDocument/2006/relationships/customXml" Target="../ink/ink424.xml"/><Relationship Id="rId104" Type="http://schemas.openxmlformats.org/officeDocument/2006/relationships/customXml" Target="../ink/ink451.xml"/><Relationship Id="rId146" Type="http://schemas.openxmlformats.org/officeDocument/2006/relationships/customXml" Target="../ink/ink472.xml"/><Relationship Id="rId188" Type="http://schemas.openxmlformats.org/officeDocument/2006/relationships/customXml" Target="../ink/ink493.xml"/><Relationship Id="rId311" Type="http://schemas.openxmlformats.org/officeDocument/2006/relationships/image" Target="../media/image534.png"/><Relationship Id="rId353" Type="http://schemas.openxmlformats.org/officeDocument/2006/relationships/customXml" Target="../ink/ink577.xml"/><Relationship Id="rId395" Type="http://schemas.openxmlformats.org/officeDocument/2006/relationships/customXml" Target="../ink/ink598.xml"/><Relationship Id="rId409" Type="http://schemas.openxmlformats.org/officeDocument/2006/relationships/customXml" Target="../ink/ink605.xml"/><Relationship Id="rId92" Type="http://schemas.openxmlformats.org/officeDocument/2006/relationships/customXml" Target="../ink/ink445.xml"/><Relationship Id="rId213" Type="http://schemas.openxmlformats.org/officeDocument/2006/relationships/customXml" Target="../ink/ink506.xml"/><Relationship Id="rId420" Type="http://schemas.openxmlformats.org/officeDocument/2006/relationships/image" Target="../media/image587.png"/><Relationship Id="rId255" Type="http://schemas.openxmlformats.org/officeDocument/2006/relationships/customXml" Target="../ink/ink527.xml"/><Relationship Id="rId297" Type="http://schemas.openxmlformats.org/officeDocument/2006/relationships/customXml" Target="../ink/ink548.xml"/><Relationship Id="rId462" Type="http://schemas.openxmlformats.org/officeDocument/2006/relationships/customXml" Target="../ink/ink632.xml"/><Relationship Id="rId518" Type="http://schemas.openxmlformats.org/officeDocument/2006/relationships/customXml" Target="../ink/ink660.xml"/><Relationship Id="rId115" Type="http://schemas.openxmlformats.org/officeDocument/2006/relationships/image" Target="../media/image440.png"/><Relationship Id="rId157" Type="http://schemas.openxmlformats.org/officeDocument/2006/relationships/image" Target="../media/image461.png"/><Relationship Id="rId322" Type="http://schemas.openxmlformats.org/officeDocument/2006/relationships/customXml" Target="../ink/ink561.xml"/><Relationship Id="rId364" Type="http://schemas.openxmlformats.org/officeDocument/2006/relationships/image" Target="../media/image559.png"/><Relationship Id="rId61" Type="http://schemas.openxmlformats.org/officeDocument/2006/relationships/image" Target="../media/image413.png"/><Relationship Id="rId199" Type="http://schemas.openxmlformats.org/officeDocument/2006/relationships/customXml" Target="../ink/ink499.xml"/><Relationship Id="rId19" Type="http://schemas.openxmlformats.org/officeDocument/2006/relationships/image" Target="../media/image395.png"/><Relationship Id="rId224" Type="http://schemas.openxmlformats.org/officeDocument/2006/relationships/image" Target="../media/image493.png"/><Relationship Id="rId266" Type="http://schemas.openxmlformats.org/officeDocument/2006/relationships/image" Target="../media/image513.png"/><Relationship Id="rId431" Type="http://schemas.openxmlformats.org/officeDocument/2006/relationships/image" Target="../media/image592.png"/><Relationship Id="rId473" Type="http://schemas.openxmlformats.org/officeDocument/2006/relationships/image" Target="../media/image613.png"/><Relationship Id="rId529" Type="http://schemas.openxmlformats.org/officeDocument/2006/relationships/image" Target="../media/image640.png"/><Relationship Id="rId30" Type="http://schemas.openxmlformats.org/officeDocument/2006/relationships/customXml" Target="../ink/ink414.xml"/><Relationship Id="rId126" Type="http://schemas.openxmlformats.org/officeDocument/2006/relationships/customXml" Target="../ink/ink462.xml"/><Relationship Id="rId168" Type="http://schemas.openxmlformats.org/officeDocument/2006/relationships/customXml" Target="../ink/ink483.xml"/><Relationship Id="rId333" Type="http://schemas.openxmlformats.org/officeDocument/2006/relationships/image" Target="../media/image544.png"/><Relationship Id="rId540" Type="http://schemas.openxmlformats.org/officeDocument/2006/relationships/customXml" Target="../ink/ink671.xml"/><Relationship Id="rId72" Type="http://schemas.openxmlformats.org/officeDocument/2006/relationships/customXml" Target="../ink/ink435.xml"/><Relationship Id="rId375" Type="http://schemas.openxmlformats.org/officeDocument/2006/relationships/customXml" Target="../ink/ink588.xml"/><Relationship Id="rId3" Type="http://schemas.openxmlformats.org/officeDocument/2006/relationships/image" Target="../media/image388.png"/><Relationship Id="rId235" Type="http://schemas.openxmlformats.org/officeDocument/2006/relationships/customXml" Target="../ink/ink517.xml"/><Relationship Id="rId277" Type="http://schemas.openxmlformats.org/officeDocument/2006/relationships/customXml" Target="../ink/ink538.xml"/><Relationship Id="rId400" Type="http://schemas.openxmlformats.org/officeDocument/2006/relationships/image" Target="../media/image577.png"/><Relationship Id="rId442" Type="http://schemas.openxmlformats.org/officeDocument/2006/relationships/customXml" Target="../ink/ink622.xml"/><Relationship Id="rId484" Type="http://schemas.openxmlformats.org/officeDocument/2006/relationships/customXml" Target="../ink/ink643.xml"/><Relationship Id="rId137" Type="http://schemas.openxmlformats.org/officeDocument/2006/relationships/image" Target="../media/image451.png"/><Relationship Id="rId302" Type="http://schemas.openxmlformats.org/officeDocument/2006/relationships/customXml" Target="../ink/ink551.xml"/><Relationship Id="rId344" Type="http://schemas.openxmlformats.org/officeDocument/2006/relationships/image" Target="../media/image549.png"/><Relationship Id="rId41" Type="http://schemas.openxmlformats.org/officeDocument/2006/relationships/image" Target="../media/image404.png"/><Relationship Id="rId83" Type="http://schemas.openxmlformats.org/officeDocument/2006/relationships/image" Target="../media/image424.png"/><Relationship Id="rId179" Type="http://schemas.openxmlformats.org/officeDocument/2006/relationships/image" Target="../media/image472.png"/><Relationship Id="rId386" Type="http://schemas.openxmlformats.org/officeDocument/2006/relationships/image" Target="../media/image570.png"/><Relationship Id="rId190" Type="http://schemas.openxmlformats.org/officeDocument/2006/relationships/customXml" Target="../ink/ink494.xml"/><Relationship Id="rId204" Type="http://schemas.openxmlformats.org/officeDocument/2006/relationships/image" Target="../media/image484.png"/><Relationship Id="rId246" Type="http://schemas.openxmlformats.org/officeDocument/2006/relationships/image" Target="../media/image503.png"/><Relationship Id="rId288" Type="http://schemas.openxmlformats.org/officeDocument/2006/relationships/image" Target="../media/image524.png"/><Relationship Id="rId411" Type="http://schemas.openxmlformats.org/officeDocument/2006/relationships/customXml" Target="../ink/ink606.xml"/><Relationship Id="rId453" Type="http://schemas.openxmlformats.org/officeDocument/2006/relationships/image" Target="../media/image603.png"/><Relationship Id="rId509" Type="http://schemas.openxmlformats.org/officeDocument/2006/relationships/image" Target="../media/image631.png"/><Relationship Id="rId106" Type="http://schemas.openxmlformats.org/officeDocument/2006/relationships/customXml" Target="../ink/ink452.xml"/><Relationship Id="rId313" Type="http://schemas.openxmlformats.org/officeDocument/2006/relationships/image" Target="../media/image535.png"/><Relationship Id="rId495" Type="http://schemas.openxmlformats.org/officeDocument/2006/relationships/image" Target="../media/image624.png"/><Relationship Id="rId10" Type="http://schemas.openxmlformats.org/officeDocument/2006/relationships/customXml" Target="../ink/ink404.xml"/><Relationship Id="rId52" Type="http://schemas.openxmlformats.org/officeDocument/2006/relationships/customXml" Target="../ink/ink425.xml"/><Relationship Id="rId94" Type="http://schemas.openxmlformats.org/officeDocument/2006/relationships/customXml" Target="../ink/ink446.xml"/><Relationship Id="rId148" Type="http://schemas.openxmlformats.org/officeDocument/2006/relationships/customXml" Target="../ink/ink473.xml"/><Relationship Id="rId355" Type="http://schemas.openxmlformats.org/officeDocument/2006/relationships/customXml" Target="../ink/ink578.xml"/><Relationship Id="rId397" Type="http://schemas.openxmlformats.org/officeDocument/2006/relationships/customXml" Target="../ink/ink599.xml"/><Relationship Id="rId520" Type="http://schemas.openxmlformats.org/officeDocument/2006/relationships/customXml" Target="../ink/ink661.xml"/><Relationship Id="rId215" Type="http://schemas.openxmlformats.org/officeDocument/2006/relationships/customXml" Target="../ink/ink507.xml"/><Relationship Id="rId257" Type="http://schemas.openxmlformats.org/officeDocument/2006/relationships/customXml" Target="../ink/ink528.xml"/><Relationship Id="rId422" Type="http://schemas.openxmlformats.org/officeDocument/2006/relationships/image" Target="../media/image588.png"/><Relationship Id="rId464" Type="http://schemas.openxmlformats.org/officeDocument/2006/relationships/customXml" Target="../ink/ink633.xml"/><Relationship Id="rId299" Type="http://schemas.openxmlformats.org/officeDocument/2006/relationships/customXml" Target="../ink/ink549.xml"/><Relationship Id="rId63" Type="http://schemas.openxmlformats.org/officeDocument/2006/relationships/image" Target="../media/image414.png"/><Relationship Id="rId159" Type="http://schemas.openxmlformats.org/officeDocument/2006/relationships/image" Target="../media/image462.png"/><Relationship Id="rId366" Type="http://schemas.openxmlformats.org/officeDocument/2006/relationships/image" Target="../media/image560.png"/><Relationship Id="rId226" Type="http://schemas.openxmlformats.org/officeDocument/2006/relationships/image" Target="../media/image494.png"/><Relationship Id="rId433" Type="http://schemas.openxmlformats.org/officeDocument/2006/relationships/image" Target="../media/image593.png"/><Relationship Id="rId74" Type="http://schemas.openxmlformats.org/officeDocument/2006/relationships/customXml" Target="../ink/ink436.xml"/><Relationship Id="rId377" Type="http://schemas.openxmlformats.org/officeDocument/2006/relationships/customXml" Target="../ink/ink589.xml"/><Relationship Id="rId500" Type="http://schemas.openxmlformats.org/officeDocument/2006/relationships/customXml" Target="../ink/ink651.xml"/><Relationship Id="rId5" Type="http://schemas.openxmlformats.org/officeDocument/2006/relationships/image" Target="../media/image389.png"/><Relationship Id="rId237" Type="http://schemas.openxmlformats.org/officeDocument/2006/relationships/customXml" Target="../ink/ink518.xml"/><Relationship Id="rId444" Type="http://schemas.openxmlformats.org/officeDocument/2006/relationships/customXml" Target="../ink/ink623.xml"/><Relationship Id="rId290" Type="http://schemas.openxmlformats.org/officeDocument/2006/relationships/image" Target="../media/image525.png"/><Relationship Id="rId304" Type="http://schemas.openxmlformats.org/officeDocument/2006/relationships/customXml" Target="../ink/ink552.xml"/><Relationship Id="rId388" Type="http://schemas.openxmlformats.org/officeDocument/2006/relationships/image" Target="../media/image571.png"/><Relationship Id="rId511" Type="http://schemas.openxmlformats.org/officeDocument/2006/relationships/image" Target="../media/image632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29.xml"/><Relationship Id="rId299" Type="http://schemas.openxmlformats.org/officeDocument/2006/relationships/customXml" Target="../ink/ink820.xml"/><Relationship Id="rId21" Type="http://schemas.openxmlformats.org/officeDocument/2006/relationships/customXml" Target="../ink/ink681.xml"/><Relationship Id="rId63" Type="http://schemas.openxmlformats.org/officeDocument/2006/relationships/customXml" Target="../ink/ink702.xml"/><Relationship Id="rId159" Type="http://schemas.openxmlformats.org/officeDocument/2006/relationships/customXml" Target="../ink/ink750.xml"/><Relationship Id="rId324" Type="http://schemas.openxmlformats.org/officeDocument/2006/relationships/image" Target="../media/image804.png"/><Relationship Id="rId170" Type="http://schemas.openxmlformats.org/officeDocument/2006/relationships/image" Target="../media/image727.png"/><Relationship Id="rId226" Type="http://schemas.openxmlformats.org/officeDocument/2006/relationships/image" Target="../media/image755.png"/><Relationship Id="rId268" Type="http://schemas.openxmlformats.org/officeDocument/2006/relationships/image" Target="../media/image776.png"/><Relationship Id="rId32" Type="http://schemas.openxmlformats.org/officeDocument/2006/relationships/image" Target="../media/image662.png"/><Relationship Id="rId74" Type="http://schemas.openxmlformats.org/officeDocument/2006/relationships/image" Target="../media/image681.png"/><Relationship Id="rId128" Type="http://schemas.openxmlformats.org/officeDocument/2006/relationships/image" Target="../media/image707.png"/><Relationship Id="rId335" Type="http://schemas.openxmlformats.org/officeDocument/2006/relationships/customXml" Target="../ink/ink838.xml"/><Relationship Id="rId5" Type="http://schemas.openxmlformats.org/officeDocument/2006/relationships/customXml" Target="../ink/ink673.xml"/><Relationship Id="rId181" Type="http://schemas.openxmlformats.org/officeDocument/2006/relationships/customXml" Target="../ink/ink761.xml"/><Relationship Id="rId237" Type="http://schemas.openxmlformats.org/officeDocument/2006/relationships/customXml" Target="../ink/ink789.xml"/><Relationship Id="rId279" Type="http://schemas.openxmlformats.org/officeDocument/2006/relationships/customXml" Target="../ink/ink810.xml"/><Relationship Id="rId43" Type="http://schemas.openxmlformats.org/officeDocument/2006/relationships/customXml" Target="../ink/ink692.xml"/><Relationship Id="rId139" Type="http://schemas.openxmlformats.org/officeDocument/2006/relationships/customXml" Target="../ink/ink740.xml"/><Relationship Id="rId290" Type="http://schemas.openxmlformats.org/officeDocument/2006/relationships/image" Target="../media/image787.png"/><Relationship Id="rId304" Type="http://schemas.openxmlformats.org/officeDocument/2006/relationships/image" Target="../media/image794.png"/><Relationship Id="rId346" Type="http://schemas.openxmlformats.org/officeDocument/2006/relationships/image" Target="../media/image815.png"/><Relationship Id="rId85" Type="http://schemas.openxmlformats.org/officeDocument/2006/relationships/customXml" Target="../ink/ink713.xml"/><Relationship Id="rId150" Type="http://schemas.openxmlformats.org/officeDocument/2006/relationships/image" Target="../media/image717.png"/><Relationship Id="rId192" Type="http://schemas.openxmlformats.org/officeDocument/2006/relationships/image" Target="../media/image738.png"/><Relationship Id="rId206" Type="http://schemas.openxmlformats.org/officeDocument/2006/relationships/image" Target="../media/image745.png"/><Relationship Id="rId248" Type="http://schemas.openxmlformats.org/officeDocument/2006/relationships/image" Target="../media/image766.png"/><Relationship Id="rId12" Type="http://schemas.openxmlformats.org/officeDocument/2006/relationships/image" Target="../media/image652.png"/><Relationship Id="rId108" Type="http://schemas.openxmlformats.org/officeDocument/2006/relationships/image" Target="../media/image697.png"/><Relationship Id="rId315" Type="http://schemas.openxmlformats.org/officeDocument/2006/relationships/customXml" Target="../ink/ink828.xml"/><Relationship Id="rId357" Type="http://schemas.openxmlformats.org/officeDocument/2006/relationships/customXml" Target="../ink/ink849.xml"/><Relationship Id="rId54" Type="http://schemas.openxmlformats.org/officeDocument/2006/relationships/image" Target="../media/image672.png"/><Relationship Id="rId96" Type="http://schemas.openxmlformats.org/officeDocument/2006/relationships/image" Target="../media/image179.png"/><Relationship Id="rId161" Type="http://schemas.openxmlformats.org/officeDocument/2006/relationships/customXml" Target="../ink/ink751.xml"/><Relationship Id="rId217" Type="http://schemas.openxmlformats.org/officeDocument/2006/relationships/customXml" Target="../ink/ink779.xml"/><Relationship Id="rId259" Type="http://schemas.openxmlformats.org/officeDocument/2006/relationships/customXml" Target="../ink/ink800.xml"/><Relationship Id="rId23" Type="http://schemas.openxmlformats.org/officeDocument/2006/relationships/customXml" Target="../ink/ink682.xml"/><Relationship Id="rId119" Type="http://schemas.openxmlformats.org/officeDocument/2006/relationships/customXml" Target="../ink/ink730.xml"/><Relationship Id="rId270" Type="http://schemas.openxmlformats.org/officeDocument/2006/relationships/image" Target="../media/image777.png"/><Relationship Id="rId326" Type="http://schemas.openxmlformats.org/officeDocument/2006/relationships/image" Target="../media/image805.png"/><Relationship Id="rId65" Type="http://schemas.openxmlformats.org/officeDocument/2006/relationships/customXml" Target="../ink/ink703.xml"/><Relationship Id="rId130" Type="http://schemas.openxmlformats.org/officeDocument/2006/relationships/image" Target="../media/image708.png"/><Relationship Id="rId172" Type="http://schemas.openxmlformats.org/officeDocument/2006/relationships/image" Target="../media/image728.png"/><Relationship Id="rId228" Type="http://schemas.openxmlformats.org/officeDocument/2006/relationships/image" Target="../media/image756.png"/><Relationship Id="rId281" Type="http://schemas.openxmlformats.org/officeDocument/2006/relationships/customXml" Target="../ink/ink811.xml"/><Relationship Id="rId337" Type="http://schemas.openxmlformats.org/officeDocument/2006/relationships/customXml" Target="../ink/ink839.xml"/><Relationship Id="rId34" Type="http://schemas.openxmlformats.org/officeDocument/2006/relationships/image" Target="../media/image663.png"/><Relationship Id="rId76" Type="http://schemas.openxmlformats.org/officeDocument/2006/relationships/image" Target="../media/image682.png"/><Relationship Id="rId141" Type="http://schemas.openxmlformats.org/officeDocument/2006/relationships/customXml" Target="../ink/ink741.xml"/><Relationship Id="rId7" Type="http://schemas.openxmlformats.org/officeDocument/2006/relationships/customXml" Target="../ink/ink674.xml"/><Relationship Id="rId183" Type="http://schemas.openxmlformats.org/officeDocument/2006/relationships/customXml" Target="../ink/ink762.xml"/><Relationship Id="rId239" Type="http://schemas.openxmlformats.org/officeDocument/2006/relationships/customXml" Target="../ink/ink790.xml"/><Relationship Id="rId250" Type="http://schemas.openxmlformats.org/officeDocument/2006/relationships/image" Target="../media/image767.png"/><Relationship Id="rId292" Type="http://schemas.openxmlformats.org/officeDocument/2006/relationships/image" Target="../media/image788.png"/><Relationship Id="rId306" Type="http://schemas.openxmlformats.org/officeDocument/2006/relationships/image" Target="../media/image795.png"/><Relationship Id="rId45" Type="http://schemas.openxmlformats.org/officeDocument/2006/relationships/customXml" Target="../ink/ink693.xml"/><Relationship Id="rId87" Type="http://schemas.openxmlformats.org/officeDocument/2006/relationships/customXml" Target="../ink/ink714.xml"/><Relationship Id="rId110" Type="http://schemas.openxmlformats.org/officeDocument/2006/relationships/image" Target="../media/image698.png"/><Relationship Id="rId348" Type="http://schemas.openxmlformats.org/officeDocument/2006/relationships/image" Target="../media/image816.png"/><Relationship Id="rId152" Type="http://schemas.openxmlformats.org/officeDocument/2006/relationships/image" Target="../media/image718.png"/><Relationship Id="rId194" Type="http://schemas.openxmlformats.org/officeDocument/2006/relationships/image" Target="../media/image739.png"/><Relationship Id="rId208" Type="http://schemas.openxmlformats.org/officeDocument/2006/relationships/image" Target="../media/image746.png"/><Relationship Id="rId261" Type="http://schemas.openxmlformats.org/officeDocument/2006/relationships/customXml" Target="../ink/ink801.xml"/><Relationship Id="rId14" Type="http://schemas.openxmlformats.org/officeDocument/2006/relationships/image" Target="../media/image653.png"/><Relationship Id="rId56" Type="http://schemas.openxmlformats.org/officeDocument/2006/relationships/image" Target="../media/image399.png"/><Relationship Id="rId317" Type="http://schemas.openxmlformats.org/officeDocument/2006/relationships/customXml" Target="../ink/ink829.xml"/><Relationship Id="rId359" Type="http://schemas.openxmlformats.org/officeDocument/2006/relationships/customXml" Target="../ink/ink850.xml"/><Relationship Id="rId98" Type="http://schemas.openxmlformats.org/officeDocument/2006/relationships/image" Target="../media/image692.png"/><Relationship Id="rId121" Type="http://schemas.openxmlformats.org/officeDocument/2006/relationships/customXml" Target="../ink/ink731.xml"/><Relationship Id="rId163" Type="http://schemas.openxmlformats.org/officeDocument/2006/relationships/customXml" Target="../ink/ink752.xml"/><Relationship Id="rId219" Type="http://schemas.openxmlformats.org/officeDocument/2006/relationships/customXml" Target="../ink/ink780.xml"/><Relationship Id="rId230" Type="http://schemas.openxmlformats.org/officeDocument/2006/relationships/image" Target="../media/image757.png"/><Relationship Id="rId25" Type="http://schemas.openxmlformats.org/officeDocument/2006/relationships/customXml" Target="../ink/ink683.xml"/><Relationship Id="rId67" Type="http://schemas.openxmlformats.org/officeDocument/2006/relationships/customXml" Target="../ink/ink704.xml"/><Relationship Id="rId272" Type="http://schemas.openxmlformats.org/officeDocument/2006/relationships/image" Target="../media/image778.png"/><Relationship Id="rId328" Type="http://schemas.openxmlformats.org/officeDocument/2006/relationships/image" Target="../media/image806.png"/><Relationship Id="rId88" Type="http://schemas.openxmlformats.org/officeDocument/2006/relationships/image" Target="../media/image688.png"/><Relationship Id="rId111" Type="http://schemas.openxmlformats.org/officeDocument/2006/relationships/customXml" Target="../ink/ink726.xml"/><Relationship Id="rId132" Type="http://schemas.openxmlformats.org/officeDocument/2006/relationships/image" Target="../media/image709.png"/><Relationship Id="rId153" Type="http://schemas.openxmlformats.org/officeDocument/2006/relationships/customXml" Target="../ink/ink747.xml"/><Relationship Id="rId174" Type="http://schemas.openxmlformats.org/officeDocument/2006/relationships/image" Target="../media/image729.png"/><Relationship Id="rId195" Type="http://schemas.openxmlformats.org/officeDocument/2006/relationships/customXml" Target="../ink/ink768.xml"/><Relationship Id="rId209" Type="http://schemas.openxmlformats.org/officeDocument/2006/relationships/customXml" Target="../ink/ink775.xml"/><Relationship Id="rId360" Type="http://schemas.openxmlformats.org/officeDocument/2006/relationships/image" Target="../media/image822.png"/><Relationship Id="rId220" Type="http://schemas.openxmlformats.org/officeDocument/2006/relationships/image" Target="../media/image752.png"/><Relationship Id="rId241" Type="http://schemas.openxmlformats.org/officeDocument/2006/relationships/customXml" Target="../ink/ink791.xml"/><Relationship Id="rId15" Type="http://schemas.openxmlformats.org/officeDocument/2006/relationships/customXml" Target="../ink/ink678.xml"/><Relationship Id="rId36" Type="http://schemas.openxmlformats.org/officeDocument/2006/relationships/image" Target="../media/image664.png"/><Relationship Id="rId57" Type="http://schemas.openxmlformats.org/officeDocument/2006/relationships/customXml" Target="../ink/ink699.xml"/><Relationship Id="rId262" Type="http://schemas.openxmlformats.org/officeDocument/2006/relationships/image" Target="../media/image773.png"/><Relationship Id="rId283" Type="http://schemas.openxmlformats.org/officeDocument/2006/relationships/customXml" Target="../ink/ink812.xml"/><Relationship Id="rId318" Type="http://schemas.openxmlformats.org/officeDocument/2006/relationships/image" Target="../media/image801.png"/><Relationship Id="rId339" Type="http://schemas.openxmlformats.org/officeDocument/2006/relationships/customXml" Target="../ink/ink840.xml"/><Relationship Id="rId78" Type="http://schemas.openxmlformats.org/officeDocument/2006/relationships/image" Target="../media/image683.png"/><Relationship Id="rId99" Type="http://schemas.openxmlformats.org/officeDocument/2006/relationships/customXml" Target="../ink/ink720.xml"/><Relationship Id="rId101" Type="http://schemas.openxmlformats.org/officeDocument/2006/relationships/customXml" Target="../ink/ink721.xml"/><Relationship Id="rId122" Type="http://schemas.openxmlformats.org/officeDocument/2006/relationships/image" Target="../media/image704.png"/><Relationship Id="rId143" Type="http://schemas.openxmlformats.org/officeDocument/2006/relationships/customXml" Target="../ink/ink742.xml"/><Relationship Id="rId164" Type="http://schemas.openxmlformats.org/officeDocument/2006/relationships/image" Target="../media/image724.png"/><Relationship Id="rId185" Type="http://schemas.openxmlformats.org/officeDocument/2006/relationships/customXml" Target="../ink/ink763.xml"/><Relationship Id="rId350" Type="http://schemas.openxmlformats.org/officeDocument/2006/relationships/image" Target="../media/image817.png"/><Relationship Id="rId9" Type="http://schemas.openxmlformats.org/officeDocument/2006/relationships/customXml" Target="../ink/ink675.xml"/><Relationship Id="rId210" Type="http://schemas.openxmlformats.org/officeDocument/2006/relationships/image" Target="../media/image747.png"/><Relationship Id="rId26" Type="http://schemas.openxmlformats.org/officeDocument/2006/relationships/image" Target="../media/image659.png"/><Relationship Id="rId231" Type="http://schemas.openxmlformats.org/officeDocument/2006/relationships/customXml" Target="../ink/ink786.xml"/><Relationship Id="rId252" Type="http://schemas.openxmlformats.org/officeDocument/2006/relationships/image" Target="../media/image768.png"/><Relationship Id="rId273" Type="http://schemas.openxmlformats.org/officeDocument/2006/relationships/customXml" Target="../ink/ink807.xml"/><Relationship Id="rId294" Type="http://schemas.openxmlformats.org/officeDocument/2006/relationships/image" Target="../media/image789.png"/><Relationship Id="rId308" Type="http://schemas.openxmlformats.org/officeDocument/2006/relationships/image" Target="../media/image796.png"/><Relationship Id="rId329" Type="http://schemas.openxmlformats.org/officeDocument/2006/relationships/customXml" Target="../ink/ink835.xml"/><Relationship Id="rId47" Type="http://schemas.openxmlformats.org/officeDocument/2006/relationships/customXml" Target="../ink/ink694.xml"/><Relationship Id="rId68" Type="http://schemas.openxmlformats.org/officeDocument/2006/relationships/image" Target="../media/image678.png"/><Relationship Id="rId89" Type="http://schemas.openxmlformats.org/officeDocument/2006/relationships/customXml" Target="../ink/ink715.xml"/><Relationship Id="rId112" Type="http://schemas.openxmlformats.org/officeDocument/2006/relationships/image" Target="../media/image699.png"/><Relationship Id="rId133" Type="http://schemas.openxmlformats.org/officeDocument/2006/relationships/customXml" Target="../ink/ink737.xml"/><Relationship Id="rId154" Type="http://schemas.openxmlformats.org/officeDocument/2006/relationships/image" Target="../media/image719.png"/><Relationship Id="rId175" Type="http://schemas.openxmlformats.org/officeDocument/2006/relationships/customXml" Target="../ink/ink758.xml"/><Relationship Id="rId340" Type="http://schemas.openxmlformats.org/officeDocument/2006/relationships/image" Target="../media/image812.png"/><Relationship Id="rId361" Type="http://schemas.openxmlformats.org/officeDocument/2006/relationships/customXml" Target="../ink/ink851.xml"/><Relationship Id="rId196" Type="http://schemas.openxmlformats.org/officeDocument/2006/relationships/image" Target="../media/image740.png"/><Relationship Id="rId200" Type="http://schemas.openxmlformats.org/officeDocument/2006/relationships/image" Target="../media/image742.png"/><Relationship Id="rId16" Type="http://schemas.openxmlformats.org/officeDocument/2006/relationships/image" Target="../media/image654.png"/><Relationship Id="rId221" Type="http://schemas.openxmlformats.org/officeDocument/2006/relationships/customXml" Target="../ink/ink781.xml"/><Relationship Id="rId242" Type="http://schemas.openxmlformats.org/officeDocument/2006/relationships/image" Target="../media/image763.png"/><Relationship Id="rId263" Type="http://schemas.openxmlformats.org/officeDocument/2006/relationships/customXml" Target="../ink/ink802.xml"/><Relationship Id="rId284" Type="http://schemas.openxmlformats.org/officeDocument/2006/relationships/image" Target="../media/image784.png"/><Relationship Id="rId319" Type="http://schemas.openxmlformats.org/officeDocument/2006/relationships/customXml" Target="../ink/ink830.xml"/><Relationship Id="rId37" Type="http://schemas.openxmlformats.org/officeDocument/2006/relationships/customXml" Target="../ink/ink689.xml"/><Relationship Id="rId58" Type="http://schemas.openxmlformats.org/officeDocument/2006/relationships/image" Target="../media/image673.png"/><Relationship Id="rId79" Type="http://schemas.openxmlformats.org/officeDocument/2006/relationships/customXml" Target="../ink/ink710.xml"/><Relationship Id="rId102" Type="http://schemas.openxmlformats.org/officeDocument/2006/relationships/image" Target="../media/image694.png"/><Relationship Id="rId123" Type="http://schemas.openxmlformats.org/officeDocument/2006/relationships/customXml" Target="../ink/ink732.xml"/><Relationship Id="rId144" Type="http://schemas.openxmlformats.org/officeDocument/2006/relationships/image" Target="../media/image715.png"/><Relationship Id="rId330" Type="http://schemas.openxmlformats.org/officeDocument/2006/relationships/image" Target="../media/image807.png"/><Relationship Id="rId90" Type="http://schemas.openxmlformats.org/officeDocument/2006/relationships/image" Target="../media/image689.png"/><Relationship Id="rId165" Type="http://schemas.openxmlformats.org/officeDocument/2006/relationships/customXml" Target="../ink/ink753.xml"/><Relationship Id="rId186" Type="http://schemas.openxmlformats.org/officeDocument/2006/relationships/image" Target="../media/image735.png"/><Relationship Id="rId351" Type="http://schemas.openxmlformats.org/officeDocument/2006/relationships/customXml" Target="../ink/ink846.xml"/><Relationship Id="rId211" Type="http://schemas.openxmlformats.org/officeDocument/2006/relationships/customXml" Target="../ink/ink776.xml"/><Relationship Id="rId232" Type="http://schemas.openxmlformats.org/officeDocument/2006/relationships/image" Target="../media/image758.png"/><Relationship Id="rId253" Type="http://schemas.openxmlformats.org/officeDocument/2006/relationships/customXml" Target="../ink/ink797.xml"/><Relationship Id="rId274" Type="http://schemas.openxmlformats.org/officeDocument/2006/relationships/image" Target="../media/image779.png"/><Relationship Id="rId295" Type="http://schemas.openxmlformats.org/officeDocument/2006/relationships/customXml" Target="../ink/ink818.xml"/><Relationship Id="rId309" Type="http://schemas.openxmlformats.org/officeDocument/2006/relationships/customXml" Target="../ink/ink825.xml"/><Relationship Id="rId27" Type="http://schemas.openxmlformats.org/officeDocument/2006/relationships/customXml" Target="../ink/ink684.xml"/><Relationship Id="rId48" Type="http://schemas.openxmlformats.org/officeDocument/2006/relationships/image" Target="../media/image669.png"/><Relationship Id="rId69" Type="http://schemas.openxmlformats.org/officeDocument/2006/relationships/customXml" Target="../ink/ink705.xml"/><Relationship Id="rId113" Type="http://schemas.openxmlformats.org/officeDocument/2006/relationships/customXml" Target="../ink/ink727.xml"/><Relationship Id="rId134" Type="http://schemas.openxmlformats.org/officeDocument/2006/relationships/image" Target="../media/image710.png"/><Relationship Id="rId320" Type="http://schemas.openxmlformats.org/officeDocument/2006/relationships/image" Target="../media/image802.png"/><Relationship Id="rId80" Type="http://schemas.openxmlformats.org/officeDocument/2006/relationships/image" Target="../media/image684.png"/><Relationship Id="rId155" Type="http://schemas.openxmlformats.org/officeDocument/2006/relationships/customXml" Target="../ink/ink748.xml"/><Relationship Id="rId176" Type="http://schemas.openxmlformats.org/officeDocument/2006/relationships/image" Target="../media/image730.png"/><Relationship Id="rId197" Type="http://schemas.openxmlformats.org/officeDocument/2006/relationships/customXml" Target="../ink/ink769.xml"/><Relationship Id="rId341" Type="http://schemas.openxmlformats.org/officeDocument/2006/relationships/customXml" Target="../ink/ink841.xml"/><Relationship Id="rId362" Type="http://schemas.openxmlformats.org/officeDocument/2006/relationships/image" Target="../media/image823.png"/><Relationship Id="rId201" Type="http://schemas.openxmlformats.org/officeDocument/2006/relationships/customXml" Target="../ink/ink771.xml"/><Relationship Id="rId222" Type="http://schemas.openxmlformats.org/officeDocument/2006/relationships/image" Target="../media/image753.png"/><Relationship Id="rId243" Type="http://schemas.openxmlformats.org/officeDocument/2006/relationships/customXml" Target="../ink/ink792.xml"/><Relationship Id="rId264" Type="http://schemas.openxmlformats.org/officeDocument/2006/relationships/image" Target="../media/image774.png"/><Relationship Id="rId285" Type="http://schemas.openxmlformats.org/officeDocument/2006/relationships/customXml" Target="../ink/ink813.xml"/><Relationship Id="rId17" Type="http://schemas.openxmlformats.org/officeDocument/2006/relationships/customXml" Target="../ink/ink679.xml"/><Relationship Id="rId38" Type="http://schemas.openxmlformats.org/officeDocument/2006/relationships/image" Target="../media/image665.png"/><Relationship Id="rId59" Type="http://schemas.openxmlformats.org/officeDocument/2006/relationships/customXml" Target="../ink/ink700.xml"/><Relationship Id="rId103" Type="http://schemas.openxmlformats.org/officeDocument/2006/relationships/customXml" Target="../ink/ink722.xml"/><Relationship Id="rId124" Type="http://schemas.openxmlformats.org/officeDocument/2006/relationships/image" Target="../media/image705.png"/><Relationship Id="rId310" Type="http://schemas.openxmlformats.org/officeDocument/2006/relationships/image" Target="../media/image797.png"/><Relationship Id="rId70" Type="http://schemas.openxmlformats.org/officeDocument/2006/relationships/image" Target="../media/image679.png"/><Relationship Id="rId91" Type="http://schemas.openxmlformats.org/officeDocument/2006/relationships/customXml" Target="../ink/ink716.xml"/><Relationship Id="rId145" Type="http://schemas.openxmlformats.org/officeDocument/2006/relationships/customXml" Target="../ink/ink743.xml"/><Relationship Id="rId166" Type="http://schemas.openxmlformats.org/officeDocument/2006/relationships/image" Target="../media/image725.png"/><Relationship Id="rId187" Type="http://schemas.openxmlformats.org/officeDocument/2006/relationships/customXml" Target="../ink/ink764.xml"/><Relationship Id="rId331" Type="http://schemas.openxmlformats.org/officeDocument/2006/relationships/customXml" Target="../ink/ink836.xml"/><Relationship Id="rId352" Type="http://schemas.openxmlformats.org/officeDocument/2006/relationships/image" Target="../media/image81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748.png"/><Relationship Id="rId233" Type="http://schemas.openxmlformats.org/officeDocument/2006/relationships/customXml" Target="../ink/ink787.xml"/><Relationship Id="rId254" Type="http://schemas.openxmlformats.org/officeDocument/2006/relationships/image" Target="../media/image769.png"/><Relationship Id="rId28" Type="http://schemas.openxmlformats.org/officeDocument/2006/relationships/image" Target="../media/image660.png"/><Relationship Id="rId49" Type="http://schemas.openxmlformats.org/officeDocument/2006/relationships/customXml" Target="../ink/ink695.xml"/><Relationship Id="rId114" Type="http://schemas.openxmlformats.org/officeDocument/2006/relationships/image" Target="../media/image700.png"/><Relationship Id="rId275" Type="http://schemas.openxmlformats.org/officeDocument/2006/relationships/customXml" Target="../ink/ink808.xml"/><Relationship Id="rId296" Type="http://schemas.openxmlformats.org/officeDocument/2006/relationships/image" Target="../media/image790.png"/><Relationship Id="rId300" Type="http://schemas.openxmlformats.org/officeDocument/2006/relationships/image" Target="../media/image792.png"/><Relationship Id="rId60" Type="http://schemas.openxmlformats.org/officeDocument/2006/relationships/image" Target="../media/image674.png"/><Relationship Id="rId81" Type="http://schemas.openxmlformats.org/officeDocument/2006/relationships/customXml" Target="../ink/ink711.xml"/><Relationship Id="rId135" Type="http://schemas.openxmlformats.org/officeDocument/2006/relationships/customXml" Target="../ink/ink738.xml"/><Relationship Id="rId156" Type="http://schemas.openxmlformats.org/officeDocument/2006/relationships/image" Target="../media/image720.png"/><Relationship Id="rId177" Type="http://schemas.openxmlformats.org/officeDocument/2006/relationships/customXml" Target="../ink/ink759.xml"/><Relationship Id="rId198" Type="http://schemas.openxmlformats.org/officeDocument/2006/relationships/image" Target="../media/image741.png"/><Relationship Id="rId321" Type="http://schemas.openxmlformats.org/officeDocument/2006/relationships/customXml" Target="../ink/ink831.xml"/><Relationship Id="rId342" Type="http://schemas.openxmlformats.org/officeDocument/2006/relationships/image" Target="../media/image813.png"/><Relationship Id="rId202" Type="http://schemas.openxmlformats.org/officeDocument/2006/relationships/image" Target="../media/image743.png"/><Relationship Id="rId223" Type="http://schemas.openxmlformats.org/officeDocument/2006/relationships/customXml" Target="../ink/ink782.xml"/><Relationship Id="rId244" Type="http://schemas.openxmlformats.org/officeDocument/2006/relationships/image" Target="../media/image764.png"/><Relationship Id="rId18" Type="http://schemas.openxmlformats.org/officeDocument/2006/relationships/image" Target="../media/image655.png"/><Relationship Id="rId39" Type="http://schemas.openxmlformats.org/officeDocument/2006/relationships/customXml" Target="../ink/ink690.xml"/><Relationship Id="rId265" Type="http://schemas.openxmlformats.org/officeDocument/2006/relationships/customXml" Target="../ink/ink803.xml"/><Relationship Id="rId286" Type="http://schemas.openxmlformats.org/officeDocument/2006/relationships/image" Target="../media/image785.png"/><Relationship Id="rId50" Type="http://schemas.openxmlformats.org/officeDocument/2006/relationships/image" Target="../media/image670.png"/><Relationship Id="rId104" Type="http://schemas.openxmlformats.org/officeDocument/2006/relationships/image" Target="../media/image695.png"/><Relationship Id="rId125" Type="http://schemas.openxmlformats.org/officeDocument/2006/relationships/customXml" Target="../ink/ink733.xml"/><Relationship Id="rId146" Type="http://schemas.openxmlformats.org/officeDocument/2006/relationships/image" Target="../media/image270.png"/><Relationship Id="rId167" Type="http://schemas.openxmlformats.org/officeDocument/2006/relationships/customXml" Target="../ink/ink754.xml"/><Relationship Id="rId188" Type="http://schemas.openxmlformats.org/officeDocument/2006/relationships/image" Target="../media/image736.png"/><Relationship Id="rId311" Type="http://schemas.openxmlformats.org/officeDocument/2006/relationships/customXml" Target="../ink/ink826.xml"/><Relationship Id="rId332" Type="http://schemas.openxmlformats.org/officeDocument/2006/relationships/image" Target="../media/image808.png"/><Relationship Id="rId353" Type="http://schemas.openxmlformats.org/officeDocument/2006/relationships/customXml" Target="../ink/ink847.xml"/><Relationship Id="rId71" Type="http://schemas.openxmlformats.org/officeDocument/2006/relationships/customXml" Target="../ink/ink706.xml"/><Relationship Id="rId92" Type="http://schemas.openxmlformats.org/officeDocument/2006/relationships/image" Target="../media/image690.png"/><Relationship Id="rId213" Type="http://schemas.openxmlformats.org/officeDocument/2006/relationships/customXml" Target="../ink/ink777.xml"/><Relationship Id="rId234" Type="http://schemas.openxmlformats.org/officeDocument/2006/relationships/image" Target="../media/image759.png"/><Relationship Id="rId2" Type="http://schemas.openxmlformats.org/officeDocument/2006/relationships/image" Target="../media/image647.png"/><Relationship Id="rId29" Type="http://schemas.openxmlformats.org/officeDocument/2006/relationships/customXml" Target="../ink/ink685.xml"/><Relationship Id="rId255" Type="http://schemas.openxmlformats.org/officeDocument/2006/relationships/customXml" Target="../ink/ink798.xml"/><Relationship Id="rId276" Type="http://schemas.openxmlformats.org/officeDocument/2006/relationships/image" Target="../media/image780.png"/><Relationship Id="rId297" Type="http://schemas.openxmlformats.org/officeDocument/2006/relationships/customXml" Target="../ink/ink819.xml"/><Relationship Id="rId40" Type="http://schemas.openxmlformats.org/officeDocument/2006/relationships/image" Target="../media/image371.png"/><Relationship Id="rId115" Type="http://schemas.openxmlformats.org/officeDocument/2006/relationships/customXml" Target="../ink/ink728.xml"/><Relationship Id="rId136" Type="http://schemas.openxmlformats.org/officeDocument/2006/relationships/image" Target="../media/image711.png"/><Relationship Id="rId157" Type="http://schemas.openxmlformats.org/officeDocument/2006/relationships/customXml" Target="../ink/ink749.xml"/><Relationship Id="rId178" Type="http://schemas.openxmlformats.org/officeDocument/2006/relationships/image" Target="../media/image731.png"/><Relationship Id="rId301" Type="http://schemas.openxmlformats.org/officeDocument/2006/relationships/customXml" Target="../ink/ink821.xml"/><Relationship Id="rId322" Type="http://schemas.openxmlformats.org/officeDocument/2006/relationships/image" Target="../media/image803.png"/><Relationship Id="rId343" Type="http://schemas.openxmlformats.org/officeDocument/2006/relationships/customXml" Target="../ink/ink842.xml"/><Relationship Id="rId61" Type="http://schemas.openxmlformats.org/officeDocument/2006/relationships/customXml" Target="../ink/ink701.xml"/><Relationship Id="rId82" Type="http://schemas.openxmlformats.org/officeDocument/2006/relationships/image" Target="../media/image685.png"/><Relationship Id="rId199" Type="http://schemas.openxmlformats.org/officeDocument/2006/relationships/customXml" Target="../ink/ink770.xml"/><Relationship Id="rId203" Type="http://schemas.openxmlformats.org/officeDocument/2006/relationships/customXml" Target="../ink/ink772.xml"/><Relationship Id="rId19" Type="http://schemas.openxmlformats.org/officeDocument/2006/relationships/customXml" Target="../ink/ink680.xml"/><Relationship Id="rId224" Type="http://schemas.openxmlformats.org/officeDocument/2006/relationships/image" Target="../media/image754.png"/><Relationship Id="rId245" Type="http://schemas.openxmlformats.org/officeDocument/2006/relationships/customXml" Target="../ink/ink793.xml"/><Relationship Id="rId266" Type="http://schemas.openxmlformats.org/officeDocument/2006/relationships/image" Target="../media/image775.png"/><Relationship Id="rId287" Type="http://schemas.openxmlformats.org/officeDocument/2006/relationships/customXml" Target="../ink/ink814.xml"/><Relationship Id="rId30" Type="http://schemas.openxmlformats.org/officeDocument/2006/relationships/image" Target="../media/image661.png"/><Relationship Id="rId105" Type="http://schemas.openxmlformats.org/officeDocument/2006/relationships/customXml" Target="../ink/ink723.xml"/><Relationship Id="rId126" Type="http://schemas.openxmlformats.org/officeDocument/2006/relationships/image" Target="../media/image706.png"/><Relationship Id="rId147" Type="http://schemas.openxmlformats.org/officeDocument/2006/relationships/customXml" Target="../ink/ink744.xml"/><Relationship Id="rId168" Type="http://schemas.openxmlformats.org/officeDocument/2006/relationships/image" Target="../media/image726.png"/><Relationship Id="rId312" Type="http://schemas.openxmlformats.org/officeDocument/2006/relationships/image" Target="../media/image798.png"/><Relationship Id="rId333" Type="http://schemas.openxmlformats.org/officeDocument/2006/relationships/customXml" Target="../ink/ink837.xml"/><Relationship Id="rId354" Type="http://schemas.openxmlformats.org/officeDocument/2006/relationships/image" Target="../media/image819.png"/><Relationship Id="rId51" Type="http://schemas.openxmlformats.org/officeDocument/2006/relationships/customXml" Target="../ink/ink696.xml"/><Relationship Id="rId72" Type="http://schemas.openxmlformats.org/officeDocument/2006/relationships/image" Target="../media/image680.png"/><Relationship Id="rId93" Type="http://schemas.openxmlformats.org/officeDocument/2006/relationships/customXml" Target="../ink/ink717.xml"/><Relationship Id="rId189" Type="http://schemas.openxmlformats.org/officeDocument/2006/relationships/customXml" Target="../ink/ink765.xml"/><Relationship Id="rId3" Type="http://schemas.openxmlformats.org/officeDocument/2006/relationships/customXml" Target="../ink/ink672.xml"/><Relationship Id="rId214" Type="http://schemas.openxmlformats.org/officeDocument/2006/relationships/image" Target="../media/image749.png"/><Relationship Id="rId235" Type="http://schemas.openxmlformats.org/officeDocument/2006/relationships/customXml" Target="../ink/ink788.xml"/><Relationship Id="rId256" Type="http://schemas.openxmlformats.org/officeDocument/2006/relationships/image" Target="../media/image770.png"/><Relationship Id="rId277" Type="http://schemas.openxmlformats.org/officeDocument/2006/relationships/customXml" Target="../ink/ink809.xml"/><Relationship Id="rId298" Type="http://schemas.openxmlformats.org/officeDocument/2006/relationships/image" Target="../media/image791.png"/><Relationship Id="rId116" Type="http://schemas.openxmlformats.org/officeDocument/2006/relationships/image" Target="../media/image701.png"/><Relationship Id="rId137" Type="http://schemas.openxmlformats.org/officeDocument/2006/relationships/customXml" Target="../ink/ink739.xml"/><Relationship Id="rId158" Type="http://schemas.openxmlformats.org/officeDocument/2006/relationships/image" Target="../media/image721.png"/><Relationship Id="rId302" Type="http://schemas.openxmlformats.org/officeDocument/2006/relationships/image" Target="../media/image793.png"/><Relationship Id="rId323" Type="http://schemas.openxmlformats.org/officeDocument/2006/relationships/customXml" Target="../ink/ink832.xml"/><Relationship Id="rId344" Type="http://schemas.openxmlformats.org/officeDocument/2006/relationships/image" Target="../media/image814.png"/><Relationship Id="rId20" Type="http://schemas.openxmlformats.org/officeDocument/2006/relationships/image" Target="../media/image656.png"/><Relationship Id="rId41" Type="http://schemas.openxmlformats.org/officeDocument/2006/relationships/customXml" Target="../ink/ink691.xml"/><Relationship Id="rId62" Type="http://schemas.openxmlformats.org/officeDocument/2006/relationships/image" Target="../media/image675.png"/><Relationship Id="rId83" Type="http://schemas.openxmlformats.org/officeDocument/2006/relationships/customXml" Target="../ink/ink712.xml"/><Relationship Id="rId179" Type="http://schemas.openxmlformats.org/officeDocument/2006/relationships/customXml" Target="../ink/ink760.xml"/><Relationship Id="rId190" Type="http://schemas.openxmlformats.org/officeDocument/2006/relationships/image" Target="../media/image737.png"/><Relationship Id="rId204" Type="http://schemas.openxmlformats.org/officeDocument/2006/relationships/image" Target="../media/image744.png"/><Relationship Id="rId225" Type="http://schemas.openxmlformats.org/officeDocument/2006/relationships/customXml" Target="../ink/ink783.xml"/><Relationship Id="rId246" Type="http://schemas.openxmlformats.org/officeDocument/2006/relationships/image" Target="../media/image765.png"/><Relationship Id="rId267" Type="http://schemas.openxmlformats.org/officeDocument/2006/relationships/customXml" Target="../ink/ink804.xml"/><Relationship Id="rId288" Type="http://schemas.openxmlformats.org/officeDocument/2006/relationships/image" Target="../media/image786.png"/><Relationship Id="rId106" Type="http://schemas.openxmlformats.org/officeDocument/2006/relationships/image" Target="../media/image696.png"/><Relationship Id="rId127" Type="http://schemas.openxmlformats.org/officeDocument/2006/relationships/customXml" Target="../ink/ink734.xml"/><Relationship Id="rId313" Type="http://schemas.openxmlformats.org/officeDocument/2006/relationships/customXml" Target="../ink/ink827.xml"/><Relationship Id="rId10" Type="http://schemas.openxmlformats.org/officeDocument/2006/relationships/image" Target="../media/image651.png"/><Relationship Id="rId31" Type="http://schemas.openxmlformats.org/officeDocument/2006/relationships/customXml" Target="../ink/ink686.xml"/><Relationship Id="rId52" Type="http://schemas.openxmlformats.org/officeDocument/2006/relationships/image" Target="../media/image671.png"/><Relationship Id="rId73" Type="http://schemas.openxmlformats.org/officeDocument/2006/relationships/customXml" Target="../ink/ink707.xml"/><Relationship Id="rId94" Type="http://schemas.openxmlformats.org/officeDocument/2006/relationships/image" Target="../media/image691.png"/><Relationship Id="rId148" Type="http://schemas.openxmlformats.org/officeDocument/2006/relationships/image" Target="../media/image716.png"/><Relationship Id="rId169" Type="http://schemas.openxmlformats.org/officeDocument/2006/relationships/customXml" Target="../ink/ink755.xml"/><Relationship Id="rId334" Type="http://schemas.openxmlformats.org/officeDocument/2006/relationships/image" Target="../media/image809.png"/><Relationship Id="rId355" Type="http://schemas.openxmlformats.org/officeDocument/2006/relationships/customXml" Target="../ink/ink848.xml"/><Relationship Id="rId4" Type="http://schemas.openxmlformats.org/officeDocument/2006/relationships/image" Target="../media/image648.png"/><Relationship Id="rId180" Type="http://schemas.openxmlformats.org/officeDocument/2006/relationships/image" Target="../media/image732.png"/><Relationship Id="rId215" Type="http://schemas.openxmlformats.org/officeDocument/2006/relationships/customXml" Target="../ink/ink778.xml"/><Relationship Id="rId236" Type="http://schemas.openxmlformats.org/officeDocument/2006/relationships/image" Target="../media/image760.png"/><Relationship Id="rId257" Type="http://schemas.openxmlformats.org/officeDocument/2006/relationships/customXml" Target="../ink/ink799.xml"/><Relationship Id="rId278" Type="http://schemas.openxmlformats.org/officeDocument/2006/relationships/image" Target="../media/image781.png"/><Relationship Id="rId303" Type="http://schemas.openxmlformats.org/officeDocument/2006/relationships/customXml" Target="../ink/ink822.xml"/><Relationship Id="rId42" Type="http://schemas.openxmlformats.org/officeDocument/2006/relationships/image" Target="../media/image666.png"/><Relationship Id="rId84" Type="http://schemas.openxmlformats.org/officeDocument/2006/relationships/image" Target="../media/image686.png"/><Relationship Id="rId138" Type="http://schemas.openxmlformats.org/officeDocument/2006/relationships/image" Target="../media/image712.png"/><Relationship Id="rId345" Type="http://schemas.openxmlformats.org/officeDocument/2006/relationships/customXml" Target="../ink/ink843.xml"/><Relationship Id="rId191" Type="http://schemas.openxmlformats.org/officeDocument/2006/relationships/customXml" Target="../ink/ink766.xml"/><Relationship Id="rId205" Type="http://schemas.openxmlformats.org/officeDocument/2006/relationships/customXml" Target="../ink/ink773.xml"/><Relationship Id="rId247" Type="http://schemas.openxmlformats.org/officeDocument/2006/relationships/customXml" Target="../ink/ink794.xml"/><Relationship Id="rId107" Type="http://schemas.openxmlformats.org/officeDocument/2006/relationships/customXml" Target="../ink/ink724.xml"/><Relationship Id="rId289" Type="http://schemas.openxmlformats.org/officeDocument/2006/relationships/customXml" Target="../ink/ink815.xml"/><Relationship Id="rId11" Type="http://schemas.openxmlformats.org/officeDocument/2006/relationships/customXml" Target="../ink/ink676.xml"/><Relationship Id="rId53" Type="http://schemas.openxmlformats.org/officeDocument/2006/relationships/customXml" Target="../ink/ink697.xml"/><Relationship Id="rId149" Type="http://schemas.openxmlformats.org/officeDocument/2006/relationships/customXml" Target="../ink/ink745.xml"/><Relationship Id="rId314" Type="http://schemas.openxmlformats.org/officeDocument/2006/relationships/image" Target="../media/image799.png"/><Relationship Id="rId356" Type="http://schemas.openxmlformats.org/officeDocument/2006/relationships/image" Target="../media/image820.png"/><Relationship Id="rId95" Type="http://schemas.openxmlformats.org/officeDocument/2006/relationships/customXml" Target="../ink/ink718.xml"/><Relationship Id="rId160" Type="http://schemas.openxmlformats.org/officeDocument/2006/relationships/image" Target="../media/image722.png"/><Relationship Id="rId216" Type="http://schemas.openxmlformats.org/officeDocument/2006/relationships/image" Target="../media/image750.png"/><Relationship Id="rId258" Type="http://schemas.openxmlformats.org/officeDocument/2006/relationships/image" Target="../media/image771.png"/><Relationship Id="rId22" Type="http://schemas.openxmlformats.org/officeDocument/2006/relationships/image" Target="../media/image657.png"/><Relationship Id="rId64" Type="http://schemas.openxmlformats.org/officeDocument/2006/relationships/image" Target="../media/image676.png"/><Relationship Id="rId118" Type="http://schemas.openxmlformats.org/officeDocument/2006/relationships/image" Target="../media/image702.png"/><Relationship Id="rId325" Type="http://schemas.openxmlformats.org/officeDocument/2006/relationships/customXml" Target="../ink/ink833.xml"/><Relationship Id="rId171" Type="http://schemas.openxmlformats.org/officeDocument/2006/relationships/customXml" Target="../ink/ink756.xml"/><Relationship Id="rId227" Type="http://schemas.openxmlformats.org/officeDocument/2006/relationships/customXml" Target="../ink/ink784.xml"/><Relationship Id="rId269" Type="http://schemas.openxmlformats.org/officeDocument/2006/relationships/customXml" Target="../ink/ink805.xml"/><Relationship Id="rId33" Type="http://schemas.openxmlformats.org/officeDocument/2006/relationships/customXml" Target="../ink/ink687.xml"/><Relationship Id="rId129" Type="http://schemas.openxmlformats.org/officeDocument/2006/relationships/customXml" Target="../ink/ink735.xml"/><Relationship Id="rId280" Type="http://schemas.openxmlformats.org/officeDocument/2006/relationships/image" Target="../media/image782.png"/><Relationship Id="rId336" Type="http://schemas.openxmlformats.org/officeDocument/2006/relationships/image" Target="../media/image810.png"/><Relationship Id="rId75" Type="http://schemas.openxmlformats.org/officeDocument/2006/relationships/customXml" Target="../ink/ink708.xml"/><Relationship Id="rId140" Type="http://schemas.openxmlformats.org/officeDocument/2006/relationships/image" Target="../media/image713.png"/><Relationship Id="rId182" Type="http://schemas.openxmlformats.org/officeDocument/2006/relationships/image" Target="../media/image733.png"/><Relationship Id="rId6" Type="http://schemas.openxmlformats.org/officeDocument/2006/relationships/image" Target="../media/image649.png"/><Relationship Id="rId238" Type="http://schemas.openxmlformats.org/officeDocument/2006/relationships/image" Target="../media/image761.png"/><Relationship Id="rId291" Type="http://schemas.openxmlformats.org/officeDocument/2006/relationships/customXml" Target="../ink/ink816.xml"/><Relationship Id="rId305" Type="http://schemas.openxmlformats.org/officeDocument/2006/relationships/customXml" Target="../ink/ink823.xml"/><Relationship Id="rId347" Type="http://schemas.openxmlformats.org/officeDocument/2006/relationships/customXml" Target="../ink/ink844.xml"/><Relationship Id="rId44" Type="http://schemas.openxmlformats.org/officeDocument/2006/relationships/image" Target="../media/image667.png"/><Relationship Id="rId86" Type="http://schemas.openxmlformats.org/officeDocument/2006/relationships/image" Target="../media/image687.png"/><Relationship Id="rId151" Type="http://schemas.openxmlformats.org/officeDocument/2006/relationships/customXml" Target="../ink/ink746.xml"/><Relationship Id="rId193" Type="http://schemas.openxmlformats.org/officeDocument/2006/relationships/customXml" Target="../ink/ink767.xml"/><Relationship Id="rId207" Type="http://schemas.openxmlformats.org/officeDocument/2006/relationships/customXml" Target="../ink/ink774.xml"/><Relationship Id="rId249" Type="http://schemas.openxmlformats.org/officeDocument/2006/relationships/customXml" Target="../ink/ink795.xml"/><Relationship Id="rId13" Type="http://schemas.openxmlformats.org/officeDocument/2006/relationships/customXml" Target="../ink/ink677.xml"/><Relationship Id="rId109" Type="http://schemas.openxmlformats.org/officeDocument/2006/relationships/customXml" Target="../ink/ink725.xml"/><Relationship Id="rId260" Type="http://schemas.openxmlformats.org/officeDocument/2006/relationships/image" Target="../media/image772.png"/><Relationship Id="rId316" Type="http://schemas.openxmlformats.org/officeDocument/2006/relationships/image" Target="../media/image800.png"/><Relationship Id="rId55" Type="http://schemas.openxmlformats.org/officeDocument/2006/relationships/customXml" Target="../ink/ink698.xml"/><Relationship Id="rId97" Type="http://schemas.openxmlformats.org/officeDocument/2006/relationships/customXml" Target="../ink/ink719.xml"/><Relationship Id="rId120" Type="http://schemas.openxmlformats.org/officeDocument/2006/relationships/image" Target="../media/image703.png"/><Relationship Id="rId358" Type="http://schemas.openxmlformats.org/officeDocument/2006/relationships/image" Target="../media/image821.png"/><Relationship Id="rId162" Type="http://schemas.openxmlformats.org/officeDocument/2006/relationships/image" Target="../media/image723.png"/><Relationship Id="rId218" Type="http://schemas.openxmlformats.org/officeDocument/2006/relationships/image" Target="../media/image751.png"/><Relationship Id="rId271" Type="http://schemas.openxmlformats.org/officeDocument/2006/relationships/customXml" Target="../ink/ink806.xml"/><Relationship Id="rId24" Type="http://schemas.openxmlformats.org/officeDocument/2006/relationships/image" Target="../media/image658.png"/><Relationship Id="rId66" Type="http://schemas.openxmlformats.org/officeDocument/2006/relationships/image" Target="../media/image677.png"/><Relationship Id="rId131" Type="http://schemas.openxmlformats.org/officeDocument/2006/relationships/customXml" Target="../ink/ink736.xml"/><Relationship Id="rId327" Type="http://schemas.openxmlformats.org/officeDocument/2006/relationships/customXml" Target="../ink/ink834.xml"/><Relationship Id="rId173" Type="http://schemas.openxmlformats.org/officeDocument/2006/relationships/customXml" Target="../ink/ink757.xml"/><Relationship Id="rId229" Type="http://schemas.openxmlformats.org/officeDocument/2006/relationships/customXml" Target="../ink/ink785.xml"/><Relationship Id="rId240" Type="http://schemas.openxmlformats.org/officeDocument/2006/relationships/image" Target="../media/image762.png"/><Relationship Id="rId35" Type="http://schemas.openxmlformats.org/officeDocument/2006/relationships/customXml" Target="../ink/ink688.xml"/><Relationship Id="rId77" Type="http://schemas.openxmlformats.org/officeDocument/2006/relationships/customXml" Target="../ink/ink709.xml"/><Relationship Id="rId100" Type="http://schemas.openxmlformats.org/officeDocument/2006/relationships/image" Target="../media/image693.png"/><Relationship Id="rId282" Type="http://schemas.openxmlformats.org/officeDocument/2006/relationships/image" Target="../media/image783.png"/><Relationship Id="rId338" Type="http://schemas.openxmlformats.org/officeDocument/2006/relationships/image" Target="../media/image811.png"/><Relationship Id="rId8" Type="http://schemas.openxmlformats.org/officeDocument/2006/relationships/image" Target="../media/image650.png"/><Relationship Id="rId142" Type="http://schemas.openxmlformats.org/officeDocument/2006/relationships/image" Target="../media/image714.png"/><Relationship Id="rId184" Type="http://schemas.openxmlformats.org/officeDocument/2006/relationships/image" Target="../media/image734.png"/><Relationship Id="rId251" Type="http://schemas.openxmlformats.org/officeDocument/2006/relationships/customXml" Target="../ink/ink796.xml"/><Relationship Id="rId46" Type="http://schemas.openxmlformats.org/officeDocument/2006/relationships/image" Target="../media/image668.png"/><Relationship Id="rId293" Type="http://schemas.openxmlformats.org/officeDocument/2006/relationships/customXml" Target="../ink/ink817.xml"/><Relationship Id="rId307" Type="http://schemas.openxmlformats.org/officeDocument/2006/relationships/customXml" Target="../ink/ink824.xml"/><Relationship Id="rId349" Type="http://schemas.openxmlformats.org/officeDocument/2006/relationships/customXml" Target="../ink/ink84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09.xml"/><Relationship Id="rId299" Type="http://schemas.openxmlformats.org/officeDocument/2006/relationships/image" Target="../media/image969.png"/><Relationship Id="rId21" Type="http://schemas.openxmlformats.org/officeDocument/2006/relationships/customXml" Target="../ink/ink861.xml"/><Relationship Id="rId63" Type="http://schemas.openxmlformats.org/officeDocument/2006/relationships/customXml" Target="../ink/ink882.xml"/><Relationship Id="rId159" Type="http://schemas.openxmlformats.org/officeDocument/2006/relationships/customXml" Target="../ink/ink930.xml"/><Relationship Id="rId324" Type="http://schemas.openxmlformats.org/officeDocument/2006/relationships/customXml" Target="../ink/ink1013.xml"/><Relationship Id="rId170" Type="http://schemas.openxmlformats.org/officeDocument/2006/relationships/image" Target="../media/image906.png"/><Relationship Id="rId226" Type="http://schemas.openxmlformats.org/officeDocument/2006/relationships/customXml" Target="../ink/ink964.xml"/><Relationship Id="rId268" Type="http://schemas.openxmlformats.org/officeDocument/2006/relationships/customXml" Target="../ink/ink985.xml"/><Relationship Id="rId32" Type="http://schemas.openxmlformats.org/officeDocument/2006/relationships/image" Target="../media/image839.png"/><Relationship Id="rId74" Type="http://schemas.openxmlformats.org/officeDocument/2006/relationships/image" Target="../media/image859.png"/><Relationship Id="rId128" Type="http://schemas.openxmlformats.org/officeDocument/2006/relationships/image" Target="../media/image885.png"/><Relationship Id="rId335" Type="http://schemas.openxmlformats.org/officeDocument/2006/relationships/image" Target="../media/image987.png"/><Relationship Id="rId5" Type="http://schemas.openxmlformats.org/officeDocument/2006/relationships/customXml" Target="../ink/ink853.xml"/><Relationship Id="rId181" Type="http://schemas.openxmlformats.org/officeDocument/2006/relationships/customXml" Target="../ink/ink941.xml"/><Relationship Id="rId237" Type="http://schemas.openxmlformats.org/officeDocument/2006/relationships/image" Target="../media/image938.png"/><Relationship Id="rId279" Type="http://schemas.openxmlformats.org/officeDocument/2006/relationships/image" Target="../media/image959.png"/><Relationship Id="rId43" Type="http://schemas.openxmlformats.org/officeDocument/2006/relationships/customXml" Target="../ink/ink872.xml"/><Relationship Id="rId139" Type="http://schemas.openxmlformats.org/officeDocument/2006/relationships/customXml" Target="../ink/ink920.xml"/><Relationship Id="rId290" Type="http://schemas.openxmlformats.org/officeDocument/2006/relationships/customXml" Target="../ink/ink996.xml"/><Relationship Id="rId304" Type="http://schemas.openxmlformats.org/officeDocument/2006/relationships/customXml" Target="../ink/ink1003.xml"/><Relationship Id="rId346" Type="http://schemas.openxmlformats.org/officeDocument/2006/relationships/customXml" Target="../ink/ink1024.xml"/><Relationship Id="rId85" Type="http://schemas.openxmlformats.org/officeDocument/2006/relationships/customXml" Target="../ink/ink893.xml"/><Relationship Id="rId150" Type="http://schemas.openxmlformats.org/officeDocument/2006/relationships/image" Target="../media/image896.png"/><Relationship Id="rId192" Type="http://schemas.openxmlformats.org/officeDocument/2006/relationships/image" Target="../media/image917.png"/><Relationship Id="rId206" Type="http://schemas.openxmlformats.org/officeDocument/2006/relationships/customXml" Target="../ink/ink954.xml"/><Relationship Id="rId248" Type="http://schemas.openxmlformats.org/officeDocument/2006/relationships/customXml" Target="../ink/ink975.xml"/><Relationship Id="rId12" Type="http://schemas.openxmlformats.org/officeDocument/2006/relationships/image" Target="../media/image829.png"/><Relationship Id="rId108" Type="http://schemas.openxmlformats.org/officeDocument/2006/relationships/image" Target="../media/image876.png"/><Relationship Id="rId315" Type="http://schemas.openxmlformats.org/officeDocument/2006/relationships/image" Target="../media/image977.png"/><Relationship Id="rId54" Type="http://schemas.openxmlformats.org/officeDocument/2006/relationships/image" Target="../media/image849.png"/><Relationship Id="rId96" Type="http://schemas.openxmlformats.org/officeDocument/2006/relationships/image" Target="../media/image870.png"/><Relationship Id="rId161" Type="http://schemas.openxmlformats.org/officeDocument/2006/relationships/customXml" Target="../ink/ink931.xml"/><Relationship Id="rId217" Type="http://schemas.openxmlformats.org/officeDocument/2006/relationships/image" Target="../media/image928.png"/><Relationship Id="rId259" Type="http://schemas.openxmlformats.org/officeDocument/2006/relationships/image" Target="../media/image949.png"/><Relationship Id="rId23" Type="http://schemas.openxmlformats.org/officeDocument/2006/relationships/customXml" Target="../ink/ink862.xml"/><Relationship Id="rId119" Type="http://schemas.openxmlformats.org/officeDocument/2006/relationships/customXml" Target="../ink/ink910.xml"/><Relationship Id="rId270" Type="http://schemas.openxmlformats.org/officeDocument/2006/relationships/customXml" Target="../ink/ink986.xml"/><Relationship Id="rId326" Type="http://schemas.openxmlformats.org/officeDocument/2006/relationships/customXml" Target="../ink/ink1014.xml"/><Relationship Id="rId65" Type="http://schemas.openxmlformats.org/officeDocument/2006/relationships/customXml" Target="../ink/ink883.xml"/><Relationship Id="rId130" Type="http://schemas.openxmlformats.org/officeDocument/2006/relationships/image" Target="../media/image886.png"/><Relationship Id="rId172" Type="http://schemas.openxmlformats.org/officeDocument/2006/relationships/image" Target="../media/image907.png"/><Relationship Id="rId228" Type="http://schemas.openxmlformats.org/officeDocument/2006/relationships/customXml" Target="../ink/ink965.xml"/><Relationship Id="rId281" Type="http://schemas.openxmlformats.org/officeDocument/2006/relationships/image" Target="../media/image960.png"/><Relationship Id="rId337" Type="http://schemas.openxmlformats.org/officeDocument/2006/relationships/image" Target="../media/image988.png"/><Relationship Id="rId34" Type="http://schemas.openxmlformats.org/officeDocument/2006/relationships/image" Target="../media/image840.png"/><Relationship Id="rId76" Type="http://schemas.openxmlformats.org/officeDocument/2006/relationships/image" Target="../media/image860.png"/><Relationship Id="rId141" Type="http://schemas.openxmlformats.org/officeDocument/2006/relationships/customXml" Target="../ink/ink921.xml"/><Relationship Id="rId7" Type="http://schemas.openxmlformats.org/officeDocument/2006/relationships/customXml" Target="../ink/ink854.xml"/><Relationship Id="rId183" Type="http://schemas.openxmlformats.org/officeDocument/2006/relationships/customXml" Target="../ink/ink942.xml"/><Relationship Id="rId239" Type="http://schemas.openxmlformats.org/officeDocument/2006/relationships/image" Target="../media/image939.png"/><Relationship Id="rId250" Type="http://schemas.openxmlformats.org/officeDocument/2006/relationships/customXml" Target="../ink/ink976.xml"/><Relationship Id="rId292" Type="http://schemas.openxmlformats.org/officeDocument/2006/relationships/customXml" Target="../ink/ink997.xml"/><Relationship Id="rId306" Type="http://schemas.openxmlformats.org/officeDocument/2006/relationships/customXml" Target="../ink/ink1004.xml"/><Relationship Id="rId45" Type="http://schemas.openxmlformats.org/officeDocument/2006/relationships/customXml" Target="../ink/ink873.xml"/><Relationship Id="rId87" Type="http://schemas.openxmlformats.org/officeDocument/2006/relationships/customXml" Target="../ink/ink894.xml"/><Relationship Id="rId110" Type="http://schemas.openxmlformats.org/officeDocument/2006/relationships/image" Target="../media/image877.png"/><Relationship Id="rId348" Type="http://schemas.openxmlformats.org/officeDocument/2006/relationships/customXml" Target="../ink/ink1025.xml"/><Relationship Id="rId152" Type="http://schemas.openxmlformats.org/officeDocument/2006/relationships/image" Target="../media/image897.png"/><Relationship Id="rId194" Type="http://schemas.openxmlformats.org/officeDocument/2006/relationships/image" Target="../media/image918.png"/><Relationship Id="rId208" Type="http://schemas.openxmlformats.org/officeDocument/2006/relationships/customXml" Target="../ink/ink955.xml"/><Relationship Id="rId261" Type="http://schemas.openxmlformats.org/officeDocument/2006/relationships/image" Target="../media/image950.png"/><Relationship Id="rId14" Type="http://schemas.openxmlformats.org/officeDocument/2006/relationships/image" Target="../media/image830.png"/><Relationship Id="rId56" Type="http://schemas.openxmlformats.org/officeDocument/2006/relationships/image" Target="../media/image850.png"/><Relationship Id="rId317" Type="http://schemas.openxmlformats.org/officeDocument/2006/relationships/image" Target="../media/image978.png"/><Relationship Id="rId8" Type="http://schemas.openxmlformats.org/officeDocument/2006/relationships/image" Target="../media/image827.png"/><Relationship Id="rId98" Type="http://schemas.openxmlformats.org/officeDocument/2006/relationships/image" Target="../media/image871.png"/><Relationship Id="rId121" Type="http://schemas.openxmlformats.org/officeDocument/2006/relationships/customXml" Target="../ink/ink911.xml"/><Relationship Id="rId142" Type="http://schemas.openxmlformats.org/officeDocument/2006/relationships/image" Target="../media/image892.png"/><Relationship Id="rId163" Type="http://schemas.openxmlformats.org/officeDocument/2006/relationships/customXml" Target="../ink/ink932.xml"/><Relationship Id="rId184" Type="http://schemas.openxmlformats.org/officeDocument/2006/relationships/image" Target="../media/image913.png"/><Relationship Id="rId219" Type="http://schemas.openxmlformats.org/officeDocument/2006/relationships/image" Target="../media/image929.png"/><Relationship Id="rId230" Type="http://schemas.openxmlformats.org/officeDocument/2006/relationships/customXml" Target="../ink/ink966.xml"/><Relationship Id="rId251" Type="http://schemas.openxmlformats.org/officeDocument/2006/relationships/image" Target="../media/image945.png"/><Relationship Id="rId25" Type="http://schemas.openxmlformats.org/officeDocument/2006/relationships/customXml" Target="../ink/ink863.xml"/><Relationship Id="rId46" Type="http://schemas.openxmlformats.org/officeDocument/2006/relationships/image" Target="../media/image845.png"/><Relationship Id="rId67" Type="http://schemas.openxmlformats.org/officeDocument/2006/relationships/customXml" Target="../ink/ink884.xml"/><Relationship Id="rId272" Type="http://schemas.openxmlformats.org/officeDocument/2006/relationships/customXml" Target="../ink/ink987.xml"/><Relationship Id="rId293" Type="http://schemas.openxmlformats.org/officeDocument/2006/relationships/image" Target="../media/image966.png"/><Relationship Id="rId307" Type="http://schemas.openxmlformats.org/officeDocument/2006/relationships/image" Target="../media/image973.png"/><Relationship Id="rId328" Type="http://schemas.openxmlformats.org/officeDocument/2006/relationships/customXml" Target="../ink/ink1015.xml"/><Relationship Id="rId349" Type="http://schemas.openxmlformats.org/officeDocument/2006/relationships/image" Target="../media/image993.png"/><Relationship Id="rId88" Type="http://schemas.openxmlformats.org/officeDocument/2006/relationships/image" Target="../media/image866.png"/><Relationship Id="rId111" Type="http://schemas.openxmlformats.org/officeDocument/2006/relationships/customXml" Target="../ink/ink906.xml"/><Relationship Id="rId132" Type="http://schemas.openxmlformats.org/officeDocument/2006/relationships/image" Target="../media/image887.png"/><Relationship Id="rId153" Type="http://schemas.openxmlformats.org/officeDocument/2006/relationships/customXml" Target="../ink/ink927.xml"/><Relationship Id="rId174" Type="http://schemas.openxmlformats.org/officeDocument/2006/relationships/image" Target="../media/image908.png"/><Relationship Id="rId195" Type="http://schemas.openxmlformats.org/officeDocument/2006/relationships/customXml" Target="../ink/ink948.xml"/><Relationship Id="rId209" Type="http://schemas.openxmlformats.org/officeDocument/2006/relationships/image" Target="../media/image924.png"/><Relationship Id="rId220" Type="http://schemas.openxmlformats.org/officeDocument/2006/relationships/customXml" Target="../ink/ink961.xml"/><Relationship Id="rId241" Type="http://schemas.openxmlformats.org/officeDocument/2006/relationships/image" Target="../media/image940.png"/><Relationship Id="rId15" Type="http://schemas.openxmlformats.org/officeDocument/2006/relationships/customXml" Target="../ink/ink858.xml"/><Relationship Id="rId36" Type="http://schemas.openxmlformats.org/officeDocument/2006/relationships/image" Target="../media/image841.png"/><Relationship Id="rId57" Type="http://schemas.openxmlformats.org/officeDocument/2006/relationships/customXml" Target="../ink/ink879.xml"/><Relationship Id="rId262" Type="http://schemas.openxmlformats.org/officeDocument/2006/relationships/customXml" Target="../ink/ink982.xml"/><Relationship Id="rId283" Type="http://schemas.openxmlformats.org/officeDocument/2006/relationships/image" Target="../media/image961.png"/><Relationship Id="rId318" Type="http://schemas.openxmlformats.org/officeDocument/2006/relationships/customXml" Target="../ink/ink1010.xml"/><Relationship Id="rId339" Type="http://schemas.openxmlformats.org/officeDocument/2006/relationships/image" Target="../media/image989.png"/><Relationship Id="rId78" Type="http://schemas.openxmlformats.org/officeDocument/2006/relationships/image" Target="../media/image861.png"/><Relationship Id="rId99" Type="http://schemas.openxmlformats.org/officeDocument/2006/relationships/customXml" Target="../ink/ink900.xml"/><Relationship Id="rId101" Type="http://schemas.openxmlformats.org/officeDocument/2006/relationships/customXml" Target="../ink/ink901.xml"/><Relationship Id="rId122" Type="http://schemas.openxmlformats.org/officeDocument/2006/relationships/image" Target="../media/image882.png"/><Relationship Id="rId143" Type="http://schemas.openxmlformats.org/officeDocument/2006/relationships/customXml" Target="../ink/ink922.xml"/><Relationship Id="rId164" Type="http://schemas.openxmlformats.org/officeDocument/2006/relationships/image" Target="../media/image903.png"/><Relationship Id="rId185" Type="http://schemas.openxmlformats.org/officeDocument/2006/relationships/customXml" Target="../ink/ink943.xml"/><Relationship Id="rId350" Type="http://schemas.openxmlformats.org/officeDocument/2006/relationships/customXml" Target="../ink/ink1026.xml"/><Relationship Id="rId9" Type="http://schemas.openxmlformats.org/officeDocument/2006/relationships/customXml" Target="../ink/ink855.xml"/><Relationship Id="rId210" Type="http://schemas.openxmlformats.org/officeDocument/2006/relationships/customXml" Target="../ink/ink956.xml"/><Relationship Id="rId26" Type="http://schemas.openxmlformats.org/officeDocument/2006/relationships/image" Target="../media/image836.png"/><Relationship Id="rId231" Type="http://schemas.openxmlformats.org/officeDocument/2006/relationships/image" Target="../media/image935.png"/><Relationship Id="rId252" Type="http://schemas.openxmlformats.org/officeDocument/2006/relationships/customXml" Target="../ink/ink977.xml"/><Relationship Id="rId273" Type="http://schemas.openxmlformats.org/officeDocument/2006/relationships/image" Target="../media/image956.png"/><Relationship Id="rId294" Type="http://schemas.openxmlformats.org/officeDocument/2006/relationships/customXml" Target="../ink/ink998.xml"/><Relationship Id="rId308" Type="http://schemas.openxmlformats.org/officeDocument/2006/relationships/customXml" Target="../ink/ink1005.xml"/><Relationship Id="rId329" Type="http://schemas.openxmlformats.org/officeDocument/2006/relationships/image" Target="../media/image984.png"/><Relationship Id="rId47" Type="http://schemas.openxmlformats.org/officeDocument/2006/relationships/customXml" Target="../ink/ink874.xml"/><Relationship Id="rId68" Type="http://schemas.openxmlformats.org/officeDocument/2006/relationships/image" Target="../media/image856.png"/><Relationship Id="rId89" Type="http://schemas.openxmlformats.org/officeDocument/2006/relationships/customXml" Target="../ink/ink895.xml"/><Relationship Id="rId112" Type="http://schemas.openxmlformats.org/officeDocument/2006/relationships/image" Target="../media/image878.png"/><Relationship Id="rId133" Type="http://schemas.openxmlformats.org/officeDocument/2006/relationships/customXml" Target="../ink/ink917.xml"/><Relationship Id="rId154" Type="http://schemas.openxmlformats.org/officeDocument/2006/relationships/image" Target="../media/image898.png"/><Relationship Id="rId175" Type="http://schemas.openxmlformats.org/officeDocument/2006/relationships/customXml" Target="../ink/ink938.xml"/><Relationship Id="rId340" Type="http://schemas.openxmlformats.org/officeDocument/2006/relationships/customXml" Target="../ink/ink1021.xml"/><Relationship Id="rId196" Type="http://schemas.openxmlformats.org/officeDocument/2006/relationships/image" Target="../media/image318.png"/><Relationship Id="rId200" Type="http://schemas.openxmlformats.org/officeDocument/2006/relationships/image" Target="../media/image920.png"/><Relationship Id="rId16" Type="http://schemas.openxmlformats.org/officeDocument/2006/relationships/image" Target="../media/image831.png"/><Relationship Id="rId221" Type="http://schemas.openxmlformats.org/officeDocument/2006/relationships/image" Target="../media/image930.png"/><Relationship Id="rId242" Type="http://schemas.openxmlformats.org/officeDocument/2006/relationships/customXml" Target="../ink/ink972.xml"/><Relationship Id="rId263" Type="http://schemas.openxmlformats.org/officeDocument/2006/relationships/image" Target="../media/image951.png"/><Relationship Id="rId284" Type="http://schemas.openxmlformats.org/officeDocument/2006/relationships/customXml" Target="../ink/ink993.xml"/><Relationship Id="rId319" Type="http://schemas.openxmlformats.org/officeDocument/2006/relationships/image" Target="../media/image979.png"/><Relationship Id="rId37" Type="http://schemas.openxmlformats.org/officeDocument/2006/relationships/customXml" Target="../ink/ink869.xml"/><Relationship Id="rId58" Type="http://schemas.openxmlformats.org/officeDocument/2006/relationships/image" Target="../media/image851.png"/><Relationship Id="rId79" Type="http://schemas.openxmlformats.org/officeDocument/2006/relationships/customXml" Target="../ink/ink890.xml"/><Relationship Id="rId102" Type="http://schemas.openxmlformats.org/officeDocument/2006/relationships/image" Target="../media/image873.png"/><Relationship Id="rId123" Type="http://schemas.openxmlformats.org/officeDocument/2006/relationships/customXml" Target="../ink/ink912.xml"/><Relationship Id="rId144" Type="http://schemas.openxmlformats.org/officeDocument/2006/relationships/image" Target="../media/image893.png"/><Relationship Id="rId330" Type="http://schemas.openxmlformats.org/officeDocument/2006/relationships/customXml" Target="../ink/ink1016.xml"/><Relationship Id="rId90" Type="http://schemas.openxmlformats.org/officeDocument/2006/relationships/image" Target="../media/image867.png"/><Relationship Id="rId165" Type="http://schemas.openxmlformats.org/officeDocument/2006/relationships/customXml" Target="../ink/ink933.xml"/><Relationship Id="rId186" Type="http://schemas.openxmlformats.org/officeDocument/2006/relationships/image" Target="../media/image914.png"/><Relationship Id="rId351" Type="http://schemas.openxmlformats.org/officeDocument/2006/relationships/image" Target="../media/image994.png"/><Relationship Id="rId211" Type="http://schemas.openxmlformats.org/officeDocument/2006/relationships/image" Target="../media/image925.png"/><Relationship Id="rId232" Type="http://schemas.openxmlformats.org/officeDocument/2006/relationships/customXml" Target="../ink/ink967.xml"/><Relationship Id="rId253" Type="http://schemas.openxmlformats.org/officeDocument/2006/relationships/image" Target="../media/image946.png"/><Relationship Id="rId274" Type="http://schemas.openxmlformats.org/officeDocument/2006/relationships/customXml" Target="../ink/ink988.xml"/><Relationship Id="rId295" Type="http://schemas.openxmlformats.org/officeDocument/2006/relationships/image" Target="../media/image967.png"/><Relationship Id="rId309" Type="http://schemas.openxmlformats.org/officeDocument/2006/relationships/image" Target="../media/image974.png"/><Relationship Id="rId27" Type="http://schemas.openxmlformats.org/officeDocument/2006/relationships/customXml" Target="../ink/ink864.xml"/><Relationship Id="rId48" Type="http://schemas.openxmlformats.org/officeDocument/2006/relationships/image" Target="../media/image846.png"/><Relationship Id="rId69" Type="http://schemas.openxmlformats.org/officeDocument/2006/relationships/customXml" Target="../ink/ink885.xml"/><Relationship Id="rId113" Type="http://schemas.openxmlformats.org/officeDocument/2006/relationships/customXml" Target="../ink/ink907.xml"/><Relationship Id="rId134" Type="http://schemas.openxmlformats.org/officeDocument/2006/relationships/image" Target="../media/image888.png"/><Relationship Id="rId320" Type="http://schemas.openxmlformats.org/officeDocument/2006/relationships/customXml" Target="../ink/ink1011.xml"/><Relationship Id="rId80" Type="http://schemas.openxmlformats.org/officeDocument/2006/relationships/image" Target="../media/image862.png"/><Relationship Id="rId155" Type="http://schemas.openxmlformats.org/officeDocument/2006/relationships/customXml" Target="../ink/ink928.xml"/><Relationship Id="rId176" Type="http://schemas.openxmlformats.org/officeDocument/2006/relationships/image" Target="../media/image909.png"/><Relationship Id="rId197" Type="http://schemas.openxmlformats.org/officeDocument/2006/relationships/customXml" Target="../ink/ink949.xml"/><Relationship Id="rId341" Type="http://schemas.openxmlformats.org/officeDocument/2006/relationships/image" Target="../media/image990.png"/><Relationship Id="rId201" Type="http://schemas.openxmlformats.org/officeDocument/2006/relationships/customXml" Target="../ink/ink951.xml"/><Relationship Id="rId222" Type="http://schemas.openxmlformats.org/officeDocument/2006/relationships/customXml" Target="../ink/ink962.xml"/><Relationship Id="rId243" Type="http://schemas.openxmlformats.org/officeDocument/2006/relationships/image" Target="../media/image941.png"/><Relationship Id="rId264" Type="http://schemas.openxmlformats.org/officeDocument/2006/relationships/customXml" Target="../ink/ink983.xml"/><Relationship Id="rId285" Type="http://schemas.openxmlformats.org/officeDocument/2006/relationships/image" Target="../media/image962.png"/><Relationship Id="rId17" Type="http://schemas.openxmlformats.org/officeDocument/2006/relationships/customXml" Target="../ink/ink859.xml"/><Relationship Id="rId38" Type="http://schemas.openxmlformats.org/officeDocument/2006/relationships/image" Target="../media/image401.png"/><Relationship Id="rId59" Type="http://schemas.openxmlformats.org/officeDocument/2006/relationships/customXml" Target="../ink/ink880.xml"/><Relationship Id="rId103" Type="http://schemas.openxmlformats.org/officeDocument/2006/relationships/customXml" Target="../ink/ink902.xml"/><Relationship Id="rId124" Type="http://schemas.openxmlformats.org/officeDocument/2006/relationships/image" Target="../media/image883.png"/><Relationship Id="rId310" Type="http://schemas.openxmlformats.org/officeDocument/2006/relationships/customXml" Target="../ink/ink1006.xml"/><Relationship Id="rId70" Type="http://schemas.openxmlformats.org/officeDocument/2006/relationships/image" Target="../media/image857.png"/><Relationship Id="rId91" Type="http://schemas.openxmlformats.org/officeDocument/2006/relationships/customXml" Target="../ink/ink896.xml"/><Relationship Id="rId145" Type="http://schemas.openxmlformats.org/officeDocument/2006/relationships/customXml" Target="../ink/ink923.xml"/><Relationship Id="rId166" Type="http://schemas.openxmlformats.org/officeDocument/2006/relationships/image" Target="../media/image904.png"/><Relationship Id="rId187" Type="http://schemas.openxmlformats.org/officeDocument/2006/relationships/customXml" Target="../ink/ink944.xml"/><Relationship Id="rId331" Type="http://schemas.openxmlformats.org/officeDocument/2006/relationships/image" Target="../media/image98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57.xml"/><Relationship Id="rId233" Type="http://schemas.openxmlformats.org/officeDocument/2006/relationships/image" Target="../media/image936.png"/><Relationship Id="rId254" Type="http://schemas.openxmlformats.org/officeDocument/2006/relationships/customXml" Target="../ink/ink978.xml"/><Relationship Id="rId28" Type="http://schemas.openxmlformats.org/officeDocument/2006/relationships/image" Target="../media/image837.png"/><Relationship Id="rId49" Type="http://schemas.openxmlformats.org/officeDocument/2006/relationships/customXml" Target="../ink/ink875.xml"/><Relationship Id="rId114" Type="http://schemas.openxmlformats.org/officeDocument/2006/relationships/image" Target="../media/image879.png"/><Relationship Id="rId275" Type="http://schemas.openxmlformats.org/officeDocument/2006/relationships/image" Target="../media/image957.png"/><Relationship Id="rId296" Type="http://schemas.openxmlformats.org/officeDocument/2006/relationships/customXml" Target="../ink/ink999.xml"/><Relationship Id="rId300" Type="http://schemas.openxmlformats.org/officeDocument/2006/relationships/customXml" Target="../ink/ink1001.xml"/><Relationship Id="rId60" Type="http://schemas.openxmlformats.org/officeDocument/2006/relationships/image" Target="../media/image852.png"/><Relationship Id="rId81" Type="http://schemas.openxmlformats.org/officeDocument/2006/relationships/customXml" Target="../ink/ink891.xml"/><Relationship Id="rId135" Type="http://schemas.openxmlformats.org/officeDocument/2006/relationships/customXml" Target="../ink/ink918.xml"/><Relationship Id="rId156" Type="http://schemas.openxmlformats.org/officeDocument/2006/relationships/image" Target="../media/image899.png"/><Relationship Id="rId177" Type="http://schemas.openxmlformats.org/officeDocument/2006/relationships/customXml" Target="../ink/ink939.xml"/><Relationship Id="rId198" Type="http://schemas.openxmlformats.org/officeDocument/2006/relationships/image" Target="../media/image919.png"/><Relationship Id="rId321" Type="http://schemas.openxmlformats.org/officeDocument/2006/relationships/image" Target="../media/image980.png"/><Relationship Id="rId342" Type="http://schemas.openxmlformats.org/officeDocument/2006/relationships/customXml" Target="../ink/ink1022.xml"/><Relationship Id="rId202" Type="http://schemas.openxmlformats.org/officeDocument/2006/relationships/image" Target="../media/image921.png"/><Relationship Id="rId223" Type="http://schemas.openxmlformats.org/officeDocument/2006/relationships/image" Target="../media/image931.png"/><Relationship Id="rId244" Type="http://schemas.openxmlformats.org/officeDocument/2006/relationships/customXml" Target="../ink/ink973.xml"/><Relationship Id="rId18" Type="http://schemas.openxmlformats.org/officeDocument/2006/relationships/image" Target="../media/image832.png"/><Relationship Id="rId39" Type="http://schemas.openxmlformats.org/officeDocument/2006/relationships/customXml" Target="../ink/ink870.xml"/><Relationship Id="rId265" Type="http://schemas.openxmlformats.org/officeDocument/2006/relationships/image" Target="../media/image952.png"/><Relationship Id="rId286" Type="http://schemas.openxmlformats.org/officeDocument/2006/relationships/customXml" Target="../ink/ink994.xml"/><Relationship Id="rId50" Type="http://schemas.openxmlformats.org/officeDocument/2006/relationships/image" Target="../media/image847.png"/><Relationship Id="rId104" Type="http://schemas.openxmlformats.org/officeDocument/2006/relationships/image" Target="../media/image874.png"/><Relationship Id="rId125" Type="http://schemas.openxmlformats.org/officeDocument/2006/relationships/customXml" Target="../ink/ink913.xml"/><Relationship Id="rId146" Type="http://schemas.openxmlformats.org/officeDocument/2006/relationships/image" Target="../media/image894.png"/><Relationship Id="rId167" Type="http://schemas.openxmlformats.org/officeDocument/2006/relationships/customXml" Target="../ink/ink934.xml"/><Relationship Id="rId188" Type="http://schemas.openxmlformats.org/officeDocument/2006/relationships/image" Target="../media/image915.png"/><Relationship Id="rId311" Type="http://schemas.openxmlformats.org/officeDocument/2006/relationships/image" Target="../media/image975.png"/><Relationship Id="rId332" Type="http://schemas.openxmlformats.org/officeDocument/2006/relationships/customXml" Target="../ink/ink1017.xml"/><Relationship Id="rId71" Type="http://schemas.openxmlformats.org/officeDocument/2006/relationships/customXml" Target="../ink/ink886.xml"/><Relationship Id="rId92" Type="http://schemas.openxmlformats.org/officeDocument/2006/relationships/image" Target="../media/image868.png"/><Relationship Id="rId213" Type="http://schemas.openxmlformats.org/officeDocument/2006/relationships/image" Target="../media/image926.png"/><Relationship Id="rId234" Type="http://schemas.openxmlformats.org/officeDocument/2006/relationships/customXml" Target="../ink/ink968.xml"/><Relationship Id="rId2" Type="http://schemas.openxmlformats.org/officeDocument/2006/relationships/image" Target="../media/image824.png"/><Relationship Id="rId29" Type="http://schemas.openxmlformats.org/officeDocument/2006/relationships/customXml" Target="../ink/ink865.xml"/><Relationship Id="rId255" Type="http://schemas.openxmlformats.org/officeDocument/2006/relationships/image" Target="../media/image947.png"/><Relationship Id="rId276" Type="http://schemas.openxmlformats.org/officeDocument/2006/relationships/customXml" Target="../ink/ink989.xml"/><Relationship Id="rId297" Type="http://schemas.openxmlformats.org/officeDocument/2006/relationships/image" Target="../media/image968.png"/><Relationship Id="rId40" Type="http://schemas.openxmlformats.org/officeDocument/2006/relationships/image" Target="../media/image842.png"/><Relationship Id="rId115" Type="http://schemas.openxmlformats.org/officeDocument/2006/relationships/customXml" Target="../ink/ink908.xml"/><Relationship Id="rId136" Type="http://schemas.openxmlformats.org/officeDocument/2006/relationships/image" Target="../media/image889.png"/><Relationship Id="rId157" Type="http://schemas.openxmlformats.org/officeDocument/2006/relationships/customXml" Target="../ink/ink929.xml"/><Relationship Id="rId178" Type="http://schemas.openxmlformats.org/officeDocument/2006/relationships/image" Target="../media/image910.png"/><Relationship Id="rId301" Type="http://schemas.openxmlformats.org/officeDocument/2006/relationships/image" Target="../media/image970.png"/><Relationship Id="rId322" Type="http://schemas.openxmlformats.org/officeDocument/2006/relationships/customXml" Target="../ink/ink1012.xml"/><Relationship Id="rId343" Type="http://schemas.openxmlformats.org/officeDocument/2006/relationships/image" Target="../media/image315.png"/><Relationship Id="rId61" Type="http://schemas.openxmlformats.org/officeDocument/2006/relationships/customXml" Target="../ink/ink881.xml"/><Relationship Id="rId82" Type="http://schemas.openxmlformats.org/officeDocument/2006/relationships/image" Target="../media/image863.png"/><Relationship Id="rId199" Type="http://schemas.openxmlformats.org/officeDocument/2006/relationships/customXml" Target="../ink/ink950.xml"/><Relationship Id="rId203" Type="http://schemas.openxmlformats.org/officeDocument/2006/relationships/customXml" Target="../ink/ink952.xml"/><Relationship Id="rId19" Type="http://schemas.openxmlformats.org/officeDocument/2006/relationships/customXml" Target="../ink/ink860.xml"/><Relationship Id="rId224" Type="http://schemas.openxmlformats.org/officeDocument/2006/relationships/customXml" Target="../ink/ink963.xml"/><Relationship Id="rId245" Type="http://schemas.openxmlformats.org/officeDocument/2006/relationships/image" Target="../media/image942.png"/><Relationship Id="rId266" Type="http://schemas.openxmlformats.org/officeDocument/2006/relationships/customXml" Target="../ink/ink984.xml"/><Relationship Id="rId287" Type="http://schemas.openxmlformats.org/officeDocument/2006/relationships/image" Target="../media/image963.png"/><Relationship Id="rId30" Type="http://schemas.openxmlformats.org/officeDocument/2006/relationships/image" Target="../media/image838.png"/><Relationship Id="rId105" Type="http://schemas.openxmlformats.org/officeDocument/2006/relationships/customXml" Target="../ink/ink903.xml"/><Relationship Id="rId126" Type="http://schemas.openxmlformats.org/officeDocument/2006/relationships/image" Target="../media/image884.png"/><Relationship Id="rId147" Type="http://schemas.openxmlformats.org/officeDocument/2006/relationships/customXml" Target="../ink/ink924.xml"/><Relationship Id="rId168" Type="http://schemas.openxmlformats.org/officeDocument/2006/relationships/image" Target="../media/image905.png"/><Relationship Id="rId312" Type="http://schemas.openxmlformats.org/officeDocument/2006/relationships/customXml" Target="../ink/ink1007.xml"/><Relationship Id="rId333" Type="http://schemas.openxmlformats.org/officeDocument/2006/relationships/image" Target="../media/image986.png"/><Relationship Id="rId51" Type="http://schemas.openxmlformats.org/officeDocument/2006/relationships/customXml" Target="../ink/ink876.xml"/><Relationship Id="rId72" Type="http://schemas.openxmlformats.org/officeDocument/2006/relationships/image" Target="../media/image858.png"/><Relationship Id="rId93" Type="http://schemas.openxmlformats.org/officeDocument/2006/relationships/customXml" Target="../ink/ink897.xml"/><Relationship Id="rId189" Type="http://schemas.openxmlformats.org/officeDocument/2006/relationships/customXml" Target="../ink/ink945.xml"/><Relationship Id="rId3" Type="http://schemas.openxmlformats.org/officeDocument/2006/relationships/customXml" Target="../ink/ink852.xml"/><Relationship Id="rId214" Type="http://schemas.openxmlformats.org/officeDocument/2006/relationships/customXml" Target="../ink/ink958.xml"/><Relationship Id="rId235" Type="http://schemas.openxmlformats.org/officeDocument/2006/relationships/image" Target="../media/image937.png"/><Relationship Id="rId256" Type="http://schemas.openxmlformats.org/officeDocument/2006/relationships/customXml" Target="../ink/ink979.xml"/><Relationship Id="rId277" Type="http://schemas.openxmlformats.org/officeDocument/2006/relationships/image" Target="../media/image958.png"/><Relationship Id="rId298" Type="http://schemas.openxmlformats.org/officeDocument/2006/relationships/customXml" Target="../ink/ink1000.xml"/><Relationship Id="rId116" Type="http://schemas.openxmlformats.org/officeDocument/2006/relationships/image" Target="../media/image880.png"/><Relationship Id="rId137" Type="http://schemas.openxmlformats.org/officeDocument/2006/relationships/customXml" Target="../ink/ink919.xml"/><Relationship Id="rId158" Type="http://schemas.openxmlformats.org/officeDocument/2006/relationships/image" Target="../media/image900.png"/><Relationship Id="rId302" Type="http://schemas.openxmlformats.org/officeDocument/2006/relationships/customXml" Target="../ink/ink1002.xml"/><Relationship Id="rId323" Type="http://schemas.openxmlformats.org/officeDocument/2006/relationships/image" Target="../media/image981.png"/><Relationship Id="rId344" Type="http://schemas.openxmlformats.org/officeDocument/2006/relationships/customXml" Target="../ink/ink1023.xml"/><Relationship Id="rId20" Type="http://schemas.openxmlformats.org/officeDocument/2006/relationships/image" Target="../media/image833.png"/><Relationship Id="rId41" Type="http://schemas.openxmlformats.org/officeDocument/2006/relationships/customXml" Target="../ink/ink871.xml"/><Relationship Id="rId62" Type="http://schemas.openxmlformats.org/officeDocument/2006/relationships/image" Target="../media/image853.png"/><Relationship Id="rId83" Type="http://schemas.openxmlformats.org/officeDocument/2006/relationships/customXml" Target="../ink/ink892.xml"/><Relationship Id="rId179" Type="http://schemas.openxmlformats.org/officeDocument/2006/relationships/customXml" Target="../ink/ink940.xml"/><Relationship Id="rId190" Type="http://schemas.openxmlformats.org/officeDocument/2006/relationships/image" Target="../media/image916.png"/><Relationship Id="rId204" Type="http://schemas.openxmlformats.org/officeDocument/2006/relationships/image" Target="../media/image922.png"/><Relationship Id="rId225" Type="http://schemas.openxmlformats.org/officeDocument/2006/relationships/image" Target="../media/image932.png"/><Relationship Id="rId246" Type="http://schemas.openxmlformats.org/officeDocument/2006/relationships/customXml" Target="../ink/ink974.xml"/><Relationship Id="rId267" Type="http://schemas.openxmlformats.org/officeDocument/2006/relationships/image" Target="../media/image953.png"/><Relationship Id="rId288" Type="http://schemas.openxmlformats.org/officeDocument/2006/relationships/customXml" Target="../ink/ink995.xml"/><Relationship Id="rId106" Type="http://schemas.openxmlformats.org/officeDocument/2006/relationships/image" Target="../media/image875.png"/><Relationship Id="rId127" Type="http://schemas.openxmlformats.org/officeDocument/2006/relationships/customXml" Target="../ink/ink914.xml"/><Relationship Id="rId313" Type="http://schemas.openxmlformats.org/officeDocument/2006/relationships/image" Target="../media/image976.png"/><Relationship Id="rId10" Type="http://schemas.openxmlformats.org/officeDocument/2006/relationships/image" Target="../media/image828.png"/><Relationship Id="rId31" Type="http://schemas.openxmlformats.org/officeDocument/2006/relationships/customXml" Target="../ink/ink866.xml"/><Relationship Id="rId52" Type="http://schemas.openxmlformats.org/officeDocument/2006/relationships/image" Target="../media/image848.png"/><Relationship Id="rId73" Type="http://schemas.openxmlformats.org/officeDocument/2006/relationships/customXml" Target="../ink/ink887.xml"/><Relationship Id="rId94" Type="http://schemas.openxmlformats.org/officeDocument/2006/relationships/image" Target="../media/image869.png"/><Relationship Id="rId148" Type="http://schemas.openxmlformats.org/officeDocument/2006/relationships/image" Target="../media/image895.png"/><Relationship Id="rId169" Type="http://schemas.openxmlformats.org/officeDocument/2006/relationships/customXml" Target="../ink/ink935.xml"/><Relationship Id="rId334" Type="http://schemas.openxmlformats.org/officeDocument/2006/relationships/customXml" Target="../ink/ink1018.xml"/><Relationship Id="rId4" Type="http://schemas.openxmlformats.org/officeDocument/2006/relationships/image" Target="../media/image825.png"/><Relationship Id="rId180" Type="http://schemas.openxmlformats.org/officeDocument/2006/relationships/image" Target="../media/image911.png"/><Relationship Id="rId215" Type="http://schemas.openxmlformats.org/officeDocument/2006/relationships/image" Target="../media/image927.png"/><Relationship Id="rId236" Type="http://schemas.openxmlformats.org/officeDocument/2006/relationships/customXml" Target="../ink/ink969.xml"/><Relationship Id="rId257" Type="http://schemas.openxmlformats.org/officeDocument/2006/relationships/image" Target="../media/image948.png"/><Relationship Id="rId278" Type="http://schemas.openxmlformats.org/officeDocument/2006/relationships/customXml" Target="../ink/ink990.xml"/><Relationship Id="rId303" Type="http://schemas.openxmlformats.org/officeDocument/2006/relationships/image" Target="../media/image971.png"/><Relationship Id="rId42" Type="http://schemas.openxmlformats.org/officeDocument/2006/relationships/image" Target="../media/image843.png"/><Relationship Id="rId84" Type="http://schemas.openxmlformats.org/officeDocument/2006/relationships/image" Target="../media/image864.png"/><Relationship Id="rId138" Type="http://schemas.openxmlformats.org/officeDocument/2006/relationships/image" Target="../media/image890.png"/><Relationship Id="rId345" Type="http://schemas.openxmlformats.org/officeDocument/2006/relationships/image" Target="../media/image991.png"/><Relationship Id="rId191" Type="http://schemas.openxmlformats.org/officeDocument/2006/relationships/customXml" Target="../ink/ink946.xml"/><Relationship Id="rId205" Type="http://schemas.openxmlformats.org/officeDocument/2006/relationships/customXml" Target="../ink/ink953.xml"/><Relationship Id="rId247" Type="http://schemas.openxmlformats.org/officeDocument/2006/relationships/image" Target="../media/image943.png"/><Relationship Id="rId107" Type="http://schemas.openxmlformats.org/officeDocument/2006/relationships/customXml" Target="../ink/ink904.xml"/><Relationship Id="rId289" Type="http://schemas.openxmlformats.org/officeDocument/2006/relationships/image" Target="../media/image964.png"/><Relationship Id="rId11" Type="http://schemas.openxmlformats.org/officeDocument/2006/relationships/customXml" Target="../ink/ink856.xml"/><Relationship Id="rId53" Type="http://schemas.openxmlformats.org/officeDocument/2006/relationships/customXml" Target="../ink/ink877.xml"/><Relationship Id="rId149" Type="http://schemas.openxmlformats.org/officeDocument/2006/relationships/customXml" Target="../ink/ink925.xml"/><Relationship Id="rId314" Type="http://schemas.openxmlformats.org/officeDocument/2006/relationships/customXml" Target="../ink/ink1008.xml"/><Relationship Id="rId95" Type="http://schemas.openxmlformats.org/officeDocument/2006/relationships/customXml" Target="../ink/ink898.xml"/><Relationship Id="rId160" Type="http://schemas.openxmlformats.org/officeDocument/2006/relationships/image" Target="../media/image901.png"/><Relationship Id="rId216" Type="http://schemas.openxmlformats.org/officeDocument/2006/relationships/customXml" Target="../ink/ink959.xml"/><Relationship Id="rId258" Type="http://schemas.openxmlformats.org/officeDocument/2006/relationships/customXml" Target="../ink/ink980.xml"/><Relationship Id="rId22" Type="http://schemas.openxmlformats.org/officeDocument/2006/relationships/image" Target="../media/image834.png"/><Relationship Id="rId64" Type="http://schemas.openxmlformats.org/officeDocument/2006/relationships/image" Target="../media/image854.png"/><Relationship Id="rId118" Type="http://schemas.openxmlformats.org/officeDocument/2006/relationships/image" Target="../media/image881.png"/><Relationship Id="rId325" Type="http://schemas.openxmlformats.org/officeDocument/2006/relationships/image" Target="../media/image982.png"/><Relationship Id="rId171" Type="http://schemas.openxmlformats.org/officeDocument/2006/relationships/customXml" Target="../ink/ink936.xml"/><Relationship Id="rId227" Type="http://schemas.openxmlformats.org/officeDocument/2006/relationships/image" Target="../media/image933.png"/><Relationship Id="rId269" Type="http://schemas.openxmlformats.org/officeDocument/2006/relationships/image" Target="../media/image954.png"/><Relationship Id="rId33" Type="http://schemas.openxmlformats.org/officeDocument/2006/relationships/customXml" Target="../ink/ink867.xml"/><Relationship Id="rId129" Type="http://schemas.openxmlformats.org/officeDocument/2006/relationships/customXml" Target="../ink/ink915.xml"/><Relationship Id="rId280" Type="http://schemas.openxmlformats.org/officeDocument/2006/relationships/customXml" Target="../ink/ink991.xml"/><Relationship Id="rId336" Type="http://schemas.openxmlformats.org/officeDocument/2006/relationships/customXml" Target="../ink/ink1019.xml"/><Relationship Id="rId75" Type="http://schemas.openxmlformats.org/officeDocument/2006/relationships/customXml" Target="../ink/ink888.xml"/><Relationship Id="rId140" Type="http://schemas.openxmlformats.org/officeDocument/2006/relationships/image" Target="../media/image891.png"/><Relationship Id="rId182" Type="http://schemas.openxmlformats.org/officeDocument/2006/relationships/image" Target="../media/image912.png"/><Relationship Id="rId6" Type="http://schemas.openxmlformats.org/officeDocument/2006/relationships/image" Target="../media/image826.png"/><Relationship Id="rId238" Type="http://schemas.openxmlformats.org/officeDocument/2006/relationships/customXml" Target="../ink/ink970.xml"/><Relationship Id="rId291" Type="http://schemas.openxmlformats.org/officeDocument/2006/relationships/image" Target="../media/image965.png"/><Relationship Id="rId305" Type="http://schemas.openxmlformats.org/officeDocument/2006/relationships/image" Target="../media/image972.png"/><Relationship Id="rId347" Type="http://schemas.openxmlformats.org/officeDocument/2006/relationships/image" Target="../media/image992.png"/><Relationship Id="rId44" Type="http://schemas.openxmlformats.org/officeDocument/2006/relationships/image" Target="../media/image844.png"/><Relationship Id="rId86" Type="http://schemas.openxmlformats.org/officeDocument/2006/relationships/image" Target="../media/image865.png"/><Relationship Id="rId151" Type="http://schemas.openxmlformats.org/officeDocument/2006/relationships/customXml" Target="../ink/ink926.xml"/><Relationship Id="rId193" Type="http://schemas.openxmlformats.org/officeDocument/2006/relationships/customXml" Target="../ink/ink947.xml"/><Relationship Id="rId207" Type="http://schemas.openxmlformats.org/officeDocument/2006/relationships/image" Target="../media/image923.png"/><Relationship Id="rId249" Type="http://schemas.openxmlformats.org/officeDocument/2006/relationships/image" Target="../media/image944.png"/><Relationship Id="rId13" Type="http://schemas.openxmlformats.org/officeDocument/2006/relationships/customXml" Target="../ink/ink857.xml"/><Relationship Id="rId109" Type="http://schemas.openxmlformats.org/officeDocument/2006/relationships/customXml" Target="../ink/ink905.xml"/><Relationship Id="rId260" Type="http://schemas.openxmlformats.org/officeDocument/2006/relationships/customXml" Target="../ink/ink981.xml"/><Relationship Id="rId316" Type="http://schemas.openxmlformats.org/officeDocument/2006/relationships/customXml" Target="../ink/ink1009.xml"/><Relationship Id="rId55" Type="http://schemas.openxmlformats.org/officeDocument/2006/relationships/customXml" Target="../ink/ink878.xml"/><Relationship Id="rId97" Type="http://schemas.openxmlformats.org/officeDocument/2006/relationships/customXml" Target="../ink/ink899.xml"/><Relationship Id="rId120" Type="http://schemas.openxmlformats.org/officeDocument/2006/relationships/image" Target="../media/image88.png"/><Relationship Id="rId162" Type="http://schemas.openxmlformats.org/officeDocument/2006/relationships/image" Target="../media/image902.png"/><Relationship Id="rId218" Type="http://schemas.openxmlformats.org/officeDocument/2006/relationships/customXml" Target="../ink/ink960.xml"/><Relationship Id="rId271" Type="http://schemas.openxmlformats.org/officeDocument/2006/relationships/image" Target="../media/image955.png"/><Relationship Id="rId24" Type="http://schemas.openxmlformats.org/officeDocument/2006/relationships/image" Target="../media/image835.png"/><Relationship Id="rId66" Type="http://schemas.openxmlformats.org/officeDocument/2006/relationships/image" Target="../media/image855.png"/><Relationship Id="rId131" Type="http://schemas.openxmlformats.org/officeDocument/2006/relationships/customXml" Target="../ink/ink916.xml"/><Relationship Id="rId327" Type="http://schemas.openxmlformats.org/officeDocument/2006/relationships/image" Target="../media/image983.png"/><Relationship Id="rId173" Type="http://schemas.openxmlformats.org/officeDocument/2006/relationships/customXml" Target="../ink/ink937.xml"/><Relationship Id="rId229" Type="http://schemas.openxmlformats.org/officeDocument/2006/relationships/image" Target="../media/image934.png"/><Relationship Id="rId240" Type="http://schemas.openxmlformats.org/officeDocument/2006/relationships/customXml" Target="../ink/ink971.xml"/><Relationship Id="rId35" Type="http://schemas.openxmlformats.org/officeDocument/2006/relationships/customXml" Target="../ink/ink868.xml"/><Relationship Id="rId77" Type="http://schemas.openxmlformats.org/officeDocument/2006/relationships/customXml" Target="../ink/ink889.xml"/><Relationship Id="rId100" Type="http://schemas.openxmlformats.org/officeDocument/2006/relationships/image" Target="../media/image872.png"/><Relationship Id="rId282" Type="http://schemas.openxmlformats.org/officeDocument/2006/relationships/customXml" Target="../ink/ink992.xml"/><Relationship Id="rId338" Type="http://schemas.openxmlformats.org/officeDocument/2006/relationships/customXml" Target="../ink/ink102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9.xml"/><Relationship Id="rId21" Type="http://schemas.openxmlformats.org/officeDocument/2006/relationships/image" Target="../media/image1004.png"/><Relationship Id="rId42" Type="http://schemas.openxmlformats.org/officeDocument/2006/relationships/customXml" Target="../ink/ink1047.xml"/><Relationship Id="rId47" Type="http://schemas.openxmlformats.org/officeDocument/2006/relationships/image" Target="../media/image1017.png"/><Relationship Id="rId63" Type="http://schemas.openxmlformats.org/officeDocument/2006/relationships/image" Target="../media/image1025.png"/><Relationship Id="rId68" Type="http://schemas.openxmlformats.org/officeDocument/2006/relationships/customXml" Target="../ink/ink1060.xml"/><Relationship Id="rId84" Type="http://schemas.openxmlformats.org/officeDocument/2006/relationships/customXml" Target="../ink/ink1068.xml"/><Relationship Id="rId89" Type="http://schemas.openxmlformats.org/officeDocument/2006/relationships/image" Target="../media/image1038.png"/><Relationship Id="rId16" Type="http://schemas.openxmlformats.org/officeDocument/2006/relationships/customXml" Target="../ink/ink1034.xml"/><Relationship Id="rId11" Type="http://schemas.openxmlformats.org/officeDocument/2006/relationships/image" Target="../media/image999.png"/><Relationship Id="rId32" Type="http://schemas.openxmlformats.org/officeDocument/2006/relationships/customXml" Target="../ink/ink1042.xml"/><Relationship Id="rId37" Type="http://schemas.openxmlformats.org/officeDocument/2006/relationships/image" Target="../media/image1012.png"/><Relationship Id="rId53" Type="http://schemas.openxmlformats.org/officeDocument/2006/relationships/image" Target="../media/image1020.png"/><Relationship Id="rId58" Type="http://schemas.openxmlformats.org/officeDocument/2006/relationships/customXml" Target="../ink/ink1055.xml"/><Relationship Id="rId74" Type="http://schemas.openxmlformats.org/officeDocument/2006/relationships/customXml" Target="../ink/ink1063.xml"/><Relationship Id="rId79" Type="http://schemas.openxmlformats.org/officeDocument/2006/relationships/image" Target="../media/image1033.png"/><Relationship Id="rId5" Type="http://schemas.openxmlformats.org/officeDocument/2006/relationships/image" Target="../media/image996.png"/><Relationship Id="rId90" Type="http://schemas.openxmlformats.org/officeDocument/2006/relationships/customXml" Target="../ink/ink1071.xml"/><Relationship Id="rId95" Type="http://schemas.openxmlformats.org/officeDocument/2006/relationships/image" Target="../media/image1041.png"/><Relationship Id="rId22" Type="http://schemas.openxmlformats.org/officeDocument/2006/relationships/customXml" Target="../ink/ink1037.xml"/><Relationship Id="rId27" Type="http://schemas.openxmlformats.org/officeDocument/2006/relationships/image" Target="../media/image1007.png"/><Relationship Id="rId43" Type="http://schemas.openxmlformats.org/officeDocument/2006/relationships/image" Target="../media/image1015.png"/><Relationship Id="rId48" Type="http://schemas.openxmlformats.org/officeDocument/2006/relationships/customXml" Target="../ink/ink1050.xml"/><Relationship Id="rId64" Type="http://schemas.openxmlformats.org/officeDocument/2006/relationships/customXml" Target="../ink/ink1058.xml"/><Relationship Id="rId69" Type="http://schemas.openxmlformats.org/officeDocument/2006/relationships/image" Target="../media/image1028.png"/><Relationship Id="rId80" Type="http://schemas.openxmlformats.org/officeDocument/2006/relationships/customXml" Target="../ink/ink1066.xml"/><Relationship Id="rId85" Type="http://schemas.openxmlformats.org/officeDocument/2006/relationships/image" Target="../media/image1036.png"/><Relationship Id="rId3" Type="http://schemas.openxmlformats.org/officeDocument/2006/relationships/image" Target="../media/image995.png"/><Relationship Id="rId12" Type="http://schemas.openxmlformats.org/officeDocument/2006/relationships/customXml" Target="../ink/ink1032.xml"/><Relationship Id="rId17" Type="http://schemas.openxmlformats.org/officeDocument/2006/relationships/image" Target="../media/image1002.png"/><Relationship Id="rId25" Type="http://schemas.openxmlformats.org/officeDocument/2006/relationships/image" Target="../media/image1006.png"/><Relationship Id="rId33" Type="http://schemas.openxmlformats.org/officeDocument/2006/relationships/image" Target="../media/image1010.png"/><Relationship Id="rId38" Type="http://schemas.openxmlformats.org/officeDocument/2006/relationships/customXml" Target="../ink/ink1045.xml"/><Relationship Id="rId46" Type="http://schemas.openxmlformats.org/officeDocument/2006/relationships/customXml" Target="../ink/ink1049.xml"/><Relationship Id="rId59" Type="http://schemas.openxmlformats.org/officeDocument/2006/relationships/image" Target="../media/image1023.png"/><Relationship Id="rId67" Type="http://schemas.openxmlformats.org/officeDocument/2006/relationships/image" Target="../media/image1027.png"/><Relationship Id="rId20" Type="http://schemas.openxmlformats.org/officeDocument/2006/relationships/customXml" Target="../ink/ink1036.xml"/><Relationship Id="rId41" Type="http://schemas.openxmlformats.org/officeDocument/2006/relationships/image" Target="../media/image1014.png"/><Relationship Id="rId54" Type="http://schemas.openxmlformats.org/officeDocument/2006/relationships/customXml" Target="../ink/ink1053.xml"/><Relationship Id="rId62" Type="http://schemas.openxmlformats.org/officeDocument/2006/relationships/customXml" Target="../ink/ink1057.xml"/><Relationship Id="rId70" Type="http://schemas.openxmlformats.org/officeDocument/2006/relationships/customXml" Target="../ink/ink1061.xml"/><Relationship Id="rId75" Type="http://schemas.openxmlformats.org/officeDocument/2006/relationships/image" Target="../media/image1031.png"/><Relationship Id="rId83" Type="http://schemas.openxmlformats.org/officeDocument/2006/relationships/image" Target="../media/image1035.png"/><Relationship Id="rId88" Type="http://schemas.openxmlformats.org/officeDocument/2006/relationships/customXml" Target="../ink/ink1070.xml"/><Relationship Id="rId91" Type="http://schemas.openxmlformats.org/officeDocument/2006/relationships/image" Target="../media/image1039.png"/><Relationship Id="rId96" Type="http://schemas.openxmlformats.org/officeDocument/2006/relationships/customXml" Target="../ink/ink10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9.xml"/><Relationship Id="rId15" Type="http://schemas.openxmlformats.org/officeDocument/2006/relationships/image" Target="../media/image1001.png"/><Relationship Id="rId23" Type="http://schemas.openxmlformats.org/officeDocument/2006/relationships/image" Target="../media/image1005.png"/><Relationship Id="rId28" Type="http://schemas.openxmlformats.org/officeDocument/2006/relationships/customXml" Target="../ink/ink1040.xml"/><Relationship Id="rId36" Type="http://schemas.openxmlformats.org/officeDocument/2006/relationships/customXml" Target="../ink/ink1044.xml"/><Relationship Id="rId49" Type="http://schemas.openxmlformats.org/officeDocument/2006/relationships/image" Target="../media/image1018.png"/><Relationship Id="rId57" Type="http://schemas.openxmlformats.org/officeDocument/2006/relationships/image" Target="../media/image1022.png"/><Relationship Id="rId10" Type="http://schemas.openxmlformats.org/officeDocument/2006/relationships/customXml" Target="../ink/ink1031.xml"/><Relationship Id="rId31" Type="http://schemas.openxmlformats.org/officeDocument/2006/relationships/image" Target="../media/image1009.png"/><Relationship Id="rId44" Type="http://schemas.openxmlformats.org/officeDocument/2006/relationships/customXml" Target="../ink/ink1048.xml"/><Relationship Id="rId52" Type="http://schemas.openxmlformats.org/officeDocument/2006/relationships/customXml" Target="../ink/ink1052.xml"/><Relationship Id="rId60" Type="http://schemas.openxmlformats.org/officeDocument/2006/relationships/customXml" Target="../ink/ink1056.xml"/><Relationship Id="rId65" Type="http://schemas.openxmlformats.org/officeDocument/2006/relationships/image" Target="../media/image1026.png"/><Relationship Id="rId73" Type="http://schemas.openxmlformats.org/officeDocument/2006/relationships/image" Target="../media/image1030.png"/><Relationship Id="rId78" Type="http://schemas.openxmlformats.org/officeDocument/2006/relationships/customXml" Target="../ink/ink1065.xml"/><Relationship Id="rId81" Type="http://schemas.openxmlformats.org/officeDocument/2006/relationships/image" Target="../media/image1034.png"/><Relationship Id="rId86" Type="http://schemas.openxmlformats.org/officeDocument/2006/relationships/customXml" Target="../ink/ink1069.xml"/><Relationship Id="rId94" Type="http://schemas.openxmlformats.org/officeDocument/2006/relationships/customXml" Target="../ink/ink1073.xml"/><Relationship Id="rId4" Type="http://schemas.openxmlformats.org/officeDocument/2006/relationships/customXml" Target="../ink/ink1028.xml"/><Relationship Id="rId9" Type="http://schemas.openxmlformats.org/officeDocument/2006/relationships/image" Target="../media/image998.png"/><Relationship Id="rId13" Type="http://schemas.openxmlformats.org/officeDocument/2006/relationships/image" Target="../media/image1000.png"/><Relationship Id="rId18" Type="http://schemas.openxmlformats.org/officeDocument/2006/relationships/customXml" Target="../ink/ink1035.xml"/><Relationship Id="rId39" Type="http://schemas.openxmlformats.org/officeDocument/2006/relationships/image" Target="../media/image1013.png"/><Relationship Id="rId34" Type="http://schemas.openxmlformats.org/officeDocument/2006/relationships/customXml" Target="../ink/ink1043.xml"/><Relationship Id="rId50" Type="http://schemas.openxmlformats.org/officeDocument/2006/relationships/customXml" Target="../ink/ink1051.xml"/><Relationship Id="rId55" Type="http://schemas.openxmlformats.org/officeDocument/2006/relationships/image" Target="../media/image1021.png"/><Relationship Id="rId76" Type="http://schemas.openxmlformats.org/officeDocument/2006/relationships/customXml" Target="../ink/ink1064.xml"/><Relationship Id="rId97" Type="http://schemas.openxmlformats.org/officeDocument/2006/relationships/image" Target="../media/image1042.png"/><Relationship Id="rId7" Type="http://schemas.openxmlformats.org/officeDocument/2006/relationships/image" Target="../media/image997.png"/><Relationship Id="rId71" Type="http://schemas.openxmlformats.org/officeDocument/2006/relationships/image" Target="../media/image1029.png"/><Relationship Id="rId92" Type="http://schemas.openxmlformats.org/officeDocument/2006/relationships/customXml" Target="../ink/ink1072.xml"/><Relationship Id="rId2" Type="http://schemas.openxmlformats.org/officeDocument/2006/relationships/customXml" Target="../ink/ink1027.xml"/><Relationship Id="rId29" Type="http://schemas.openxmlformats.org/officeDocument/2006/relationships/image" Target="../media/image1008.png"/><Relationship Id="rId24" Type="http://schemas.openxmlformats.org/officeDocument/2006/relationships/customXml" Target="../ink/ink1038.xml"/><Relationship Id="rId40" Type="http://schemas.openxmlformats.org/officeDocument/2006/relationships/customXml" Target="../ink/ink1046.xml"/><Relationship Id="rId45" Type="http://schemas.openxmlformats.org/officeDocument/2006/relationships/image" Target="../media/image1016.png"/><Relationship Id="rId66" Type="http://schemas.openxmlformats.org/officeDocument/2006/relationships/customXml" Target="../ink/ink1059.xml"/><Relationship Id="rId87" Type="http://schemas.openxmlformats.org/officeDocument/2006/relationships/image" Target="../media/image1037.png"/><Relationship Id="rId61" Type="http://schemas.openxmlformats.org/officeDocument/2006/relationships/image" Target="../media/image1024.png"/><Relationship Id="rId82" Type="http://schemas.openxmlformats.org/officeDocument/2006/relationships/customXml" Target="../ink/ink1067.xml"/><Relationship Id="rId19" Type="http://schemas.openxmlformats.org/officeDocument/2006/relationships/image" Target="../media/image1003.png"/><Relationship Id="rId14" Type="http://schemas.openxmlformats.org/officeDocument/2006/relationships/customXml" Target="../ink/ink1033.xml"/><Relationship Id="rId30" Type="http://schemas.openxmlformats.org/officeDocument/2006/relationships/customXml" Target="../ink/ink1041.xml"/><Relationship Id="rId35" Type="http://schemas.openxmlformats.org/officeDocument/2006/relationships/image" Target="../media/image1011.png"/><Relationship Id="rId56" Type="http://schemas.openxmlformats.org/officeDocument/2006/relationships/customXml" Target="../ink/ink1054.xml"/><Relationship Id="rId77" Type="http://schemas.openxmlformats.org/officeDocument/2006/relationships/image" Target="../media/image1032.png"/><Relationship Id="rId8" Type="http://schemas.openxmlformats.org/officeDocument/2006/relationships/customXml" Target="../ink/ink1030.xml"/><Relationship Id="rId51" Type="http://schemas.openxmlformats.org/officeDocument/2006/relationships/image" Target="../media/image1019.png"/><Relationship Id="rId72" Type="http://schemas.openxmlformats.org/officeDocument/2006/relationships/customXml" Target="../ink/ink1062.xml"/><Relationship Id="rId93" Type="http://schemas.openxmlformats.org/officeDocument/2006/relationships/image" Target="../media/image104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32.xml"/><Relationship Id="rId299" Type="http://schemas.openxmlformats.org/officeDocument/2006/relationships/image" Target="../media/image1177.png"/><Relationship Id="rId21" Type="http://schemas.openxmlformats.org/officeDocument/2006/relationships/customXml" Target="../ink/ink1084.xml"/><Relationship Id="rId63" Type="http://schemas.openxmlformats.org/officeDocument/2006/relationships/customXml" Target="../ink/ink1105.xml"/><Relationship Id="rId159" Type="http://schemas.openxmlformats.org/officeDocument/2006/relationships/customXml" Target="../ink/ink1153.xml"/><Relationship Id="rId324" Type="http://schemas.openxmlformats.org/officeDocument/2006/relationships/image" Target="../media/image1185.png"/><Relationship Id="rId366" Type="http://schemas.openxmlformats.org/officeDocument/2006/relationships/customXml" Target="../ink/ink1259.xml"/><Relationship Id="rId170" Type="http://schemas.openxmlformats.org/officeDocument/2006/relationships/image" Target="../media/image1120.png"/><Relationship Id="rId226" Type="http://schemas.openxmlformats.org/officeDocument/2006/relationships/image" Target="../media/image1146.png"/><Relationship Id="rId433" Type="http://schemas.openxmlformats.org/officeDocument/2006/relationships/image" Target="../media/image1237.png"/><Relationship Id="rId268" Type="http://schemas.openxmlformats.org/officeDocument/2006/relationships/image" Target="../media/image1163.png"/><Relationship Id="rId475" Type="http://schemas.openxmlformats.org/officeDocument/2006/relationships/image" Target="../media/image1258.png"/><Relationship Id="rId32" Type="http://schemas.openxmlformats.org/officeDocument/2006/relationships/image" Target="../media/image1054.png"/><Relationship Id="rId74" Type="http://schemas.openxmlformats.org/officeDocument/2006/relationships/image" Target="../media/image1075.png"/><Relationship Id="rId128" Type="http://schemas.openxmlformats.org/officeDocument/2006/relationships/image" Target="../media/image1100.png"/><Relationship Id="rId335" Type="http://schemas.openxmlformats.org/officeDocument/2006/relationships/customXml" Target="../ink/ink1243.xml"/><Relationship Id="rId377" Type="http://schemas.openxmlformats.org/officeDocument/2006/relationships/image" Target="../media/image1211.png"/><Relationship Id="rId500" Type="http://schemas.openxmlformats.org/officeDocument/2006/relationships/customXml" Target="../ink/ink1326.xml"/><Relationship Id="rId5" Type="http://schemas.openxmlformats.org/officeDocument/2006/relationships/customXml" Target="../ink/ink1076.xml"/><Relationship Id="rId181" Type="http://schemas.openxmlformats.org/officeDocument/2006/relationships/customXml" Target="../ink/ink1164.xml"/><Relationship Id="rId237" Type="http://schemas.openxmlformats.org/officeDocument/2006/relationships/customXml" Target="../ink/ink1193.xml"/><Relationship Id="rId402" Type="http://schemas.openxmlformats.org/officeDocument/2006/relationships/customXml" Target="../ink/ink1277.xml"/><Relationship Id="rId279" Type="http://schemas.openxmlformats.org/officeDocument/2006/relationships/customXml" Target="../ink/ink1214.xml"/><Relationship Id="rId444" Type="http://schemas.openxmlformats.org/officeDocument/2006/relationships/customXml" Target="../ink/ink1298.xml"/><Relationship Id="rId486" Type="http://schemas.openxmlformats.org/officeDocument/2006/relationships/customXml" Target="../ink/ink1319.xml"/><Relationship Id="rId43" Type="http://schemas.openxmlformats.org/officeDocument/2006/relationships/customXml" Target="../ink/ink1095.xml"/><Relationship Id="rId139" Type="http://schemas.openxmlformats.org/officeDocument/2006/relationships/customXml" Target="../ink/ink1143.xml"/><Relationship Id="rId290" Type="http://schemas.openxmlformats.org/officeDocument/2006/relationships/customXml" Target="../ink/ink1220.xml"/><Relationship Id="rId304" Type="http://schemas.openxmlformats.org/officeDocument/2006/relationships/customXml" Target="../ink/ink1227.xml"/><Relationship Id="rId346" Type="http://schemas.openxmlformats.org/officeDocument/2006/relationships/customXml" Target="../ink/ink1249.xml"/><Relationship Id="rId388" Type="http://schemas.openxmlformats.org/officeDocument/2006/relationships/customXml" Target="../ink/ink1270.xml"/><Relationship Id="rId85" Type="http://schemas.openxmlformats.org/officeDocument/2006/relationships/customXml" Target="../ink/ink1116.xml"/><Relationship Id="rId150" Type="http://schemas.openxmlformats.org/officeDocument/2006/relationships/image" Target="../media/image1110.png"/><Relationship Id="rId192" Type="http://schemas.openxmlformats.org/officeDocument/2006/relationships/image" Target="../media/image1130.png"/><Relationship Id="rId206" Type="http://schemas.openxmlformats.org/officeDocument/2006/relationships/image" Target="../media/image1137.png"/><Relationship Id="rId413" Type="http://schemas.openxmlformats.org/officeDocument/2006/relationships/image" Target="../media/image1227.png"/><Relationship Id="rId248" Type="http://schemas.openxmlformats.org/officeDocument/2006/relationships/image" Target="../media/image90.png"/><Relationship Id="rId455" Type="http://schemas.openxmlformats.org/officeDocument/2006/relationships/image" Target="../media/image1248.png"/><Relationship Id="rId497" Type="http://schemas.openxmlformats.org/officeDocument/2006/relationships/image" Target="../media/image1269.png"/><Relationship Id="rId12" Type="http://schemas.openxmlformats.org/officeDocument/2006/relationships/image" Target="../media/image1046.png"/><Relationship Id="rId108" Type="http://schemas.openxmlformats.org/officeDocument/2006/relationships/image" Target="../media/image1091.png"/><Relationship Id="rId315" Type="http://schemas.openxmlformats.org/officeDocument/2006/relationships/customXml" Target="../ink/ink1233.xml"/><Relationship Id="rId357" Type="http://schemas.openxmlformats.org/officeDocument/2006/relationships/image" Target="../media/image1201.png"/><Relationship Id="rId54" Type="http://schemas.openxmlformats.org/officeDocument/2006/relationships/image" Target="../media/image1065.png"/><Relationship Id="rId96" Type="http://schemas.openxmlformats.org/officeDocument/2006/relationships/image" Target="../media/image1085.png"/><Relationship Id="rId161" Type="http://schemas.openxmlformats.org/officeDocument/2006/relationships/customXml" Target="../ink/ink1154.xml"/><Relationship Id="rId217" Type="http://schemas.openxmlformats.org/officeDocument/2006/relationships/customXml" Target="../ink/ink1183.xml"/><Relationship Id="rId399" Type="http://schemas.openxmlformats.org/officeDocument/2006/relationships/image" Target="../media/image1220.png"/><Relationship Id="rId259" Type="http://schemas.openxmlformats.org/officeDocument/2006/relationships/customXml" Target="../ink/ink1204.xml"/><Relationship Id="rId424" Type="http://schemas.openxmlformats.org/officeDocument/2006/relationships/customXml" Target="../ink/ink1288.xml"/><Relationship Id="rId466" Type="http://schemas.openxmlformats.org/officeDocument/2006/relationships/customXml" Target="../ink/ink1309.xml"/><Relationship Id="rId23" Type="http://schemas.openxmlformats.org/officeDocument/2006/relationships/customXml" Target="../ink/ink1085.xml"/><Relationship Id="rId119" Type="http://schemas.openxmlformats.org/officeDocument/2006/relationships/customXml" Target="../ink/ink1133.xml"/><Relationship Id="rId270" Type="http://schemas.openxmlformats.org/officeDocument/2006/relationships/image" Target="../media/image1164.png"/><Relationship Id="rId326" Type="http://schemas.openxmlformats.org/officeDocument/2006/relationships/image" Target="../media/image1186.png"/><Relationship Id="rId65" Type="http://schemas.openxmlformats.org/officeDocument/2006/relationships/customXml" Target="../ink/ink1106.xml"/><Relationship Id="rId130" Type="http://schemas.openxmlformats.org/officeDocument/2006/relationships/image" Target="../media/image1101.png"/><Relationship Id="rId368" Type="http://schemas.openxmlformats.org/officeDocument/2006/relationships/customXml" Target="../ink/ink1260.xml"/><Relationship Id="rId172" Type="http://schemas.openxmlformats.org/officeDocument/2006/relationships/image" Target="../media/image1121.png"/><Relationship Id="rId228" Type="http://schemas.openxmlformats.org/officeDocument/2006/relationships/image" Target="../media/image348.png"/><Relationship Id="rId435" Type="http://schemas.openxmlformats.org/officeDocument/2006/relationships/image" Target="../media/image1238.png"/><Relationship Id="rId477" Type="http://schemas.openxmlformats.org/officeDocument/2006/relationships/image" Target="../media/image1259.png"/><Relationship Id="rId281" Type="http://schemas.openxmlformats.org/officeDocument/2006/relationships/customXml" Target="../ink/ink1215.xml"/><Relationship Id="rId337" Type="http://schemas.openxmlformats.org/officeDocument/2006/relationships/customXml" Target="../ink/ink1244.xml"/><Relationship Id="rId34" Type="http://schemas.openxmlformats.org/officeDocument/2006/relationships/image" Target="../media/image1055.png"/><Relationship Id="rId76" Type="http://schemas.openxmlformats.org/officeDocument/2006/relationships/image" Target="../media/image1076.png"/><Relationship Id="rId141" Type="http://schemas.openxmlformats.org/officeDocument/2006/relationships/customXml" Target="../ink/ink1144.xml"/><Relationship Id="rId379" Type="http://schemas.openxmlformats.org/officeDocument/2006/relationships/image" Target="../media/image1212.png"/><Relationship Id="rId7" Type="http://schemas.openxmlformats.org/officeDocument/2006/relationships/customXml" Target="../ink/ink1077.xml"/><Relationship Id="rId183" Type="http://schemas.openxmlformats.org/officeDocument/2006/relationships/customXml" Target="../ink/ink1165.xml"/><Relationship Id="rId239" Type="http://schemas.openxmlformats.org/officeDocument/2006/relationships/customXml" Target="../ink/ink1194.xml"/><Relationship Id="rId390" Type="http://schemas.openxmlformats.org/officeDocument/2006/relationships/customXml" Target="../ink/ink1271.xml"/><Relationship Id="rId404" Type="http://schemas.openxmlformats.org/officeDocument/2006/relationships/customXml" Target="../ink/ink1278.xml"/><Relationship Id="rId446" Type="http://schemas.openxmlformats.org/officeDocument/2006/relationships/customXml" Target="../ink/ink1299.xml"/><Relationship Id="rId250" Type="http://schemas.openxmlformats.org/officeDocument/2006/relationships/image" Target="../media/image165.png"/><Relationship Id="rId292" Type="http://schemas.openxmlformats.org/officeDocument/2006/relationships/customXml" Target="../ink/ink1221.xml"/><Relationship Id="rId306" Type="http://schemas.openxmlformats.org/officeDocument/2006/relationships/customXml" Target="../ink/ink1228.xml"/><Relationship Id="rId488" Type="http://schemas.openxmlformats.org/officeDocument/2006/relationships/customXml" Target="../ink/ink1320.xml"/><Relationship Id="rId45" Type="http://schemas.openxmlformats.org/officeDocument/2006/relationships/customXml" Target="../ink/ink1096.xml"/><Relationship Id="rId87" Type="http://schemas.openxmlformats.org/officeDocument/2006/relationships/customXml" Target="../ink/ink1117.xml"/><Relationship Id="rId110" Type="http://schemas.openxmlformats.org/officeDocument/2006/relationships/image" Target="../media/image1092.png"/><Relationship Id="rId348" Type="http://schemas.openxmlformats.org/officeDocument/2006/relationships/customXml" Target="../ink/ink1250.xml"/><Relationship Id="rId152" Type="http://schemas.openxmlformats.org/officeDocument/2006/relationships/image" Target="../media/image1111.png"/><Relationship Id="rId194" Type="http://schemas.openxmlformats.org/officeDocument/2006/relationships/image" Target="../media/image1131.png"/><Relationship Id="rId208" Type="http://schemas.openxmlformats.org/officeDocument/2006/relationships/image" Target="../media/image1138.png"/><Relationship Id="rId415" Type="http://schemas.openxmlformats.org/officeDocument/2006/relationships/image" Target="../media/image1228.png"/><Relationship Id="rId457" Type="http://schemas.openxmlformats.org/officeDocument/2006/relationships/image" Target="../media/image1249.png"/><Relationship Id="rId261" Type="http://schemas.openxmlformats.org/officeDocument/2006/relationships/customXml" Target="../ink/ink1205.xml"/><Relationship Id="rId499" Type="http://schemas.openxmlformats.org/officeDocument/2006/relationships/image" Target="../media/image1270.png"/><Relationship Id="rId14" Type="http://schemas.openxmlformats.org/officeDocument/2006/relationships/image" Target="../media/image1047.png"/><Relationship Id="rId56" Type="http://schemas.openxmlformats.org/officeDocument/2006/relationships/image" Target="../media/image1066.png"/><Relationship Id="rId317" Type="http://schemas.openxmlformats.org/officeDocument/2006/relationships/customXml" Target="../ink/ink1234.xml"/><Relationship Id="rId359" Type="http://schemas.openxmlformats.org/officeDocument/2006/relationships/image" Target="../media/image1202.png"/><Relationship Id="rId98" Type="http://schemas.openxmlformats.org/officeDocument/2006/relationships/image" Target="../media/image1086.png"/><Relationship Id="rId121" Type="http://schemas.openxmlformats.org/officeDocument/2006/relationships/customXml" Target="../ink/ink1134.xml"/><Relationship Id="rId163" Type="http://schemas.openxmlformats.org/officeDocument/2006/relationships/customXml" Target="../ink/ink1155.xml"/><Relationship Id="rId219" Type="http://schemas.openxmlformats.org/officeDocument/2006/relationships/customXml" Target="../ink/ink1184.xml"/><Relationship Id="rId370" Type="http://schemas.openxmlformats.org/officeDocument/2006/relationships/customXml" Target="../ink/ink1261.xml"/><Relationship Id="rId426" Type="http://schemas.openxmlformats.org/officeDocument/2006/relationships/customXml" Target="../ink/ink1289.xml"/><Relationship Id="rId230" Type="http://schemas.openxmlformats.org/officeDocument/2006/relationships/image" Target="../media/image1147.png"/><Relationship Id="rId468" Type="http://schemas.openxmlformats.org/officeDocument/2006/relationships/customXml" Target="../ink/ink1310.xml"/><Relationship Id="rId25" Type="http://schemas.openxmlformats.org/officeDocument/2006/relationships/customXml" Target="../ink/ink1086.xml"/><Relationship Id="rId67" Type="http://schemas.openxmlformats.org/officeDocument/2006/relationships/customXml" Target="../ink/ink1107.xml"/><Relationship Id="rId272" Type="http://schemas.openxmlformats.org/officeDocument/2006/relationships/image" Target="../media/image1165.png"/><Relationship Id="rId328" Type="http://schemas.openxmlformats.org/officeDocument/2006/relationships/image" Target="../media/image1187.png"/><Relationship Id="rId132" Type="http://schemas.openxmlformats.org/officeDocument/2006/relationships/image" Target="../media/image1102.png"/><Relationship Id="rId174" Type="http://schemas.openxmlformats.org/officeDocument/2006/relationships/image" Target="../media/image1122.png"/><Relationship Id="rId381" Type="http://schemas.openxmlformats.org/officeDocument/2006/relationships/image" Target="../media/image1213.png"/><Relationship Id="rId241" Type="http://schemas.openxmlformats.org/officeDocument/2006/relationships/customXml" Target="../ink/ink1195.xml"/><Relationship Id="rId437" Type="http://schemas.openxmlformats.org/officeDocument/2006/relationships/image" Target="../media/image1239.png"/><Relationship Id="rId479" Type="http://schemas.openxmlformats.org/officeDocument/2006/relationships/image" Target="../media/image1260.png"/><Relationship Id="rId36" Type="http://schemas.openxmlformats.org/officeDocument/2006/relationships/image" Target="../media/image1056.png"/><Relationship Id="rId283" Type="http://schemas.openxmlformats.org/officeDocument/2006/relationships/customXml" Target="../ink/ink1216.xml"/><Relationship Id="rId339" Type="http://schemas.openxmlformats.org/officeDocument/2006/relationships/customXml" Target="../ink/ink1245.xml"/><Relationship Id="rId490" Type="http://schemas.openxmlformats.org/officeDocument/2006/relationships/customXml" Target="../ink/ink1321.xml"/><Relationship Id="rId78" Type="http://schemas.openxmlformats.org/officeDocument/2006/relationships/image" Target="../media/image1077.png"/><Relationship Id="rId101" Type="http://schemas.openxmlformats.org/officeDocument/2006/relationships/customXml" Target="../ink/ink1124.xml"/><Relationship Id="rId143" Type="http://schemas.openxmlformats.org/officeDocument/2006/relationships/customXml" Target="../ink/ink1145.xml"/><Relationship Id="rId185" Type="http://schemas.openxmlformats.org/officeDocument/2006/relationships/customXml" Target="../ink/ink1166.xml"/><Relationship Id="rId350" Type="http://schemas.openxmlformats.org/officeDocument/2006/relationships/customXml" Target="../ink/ink1251.xml"/><Relationship Id="rId406" Type="http://schemas.openxmlformats.org/officeDocument/2006/relationships/customXml" Target="../ink/ink1279.xml"/><Relationship Id="rId9" Type="http://schemas.openxmlformats.org/officeDocument/2006/relationships/customXml" Target="../ink/ink1078.xml"/><Relationship Id="rId210" Type="http://schemas.openxmlformats.org/officeDocument/2006/relationships/image" Target="../media/image1139.png"/><Relationship Id="rId392" Type="http://schemas.openxmlformats.org/officeDocument/2006/relationships/customXml" Target="../ink/ink1272.xml"/><Relationship Id="rId448" Type="http://schemas.openxmlformats.org/officeDocument/2006/relationships/customXml" Target="../ink/ink1300.xml"/><Relationship Id="rId252" Type="http://schemas.openxmlformats.org/officeDocument/2006/relationships/image" Target="../media/image1155.png"/><Relationship Id="rId294" Type="http://schemas.openxmlformats.org/officeDocument/2006/relationships/customXml" Target="../ink/ink1222.xml"/><Relationship Id="rId308" Type="http://schemas.openxmlformats.org/officeDocument/2006/relationships/customXml" Target="../ink/ink1229.xml"/><Relationship Id="rId47" Type="http://schemas.openxmlformats.org/officeDocument/2006/relationships/customXml" Target="../ink/ink1097.xml"/><Relationship Id="rId89" Type="http://schemas.openxmlformats.org/officeDocument/2006/relationships/customXml" Target="../ink/ink1118.xml"/><Relationship Id="rId112" Type="http://schemas.openxmlformats.org/officeDocument/2006/relationships/image" Target="../media/image1093.png"/><Relationship Id="rId154" Type="http://schemas.openxmlformats.org/officeDocument/2006/relationships/image" Target="../media/image1112.png"/><Relationship Id="rId361" Type="http://schemas.openxmlformats.org/officeDocument/2006/relationships/image" Target="../media/image1203.png"/><Relationship Id="rId196" Type="http://schemas.openxmlformats.org/officeDocument/2006/relationships/image" Target="../media/image1132.png"/><Relationship Id="rId417" Type="http://schemas.openxmlformats.org/officeDocument/2006/relationships/image" Target="../media/image1229.png"/><Relationship Id="rId459" Type="http://schemas.openxmlformats.org/officeDocument/2006/relationships/image" Target="../media/image1250.png"/><Relationship Id="rId16" Type="http://schemas.openxmlformats.org/officeDocument/2006/relationships/image" Target="../media/image1048.png"/><Relationship Id="rId221" Type="http://schemas.openxmlformats.org/officeDocument/2006/relationships/customXml" Target="../ink/ink1185.xml"/><Relationship Id="rId263" Type="http://schemas.openxmlformats.org/officeDocument/2006/relationships/customXml" Target="../ink/ink1206.xml"/><Relationship Id="rId319" Type="http://schemas.openxmlformats.org/officeDocument/2006/relationships/customXml" Target="../ink/ink1235.xml"/><Relationship Id="rId470" Type="http://schemas.openxmlformats.org/officeDocument/2006/relationships/customXml" Target="../ink/ink1311.xml"/><Relationship Id="rId58" Type="http://schemas.openxmlformats.org/officeDocument/2006/relationships/image" Target="../media/image1067.png"/><Relationship Id="rId123" Type="http://schemas.openxmlformats.org/officeDocument/2006/relationships/customXml" Target="../ink/ink1135.xml"/><Relationship Id="rId330" Type="http://schemas.openxmlformats.org/officeDocument/2006/relationships/image" Target="../media/image1188.png"/><Relationship Id="rId165" Type="http://schemas.openxmlformats.org/officeDocument/2006/relationships/customXml" Target="../ink/ink1156.xml"/><Relationship Id="rId372" Type="http://schemas.openxmlformats.org/officeDocument/2006/relationships/customXml" Target="../ink/ink1262.xml"/><Relationship Id="rId428" Type="http://schemas.openxmlformats.org/officeDocument/2006/relationships/customXml" Target="../ink/ink1290.xml"/><Relationship Id="rId232" Type="http://schemas.openxmlformats.org/officeDocument/2006/relationships/image" Target="../media/image270.png"/><Relationship Id="rId274" Type="http://schemas.openxmlformats.org/officeDocument/2006/relationships/image" Target="../media/image1166.png"/><Relationship Id="rId481" Type="http://schemas.openxmlformats.org/officeDocument/2006/relationships/image" Target="../media/image1261.png"/><Relationship Id="rId27" Type="http://schemas.openxmlformats.org/officeDocument/2006/relationships/customXml" Target="../ink/ink1087.xml"/><Relationship Id="rId69" Type="http://schemas.openxmlformats.org/officeDocument/2006/relationships/customXml" Target="../ink/ink1108.xml"/><Relationship Id="rId134" Type="http://schemas.openxmlformats.org/officeDocument/2006/relationships/image" Target="../media/image1103.png"/><Relationship Id="rId80" Type="http://schemas.openxmlformats.org/officeDocument/2006/relationships/image" Target="../media/image1078.png"/><Relationship Id="rId176" Type="http://schemas.openxmlformats.org/officeDocument/2006/relationships/image" Target="../media/image1123.png"/><Relationship Id="rId341" Type="http://schemas.openxmlformats.org/officeDocument/2006/relationships/customXml" Target="../ink/ink1246.xml"/><Relationship Id="rId383" Type="http://schemas.openxmlformats.org/officeDocument/2006/relationships/image" Target="../media/image1214.png"/><Relationship Id="rId439" Type="http://schemas.openxmlformats.org/officeDocument/2006/relationships/image" Target="../media/image1240.png"/><Relationship Id="rId201" Type="http://schemas.openxmlformats.org/officeDocument/2006/relationships/customXml" Target="../ink/ink1174.xml"/><Relationship Id="rId243" Type="http://schemas.openxmlformats.org/officeDocument/2006/relationships/customXml" Target="../ink/ink1196.xml"/><Relationship Id="rId285" Type="http://schemas.openxmlformats.org/officeDocument/2006/relationships/customXml" Target="../ink/ink1217.xml"/><Relationship Id="rId450" Type="http://schemas.openxmlformats.org/officeDocument/2006/relationships/customXml" Target="../ink/ink1301.xml"/><Relationship Id="rId38" Type="http://schemas.openxmlformats.org/officeDocument/2006/relationships/image" Target="../media/image1057.png"/><Relationship Id="rId103" Type="http://schemas.openxmlformats.org/officeDocument/2006/relationships/customXml" Target="../ink/ink1125.xml"/><Relationship Id="rId310" Type="http://schemas.openxmlformats.org/officeDocument/2006/relationships/customXml" Target="../ink/ink1230.xml"/><Relationship Id="rId492" Type="http://schemas.openxmlformats.org/officeDocument/2006/relationships/customXml" Target="../ink/ink1322.xml"/><Relationship Id="rId91" Type="http://schemas.openxmlformats.org/officeDocument/2006/relationships/customXml" Target="../ink/ink1119.xml"/><Relationship Id="rId145" Type="http://schemas.openxmlformats.org/officeDocument/2006/relationships/customXml" Target="../ink/ink1146.xml"/><Relationship Id="rId187" Type="http://schemas.openxmlformats.org/officeDocument/2006/relationships/customXml" Target="../ink/ink1167.xml"/><Relationship Id="rId352" Type="http://schemas.openxmlformats.org/officeDocument/2006/relationships/customXml" Target="../ink/ink1252.xml"/><Relationship Id="rId394" Type="http://schemas.openxmlformats.org/officeDocument/2006/relationships/customXml" Target="../ink/ink1273.xml"/><Relationship Id="rId408" Type="http://schemas.openxmlformats.org/officeDocument/2006/relationships/customXml" Target="../ink/ink1280.xml"/><Relationship Id="rId212" Type="http://schemas.openxmlformats.org/officeDocument/2006/relationships/customXml" Target="../ink/ink1180.xml"/><Relationship Id="rId254" Type="http://schemas.openxmlformats.org/officeDocument/2006/relationships/image" Target="../media/image1156.png"/><Relationship Id="rId49" Type="http://schemas.openxmlformats.org/officeDocument/2006/relationships/customXml" Target="../ink/ink1098.xml"/><Relationship Id="rId114" Type="http://schemas.openxmlformats.org/officeDocument/2006/relationships/image" Target="../media/image1094.png"/><Relationship Id="rId296" Type="http://schemas.openxmlformats.org/officeDocument/2006/relationships/customXml" Target="../ink/ink1223.xml"/><Relationship Id="rId461" Type="http://schemas.openxmlformats.org/officeDocument/2006/relationships/image" Target="../media/image1251.png"/><Relationship Id="rId60" Type="http://schemas.openxmlformats.org/officeDocument/2006/relationships/image" Target="../media/image1068.png"/><Relationship Id="rId156" Type="http://schemas.openxmlformats.org/officeDocument/2006/relationships/image" Target="../media/image1113.png"/><Relationship Id="rId198" Type="http://schemas.openxmlformats.org/officeDocument/2006/relationships/image" Target="../media/image1133.png"/><Relationship Id="rId321" Type="http://schemas.openxmlformats.org/officeDocument/2006/relationships/customXml" Target="../ink/ink1236.xml"/><Relationship Id="rId363" Type="http://schemas.openxmlformats.org/officeDocument/2006/relationships/image" Target="../media/image1204.png"/><Relationship Id="rId419" Type="http://schemas.openxmlformats.org/officeDocument/2006/relationships/image" Target="../media/image1230.png"/><Relationship Id="rId223" Type="http://schemas.openxmlformats.org/officeDocument/2006/relationships/customXml" Target="../ink/ink1186.xml"/><Relationship Id="rId430" Type="http://schemas.openxmlformats.org/officeDocument/2006/relationships/customXml" Target="../ink/ink1291.xml"/><Relationship Id="rId18" Type="http://schemas.openxmlformats.org/officeDocument/2006/relationships/image" Target="../media/image1049.png"/><Relationship Id="rId265" Type="http://schemas.openxmlformats.org/officeDocument/2006/relationships/customXml" Target="../ink/ink1207.xml"/><Relationship Id="rId472" Type="http://schemas.openxmlformats.org/officeDocument/2006/relationships/customXml" Target="../ink/ink1312.xml"/><Relationship Id="rId125" Type="http://schemas.openxmlformats.org/officeDocument/2006/relationships/customXml" Target="../ink/ink1136.xml"/><Relationship Id="rId167" Type="http://schemas.openxmlformats.org/officeDocument/2006/relationships/customXml" Target="../ink/ink1157.xml"/><Relationship Id="rId332" Type="http://schemas.openxmlformats.org/officeDocument/2006/relationships/image" Target="../media/image1189.png"/><Relationship Id="rId374" Type="http://schemas.openxmlformats.org/officeDocument/2006/relationships/customXml" Target="../ink/ink1263.xml"/><Relationship Id="rId71" Type="http://schemas.openxmlformats.org/officeDocument/2006/relationships/customXml" Target="../ink/ink1109.xml"/><Relationship Id="rId234" Type="http://schemas.openxmlformats.org/officeDocument/2006/relationships/image" Target="../media/image1148.png"/><Relationship Id="rId2" Type="http://schemas.openxmlformats.org/officeDocument/2006/relationships/image" Target="../media/image824.png"/><Relationship Id="rId29" Type="http://schemas.openxmlformats.org/officeDocument/2006/relationships/customXml" Target="../ink/ink1088.xml"/><Relationship Id="rId276" Type="http://schemas.openxmlformats.org/officeDocument/2006/relationships/image" Target="../media/image1167.png"/><Relationship Id="rId441" Type="http://schemas.openxmlformats.org/officeDocument/2006/relationships/image" Target="../media/image1241.png"/><Relationship Id="rId483" Type="http://schemas.openxmlformats.org/officeDocument/2006/relationships/image" Target="../media/image1262.png"/><Relationship Id="rId40" Type="http://schemas.openxmlformats.org/officeDocument/2006/relationships/image" Target="../media/image1058.png"/><Relationship Id="rId136" Type="http://schemas.openxmlformats.org/officeDocument/2006/relationships/image" Target="../media/image1104.png"/><Relationship Id="rId178" Type="http://schemas.openxmlformats.org/officeDocument/2006/relationships/image" Target="../media/image1124.png"/><Relationship Id="rId301" Type="http://schemas.openxmlformats.org/officeDocument/2006/relationships/image" Target="../media/image1178.png"/><Relationship Id="rId343" Type="http://schemas.openxmlformats.org/officeDocument/2006/relationships/customXml" Target="../ink/ink1247.xml"/><Relationship Id="rId82" Type="http://schemas.openxmlformats.org/officeDocument/2006/relationships/image" Target="../media/image1079.png"/><Relationship Id="rId203" Type="http://schemas.openxmlformats.org/officeDocument/2006/relationships/customXml" Target="../ink/ink1175.xml"/><Relationship Id="rId385" Type="http://schemas.openxmlformats.org/officeDocument/2006/relationships/image" Target="../media/image1215.png"/><Relationship Id="rId245" Type="http://schemas.openxmlformats.org/officeDocument/2006/relationships/customXml" Target="../ink/ink1197.xml"/><Relationship Id="rId287" Type="http://schemas.openxmlformats.org/officeDocument/2006/relationships/image" Target="../media/image1172.png"/><Relationship Id="rId410" Type="http://schemas.openxmlformats.org/officeDocument/2006/relationships/customXml" Target="../ink/ink1281.xml"/><Relationship Id="rId452" Type="http://schemas.openxmlformats.org/officeDocument/2006/relationships/customXml" Target="../ink/ink1302.xml"/><Relationship Id="rId494" Type="http://schemas.openxmlformats.org/officeDocument/2006/relationships/customXml" Target="../ink/ink1323.xml"/><Relationship Id="rId105" Type="http://schemas.openxmlformats.org/officeDocument/2006/relationships/customXml" Target="../ink/ink1126.xml"/><Relationship Id="rId147" Type="http://schemas.openxmlformats.org/officeDocument/2006/relationships/customXml" Target="../ink/ink1147.xml"/><Relationship Id="rId312" Type="http://schemas.openxmlformats.org/officeDocument/2006/relationships/customXml" Target="../ink/ink1231.xml"/><Relationship Id="rId354" Type="http://schemas.openxmlformats.org/officeDocument/2006/relationships/customXml" Target="../ink/ink1253.xml"/><Relationship Id="rId51" Type="http://schemas.openxmlformats.org/officeDocument/2006/relationships/customXml" Target="../ink/ink1099.xml"/><Relationship Id="rId93" Type="http://schemas.openxmlformats.org/officeDocument/2006/relationships/customXml" Target="../ink/ink1120.xml"/><Relationship Id="rId189" Type="http://schemas.openxmlformats.org/officeDocument/2006/relationships/customXml" Target="../ink/ink1168.xml"/><Relationship Id="rId396" Type="http://schemas.openxmlformats.org/officeDocument/2006/relationships/customXml" Target="../ink/ink1274.xml"/><Relationship Id="rId214" Type="http://schemas.openxmlformats.org/officeDocument/2006/relationships/image" Target="../media/image1140.png"/><Relationship Id="rId256" Type="http://schemas.openxmlformats.org/officeDocument/2006/relationships/image" Target="../media/image1157.png"/><Relationship Id="rId298" Type="http://schemas.openxmlformats.org/officeDocument/2006/relationships/customXml" Target="../ink/ink1224.xml"/><Relationship Id="rId421" Type="http://schemas.openxmlformats.org/officeDocument/2006/relationships/image" Target="../media/image1231.png"/><Relationship Id="rId463" Type="http://schemas.openxmlformats.org/officeDocument/2006/relationships/image" Target="../media/image1252.png"/><Relationship Id="rId116" Type="http://schemas.openxmlformats.org/officeDocument/2006/relationships/image" Target="../media/image1095.png"/><Relationship Id="rId158" Type="http://schemas.openxmlformats.org/officeDocument/2006/relationships/image" Target="../media/image1114.png"/><Relationship Id="rId323" Type="http://schemas.openxmlformats.org/officeDocument/2006/relationships/customXml" Target="../ink/ink1237.xml"/><Relationship Id="rId20" Type="http://schemas.openxmlformats.org/officeDocument/2006/relationships/image" Target="../media/image85.png"/><Relationship Id="rId62" Type="http://schemas.openxmlformats.org/officeDocument/2006/relationships/image" Target="../media/image1069.png"/><Relationship Id="rId365" Type="http://schemas.openxmlformats.org/officeDocument/2006/relationships/image" Target="../media/image1205.png"/><Relationship Id="rId225" Type="http://schemas.openxmlformats.org/officeDocument/2006/relationships/customXml" Target="../ink/ink1187.xml"/><Relationship Id="rId267" Type="http://schemas.openxmlformats.org/officeDocument/2006/relationships/customXml" Target="../ink/ink1208.xml"/><Relationship Id="rId432" Type="http://schemas.openxmlformats.org/officeDocument/2006/relationships/customXml" Target="../ink/ink1292.xml"/><Relationship Id="rId474" Type="http://schemas.openxmlformats.org/officeDocument/2006/relationships/customXml" Target="../ink/ink1313.xml"/><Relationship Id="rId127" Type="http://schemas.openxmlformats.org/officeDocument/2006/relationships/customXml" Target="../ink/ink1137.xml"/><Relationship Id="rId10" Type="http://schemas.openxmlformats.org/officeDocument/2006/relationships/image" Target="../media/image179.png"/><Relationship Id="rId31" Type="http://schemas.openxmlformats.org/officeDocument/2006/relationships/customXml" Target="../ink/ink1089.xml"/><Relationship Id="rId52" Type="http://schemas.openxmlformats.org/officeDocument/2006/relationships/image" Target="../media/image1064.png"/><Relationship Id="rId73" Type="http://schemas.openxmlformats.org/officeDocument/2006/relationships/customXml" Target="../ink/ink1110.xml"/><Relationship Id="rId94" Type="http://schemas.openxmlformats.org/officeDocument/2006/relationships/image" Target="../media/image1084.png"/><Relationship Id="rId148" Type="http://schemas.openxmlformats.org/officeDocument/2006/relationships/image" Target="../media/image1109.png"/><Relationship Id="rId169" Type="http://schemas.openxmlformats.org/officeDocument/2006/relationships/customXml" Target="../ink/ink1158.xml"/><Relationship Id="rId334" Type="http://schemas.openxmlformats.org/officeDocument/2006/relationships/image" Target="../media/image1190.png"/><Relationship Id="rId355" Type="http://schemas.openxmlformats.org/officeDocument/2006/relationships/image" Target="../media/image1200.png"/><Relationship Id="rId376" Type="http://schemas.openxmlformats.org/officeDocument/2006/relationships/customXml" Target="../ink/ink1264.xml"/><Relationship Id="rId397" Type="http://schemas.openxmlformats.org/officeDocument/2006/relationships/image" Target="../media/image1219.png"/><Relationship Id="rId4" Type="http://schemas.openxmlformats.org/officeDocument/2006/relationships/image" Target="../media/image1043.png"/><Relationship Id="rId180" Type="http://schemas.openxmlformats.org/officeDocument/2006/relationships/image" Target="../media/image1125.png"/><Relationship Id="rId215" Type="http://schemas.openxmlformats.org/officeDocument/2006/relationships/customXml" Target="../ink/ink1182.xml"/><Relationship Id="rId236" Type="http://schemas.openxmlformats.org/officeDocument/2006/relationships/image" Target="../media/image1149.png"/><Relationship Id="rId257" Type="http://schemas.openxmlformats.org/officeDocument/2006/relationships/customXml" Target="../ink/ink1203.xml"/><Relationship Id="rId278" Type="http://schemas.openxmlformats.org/officeDocument/2006/relationships/image" Target="../media/image1168.png"/><Relationship Id="rId401" Type="http://schemas.openxmlformats.org/officeDocument/2006/relationships/image" Target="../media/image1221.png"/><Relationship Id="rId422" Type="http://schemas.openxmlformats.org/officeDocument/2006/relationships/customXml" Target="../ink/ink1287.xml"/><Relationship Id="rId443" Type="http://schemas.openxmlformats.org/officeDocument/2006/relationships/image" Target="../media/image1242.png"/><Relationship Id="rId464" Type="http://schemas.openxmlformats.org/officeDocument/2006/relationships/customXml" Target="../ink/ink1308.xml"/><Relationship Id="rId303" Type="http://schemas.openxmlformats.org/officeDocument/2006/relationships/image" Target="../media/image1179.png"/><Relationship Id="rId485" Type="http://schemas.openxmlformats.org/officeDocument/2006/relationships/image" Target="../media/image1263.png"/><Relationship Id="rId42" Type="http://schemas.openxmlformats.org/officeDocument/2006/relationships/image" Target="../media/image1059.png"/><Relationship Id="rId84" Type="http://schemas.openxmlformats.org/officeDocument/2006/relationships/image" Target="../media/image1080.png"/><Relationship Id="rId138" Type="http://schemas.openxmlformats.org/officeDocument/2006/relationships/image" Target="../media/image1105.png"/><Relationship Id="rId345" Type="http://schemas.openxmlformats.org/officeDocument/2006/relationships/image" Target="../media/image1195.png"/><Relationship Id="rId387" Type="http://schemas.openxmlformats.org/officeDocument/2006/relationships/image" Target="../media/image79.png"/><Relationship Id="rId191" Type="http://schemas.openxmlformats.org/officeDocument/2006/relationships/customXml" Target="../ink/ink1169.xml"/><Relationship Id="rId205" Type="http://schemas.openxmlformats.org/officeDocument/2006/relationships/customXml" Target="../ink/ink1176.xml"/><Relationship Id="rId247" Type="http://schemas.openxmlformats.org/officeDocument/2006/relationships/customXml" Target="../ink/ink1198.xml"/><Relationship Id="rId412" Type="http://schemas.openxmlformats.org/officeDocument/2006/relationships/customXml" Target="../ink/ink1282.xml"/><Relationship Id="rId107" Type="http://schemas.openxmlformats.org/officeDocument/2006/relationships/customXml" Target="../ink/ink1127.xml"/><Relationship Id="rId289" Type="http://schemas.openxmlformats.org/officeDocument/2006/relationships/image" Target="../media/image1173.png"/><Relationship Id="rId454" Type="http://schemas.openxmlformats.org/officeDocument/2006/relationships/customXml" Target="../ink/ink1303.xml"/><Relationship Id="rId496" Type="http://schemas.openxmlformats.org/officeDocument/2006/relationships/customXml" Target="../ink/ink1324.xml"/><Relationship Id="rId11" Type="http://schemas.openxmlformats.org/officeDocument/2006/relationships/customXml" Target="../ink/ink1079.xml"/><Relationship Id="rId53" Type="http://schemas.openxmlformats.org/officeDocument/2006/relationships/customXml" Target="../ink/ink1100.xml"/><Relationship Id="rId149" Type="http://schemas.openxmlformats.org/officeDocument/2006/relationships/customXml" Target="../ink/ink1148.xml"/><Relationship Id="rId314" Type="http://schemas.openxmlformats.org/officeDocument/2006/relationships/customXml" Target="../ink/ink1232.xml"/><Relationship Id="rId356" Type="http://schemas.openxmlformats.org/officeDocument/2006/relationships/customXml" Target="../ink/ink1254.xml"/><Relationship Id="rId398" Type="http://schemas.openxmlformats.org/officeDocument/2006/relationships/customXml" Target="../ink/ink1275.xml"/><Relationship Id="rId95" Type="http://schemas.openxmlformats.org/officeDocument/2006/relationships/customXml" Target="../ink/ink1121.xml"/><Relationship Id="rId160" Type="http://schemas.openxmlformats.org/officeDocument/2006/relationships/image" Target="../media/image1115.png"/><Relationship Id="rId216" Type="http://schemas.openxmlformats.org/officeDocument/2006/relationships/image" Target="../media/image1141.png"/><Relationship Id="rId423" Type="http://schemas.openxmlformats.org/officeDocument/2006/relationships/image" Target="../media/image1232.png"/><Relationship Id="rId258" Type="http://schemas.openxmlformats.org/officeDocument/2006/relationships/image" Target="../media/image1158.png"/><Relationship Id="rId465" Type="http://schemas.openxmlformats.org/officeDocument/2006/relationships/image" Target="../media/image1253.png"/><Relationship Id="rId22" Type="http://schemas.openxmlformats.org/officeDocument/2006/relationships/image" Target="../media/image1050.png"/><Relationship Id="rId64" Type="http://schemas.openxmlformats.org/officeDocument/2006/relationships/image" Target="../media/image1070.png"/><Relationship Id="rId118" Type="http://schemas.openxmlformats.org/officeDocument/2006/relationships/image" Target="../media/image1096.png"/><Relationship Id="rId325" Type="http://schemas.openxmlformats.org/officeDocument/2006/relationships/customXml" Target="../ink/ink1238.xml"/><Relationship Id="rId367" Type="http://schemas.openxmlformats.org/officeDocument/2006/relationships/image" Target="../media/image1206.png"/><Relationship Id="rId171" Type="http://schemas.openxmlformats.org/officeDocument/2006/relationships/customXml" Target="../ink/ink1159.xml"/><Relationship Id="rId227" Type="http://schemas.openxmlformats.org/officeDocument/2006/relationships/customXml" Target="../ink/ink1188.xml"/><Relationship Id="rId269" Type="http://schemas.openxmlformats.org/officeDocument/2006/relationships/customXml" Target="../ink/ink1209.xml"/><Relationship Id="rId434" Type="http://schemas.openxmlformats.org/officeDocument/2006/relationships/customXml" Target="../ink/ink1293.xml"/><Relationship Id="rId476" Type="http://schemas.openxmlformats.org/officeDocument/2006/relationships/customXml" Target="../ink/ink1314.xml"/><Relationship Id="rId33" Type="http://schemas.openxmlformats.org/officeDocument/2006/relationships/customXml" Target="../ink/ink1090.xml"/><Relationship Id="rId129" Type="http://schemas.openxmlformats.org/officeDocument/2006/relationships/customXml" Target="../ink/ink1138.xml"/><Relationship Id="rId280" Type="http://schemas.openxmlformats.org/officeDocument/2006/relationships/image" Target="../media/image1169.png"/><Relationship Id="rId336" Type="http://schemas.openxmlformats.org/officeDocument/2006/relationships/image" Target="../media/image1191.png"/><Relationship Id="rId501" Type="http://schemas.openxmlformats.org/officeDocument/2006/relationships/image" Target="../media/image1271.png"/><Relationship Id="rId75" Type="http://schemas.openxmlformats.org/officeDocument/2006/relationships/customXml" Target="../ink/ink1111.xml"/><Relationship Id="rId140" Type="http://schemas.openxmlformats.org/officeDocument/2006/relationships/image" Target="../media/image315.png"/><Relationship Id="rId182" Type="http://schemas.openxmlformats.org/officeDocument/2006/relationships/image" Target="../media/image1126.png"/><Relationship Id="rId378" Type="http://schemas.openxmlformats.org/officeDocument/2006/relationships/customXml" Target="../ink/ink1265.xml"/><Relationship Id="rId403" Type="http://schemas.openxmlformats.org/officeDocument/2006/relationships/image" Target="../media/image1222.png"/><Relationship Id="rId6" Type="http://schemas.openxmlformats.org/officeDocument/2006/relationships/image" Target="../media/image1044.png"/><Relationship Id="rId238" Type="http://schemas.openxmlformats.org/officeDocument/2006/relationships/image" Target="../media/image1150.png"/><Relationship Id="rId445" Type="http://schemas.openxmlformats.org/officeDocument/2006/relationships/image" Target="../media/image1243.png"/><Relationship Id="rId487" Type="http://schemas.openxmlformats.org/officeDocument/2006/relationships/image" Target="../media/image1264.png"/><Relationship Id="rId291" Type="http://schemas.openxmlformats.org/officeDocument/2006/relationships/image" Target="../media/image1174.png"/><Relationship Id="rId305" Type="http://schemas.openxmlformats.org/officeDocument/2006/relationships/image" Target="../media/image1180.png"/><Relationship Id="rId347" Type="http://schemas.openxmlformats.org/officeDocument/2006/relationships/image" Target="../media/image1196.png"/><Relationship Id="rId44" Type="http://schemas.openxmlformats.org/officeDocument/2006/relationships/image" Target="../media/image1060.png"/><Relationship Id="rId86" Type="http://schemas.openxmlformats.org/officeDocument/2006/relationships/image" Target="../media/image94.png"/><Relationship Id="rId151" Type="http://schemas.openxmlformats.org/officeDocument/2006/relationships/customXml" Target="../ink/ink1149.xml"/><Relationship Id="rId389" Type="http://schemas.openxmlformats.org/officeDocument/2006/relationships/image" Target="../media/image101.png"/><Relationship Id="rId193" Type="http://schemas.openxmlformats.org/officeDocument/2006/relationships/customXml" Target="../ink/ink1170.xml"/><Relationship Id="rId207" Type="http://schemas.openxmlformats.org/officeDocument/2006/relationships/customXml" Target="../ink/ink1177.xml"/><Relationship Id="rId249" Type="http://schemas.openxmlformats.org/officeDocument/2006/relationships/customXml" Target="../ink/ink1199.xml"/><Relationship Id="rId414" Type="http://schemas.openxmlformats.org/officeDocument/2006/relationships/customXml" Target="../ink/ink1283.xml"/><Relationship Id="rId456" Type="http://schemas.openxmlformats.org/officeDocument/2006/relationships/customXml" Target="../ink/ink1304.xml"/><Relationship Id="rId498" Type="http://schemas.openxmlformats.org/officeDocument/2006/relationships/customXml" Target="../ink/ink1325.xml"/><Relationship Id="rId13" Type="http://schemas.openxmlformats.org/officeDocument/2006/relationships/customXml" Target="../ink/ink1080.xml"/><Relationship Id="rId109" Type="http://schemas.openxmlformats.org/officeDocument/2006/relationships/customXml" Target="../ink/ink1128.xml"/><Relationship Id="rId260" Type="http://schemas.openxmlformats.org/officeDocument/2006/relationships/image" Target="../media/image1159.png"/><Relationship Id="rId316" Type="http://schemas.openxmlformats.org/officeDocument/2006/relationships/image" Target="../media/image1182.png"/><Relationship Id="rId55" Type="http://schemas.openxmlformats.org/officeDocument/2006/relationships/customXml" Target="../ink/ink1101.xml"/><Relationship Id="rId97" Type="http://schemas.openxmlformats.org/officeDocument/2006/relationships/customXml" Target="../ink/ink1122.xml"/><Relationship Id="rId120" Type="http://schemas.openxmlformats.org/officeDocument/2006/relationships/image" Target="../media/image1097.png"/><Relationship Id="rId358" Type="http://schemas.openxmlformats.org/officeDocument/2006/relationships/customXml" Target="../ink/ink1255.xml"/><Relationship Id="rId162" Type="http://schemas.openxmlformats.org/officeDocument/2006/relationships/image" Target="../media/image1116.png"/><Relationship Id="rId218" Type="http://schemas.openxmlformats.org/officeDocument/2006/relationships/image" Target="../media/image1142.png"/><Relationship Id="rId425" Type="http://schemas.openxmlformats.org/officeDocument/2006/relationships/image" Target="../media/image1233.png"/><Relationship Id="rId467" Type="http://schemas.openxmlformats.org/officeDocument/2006/relationships/image" Target="../media/image1254.png"/><Relationship Id="rId271" Type="http://schemas.openxmlformats.org/officeDocument/2006/relationships/customXml" Target="../ink/ink1210.xml"/><Relationship Id="rId24" Type="http://schemas.openxmlformats.org/officeDocument/2006/relationships/image" Target="../media/image322.png"/><Relationship Id="rId66" Type="http://schemas.openxmlformats.org/officeDocument/2006/relationships/image" Target="../media/image1071.png"/><Relationship Id="rId131" Type="http://schemas.openxmlformats.org/officeDocument/2006/relationships/customXml" Target="../ink/ink1139.xml"/><Relationship Id="rId327" Type="http://schemas.openxmlformats.org/officeDocument/2006/relationships/customXml" Target="../ink/ink1239.xml"/><Relationship Id="rId369" Type="http://schemas.openxmlformats.org/officeDocument/2006/relationships/image" Target="../media/image1207.png"/><Relationship Id="rId173" Type="http://schemas.openxmlformats.org/officeDocument/2006/relationships/customXml" Target="../ink/ink1160.xml"/><Relationship Id="rId229" Type="http://schemas.openxmlformats.org/officeDocument/2006/relationships/customXml" Target="../ink/ink1189.xml"/><Relationship Id="rId380" Type="http://schemas.openxmlformats.org/officeDocument/2006/relationships/customXml" Target="../ink/ink1266.xml"/><Relationship Id="rId436" Type="http://schemas.openxmlformats.org/officeDocument/2006/relationships/customXml" Target="../ink/ink1294.xml"/><Relationship Id="rId240" Type="http://schemas.openxmlformats.org/officeDocument/2006/relationships/image" Target="../media/image1151.png"/><Relationship Id="rId478" Type="http://schemas.openxmlformats.org/officeDocument/2006/relationships/customXml" Target="../ink/ink1315.xml"/><Relationship Id="rId35" Type="http://schemas.openxmlformats.org/officeDocument/2006/relationships/customXml" Target="../ink/ink1091.xml"/><Relationship Id="rId77" Type="http://schemas.openxmlformats.org/officeDocument/2006/relationships/customXml" Target="../ink/ink1112.xml"/><Relationship Id="rId100" Type="http://schemas.openxmlformats.org/officeDocument/2006/relationships/image" Target="../media/image1087.png"/><Relationship Id="rId282" Type="http://schemas.openxmlformats.org/officeDocument/2006/relationships/image" Target="../media/image1170.png"/><Relationship Id="rId338" Type="http://schemas.openxmlformats.org/officeDocument/2006/relationships/image" Target="../media/image1192.png"/><Relationship Id="rId8" Type="http://schemas.openxmlformats.org/officeDocument/2006/relationships/image" Target="../media/image1045.png"/><Relationship Id="rId142" Type="http://schemas.openxmlformats.org/officeDocument/2006/relationships/image" Target="../media/image1106.png"/><Relationship Id="rId184" Type="http://schemas.openxmlformats.org/officeDocument/2006/relationships/image" Target="../media/image95.png"/><Relationship Id="rId391" Type="http://schemas.openxmlformats.org/officeDocument/2006/relationships/image" Target="../media/image1216.png"/><Relationship Id="rId405" Type="http://schemas.openxmlformats.org/officeDocument/2006/relationships/image" Target="../media/image1223.png"/><Relationship Id="rId447" Type="http://schemas.openxmlformats.org/officeDocument/2006/relationships/image" Target="../media/image1244.png"/><Relationship Id="rId251" Type="http://schemas.openxmlformats.org/officeDocument/2006/relationships/customXml" Target="../ink/ink1200.xml"/><Relationship Id="rId489" Type="http://schemas.openxmlformats.org/officeDocument/2006/relationships/image" Target="../media/image1265.png"/><Relationship Id="rId46" Type="http://schemas.openxmlformats.org/officeDocument/2006/relationships/image" Target="../media/image1061.png"/><Relationship Id="rId293" Type="http://schemas.openxmlformats.org/officeDocument/2006/relationships/image" Target="../media/image1175.png"/><Relationship Id="rId307" Type="http://schemas.openxmlformats.org/officeDocument/2006/relationships/image" Target="../media/image1181.png"/><Relationship Id="rId349" Type="http://schemas.openxmlformats.org/officeDocument/2006/relationships/image" Target="../media/image1197.png"/><Relationship Id="rId88" Type="http://schemas.openxmlformats.org/officeDocument/2006/relationships/image" Target="../media/image1081.png"/><Relationship Id="rId111" Type="http://schemas.openxmlformats.org/officeDocument/2006/relationships/customXml" Target="../ink/ink1129.xml"/><Relationship Id="rId153" Type="http://schemas.openxmlformats.org/officeDocument/2006/relationships/customXml" Target="../ink/ink1150.xml"/><Relationship Id="rId195" Type="http://schemas.openxmlformats.org/officeDocument/2006/relationships/customXml" Target="../ink/ink1171.xml"/><Relationship Id="rId209" Type="http://schemas.openxmlformats.org/officeDocument/2006/relationships/customXml" Target="../ink/ink1178.xml"/><Relationship Id="rId360" Type="http://schemas.openxmlformats.org/officeDocument/2006/relationships/customXml" Target="../ink/ink1256.xml"/><Relationship Id="rId416" Type="http://schemas.openxmlformats.org/officeDocument/2006/relationships/customXml" Target="../ink/ink1284.xml"/><Relationship Id="rId220" Type="http://schemas.openxmlformats.org/officeDocument/2006/relationships/image" Target="../media/image1143.png"/><Relationship Id="rId458" Type="http://schemas.openxmlformats.org/officeDocument/2006/relationships/customXml" Target="../ink/ink1305.xml"/><Relationship Id="rId15" Type="http://schemas.openxmlformats.org/officeDocument/2006/relationships/customXml" Target="../ink/ink1081.xml"/><Relationship Id="rId57" Type="http://schemas.openxmlformats.org/officeDocument/2006/relationships/customXml" Target="../ink/ink1102.xml"/><Relationship Id="rId262" Type="http://schemas.openxmlformats.org/officeDocument/2006/relationships/image" Target="../media/image1160.png"/><Relationship Id="rId318" Type="http://schemas.openxmlformats.org/officeDocument/2006/relationships/image" Target="../media/image1183.png"/><Relationship Id="rId99" Type="http://schemas.openxmlformats.org/officeDocument/2006/relationships/customXml" Target="../ink/ink1123.xml"/><Relationship Id="rId122" Type="http://schemas.openxmlformats.org/officeDocument/2006/relationships/image" Target="../media/image1098.png"/><Relationship Id="rId164" Type="http://schemas.openxmlformats.org/officeDocument/2006/relationships/image" Target="../media/image1117.png"/><Relationship Id="rId371" Type="http://schemas.openxmlformats.org/officeDocument/2006/relationships/image" Target="../media/image1208.png"/><Relationship Id="rId427" Type="http://schemas.openxmlformats.org/officeDocument/2006/relationships/image" Target="../media/image1234.png"/><Relationship Id="rId469" Type="http://schemas.openxmlformats.org/officeDocument/2006/relationships/image" Target="../media/image1255.png"/><Relationship Id="rId26" Type="http://schemas.openxmlformats.org/officeDocument/2006/relationships/image" Target="../media/image1051.png"/><Relationship Id="rId231" Type="http://schemas.openxmlformats.org/officeDocument/2006/relationships/customXml" Target="../ink/ink1190.xml"/><Relationship Id="rId273" Type="http://schemas.openxmlformats.org/officeDocument/2006/relationships/customXml" Target="../ink/ink1211.xml"/><Relationship Id="rId329" Type="http://schemas.openxmlformats.org/officeDocument/2006/relationships/customXml" Target="../ink/ink1240.xml"/><Relationship Id="rId480" Type="http://schemas.openxmlformats.org/officeDocument/2006/relationships/customXml" Target="../ink/ink1316.xml"/><Relationship Id="rId68" Type="http://schemas.openxmlformats.org/officeDocument/2006/relationships/image" Target="../media/image1072.png"/><Relationship Id="rId133" Type="http://schemas.openxmlformats.org/officeDocument/2006/relationships/customXml" Target="../ink/ink1140.xml"/><Relationship Id="rId175" Type="http://schemas.openxmlformats.org/officeDocument/2006/relationships/customXml" Target="../ink/ink1161.xml"/><Relationship Id="rId340" Type="http://schemas.openxmlformats.org/officeDocument/2006/relationships/image" Target="../media/image1193.png"/><Relationship Id="rId200" Type="http://schemas.openxmlformats.org/officeDocument/2006/relationships/image" Target="../media/image1134.png"/><Relationship Id="rId382" Type="http://schemas.openxmlformats.org/officeDocument/2006/relationships/customXml" Target="../ink/ink1267.xml"/><Relationship Id="rId438" Type="http://schemas.openxmlformats.org/officeDocument/2006/relationships/customXml" Target="../ink/ink1295.xml"/><Relationship Id="rId242" Type="http://schemas.openxmlformats.org/officeDocument/2006/relationships/image" Target="../media/image1152.png"/><Relationship Id="rId284" Type="http://schemas.openxmlformats.org/officeDocument/2006/relationships/image" Target="../media/image1171.png"/><Relationship Id="rId491" Type="http://schemas.openxmlformats.org/officeDocument/2006/relationships/image" Target="../media/image1266.png"/><Relationship Id="rId37" Type="http://schemas.openxmlformats.org/officeDocument/2006/relationships/customXml" Target="../ink/ink1092.xml"/><Relationship Id="rId79" Type="http://schemas.openxmlformats.org/officeDocument/2006/relationships/customXml" Target="../ink/ink1113.xml"/><Relationship Id="rId102" Type="http://schemas.openxmlformats.org/officeDocument/2006/relationships/image" Target="../media/image1088.png"/><Relationship Id="rId144" Type="http://schemas.openxmlformats.org/officeDocument/2006/relationships/image" Target="../media/image1107.png"/><Relationship Id="rId90" Type="http://schemas.openxmlformats.org/officeDocument/2006/relationships/image" Target="../media/image1082.png"/><Relationship Id="rId186" Type="http://schemas.openxmlformats.org/officeDocument/2006/relationships/image" Target="../media/image1127.png"/><Relationship Id="rId351" Type="http://schemas.openxmlformats.org/officeDocument/2006/relationships/image" Target="../media/image1198.png"/><Relationship Id="rId393" Type="http://schemas.openxmlformats.org/officeDocument/2006/relationships/image" Target="../media/image1217.png"/><Relationship Id="rId407" Type="http://schemas.openxmlformats.org/officeDocument/2006/relationships/image" Target="../media/image1224.png"/><Relationship Id="rId449" Type="http://schemas.openxmlformats.org/officeDocument/2006/relationships/image" Target="../media/image1245.png"/><Relationship Id="rId211" Type="http://schemas.openxmlformats.org/officeDocument/2006/relationships/customXml" Target="../ink/ink1179.xml"/><Relationship Id="rId253" Type="http://schemas.openxmlformats.org/officeDocument/2006/relationships/customXml" Target="../ink/ink1201.xml"/><Relationship Id="rId295" Type="http://schemas.openxmlformats.org/officeDocument/2006/relationships/image" Target="../media/image155.png"/><Relationship Id="rId309" Type="http://schemas.openxmlformats.org/officeDocument/2006/relationships/image" Target="../media/image626.png"/><Relationship Id="rId460" Type="http://schemas.openxmlformats.org/officeDocument/2006/relationships/customXml" Target="../ink/ink1306.xml"/><Relationship Id="rId48" Type="http://schemas.openxmlformats.org/officeDocument/2006/relationships/image" Target="../media/image1062.png"/><Relationship Id="rId113" Type="http://schemas.openxmlformats.org/officeDocument/2006/relationships/customXml" Target="../ink/ink1130.xml"/><Relationship Id="rId320" Type="http://schemas.openxmlformats.org/officeDocument/2006/relationships/image" Target="../media/image1184.png"/><Relationship Id="rId155" Type="http://schemas.openxmlformats.org/officeDocument/2006/relationships/customXml" Target="../ink/ink1151.xml"/><Relationship Id="rId197" Type="http://schemas.openxmlformats.org/officeDocument/2006/relationships/customXml" Target="../ink/ink1172.xml"/><Relationship Id="rId362" Type="http://schemas.openxmlformats.org/officeDocument/2006/relationships/customXml" Target="../ink/ink1257.xml"/><Relationship Id="rId418" Type="http://schemas.openxmlformats.org/officeDocument/2006/relationships/customXml" Target="../ink/ink1285.xml"/><Relationship Id="rId222" Type="http://schemas.openxmlformats.org/officeDocument/2006/relationships/image" Target="../media/image1144.png"/><Relationship Id="rId264" Type="http://schemas.openxmlformats.org/officeDocument/2006/relationships/image" Target="../media/image1161.png"/><Relationship Id="rId471" Type="http://schemas.openxmlformats.org/officeDocument/2006/relationships/image" Target="../media/image1256.png"/><Relationship Id="rId17" Type="http://schemas.openxmlformats.org/officeDocument/2006/relationships/customXml" Target="../ink/ink1082.xml"/><Relationship Id="rId59" Type="http://schemas.openxmlformats.org/officeDocument/2006/relationships/customXml" Target="../ink/ink1103.xml"/><Relationship Id="rId124" Type="http://schemas.openxmlformats.org/officeDocument/2006/relationships/image" Target="../media/image1099.png"/><Relationship Id="rId70" Type="http://schemas.openxmlformats.org/officeDocument/2006/relationships/image" Target="../media/image1073.png"/><Relationship Id="rId166" Type="http://schemas.openxmlformats.org/officeDocument/2006/relationships/image" Target="../media/image1118.png"/><Relationship Id="rId331" Type="http://schemas.openxmlformats.org/officeDocument/2006/relationships/customXml" Target="../ink/ink1241.xml"/><Relationship Id="rId373" Type="http://schemas.openxmlformats.org/officeDocument/2006/relationships/image" Target="../media/image1209.png"/><Relationship Id="rId429" Type="http://schemas.openxmlformats.org/officeDocument/2006/relationships/image" Target="../media/image1235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91.xml"/><Relationship Id="rId440" Type="http://schemas.openxmlformats.org/officeDocument/2006/relationships/customXml" Target="../ink/ink1296.xml"/><Relationship Id="rId28" Type="http://schemas.openxmlformats.org/officeDocument/2006/relationships/image" Target="../media/image1052.png"/><Relationship Id="rId275" Type="http://schemas.openxmlformats.org/officeDocument/2006/relationships/customXml" Target="../ink/ink1212.xml"/><Relationship Id="rId300" Type="http://schemas.openxmlformats.org/officeDocument/2006/relationships/customXml" Target="../ink/ink1225.xml"/><Relationship Id="rId482" Type="http://schemas.openxmlformats.org/officeDocument/2006/relationships/customXml" Target="../ink/ink1317.xml"/><Relationship Id="rId81" Type="http://schemas.openxmlformats.org/officeDocument/2006/relationships/customXml" Target="../ink/ink1114.xml"/><Relationship Id="rId135" Type="http://schemas.openxmlformats.org/officeDocument/2006/relationships/customXml" Target="../ink/ink1141.xml"/><Relationship Id="rId177" Type="http://schemas.openxmlformats.org/officeDocument/2006/relationships/customXml" Target="../ink/ink1162.xml"/><Relationship Id="rId342" Type="http://schemas.openxmlformats.org/officeDocument/2006/relationships/image" Target="../media/image1194.png"/><Relationship Id="rId384" Type="http://schemas.openxmlformats.org/officeDocument/2006/relationships/customXml" Target="../ink/ink1268.xml"/><Relationship Id="rId202" Type="http://schemas.openxmlformats.org/officeDocument/2006/relationships/image" Target="../media/image1135.png"/><Relationship Id="rId244" Type="http://schemas.openxmlformats.org/officeDocument/2006/relationships/image" Target="../media/image1153.png"/><Relationship Id="rId39" Type="http://schemas.openxmlformats.org/officeDocument/2006/relationships/customXml" Target="../ink/ink1093.xml"/><Relationship Id="rId286" Type="http://schemas.openxmlformats.org/officeDocument/2006/relationships/customXml" Target="../ink/ink1218.xml"/><Relationship Id="rId451" Type="http://schemas.openxmlformats.org/officeDocument/2006/relationships/image" Target="../media/image1246.png"/><Relationship Id="rId493" Type="http://schemas.openxmlformats.org/officeDocument/2006/relationships/image" Target="../media/image1267.png"/><Relationship Id="rId50" Type="http://schemas.openxmlformats.org/officeDocument/2006/relationships/image" Target="../media/image1063.png"/><Relationship Id="rId104" Type="http://schemas.openxmlformats.org/officeDocument/2006/relationships/image" Target="../media/image1089.png"/><Relationship Id="rId146" Type="http://schemas.openxmlformats.org/officeDocument/2006/relationships/image" Target="../media/image1108.png"/><Relationship Id="rId188" Type="http://schemas.openxmlformats.org/officeDocument/2006/relationships/image" Target="../media/image1128.png"/><Relationship Id="rId311" Type="http://schemas.openxmlformats.org/officeDocument/2006/relationships/image" Target="../media/image634.png"/><Relationship Id="rId353" Type="http://schemas.openxmlformats.org/officeDocument/2006/relationships/image" Target="../media/image1199.png"/><Relationship Id="rId395" Type="http://schemas.openxmlformats.org/officeDocument/2006/relationships/image" Target="../media/image1218.png"/><Relationship Id="rId409" Type="http://schemas.openxmlformats.org/officeDocument/2006/relationships/image" Target="../media/image1225.png"/><Relationship Id="rId92" Type="http://schemas.openxmlformats.org/officeDocument/2006/relationships/image" Target="../media/image1083.png"/><Relationship Id="rId213" Type="http://schemas.openxmlformats.org/officeDocument/2006/relationships/customXml" Target="../ink/ink1181.xml"/><Relationship Id="rId420" Type="http://schemas.openxmlformats.org/officeDocument/2006/relationships/customXml" Target="../ink/ink1286.xml"/><Relationship Id="rId255" Type="http://schemas.openxmlformats.org/officeDocument/2006/relationships/customXml" Target="../ink/ink1202.xml"/><Relationship Id="rId297" Type="http://schemas.openxmlformats.org/officeDocument/2006/relationships/image" Target="../media/image1176.png"/><Relationship Id="rId462" Type="http://schemas.openxmlformats.org/officeDocument/2006/relationships/customXml" Target="../ink/ink1307.xml"/><Relationship Id="rId115" Type="http://schemas.openxmlformats.org/officeDocument/2006/relationships/customXml" Target="../ink/ink1131.xml"/><Relationship Id="rId157" Type="http://schemas.openxmlformats.org/officeDocument/2006/relationships/customXml" Target="../ink/ink1152.xml"/><Relationship Id="rId322" Type="http://schemas.openxmlformats.org/officeDocument/2006/relationships/image" Target="../media/image524.png"/><Relationship Id="rId364" Type="http://schemas.openxmlformats.org/officeDocument/2006/relationships/customXml" Target="../ink/ink1258.xml"/><Relationship Id="rId61" Type="http://schemas.openxmlformats.org/officeDocument/2006/relationships/customXml" Target="../ink/ink1104.xml"/><Relationship Id="rId199" Type="http://schemas.openxmlformats.org/officeDocument/2006/relationships/customXml" Target="../ink/ink1173.xml"/><Relationship Id="rId19" Type="http://schemas.openxmlformats.org/officeDocument/2006/relationships/customXml" Target="../ink/ink1083.xml"/><Relationship Id="rId224" Type="http://schemas.openxmlformats.org/officeDocument/2006/relationships/image" Target="../media/image1145.png"/><Relationship Id="rId266" Type="http://schemas.openxmlformats.org/officeDocument/2006/relationships/image" Target="../media/image1162.png"/><Relationship Id="rId431" Type="http://schemas.openxmlformats.org/officeDocument/2006/relationships/image" Target="../media/image1236.png"/><Relationship Id="rId473" Type="http://schemas.openxmlformats.org/officeDocument/2006/relationships/image" Target="../media/image1257.png"/><Relationship Id="rId30" Type="http://schemas.openxmlformats.org/officeDocument/2006/relationships/image" Target="../media/image1053.png"/><Relationship Id="rId126" Type="http://schemas.openxmlformats.org/officeDocument/2006/relationships/image" Target="../media/image343.png"/><Relationship Id="rId168" Type="http://schemas.openxmlformats.org/officeDocument/2006/relationships/image" Target="../media/image1119.png"/><Relationship Id="rId333" Type="http://schemas.openxmlformats.org/officeDocument/2006/relationships/customXml" Target="../ink/ink1242.xml"/><Relationship Id="rId72" Type="http://schemas.openxmlformats.org/officeDocument/2006/relationships/image" Target="../media/image1074.png"/><Relationship Id="rId375" Type="http://schemas.openxmlformats.org/officeDocument/2006/relationships/image" Target="../media/image1210.png"/><Relationship Id="rId3" Type="http://schemas.openxmlformats.org/officeDocument/2006/relationships/customXml" Target="../ink/ink1075.xml"/><Relationship Id="rId235" Type="http://schemas.openxmlformats.org/officeDocument/2006/relationships/customXml" Target="../ink/ink1192.xml"/><Relationship Id="rId277" Type="http://schemas.openxmlformats.org/officeDocument/2006/relationships/customXml" Target="../ink/ink1213.xml"/><Relationship Id="rId400" Type="http://schemas.openxmlformats.org/officeDocument/2006/relationships/customXml" Target="../ink/ink1276.xml"/><Relationship Id="rId442" Type="http://schemas.openxmlformats.org/officeDocument/2006/relationships/customXml" Target="../ink/ink1297.xml"/><Relationship Id="rId484" Type="http://schemas.openxmlformats.org/officeDocument/2006/relationships/customXml" Target="../ink/ink1318.xml"/><Relationship Id="rId137" Type="http://schemas.openxmlformats.org/officeDocument/2006/relationships/customXml" Target="../ink/ink1142.xml"/><Relationship Id="rId302" Type="http://schemas.openxmlformats.org/officeDocument/2006/relationships/customXml" Target="../ink/ink1226.xml"/><Relationship Id="rId344" Type="http://schemas.openxmlformats.org/officeDocument/2006/relationships/customXml" Target="../ink/ink1248.xml"/><Relationship Id="rId41" Type="http://schemas.openxmlformats.org/officeDocument/2006/relationships/customXml" Target="../ink/ink1094.xml"/><Relationship Id="rId83" Type="http://schemas.openxmlformats.org/officeDocument/2006/relationships/customXml" Target="../ink/ink1115.xml"/><Relationship Id="rId179" Type="http://schemas.openxmlformats.org/officeDocument/2006/relationships/customXml" Target="../ink/ink1163.xml"/><Relationship Id="rId386" Type="http://schemas.openxmlformats.org/officeDocument/2006/relationships/customXml" Target="../ink/ink1269.xml"/><Relationship Id="rId190" Type="http://schemas.openxmlformats.org/officeDocument/2006/relationships/image" Target="../media/image1129.png"/><Relationship Id="rId204" Type="http://schemas.openxmlformats.org/officeDocument/2006/relationships/image" Target="../media/image1136.png"/><Relationship Id="rId246" Type="http://schemas.openxmlformats.org/officeDocument/2006/relationships/image" Target="../media/image1154.png"/><Relationship Id="rId288" Type="http://schemas.openxmlformats.org/officeDocument/2006/relationships/customXml" Target="../ink/ink1219.xml"/><Relationship Id="rId411" Type="http://schemas.openxmlformats.org/officeDocument/2006/relationships/image" Target="../media/image1226.png"/><Relationship Id="rId453" Type="http://schemas.openxmlformats.org/officeDocument/2006/relationships/image" Target="../media/image1247.png"/><Relationship Id="rId106" Type="http://schemas.openxmlformats.org/officeDocument/2006/relationships/image" Target="../media/image1090.png"/><Relationship Id="rId313" Type="http://schemas.openxmlformats.org/officeDocument/2006/relationships/image" Target="../media/image716.png"/><Relationship Id="rId495" Type="http://schemas.openxmlformats.org/officeDocument/2006/relationships/image" Target="../media/image126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84.xml"/><Relationship Id="rId21" Type="http://schemas.openxmlformats.org/officeDocument/2006/relationships/customXml" Target="../ink/ink1336.xml"/><Relationship Id="rId63" Type="http://schemas.openxmlformats.org/officeDocument/2006/relationships/customXml" Target="../ink/ink1357.xml"/><Relationship Id="rId159" Type="http://schemas.openxmlformats.org/officeDocument/2006/relationships/customXml" Target="../ink/ink1405.xml"/><Relationship Id="rId324" Type="http://schemas.openxmlformats.org/officeDocument/2006/relationships/image" Target="../media/image1426.png"/><Relationship Id="rId366" Type="http://schemas.openxmlformats.org/officeDocument/2006/relationships/image" Target="../media/image1447.png"/><Relationship Id="rId170" Type="http://schemas.openxmlformats.org/officeDocument/2006/relationships/image" Target="../media/image1354.png"/><Relationship Id="rId226" Type="http://schemas.openxmlformats.org/officeDocument/2006/relationships/customXml" Target="../ink/ink1439.xml"/><Relationship Id="rId433" Type="http://schemas.openxmlformats.org/officeDocument/2006/relationships/customXml" Target="../ink/ink1543.xml"/><Relationship Id="rId268" Type="http://schemas.openxmlformats.org/officeDocument/2006/relationships/image" Target="../media/image1399.png"/><Relationship Id="rId475" Type="http://schemas.openxmlformats.org/officeDocument/2006/relationships/customXml" Target="../ink/ink1564.xml"/><Relationship Id="rId32" Type="http://schemas.openxmlformats.org/officeDocument/2006/relationships/image" Target="../media/image1287.png"/><Relationship Id="rId74" Type="http://schemas.openxmlformats.org/officeDocument/2006/relationships/image" Target="../media/image1307.png"/><Relationship Id="rId128" Type="http://schemas.openxmlformats.org/officeDocument/2006/relationships/image" Target="../media/image1333.png"/><Relationship Id="rId335" Type="http://schemas.openxmlformats.org/officeDocument/2006/relationships/customXml" Target="../ink/ink1494.xml"/><Relationship Id="rId377" Type="http://schemas.openxmlformats.org/officeDocument/2006/relationships/customXml" Target="../ink/ink1515.xml"/><Relationship Id="rId500" Type="http://schemas.openxmlformats.org/officeDocument/2006/relationships/image" Target="../media/image1512.png"/><Relationship Id="rId5" Type="http://schemas.openxmlformats.org/officeDocument/2006/relationships/customXml" Target="../ink/ink1328.xml"/><Relationship Id="rId181" Type="http://schemas.openxmlformats.org/officeDocument/2006/relationships/image" Target="../media/image1358.png"/><Relationship Id="rId237" Type="http://schemas.openxmlformats.org/officeDocument/2006/relationships/image" Target="../media/image1384.png"/><Relationship Id="rId402" Type="http://schemas.openxmlformats.org/officeDocument/2006/relationships/image" Target="../media/image1463.png"/><Relationship Id="rId279" Type="http://schemas.openxmlformats.org/officeDocument/2006/relationships/customXml" Target="../ink/ink1466.xml"/><Relationship Id="rId444" Type="http://schemas.openxmlformats.org/officeDocument/2006/relationships/image" Target="../media/image1484.png"/><Relationship Id="rId486" Type="http://schemas.openxmlformats.org/officeDocument/2006/relationships/image" Target="../media/image1505.png"/><Relationship Id="rId43" Type="http://schemas.openxmlformats.org/officeDocument/2006/relationships/customXml" Target="../ink/ink1347.xml"/><Relationship Id="rId139" Type="http://schemas.openxmlformats.org/officeDocument/2006/relationships/customXml" Target="../ink/ink1395.xml"/><Relationship Id="rId290" Type="http://schemas.openxmlformats.org/officeDocument/2006/relationships/image" Target="../media/image1410.png"/><Relationship Id="rId304" Type="http://schemas.openxmlformats.org/officeDocument/2006/relationships/image" Target="../media/image1416.png"/><Relationship Id="rId346" Type="http://schemas.openxmlformats.org/officeDocument/2006/relationships/image" Target="../media/image1437.png"/><Relationship Id="rId388" Type="http://schemas.openxmlformats.org/officeDocument/2006/relationships/image" Target="../media/image1457.png"/><Relationship Id="rId511" Type="http://schemas.openxmlformats.org/officeDocument/2006/relationships/customXml" Target="../ink/ink1582.xml"/><Relationship Id="rId85" Type="http://schemas.openxmlformats.org/officeDocument/2006/relationships/customXml" Target="../ink/ink1368.xml"/><Relationship Id="rId150" Type="http://schemas.openxmlformats.org/officeDocument/2006/relationships/image" Target="../media/image1344.png"/><Relationship Id="rId192" Type="http://schemas.openxmlformats.org/officeDocument/2006/relationships/customXml" Target="../ink/ink1422.xml"/><Relationship Id="rId206" Type="http://schemas.openxmlformats.org/officeDocument/2006/relationships/customXml" Target="../ink/ink1429.xml"/><Relationship Id="rId413" Type="http://schemas.openxmlformats.org/officeDocument/2006/relationships/customXml" Target="../ink/ink1533.xml"/><Relationship Id="rId248" Type="http://schemas.openxmlformats.org/officeDocument/2006/relationships/customXml" Target="../ink/ink1450.xml"/><Relationship Id="rId455" Type="http://schemas.openxmlformats.org/officeDocument/2006/relationships/customXml" Target="../ink/ink1554.xml"/><Relationship Id="rId497" Type="http://schemas.openxmlformats.org/officeDocument/2006/relationships/customXml" Target="../ink/ink1575.xml"/><Relationship Id="rId12" Type="http://schemas.openxmlformats.org/officeDocument/2006/relationships/image" Target="../media/image1277.png"/><Relationship Id="rId108" Type="http://schemas.openxmlformats.org/officeDocument/2006/relationships/image" Target="../media/image1323.png"/><Relationship Id="rId315" Type="http://schemas.openxmlformats.org/officeDocument/2006/relationships/customXml" Target="../ink/ink1484.xml"/><Relationship Id="rId357" Type="http://schemas.openxmlformats.org/officeDocument/2006/relationships/customXml" Target="../ink/ink1505.xml"/><Relationship Id="rId54" Type="http://schemas.openxmlformats.org/officeDocument/2006/relationships/image" Target="../media/image1297.png"/><Relationship Id="rId96" Type="http://schemas.openxmlformats.org/officeDocument/2006/relationships/image" Target="../media/image1318.png"/><Relationship Id="rId161" Type="http://schemas.openxmlformats.org/officeDocument/2006/relationships/customXml" Target="../ink/ink1406.xml"/><Relationship Id="rId217" Type="http://schemas.openxmlformats.org/officeDocument/2006/relationships/image" Target="../media/image1374.png"/><Relationship Id="rId399" Type="http://schemas.openxmlformats.org/officeDocument/2006/relationships/customXml" Target="../ink/ink1526.xml"/><Relationship Id="rId259" Type="http://schemas.openxmlformats.org/officeDocument/2006/relationships/image" Target="../media/image1395.png"/><Relationship Id="rId424" Type="http://schemas.openxmlformats.org/officeDocument/2006/relationships/image" Target="../media/image1474.png"/><Relationship Id="rId466" Type="http://schemas.openxmlformats.org/officeDocument/2006/relationships/image" Target="../media/image1495.png"/><Relationship Id="rId23" Type="http://schemas.openxmlformats.org/officeDocument/2006/relationships/customXml" Target="../ink/ink1337.xml"/><Relationship Id="rId119" Type="http://schemas.openxmlformats.org/officeDocument/2006/relationships/customXml" Target="../ink/ink1385.xml"/><Relationship Id="rId270" Type="http://schemas.openxmlformats.org/officeDocument/2006/relationships/image" Target="../media/image1400.png"/><Relationship Id="rId326" Type="http://schemas.openxmlformats.org/officeDocument/2006/relationships/image" Target="../media/image1427.png"/><Relationship Id="rId65" Type="http://schemas.openxmlformats.org/officeDocument/2006/relationships/customXml" Target="../ink/ink1358.xml"/><Relationship Id="rId130" Type="http://schemas.openxmlformats.org/officeDocument/2006/relationships/image" Target="../media/image1334.png"/><Relationship Id="rId368" Type="http://schemas.openxmlformats.org/officeDocument/2006/relationships/image" Target="../media/image1448.png"/><Relationship Id="rId172" Type="http://schemas.openxmlformats.org/officeDocument/2006/relationships/image" Target="../media/image1355.png"/><Relationship Id="rId228" Type="http://schemas.openxmlformats.org/officeDocument/2006/relationships/customXml" Target="../ink/ink1440.xml"/><Relationship Id="rId435" Type="http://schemas.openxmlformats.org/officeDocument/2006/relationships/customXml" Target="../ink/ink1544.xml"/><Relationship Id="rId477" Type="http://schemas.openxmlformats.org/officeDocument/2006/relationships/customXml" Target="../ink/ink1565.xml"/><Relationship Id="rId281" Type="http://schemas.openxmlformats.org/officeDocument/2006/relationships/customXml" Target="../ink/ink1467.xml"/><Relationship Id="rId337" Type="http://schemas.openxmlformats.org/officeDocument/2006/relationships/customXml" Target="../ink/ink1495.xml"/><Relationship Id="rId502" Type="http://schemas.openxmlformats.org/officeDocument/2006/relationships/image" Target="../media/image1513.png"/><Relationship Id="rId34" Type="http://schemas.openxmlformats.org/officeDocument/2006/relationships/image" Target="../media/image1288.png"/><Relationship Id="rId76" Type="http://schemas.openxmlformats.org/officeDocument/2006/relationships/image" Target="../media/image1308.png"/><Relationship Id="rId141" Type="http://schemas.openxmlformats.org/officeDocument/2006/relationships/customXml" Target="../ink/ink1396.xml"/><Relationship Id="rId379" Type="http://schemas.openxmlformats.org/officeDocument/2006/relationships/customXml" Target="../ink/ink1516.xml"/><Relationship Id="rId7" Type="http://schemas.openxmlformats.org/officeDocument/2006/relationships/customXml" Target="../ink/ink1329.xml"/><Relationship Id="rId183" Type="http://schemas.openxmlformats.org/officeDocument/2006/relationships/image" Target="../media/image1359.png"/><Relationship Id="rId239" Type="http://schemas.openxmlformats.org/officeDocument/2006/relationships/image" Target="../media/image1385.png"/><Relationship Id="rId390" Type="http://schemas.openxmlformats.org/officeDocument/2006/relationships/image" Target="../media/image1458.png"/><Relationship Id="rId404" Type="http://schemas.openxmlformats.org/officeDocument/2006/relationships/image" Target="../media/image1464.png"/><Relationship Id="rId446" Type="http://schemas.openxmlformats.org/officeDocument/2006/relationships/image" Target="../media/image1485.png"/><Relationship Id="rId250" Type="http://schemas.openxmlformats.org/officeDocument/2006/relationships/customXml" Target="../ink/ink1451.xml"/><Relationship Id="rId292" Type="http://schemas.openxmlformats.org/officeDocument/2006/relationships/image" Target="../media/image1411.png"/><Relationship Id="rId306" Type="http://schemas.openxmlformats.org/officeDocument/2006/relationships/image" Target="../media/image1417.png"/><Relationship Id="rId488" Type="http://schemas.openxmlformats.org/officeDocument/2006/relationships/image" Target="../media/image1506.png"/><Relationship Id="rId45" Type="http://schemas.openxmlformats.org/officeDocument/2006/relationships/customXml" Target="../ink/ink1348.xml"/><Relationship Id="rId87" Type="http://schemas.openxmlformats.org/officeDocument/2006/relationships/customXml" Target="../ink/ink1369.xml"/><Relationship Id="rId110" Type="http://schemas.openxmlformats.org/officeDocument/2006/relationships/image" Target="../media/image1324.png"/><Relationship Id="rId348" Type="http://schemas.openxmlformats.org/officeDocument/2006/relationships/image" Target="../media/image1438.png"/><Relationship Id="rId513" Type="http://schemas.openxmlformats.org/officeDocument/2006/relationships/customXml" Target="../ink/ink1583.xml"/><Relationship Id="rId152" Type="http://schemas.openxmlformats.org/officeDocument/2006/relationships/image" Target="../media/image1345.png"/><Relationship Id="rId194" Type="http://schemas.openxmlformats.org/officeDocument/2006/relationships/customXml" Target="../ink/ink1423.xml"/><Relationship Id="rId208" Type="http://schemas.openxmlformats.org/officeDocument/2006/relationships/customXml" Target="../ink/ink1430.xml"/><Relationship Id="rId415" Type="http://schemas.openxmlformats.org/officeDocument/2006/relationships/customXml" Target="../ink/ink1534.xml"/><Relationship Id="rId457" Type="http://schemas.openxmlformats.org/officeDocument/2006/relationships/customXml" Target="../ink/ink1555.xml"/><Relationship Id="rId261" Type="http://schemas.openxmlformats.org/officeDocument/2006/relationships/image" Target="../media/image1396.png"/><Relationship Id="rId499" Type="http://schemas.openxmlformats.org/officeDocument/2006/relationships/customXml" Target="../ink/ink1576.xml"/><Relationship Id="rId14" Type="http://schemas.openxmlformats.org/officeDocument/2006/relationships/image" Target="../media/image1278.png"/><Relationship Id="rId56" Type="http://schemas.openxmlformats.org/officeDocument/2006/relationships/image" Target="../media/image1298.png"/><Relationship Id="rId317" Type="http://schemas.openxmlformats.org/officeDocument/2006/relationships/customXml" Target="../ink/ink1485.xml"/><Relationship Id="rId359" Type="http://schemas.openxmlformats.org/officeDocument/2006/relationships/customXml" Target="../ink/ink1506.xml"/><Relationship Id="rId98" Type="http://schemas.openxmlformats.org/officeDocument/2006/relationships/image" Target="../media/image1319.png"/><Relationship Id="rId121" Type="http://schemas.openxmlformats.org/officeDocument/2006/relationships/customXml" Target="../ink/ink1386.xml"/><Relationship Id="rId163" Type="http://schemas.openxmlformats.org/officeDocument/2006/relationships/customXml" Target="../ink/ink1407.xml"/><Relationship Id="rId219" Type="http://schemas.openxmlformats.org/officeDocument/2006/relationships/image" Target="../media/image1375.png"/><Relationship Id="rId370" Type="http://schemas.openxmlformats.org/officeDocument/2006/relationships/image" Target="../media/image1449.png"/><Relationship Id="rId426" Type="http://schemas.openxmlformats.org/officeDocument/2006/relationships/image" Target="../media/image1475.png"/><Relationship Id="rId230" Type="http://schemas.openxmlformats.org/officeDocument/2006/relationships/customXml" Target="../ink/ink1441.xml"/><Relationship Id="rId468" Type="http://schemas.openxmlformats.org/officeDocument/2006/relationships/image" Target="../media/image1496.png"/><Relationship Id="rId25" Type="http://schemas.openxmlformats.org/officeDocument/2006/relationships/customXml" Target="../ink/ink1338.xml"/><Relationship Id="rId67" Type="http://schemas.openxmlformats.org/officeDocument/2006/relationships/customXml" Target="../ink/ink1359.xml"/><Relationship Id="rId272" Type="http://schemas.openxmlformats.org/officeDocument/2006/relationships/image" Target="../media/image1401.png"/><Relationship Id="rId328" Type="http://schemas.openxmlformats.org/officeDocument/2006/relationships/image" Target="../media/image1428.png"/><Relationship Id="rId132" Type="http://schemas.openxmlformats.org/officeDocument/2006/relationships/image" Target="../media/image1335.png"/><Relationship Id="rId174" Type="http://schemas.openxmlformats.org/officeDocument/2006/relationships/image" Target="../media/image532.png"/><Relationship Id="rId381" Type="http://schemas.openxmlformats.org/officeDocument/2006/relationships/customXml" Target="../ink/ink1517.xml"/><Relationship Id="rId241" Type="http://schemas.openxmlformats.org/officeDocument/2006/relationships/image" Target="../media/image1386.png"/><Relationship Id="rId437" Type="http://schemas.openxmlformats.org/officeDocument/2006/relationships/customXml" Target="../ink/ink1545.xml"/><Relationship Id="rId479" Type="http://schemas.openxmlformats.org/officeDocument/2006/relationships/customXml" Target="../ink/ink1566.xml"/><Relationship Id="rId36" Type="http://schemas.openxmlformats.org/officeDocument/2006/relationships/image" Target="../media/image1289.png"/><Relationship Id="rId283" Type="http://schemas.openxmlformats.org/officeDocument/2006/relationships/customXml" Target="../ink/ink1468.xml"/><Relationship Id="rId339" Type="http://schemas.openxmlformats.org/officeDocument/2006/relationships/customXml" Target="../ink/ink1496.xml"/><Relationship Id="rId490" Type="http://schemas.openxmlformats.org/officeDocument/2006/relationships/image" Target="../media/image1507.png"/><Relationship Id="rId504" Type="http://schemas.openxmlformats.org/officeDocument/2006/relationships/image" Target="../media/image1514.png"/><Relationship Id="rId78" Type="http://schemas.openxmlformats.org/officeDocument/2006/relationships/image" Target="../media/image1309.png"/><Relationship Id="rId101" Type="http://schemas.openxmlformats.org/officeDocument/2006/relationships/customXml" Target="../ink/ink1376.xml"/><Relationship Id="rId143" Type="http://schemas.openxmlformats.org/officeDocument/2006/relationships/customXml" Target="../ink/ink1397.xml"/><Relationship Id="rId185" Type="http://schemas.openxmlformats.org/officeDocument/2006/relationships/image" Target="../media/image1360.png"/><Relationship Id="rId350" Type="http://schemas.openxmlformats.org/officeDocument/2006/relationships/image" Target="../media/image1439.png"/><Relationship Id="rId406" Type="http://schemas.openxmlformats.org/officeDocument/2006/relationships/image" Target="../media/image1465.png"/><Relationship Id="rId9" Type="http://schemas.openxmlformats.org/officeDocument/2006/relationships/customXml" Target="../ink/ink1330.xml"/><Relationship Id="rId210" Type="http://schemas.openxmlformats.org/officeDocument/2006/relationships/customXml" Target="../ink/ink1431.xml"/><Relationship Id="rId392" Type="http://schemas.openxmlformats.org/officeDocument/2006/relationships/image" Target="../media/image1459.png"/><Relationship Id="rId448" Type="http://schemas.openxmlformats.org/officeDocument/2006/relationships/image" Target="../media/image1486.png"/><Relationship Id="rId252" Type="http://schemas.openxmlformats.org/officeDocument/2006/relationships/customXml" Target="../ink/ink1452.xml"/><Relationship Id="rId294" Type="http://schemas.openxmlformats.org/officeDocument/2006/relationships/image" Target="../media/image1412.png"/><Relationship Id="rId308" Type="http://schemas.openxmlformats.org/officeDocument/2006/relationships/image" Target="../media/image1418.png"/><Relationship Id="rId47" Type="http://schemas.openxmlformats.org/officeDocument/2006/relationships/customXml" Target="../ink/ink1349.xml"/><Relationship Id="rId89" Type="http://schemas.openxmlformats.org/officeDocument/2006/relationships/customXml" Target="../ink/ink1370.xml"/><Relationship Id="rId112" Type="http://schemas.openxmlformats.org/officeDocument/2006/relationships/image" Target="../media/image1325.png"/><Relationship Id="rId154" Type="http://schemas.openxmlformats.org/officeDocument/2006/relationships/image" Target="../media/image1346.png"/><Relationship Id="rId361" Type="http://schemas.openxmlformats.org/officeDocument/2006/relationships/customXml" Target="../ink/ink1507.xml"/><Relationship Id="rId196" Type="http://schemas.openxmlformats.org/officeDocument/2006/relationships/customXml" Target="../ink/ink1424.xml"/><Relationship Id="rId417" Type="http://schemas.openxmlformats.org/officeDocument/2006/relationships/customXml" Target="../ink/ink1535.xml"/><Relationship Id="rId459" Type="http://schemas.openxmlformats.org/officeDocument/2006/relationships/customXml" Target="../ink/ink1556.xml"/><Relationship Id="rId16" Type="http://schemas.openxmlformats.org/officeDocument/2006/relationships/image" Target="../media/image1279.png"/><Relationship Id="rId221" Type="http://schemas.openxmlformats.org/officeDocument/2006/relationships/image" Target="../media/image1376.png"/><Relationship Id="rId263" Type="http://schemas.openxmlformats.org/officeDocument/2006/relationships/image" Target="../media/image1397.png"/><Relationship Id="rId319" Type="http://schemas.openxmlformats.org/officeDocument/2006/relationships/customXml" Target="../ink/ink1486.xml"/><Relationship Id="rId470" Type="http://schemas.openxmlformats.org/officeDocument/2006/relationships/image" Target="../media/image1497.png"/><Relationship Id="rId58" Type="http://schemas.openxmlformats.org/officeDocument/2006/relationships/image" Target="../media/image1299.png"/><Relationship Id="rId123" Type="http://schemas.openxmlformats.org/officeDocument/2006/relationships/customXml" Target="../ink/ink1387.xml"/><Relationship Id="rId330" Type="http://schemas.openxmlformats.org/officeDocument/2006/relationships/image" Target="../media/image1429.png"/><Relationship Id="rId165" Type="http://schemas.openxmlformats.org/officeDocument/2006/relationships/customXml" Target="../ink/ink1408.xml"/><Relationship Id="rId372" Type="http://schemas.openxmlformats.org/officeDocument/2006/relationships/image" Target="../media/image1450.png"/><Relationship Id="rId428" Type="http://schemas.openxmlformats.org/officeDocument/2006/relationships/image" Target="../media/image1476.png"/><Relationship Id="rId232" Type="http://schemas.openxmlformats.org/officeDocument/2006/relationships/customXml" Target="../ink/ink1442.xml"/><Relationship Id="rId274" Type="http://schemas.openxmlformats.org/officeDocument/2006/relationships/image" Target="../media/image1402.png"/><Relationship Id="rId481" Type="http://schemas.openxmlformats.org/officeDocument/2006/relationships/customXml" Target="../ink/ink1567.xml"/><Relationship Id="rId27" Type="http://schemas.openxmlformats.org/officeDocument/2006/relationships/customXml" Target="../ink/ink1339.xml"/><Relationship Id="rId69" Type="http://schemas.openxmlformats.org/officeDocument/2006/relationships/customXml" Target="../ink/ink1360.xml"/><Relationship Id="rId134" Type="http://schemas.openxmlformats.org/officeDocument/2006/relationships/image" Target="../media/image1336.png"/><Relationship Id="rId80" Type="http://schemas.openxmlformats.org/officeDocument/2006/relationships/image" Target="../media/image1310.png"/><Relationship Id="rId176" Type="http://schemas.openxmlformats.org/officeDocument/2006/relationships/customXml" Target="../ink/ink1414.xml"/><Relationship Id="rId341" Type="http://schemas.openxmlformats.org/officeDocument/2006/relationships/customXml" Target="../ink/ink1497.xml"/><Relationship Id="rId383" Type="http://schemas.openxmlformats.org/officeDocument/2006/relationships/customXml" Target="../ink/ink1518.xml"/><Relationship Id="rId439" Type="http://schemas.openxmlformats.org/officeDocument/2006/relationships/customXml" Target="../ink/ink1546.xml"/><Relationship Id="rId201" Type="http://schemas.openxmlformats.org/officeDocument/2006/relationships/image" Target="../media/image1366.png"/><Relationship Id="rId243" Type="http://schemas.openxmlformats.org/officeDocument/2006/relationships/image" Target="../media/image1387.png"/><Relationship Id="rId285" Type="http://schemas.openxmlformats.org/officeDocument/2006/relationships/customXml" Target="../ink/ink1469.xml"/><Relationship Id="rId450" Type="http://schemas.openxmlformats.org/officeDocument/2006/relationships/image" Target="../media/image1487.png"/><Relationship Id="rId506" Type="http://schemas.openxmlformats.org/officeDocument/2006/relationships/image" Target="../media/image1515.png"/><Relationship Id="rId38" Type="http://schemas.openxmlformats.org/officeDocument/2006/relationships/image" Target="../media/image1290.png"/><Relationship Id="rId103" Type="http://schemas.openxmlformats.org/officeDocument/2006/relationships/customXml" Target="../ink/ink1377.xml"/><Relationship Id="rId310" Type="http://schemas.openxmlformats.org/officeDocument/2006/relationships/image" Target="../media/image1419.png"/><Relationship Id="rId492" Type="http://schemas.openxmlformats.org/officeDocument/2006/relationships/image" Target="../media/image1508.png"/><Relationship Id="rId91" Type="http://schemas.openxmlformats.org/officeDocument/2006/relationships/customXml" Target="../ink/ink1371.xml"/><Relationship Id="rId145" Type="http://schemas.openxmlformats.org/officeDocument/2006/relationships/customXml" Target="../ink/ink1398.xml"/><Relationship Id="rId187" Type="http://schemas.openxmlformats.org/officeDocument/2006/relationships/image" Target="../media/image1361.png"/><Relationship Id="rId352" Type="http://schemas.openxmlformats.org/officeDocument/2006/relationships/image" Target="../media/image1440.png"/><Relationship Id="rId394" Type="http://schemas.openxmlformats.org/officeDocument/2006/relationships/image" Target="../media/image1460.png"/><Relationship Id="rId408" Type="http://schemas.openxmlformats.org/officeDocument/2006/relationships/image" Target="../media/image1466.png"/><Relationship Id="rId212" Type="http://schemas.openxmlformats.org/officeDocument/2006/relationships/customXml" Target="../ink/ink1432.xml"/><Relationship Id="rId254" Type="http://schemas.openxmlformats.org/officeDocument/2006/relationships/customXml" Target="../ink/ink1453.xml"/><Relationship Id="rId49" Type="http://schemas.openxmlformats.org/officeDocument/2006/relationships/customXml" Target="../ink/ink1350.xml"/><Relationship Id="rId114" Type="http://schemas.openxmlformats.org/officeDocument/2006/relationships/image" Target="../media/image1326.png"/><Relationship Id="rId296" Type="http://schemas.openxmlformats.org/officeDocument/2006/relationships/image" Target="../media/image1413.png"/><Relationship Id="rId461" Type="http://schemas.openxmlformats.org/officeDocument/2006/relationships/customXml" Target="../ink/ink1557.xml"/><Relationship Id="rId60" Type="http://schemas.openxmlformats.org/officeDocument/2006/relationships/image" Target="../media/image1300.png"/><Relationship Id="rId156" Type="http://schemas.openxmlformats.org/officeDocument/2006/relationships/image" Target="../media/image1347.png"/><Relationship Id="rId198" Type="http://schemas.openxmlformats.org/officeDocument/2006/relationships/customXml" Target="../ink/ink1425.xml"/><Relationship Id="rId321" Type="http://schemas.openxmlformats.org/officeDocument/2006/relationships/customXml" Target="../ink/ink1487.xml"/><Relationship Id="rId363" Type="http://schemas.openxmlformats.org/officeDocument/2006/relationships/customXml" Target="../ink/ink1508.xml"/><Relationship Id="rId419" Type="http://schemas.openxmlformats.org/officeDocument/2006/relationships/customXml" Target="../ink/ink1536.xml"/><Relationship Id="rId223" Type="http://schemas.openxmlformats.org/officeDocument/2006/relationships/image" Target="../media/image1377.png"/><Relationship Id="rId430" Type="http://schemas.openxmlformats.org/officeDocument/2006/relationships/image" Target="../media/image1477.png"/><Relationship Id="rId18" Type="http://schemas.openxmlformats.org/officeDocument/2006/relationships/image" Target="../media/image1280.png"/><Relationship Id="rId265" Type="http://schemas.openxmlformats.org/officeDocument/2006/relationships/image" Target="../media/image1398.png"/><Relationship Id="rId472" Type="http://schemas.openxmlformats.org/officeDocument/2006/relationships/image" Target="../media/image1498.png"/><Relationship Id="rId125" Type="http://schemas.openxmlformats.org/officeDocument/2006/relationships/customXml" Target="../ink/ink1388.xml"/><Relationship Id="rId167" Type="http://schemas.openxmlformats.org/officeDocument/2006/relationships/customXml" Target="../ink/ink1409.xml"/><Relationship Id="rId332" Type="http://schemas.openxmlformats.org/officeDocument/2006/relationships/image" Target="../media/image1430.png"/><Relationship Id="rId374" Type="http://schemas.openxmlformats.org/officeDocument/2006/relationships/image" Target="../media/image1451.png"/><Relationship Id="rId71" Type="http://schemas.openxmlformats.org/officeDocument/2006/relationships/customXml" Target="../ink/ink1361.xml"/><Relationship Id="rId234" Type="http://schemas.openxmlformats.org/officeDocument/2006/relationships/customXml" Target="../ink/ink1443.xml"/><Relationship Id="rId2" Type="http://schemas.openxmlformats.org/officeDocument/2006/relationships/image" Target="../media/image1272.png"/><Relationship Id="rId29" Type="http://schemas.openxmlformats.org/officeDocument/2006/relationships/customXml" Target="../ink/ink1340.xml"/><Relationship Id="rId276" Type="http://schemas.openxmlformats.org/officeDocument/2006/relationships/image" Target="../media/image1403.png"/><Relationship Id="rId441" Type="http://schemas.openxmlformats.org/officeDocument/2006/relationships/customXml" Target="../ink/ink1547.xml"/><Relationship Id="rId483" Type="http://schemas.openxmlformats.org/officeDocument/2006/relationships/customXml" Target="../ink/ink1568.xml"/><Relationship Id="rId40" Type="http://schemas.openxmlformats.org/officeDocument/2006/relationships/image" Target="../media/image1252.png"/><Relationship Id="rId136" Type="http://schemas.openxmlformats.org/officeDocument/2006/relationships/image" Target="../media/image1337.png"/><Relationship Id="rId178" Type="http://schemas.openxmlformats.org/officeDocument/2006/relationships/customXml" Target="../ink/ink1415.xml"/><Relationship Id="rId301" Type="http://schemas.openxmlformats.org/officeDocument/2006/relationships/customXml" Target="../ink/ink1477.xml"/><Relationship Id="rId343" Type="http://schemas.openxmlformats.org/officeDocument/2006/relationships/customXml" Target="../ink/ink1498.xml"/><Relationship Id="rId82" Type="http://schemas.openxmlformats.org/officeDocument/2006/relationships/image" Target="../media/image1311.png"/><Relationship Id="rId203" Type="http://schemas.openxmlformats.org/officeDocument/2006/relationships/image" Target="../media/image1367.png"/><Relationship Id="rId385" Type="http://schemas.openxmlformats.org/officeDocument/2006/relationships/customXml" Target="../ink/ink1519.xml"/><Relationship Id="rId245" Type="http://schemas.openxmlformats.org/officeDocument/2006/relationships/image" Target="../media/image1388.png"/><Relationship Id="rId287" Type="http://schemas.openxmlformats.org/officeDocument/2006/relationships/customXml" Target="../ink/ink1470.xml"/><Relationship Id="rId410" Type="http://schemas.openxmlformats.org/officeDocument/2006/relationships/image" Target="../media/image1467.png"/><Relationship Id="rId452" Type="http://schemas.openxmlformats.org/officeDocument/2006/relationships/image" Target="../media/image1488.png"/><Relationship Id="rId494" Type="http://schemas.openxmlformats.org/officeDocument/2006/relationships/image" Target="../media/image1509.png"/><Relationship Id="rId508" Type="http://schemas.openxmlformats.org/officeDocument/2006/relationships/image" Target="../media/image1516.png"/><Relationship Id="rId105" Type="http://schemas.openxmlformats.org/officeDocument/2006/relationships/customXml" Target="../ink/ink1378.xml"/><Relationship Id="rId147" Type="http://schemas.openxmlformats.org/officeDocument/2006/relationships/customXml" Target="../ink/ink1399.xml"/><Relationship Id="rId312" Type="http://schemas.openxmlformats.org/officeDocument/2006/relationships/image" Target="../media/image1420.png"/><Relationship Id="rId354" Type="http://schemas.openxmlformats.org/officeDocument/2006/relationships/image" Target="../media/image1441.png"/><Relationship Id="rId51" Type="http://schemas.openxmlformats.org/officeDocument/2006/relationships/customXml" Target="../ink/ink1351.xml"/><Relationship Id="rId93" Type="http://schemas.openxmlformats.org/officeDocument/2006/relationships/customXml" Target="../ink/ink1372.xml"/><Relationship Id="rId189" Type="http://schemas.openxmlformats.org/officeDocument/2006/relationships/image" Target="../media/image932.png"/><Relationship Id="rId396" Type="http://schemas.openxmlformats.org/officeDocument/2006/relationships/image" Target="../media/image1461.png"/><Relationship Id="rId214" Type="http://schemas.openxmlformats.org/officeDocument/2006/relationships/customXml" Target="../ink/ink1433.xml"/><Relationship Id="rId256" Type="http://schemas.openxmlformats.org/officeDocument/2006/relationships/customXml" Target="../ink/ink1454.xml"/><Relationship Id="rId298" Type="http://schemas.openxmlformats.org/officeDocument/2006/relationships/image" Target="../media/image1414.png"/><Relationship Id="rId421" Type="http://schemas.openxmlformats.org/officeDocument/2006/relationships/customXml" Target="../ink/ink1537.xml"/><Relationship Id="rId463" Type="http://schemas.openxmlformats.org/officeDocument/2006/relationships/customXml" Target="../ink/ink1558.xml"/><Relationship Id="rId116" Type="http://schemas.openxmlformats.org/officeDocument/2006/relationships/image" Target="../media/image1327.png"/><Relationship Id="rId158" Type="http://schemas.openxmlformats.org/officeDocument/2006/relationships/image" Target="../media/image1348.png"/><Relationship Id="rId323" Type="http://schemas.openxmlformats.org/officeDocument/2006/relationships/customXml" Target="../ink/ink1488.xml"/><Relationship Id="rId20" Type="http://schemas.openxmlformats.org/officeDocument/2006/relationships/image" Target="../media/image1281.png"/><Relationship Id="rId62" Type="http://schemas.openxmlformats.org/officeDocument/2006/relationships/image" Target="../media/image1301.png"/><Relationship Id="rId365" Type="http://schemas.openxmlformats.org/officeDocument/2006/relationships/customXml" Target="../ink/ink1509.xml"/><Relationship Id="rId225" Type="http://schemas.openxmlformats.org/officeDocument/2006/relationships/image" Target="../media/image1378.png"/><Relationship Id="rId267" Type="http://schemas.openxmlformats.org/officeDocument/2006/relationships/customXml" Target="../ink/ink1460.xml"/><Relationship Id="rId432" Type="http://schemas.openxmlformats.org/officeDocument/2006/relationships/image" Target="../media/image1478.png"/><Relationship Id="rId474" Type="http://schemas.openxmlformats.org/officeDocument/2006/relationships/image" Target="../media/image1499.png"/><Relationship Id="rId127" Type="http://schemas.openxmlformats.org/officeDocument/2006/relationships/customXml" Target="../ink/ink1389.xml"/><Relationship Id="rId31" Type="http://schemas.openxmlformats.org/officeDocument/2006/relationships/customXml" Target="../ink/ink1341.xml"/><Relationship Id="rId73" Type="http://schemas.openxmlformats.org/officeDocument/2006/relationships/customXml" Target="../ink/ink1362.xml"/><Relationship Id="rId169" Type="http://schemas.openxmlformats.org/officeDocument/2006/relationships/customXml" Target="../ink/ink1410.xml"/><Relationship Id="rId334" Type="http://schemas.openxmlformats.org/officeDocument/2006/relationships/image" Target="../media/image1431.png"/><Relationship Id="rId376" Type="http://schemas.openxmlformats.org/officeDocument/2006/relationships/image" Target="../media/image85.png"/><Relationship Id="rId4" Type="http://schemas.openxmlformats.org/officeDocument/2006/relationships/image" Target="../media/image1273.png"/><Relationship Id="rId180" Type="http://schemas.openxmlformats.org/officeDocument/2006/relationships/customXml" Target="../ink/ink1416.xml"/><Relationship Id="rId236" Type="http://schemas.openxmlformats.org/officeDocument/2006/relationships/customXml" Target="../ink/ink1444.xml"/><Relationship Id="rId278" Type="http://schemas.openxmlformats.org/officeDocument/2006/relationships/image" Target="../media/image1404.png"/><Relationship Id="rId401" Type="http://schemas.openxmlformats.org/officeDocument/2006/relationships/customXml" Target="../ink/ink1527.xml"/><Relationship Id="rId443" Type="http://schemas.openxmlformats.org/officeDocument/2006/relationships/customXml" Target="../ink/ink1548.xml"/><Relationship Id="rId303" Type="http://schemas.openxmlformats.org/officeDocument/2006/relationships/customXml" Target="../ink/ink1478.xml"/><Relationship Id="rId485" Type="http://schemas.openxmlformats.org/officeDocument/2006/relationships/customXml" Target="../ink/ink1569.xml"/><Relationship Id="rId42" Type="http://schemas.openxmlformats.org/officeDocument/2006/relationships/image" Target="../media/image1291.png"/><Relationship Id="rId84" Type="http://schemas.openxmlformats.org/officeDocument/2006/relationships/image" Target="../media/image1312.png"/><Relationship Id="rId138" Type="http://schemas.openxmlformats.org/officeDocument/2006/relationships/image" Target="../media/image1338.png"/><Relationship Id="rId345" Type="http://schemas.openxmlformats.org/officeDocument/2006/relationships/customXml" Target="../ink/ink1499.xml"/><Relationship Id="rId387" Type="http://schemas.openxmlformats.org/officeDocument/2006/relationships/customXml" Target="../ink/ink1520.xml"/><Relationship Id="rId510" Type="http://schemas.openxmlformats.org/officeDocument/2006/relationships/image" Target="../media/image1517.png"/><Relationship Id="rId191" Type="http://schemas.openxmlformats.org/officeDocument/2006/relationships/image" Target="../media/image315.png"/><Relationship Id="rId205" Type="http://schemas.openxmlformats.org/officeDocument/2006/relationships/image" Target="../media/image1368.png"/><Relationship Id="rId247" Type="http://schemas.openxmlformats.org/officeDocument/2006/relationships/image" Target="../media/image1389.png"/><Relationship Id="rId412" Type="http://schemas.openxmlformats.org/officeDocument/2006/relationships/image" Target="../media/image1468.png"/><Relationship Id="rId107" Type="http://schemas.openxmlformats.org/officeDocument/2006/relationships/customXml" Target="../ink/ink1379.xml"/><Relationship Id="rId289" Type="http://schemas.openxmlformats.org/officeDocument/2006/relationships/customXml" Target="../ink/ink1471.xml"/><Relationship Id="rId454" Type="http://schemas.openxmlformats.org/officeDocument/2006/relationships/image" Target="../media/image1489.png"/><Relationship Id="rId496" Type="http://schemas.openxmlformats.org/officeDocument/2006/relationships/image" Target="../media/image1510.png"/><Relationship Id="rId11" Type="http://schemas.openxmlformats.org/officeDocument/2006/relationships/customXml" Target="../ink/ink1331.xml"/><Relationship Id="rId53" Type="http://schemas.openxmlformats.org/officeDocument/2006/relationships/customXml" Target="../ink/ink1352.xml"/><Relationship Id="rId149" Type="http://schemas.openxmlformats.org/officeDocument/2006/relationships/customXml" Target="../ink/ink1400.xml"/><Relationship Id="rId314" Type="http://schemas.openxmlformats.org/officeDocument/2006/relationships/image" Target="../media/image1421.png"/><Relationship Id="rId356" Type="http://schemas.openxmlformats.org/officeDocument/2006/relationships/image" Target="../media/image1442.png"/><Relationship Id="rId398" Type="http://schemas.openxmlformats.org/officeDocument/2006/relationships/image" Target="../media/image1462.png"/><Relationship Id="rId95" Type="http://schemas.openxmlformats.org/officeDocument/2006/relationships/customXml" Target="../ink/ink1373.xml"/><Relationship Id="rId160" Type="http://schemas.openxmlformats.org/officeDocument/2006/relationships/image" Target="../media/image1349.png"/><Relationship Id="rId216" Type="http://schemas.openxmlformats.org/officeDocument/2006/relationships/customXml" Target="../ink/ink1434.xml"/><Relationship Id="rId423" Type="http://schemas.openxmlformats.org/officeDocument/2006/relationships/customXml" Target="../ink/ink1538.xml"/><Relationship Id="rId258" Type="http://schemas.openxmlformats.org/officeDocument/2006/relationships/customXml" Target="../ink/ink1455.xml"/><Relationship Id="rId465" Type="http://schemas.openxmlformats.org/officeDocument/2006/relationships/customXml" Target="../ink/ink1559.xml"/><Relationship Id="rId22" Type="http://schemas.openxmlformats.org/officeDocument/2006/relationships/image" Target="../media/image1282.png"/><Relationship Id="rId64" Type="http://schemas.openxmlformats.org/officeDocument/2006/relationships/image" Target="../media/image1302.png"/><Relationship Id="rId118" Type="http://schemas.openxmlformats.org/officeDocument/2006/relationships/image" Target="../media/image1328.png"/><Relationship Id="rId325" Type="http://schemas.openxmlformats.org/officeDocument/2006/relationships/customXml" Target="../ink/ink1489.xml"/><Relationship Id="rId367" Type="http://schemas.openxmlformats.org/officeDocument/2006/relationships/customXml" Target="../ink/ink1510.xml"/><Relationship Id="rId171" Type="http://schemas.openxmlformats.org/officeDocument/2006/relationships/customXml" Target="../ink/ink1411.xml"/><Relationship Id="rId227" Type="http://schemas.openxmlformats.org/officeDocument/2006/relationships/image" Target="../media/image1379.png"/><Relationship Id="rId269" Type="http://schemas.openxmlformats.org/officeDocument/2006/relationships/customXml" Target="../ink/ink1461.xml"/><Relationship Id="rId434" Type="http://schemas.openxmlformats.org/officeDocument/2006/relationships/image" Target="../media/image1479.png"/><Relationship Id="rId476" Type="http://schemas.openxmlformats.org/officeDocument/2006/relationships/image" Target="../media/image1500.png"/><Relationship Id="rId33" Type="http://schemas.openxmlformats.org/officeDocument/2006/relationships/customXml" Target="../ink/ink1342.xml"/><Relationship Id="rId129" Type="http://schemas.openxmlformats.org/officeDocument/2006/relationships/customXml" Target="../ink/ink1390.xml"/><Relationship Id="rId280" Type="http://schemas.openxmlformats.org/officeDocument/2006/relationships/image" Target="../media/image1405.png"/><Relationship Id="rId336" Type="http://schemas.openxmlformats.org/officeDocument/2006/relationships/image" Target="../media/image1432.png"/><Relationship Id="rId501" Type="http://schemas.openxmlformats.org/officeDocument/2006/relationships/customXml" Target="../ink/ink1577.xml"/><Relationship Id="rId75" Type="http://schemas.openxmlformats.org/officeDocument/2006/relationships/customXml" Target="../ink/ink1363.xml"/><Relationship Id="rId140" Type="http://schemas.openxmlformats.org/officeDocument/2006/relationships/image" Target="../media/image1339.png"/><Relationship Id="rId182" Type="http://schemas.openxmlformats.org/officeDocument/2006/relationships/customXml" Target="../ink/ink1417.xml"/><Relationship Id="rId378" Type="http://schemas.openxmlformats.org/officeDocument/2006/relationships/image" Target="../media/image1452.png"/><Relationship Id="rId403" Type="http://schemas.openxmlformats.org/officeDocument/2006/relationships/customXml" Target="../ink/ink1528.xml"/><Relationship Id="rId6" Type="http://schemas.openxmlformats.org/officeDocument/2006/relationships/image" Target="../media/image1274.png"/><Relationship Id="rId238" Type="http://schemas.openxmlformats.org/officeDocument/2006/relationships/customXml" Target="../ink/ink1445.xml"/><Relationship Id="rId445" Type="http://schemas.openxmlformats.org/officeDocument/2006/relationships/customXml" Target="../ink/ink1549.xml"/><Relationship Id="rId487" Type="http://schemas.openxmlformats.org/officeDocument/2006/relationships/customXml" Target="../ink/ink1570.xml"/><Relationship Id="rId291" Type="http://schemas.openxmlformats.org/officeDocument/2006/relationships/customXml" Target="../ink/ink1472.xml"/><Relationship Id="rId305" Type="http://schemas.openxmlformats.org/officeDocument/2006/relationships/customXml" Target="../ink/ink1479.xml"/><Relationship Id="rId347" Type="http://schemas.openxmlformats.org/officeDocument/2006/relationships/customXml" Target="../ink/ink1500.xml"/><Relationship Id="rId512" Type="http://schemas.openxmlformats.org/officeDocument/2006/relationships/image" Target="../media/image1518.png"/><Relationship Id="rId44" Type="http://schemas.openxmlformats.org/officeDocument/2006/relationships/image" Target="../media/image1292.png"/><Relationship Id="rId86" Type="http://schemas.openxmlformats.org/officeDocument/2006/relationships/image" Target="../media/image1313.png"/><Relationship Id="rId151" Type="http://schemas.openxmlformats.org/officeDocument/2006/relationships/customXml" Target="../ink/ink1401.xml"/><Relationship Id="rId389" Type="http://schemas.openxmlformats.org/officeDocument/2006/relationships/customXml" Target="../ink/ink1521.xml"/><Relationship Id="rId193" Type="http://schemas.openxmlformats.org/officeDocument/2006/relationships/image" Target="../media/image1362.png"/><Relationship Id="rId207" Type="http://schemas.openxmlformats.org/officeDocument/2006/relationships/image" Target="../media/image1369.png"/><Relationship Id="rId249" Type="http://schemas.openxmlformats.org/officeDocument/2006/relationships/image" Target="../media/image1390.png"/><Relationship Id="rId414" Type="http://schemas.openxmlformats.org/officeDocument/2006/relationships/image" Target="../media/image1469.png"/><Relationship Id="rId456" Type="http://schemas.openxmlformats.org/officeDocument/2006/relationships/image" Target="../media/image1490.png"/><Relationship Id="rId498" Type="http://schemas.openxmlformats.org/officeDocument/2006/relationships/image" Target="../media/image1511.png"/><Relationship Id="rId13" Type="http://schemas.openxmlformats.org/officeDocument/2006/relationships/customXml" Target="../ink/ink1332.xml"/><Relationship Id="rId109" Type="http://schemas.openxmlformats.org/officeDocument/2006/relationships/customXml" Target="../ink/ink1380.xml"/><Relationship Id="rId260" Type="http://schemas.openxmlformats.org/officeDocument/2006/relationships/customXml" Target="../ink/ink1456.xml"/><Relationship Id="rId316" Type="http://schemas.openxmlformats.org/officeDocument/2006/relationships/image" Target="../media/image1422.png"/><Relationship Id="rId55" Type="http://schemas.openxmlformats.org/officeDocument/2006/relationships/customXml" Target="../ink/ink1353.xml"/><Relationship Id="rId97" Type="http://schemas.openxmlformats.org/officeDocument/2006/relationships/customXml" Target="../ink/ink1374.xml"/><Relationship Id="rId120" Type="http://schemas.openxmlformats.org/officeDocument/2006/relationships/image" Target="../media/image1329.png"/><Relationship Id="rId358" Type="http://schemas.openxmlformats.org/officeDocument/2006/relationships/image" Target="../media/image1443.png"/><Relationship Id="rId162" Type="http://schemas.openxmlformats.org/officeDocument/2006/relationships/image" Target="../media/image1350.png"/><Relationship Id="rId218" Type="http://schemas.openxmlformats.org/officeDocument/2006/relationships/customXml" Target="../ink/ink1435.xml"/><Relationship Id="rId425" Type="http://schemas.openxmlformats.org/officeDocument/2006/relationships/customXml" Target="../ink/ink1539.xml"/><Relationship Id="rId467" Type="http://schemas.openxmlformats.org/officeDocument/2006/relationships/customXml" Target="../ink/ink1560.xml"/><Relationship Id="rId271" Type="http://schemas.openxmlformats.org/officeDocument/2006/relationships/customXml" Target="../ink/ink1462.xml"/><Relationship Id="rId24" Type="http://schemas.openxmlformats.org/officeDocument/2006/relationships/image" Target="../media/image1283.png"/><Relationship Id="rId66" Type="http://schemas.openxmlformats.org/officeDocument/2006/relationships/image" Target="../media/image1303.png"/><Relationship Id="rId131" Type="http://schemas.openxmlformats.org/officeDocument/2006/relationships/customXml" Target="../ink/ink1391.xml"/><Relationship Id="rId327" Type="http://schemas.openxmlformats.org/officeDocument/2006/relationships/customXml" Target="../ink/ink1490.xml"/><Relationship Id="rId369" Type="http://schemas.openxmlformats.org/officeDocument/2006/relationships/customXml" Target="../ink/ink1511.xml"/><Relationship Id="rId173" Type="http://schemas.openxmlformats.org/officeDocument/2006/relationships/customXml" Target="../ink/ink1412.xml"/><Relationship Id="rId229" Type="http://schemas.openxmlformats.org/officeDocument/2006/relationships/image" Target="../media/image1380.png"/><Relationship Id="rId380" Type="http://schemas.openxmlformats.org/officeDocument/2006/relationships/image" Target="../media/image1453.png"/><Relationship Id="rId436" Type="http://schemas.openxmlformats.org/officeDocument/2006/relationships/image" Target="../media/image1480.png"/><Relationship Id="rId240" Type="http://schemas.openxmlformats.org/officeDocument/2006/relationships/customXml" Target="../ink/ink1446.xml"/><Relationship Id="rId478" Type="http://schemas.openxmlformats.org/officeDocument/2006/relationships/image" Target="../media/image1501.png"/><Relationship Id="rId35" Type="http://schemas.openxmlformats.org/officeDocument/2006/relationships/customXml" Target="../ink/ink1343.xml"/><Relationship Id="rId77" Type="http://schemas.openxmlformats.org/officeDocument/2006/relationships/customXml" Target="../ink/ink1364.xml"/><Relationship Id="rId100" Type="http://schemas.openxmlformats.org/officeDocument/2006/relationships/image" Target="../media/image179.png"/><Relationship Id="rId282" Type="http://schemas.openxmlformats.org/officeDocument/2006/relationships/image" Target="../media/image1406.png"/><Relationship Id="rId338" Type="http://schemas.openxmlformats.org/officeDocument/2006/relationships/image" Target="../media/image1433.png"/><Relationship Id="rId503" Type="http://schemas.openxmlformats.org/officeDocument/2006/relationships/customXml" Target="../ink/ink1578.xml"/><Relationship Id="rId8" Type="http://schemas.openxmlformats.org/officeDocument/2006/relationships/image" Target="../media/image1275.png"/><Relationship Id="rId142" Type="http://schemas.openxmlformats.org/officeDocument/2006/relationships/image" Target="../media/image1340.png"/><Relationship Id="rId184" Type="http://schemas.openxmlformats.org/officeDocument/2006/relationships/customXml" Target="../ink/ink1418.xml"/><Relationship Id="rId391" Type="http://schemas.openxmlformats.org/officeDocument/2006/relationships/customXml" Target="../ink/ink1522.xml"/><Relationship Id="rId405" Type="http://schemas.openxmlformats.org/officeDocument/2006/relationships/customXml" Target="../ink/ink1529.xml"/><Relationship Id="rId447" Type="http://schemas.openxmlformats.org/officeDocument/2006/relationships/customXml" Target="../ink/ink1550.xml"/><Relationship Id="rId251" Type="http://schemas.openxmlformats.org/officeDocument/2006/relationships/image" Target="../media/image1391.png"/><Relationship Id="rId489" Type="http://schemas.openxmlformats.org/officeDocument/2006/relationships/customXml" Target="../ink/ink1571.xml"/><Relationship Id="rId46" Type="http://schemas.openxmlformats.org/officeDocument/2006/relationships/image" Target="../media/image1293.png"/><Relationship Id="rId293" Type="http://schemas.openxmlformats.org/officeDocument/2006/relationships/customXml" Target="../ink/ink1473.xml"/><Relationship Id="rId307" Type="http://schemas.openxmlformats.org/officeDocument/2006/relationships/customXml" Target="../ink/ink1480.xml"/><Relationship Id="rId349" Type="http://schemas.openxmlformats.org/officeDocument/2006/relationships/customXml" Target="../ink/ink1501.xml"/><Relationship Id="rId514" Type="http://schemas.openxmlformats.org/officeDocument/2006/relationships/image" Target="../media/image1519.png"/><Relationship Id="rId88" Type="http://schemas.openxmlformats.org/officeDocument/2006/relationships/image" Target="../media/image1314.png"/><Relationship Id="rId111" Type="http://schemas.openxmlformats.org/officeDocument/2006/relationships/customXml" Target="../ink/ink1381.xml"/><Relationship Id="rId153" Type="http://schemas.openxmlformats.org/officeDocument/2006/relationships/customXml" Target="../ink/ink1402.xml"/><Relationship Id="rId195" Type="http://schemas.openxmlformats.org/officeDocument/2006/relationships/image" Target="../media/image1363.png"/><Relationship Id="rId209" Type="http://schemas.openxmlformats.org/officeDocument/2006/relationships/image" Target="../media/image1370.png"/><Relationship Id="rId360" Type="http://schemas.openxmlformats.org/officeDocument/2006/relationships/image" Target="../media/image1444.png"/><Relationship Id="rId416" Type="http://schemas.openxmlformats.org/officeDocument/2006/relationships/image" Target="../media/image1470.png"/><Relationship Id="rId220" Type="http://schemas.openxmlformats.org/officeDocument/2006/relationships/customXml" Target="../ink/ink1436.xml"/><Relationship Id="rId458" Type="http://schemas.openxmlformats.org/officeDocument/2006/relationships/image" Target="../media/image1491.png"/><Relationship Id="rId15" Type="http://schemas.openxmlformats.org/officeDocument/2006/relationships/customXml" Target="../ink/ink1333.xml"/><Relationship Id="rId57" Type="http://schemas.openxmlformats.org/officeDocument/2006/relationships/customXml" Target="../ink/ink1354.xml"/><Relationship Id="rId262" Type="http://schemas.openxmlformats.org/officeDocument/2006/relationships/customXml" Target="../ink/ink1457.xml"/><Relationship Id="rId318" Type="http://schemas.openxmlformats.org/officeDocument/2006/relationships/image" Target="../media/image1423.png"/><Relationship Id="rId99" Type="http://schemas.openxmlformats.org/officeDocument/2006/relationships/customXml" Target="../ink/ink1375.xml"/><Relationship Id="rId122" Type="http://schemas.openxmlformats.org/officeDocument/2006/relationships/image" Target="../media/image1330.png"/><Relationship Id="rId164" Type="http://schemas.openxmlformats.org/officeDocument/2006/relationships/image" Target="../media/image1351.png"/><Relationship Id="rId371" Type="http://schemas.openxmlformats.org/officeDocument/2006/relationships/customXml" Target="../ink/ink1512.xml"/><Relationship Id="rId427" Type="http://schemas.openxmlformats.org/officeDocument/2006/relationships/customXml" Target="../ink/ink1540.xml"/><Relationship Id="rId469" Type="http://schemas.openxmlformats.org/officeDocument/2006/relationships/customXml" Target="../ink/ink1561.xml"/><Relationship Id="rId26" Type="http://schemas.openxmlformats.org/officeDocument/2006/relationships/image" Target="../media/image1284.png"/><Relationship Id="rId231" Type="http://schemas.openxmlformats.org/officeDocument/2006/relationships/image" Target="../media/image1381.png"/><Relationship Id="rId273" Type="http://schemas.openxmlformats.org/officeDocument/2006/relationships/customXml" Target="../ink/ink1463.xml"/><Relationship Id="rId329" Type="http://schemas.openxmlformats.org/officeDocument/2006/relationships/customXml" Target="../ink/ink1491.xml"/><Relationship Id="rId480" Type="http://schemas.openxmlformats.org/officeDocument/2006/relationships/image" Target="../media/image1502.png"/><Relationship Id="rId68" Type="http://schemas.openxmlformats.org/officeDocument/2006/relationships/image" Target="../media/image1304.png"/><Relationship Id="rId133" Type="http://schemas.openxmlformats.org/officeDocument/2006/relationships/customXml" Target="../ink/ink1392.xml"/><Relationship Id="rId175" Type="http://schemas.openxmlformats.org/officeDocument/2006/relationships/customXml" Target="../ink/ink1413.xml"/><Relationship Id="rId340" Type="http://schemas.openxmlformats.org/officeDocument/2006/relationships/image" Target="../media/image1434.png"/><Relationship Id="rId200" Type="http://schemas.openxmlformats.org/officeDocument/2006/relationships/customXml" Target="../ink/ink1426.xml"/><Relationship Id="rId382" Type="http://schemas.openxmlformats.org/officeDocument/2006/relationships/image" Target="../media/image1454.png"/><Relationship Id="rId438" Type="http://schemas.openxmlformats.org/officeDocument/2006/relationships/image" Target="../media/image1481.png"/><Relationship Id="rId242" Type="http://schemas.openxmlformats.org/officeDocument/2006/relationships/customXml" Target="../ink/ink1447.xml"/><Relationship Id="rId284" Type="http://schemas.openxmlformats.org/officeDocument/2006/relationships/image" Target="../media/image1407.png"/><Relationship Id="rId491" Type="http://schemas.openxmlformats.org/officeDocument/2006/relationships/customXml" Target="../ink/ink1572.xml"/><Relationship Id="rId505" Type="http://schemas.openxmlformats.org/officeDocument/2006/relationships/customXml" Target="../ink/ink1579.xml"/><Relationship Id="rId37" Type="http://schemas.openxmlformats.org/officeDocument/2006/relationships/customXml" Target="../ink/ink1344.xml"/><Relationship Id="rId79" Type="http://schemas.openxmlformats.org/officeDocument/2006/relationships/customXml" Target="../ink/ink1365.xml"/><Relationship Id="rId102" Type="http://schemas.openxmlformats.org/officeDocument/2006/relationships/image" Target="../media/image1320.png"/><Relationship Id="rId144" Type="http://schemas.openxmlformats.org/officeDocument/2006/relationships/image" Target="../media/image1341.png"/><Relationship Id="rId90" Type="http://schemas.openxmlformats.org/officeDocument/2006/relationships/image" Target="../media/image1315.png"/><Relationship Id="rId186" Type="http://schemas.openxmlformats.org/officeDocument/2006/relationships/customXml" Target="../ink/ink1419.xml"/><Relationship Id="rId351" Type="http://schemas.openxmlformats.org/officeDocument/2006/relationships/customXml" Target="../ink/ink1502.xml"/><Relationship Id="rId393" Type="http://schemas.openxmlformats.org/officeDocument/2006/relationships/customXml" Target="../ink/ink1523.xml"/><Relationship Id="rId407" Type="http://schemas.openxmlformats.org/officeDocument/2006/relationships/customXml" Target="../ink/ink1530.xml"/><Relationship Id="rId449" Type="http://schemas.openxmlformats.org/officeDocument/2006/relationships/customXml" Target="../ink/ink1551.xml"/><Relationship Id="rId211" Type="http://schemas.openxmlformats.org/officeDocument/2006/relationships/image" Target="../media/image1371.png"/><Relationship Id="rId253" Type="http://schemas.openxmlformats.org/officeDocument/2006/relationships/image" Target="../media/image1392.png"/><Relationship Id="rId295" Type="http://schemas.openxmlformats.org/officeDocument/2006/relationships/customXml" Target="../ink/ink1474.xml"/><Relationship Id="rId309" Type="http://schemas.openxmlformats.org/officeDocument/2006/relationships/customXml" Target="../ink/ink1481.xml"/><Relationship Id="rId460" Type="http://schemas.openxmlformats.org/officeDocument/2006/relationships/image" Target="../media/image1492.png"/><Relationship Id="rId48" Type="http://schemas.openxmlformats.org/officeDocument/2006/relationships/image" Target="../media/image1294.png"/><Relationship Id="rId113" Type="http://schemas.openxmlformats.org/officeDocument/2006/relationships/customXml" Target="../ink/ink1382.xml"/><Relationship Id="rId320" Type="http://schemas.openxmlformats.org/officeDocument/2006/relationships/image" Target="../media/image1424.png"/><Relationship Id="rId155" Type="http://schemas.openxmlformats.org/officeDocument/2006/relationships/customXml" Target="../ink/ink1403.xml"/><Relationship Id="rId197" Type="http://schemas.openxmlformats.org/officeDocument/2006/relationships/image" Target="../media/image1364.png"/><Relationship Id="rId362" Type="http://schemas.openxmlformats.org/officeDocument/2006/relationships/image" Target="../media/image1445.png"/><Relationship Id="rId418" Type="http://schemas.openxmlformats.org/officeDocument/2006/relationships/image" Target="../media/image1471.png"/><Relationship Id="rId222" Type="http://schemas.openxmlformats.org/officeDocument/2006/relationships/customXml" Target="../ink/ink1437.xml"/><Relationship Id="rId264" Type="http://schemas.openxmlformats.org/officeDocument/2006/relationships/customXml" Target="../ink/ink1458.xml"/><Relationship Id="rId471" Type="http://schemas.openxmlformats.org/officeDocument/2006/relationships/customXml" Target="../ink/ink1562.xml"/><Relationship Id="rId17" Type="http://schemas.openxmlformats.org/officeDocument/2006/relationships/customXml" Target="../ink/ink1334.xml"/><Relationship Id="rId59" Type="http://schemas.openxmlformats.org/officeDocument/2006/relationships/customXml" Target="../ink/ink1355.xml"/><Relationship Id="rId124" Type="http://schemas.openxmlformats.org/officeDocument/2006/relationships/image" Target="../media/image1331.png"/><Relationship Id="rId70" Type="http://schemas.openxmlformats.org/officeDocument/2006/relationships/image" Target="../media/image1305.png"/><Relationship Id="rId166" Type="http://schemas.openxmlformats.org/officeDocument/2006/relationships/image" Target="../media/image1352.png"/><Relationship Id="rId331" Type="http://schemas.openxmlformats.org/officeDocument/2006/relationships/customXml" Target="../ink/ink1492.xml"/><Relationship Id="rId373" Type="http://schemas.openxmlformats.org/officeDocument/2006/relationships/customXml" Target="../ink/ink1513.xml"/><Relationship Id="rId429" Type="http://schemas.openxmlformats.org/officeDocument/2006/relationships/customXml" Target="../ink/ink1541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382.png"/><Relationship Id="rId440" Type="http://schemas.openxmlformats.org/officeDocument/2006/relationships/image" Target="../media/image1482.png"/><Relationship Id="rId28" Type="http://schemas.openxmlformats.org/officeDocument/2006/relationships/image" Target="../media/image1285.png"/><Relationship Id="rId275" Type="http://schemas.openxmlformats.org/officeDocument/2006/relationships/customXml" Target="../ink/ink1464.xml"/><Relationship Id="rId300" Type="http://schemas.openxmlformats.org/officeDocument/2006/relationships/image" Target="../media/image1415.png"/><Relationship Id="rId482" Type="http://schemas.openxmlformats.org/officeDocument/2006/relationships/image" Target="../media/image1503.png"/><Relationship Id="rId81" Type="http://schemas.openxmlformats.org/officeDocument/2006/relationships/customXml" Target="../ink/ink1366.xml"/><Relationship Id="rId135" Type="http://schemas.openxmlformats.org/officeDocument/2006/relationships/customXml" Target="../ink/ink1393.xml"/><Relationship Id="rId177" Type="http://schemas.openxmlformats.org/officeDocument/2006/relationships/image" Target="../media/image1356.png"/><Relationship Id="rId342" Type="http://schemas.openxmlformats.org/officeDocument/2006/relationships/image" Target="../media/image1435.png"/><Relationship Id="rId384" Type="http://schemas.openxmlformats.org/officeDocument/2006/relationships/image" Target="../media/image1455.png"/><Relationship Id="rId202" Type="http://schemas.openxmlformats.org/officeDocument/2006/relationships/customXml" Target="../ink/ink1427.xml"/><Relationship Id="rId244" Type="http://schemas.openxmlformats.org/officeDocument/2006/relationships/customXml" Target="../ink/ink1448.xml"/><Relationship Id="rId39" Type="http://schemas.openxmlformats.org/officeDocument/2006/relationships/customXml" Target="../ink/ink1345.xml"/><Relationship Id="rId286" Type="http://schemas.openxmlformats.org/officeDocument/2006/relationships/image" Target="../media/image1408.png"/><Relationship Id="rId451" Type="http://schemas.openxmlformats.org/officeDocument/2006/relationships/customXml" Target="../ink/ink1552.xml"/><Relationship Id="rId493" Type="http://schemas.openxmlformats.org/officeDocument/2006/relationships/customXml" Target="../ink/ink1573.xml"/><Relationship Id="rId507" Type="http://schemas.openxmlformats.org/officeDocument/2006/relationships/customXml" Target="../ink/ink1580.xml"/><Relationship Id="rId50" Type="http://schemas.openxmlformats.org/officeDocument/2006/relationships/image" Target="../media/image1295.png"/><Relationship Id="rId104" Type="http://schemas.openxmlformats.org/officeDocument/2006/relationships/image" Target="../media/image1321.png"/><Relationship Id="rId146" Type="http://schemas.openxmlformats.org/officeDocument/2006/relationships/image" Target="../media/image1342.png"/><Relationship Id="rId188" Type="http://schemas.openxmlformats.org/officeDocument/2006/relationships/customXml" Target="../ink/ink1420.xml"/><Relationship Id="rId311" Type="http://schemas.openxmlformats.org/officeDocument/2006/relationships/customXml" Target="../ink/ink1482.xml"/><Relationship Id="rId353" Type="http://schemas.openxmlformats.org/officeDocument/2006/relationships/customXml" Target="../ink/ink1503.xml"/><Relationship Id="rId395" Type="http://schemas.openxmlformats.org/officeDocument/2006/relationships/customXml" Target="../ink/ink1524.xml"/><Relationship Id="rId409" Type="http://schemas.openxmlformats.org/officeDocument/2006/relationships/customXml" Target="../ink/ink1531.xml"/><Relationship Id="rId92" Type="http://schemas.openxmlformats.org/officeDocument/2006/relationships/image" Target="../media/image1316.png"/><Relationship Id="rId213" Type="http://schemas.openxmlformats.org/officeDocument/2006/relationships/image" Target="../media/image1372.png"/><Relationship Id="rId420" Type="http://schemas.openxmlformats.org/officeDocument/2006/relationships/image" Target="../media/image1472.png"/><Relationship Id="rId255" Type="http://schemas.openxmlformats.org/officeDocument/2006/relationships/image" Target="../media/image1393.png"/><Relationship Id="rId297" Type="http://schemas.openxmlformats.org/officeDocument/2006/relationships/customXml" Target="../ink/ink1475.xml"/><Relationship Id="rId462" Type="http://schemas.openxmlformats.org/officeDocument/2006/relationships/image" Target="../media/image1493.png"/><Relationship Id="rId115" Type="http://schemas.openxmlformats.org/officeDocument/2006/relationships/customXml" Target="../ink/ink1383.xml"/><Relationship Id="rId157" Type="http://schemas.openxmlformats.org/officeDocument/2006/relationships/customXml" Target="../ink/ink1404.xml"/><Relationship Id="rId322" Type="http://schemas.openxmlformats.org/officeDocument/2006/relationships/image" Target="../media/image1425.png"/><Relationship Id="rId364" Type="http://schemas.openxmlformats.org/officeDocument/2006/relationships/image" Target="../media/image1446.png"/><Relationship Id="rId61" Type="http://schemas.openxmlformats.org/officeDocument/2006/relationships/customXml" Target="../ink/ink1356.xml"/><Relationship Id="rId199" Type="http://schemas.openxmlformats.org/officeDocument/2006/relationships/image" Target="../media/image1365.png"/><Relationship Id="rId19" Type="http://schemas.openxmlformats.org/officeDocument/2006/relationships/customXml" Target="../ink/ink1335.xml"/><Relationship Id="rId224" Type="http://schemas.openxmlformats.org/officeDocument/2006/relationships/customXml" Target="../ink/ink1438.xml"/><Relationship Id="rId266" Type="http://schemas.openxmlformats.org/officeDocument/2006/relationships/customXml" Target="../ink/ink1459.xml"/><Relationship Id="rId431" Type="http://schemas.openxmlformats.org/officeDocument/2006/relationships/customXml" Target="../ink/ink1542.xml"/><Relationship Id="rId473" Type="http://schemas.openxmlformats.org/officeDocument/2006/relationships/customXml" Target="../ink/ink1563.xml"/><Relationship Id="rId30" Type="http://schemas.openxmlformats.org/officeDocument/2006/relationships/image" Target="../media/image1286.png"/><Relationship Id="rId126" Type="http://schemas.openxmlformats.org/officeDocument/2006/relationships/image" Target="../media/image1332.png"/><Relationship Id="rId168" Type="http://schemas.openxmlformats.org/officeDocument/2006/relationships/image" Target="../media/image1353.png"/><Relationship Id="rId333" Type="http://schemas.openxmlformats.org/officeDocument/2006/relationships/customXml" Target="../ink/ink1493.xml"/><Relationship Id="rId72" Type="http://schemas.openxmlformats.org/officeDocument/2006/relationships/image" Target="../media/image1306.png"/><Relationship Id="rId375" Type="http://schemas.openxmlformats.org/officeDocument/2006/relationships/customXml" Target="../ink/ink1514.xml"/><Relationship Id="rId3" Type="http://schemas.openxmlformats.org/officeDocument/2006/relationships/customXml" Target="../ink/ink1327.xml"/><Relationship Id="rId235" Type="http://schemas.openxmlformats.org/officeDocument/2006/relationships/image" Target="../media/image1383.png"/><Relationship Id="rId277" Type="http://schemas.openxmlformats.org/officeDocument/2006/relationships/customXml" Target="../ink/ink1465.xml"/><Relationship Id="rId400" Type="http://schemas.openxmlformats.org/officeDocument/2006/relationships/image" Target="../media/image466.png"/><Relationship Id="rId442" Type="http://schemas.openxmlformats.org/officeDocument/2006/relationships/image" Target="../media/image1483.png"/><Relationship Id="rId484" Type="http://schemas.openxmlformats.org/officeDocument/2006/relationships/image" Target="../media/image1504.png"/><Relationship Id="rId137" Type="http://schemas.openxmlformats.org/officeDocument/2006/relationships/customXml" Target="../ink/ink1394.xml"/><Relationship Id="rId302" Type="http://schemas.openxmlformats.org/officeDocument/2006/relationships/image" Target="../media/image88.png"/><Relationship Id="rId344" Type="http://schemas.openxmlformats.org/officeDocument/2006/relationships/image" Target="../media/image1436.png"/><Relationship Id="rId41" Type="http://schemas.openxmlformats.org/officeDocument/2006/relationships/customXml" Target="../ink/ink1346.xml"/><Relationship Id="rId83" Type="http://schemas.openxmlformats.org/officeDocument/2006/relationships/customXml" Target="../ink/ink1367.xml"/><Relationship Id="rId179" Type="http://schemas.openxmlformats.org/officeDocument/2006/relationships/image" Target="../media/image1357.png"/><Relationship Id="rId386" Type="http://schemas.openxmlformats.org/officeDocument/2006/relationships/image" Target="../media/image1456.png"/><Relationship Id="rId190" Type="http://schemas.openxmlformats.org/officeDocument/2006/relationships/customXml" Target="../ink/ink1421.xml"/><Relationship Id="rId204" Type="http://schemas.openxmlformats.org/officeDocument/2006/relationships/customXml" Target="../ink/ink1428.xml"/><Relationship Id="rId246" Type="http://schemas.openxmlformats.org/officeDocument/2006/relationships/customXml" Target="../ink/ink1449.xml"/><Relationship Id="rId288" Type="http://schemas.openxmlformats.org/officeDocument/2006/relationships/image" Target="../media/image1409.png"/><Relationship Id="rId411" Type="http://schemas.openxmlformats.org/officeDocument/2006/relationships/customXml" Target="../ink/ink1532.xml"/><Relationship Id="rId453" Type="http://schemas.openxmlformats.org/officeDocument/2006/relationships/customXml" Target="../ink/ink1553.xml"/><Relationship Id="rId509" Type="http://schemas.openxmlformats.org/officeDocument/2006/relationships/customXml" Target="../ink/ink1581.xml"/><Relationship Id="rId106" Type="http://schemas.openxmlformats.org/officeDocument/2006/relationships/image" Target="../media/image1322.png"/><Relationship Id="rId313" Type="http://schemas.openxmlformats.org/officeDocument/2006/relationships/customXml" Target="../ink/ink1483.xml"/><Relationship Id="rId495" Type="http://schemas.openxmlformats.org/officeDocument/2006/relationships/customXml" Target="../ink/ink1574.xml"/><Relationship Id="rId10" Type="http://schemas.openxmlformats.org/officeDocument/2006/relationships/image" Target="../media/image1276.png"/><Relationship Id="rId52" Type="http://schemas.openxmlformats.org/officeDocument/2006/relationships/image" Target="../media/image1296.png"/><Relationship Id="rId94" Type="http://schemas.openxmlformats.org/officeDocument/2006/relationships/image" Target="../media/image1317.png"/><Relationship Id="rId148" Type="http://schemas.openxmlformats.org/officeDocument/2006/relationships/image" Target="../media/image1343.png"/><Relationship Id="rId355" Type="http://schemas.openxmlformats.org/officeDocument/2006/relationships/customXml" Target="../ink/ink1504.xml"/><Relationship Id="rId397" Type="http://schemas.openxmlformats.org/officeDocument/2006/relationships/customXml" Target="../ink/ink1525.xml"/><Relationship Id="rId215" Type="http://schemas.openxmlformats.org/officeDocument/2006/relationships/image" Target="../media/image1373.png"/><Relationship Id="rId257" Type="http://schemas.openxmlformats.org/officeDocument/2006/relationships/image" Target="../media/image1394.png"/><Relationship Id="rId422" Type="http://schemas.openxmlformats.org/officeDocument/2006/relationships/image" Target="../media/image1473.png"/><Relationship Id="rId464" Type="http://schemas.openxmlformats.org/officeDocument/2006/relationships/image" Target="../media/image1494.png"/><Relationship Id="rId299" Type="http://schemas.openxmlformats.org/officeDocument/2006/relationships/customXml" Target="../ink/ink147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41.xml"/><Relationship Id="rId21" Type="http://schemas.openxmlformats.org/officeDocument/2006/relationships/customXml" Target="../ink/ink1593.xml"/><Relationship Id="rId63" Type="http://schemas.openxmlformats.org/officeDocument/2006/relationships/customXml" Target="../ink/ink1614.xml"/><Relationship Id="rId159" Type="http://schemas.openxmlformats.org/officeDocument/2006/relationships/customXml" Target="../ink/ink1662.xml"/><Relationship Id="rId170" Type="http://schemas.openxmlformats.org/officeDocument/2006/relationships/image" Target="../media/image1600.png"/><Relationship Id="rId226" Type="http://schemas.openxmlformats.org/officeDocument/2006/relationships/customXml" Target="../ink/ink1696.xml"/><Relationship Id="rId268" Type="http://schemas.openxmlformats.org/officeDocument/2006/relationships/image" Target="../media/image1333.png"/><Relationship Id="rId32" Type="http://schemas.openxmlformats.org/officeDocument/2006/relationships/image" Target="../media/image1535.png"/><Relationship Id="rId74" Type="http://schemas.openxmlformats.org/officeDocument/2006/relationships/image" Target="../media/image315.png"/><Relationship Id="rId128" Type="http://schemas.openxmlformats.org/officeDocument/2006/relationships/image" Target="../media/image1580.png"/><Relationship Id="rId5" Type="http://schemas.openxmlformats.org/officeDocument/2006/relationships/customXml" Target="../ink/ink1585.xml"/><Relationship Id="rId181" Type="http://schemas.openxmlformats.org/officeDocument/2006/relationships/customXml" Target="../ink/ink1673.xml"/><Relationship Id="rId237" Type="http://schemas.openxmlformats.org/officeDocument/2006/relationships/image" Target="../media/image1628.png"/><Relationship Id="rId279" Type="http://schemas.openxmlformats.org/officeDocument/2006/relationships/image" Target="../media/image1647.png"/><Relationship Id="rId43" Type="http://schemas.openxmlformats.org/officeDocument/2006/relationships/customXml" Target="../ink/ink1604.xml"/><Relationship Id="rId139" Type="http://schemas.openxmlformats.org/officeDocument/2006/relationships/customXml" Target="../ink/ink1652.xml"/><Relationship Id="rId290" Type="http://schemas.openxmlformats.org/officeDocument/2006/relationships/image" Target="../media/image1651.png"/><Relationship Id="rId85" Type="http://schemas.openxmlformats.org/officeDocument/2006/relationships/customXml" Target="../ink/ink1625.xml"/><Relationship Id="rId150" Type="http://schemas.openxmlformats.org/officeDocument/2006/relationships/image" Target="../media/image1591.png"/><Relationship Id="rId192" Type="http://schemas.openxmlformats.org/officeDocument/2006/relationships/image" Target="../media/image1607.png"/><Relationship Id="rId206" Type="http://schemas.openxmlformats.org/officeDocument/2006/relationships/customXml" Target="../ink/ink1686.xml"/><Relationship Id="rId248" Type="http://schemas.openxmlformats.org/officeDocument/2006/relationships/customXml" Target="../ink/ink1707.xml"/><Relationship Id="rId269" Type="http://schemas.openxmlformats.org/officeDocument/2006/relationships/customXml" Target="../ink/ink1718.xml"/><Relationship Id="rId12" Type="http://schemas.openxmlformats.org/officeDocument/2006/relationships/image" Target="../media/image1525.png"/><Relationship Id="rId33" Type="http://schemas.openxmlformats.org/officeDocument/2006/relationships/customXml" Target="../ink/ink1599.xml"/><Relationship Id="rId108" Type="http://schemas.openxmlformats.org/officeDocument/2006/relationships/image" Target="../media/image1570.png"/><Relationship Id="rId129" Type="http://schemas.openxmlformats.org/officeDocument/2006/relationships/customXml" Target="../ink/ink1647.xml"/><Relationship Id="rId280" Type="http://schemas.openxmlformats.org/officeDocument/2006/relationships/customXml" Target="../ink/ink1724.xml"/><Relationship Id="rId54" Type="http://schemas.openxmlformats.org/officeDocument/2006/relationships/image" Target="../media/image1546.png"/><Relationship Id="rId75" Type="http://schemas.openxmlformats.org/officeDocument/2006/relationships/customXml" Target="../ink/ink1620.xml"/><Relationship Id="rId96" Type="http://schemas.openxmlformats.org/officeDocument/2006/relationships/image" Target="../media/image1565.png"/><Relationship Id="rId140" Type="http://schemas.openxmlformats.org/officeDocument/2006/relationships/image" Target="../media/image1586.png"/><Relationship Id="rId161" Type="http://schemas.openxmlformats.org/officeDocument/2006/relationships/customXml" Target="../ink/ink1663.xml"/><Relationship Id="rId182" Type="http://schemas.openxmlformats.org/officeDocument/2006/relationships/image" Target="../media/image1604.png"/><Relationship Id="rId217" Type="http://schemas.openxmlformats.org/officeDocument/2006/relationships/image" Target="../media/image1618.png"/><Relationship Id="rId6" Type="http://schemas.openxmlformats.org/officeDocument/2006/relationships/image" Target="../media/image1522.png"/><Relationship Id="rId238" Type="http://schemas.openxmlformats.org/officeDocument/2006/relationships/customXml" Target="../ink/ink1702.xml"/><Relationship Id="rId259" Type="http://schemas.openxmlformats.org/officeDocument/2006/relationships/image" Target="../media/image1639.png"/><Relationship Id="rId23" Type="http://schemas.openxmlformats.org/officeDocument/2006/relationships/customXml" Target="../ink/ink1594.xml"/><Relationship Id="rId119" Type="http://schemas.openxmlformats.org/officeDocument/2006/relationships/customXml" Target="../ink/ink1642.xml"/><Relationship Id="rId270" Type="http://schemas.openxmlformats.org/officeDocument/2006/relationships/image" Target="../media/image1643.png"/><Relationship Id="rId44" Type="http://schemas.openxmlformats.org/officeDocument/2006/relationships/image" Target="../media/image1541.png"/><Relationship Id="rId65" Type="http://schemas.openxmlformats.org/officeDocument/2006/relationships/customXml" Target="../ink/ink1615.xml"/><Relationship Id="rId86" Type="http://schemas.openxmlformats.org/officeDocument/2006/relationships/image" Target="../media/image1561.png"/><Relationship Id="rId130" Type="http://schemas.openxmlformats.org/officeDocument/2006/relationships/image" Target="../media/image1581.png"/><Relationship Id="rId151" Type="http://schemas.openxmlformats.org/officeDocument/2006/relationships/customXml" Target="../ink/ink1658.xml"/><Relationship Id="rId172" Type="http://schemas.openxmlformats.org/officeDocument/2006/relationships/image" Target="../media/image1601.png"/><Relationship Id="rId193" Type="http://schemas.openxmlformats.org/officeDocument/2006/relationships/customXml" Target="../ink/ink1679.xml"/><Relationship Id="rId207" Type="http://schemas.openxmlformats.org/officeDocument/2006/relationships/image" Target="../media/image1614.png"/><Relationship Id="rId228" Type="http://schemas.openxmlformats.org/officeDocument/2006/relationships/customXml" Target="../ink/ink1697.xml"/><Relationship Id="rId249" Type="http://schemas.openxmlformats.org/officeDocument/2006/relationships/image" Target="../media/image1634.png"/><Relationship Id="rId13" Type="http://schemas.openxmlformats.org/officeDocument/2006/relationships/customXml" Target="../ink/ink1589.xml"/><Relationship Id="rId109" Type="http://schemas.openxmlformats.org/officeDocument/2006/relationships/customXml" Target="../ink/ink1637.xml"/><Relationship Id="rId260" Type="http://schemas.openxmlformats.org/officeDocument/2006/relationships/customXml" Target="../ink/ink1713.xml"/><Relationship Id="rId281" Type="http://schemas.openxmlformats.org/officeDocument/2006/relationships/image" Target="../media/image1648.png"/><Relationship Id="rId34" Type="http://schemas.openxmlformats.org/officeDocument/2006/relationships/image" Target="../media/image1536.png"/><Relationship Id="rId55" Type="http://schemas.openxmlformats.org/officeDocument/2006/relationships/customXml" Target="../ink/ink1610.xml"/><Relationship Id="rId76" Type="http://schemas.openxmlformats.org/officeDocument/2006/relationships/image" Target="../media/image1556.png"/><Relationship Id="rId97" Type="http://schemas.openxmlformats.org/officeDocument/2006/relationships/customXml" Target="../ink/ink1631.xml"/><Relationship Id="rId120" Type="http://schemas.openxmlformats.org/officeDocument/2006/relationships/image" Target="../media/image1576.png"/><Relationship Id="rId141" Type="http://schemas.openxmlformats.org/officeDocument/2006/relationships/customXml" Target="../ink/ink1653.xml"/><Relationship Id="rId7" Type="http://schemas.openxmlformats.org/officeDocument/2006/relationships/customXml" Target="../ink/ink1586.xml"/><Relationship Id="rId162" Type="http://schemas.openxmlformats.org/officeDocument/2006/relationships/image" Target="../media/image1597.png"/><Relationship Id="rId183" Type="http://schemas.openxmlformats.org/officeDocument/2006/relationships/customXml" Target="../ink/ink1674.xml"/><Relationship Id="rId218" Type="http://schemas.openxmlformats.org/officeDocument/2006/relationships/customXml" Target="../ink/ink1692.xml"/><Relationship Id="rId239" Type="http://schemas.openxmlformats.org/officeDocument/2006/relationships/image" Target="../media/image1629.png"/><Relationship Id="rId250" Type="http://schemas.openxmlformats.org/officeDocument/2006/relationships/customXml" Target="../ink/ink1708.xml"/><Relationship Id="rId271" Type="http://schemas.openxmlformats.org/officeDocument/2006/relationships/customXml" Target="../ink/ink1719.xml"/><Relationship Id="rId24" Type="http://schemas.openxmlformats.org/officeDocument/2006/relationships/image" Target="../media/image1531.png"/><Relationship Id="rId45" Type="http://schemas.openxmlformats.org/officeDocument/2006/relationships/customXml" Target="../ink/ink1605.xml"/><Relationship Id="rId66" Type="http://schemas.openxmlformats.org/officeDocument/2006/relationships/image" Target="../media/image1552.png"/><Relationship Id="rId87" Type="http://schemas.openxmlformats.org/officeDocument/2006/relationships/customXml" Target="../ink/ink1626.xml"/><Relationship Id="rId110" Type="http://schemas.openxmlformats.org/officeDocument/2006/relationships/image" Target="../media/image1571.png"/><Relationship Id="rId131" Type="http://schemas.openxmlformats.org/officeDocument/2006/relationships/customXml" Target="../ink/ink1648.xml"/><Relationship Id="rId152" Type="http://schemas.openxmlformats.org/officeDocument/2006/relationships/image" Target="../media/image1592.png"/><Relationship Id="rId173" Type="http://schemas.openxmlformats.org/officeDocument/2006/relationships/customXml" Target="../ink/ink1669.xml"/><Relationship Id="rId194" Type="http://schemas.openxmlformats.org/officeDocument/2006/relationships/image" Target="../media/image1608.png"/><Relationship Id="rId208" Type="http://schemas.openxmlformats.org/officeDocument/2006/relationships/customXml" Target="../ink/ink1687.xml"/><Relationship Id="rId229" Type="http://schemas.openxmlformats.org/officeDocument/2006/relationships/image" Target="../media/image1624.png"/><Relationship Id="rId240" Type="http://schemas.openxmlformats.org/officeDocument/2006/relationships/customXml" Target="../ink/ink1703.xml"/><Relationship Id="rId261" Type="http://schemas.openxmlformats.org/officeDocument/2006/relationships/image" Target="../media/image1640.png"/><Relationship Id="rId14" Type="http://schemas.openxmlformats.org/officeDocument/2006/relationships/image" Target="../media/image1526.png"/><Relationship Id="rId35" Type="http://schemas.openxmlformats.org/officeDocument/2006/relationships/customXml" Target="../ink/ink1600.xml"/><Relationship Id="rId56" Type="http://schemas.openxmlformats.org/officeDocument/2006/relationships/image" Target="../media/image1547.png"/><Relationship Id="rId77" Type="http://schemas.openxmlformats.org/officeDocument/2006/relationships/customXml" Target="../ink/ink1621.xml"/><Relationship Id="rId100" Type="http://schemas.openxmlformats.org/officeDocument/2006/relationships/image" Target="../media/image1567.png"/><Relationship Id="rId282" Type="http://schemas.openxmlformats.org/officeDocument/2006/relationships/customXml" Target="../ink/ink1725.xml"/><Relationship Id="rId8" Type="http://schemas.openxmlformats.org/officeDocument/2006/relationships/image" Target="../media/image1523.png"/><Relationship Id="rId98" Type="http://schemas.openxmlformats.org/officeDocument/2006/relationships/image" Target="../media/image1566.png"/><Relationship Id="rId121" Type="http://schemas.openxmlformats.org/officeDocument/2006/relationships/customXml" Target="../ink/ink1643.xml"/><Relationship Id="rId142" Type="http://schemas.openxmlformats.org/officeDocument/2006/relationships/image" Target="../media/image1587.png"/><Relationship Id="rId163" Type="http://schemas.openxmlformats.org/officeDocument/2006/relationships/customXml" Target="../ink/ink1664.xml"/><Relationship Id="rId184" Type="http://schemas.openxmlformats.org/officeDocument/2006/relationships/image" Target="../media/image1605.png"/><Relationship Id="rId219" Type="http://schemas.openxmlformats.org/officeDocument/2006/relationships/image" Target="../media/image1619.png"/><Relationship Id="rId230" Type="http://schemas.openxmlformats.org/officeDocument/2006/relationships/customXml" Target="../ink/ink1698.xml"/><Relationship Id="rId251" Type="http://schemas.openxmlformats.org/officeDocument/2006/relationships/image" Target="../media/image1635.png"/><Relationship Id="rId25" Type="http://schemas.openxmlformats.org/officeDocument/2006/relationships/customXml" Target="../ink/ink1595.xml"/><Relationship Id="rId46" Type="http://schemas.openxmlformats.org/officeDocument/2006/relationships/image" Target="../media/image1542.png"/><Relationship Id="rId67" Type="http://schemas.openxmlformats.org/officeDocument/2006/relationships/customXml" Target="../ink/ink1616.xml"/><Relationship Id="rId272" Type="http://schemas.openxmlformats.org/officeDocument/2006/relationships/image" Target="../media/image1644.png"/><Relationship Id="rId88" Type="http://schemas.openxmlformats.org/officeDocument/2006/relationships/image" Target="../media/image1562.png"/><Relationship Id="rId111" Type="http://schemas.openxmlformats.org/officeDocument/2006/relationships/customXml" Target="../ink/ink1638.xml"/><Relationship Id="rId132" Type="http://schemas.openxmlformats.org/officeDocument/2006/relationships/image" Target="../media/image1582.png"/><Relationship Id="rId153" Type="http://schemas.openxmlformats.org/officeDocument/2006/relationships/customXml" Target="../ink/ink1659.xml"/><Relationship Id="rId174" Type="http://schemas.openxmlformats.org/officeDocument/2006/relationships/image" Target="../media/image1602.png"/><Relationship Id="rId195" Type="http://schemas.openxmlformats.org/officeDocument/2006/relationships/customXml" Target="../ink/ink1680.xml"/><Relationship Id="rId209" Type="http://schemas.openxmlformats.org/officeDocument/2006/relationships/image" Target="../media/image1615.png"/><Relationship Id="rId220" Type="http://schemas.openxmlformats.org/officeDocument/2006/relationships/customXml" Target="../ink/ink1693.xml"/><Relationship Id="rId241" Type="http://schemas.openxmlformats.org/officeDocument/2006/relationships/image" Target="../media/image1630.png"/><Relationship Id="rId15" Type="http://schemas.openxmlformats.org/officeDocument/2006/relationships/customXml" Target="../ink/ink1590.xml"/><Relationship Id="rId36" Type="http://schemas.openxmlformats.org/officeDocument/2006/relationships/image" Target="../media/image1537.png"/><Relationship Id="rId57" Type="http://schemas.openxmlformats.org/officeDocument/2006/relationships/customXml" Target="../ink/ink1611.xml"/><Relationship Id="rId262" Type="http://schemas.openxmlformats.org/officeDocument/2006/relationships/customXml" Target="../ink/ink1714.xml"/><Relationship Id="rId283" Type="http://schemas.openxmlformats.org/officeDocument/2006/relationships/image" Target="../media/image1649.png"/><Relationship Id="rId78" Type="http://schemas.openxmlformats.org/officeDocument/2006/relationships/image" Target="../media/image1557.png"/><Relationship Id="rId99" Type="http://schemas.openxmlformats.org/officeDocument/2006/relationships/customXml" Target="../ink/ink1632.xml"/><Relationship Id="rId101" Type="http://schemas.openxmlformats.org/officeDocument/2006/relationships/customXml" Target="../ink/ink1633.xml"/><Relationship Id="rId122" Type="http://schemas.openxmlformats.org/officeDocument/2006/relationships/image" Target="../media/image1577.png"/><Relationship Id="rId143" Type="http://schemas.openxmlformats.org/officeDocument/2006/relationships/customXml" Target="../ink/ink1654.xml"/><Relationship Id="rId164" Type="http://schemas.openxmlformats.org/officeDocument/2006/relationships/image" Target="../media/image1598.png"/><Relationship Id="rId185" Type="http://schemas.openxmlformats.org/officeDocument/2006/relationships/customXml" Target="../ink/ink1675.xml"/><Relationship Id="rId9" Type="http://schemas.openxmlformats.org/officeDocument/2006/relationships/customXml" Target="../ink/ink1587.xml"/><Relationship Id="rId210" Type="http://schemas.openxmlformats.org/officeDocument/2006/relationships/customXml" Target="../ink/ink1688.xml"/><Relationship Id="rId26" Type="http://schemas.openxmlformats.org/officeDocument/2006/relationships/image" Target="../media/image1532.png"/><Relationship Id="rId231" Type="http://schemas.openxmlformats.org/officeDocument/2006/relationships/image" Target="../media/image1625.png"/><Relationship Id="rId252" Type="http://schemas.openxmlformats.org/officeDocument/2006/relationships/customXml" Target="../ink/ink1709.xml"/><Relationship Id="rId273" Type="http://schemas.openxmlformats.org/officeDocument/2006/relationships/customXml" Target="../ink/ink1720.xml"/><Relationship Id="rId47" Type="http://schemas.openxmlformats.org/officeDocument/2006/relationships/customXml" Target="../ink/ink1606.xml"/><Relationship Id="rId68" Type="http://schemas.openxmlformats.org/officeDocument/2006/relationships/image" Target="../media/image1553.png"/><Relationship Id="rId89" Type="http://schemas.openxmlformats.org/officeDocument/2006/relationships/customXml" Target="../ink/ink1627.xml"/><Relationship Id="rId112" Type="http://schemas.openxmlformats.org/officeDocument/2006/relationships/image" Target="../media/image1572.png"/><Relationship Id="rId133" Type="http://schemas.openxmlformats.org/officeDocument/2006/relationships/customXml" Target="../ink/ink1649.xml"/><Relationship Id="rId154" Type="http://schemas.openxmlformats.org/officeDocument/2006/relationships/image" Target="../media/image1593.png"/><Relationship Id="rId175" Type="http://schemas.openxmlformats.org/officeDocument/2006/relationships/customXml" Target="../ink/ink1670.xml"/><Relationship Id="rId196" Type="http://schemas.openxmlformats.org/officeDocument/2006/relationships/customXml" Target="../ink/ink1681.xml"/><Relationship Id="rId200" Type="http://schemas.openxmlformats.org/officeDocument/2006/relationships/customXml" Target="../ink/ink1683.xml"/><Relationship Id="rId16" Type="http://schemas.openxmlformats.org/officeDocument/2006/relationships/image" Target="../media/image1527.png"/><Relationship Id="rId221" Type="http://schemas.openxmlformats.org/officeDocument/2006/relationships/image" Target="../media/image1620.png"/><Relationship Id="rId242" Type="http://schemas.openxmlformats.org/officeDocument/2006/relationships/customXml" Target="../ink/ink1704.xml"/><Relationship Id="rId263" Type="http://schemas.openxmlformats.org/officeDocument/2006/relationships/image" Target="../media/image1641.png"/><Relationship Id="rId284" Type="http://schemas.openxmlformats.org/officeDocument/2006/relationships/customXml" Target="../ink/ink1726.xml"/><Relationship Id="rId37" Type="http://schemas.openxmlformats.org/officeDocument/2006/relationships/customXml" Target="../ink/ink1601.xml"/><Relationship Id="rId58" Type="http://schemas.openxmlformats.org/officeDocument/2006/relationships/image" Target="../media/image1548.png"/><Relationship Id="rId79" Type="http://schemas.openxmlformats.org/officeDocument/2006/relationships/customXml" Target="../ink/ink1622.xml"/><Relationship Id="rId102" Type="http://schemas.openxmlformats.org/officeDocument/2006/relationships/image" Target="../media/image1568.png"/><Relationship Id="rId123" Type="http://schemas.openxmlformats.org/officeDocument/2006/relationships/customXml" Target="../ink/ink1644.xml"/><Relationship Id="rId144" Type="http://schemas.openxmlformats.org/officeDocument/2006/relationships/image" Target="../media/image1588.png"/><Relationship Id="rId90" Type="http://schemas.openxmlformats.org/officeDocument/2006/relationships/image" Target="../media/image1057.png"/><Relationship Id="rId165" Type="http://schemas.openxmlformats.org/officeDocument/2006/relationships/customXml" Target="../ink/ink1665.xml"/><Relationship Id="rId186" Type="http://schemas.openxmlformats.org/officeDocument/2006/relationships/image" Target="../media/image179.png"/><Relationship Id="rId211" Type="http://schemas.openxmlformats.org/officeDocument/2006/relationships/image" Target="../media/image1104.png"/><Relationship Id="rId232" Type="http://schemas.openxmlformats.org/officeDocument/2006/relationships/customXml" Target="../ink/ink1699.xml"/><Relationship Id="rId253" Type="http://schemas.openxmlformats.org/officeDocument/2006/relationships/image" Target="../media/image1636.png"/><Relationship Id="rId274" Type="http://schemas.openxmlformats.org/officeDocument/2006/relationships/customXml" Target="../ink/ink1721.xml"/><Relationship Id="rId27" Type="http://schemas.openxmlformats.org/officeDocument/2006/relationships/customXml" Target="../ink/ink1596.xml"/><Relationship Id="rId48" Type="http://schemas.openxmlformats.org/officeDocument/2006/relationships/image" Target="../media/image1543.png"/><Relationship Id="rId69" Type="http://schemas.openxmlformats.org/officeDocument/2006/relationships/customXml" Target="../ink/ink1617.xml"/><Relationship Id="rId113" Type="http://schemas.openxmlformats.org/officeDocument/2006/relationships/customXml" Target="../ink/ink1639.xml"/><Relationship Id="rId134" Type="http://schemas.openxmlformats.org/officeDocument/2006/relationships/image" Target="../media/image1583.png"/><Relationship Id="rId80" Type="http://schemas.openxmlformats.org/officeDocument/2006/relationships/image" Target="../media/image1558.png"/><Relationship Id="rId155" Type="http://schemas.openxmlformats.org/officeDocument/2006/relationships/customXml" Target="../ink/ink1660.xml"/><Relationship Id="rId176" Type="http://schemas.openxmlformats.org/officeDocument/2006/relationships/image" Target="../media/image524.png"/><Relationship Id="rId197" Type="http://schemas.openxmlformats.org/officeDocument/2006/relationships/image" Target="../media/image1609.png"/><Relationship Id="rId201" Type="http://schemas.openxmlformats.org/officeDocument/2006/relationships/image" Target="../media/image1611.png"/><Relationship Id="rId222" Type="http://schemas.openxmlformats.org/officeDocument/2006/relationships/customXml" Target="../ink/ink1694.xml"/><Relationship Id="rId243" Type="http://schemas.openxmlformats.org/officeDocument/2006/relationships/image" Target="../media/image1631.png"/><Relationship Id="rId264" Type="http://schemas.openxmlformats.org/officeDocument/2006/relationships/customXml" Target="../ink/ink1715.xml"/><Relationship Id="rId285" Type="http://schemas.openxmlformats.org/officeDocument/2006/relationships/image" Target="../media/image1650.png"/><Relationship Id="rId17" Type="http://schemas.openxmlformats.org/officeDocument/2006/relationships/customXml" Target="../ink/ink1591.xml"/><Relationship Id="rId38" Type="http://schemas.openxmlformats.org/officeDocument/2006/relationships/image" Target="../media/image1538.png"/><Relationship Id="rId59" Type="http://schemas.openxmlformats.org/officeDocument/2006/relationships/customXml" Target="../ink/ink1612.xml"/><Relationship Id="rId103" Type="http://schemas.openxmlformats.org/officeDocument/2006/relationships/customXml" Target="../ink/ink1634.xml"/><Relationship Id="rId124" Type="http://schemas.openxmlformats.org/officeDocument/2006/relationships/image" Target="../media/image1578.png"/><Relationship Id="rId70" Type="http://schemas.openxmlformats.org/officeDocument/2006/relationships/image" Target="../media/image1554.png"/><Relationship Id="rId91" Type="http://schemas.openxmlformats.org/officeDocument/2006/relationships/customXml" Target="../ink/ink1628.xml"/><Relationship Id="rId145" Type="http://schemas.openxmlformats.org/officeDocument/2006/relationships/customXml" Target="../ink/ink1655.xml"/><Relationship Id="rId166" Type="http://schemas.openxmlformats.org/officeDocument/2006/relationships/image" Target="../media/image1599.png"/><Relationship Id="rId187" Type="http://schemas.openxmlformats.org/officeDocument/2006/relationships/customXml" Target="../ink/ink167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689.xml"/><Relationship Id="rId233" Type="http://schemas.openxmlformats.org/officeDocument/2006/relationships/image" Target="../media/image1626.png"/><Relationship Id="rId254" Type="http://schemas.openxmlformats.org/officeDocument/2006/relationships/customXml" Target="../ink/ink1710.xml"/><Relationship Id="rId28" Type="http://schemas.openxmlformats.org/officeDocument/2006/relationships/image" Target="../media/image1533.png"/><Relationship Id="rId49" Type="http://schemas.openxmlformats.org/officeDocument/2006/relationships/customXml" Target="../ink/ink1607.xml"/><Relationship Id="rId114" Type="http://schemas.openxmlformats.org/officeDocument/2006/relationships/image" Target="../media/image1573.png"/><Relationship Id="rId275" Type="http://schemas.openxmlformats.org/officeDocument/2006/relationships/image" Target="../media/image1645.png"/><Relationship Id="rId60" Type="http://schemas.openxmlformats.org/officeDocument/2006/relationships/image" Target="../media/image1549.png"/><Relationship Id="rId81" Type="http://schemas.openxmlformats.org/officeDocument/2006/relationships/customXml" Target="../ink/ink1623.xml"/><Relationship Id="rId135" Type="http://schemas.openxmlformats.org/officeDocument/2006/relationships/customXml" Target="../ink/ink1650.xml"/><Relationship Id="rId156" Type="http://schemas.openxmlformats.org/officeDocument/2006/relationships/image" Target="../media/image1594.png"/><Relationship Id="rId177" Type="http://schemas.openxmlformats.org/officeDocument/2006/relationships/customXml" Target="../ink/ink1671.xml"/><Relationship Id="rId198" Type="http://schemas.openxmlformats.org/officeDocument/2006/relationships/customXml" Target="../ink/ink1682.xml"/><Relationship Id="rId202" Type="http://schemas.openxmlformats.org/officeDocument/2006/relationships/customXml" Target="../ink/ink1684.xml"/><Relationship Id="rId223" Type="http://schemas.openxmlformats.org/officeDocument/2006/relationships/image" Target="../media/image1621.png"/><Relationship Id="rId244" Type="http://schemas.openxmlformats.org/officeDocument/2006/relationships/customXml" Target="../ink/ink1705.xml"/><Relationship Id="rId18" Type="http://schemas.openxmlformats.org/officeDocument/2006/relationships/image" Target="../media/image1528.png"/><Relationship Id="rId39" Type="http://schemas.openxmlformats.org/officeDocument/2006/relationships/customXml" Target="../ink/ink1602.xml"/><Relationship Id="rId265" Type="http://schemas.openxmlformats.org/officeDocument/2006/relationships/customXml" Target="../ink/ink1716.xml"/><Relationship Id="rId286" Type="http://schemas.openxmlformats.org/officeDocument/2006/relationships/customXml" Target="../ink/ink1727.xml"/><Relationship Id="rId50" Type="http://schemas.openxmlformats.org/officeDocument/2006/relationships/image" Target="../media/image1544.png"/><Relationship Id="rId104" Type="http://schemas.openxmlformats.org/officeDocument/2006/relationships/image" Target="../media/image1143.png"/><Relationship Id="rId125" Type="http://schemas.openxmlformats.org/officeDocument/2006/relationships/customXml" Target="../ink/ink1645.xml"/><Relationship Id="rId146" Type="http://schemas.openxmlformats.org/officeDocument/2006/relationships/image" Target="../media/image1589.png"/><Relationship Id="rId167" Type="http://schemas.openxmlformats.org/officeDocument/2006/relationships/customXml" Target="../ink/ink1666.xml"/><Relationship Id="rId188" Type="http://schemas.openxmlformats.org/officeDocument/2006/relationships/image" Target="../media/image1606.png"/><Relationship Id="rId71" Type="http://schemas.openxmlformats.org/officeDocument/2006/relationships/customXml" Target="../ink/ink1618.xml"/><Relationship Id="rId92" Type="http://schemas.openxmlformats.org/officeDocument/2006/relationships/image" Target="../media/image1563.png"/><Relationship Id="rId213" Type="http://schemas.openxmlformats.org/officeDocument/2006/relationships/image" Target="../media/image1616.png"/><Relationship Id="rId234" Type="http://schemas.openxmlformats.org/officeDocument/2006/relationships/customXml" Target="../ink/ink1700.xml"/><Relationship Id="rId2" Type="http://schemas.openxmlformats.org/officeDocument/2006/relationships/image" Target="../media/image1520.png"/><Relationship Id="rId29" Type="http://schemas.openxmlformats.org/officeDocument/2006/relationships/customXml" Target="../ink/ink1597.xml"/><Relationship Id="rId255" Type="http://schemas.openxmlformats.org/officeDocument/2006/relationships/image" Target="../media/image1637.png"/><Relationship Id="rId276" Type="http://schemas.openxmlformats.org/officeDocument/2006/relationships/customXml" Target="../ink/ink1722.xml"/><Relationship Id="rId40" Type="http://schemas.openxmlformats.org/officeDocument/2006/relationships/image" Target="../media/image1539.png"/><Relationship Id="rId115" Type="http://schemas.openxmlformats.org/officeDocument/2006/relationships/customXml" Target="../ink/ink1640.xml"/><Relationship Id="rId136" Type="http://schemas.openxmlformats.org/officeDocument/2006/relationships/image" Target="../media/image1584.png"/><Relationship Id="rId157" Type="http://schemas.openxmlformats.org/officeDocument/2006/relationships/customXml" Target="../ink/ink1661.xml"/><Relationship Id="rId178" Type="http://schemas.openxmlformats.org/officeDocument/2006/relationships/image" Target="../media/image1603.png"/><Relationship Id="rId61" Type="http://schemas.openxmlformats.org/officeDocument/2006/relationships/customXml" Target="../ink/ink1613.xml"/><Relationship Id="rId82" Type="http://schemas.openxmlformats.org/officeDocument/2006/relationships/image" Target="../media/image1559.png"/><Relationship Id="rId199" Type="http://schemas.openxmlformats.org/officeDocument/2006/relationships/image" Target="../media/image1610.png"/><Relationship Id="rId203" Type="http://schemas.openxmlformats.org/officeDocument/2006/relationships/image" Target="../media/image1612.png"/><Relationship Id="rId19" Type="http://schemas.openxmlformats.org/officeDocument/2006/relationships/customXml" Target="../ink/ink1592.xml"/><Relationship Id="rId224" Type="http://schemas.openxmlformats.org/officeDocument/2006/relationships/customXml" Target="../ink/ink1695.xml"/><Relationship Id="rId245" Type="http://schemas.openxmlformats.org/officeDocument/2006/relationships/image" Target="../media/image1632.png"/><Relationship Id="rId266" Type="http://schemas.openxmlformats.org/officeDocument/2006/relationships/image" Target="../media/image1642.png"/><Relationship Id="rId287" Type="http://schemas.openxmlformats.org/officeDocument/2006/relationships/customXml" Target="../ink/ink1728.xml"/><Relationship Id="rId30" Type="http://schemas.openxmlformats.org/officeDocument/2006/relationships/image" Target="../media/image1534.png"/><Relationship Id="rId105" Type="http://schemas.openxmlformats.org/officeDocument/2006/relationships/customXml" Target="../ink/ink1635.xml"/><Relationship Id="rId126" Type="http://schemas.openxmlformats.org/officeDocument/2006/relationships/image" Target="../media/image1579.png"/><Relationship Id="rId147" Type="http://schemas.openxmlformats.org/officeDocument/2006/relationships/customXml" Target="../ink/ink1656.xml"/><Relationship Id="rId168" Type="http://schemas.openxmlformats.org/officeDocument/2006/relationships/image" Target="../media/image1127.png"/><Relationship Id="rId51" Type="http://schemas.openxmlformats.org/officeDocument/2006/relationships/customXml" Target="../ink/ink1608.xml"/><Relationship Id="rId72" Type="http://schemas.openxmlformats.org/officeDocument/2006/relationships/image" Target="../media/image1555.png"/><Relationship Id="rId93" Type="http://schemas.openxmlformats.org/officeDocument/2006/relationships/customXml" Target="../ink/ink1629.xml"/><Relationship Id="rId189" Type="http://schemas.openxmlformats.org/officeDocument/2006/relationships/customXml" Target="../ink/ink1677.xml"/><Relationship Id="rId3" Type="http://schemas.openxmlformats.org/officeDocument/2006/relationships/customXml" Target="../ink/ink1584.xml"/><Relationship Id="rId214" Type="http://schemas.openxmlformats.org/officeDocument/2006/relationships/customXml" Target="../ink/ink1690.xml"/><Relationship Id="rId235" Type="http://schemas.openxmlformats.org/officeDocument/2006/relationships/image" Target="../media/image1627.png"/><Relationship Id="rId256" Type="http://schemas.openxmlformats.org/officeDocument/2006/relationships/customXml" Target="../ink/ink1711.xml"/><Relationship Id="rId277" Type="http://schemas.openxmlformats.org/officeDocument/2006/relationships/image" Target="../media/image1646.png"/><Relationship Id="rId116" Type="http://schemas.openxmlformats.org/officeDocument/2006/relationships/image" Target="../media/image1574.png"/><Relationship Id="rId137" Type="http://schemas.openxmlformats.org/officeDocument/2006/relationships/customXml" Target="../ink/ink1651.xml"/><Relationship Id="rId158" Type="http://schemas.openxmlformats.org/officeDocument/2006/relationships/image" Target="../media/image1595.png"/><Relationship Id="rId20" Type="http://schemas.openxmlformats.org/officeDocument/2006/relationships/image" Target="../media/image1529.png"/><Relationship Id="rId41" Type="http://schemas.openxmlformats.org/officeDocument/2006/relationships/customXml" Target="../ink/ink1603.xml"/><Relationship Id="rId62" Type="http://schemas.openxmlformats.org/officeDocument/2006/relationships/image" Target="../media/image1550.png"/><Relationship Id="rId83" Type="http://schemas.openxmlformats.org/officeDocument/2006/relationships/customXml" Target="../ink/ink1624.xml"/><Relationship Id="rId179" Type="http://schemas.openxmlformats.org/officeDocument/2006/relationships/customXml" Target="../ink/ink1672.xml"/><Relationship Id="rId190" Type="http://schemas.openxmlformats.org/officeDocument/2006/relationships/image" Target="../media/image532.png"/><Relationship Id="rId204" Type="http://schemas.openxmlformats.org/officeDocument/2006/relationships/customXml" Target="../ink/ink1685.xml"/><Relationship Id="rId225" Type="http://schemas.openxmlformats.org/officeDocument/2006/relationships/image" Target="../media/image1622.png"/><Relationship Id="rId246" Type="http://schemas.openxmlformats.org/officeDocument/2006/relationships/customXml" Target="../ink/ink1706.xml"/><Relationship Id="rId267" Type="http://schemas.openxmlformats.org/officeDocument/2006/relationships/customXml" Target="../ink/ink1717.xml"/><Relationship Id="rId288" Type="http://schemas.openxmlformats.org/officeDocument/2006/relationships/image" Target="../media/image359.png"/><Relationship Id="rId106" Type="http://schemas.openxmlformats.org/officeDocument/2006/relationships/image" Target="../media/image1569.png"/><Relationship Id="rId127" Type="http://schemas.openxmlformats.org/officeDocument/2006/relationships/customXml" Target="../ink/ink1646.xml"/><Relationship Id="rId10" Type="http://schemas.openxmlformats.org/officeDocument/2006/relationships/image" Target="../media/image1524.png"/><Relationship Id="rId31" Type="http://schemas.openxmlformats.org/officeDocument/2006/relationships/customXml" Target="../ink/ink1598.xml"/><Relationship Id="rId52" Type="http://schemas.openxmlformats.org/officeDocument/2006/relationships/image" Target="../media/image1545.png"/><Relationship Id="rId73" Type="http://schemas.openxmlformats.org/officeDocument/2006/relationships/customXml" Target="../ink/ink1619.xml"/><Relationship Id="rId94" Type="http://schemas.openxmlformats.org/officeDocument/2006/relationships/image" Target="../media/image1564.png"/><Relationship Id="rId148" Type="http://schemas.openxmlformats.org/officeDocument/2006/relationships/image" Target="../media/image1590.png"/><Relationship Id="rId169" Type="http://schemas.openxmlformats.org/officeDocument/2006/relationships/customXml" Target="../ink/ink1667.xml"/><Relationship Id="rId4" Type="http://schemas.openxmlformats.org/officeDocument/2006/relationships/image" Target="../media/image1521.png"/><Relationship Id="rId180" Type="http://schemas.openxmlformats.org/officeDocument/2006/relationships/image" Target="../media/image79.png"/><Relationship Id="rId215" Type="http://schemas.openxmlformats.org/officeDocument/2006/relationships/image" Target="../media/image1617.png"/><Relationship Id="rId236" Type="http://schemas.openxmlformats.org/officeDocument/2006/relationships/customXml" Target="../ink/ink1701.xml"/><Relationship Id="rId257" Type="http://schemas.openxmlformats.org/officeDocument/2006/relationships/image" Target="../media/image1638.png"/><Relationship Id="rId278" Type="http://schemas.openxmlformats.org/officeDocument/2006/relationships/customXml" Target="../ink/ink1723.xml"/><Relationship Id="rId42" Type="http://schemas.openxmlformats.org/officeDocument/2006/relationships/image" Target="../media/image1540.png"/><Relationship Id="rId84" Type="http://schemas.openxmlformats.org/officeDocument/2006/relationships/image" Target="../media/image1560.png"/><Relationship Id="rId138" Type="http://schemas.openxmlformats.org/officeDocument/2006/relationships/image" Target="../media/image1585.png"/><Relationship Id="rId191" Type="http://schemas.openxmlformats.org/officeDocument/2006/relationships/customXml" Target="../ink/ink1678.xml"/><Relationship Id="rId205" Type="http://schemas.openxmlformats.org/officeDocument/2006/relationships/image" Target="../media/image1613.png"/><Relationship Id="rId247" Type="http://schemas.openxmlformats.org/officeDocument/2006/relationships/image" Target="../media/image1633.png"/><Relationship Id="rId107" Type="http://schemas.openxmlformats.org/officeDocument/2006/relationships/customXml" Target="../ink/ink1636.xml"/><Relationship Id="rId289" Type="http://schemas.openxmlformats.org/officeDocument/2006/relationships/customXml" Target="../ink/ink1729.xml"/><Relationship Id="rId11" Type="http://schemas.openxmlformats.org/officeDocument/2006/relationships/customXml" Target="../ink/ink1588.xml"/><Relationship Id="rId53" Type="http://schemas.openxmlformats.org/officeDocument/2006/relationships/customXml" Target="../ink/ink1609.xml"/><Relationship Id="rId149" Type="http://schemas.openxmlformats.org/officeDocument/2006/relationships/customXml" Target="../ink/ink1657.xml"/><Relationship Id="rId95" Type="http://schemas.openxmlformats.org/officeDocument/2006/relationships/customXml" Target="../ink/ink1630.xml"/><Relationship Id="rId160" Type="http://schemas.openxmlformats.org/officeDocument/2006/relationships/image" Target="../media/image1596.png"/><Relationship Id="rId216" Type="http://schemas.openxmlformats.org/officeDocument/2006/relationships/customXml" Target="../ink/ink1691.xml"/><Relationship Id="rId258" Type="http://schemas.openxmlformats.org/officeDocument/2006/relationships/customXml" Target="../ink/ink1712.xml"/><Relationship Id="rId22" Type="http://schemas.openxmlformats.org/officeDocument/2006/relationships/image" Target="../media/image1530.png"/><Relationship Id="rId64" Type="http://schemas.openxmlformats.org/officeDocument/2006/relationships/image" Target="../media/image1551.png"/><Relationship Id="rId118" Type="http://schemas.openxmlformats.org/officeDocument/2006/relationships/image" Target="../media/image1575.png"/><Relationship Id="rId171" Type="http://schemas.openxmlformats.org/officeDocument/2006/relationships/customXml" Target="../ink/ink1668.xml"/><Relationship Id="rId227" Type="http://schemas.openxmlformats.org/officeDocument/2006/relationships/image" Target="../media/image1623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2.png"/><Relationship Id="rId117" Type="http://schemas.openxmlformats.org/officeDocument/2006/relationships/customXml" Target="../ink/ink1787.xml"/><Relationship Id="rId21" Type="http://schemas.openxmlformats.org/officeDocument/2006/relationships/customXml" Target="../ink/ink1739.xml"/><Relationship Id="rId42" Type="http://schemas.openxmlformats.org/officeDocument/2006/relationships/image" Target="../media/image1670.png"/><Relationship Id="rId47" Type="http://schemas.openxmlformats.org/officeDocument/2006/relationships/customXml" Target="../ink/ink1752.xml"/><Relationship Id="rId63" Type="http://schemas.openxmlformats.org/officeDocument/2006/relationships/customXml" Target="../ink/ink1760.xml"/><Relationship Id="rId68" Type="http://schemas.openxmlformats.org/officeDocument/2006/relationships/image" Target="../media/image1682.png"/><Relationship Id="rId84" Type="http://schemas.openxmlformats.org/officeDocument/2006/relationships/image" Target="../media/image1690.png"/><Relationship Id="rId89" Type="http://schemas.openxmlformats.org/officeDocument/2006/relationships/customXml" Target="../ink/ink1773.xml"/><Relationship Id="rId112" Type="http://schemas.openxmlformats.org/officeDocument/2006/relationships/image" Target="../media/image1704.png"/><Relationship Id="rId16" Type="http://schemas.openxmlformats.org/officeDocument/2006/relationships/image" Target="../media/image1658.png"/><Relationship Id="rId107" Type="http://schemas.openxmlformats.org/officeDocument/2006/relationships/customXml" Target="../ink/ink1782.xml"/><Relationship Id="rId11" Type="http://schemas.openxmlformats.org/officeDocument/2006/relationships/customXml" Target="../ink/ink1734.xml"/><Relationship Id="rId32" Type="http://schemas.openxmlformats.org/officeDocument/2006/relationships/image" Target="../media/image1665.png"/><Relationship Id="rId37" Type="http://schemas.openxmlformats.org/officeDocument/2006/relationships/customXml" Target="../ink/ink1747.xml"/><Relationship Id="rId53" Type="http://schemas.openxmlformats.org/officeDocument/2006/relationships/customXml" Target="../ink/ink1755.xml"/><Relationship Id="rId58" Type="http://schemas.openxmlformats.org/officeDocument/2006/relationships/image" Target="../media/image1677.png"/><Relationship Id="rId74" Type="http://schemas.openxmlformats.org/officeDocument/2006/relationships/image" Target="../media/image1685.png"/><Relationship Id="rId79" Type="http://schemas.openxmlformats.org/officeDocument/2006/relationships/customXml" Target="../ink/ink1768.xml"/><Relationship Id="rId102" Type="http://schemas.openxmlformats.org/officeDocument/2006/relationships/image" Target="../media/image1699.png"/><Relationship Id="rId123" Type="http://schemas.openxmlformats.org/officeDocument/2006/relationships/customXml" Target="../ink/ink1790.xml"/><Relationship Id="rId5" Type="http://schemas.openxmlformats.org/officeDocument/2006/relationships/customXml" Target="../ink/ink1731.xml"/><Relationship Id="rId90" Type="http://schemas.openxmlformats.org/officeDocument/2006/relationships/image" Target="../media/image1693.png"/><Relationship Id="rId95" Type="http://schemas.openxmlformats.org/officeDocument/2006/relationships/customXml" Target="../ink/ink1776.xml"/><Relationship Id="rId22" Type="http://schemas.openxmlformats.org/officeDocument/2006/relationships/image" Target="../media/image1660.png"/><Relationship Id="rId27" Type="http://schemas.openxmlformats.org/officeDocument/2006/relationships/customXml" Target="../ink/ink1742.xml"/><Relationship Id="rId43" Type="http://schemas.openxmlformats.org/officeDocument/2006/relationships/customXml" Target="../ink/ink1750.xml"/><Relationship Id="rId48" Type="http://schemas.openxmlformats.org/officeDocument/2006/relationships/image" Target="../media/image1672.png"/><Relationship Id="rId64" Type="http://schemas.openxmlformats.org/officeDocument/2006/relationships/image" Target="../media/image1680.png"/><Relationship Id="rId69" Type="http://schemas.openxmlformats.org/officeDocument/2006/relationships/customXml" Target="../ink/ink1763.xml"/><Relationship Id="rId113" Type="http://schemas.openxmlformats.org/officeDocument/2006/relationships/customXml" Target="../ink/ink1785.xml"/><Relationship Id="rId118" Type="http://schemas.openxmlformats.org/officeDocument/2006/relationships/image" Target="../media/image404.png"/><Relationship Id="rId80" Type="http://schemas.openxmlformats.org/officeDocument/2006/relationships/image" Target="../media/image1688.png"/><Relationship Id="rId85" Type="http://schemas.openxmlformats.org/officeDocument/2006/relationships/customXml" Target="../ink/ink1771.xml"/><Relationship Id="rId12" Type="http://schemas.openxmlformats.org/officeDocument/2006/relationships/image" Target="../media/image1656.png"/><Relationship Id="rId17" Type="http://schemas.openxmlformats.org/officeDocument/2006/relationships/customXml" Target="../ink/ink1737.xml"/><Relationship Id="rId33" Type="http://schemas.openxmlformats.org/officeDocument/2006/relationships/customXml" Target="../ink/ink1745.xml"/><Relationship Id="rId38" Type="http://schemas.openxmlformats.org/officeDocument/2006/relationships/image" Target="../media/image1668.png"/><Relationship Id="rId59" Type="http://schemas.openxmlformats.org/officeDocument/2006/relationships/customXml" Target="../ink/ink1758.xml"/><Relationship Id="rId103" Type="http://schemas.openxmlformats.org/officeDocument/2006/relationships/customXml" Target="../ink/ink1780.xml"/><Relationship Id="rId108" Type="http://schemas.openxmlformats.org/officeDocument/2006/relationships/image" Target="../media/image1702.png"/><Relationship Id="rId124" Type="http://schemas.openxmlformats.org/officeDocument/2006/relationships/image" Target="../media/image375.png"/><Relationship Id="rId54" Type="http://schemas.openxmlformats.org/officeDocument/2006/relationships/image" Target="../media/image1675.png"/><Relationship Id="rId70" Type="http://schemas.openxmlformats.org/officeDocument/2006/relationships/image" Target="../media/image1683.png"/><Relationship Id="rId75" Type="http://schemas.openxmlformats.org/officeDocument/2006/relationships/customXml" Target="../ink/ink1766.xml"/><Relationship Id="rId91" Type="http://schemas.openxmlformats.org/officeDocument/2006/relationships/customXml" Target="../ink/ink1774.xml"/><Relationship Id="rId96" Type="http://schemas.openxmlformats.org/officeDocument/2006/relationships/image" Target="../media/image16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4.png"/><Relationship Id="rId23" Type="http://schemas.openxmlformats.org/officeDocument/2006/relationships/customXml" Target="../ink/ink1740.xml"/><Relationship Id="rId28" Type="http://schemas.openxmlformats.org/officeDocument/2006/relationships/image" Target="../media/image1663.png"/><Relationship Id="rId49" Type="http://schemas.openxmlformats.org/officeDocument/2006/relationships/customXml" Target="../ink/ink1753.xml"/><Relationship Id="rId114" Type="http://schemas.openxmlformats.org/officeDocument/2006/relationships/image" Target="../media/image1705.png"/><Relationship Id="rId119" Type="http://schemas.openxmlformats.org/officeDocument/2006/relationships/customXml" Target="../ink/ink1788.xml"/><Relationship Id="rId44" Type="http://schemas.openxmlformats.org/officeDocument/2006/relationships/image" Target="../media/image1671.png"/><Relationship Id="rId60" Type="http://schemas.openxmlformats.org/officeDocument/2006/relationships/image" Target="../media/image1678.png"/><Relationship Id="rId65" Type="http://schemas.openxmlformats.org/officeDocument/2006/relationships/customXml" Target="../ink/ink1761.xml"/><Relationship Id="rId81" Type="http://schemas.openxmlformats.org/officeDocument/2006/relationships/customXml" Target="../ink/ink1769.xml"/><Relationship Id="rId86" Type="http://schemas.openxmlformats.org/officeDocument/2006/relationships/image" Target="../media/image1691.png"/><Relationship Id="rId4" Type="http://schemas.openxmlformats.org/officeDocument/2006/relationships/image" Target="../media/image1653.png"/><Relationship Id="rId9" Type="http://schemas.openxmlformats.org/officeDocument/2006/relationships/customXml" Target="../ink/ink1733.xml"/><Relationship Id="rId13" Type="http://schemas.openxmlformats.org/officeDocument/2006/relationships/customXml" Target="../ink/ink1735.xml"/><Relationship Id="rId18" Type="http://schemas.openxmlformats.org/officeDocument/2006/relationships/image" Target="../media/image1057.png"/><Relationship Id="rId39" Type="http://schemas.openxmlformats.org/officeDocument/2006/relationships/customXml" Target="../ink/ink1748.xml"/><Relationship Id="rId109" Type="http://schemas.openxmlformats.org/officeDocument/2006/relationships/customXml" Target="../ink/ink1783.xml"/><Relationship Id="rId34" Type="http://schemas.openxmlformats.org/officeDocument/2006/relationships/image" Target="../media/image1666.png"/><Relationship Id="rId50" Type="http://schemas.openxmlformats.org/officeDocument/2006/relationships/image" Target="../media/image1673.png"/><Relationship Id="rId55" Type="http://schemas.openxmlformats.org/officeDocument/2006/relationships/customXml" Target="../ink/ink1756.xml"/><Relationship Id="rId76" Type="http://schemas.openxmlformats.org/officeDocument/2006/relationships/image" Target="../media/image1686.png"/><Relationship Id="rId97" Type="http://schemas.openxmlformats.org/officeDocument/2006/relationships/customXml" Target="../ink/ink1777.xml"/><Relationship Id="rId104" Type="http://schemas.openxmlformats.org/officeDocument/2006/relationships/image" Target="../media/image1700.png"/><Relationship Id="rId120" Type="http://schemas.openxmlformats.org/officeDocument/2006/relationships/image" Target="../media/image1707.png"/><Relationship Id="rId7" Type="http://schemas.openxmlformats.org/officeDocument/2006/relationships/customXml" Target="../ink/ink1732.xml"/><Relationship Id="rId71" Type="http://schemas.openxmlformats.org/officeDocument/2006/relationships/customXml" Target="../ink/ink1764.xml"/><Relationship Id="rId92" Type="http://schemas.openxmlformats.org/officeDocument/2006/relationships/image" Target="../media/image1694.png"/><Relationship Id="rId2" Type="http://schemas.openxmlformats.org/officeDocument/2006/relationships/image" Target="../media/image1652.png"/><Relationship Id="rId29" Type="http://schemas.openxmlformats.org/officeDocument/2006/relationships/customXml" Target="../ink/ink1743.xml"/><Relationship Id="rId24" Type="http://schemas.openxmlformats.org/officeDocument/2006/relationships/image" Target="../media/image1661.png"/><Relationship Id="rId40" Type="http://schemas.openxmlformats.org/officeDocument/2006/relationships/image" Target="../media/image1669.png"/><Relationship Id="rId45" Type="http://schemas.openxmlformats.org/officeDocument/2006/relationships/customXml" Target="../ink/ink1751.xml"/><Relationship Id="rId66" Type="http://schemas.openxmlformats.org/officeDocument/2006/relationships/image" Target="../media/image1681.png"/><Relationship Id="rId87" Type="http://schemas.openxmlformats.org/officeDocument/2006/relationships/customXml" Target="../ink/ink1772.xml"/><Relationship Id="rId110" Type="http://schemas.openxmlformats.org/officeDocument/2006/relationships/image" Target="../media/image1703.png"/><Relationship Id="rId115" Type="http://schemas.openxmlformats.org/officeDocument/2006/relationships/customXml" Target="../ink/ink1786.xml"/><Relationship Id="rId61" Type="http://schemas.openxmlformats.org/officeDocument/2006/relationships/customXml" Target="../ink/ink1759.xml"/><Relationship Id="rId82" Type="http://schemas.openxmlformats.org/officeDocument/2006/relationships/image" Target="../media/image1689.png"/><Relationship Id="rId19" Type="http://schemas.openxmlformats.org/officeDocument/2006/relationships/customXml" Target="../ink/ink1738.xml"/><Relationship Id="rId14" Type="http://schemas.openxmlformats.org/officeDocument/2006/relationships/image" Target="../media/image1657.png"/><Relationship Id="rId30" Type="http://schemas.openxmlformats.org/officeDocument/2006/relationships/image" Target="../media/image1664.png"/><Relationship Id="rId35" Type="http://schemas.openxmlformats.org/officeDocument/2006/relationships/customXml" Target="../ink/ink1746.xml"/><Relationship Id="rId56" Type="http://schemas.openxmlformats.org/officeDocument/2006/relationships/image" Target="../media/image1676.png"/><Relationship Id="rId77" Type="http://schemas.openxmlformats.org/officeDocument/2006/relationships/customXml" Target="../ink/ink1767.xml"/><Relationship Id="rId100" Type="http://schemas.openxmlformats.org/officeDocument/2006/relationships/image" Target="../media/image1698.png"/><Relationship Id="rId105" Type="http://schemas.openxmlformats.org/officeDocument/2006/relationships/customXml" Target="../ink/ink1781.xml"/><Relationship Id="rId8" Type="http://schemas.openxmlformats.org/officeDocument/2006/relationships/image" Target="../media/image79.png"/><Relationship Id="rId51" Type="http://schemas.openxmlformats.org/officeDocument/2006/relationships/customXml" Target="../ink/ink1754.xml"/><Relationship Id="rId72" Type="http://schemas.openxmlformats.org/officeDocument/2006/relationships/image" Target="../media/image1684.png"/><Relationship Id="rId93" Type="http://schemas.openxmlformats.org/officeDocument/2006/relationships/customXml" Target="../ink/ink1775.xml"/><Relationship Id="rId98" Type="http://schemas.openxmlformats.org/officeDocument/2006/relationships/image" Target="../media/image1697.png"/><Relationship Id="rId121" Type="http://schemas.openxmlformats.org/officeDocument/2006/relationships/customXml" Target="../ink/ink1789.xml"/><Relationship Id="rId3" Type="http://schemas.openxmlformats.org/officeDocument/2006/relationships/customXml" Target="../ink/ink1730.xml"/><Relationship Id="rId25" Type="http://schemas.openxmlformats.org/officeDocument/2006/relationships/customXml" Target="../ink/ink1741.xml"/><Relationship Id="rId46" Type="http://schemas.openxmlformats.org/officeDocument/2006/relationships/image" Target="../media/image524.png"/><Relationship Id="rId67" Type="http://schemas.openxmlformats.org/officeDocument/2006/relationships/customXml" Target="../ink/ink1762.xml"/><Relationship Id="rId116" Type="http://schemas.openxmlformats.org/officeDocument/2006/relationships/image" Target="../media/image1706.png"/><Relationship Id="rId20" Type="http://schemas.openxmlformats.org/officeDocument/2006/relationships/image" Target="../media/image1659.png"/><Relationship Id="rId41" Type="http://schemas.openxmlformats.org/officeDocument/2006/relationships/customXml" Target="../ink/ink1749.xml"/><Relationship Id="rId62" Type="http://schemas.openxmlformats.org/officeDocument/2006/relationships/image" Target="../media/image1679.png"/><Relationship Id="rId83" Type="http://schemas.openxmlformats.org/officeDocument/2006/relationships/customXml" Target="../ink/ink1770.xml"/><Relationship Id="rId88" Type="http://schemas.openxmlformats.org/officeDocument/2006/relationships/image" Target="../media/image1692.png"/><Relationship Id="rId111" Type="http://schemas.openxmlformats.org/officeDocument/2006/relationships/customXml" Target="../ink/ink1784.xml"/><Relationship Id="rId15" Type="http://schemas.openxmlformats.org/officeDocument/2006/relationships/customXml" Target="../ink/ink1736.xml"/><Relationship Id="rId36" Type="http://schemas.openxmlformats.org/officeDocument/2006/relationships/image" Target="../media/image1667.png"/><Relationship Id="rId57" Type="http://schemas.openxmlformats.org/officeDocument/2006/relationships/customXml" Target="../ink/ink1757.xml"/><Relationship Id="rId106" Type="http://schemas.openxmlformats.org/officeDocument/2006/relationships/image" Target="../media/image1701.png"/><Relationship Id="rId10" Type="http://schemas.openxmlformats.org/officeDocument/2006/relationships/image" Target="../media/image1655.png"/><Relationship Id="rId31" Type="http://schemas.openxmlformats.org/officeDocument/2006/relationships/customXml" Target="../ink/ink1744.xml"/><Relationship Id="rId52" Type="http://schemas.openxmlformats.org/officeDocument/2006/relationships/image" Target="../media/image1674.png"/><Relationship Id="rId73" Type="http://schemas.openxmlformats.org/officeDocument/2006/relationships/customXml" Target="../ink/ink1765.xml"/><Relationship Id="rId78" Type="http://schemas.openxmlformats.org/officeDocument/2006/relationships/image" Target="../media/image1687.png"/><Relationship Id="rId94" Type="http://schemas.openxmlformats.org/officeDocument/2006/relationships/image" Target="../media/image1695.png"/><Relationship Id="rId99" Type="http://schemas.openxmlformats.org/officeDocument/2006/relationships/customXml" Target="../ink/ink1778.xml"/><Relationship Id="rId101" Type="http://schemas.openxmlformats.org/officeDocument/2006/relationships/customXml" Target="../ink/ink1779.xml"/><Relationship Id="rId122" Type="http://schemas.openxmlformats.org/officeDocument/2006/relationships/image" Target="../media/image1708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62.png"/><Relationship Id="rId299" Type="http://schemas.openxmlformats.org/officeDocument/2006/relationships/image" Target="../media/image1850.png"/><Relationship Id="rId21" Type="http://schemas.openxmlformats.org/officeDocument/2006/relationships/image" Target="../media/image1716.png"/><Relationship Id="rId63" Type="http://schemas.openxmlformats.org/officeDocument/2006/relationships/image" Target="../media/image1736.png"/><Relationship Id="rId159" Type="http://schemas.openxmlformats.org/officeDocument/2006/relationships/image" Target="../media/image1781.png"/><Relationship Id="rId324" Type="http://schemas.openxmlformats.org/officeDocument/2006/relationships/customXml" Target="../ink/ink1952.xml"/><Relationship Id="rId366" Type="http://schemas.openxmlformats.org/officeDocument/2006/relationships/customXml" Target="../ink/ink1973.xml"/><Relationship Id="rId170" Type="http://schemas.openxmlformats.org/officeDocument/2006/relationships/customXml" Target="../ink/ink1875.xml"/><Relationship Id="rId226" Type="http://schemas.openxmlformats.org/officeDocument/2006/relationships/customXml" Target="../ink/ink1903.xml"/><Relationship Id="rId268" Type="http://schemas.openxmlformats.org/officeDocument/2006/relationships/customXml" Target="../ink/ink1924.xml"/><Relationship Id="rId32" Type="http://schemas.openxmlformats.org/officeDocument/2006/relationships/customXml" Target="../ink/ink1805.xml"/><Relationship Id="rId74" Type="http://schemas.openxmlformats.org/officeDocument/2006/relationships/customXml" Target="../ink/ink1826.xml"/><Relationship Id="rId128" Type="http://schemas.openxmlformats.org/officeDocument/2006/relationships/image" Target="../media/image1766.png"/><Relationship Id="rId335" Type="http://schemas.openxmlformats.org/officeDocument/2006/relationships/image" Target="../media/image1868.png"/><Relationship Id="rId377" Type="http://schemas.openxmlformats.org/officeDocument/2006/relationships/image" Target="../media/image1889.png"/><Relationship Id="rId5" Type="http://schemas.openxmlformats.org/officeDocument/2006/relationships/image" Target="../media/image1711.png"/><Relationship Id="rId181" Type="http://schemas.openxmlformats.org/officeDocument/2006/relationships/image" Target="../media/image1791.png"/><Relationship Id="rId237" Type="http://schemas.openxmlformats.org/officeDocument/2006/relationships/image" Target="../media/image1819.png"/><Relationship Id="rId402" Type="http://schemas.openxmlformats.org/officeDocument/2006/relationships/image" Target="../media/image1901.png"/><Relationship Id="rId279" Type="http://schemas.openxmlformats.org/officeDocument/2006/relationships/image" Target="../media/image1840.png"/><Relationship Id="rId43" Type="http://schemas.openxmlformats.org/officeDocument/2006/relationships/image" Target="../media/image1726.png"/><Relationship Id="rId139" Type="http://schemas.openxmlformats.org/officeDocument/2006/relationships/customXml" Target="../ink/ink1859.xml"/><Relationship Id="rId290" Type="http://schemas.openxmlformats.org/officeDocument/2006/relationships/customXml" Target="../ink/ink1935.xml"/><Relationship Id="rId304" Type="http://schemas.openxmlformats.org/officeDocument/2006/relationships/customXml" Target="../ink/ink1942.xml"/><Relationship Id="rId346" Type="http://schemas.openxmlformats.org/officeDocument/2006/relationships/customXml" Target="../ink/ink1963.xml"/><Relationship Id="rId388" Type="http://schemas.openxmlformats.org/officeDocument/2006/relationships/customXml" Target="../ink/ink1984.xml"/><Relationship Id="rId85" Type="http://schemas.openxmlformats.org/officeDocument/2006/relationships/image" Target="../media/image1747.png"/><Relationship Id="rId150" Type="http://schemas.openxmlformats.org/officeDocument/2006/relationships/customXml" Target="../ink/ink1865.xml"/><Relationship Id="rId192" Type="http://schemas.openxmlformats.org/officeDocument/2006/relationships/customXml" Target="../ink/ink1886.xml"/><Relationship Id="rId206" Type="http://schemas.openxmlformats.org/officeDocument/2006/relationships/customXml" Target="../ink/ink1893.xml"/><Relationship Id="rId413" Type="http://schemas.openxmlformats.org/officeDocument/2006/relationships/customXml" Target="../ink/ink1998.xml"/><Relationship Id="rId248" Type="http://schemas.openxmlformats.org/officeDocument/2006/relationships/customXml" Target="../ink/ink1914.xml"/><Relationship Id="rId12" Type="http://schemas.openxmlformats.org/officeDocument/2006/relationships/customXml" Target="../ink/ink1795.xml"/><Relationship Id="rId108" Type="http://schemas.openxmlformats.org/officeDocument/2006/relationships/customXml" Target="../ink/ink1843.xml"/><Relationship Id="rId315" Type="http://schemas.openxmlformats.org/officeDocument/2006/relationships/image" Target="../media/image1858.png"/><Relationship Id="rId357" Type="http://schemas.openxmlformats.org/officeDocument/2006/relationships/image" Target="../media/image1879.png"/><Relationship Id="rId54" Type="http://schemas.openxmlformats.org/officeDocument/2006/relationships/customXml" Target="../ink/ink1816.xml"/><Relationship Id="rId96" Type="http://schemas.openxmlformats.org/officeDocument/2006/relationships/customXml" Target="../ink/ink1837.xml"/><Relationship Id="rId161" Type="http://schemas.openxmlformats.org/officeDocument/2006/relationships/image" Target="../media/image1782.png"/><Relationship Id="rId217" Type="http://schemas.openxmlformats.org/officeDocument/2006/relationships/image" Target="../media/image1809.png"/><Relationship Id="rId399" Type="http://schemas.openxmlformats.org/officeDocument/2006/relationships/customXml" Target="../ink/ink1990.xml"/><Relationship Id="rId259" Type="http://schemas.openxmlformats.org/officeDocument/2006/relationships/image" Target="../media/image1830.png"/><Relationship Id="rId23" Type="http://schemas.openxmlformats.org/officeDocument/2006/relationships/image" Target="../media/image1717.png"/><Relationship Id="rId119" Type="http://schemas.openxmlformats.org/officeDocument/2006/relationships/image" Target="../media/image1763.png"/><Relationship Id="rId270" Type="http://schemas.openxmlformats.org/officeDocument/2006/relationships/customXml" Target="../ink/ink1925.xml"/><Relationship Id="rId326" Type="http://schemas.openxmlformats.org/officeDocument/2006/relationships/customXml" Target="../ink/ink1953.xml"/><Relationship Id="rId65" Type="http://schemas.openxmlformats.org/officeDocument/2006/relationships/image" Target="../media/image1737.png"/><Relationship Id="rId130" Type="http://schemas.openxmlformats.org/officeDocument/2006/relationships/image" Target="../media/image1767.png"/><Relationship Id="rId368" Type="http://schemas.openxmlformats.org/officeDocument/2006/relationships/customXml" Target="../ink/ink1974.xml"/><Relationship Id="rId172" Type="http://schemas.openxmlformats.org/officeDocument/2006/relationships/customXml" Target="../ink/ink1876.xml"/><Relationship Id="rId228" Type="http://schemas.openxmlformats.org/officeDocument/2006/relationships/customXml" Target="../ink/ink1904.xml"/><Relationship Id="rId281" Type="http://schemas.openxmlformats.org/officeDocument/2006/relationships/image" Target="../media/image1841.png"/><Relationship Id="rId337" Type="http://schemas.openxmlformats.org/officeDocument/2006/relationships/image" Target="../media/image1869.png"/><Relationship Id="rId34" Type="http://schemas.openxmlformats.org/officeDocument/2006/relationships/customXml" Target="../ink/ink1806.xml"/><Relationship Id="rId76" Type="http://schemas.openxmlformats.org/officeDocument/2006/relationships/customXml" Target="../ink/ink1827.xml"/><Relationship Id="rId141" Type="http://schemas.openxmlformats.org/officeDocument/2006/relationships/customXml" Target="../ink/ink1860.xml"/><Relationship Id="rId379" Type="http://schemas.openxmlformats.org/officeDocument/2006/relationships/image" Target="../media/image1890.png"/><Relationship Id="rId7" Type="http://schemas.openxmlformats.org/officeDocument/2006/relationships/image" Target="../media/image343.png"/><Relationship Id="rId183" Type="http://schemas.openxmlformats.org/officeDocument/2006/relationships/image" Target="../media/image1792.png"/><Relationship Id="rId239" Type="http://schemas.openxmlformats.org/officeDocument/2006/relationships/image" Target="../media/image1820.png"/><Relationship Id="rId390" Type="http://schemas.openxmlformats.org/officeDocument/2006/relationships/customXml" Target="../ink/ink1985.xml"/><Relationship Id="rId404" Type="http://schemas.openxmlformats.org/officeDocument/2006/relationships/image" Target="../media/image1902.png"/><Relationship Id="rId250" Type="http://schemas.openxmlformats.org/officeDocument/2006/relationships/customXml" Target="../ink/ink1915.xml"/><Relationship Id="rId292" Type="http://schemas.openxmlformats.org/officeDocument/2006/relationships/customXml" Target="../ink/ink1936.xml"/><Relationship Id="rId306" Type="http://schemas.openxmlformats.org/officeDocument/2006/relationships/customXml" Target="../ink/ink1943.xml"/><Relationship Id="rId45" Type="http://schemas.openxmlformats.org/officeDocument/2006/relationships/image" Target="../media/image1727.png"/><Relationship Id="rId87" Type="http://schemas.openxmlformats.org/officeDocument/2006/relationships/image" Target="../media/image1748.png"/><Relationship Id="rId110" Type="http://schemas.openxmlformats.org/officeDocument/2006/relationships/customXml" Target="../ink/ink1844.xml"/><Relationship Id="rId348" Type="http://schemas.openxmlformats.org/officeDocument/2006/relationships/customXml" Target="../ink/ink1964.xml"/><Relationship Id="rId152" Type="http://schemas.openxmlformats.org/officeDocument/2006/relationships/customXml" Target="../ink/ink1866.xml"/><Relationship Id="rId194" Type="http://schemas.openxmlformats.org/officeDocument/2006/relationships/customXml" Target="../ink/ink1887.xml"/><Relationship Id="rId208" Type="http://schemas.openxmlformats.org/officeDocument/2006/relationships/customXml" Target="../ink/ink1894.xml"/><Relationship Id="rId415" Type="http://schemas.openxmlformats.org/officeDocument/2006/relationships/customXml" Target="../ink/ink1999.xml"/><Relationship Id="rId261" Type="http://schemas.openxmlformats.org/officeDocument/2006/relationships/image" Target="../media/image1831.png"/><Relationship Id="rId14" Type="http://schemas.openxmlformats.org/officeDocument/2006/relationships/customXml" Target="../ink/ink1796.xml"/><Relationship Id="rId56" Type="http://schemas.openxmlformats.org/officeDocument/2006/relationships/customXml" Target="../ink/ink1817.xml"/><Relationship Id="rId317" Type="http://schemas.openxmlformats.org/officeDocument/2006/relationships/image" Target="../media/image1859.png"/><Relationship Id="rId359" Type="http://schemas.openxmlformats.org/officeDocument/2006/relationships/image" Target="../media/image1880.png"/><Relationship Id="rId98" Type="http://schemas.openxmlformats.org/officeDocument/2006/relationships/customXml" Target="../ink/ink1838.xml"/><Relationship Id="rId121" Type="http://schemas.openxmlformats.org/officeDocument/2006/relationships/customXml" Target="../ink/ink1850.xml"/><Relationship Id="rId163" Type="http://schemas.openxmlformats.org/officeDocument/2006/relationships/image" Target="../media/image315.png"/><Relationship Id="rId219" Type="http://schemas.openxmlformats.org/officeDocument/2006/relationships/image" Target="../media/image1810.png"/><Relationship Id="rId370" Type="http://schemas.openxmlformats.org/officeDocument/2006/relationships/customXml" Target="../ink/ink1975.xml"/><Relationship Id="rId230" Type="http://schemas.openxmlformats.org/officeDocument/2006/relationships/customXml" Target="../ink/ink1905.xml"/><Relationship Id="rId25" Type="http://schemas.openxmlformats.org/officeDocument/2006/relationships/image" Target="../media/image79.png"/><Relationship Id="rId67" Type="http://schemas.openxmlformats.org/officeDocument/2006/relationships/image" Target="../media/image1738.png"/><Relationship Id="rId272" Type="http://schemas.openxmlformats.org/officeDocument/2006/relationships/customXml" Target="../ink/ink1926.xml"/><Relationship Id="rId328" Type="http://schemas.openxmlformats.org/officeDocument/2006/relationships/customXml" Target="../ink/ink1954.xml"/><Relationship Id="rId132" Type="http://schemas.openxmlformats.org/officeDocument/2006/relationships/image" Target="../media/image1768.png"/><Relationship Id="rId174" Type="http://schemas.openxmlformats.org/officeDocument/2006/relationships/customXml" Target="../ink/ink1877.xml"/><Relationship Id="rId381" Type="http://schemas.openxmlformats.org/officeDocument/2006/relationships/image" Target="../media/image1891.png"/><Relationship Id="rId241" Type="http://schemas.openxmlformats.org/officeDocument/2006/relationships/image" Target="../media/image1821.png"/><Relationship Id="rId36" Type="http://schemas.openxmlformats.org/officeDocument/2006/relationships/customXml" Target="../ink/ink1807.xml"/><Relationship Id="rId283" Type="http://schemas.openxmlformats.org/officeDocument/2006/relationships/image" Target="../media/image1842.png"/><Relationship Id="rId339" Type="http://schemas.openxmlformats.org/officeDocument/2006/relationships/image" Target="../media/image1870.png"/><Relationship Id="rId78" Type="http://schemas.openxmlformats.org/officeDocument/2006/relationships/customXml" Target="../ink/ink1828.xml"/><Relationship Id="rId101" Type="http://schemas.openxmlformats.org/officeDocument/2006/relationships/image" Target="../media/image1755.png"/><Relationship Id="rId143" Type="http://schemas.openxmlformats.org/officeDocument/2006/relationships/customXml" Target="../ink/ink1861.xml"/><Relationship Id="rId185" Type="http://schemas.openxmlformats.org/officeDocument/2006/relationships/image" Target="../media/image1793.png"/><Relationship Id="rId350" Type="http://schemas.openxmlformats.org/officeDocument/2006/relationships/customXml" Target="../ink/ink1965.xml"/><Relationship Id="rId406" Type="http://schemas.openxmlformats.org/officeDocument/2006/relationships/image" Target="../media/image1903.png"/><Relationship Id="rId9" Type="http://schemas.openxmlformats.org/officeDocument/2006/relationships/image" Target="../media/image1712.png"/><Relationship Id="rId210" Type="http://schemas.openxmlformats.org/officeDocument/2006/relationships/customXml" Target="../ink/ink1895.xml"/><Relationship Id="rId392" Type="http://schemas.openxmlformats.org/officeDocument/2006/relationships/customXml" Target="../ink/ink1986.xml"/><Relationship Id="rId252" Type="http://schemas.openxmlformats.org/officeDocument/2006/relationships/customXml" Target="../ink/ink1916.xml"/><Relationship Id="rId294" Type="http://schemas.openxmlformats.org/officeDocument/2006/relationships/customXml" Target="../ink/ink1937.xml"/><Relationship Id="rId308" Type="http://schemas.openxmlformats.org/officeDocument/2006/relationships/customXml" Target="../ink/ink1944.xml"/><Relationship Id="rId47" Type="http://schemas.openxmlformats.org/officeDocument/2006/relationships/image" Target="../media/image1728.png"/><Relationship Id="rId89" Type="http://schemas.openxmlformats.org/officeDocument/2006/relationships/image" Target="../media/image1749.png"/><Relationship Id="rId112" Type="http://schemas.openxmlformats.org/officeDocument/2006/relationships/customXml" Target="../ink/ink1845.xml"/><Relationship Id="rId154" Type="http://schemas.openxmlformats.org/officeDocument/2006/relationships/customXml" Target="../ink/ink1867.xml"/><Relationship Id="rId361" Type="http://schemas.openxmlformats.org/officeDocument/2006/relationships/image" Target="../media/image1881.png"/><Relationship Id="rId196" Type="http://schemas.openxmlformats.org/officeDocument/2006/relationships/customXml" Target="../ink/ink1888.xml"/><Relationship Id="rId417" Type="http://schemas.openxmlformats.org/officeDocument/2006/relationships/customXml" Target="../ink/ink2000.xml"/><Relationship Id="rId16" Type="http://schemas.openxmlformats.org/officeDocument/2006/relationships/customXml" Target="../ink/ink1797.xml"/><Relationship Id="rId221" Type="http://schemas.openxmlformats.org/officeDocument/2006/relationships/image" Target="../media/image1811.png"/><Relationship Id="rId263" Type="http://schemas.openxmlformats.org/officeDocument/2006/relationships/image" Target="../media/image1832.png"/><Relationship Id="rId319" Type="http://schemas.openxmlformats.org/officeDocument/2006/relationships/image" Target="../media/image1860.png"/><Relationship Id="rId58" Type="http://schemas.openxmlformats.org/officeDocument/2006/relationships/customXml" Target="../ink/ink1818.xml"/><Relationship Id="rId123" Type="http://schemas.openxmlformats.org/officeDocument/2006/relationships/customXml" Target="../ink/ink1851.xml"/><Relationship Id="rId330" Type="http://schemas.openxmlformats.org/officeDocument/2006/relationships/customXml" Target="../ink/ink1955.xml"/><Relationship Id="rId165" Type="http://schemas.openxmlformats.org/officeDocument/2006/relationships/image" Target="../media/image1783.png"/><Relationship Id="rId372" Type="http://schemas.openxmlformats.org/officeDocument/2006/relationships/customXml" Target="../ink/ink1976.xml"/><Relationship Id="rId232" Type="http://schemas.openxmlformats.org/officeDocument/2006/relationships/customXml" Target="../ink/ink1906.xml"/><Relationship Id="rId274" Type="http://schemas.openxmlformats.org/officeDocument/2006/relationships/customXml" Target="../ink/ink1927.xml"/><Relationship Id="rId27" Type="http://schemas.openxmlformats.org/officeDocument/2006/relationships/image" Target="../media/image1718.png"/><Relationship Id="rId69" Type="http://schemas.openxmlformats.org/officeDocument/2006/relationships/image" Target="../media/image1739.png"/><Relationship Id="rId134" Type="http://schemas.openxmlformats.org/officeDocument/2006/relationships/image" Target="../media/image1769.png"/><Relationship Id="rId80" Type="http://schemas.openxmlformats.org/officeDocument/2006/relationships/customXml" Target="../ink/ink1829.xml"/><Relationship Id="rId176" Type="http://schemas.openxmlformats.org/officeDocument/2006/relationships/customXml" Target="../ink/ink1878.xml"/><Relationship Id="rId341" Type="http://schemas.openxmlformats.org/officeDocument/2006/relationships/image" Target="../media/image1871.png"/><Relationship Id="rId383" Type="http://schemas.openxmlformats.org/officeDocument/2006/relationships/image" Target="../media/image1892.png"/><Relationship Id="rId201" Type="http://schemas.openxmlformats.org/officeDocument/2006/relationships/image" Target="../media/image1801.png"/><Relationship Id="rId222" Type="http://schemas.openxmlformats.org/officeDocument/2006/relationships/customXml" Target="../ink/ink1901.xml"/><Relationship Id="rId243" Type="http://schemas.openxmlformats.org/officeDocument/2006/relationships/image" Target="../media/image1822.png"/><Relationship Id="rId264" Type="http://schemas.openxmlformats.org/officeDocument/2006/relationships/customXml" Target="../ink/ink1922.xml"/><Relationship Id="rId285" Type="http://schemas.openxmlformats.org/officeDocument/2006/relationships/image" Target="../media/image1843.png"/><Relationship Id="rId17" Type="http://schemas.openxmlformats.org/officeDocument/2006/relationships/image" Target="../media/image179.png"/><Relationship Id="rId38" Type="http://schemas.openxmlformats.org/officeDocument/2006/relationships/customXml" Target="../ink/ink1808.xml"/><Relationship Id="rId59" Type="http://schemas.openxmlformats.org/officeDocument/2006/relationships/image" Target="../media/image1734.png"/><Relationship Id="rId103" Type="http://schemas.openxmlformats.org/officeDocument/2006/relationships/image" Target="../media/image1756.png"/><Relationship Id="rId124" Type="http://schemas.openxmlformats.org/officeDocument/2006/relationships/image" Target="../media/image1764.png"/><Relationship Id="rId310" Type="http://schemas.openxmlformats.org/officeDocument/2006/relationships/customXml" Target="../ink/ink1945.xml"/><Relationship Id="rId70" Type="http://schemas.openxmlformats.org/officeDocument/2006/relationships/customXml" Target="../ink/ink1824.xml"/><Relationship Id="rId91" Type="http://schemas.openxmlformats.org/officeDocument/2006/relationships/image" Target="../media/image1750.png"/><Relationship Id="rId145" Type="http://schemas.openxmlformats.org/officeDocument/2006/relationships/customXml" Target="../ink/ink1862.xml"/><Relationship Id="rId166" Type="http://schemas.openxmlformats.org/officeDocument/2006/relationships/customXml" Target="../ink/ink1873.xml"/><Relationship Id="rId187" Type="http://schemas.openxmlformats.org/officeDocument/2006/relationships/image" Target="../media/image1794.png"/><Relationship Id="rId331" Type="http://schemas.openxmlformats.org/officeDocument/2006/relationships/image" Target="../media/image1866.png"/><Relationship Id="rId352" Type="http://schemas.openxmlformats.org/officeDocument/2006/relationships/customXml" Target="../ink/ink1966.xml"/><Relationship Id="rId373" Type="http://schemas.openxmlformats.org/officeDocument/2006/relationships/image" Target="../media/image1887.png"/><Relationship Id="rId394" Type="http://schemas.openxmlformats.org/officeDocument/2006/relationships/customXml" Target="../ink/ink1987.xml"/><Relationship Id="rId408" Type="http://schemas.openxmlformats.org/officeDocument/2006/relationships/image" Target="../media/image190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896.xml"/><Relationship Id="rId233" Type="http://schemas.openxmlformats.org/officeDocument/2006/relationships/image" Target="../media/image1817.png"/><Relationship Id="rId254" Type="http://schemas.openxmlformats.org/officeDocument/2006/relationships/customXml" Target="../ink/ink1917.xml"/><Relationship Id="rId28" Type="http://schemas.openxmlformats.org/officeDocument/2006/relationships/customXml" Target="../ink/ink1803.xml"/><Relationship Id="rId49" Type="http://schemas.openxmlformats.org/officeDocument/2006/relationships/image" Target="../media/image1729.png"/><Relationship Id="rId114" Type="http://schemas.openxmlformats.org/officeDocument/2006/relationships/customXml" Target="../ink/ink1846.xml"/><Relationship Id="rId275" Type="http://schemas.openxmlformats.org/officeDocument/2006/relationships/image" Target="../media/image1838.png"/><Relationship Id="rId296" Type="http://schemas.openxmlformats.org/officeDocument/2006/relationships/customXml" Target="../ink/ink1938.xml"/><Relationship Id="rId300" Type="http://schemas.openxmlformats.org/officeDocument/2006/relationships/customXml" Target="../ink/ink1940.xml"/><Relationship Id="rId60" Type="http://schemas.openxmlformats.org/officeDocument/2006/relationships/customXml" Target="../ink/ink1819.xml"/><Relationship Id="rId81" Type="http://schemas.openxmlformats.org/officeDocument/2006/relationships/image" Target="../media/image1745.png"/><Relationship Id="rId135" Type="http://schemas.openxmlformats.org/officeDocument/2006/relationships/customXml" Target="../ink/ink1857.xml"/><Relationship Id="rId156" Type="http://schemas.openxmlformats.org/officeDocument/2006/relationships/customXml" Target="../ink/ink1868.xml"/><Relationship Id="rId177" Type="http://schemas.openxmlformats.org/officeDocument/2006/relationships/image" Target="../media/image1789.png"/><Relationship Id="rId198" Type="http://schemas.openxmlformats.org/officeDocument/2006/relationships/customXml" Target="../ink/ink1889.xml"/><Relationship Id="rId321" Type="http://schemas.openxmlformats.org/officeDocument/2006/relationships/image" Target="../media/image1861.png"/><Relationship Id="rId342" Type="http://schemas.openxmlformats.org/officeDocument/2006/relationships/customXml" Target="../ink/ink1961.xml"/><Relationship Id="rId363" Type="http://schemas.openxmlformats.org/officeDocument/2006/relationships/image" Target="../media/image1882.png"/><Relationship Id="rId384" Type="http://schemas.openxmlformats.org/officeDocument/2006/relationships/customXml" Target="../ink/ink1982.xml"/><Relationship Id="rId202" Type="http://schemas.openxmlformats.org/officeDocument/2006/relationships/customXml" Target="../ink/ink1891.xml"/><Relationship Id="rId223" Type="http://schemas.openxmlformats.org/officeDocument/2006/relationships/image" Target="../media/image1812.png"/><Relationship Id="rId244" Type="http://schemas.openxmlformats.org/officeDocument/2006/relationships/customXml" Target="../ink/ink1912.xml"/><Relationship Id="rId18" Type="http://schemas.openxmlformats.org/officeDocument/2006/relationships/customXml" Target="../ink/ink1798.xml"/><Relationship Id="rId39" Type="http://schemas.openxmlformats.org/officeDocument/2006/relationships/image" Target="../media/image1724.png"/><Relationship Id="rId265" Type="http://schemas.openxmlformats.org/officeDocument/2006/relationships/image" Target="../media/image1833.png"/><Relationship Id="rId286" Type="http://schemas.openxmlformats.org/officeDocument/2006/relationships/customXml" Target="../ink/ink1933.xml"/><Relationship Id="rId50" Type="http://schemas.openxmlformats.org/officeDocument/2006/relationships/customXml" Target="../ink/ink1814.xml"/><Relationship Id="rId104" Type="http://schemas.openxmlformats.org/officeDocument/2006/relationships/customXml" Target="../ink/ink1841.xml"/><Relationship Id="rId125" Type="http://schemas.openxmlformats.org/officeDocument/2006/relationships/customXml" Target="../ink/ink1852.xml"/><Relationship Id="rId146" Type="http://schemas.openxmlformats.org/officeDocument/2006/relationships/image" Target="../media/image1775.png"/><Relationship Id="rId167" Type="http://schemas.openxmlformats.org/officeDocument/2006/relationships/image" Target="../media/image1784.png"/><Relationship Id="rId188" Type="http://schemas.openxmlformats.org/officeDocument/2006/relationships/customXml" Target="../ink/ink1884.xml"/><Relationship Id="rId311" Type="http://schemas.openxmlformats.org/officeDocument/2006/relationships/image" Target="../media/image1856.png"/><Relationship Id="rId332" Type="http://schemas.openxmlformats.org/officeDocument/2006/relationships/customXml" Target="../ink/ink1956.xml"/><Relationship Id="rId353" Type="http://schemas.openxmlformats.org/officeDocument/2006/relationships/image" Target="../media/image1877.png"/><Relationship Id="rId374" Type="http://schemas.openxmlformats.org/officeDocument/2006/relationships/customXml" Target="../ink/ink1977.xml"/><Relationship Id="rId395" Type="http://schemas.openxmlformats.org/officeDocument/2006/relationships/image" Target="../media/image1898.png"/><Relationship Id="rId409" Type="http://schemas.openxmlformats.org/officeDocument/2006/relationships/customXml" Target="../ink/ink1995.xml"/><Relationship Id="rId71" Type="http://schemas.openxmlformats.org/officeDocument/2006/relationships/image" Target="../media/image1740.png"/><Relationship Id="rId92" Type="http://schemas.openxmlformats.org/officeDocument/2006/relationships/customXml" Target="../ink/ink1835.xml"/><Relationship Id="rId213" Type="http://schemas.openxmlformats.org/officeDocument/2006/relationships/image" Target="../media/image1807.png"/><Relationship Id="rId234" Type="http://schemas.openxmlformats.org/officeDocument/2006/relationships/customXml" Target="../ink/ink1907.xml"/><Relationship Id="rId2" Type="http://schemas.openxmlformats.org/officeDocument/2006/relationships/image" Target="../media/image1709.png"/><Relationship Id="rId29" Type="http://schemas.openxmlformats.org/officeDocument/2006/relationships/image" Target="../media/image1719.png"/><Relationship Id="rId255" Type="http://schemas.openxmlformats.org/officeDocument/2006/relationships/image" Target="../media/image1828.png"/><Relationship Id="rId276" Type="http://schemas.openxmlformats.org/officeDocument/2006/relationships/customXml" Target="../ink/ink1928.xml"/><Relationship Id="rId297" Type="http://schemas.openxmlformats.org/officeDocument/2006/relationships/image" Target="../media/image1849.png"/><Relationship Id="rId40" Type="http://schemas.openxmlformats.org/officeDocument/2006/relationships/customXml" Target="../ink/ink1809.xml"/><Relationship Id="rId115" Type="http://schemas.openxmlformats.org/officeDocument/2006/relationships/image" Target="../media/image1761.png"/><Relationship Id="rId136" Type="http://schemas.openxmlformats.org/officeDocument/2006/relationships/image" Target="../media/image1770.png"/><Relationship Id="rId157" Type="http://schemas.openxmlformats.org/officeDocument/2006/relationships/image" Target="../media/image1780.png"/><Relationship Id="rId178" Type="http://schemas.openxmlformats.org/officeDocument/2006/relationships/customXml" Target="../ink/ink1879.xml"/><Relationship Id="rId301" Type="http://schemas.openxmlformats.org/officeDocument/2006/relationships/image" Target="../media/image1851.png"/><Relationship Id="rId322" Type="http://schemas.openxmlformats.org/officeDocument/2006/relationships/customXml" Target="../ink/ink1951.xml"/><Relationship Id="rId343" Type="http://schemas.openxmlformats.org/officeDocument/2006/relationships/image" Target="../media/image1872.png"/><Relationship Id="rId364" Type="http://schemas.openxmlformats.org/officeDocument/2006/relationships/customXml" Target="../ink/ink1972.xml"/><Relationship Id="rId61" Type="http://schemas.openxmlformats.org/officeDocument/2006/relationships/image" Target="../media/image1735.png"/><Relationship Id="rId82" Type="http://schemas.openxmlformats.org/officeDocument/2006/relationships/customXml" Target="../ink/ink1830.xml"/><Relationship Id="rId199" Type="http://schemas.openxmlformats.org/officeDocument/2006/relationships/image" Target="../media/image1800.png"/><Relationship Id="rId203" Type="http://schemas.openxmlformats.org/officeDocument/2006/relationships/image" Target="../media/image1802.png"/><Relationship Id="rId385" Type="http://schemas.openxmlformats.org/officeDocument/2006/relationships/image" Target="../media/image1893.png"/><Relationship Id="rId19" Type="http://schemas.openxmlformats.org/officeDocument/2006/relationships/image" Target="../media/image1715.png"/><Relationship Id="rId224" Type="http://schemas.openxmlformats.org/officeDocument/2006/relationships/customXml" Target="../ink/ink1902.xml"/><Relationship Id="rId245" Type="http://schemas.openxmlformats.org/officeDocument/2006/relationships/image" Target="../media/image1823.png"/><Relationship Id="rId266" Type="http://schemas.openxmlformats.org/officeDocument/2006/relationships/customXml" Target="../ink/ink1923.xml"/><Relationship Id="rId287" Type="http://schemas.openxmlformats.org/officeDocument/2006/relationships/image" Target="../media/image1844.png"/><Relationship Id="rId410" Type="http://schemas.openxmlformats.org/officeDocument/2006/relationships/customXml" Target="../ink/ink1996.xml"/><Relationship Id="rId30" Type="http://schemas.openxmlformats.org/officeDocument/2006/relationships/customXml" Target="../ink/ink1804.xml"/><Relationship Id="rId105" Type="http://schemas.openxmlformats.org/officeDocument/2006/relationships/image" Target="../media/image1757.png"/><Relationship Id="rId126" Type="http://schemas.openxmlformats.org/officeDocument/2006/relationships/image" Target="../media/image1765.png"/><Relationship Id="rId147" Type="http://schemas.openxmlformats.org/officeDocument/2006/relationships/customXml" Target="../ink/ink1863.xml"/><Relationship Id="rId168" Type="http://schemas.openxmlformats.org/officeDocument/2006/relationships/customXml" Target="../ink/ink1874.xml"/><Relationship Id="rId312" Type="http://schemas.openxmlformats.org/officeDocument/2006/relationships/customXml" Target="../ink/ink1946.xml"/><Relationship Id="rId333" Type="http://schemas.openxmlformats.org/officeDocument/2006/relationships/image" Target="../media/image1867.png"/><Relationship Id="rId354" Type="http://schemas.openxmlformats.org/officeDocument/2006/relationships/customXml" Target="../ink/ink1967.xml"/><Relationship Id="rId51" Type="http://schemas.openxmlformats.org/officeDocument/2006/relationships/image" Target="../media/image1730.png"/><Relationship Id="rId72" Type="http://schemas.openxmlformats.org/officeDocument/2006/relationships/customXml" Target="../ink/ink1825.xml"/><Relationship Id="rId93" Type="http://schemas.openxmlformats.org/officeDocument/2006/relationships/image" Target="../media/image1751.png"/><Relationship Id="rId189" Type="http://schemas.openxmlformats.org/officeDocument/2006/relationships/image" Target="../media/image1795.png"/><Relationship Id="rId375" Type="http://schemas.openxmlformats.org/officeDocument/2006/relationships/image" Target="../media/image1888.png"/><Relationship Id="rId396" Type="http://schemas.openxmlformats.org/officeDocument/2006/relationships/customXml" Target="../ink/ink1988.xml"/><Relationship Id="rId3" Type="http://schemas.openxmlformats.org/officeDocument/2006/relationships/image" Target="../media/image1710.png"/><Relationship Id="rId214" Type="http://schemas.openxmlformats.org/officeDocument/2006/relationships/customXml" Target="../ink/ink1897.xml"/><Relationship Id="rId235" Type="http://schemas.openxmlformats.org/officeDocument/2006/relationships/image" Target="../media/image1818.png"/><Relationship Id="rId256" Type="http://schemas.openxmlformats.org/officeDocument/2006/relationships/customXml" Target="../ink/ink1918.xml"/><Relationship Id="rId277" Type="http://schemas.openxmlformats.org/officeDocument/2006/relationships/image" Target="../media/image1839.png"/><Relationship Id="rId298" Type="http://schemas.openxmlformats.org/officeDocument/2006/relationships/customXml" Target="../ink/ink1939.xml"/><Relationship Id="rId400" Type="http://schemas.openxmlformats.org/officeDocument/2006/relationships/image" Target="../media/image1900.png"/><Relationship Id="rId116" Type="http://schemas.openxmlformats.org/officeDocument/2006/relationships/customXml" Target="../ink/ink1847.xml"/><Relationship Id="rId137" Type="http://schemas.openxmlformats.org/officeDocument/2006/relationships/customXml" Target="../ink/ink1858.xml"/><Relationship Id="rId158" Type="http://schemas.openxmlformats.org/officeDocument/2006/relationships/customXml" Target="../ink/ink1869.xml"/><Relationship Id="rId302" Type="http://schemas.openxmlformats.org/officeDocument/2006/relationships/customXml" Target="../ink/ink1941.xml"/><Relationship Id="rId323" Type="http://schemas.openxmlformats.org/officeDocument/2006/relationships/image" Target="../media/image1862.png"/><Relationship Id="rId344" Type="http://schemas.openxmlformats.org/officeDocument/2006/relationships/customXml" Target="../ink/ink1962.xml"/><Relationship Id="rId20" Type="http://schemas.openxmlformats.org/officeDocument/2006/relationships/customXml" Target="../ink/ink1799.xml"/><Relationship Id="rId41" Type="http://schemas.openxmlformats.org/officeDocument/2006/relationships/image" Target="../media/image1725.png"/><Relationship Id="rId62" Type="http://schemas.openxmlformats.org/officeDocument/2006/relationships/customXml" Target="../ink/ink1820.xml"/><Relationship Id="rId83" Type="http://schemas.openxmlformats.org/officeDocument/2006/relationships/image" Target="../media/image1746.png"/><Relationship Id="rId179" Type="http://schemas.openxmlformats.org/officeDocument/2006/relationships/image" Target="../media/image1790.png"/><Relationship Id="rId365" Type="http://schemas.openxmlformats.org/officeDocument/2006/relationships/image" Target="../media/image1883.png"/><Relationship Id="rId386" Type="http://schemas.openxmlformats.org/officeDocument/2006/relationships/customXml" Target="../ink/ink1983.xml"/><Relationship Id="rId190" Type="http://schemas.openxmlformats.org/officeDocument/2006/relationships/customXml" Target="../ink/ink1885.xml"/><Relationship Id="rId204" Type="http://schemas.openxmlformats.org/officeDocument/2006/relationships/customXml" Target="../ink/ink1892.xml"/><Relationship Id="rId225" Type="http://schemas.openxmlformats.org/officeDocument/2006/relationships/image" Target="../media/image1813.png"/><Relationship Id="rId246" Type="http://schemas.openxmlformats.org/officeDocument/2006/relationships/customXml" Target="../ink/ink1913.xml"/><Relationship Id="rId267" Type="http://schemas.openxmlformats.org/officeDocument/2006/relationships/image" Target="../media/image1834.png"/><Relationship Id="rId288" Type="http://schemas.openxmlformats.org/officeDocument/2006/relationships/customXml" Target="../ink/ink1934.xml"/><Relationship Id="rId411" Type="http://schemas.openxmlformats.org/officeDocument/2006/relationships/image" Target="../media/image1905.png"/><Relationship Id="rId106" Type="http://schemas.openxmlformats.org/officeDocument/2006/relationships/customXml" Target="../ink/ink1842.xml"/><Relationship Id="rId127" Type="http://schemas.openxmlformats.org/officeDocument/2006/relationships/customXml" Target="../ink/ink1853.xml"/><Relationship Id="rId313" Type="http://schemas.openxmlformats.org/officeDocument/2006/relationships/image" Target="../media/image1857.png"/><Relationship Id="rId10" Type="http://schemas.openxmlformats.org/officeDocument/2006/relationships/customXml" Target="../ink/ink1794.xml"/><Relationship Id="rId31" Type="http://schemas.openxmlformats.org/officeDocument/2006/relationships/image" Target="../media/image1720.png"/><Relationship Id="rId52" Type="http://schemas.openxmlformats.org/officeDocument/2006/relationships/customXml" Target="../ink/ink1815.xml"/><Relationship Id="rId73" Type="http://schemas.openxmlformats.org/officeDocument/2006/relationships/image" Target="../media/image1741.png"/><Relationship Id="rId94" Type="http://schemas.openxmlformats.org/officeDocument/2006/relationships/customXml" Target="../ink/ink1836.xml"/><Relationship Id="rId148" Type="http://schemas.openxmlformats.org/officeDocument/2006/relationships/customXml" Target="../ink/ink1864.xml"/><Relationship Id="rId169" Type="http://schemas.openxmlformats.org/officeDocument/2006/relationships/image" Target="../media/image1785.png"/><Relationship Id="rId334" Type="http://schemas.openxmlformats.org/officeDocument/2006/relationships/customXml" Target="../ink/ink1957.xml"/><Relationship Id="rId355" Type="http://schemas.openxmlformats.org/officeDocument/2006/relationships/image" Target="../media/image1878.png"/><Relationship Id="rId376" Type="http://schemas.openxmlformats.org/officeDocument/2006/relationships/customXml" Target="../ink/ink1978.xml"/><Relationship Id="rId397" Type="http://schemas.openxmlformats.org/officeDocument/2006/relationships/image" Target="../media/image1899.png"/><Relationship Id="rId4" Type="http://schemas.openxmlformats.org/officeDocument/2006/relationships/customXml" Target="../ink/ink1791.xml"/><Relationship Id="rId180" Type="http://schemas.openxmlformats.org/officeDocument/2006/relationships/customXml" Target="../ink/ink1880.xml"/><Relationship Id="rId215" Type="http://schemas.openxmlformats.org/officeDocument/2006/relationships/image" Target="../media/image1808.png"/><Relationship Id="rId236" Type="http://schemas.openxmlformats.org/officeDocument/2006/relationships/customXml" Target="../ink/ink1908.xml"/><Relationship Id="rId257" Type="http://schemas.openxmlformats.org/officeDocument/2006/relationships/image" Target="../media/image1829.png"/><Relationship Id="rId278" Type="http://schemas.openxmlformats.org/officeDocument/2006/relationships/customXml" Target="../ink/ink1929.xml"/><Relationship Id="rId401" Type="http://schemas.openxmlformats.org/officeDocument/2006/relationships/customXml" Target="../ink/ink1991.xml"/><Relationship Id="rId303" Type="http://schemas.openxmlformats.org/officeDocument/2006/relationships/image" Target="../media/image1852.png"/><Relationship Id="rId42" Type="http://schemas.openxmlformats.org/officeDocument/2006/relationships/customXml" Target="../ink/ink1810.xml"/><Relationship Id="rId84" Type="http://schemas.openxmlformats.org/officeDocument/2006/relationships/customXml" Target="../ink/ink1831.xml"/><Relationship Id="rId138" Type="http://schemas.openxmlformats.org/officeDocument/2006/relationships/image" Target="../media/image1771.png"/><Relationship Id="rId345" Type="http://schemas.openxmlformats.org/officeDocument/2006/relationships/image" Target="../media/image1873.png"/><Relationship Id="rId387" Type="http://schemas.openxmlformats.org/officeDocument/2006/relationships/image" Target="../media/image1894.png"/><Relationship Id="rId191" Type="http://schemas.openxmlformats.org/officeDocument/2006/relationships/image" Target="../media/image1796.png"/><Relationship Id="rId205" Type="http://schemas.openxmlformats.org/officeDocument/2006/relationships/image" Target="../media/image1803.png"/><Relationship Id="rId247" Type="http://schemas.openxmlformats.org/officeDocument/2006/relationships/image" Target="../media/image1824.png"/><Relationship Id="rId412" Type="http://schemas.openxmlformats.org/officeDocument/2006/relationships/customXml" Target="../ink/ink1997.xml"/><Relationship Id="rId107" Type="http://schemas.openxmlformats.org/officeDocument/2006/relationships/image" Target="../media/image1758.png"/><Relationship Id="rId289" Type="http://schemas.openxmlformats.org/officeDocument/2006/relationships/image" Target="../media/image1845.png"/><Relationship Id="rId11" Type="http://schemas.openxmlformats.org/officeDocument/2006/relationships/image" Target="../media/image1713.png"/><Relationship Id="rId53" Type="http://schemas.openxmlformats.org/officeDocument/2006/relationships/image" Target="../media/image1731.png"/><Relationship Id="rId149" Type="http://schemas.openxmlformats.org/officeDocument/2006/relationships/image" Target="../media/image1776.png"/><Relationship Id="rId314" Type="http://schemas.openxmlformats.org/officeDocument/2006/relationships/customXml" Target="../ink/ink1947.xml"/><Relationship Id="rId356" Type="http://schemas.openxmlformats.org/officeDocument/2006/relationships/customXml" Target="../ink/ink1968.xml"/><Relationship Id="rId398" Type="http://schemas.openxmlformats.org/officeDocument/2006/relationships/customXml" Target="../ink/ink1989.xml"/><Relationship Id="rId95" Type="http://schemas.openxmlformats.org/officeDocument/2006/relationships/image" Target="../media/image1752.png"/><Relationship Id="rId160" Type="http://schemas.openxmlformats.org/officeDocument/2006/relationships/customXml" Target="../ink/ink1870.xml"/><Relationship Id="rId216" Type="http://schemas.openxmlformats.org/officeDocument/2006/relationships/customXml" Target="../ink/ink1898.xml"/><Relationship Id="rId258" Type="http://schemas.openxmlformats.org/officeDocument/2006/relationships/customXml" Target="../ink/ink1919.xml"/><Relationship Id="rId22" Type="http://schemas.openxmlformats.org/officeDocument/2006/relationships/customXml" Target="../ink/ink1800.xml"/><Relationship Id="rId64" Type="http://schemas.openxmlformats.org/officeDocument/2006/relationships/customXml" Target="../ink/ink1821.xml"/><Relationship Id="rId118" Type="http://schemas.openxmlformats.org/officeDocument/2006/relationships/customXml" Target="../ink/ink1848.xml"/><Relationship Id="rId325" Type="http://schemas.openxmlformats.org/officeDocument/2006/relationships/image" Target="../media/image1863.png"/><Relationship Id="rId367" Type="http://schemas.openxmlformats.org/officeDocument/2006/relationships/image" Target="../media/image1884.png"/><Relationship Id="rId171" Type="http://schemas.openxmlformats.org/officeDocument/2006/relationships/image" Target="../media/image1786.png"/><Relationship Id="rId227" Type="http://schemas.openxmlformats.org/officeDocument/2006/relationships/image" Target="../media/image1814.png"/><Relationship Id="rId269" Type="http://schemas.openxmlformats.org/officeDocument/2006/relationships/image" Target="../media/image1835.png"/><Relationship Id="rId33" Type="http://schemas.openxmlformats.org/officeDocument/2006/relationships/image" Target="../media/image1721.png"/><Relationship Id="rId129" Type="http://schemas.openxmlformats.org/officeDocument/2006/relationships/customXml" Target="../ink/ink1854.xml"/><Relationship Id="rId280" Type="http://schemas.openxmlformats.org/officeDocument/2006/relationships/customXml" Target="../ink/ink1930.xml"/><Relationship Id="rId336" Type="http://schemas.openxmlformats.org/officeDocument/2006/relationships/customXml" Target="../ink/ink1958.xml"/><Relationship Id="rId75" Type="http://schemas.openxmlformats.org/officeDocument/2006/relationships/image" Target="../media/image1742.png"/><Relationship Id="rId140" Type="http://schemas.openxmlformats.org/officeDocument/2006/relationships/image" Target="../media/image1772.png"/><Relationship Id="rId182" Type="http://schemas.openxmlformats.org/officeDocument/2006/relationships/customXml" Target="../ink/ink1881.xml"/><Relationship Id="rId378" Type="http://schemas.openxmlformats.org/officeDocument/2006/relationships/customXml" Target="../ink/ink1979.xml"/><Relationship Id="rId403" Type="http://schemas.openxmlformats.org/officeDocument/2006/relationships/customXml" Target="../ink/ink1992.xml"/><Relationship Id="rId6" Type="http://schemas.openxmlformats.org/officeDocument/2006/relationships/customXml" Target="../ink/ink1792.xml"/><Relationship Id="rId238" Type="http://schemas.openxmlformats.org/officeDocument/2006/relationships/customXml" Target="../ink/ink1909.xml"/><Relationship Id="rId291" Type="http://schemas.openxmlformats.org/officeDocument/2006/relationships/image" Target="../media/image1846.png"/><Relationship Id="rId305" Type="http://schemas.openxmlformats.org/officeDocument/2006/relationships/image" Target="../media/image1853.png"/><Relationship Id="rId347" Type="http://schemas.openxmlformats.org/officeDocument/2006/relationships/image" Target="../media/image1874.png"/><Relationship Id="rId44" Type="http://schemas.openxmlformats.org/officeDocument/2006/relationships/customXml" Target="../ink/ink1811.xml"/><Relationship Id="rId86" Type="http://schemas.openxmlformats.org/officeDocument/2006/relationships/customXml" Target="../ink/ink1832.xml"/><Relationship Id="rId151" Type="http://schemas.openxmlformats.org/officeDocument/2006/relationships/image" Target="../media/image1777.png"/><Relationship Id="rId389" Type="http://schemas.openxmlformats.org/officeDocument/2006/relationships/image" Target="../media/image1895.png"/><Relationship Id="rId193" Type="http://schemas.openxmlformats.org/officeDocument/2006/relationships/image" Target="../media/image1797.png"/><Relationship Id="rId207" Type="http://schemas.openxmlformats.org/officeDocument/2006/relationships/image" Target="../media/image1804.png"/><Relationship Id="rId249" Type="http://schemas.openxmlformats.org/officeDocument/2006/relationships/image" Target="../media/image1825.png"/><Relationship Id="rId414" Type="http://schemas.openxmlformats.org/officeDocument/2006/relationships/image" Target="../media/image1906.png"/><Relationship Id="rId13" Type="http://schemas.openxmlformats.org/officeDocument/2006/relationships/image" Target="../media/image1714.png"/><Relationship Id="rId109" Type="http://schemas.openxmlformats.org/officeDocument/2006/relationships/image" Target="../media/image1759.png"/><Relationship Id="rId260" Type="http://schemas.openxmlformats.org/officeDocument/2006/relationships/customXml" Target="../ink/ink1920.xml"/><Relationship Id="rId316" Type="http://schemas.openxmlformats.org/officeDocument/2006/relationships/customXml" Target="../ink/ink1948.xml"/><Relationship Id="rId55" Type="http://schemas.openxmlformats.org/officeDocument/2006/relationships/image" Target="../media/image1732.png"/><Relationship Id="rId97" Type="http://schemas.openxmlformats.org/officeDocument/2006/relationships/image" Target="../media/image1753.png"/><Relationship Id="rId120" Type="http://schemas.openxmlformats.org/officeDocument/2006/relationships/customXml" Target="../ink/ink1849.xml"/><Relationship Id="rId358" Type="http://schemas.openxmlformats.org/officeDocument/2006/relationships/customXml" Target="../ink/ink1969.xml"/><Relationship Id="rId162" Type="http://schemas.openxmlformats.org/officeDocument/2006/relationships/customXml" Target="../ink/ink1871.xml"/><Relationship Id="rId218" Type="http://schemas.openxmlformats.org/officeDocument/2006/relationships/customXml" Target="../ink/ink1899.xml"/><Relationship Id="rId271" Type="http://schemas.openxmlformats.org/officeDocument/2006/relationships/image" Target="../media/image1836.png"/><Relationship Id="rId24" Type="http://schemas.openxmlformats.org/officeDocument/2006/relationships/customXml" Target="../ink/ink1801.xml"/><Relationship Id="rId66" Type="http://schemas.openxmlformats.org/officeDocument/2006/relationships/customXml" Target="../ink/ink1822.xml"/><Relationship Id="rId131" Type="http://schemas.openxmlformats.org/officeDocument/2006/relationships/customXml" Target="../ink/ink1855.xml"/><Relationship Id="rId327" Type="http://schemas.openxmlformats.org/officeDocument/2006/relationships/image" Target="../media/image1864.png"/><Relationship Id="rId369" Type="http://schemas.openxmlformats.org/officeDocument/2006/relationships/image" Target="../media/image1885.png"/><Relationship Id="rId173" Type="http://schemas.openxmlformats.org/officeDocument/2006/relationships/image" Target="../media/image1787.png"/><Relationship Id="rId229" Type="http://schemas.openxmlformats.org/officeDocument/2006/relationships/image" Target="../media/image1815.png"/><Relationship Id="rId380" Type="http://schemas.openxmlformats.org/officeDocument/2006/relationships/customXml" Target="../ink/ink1980.xml"/><Relationship Id="rId240" Type="http://schemas.openxmlformats.org/officeDocument/2006/relationships/customXml" Target="../ink/ink1910.xml"/><Relationship Id="rId35" Type="http://schemas.openxmlformats.org/officeDocument/2006/relationships/image" Target="../media/image1722.png"/><Relationship Id="rId77" Type="http://schemas.openxmlformats.org/officeDocument/2006/relationships/image" Target="../media/image1743.png"/><Relationship Id="rId100" Type="http://schemas.openxmlformats.org/officeDocument/2006/relationships/customXml" Target="../ink/ink1839.xml"/><Relationship Id="rId282" Type="http://schemas.openxmlformats.org/officeDocument/2006/relationships/customXml" Target="../ink/ink1931.xml"/><Relationship Id="rId338" Type="http://schemas.openxmlformats.org/officeDocument/2006/relationships/customXml" Target="../ink/ink1959.xml"/><Relationship Id="rId8" Type="http://schemas.openxmlformats.org/officeDocument/2006/relationships/customXml" Target="../ink/ink1793.xml"/><Relationship Id="rId142" Type="http://schemas.openxmlformats.org/officeDocument/2006/relationships/image" Target="../media/image1773.png"/><Relationship Id="rId184" Type="http://schemas.openxmlformats.org/officeDocument/2006/relationships/customXml" Target="../ink/ink1882.xml"/><Relationship Id="rId391" Type="http://schemas.openxmlformats.org/officeDocument/2006/relationships/image" Target="../media/image1896.png"/><Relationship Id="rId405" Type="http://schemas.openxmlformats.org/officeDocument/2006/relationships/customXml" Target="../ink/ink1993.xml"/><Relationship Id="rId251" Type="http://schemas.openxmlformats.org/officeDocument/2006/relationships/image" Target="../media/image1826.png"/><Relationship Id="rId46" Type="http://schemas.openxmlformats.org/officeDocument/2006/relationships/customXml" Target="../ink/ink1812.xml"/><Relationship Id="rId293" Type="http://schemas.openxmlformats.org/officeDocument/2006/relationships/image" Target="../media/image1847.png"/><Relationship Id="rId307" Type="http://schemas.openxmlformats.org/officeDocument/2006/relationships/image" Target="../media/image1854.png"/><Relationship Id="rId349" Type="http://schemas.openxmlformats.org/officeDocument/2006/relationships/image" Target="../media/image1875.png"/><Relationship Id="rId88" Type="http://schemas.openxmlformats.org/officeDocument/2006/relationships/customXml" Target="../ink/ink1833.xml"/><Relationship Id="rId111" Type="http://schemas.openxmlformats.org/officeDocument/2006/relationships/image" Target="../media/image1622.png"/><Relationship Id="rId153" Type="http://schemas.openxmlformats.org/officeDocument/2006/relationships/image" Target="../media/image1778.png"/><Relationship Id="rId195" Type="http://schemas.openxmlformats.org/officeDocument/2006/relationships/image" Target="../media/image1798.png"/><Relationship Id="rId209" Type="http://schemas.openxmlformats.org/officeDocument/2006/relationships/image" Target="../media/image1805.png"/><Relationship Id="rId360" Type="http://schemas.openxmlformats.org/officeDocument/2006/relationships/customXml" Target="../ink/ink1970.xml"/><Relationship Id="rId416" Type="http://schemas.openxmlformats.org/officeDocument/2006/relationships/image" Target="../media/image1907.png"/><Relationship Id="rId220" Type="http://schemas.openxmlformats.org/officeDocument/2006/relationships/customXml" Target="../ink/ink1900.xml"/><Relationship Id="rId15" Type="http://schemas.openxmlformats.org/officeDocument/2006/relationships/image" Target="../media/image1333.png"/><Relationship Id="rId57" Type="http://schemas.openxmlformats.org/officeDocument/2006/relationships/image" Target="../media/image1733.png"/><Relationship Id="rId262" Type="http://schemas.openxmlformats.org/officeDocument/2006/relationships/customXml" Target="../ink/ink1921.xml"/><Relationship Id="rId318" Type="http://schemas.openxmlformats.org/officeDocument/2006/relationships/customXml" Target="../ink/ink1949.xml"/><Relationship Id="rId99" Type="http://schemas.openxmlformats.org/officeDocument/2006/relationships/image" Target="../media/image1754.png"/><Relationship Id="rId122" Type="http://schemas.openxmlformats.org/officeDocument/2006/relationships/image" Target="../media/image614.png"/><Relationship Id="rId164" Type="http://schemas.openxmlformats.org/officeDocument/2006/relationships/customXml" Target="../ink/ink1872.xml"/><Relationship Id="rId371" Type="http://schemas.openxmlformats.org/officeDocument/2006/relationships/image" Target="../media/image1886.png"/><Relationship Id="rId26" Type="http://schemas.openxmlformats.org/officeDocument/2006/relationships/customXml" Target="../ink/ink1802.xml"/><Relationship Id="rId231" Type="http://schemas.openxmlformats.org/officeDocument/2006/relationships/image" Target="../media/image1816.png"/><Relationship Id="rId273" Type="http://schemas.openxmlformats.org/officeDocument/2006/relationships/image" Target="../media/image1837.png"/><Relationship Id="rId329" Type="http://schemas.openxmlformats.org/officeDocument/2006/relationships/image" Target="../media/image1865.png"/><Relationship Id="rId68" Type="http://schemas.openxmlformats.org/officeDocument/2006/relationships/customXml" Target="../ink/ink1823.xml"/><Relationship Id="rId133" Type="http://schemas.openxmlformats.org/officeDocument/2006/relationships/customXml" Target="../ink/ink1856.xml"/><Relationship Id="rId175" Type="http://schemas.openxmlformats.org/officeDocument/2006/relationships/image" Target="../media/image1788.png"/><Relationship Id="rId340" Type="http://schemas.openxmlformats.org/officeDocument/2006/relationships/customXml" Target="../ink/ink1960.xml"/><Relationship Id="rId200" Type="http://schemas.openxmlformats.org/officeDocument/2006/relationships/customXml" Target="../ink/ink1890.xml"/><Relationship Id="rId382" Type="http://schemas.openxmlformats.org/officeDocument/2006/relationships/customXml" Target="../ink/ink1981.xml"/><Relationship Id="rId242" Type="http://schemas.openxmlformats.org/officeDocument/2006/relationships/customXml" Target="../ink/ink1911.xml"/><Relationship Id="rId284" Type="http://schemas.openxmlformats.org/officeDocument/2006/relationships/customXml" Target="../ink/ink1932.xml"/><Relationship Id="rId37" Type="http://schemas.openxmlformats.org/officeDocument/2006/relationships/image" Target="../media/image1723.png"/><Relationship Id="rId79" Type="http://schemas.openxmlformats.org/officeDocument/2006/relationships/image" Target="../media/image1744.png"/><Relationship Id="rId102" Type="http://schemas.openxmlformats.org/officeDocument/2006/relationships/customXml" Target="../ink/ink1840.xml"/><Relationship Id="rId144" Type="http://schemas.openxmlformats.org/officeDocument/2006/relationships/image" Target="../media/image1774.png"/><Relationship Id="rId90" Type="http://schemas.openxmlformats.org/officeDocument/2006/relationships/customXml" Target="../ink/ink1834.xml"/><Relationship Id="rId186" Type="http://schemas.openxmlformats.org/officeDocument/2006/relationships/customXml" Target="../ink/ink1883.xml"/><Relationship Id="rId351" Type="http://schemas.openxmlformats.org/officeDocument/2006/relationships/image" Target="../media/image1876.png"/><Relationship Id="rId393" Type="http://schemas.openxmlformats.org/officeDocument/2006/relationships/image" Target="../media/image1897.png"/><Relationship Id="rId407" Type="http://schemas.openxmlformats.org/officeDocument/2006/relationships/customXml" Target="../ink/ink1994.xml"/><Relationship Id="rId211" Type="http://schemas.openxmlformats.org/officeDocument/2006/relationships/image" Target="../media/image1806.png"/><Relationship Id="rId253" Type="http://schemas.openxmlformats.org/officeDocument/2006/relationships/image" Target="../media/image1827.png"/><Relationship Id="rId295" Type="http://schemas.openxmlformats.org/officeDocument/2006/relationships/image" Target="../media/image1848.png"/><Relationship Id="rId309" Type="http://schemas.openxmlformats.org/officeDocument/2006/relationships/image" Target="../media/image1855.png"/><Relationship Id="rId48" Type="http://schemas.openxmlformats.org/officeDocument/2006/relationships/customXml" Target="../ink/ink1813.xml"/><Relationship Id="rId113" Type="http://schemas.openxmlformats.org/officeDocument/2006/relationships/image" Target="../media/image1760.png"/><Relationship Id="rId320" Type="http://schemas.openxmlformats.org/officeDocument/2006/relationships/customXml" Target="../ink/ink1950.xml"/><Relationship Id="rId155" Type="http://schemas.openxmlformats.org/officeDocument/2006/relationships/image" Target="../media/image1779.png"/><Relationship Id="rId197" Type="http://schemas.openxmlformats.org/officeDocument/2006/relationships/image" Target="../media/image1799.png"/><Relationship Id="rId362" Type="http://schemas.openxmlformats.org/officeDocument/2006/relationships/customXml" Target="../ink/ink1971.xml"/><Relationship Id="rId418" Type="http://schemas.openxmlformats.org/officeDocument/2006/relationships/image" Target="../media/image190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58.xml"/><Relationship Id="rId21" Type="http://schemas.openxmlformats.org/officeDocument/2006/relationships/customXml" Target="../ink/ink2010.xml"/><Relationship Id="rId324" Type="http://schemas.openxmlformats.org/officeDocument/2006/relationships/customXml" Target="../ink/ink2162.xml"/><Relationship Id="rId531" Type="http://schemas.openxmlformats.org/officeDocument/2006/relationships/image" Target="../media/image2156.png"/><Relationship Id="rId170" Type="http://schemas.openxmlformats.org/officeDocument/2006/relationships/image" Target="../media/image1296.png"/><Relationship Id="rId268" Type="http://schemas.openxmlformats.org/officeDocument/2006/relationships/customXml" Target="../ink/ink2134.xml"/><Relationship Id="rId475" Type="http://schemas.openxmlformats.org/officeDocument/2006/relationships/customXml" Target="../ink/ink2239.xml"/><Relationship Id="rId32" Type="http://schemas.openxmlformats.org/officeDocument/2006/relationships/image" Target="../media/image1923.png"/><Relationship Id="rId128" Type="http://schemas.openxmlformats.org/officeDocument/2006/relationships/image" Target="../media/image1970.png"/><Relationship Id="rId335" Type="http://schemas.openxmlformats.org/officeDocument/2006/relationships/image" Target="../media/image2064.png"/><Relationship Id="rId542" Type="http://schemas.openxmlformats.org/officeDocument/2006/relationships/customXml" Target="../ink/ink2273.xml"/><Relationship Id="rId181" Type="http://schemas.openxmlformats.org/officeDocument/2006/relationships/image" Target="../media/image1154.png"/><Relationship Id="rId402" Type="http://schemas.openxmlformats.org/officeDocument/2006/relationships/image" Target="../media/image2095.png"/><Relationship Id="rId279" Type="http://schemas.openxmlformats.org/officeDocument/2006/relationships/image" Target="../media/image2036.png"/><Relationship Id="rId486" Type="http://schemas.openxmlformats.org/officeDocument/2006/relationships/customXml" Target="../ink/ink2245.xml"/><Relationship Id="rId43" Type="http://schemas.openxmlformats.org/officeDocument/2006/relationships/customXml" Target="../ink/ink2021.xml"/><Relationship Id="rId139" Type="http://schemas.openxmlformats.org/officeDocument/2006/relationships/customXml" Target="../ink/ink2069.xml"/><Relationship Id="rId346" Type="http://schemas.openxmlformats.org/officeDocument/2006/relationships/customXml" Target="../ink/ink2173.xml"/><Relationship Id="rId85" Type="http://schemas.openxmlformats.org/officeDocument/2006/relationships/customXml" Target="../ink/ink2042.xml"/><Relationship Id="rId150" Type="http://schemas.openxmlformats.org/officeDocument/2006/relationships/image" Target="../media/image1979.png"/><Relationship Id="rId192" Type="http://schemas.openxmlformats.org/officeDocument/2006/relationships/customXml" Target="../ink/ink2096.xml"/><Relationship Id="rId206" Type="http://schemas.openxmlformats.org/officeDocument/2006/relationships/customXml" Target="../ink/ink2103.xml"/><Relationship Id="rId413" Type="http://schemas.openxmlformats.org/officeDocument/2006/relationships/image" Target="../media/image2100.png"/><Relationship Id="rId248" Type="http://schemas.openxmlformats.org/officeDocument/2006/relationships/customXml" Target="../ink/ink2124.xml"/><Relationship Id="rId455" Type="http://schemas.openxmlformats.org/officeDocument/2006/relationships/customXml" Target="../ink/ink2229.xml"/><Relationship Id="rId497" Type="http://schemas.openxmlformats.org/officeDocument/2006/relationships/image" Target="../media/image2139.png"/><Relationship Id="rId12" Type="http://schemas.openxmlformats.org/officeDocument/2006/relationships/image" Target="../media/image41.png"/><Relationship Id="rId108" Type="http://schemas.openxmlformats.org/officeDocument/2006/relationships/image" Target="../media/image1960.png"/><Relationship Id="rId315" Type="http://schemas.openxmlformats.org/officeDocument/2006/relationships/image" Target="../media/image2054.png"/><Relationship Id="rId357" Type="http://schemas.openxmlformats.org/officeDocument/2006/relationships/image" Target="../media/image2075.png"/><Relationship Id="rId522" Type="http://schemas.openxmlformats.org/officeDocument/2006/relationships/customXml" Target="../ink/ink2263.xml"/><Relationship Id="rId54" Type="http://schemas.openxmlformats.org/officeDocument/2006/relationships/image" Target="../media/image1933.png"/><Relationship Id="rId96" Type="http://schemas.openxmlformats.org/officeDocument/2006/relationships/image" Target="../media/image1954.png"/><Relationship Id="rId161" Type="http://schemas.openxmlformats.org/officeDocument/2006/relationships/customXml" Target="../ink/ink2080.xml"/><Relationship Id="rId217" Type="http://schemas.openxmlformats.org/officeDocument/2006/relationships/image" Target="../media/image2006.png"/><Relationship Id="rId399" Type="http://schemas.openxmlformats.org/officeDocument/2006/relationships/customXml" Target="../ink/ink2200.xml"/><Relationship Id="rId259" Type="http://schemas.openxmlformats.org/officeDocument/2006/relationships/image" Target="../media/image2027.png"/><Relationship Id="rId424" Type="http://schemas.openxmlformats.org/officeDocument/2006/relationships/customXml" Target="../ink/ink2213.xml"/><Relationship Id="rId466" Type="http://schemas.openxmlformats.org/officeDocument/2006/relationships/image" Target="../media/image2124.png"/><Relationship Id="rId23" Type="http://schemas.openxmlformats.org/officeDocument/2006/relationships/customXml" Target="../ink/ink2011.xml"/><Relationship Id="rId119" Type="http://schemas.openxmlformats.org/officeDocument/2006/relationships/customXml" Target="../ink/ink2059.xml"/><Relationship Id="rId270" Type="http://schemas.openxmlformats.org/officeDocument/2006/relationships/customXml" Target="../ink/ink2135.xml"/><Relationship Id="rId326" Type="http://schemas.openxmlformats.org/officeDocument/2006/relationships/customXml" Target="../ink/ink2163.xml"/><Relationship Id="rId533" Type="http://schemas.openxmlformats.org/officeDocument/2006/relationships/image" Target="../media/image2157.png"/><Relationship Id="rId65" Type="http://schemas.openxmlformats.org/officeDocument/2006/relationships/customXml" Target="../ink/ink2032.xml"/><Relationship Id="rId130" Type="http://schemas.openxmlformats.org/officeDocument/2006/relationships/image" Target="../media/image1971.png"/><Relationship Id="rId368" Type="http://schemas.openxmlformats.org/officeDocument/2006/relationships/customXml" Target="../ink/ink2184.xml"/><Relationship Id="rId172" Type="http://schemas.openxmlformats.org/officeDocument/2006/relationships/image" Target="../media/image179.png"/><Relationship Id="rId228" Type="http://schemas.openxmlformats.org/officeDocument/2006/relationships/customXml" Target="../ink/ink2114.xml"/><Relationship Id="rId435" Type="http://schemas.openxmlformats.org/officeDocument/2006/relationships/customXml" Target="../ink/ink2219.xml"/><Relationship Id="rId477" Type="http://schemas.openxmlformats.org/officeDocument/2006/relationships/customXml" Target="../ink/ink2240.xml"/><Relationship Id="rId281" Type="http://schemas.openxmlformats.org/officeDocument/2006/relationships/image" Target="../media/image2037.png"/><Relationship Id="rId337" Type="http://schemas.openxmlformats.org/officeDocument/2006/relationships/image" Target="../media/image2065.png"/><Relationship Id="rId502" Type="http://schemas.openxmlformats.org/officeDocument/2006/relationships/customXml" Target="../ink/ink2253.xml"/><Relationship Id="rId34" Type="http://schemas.openxmlformats.org/officeDocument/2006/relationships/image" Target="../media/image1924.png"/><Relationship Id="rId76" Type="http://schemas.openxmlformats.org/officeDocument/2006/relationships/image" Target="../media/image1944.png"/><Relationship Id="rId141" Type="http://schemas.openxmlformats.org/officeDocument/2006/relationships/customXml" Target="../ink/ink2070.xml"/><Relationship Id="rId379" Type="http://schemas.openxmlformats.org/officeDocument/2006/relationships/customXml" Target="../ink/ink2190.xml"/><Relationship Id="rId7" Type="http://schemas.openxmlformats.org/officeDocument/2006/relationships/customXml" Target="../ink/ink2003.xml"/><Relationship Id="rId183" Type="http://schemas.openxmlformats.org/officeDocument/2006/relationships/image" Target="../media/image1991.png"/><Relationship Id="rId239" Type="http://schemas.openxmlformats.org/officeDocument/2006/relationships/image" Target="../media/image2017.png"/><Relationship Id="rId390" Type="http://schemas.openxmlformats.org/officeDocument/2006/relationships/image" Target="../media/image2089.png"/><Relationship Id="rId404" Type="http://schemas.openxmlformats.org/officeDocument/2006/relationships/image" Target="../media/image2096.png"/><Relationship Id="rId446" Type="http://schemas.openxmlformats.org/officeDocument/2006/relationships/image" Target="../media/image2114.png"/><Relationship Id="rId250" Type="http://schemas.openxmlformats.org/officeDocument/2006/relationships/customXml" Target="../ink/ink2125.xml"/><Relationship Id="rId292" Type="http://schemas.openxmlformats.org/officeDocument/2006/relationships/customXml" Target="../ink/ink2146.xml"/><Relationship Id="rId306" Type="http://schemas.openxmlformats.org/officeDocument/2006/relationships/customXml" Target="../ink/ink2153.xml"/><Relationship Id="rId488" Type="http://schemas.openxmlformats.org/officeDocument/2006/relationships/customXml" Target="../ink/ink2246.xml"/><Relationship Id="rId45" Type="http://schemas.openxmlformats.org/officeDocument/2006/relationships/customXml" Target="../ink/ink2022.xml"/><Relationship Id="rId87" Type="http://schemas.openxmlformats.org/officeDocument/2006/relationships/customXml" Target="../ink/ink2043.xml"/><Relationship Id="rId110" Type="http://schemas.openxmlformats.org/officeDocument/2006/relationships/image" Target="../media/image1961.png"/><Relationship Id="rId348" Type="http://schemas.openxmlformats.org/officeDocument/2006/relationships/customXml" Target="../ink/ink2174.xml"/><Relationship Id="rId513" Type="http://schemas.openxmlformats.org/officeDocument/2006/relationships/image" Target="../media/image2147.png"/><Relationship Id="rId152" Type="http://schemas.openxmlformats.org/officeDocument/2006/relationships/image" Target="../media/image1980.png"/><Relationship Id="rId194" Type="http://schemas.openxmlformats.org/officeDocument/2006/relationships/customXml" Target="../ink/ink2097.xml"/><Relationship Id="rId208" Type="http://schemas.openxmlformats.org/officeDocument/2006/relationships/customXml" Target="../ink/ink2104.xml"/><Relationship Id="rId415" Type="http://schemas.openxmlformats.org/officeDocument/2006/relationships/image" Target="../media/image2101.png"/><Relationship Id="rId457" Type="http://schemas.openxmlformats.org/officeDocument/2006/relationships/customXml" Target="../ink/ink2230.xml"/><Relationship Id="rId261" Type="http://schemas.openxmlformats.org/officeDocument/2006/relationships/image" Target="../media/image2028.png"/><Relationship Id="rId499" Type="http://schemas.openxmlformats.org/officeDocument/2006/relationships/image" Target="../media/image2140.png"/><Relationship Id="rId14" Type="http://schemas.openxmlformats.org/officeDocument/2006/relationships/image" Target="../media/image1914.png"/><Relationship Id="rId56" Type="http://schemas.openxmlformats.org/officeDocument/2006/relationships/image" Target="../media/image1934.png"/><Relationship Id="rId317" Type="http://schemas.openxmlformats.org/officeDocument/2006/relationships/image" Target="../media/image2055.png"/><Relationship Id="rId359" Type="http://schemas.openxmlformats.org/officeDocument/2006/relationships/image" Target="../media/image2076.png"/><Relationship Id="rId524" Type="http://schemas.openxmlformats.org/officeDocument/2006/relationships/customXml" Target="../ink/ink2264.xml"/><Relationship Id="rId98" Type="http://schemas.openxmlformats.org/officeDocument/2006/relationships/image" Target="../media/image1955.png"/><Relationship Id="rId121" Type="http://schemas.openxmlformats.org/officeDocument/2006/relationships/customXml" Target="../ink/ink2060.xml"/><Relationship Id="rId163" Type="http://schemas.openxmlformats.org/officeDocument/2006/relationships/customXml" Target="../ink/ink2081.xml"/><Relationship Id="rId219" Type="http://schemas.openxmlformats.org/officeDocument/2006/relationships/image" Target="../media/image2007.png"/><Relationship Id="rId370" Type="http://schemas.openxmlformats.org/officeDocument/2006/relationships/customXml" Target="../ink/ink2185.xml"/><Relationship Id="rId426" Type="http://schemas.openxmlformats.org/officeDocument/2006/relationships/customXml" Target="../ink/ink2214.xml"/><Relationship Id="rId230" Type="http://schemas.openxmlformats.org/officeDocument/2006/relationships/customXml" Target="../ink/ink2115.xml"/><Relationship Id="rId468" Type="http://schemas.openxmlformats.org/officeDocument/2006/relationships/image" Target="../media/image2125.png"/><Relationship Id="rId25" Type="http://schemas.openxmlformats.org/officeDocument/2006/relationships/customXml" Target="../ink/ink2012.xml"/><Relationship Id="rId67" Type="http://schemas.openxmlformats.org/officeDocument/2006/relationships/customXml" Target="../ink/ink2033.xml"/><Relationship Id="rId272" Type="http://schemas.openxmlformats.org/officeDocument/2006/relationships/customXml" Target="../ink/ink2136.xml"/><Relationship Id="rId328" Type="http://schemas.openxmlformats.org/officeDocument/2006/relationships/customXml" Target="../ink/ink2164.xml"/><Relationship Id="rId535" Type="http://schemas.openxmlformats.org/officeDocument/2006/relationships/image" Target="../media/image2158.png"/><Relationship Id="rId132" Type="http://schemas.openxmlformats.org/officeDocument/2006/relationships/image" Target="../media/image1972.png"/><Relationship Id="rId174" Type="http://schemas.openxmlformats.org/officeDocument/2006/relationships/customXml" Target="../ink/ink2087.xml"/><Relationship Id="rId381" Type="http://schemas.openxmlformats.org/officeDocument/2006/relationships/customXml" Target="../ink/ink2191.xml"/><Relationship Id="rId241" Type="http://schemas.openxmlformats.org/officeDocument/2006/relationships/image" Target="../media/image2018.png"/><Relationship Id="rId437" Type="http://schemas.openxmlformats.org/officeDocument/2006/relationships/customXml" Target="../ink/ink2220.xml"/><Relationship Id="rId479" Type="http://schemas.openxmlformats.org/officeDocument/2006/relationships/customXml" Target="../ink/ink2241.xml"/><Relationship Id="rId36" Type="http://schemas.openxmlformats.org/officeDocument/2006/relationships/image" Target="../media/image1925.png"/><Relationship Id="rId283" Type="http://schemas.openxmlformats.org/officeDocument/2006/relationships/image" Target="../media/image2038.png"/><Relationship Id="rId339" Type="http://schemas.openxmlformats.org/officeDocument/2006/relationships/image" Target="../media/image2066.png"/><Relationship Id="rId490" Type="http://schemas.openxmlformats.org/officeDocument/2006/relationships/customXml" Target="../ink/ink2247.xml"/><Relationship Id="rId504" Type="http://schemas.openxmlformats.org/officeDocument/2006/relationships/customXml" Target="../ink/ink2254.xml"/><Relationship Id="rId78" Type="http://schemas.openxmlformats.org/officeDocument/2006/relationships/image" Target="../media/image1945.png"/><Relationship Id="rId101" Type="http://schemas.openxmlformats.org/officeDocument/2006/relationships/customXml" Target="../ink/ink2050.xml"/><Relationship Id="rId143" Type="http://schemas.openxmlformats.org/officeDocument/2006/relationships/customXml" Target="../ink/ink2071.xml"/><Relationship Id="rId185" Type="http://schemas.openxmlformats.org/officeDocument/2006/relationships/image" Target="../media/image1992.png"/><Relationship Id="rId350" Type="http://schemas.openxmlformats.org/officeDocument/2006/relationships/customXml" Target="../ink/ink2175.xml"/><Relationship Id="rId406" Type="http://schemas.openxmlformats.org/officeDocument/2006/relationships/image" Target="../media/image2097.png"/><Relationship Id="rId9" Type="http://schemas.openxmlformats.org/officeDocument/2006/relationships/customXml" Target="../ink/ink2004.xml"/><Relationship Id="rId210" Type="http://schemas.openxmlformats.org/officeDocument/2006/relationships/customXml" Target="../ink/ink2105.xml"/><Relationship Id="rId392" Type="http://schemas.openxmlformats.org/officeDocument/2006/relationships/image" Target="../media/image2090.png"/><Relationship Id="rId448" Type="http://schemas.openxmlformats.org/officeDocument/2006/relationships/image" Target="../media/image2115.png"/><Relationship Id="rId252" Type="http://schemas.openxmlformats.org/officeDocument/2006/relationships/customXml" Target="../ink/ink2126.xml"/><Relationship Id="rId294" Type="http://schemas.openxmlformats.org/officeDocument/2006/relationships/customXml" Target="../ink/ink2147.xml"/><Relationship Id="rId308" Type="http://schemas.openxmlformats.org/officeDocument/2006/relationships/customXml" Target="../ink/ink2154.xml"/><Relationship Id="rId515" Type="http://schemas.openxmlformats.org/officeDocument/2006/relationships/image" Target="../media/image2148.png"/><Relationship Id="rId47" Type="http://schemas.openxmlformats.org/officeDocument/2006/relationships/customXml" Target="../ink/ink2023.xml"/><Relationship Id="rId89" Type="http://schemas.openxmlformats.org/officeDocument/2006/relationships/customXml" Target="../ink/ink2044.xml"/><Relationship Id="rId112" Type="http://schemas.openxmlformats.org/officeDocument/2006/relationships/image" Target="../media/image1962.png"/><Relationship Id="rId154" Type="http://schemas.openxmlformats.org/officeDocument/2006/relationships/image" Target="../media/image69.png"/><Relationship Id="rId361" Type="http://schemas.openxmlformats.org/officeDocument/2006/relationships/image" Target="../media/image2077.png"/><Relationship Id="rId196" Type="http://schemas.openxmlformats.org/officeDocument/2006/relationships/customXml" Target="../ink/ink2098.xml"/><Relationship Id="rId417" Type="http://schemas.openxmlformats.org/officeDocument/2006/relationships/image" Target="../media/image2102.png"/><Relationship Id="rId459" Type="http://schemas.openxmlformats.org/officeDocument/2006/relationships/customXml" Target="../ink/ink2231.xml"/><Relationship Id="rId16" Type="http://schemas.openxmlformats.org/officeDocument/2006/relationships/image" Target="../media/image1915.png"/><Relationship Id="rId221" Type="http://schemas.openxmlformats.org/officeDocument/2006/relationships/image" Target="../media/image2008.png"/><Relationship Id="rId263" Type="http://schemas.openxmlformats.org/officeDocument/2006/relationships/image" Target="../media/image2029.png"/><Relationship Id="rId319" Type="http://schemas.openxmlformats.org/officeDocument/2006/relationships/image" Target="../media/image2056.png"/><Relationship Id="rId470" Type="http://schemas.openxmlformats.org/officeDocument/2006/relationships/image" Target="../media/image2126.png"/><Relationship Id="rId526" Type="http://schemas.openxmlformats.org/officeDocument/2006/relationships/customXml" Target="../ink/ink2265.xml"/><Relationship Id="rId58" Type="http://schemas.openxmlformats.org/officeDocument/2006/relationships/image" Target="../media/image1935.png"/><Relationship Id="rId123" Type="http://schemas.openxmlformats.org/officeDocument/2006/relationships/customXml" Target="../ink/ink2061.xml"/><Relationship Id="rId330" Type="http://schemas.openxmlformats.org/officeDocument/2006/relationships/customXml" Target="../ink/ink2165.xml"/><Relationship Id="rId165" Type="http://schemas.openxmlformats.org/officeDocument/2006/relationships/customXml" Target="../ink/ink2082.xml"/><Relationship Id="rId372" Type="http://schemas.openxmlformats.org/officeDocument/2006/relationships/customXml" Target="../ink/ink2186.xml"/><Relationship Id="rId428" Type="http://schemas.openxmlformats.org/officeDocument/2006/relationships/customXml" Target="../ink/ink2215.xml"/><Relationship Id="rId232" Type="http://schemas.openxmlformats.org/officeDocument/2006/relationships/customXml" Target="../ink/ink2116.xml"/><Relationship Id="rId274" Type="http://schemas.openxmlformats.org/officeDocument/2006/relationships/customXml" Target="../ink/ink2137.xml"/><Relationship Id="rId481" Type="http://schemas.openxmlformats.org/officeDocument/2006/relationships/customXml" Target="../ink/ink2242.xml"/><Relationship Id="rId27" Type="http://schemas.openxmlformats.org/officeDocument/2006/relationships/customXml" Target="../ink/ink2013.xml"/><Relationship Id="rId69" Type="http://schemas.openxmlformats.org/officeDocument/2006/relationships/customXml" Target="../ink/ink2034.xml"/><Relationship Id="rId134" Type="http://schemas.openxmlformats.org/officeDocument/2006/relationships/image" Target="../media/image94.png"/><Relationship Id="rId537" Type="http://schemas.openxmlformats.org/officeDocument/2006/relationships/image" Target="../media/image2159.png"/><Relationship Id="rId80" Type="http://schemas.openxmlformats.org/officeDocument/2006/relationships/image" Target="../media/image1946.png"/><Relationship Id="rId176" Type="http://schemas.openxmlformats.org/officeDocument/2006/relationships/customXml" Target="../ink/ink2088.xml"/><Relationship Id="rId341" Type="http://schemas.openxmlformats.org/officeDocument/2006/relationships/image" Target="../media/image2067.png"/><Relationship Id="rId383" Type="http://schemas.openxmlformats.org/officeDocument/2006/relationships/customXml" Target="../ink/ink2192.xml"/><Relationship Id="rId439" Type="http://schemas.openxmlformats.org/officeDocument/2006/relationships/customXml" Target="../ink/ink2221.xml"/><Relationship Id="rId201" Type="http://schemas.openxmlformats.org/officeDocument/2006/relationships/image" Target="../media/image1999.png"/><Relationship Id="rId243" Type="http://schemas.openxmlformats.org/officeDocument/2006/relationships/image" Target="../media/image2019.png"/><Relationship Id="rId285" Type="http://schemas.openxmlformats.org/officeDocument/2006/relationships/image" Target="../media/image2039.png"/><Relationship Id="rId450" Type="http://schemas.openxmlformats.org/officeDocument/2006/relationships/image" Target="../media/image2116.png"/><Relationship Id="rId506" Type="http://schemas.openxmlformats.org/officeDocument/2006/relationships/customXml" Target="../ink/ink2255.xml"/><Relationship Id="rId38" Type="http://schemas.openxmlformats.org/officeDocument/2006/relationships/image" Target="../media/image1926.png"/><Relationship Id="rId103" Type="http://schemas.openxmlformats.org/officeDocument/2006/relationships/customXml" Target="../ink/ink2051.xml"/><Relationship Id="rId310" Type="http://schemas.openxmlformats.org/officeDocument/2006/relationships/customXml" Target="../ink/ink2155.xml"/><Relationship Id="rId492" Type="http://schemas.openxmlformats.org/officeDocument/2006/relationships/customXml" Target="../ink/ink2248.xml"/><Relationship Id="rId91" Type="http://schemas.openxmlformats.org/officeDocument/2006/relationships/customXml" Target="../ink/ink2045.xml"/><Relationship Id="rId145" Type="http://schemas.openxmlformats.org/officeDocument/2006/relationships/customXml" Target="../ink/ink2072.xml"/><Relationship Id="rId187" Type="http://schemas.openxmlformats.org/officeDocument/2006/relationships/image" Target="../media/image1993.png"/><Relationship Id="rId352" Type="http://schemas.openxmlformats.org/officeDocument/2006/relationships/customXml" Target="../ink/ink2176.xml"/><Relationship Id="rId394" Type="http://schemas.openxmlformats.org/officeDocument/2006/relationships/image" Target="../media/image2091.png"/><Relationship Id="rId408" Type="http://schemas.openxmlformats.org/officeDocument/2006/relationships/image" Target="../media/image2098.png"/><Relationship Id="rId212" Type="http://schemas.openxmlformats.org/officeDocument/2006/relationships/customXml" Target="../ink/ink2106.xml"/><Relationship Id="rId254" Type="http://schemas.openxmlformats.org/officeDocument/2006/relationships/customXml" Target="../ink/ink2127.xml"/><Relationship Id="rId49" Type="http://schemas.openxmlformats.org/officeDocument/2006/relationships/customXml" Target="../ink/ink2024.xml"/><Relationship Id="rId114" Type="http://schemas.openxmlformats.org/officeDocument/2006/relationships/image" Target="../media/image1963.png"/><Relationship Id="rId296" Type="http://schemas.openxmlformats.org/officeDocument/2006/relationships/customXml" Target="../ink/ink2148.xml"/><Relationship Id="rId461" Type="http://schemas.openxmlformats.org/officeDocument/2006/relationships/customXml" Target="../ink/ink2232.xml"/><Relationship Id="rId517" Type="http://schemas.openxmlformats.org/officeDocument/2006/relationships/image" Target="../media/image2149.png"/><Relationship Id="rId60" Type="http://schemas.openxmlformats.org/officeDocument/2006/relationships/image" Target="../media/image1936.png"/><Relationship Id="rId156" Type="http://schemas.openxmlformats.org/officeDocument/2006/relationships/image" Target="../media/image1981.png"/><Relationship Id="rId198" Type="http://schemas.openxmlformats.org/officeDocument/2006/relationships/customXml" Target="../ink/ink2099.xml"/><Relationship Id="rId321" Type="http://schemas.openxmlformats.org/officeDocument/2006/relationships/image" Target="../media/image2057.png"/><Relationship Id="rId363" Type="http://schemas.openxmlformats.org/officeDocument/2006/relationships/image" Target="../media/image2078.png"/><Relationship Id="rId419" Type="http://schemas.openxmlformats.org/officeDocument/2006/relationships/image" Target="../media/image2103.png"/><Relationship Id="rId223" Type="http://schemas.openxmlformats.org/officeDocument/2006/relationships/image" Target="../media/image2009.png"/><Relationship Id="rId430" Type="http://schemas.openxmlformats.org/officeDocument/2006/relationships/customXml" Target="../ink/ink2216.xml"/><Relationship Id="rId18" Type="http://schemas.openxmlformats.org/officeDocument/2006/relationships/image" Target="../media/image1916.png"/><Relationship Id="rId265" Type="http://schemas.openxmlformats.org/officeDocument/2006/relationships/image" Target="../media/image2030.png"/><Relationship Id="rId472" Type="http://schemas.openxmlformats.org/officeDocument/2006/relationships/image" Target="../media/image2127.png"/><Relationship Id="rId528" Type="http://schemas.openxmlformats.org/officeDocument/2006/relationships/customXml" Target="../ink/ink2266.xml"/><Relationship Id="rId125" Type="http://schemas.openxmlformats.org/officeDocument/2006/relationships/customXml" Target="../ink/ink2062.xml"/><Relationship Id="rId167" Type="http://schemas.openxmlformats.org/officeDocument/2006/relationships/customXml" Target="../ink/ink2083.xml"/><Relationship Id="rId332" Type="http://schemas.openxmlformats.org/officeDocument/2006/relationships/customXml" Target="../ink/ink2166.xml"/><Relationship Id="rId374" Type="http://schemas.openxmlformats.org/officeDocument/2006/relationships/customXml" Target="../ink/ink2187.xml"/><Relationship Id="rId71" Type="http://schemas.openxmlformats.org/officeDocument/2006/relationships/customXml" Target="../ink/ink2035.xml"/><Relationship Id="rId234" Type="http://schemas.openxmlformats.org/officeDocument/2006/relationships/customXml" Target="../ink/ink2117.xml"/><Relationship Id="rId2" Type="http://schemas.openxmlformats.org/officeDocument/2006/relationships/image" Target="../media/image1909.png"/><Relationship Id="rId29" Type="http://schemas.openxmlformats.org/officeDocument/2006/relationships/customXml" Target="../ink/ink2014.xml"/><Relationship Id="rId276" Type="http://schemas.openxmlformats.org/officeDocument/2006/relationships/customXml" Target="../ink/ink2138.xml"/><Relationship Id="rId441" Type="http://schemas.openxmlformats.org/officeDocument/2006/relationships/customXml" Target="../ink/ink2222.xml"/><Relationship Id="rId483" Type="http://schemas.openxmlformats.org/officeDocument/2006/relationships/customXml" Target="../ink/ink2243.xml"/><Relationship Id="rId539" Type="http://schemas.openxmlformats.org/officeDocument/2006/relationships/image" Target="../media/image2160.png"/><Relationship Id="rId40" Type="http://schemas.openxmlformats.org/officeDocument/2006/relationships/image" Target="../media/image1927.png"/><Relationship Id="rId136" Type="http://schemas.openxmlformats.org/officeDocument/2006/relationships/image" Target="../media/image1973.png"/><Relationship Id="rId178" Type="http://schemas.openxmlformats.org/officeDocument/2006/relationships/customXml" Target="../ink/ink2089.xml"/><Relationship Id="rId301" Type="http://schemas.openxmlformats.org/officeDocument/2006/relationships/image" Target="../media/image2047.png"/><Relationship Id="rId343" Type="http://schemas.openxmlformats.org/officeDocument/2006/relationships/image" Target="../media/image2068.png"/><Relationship Id="rId82" Type="http://schemas.openxmlformats.org/officeDocument/2006/relationships/image" Target="../media/image1947.png"/><Relationship Id="rId203" Type="http://schemas.openxmlformats.org/officeDocument/2006/relationships/image" Target="../media/image2000.png"/><Relationship Id="rId385" Type="http://schemas.openxmlformats.org/officeDocument/2006/relationships/customXml" Target="../ink/ink2193.xml"/><Relationship Id="rId245" Type="http://schemas.openxmlformats.org/officeDocument/2006/relationships/image" Target="../media/image2020.png"/><Relationship Id="rId287" Type="http://schemas.openxmlformats.org/officeDocument/2006/relationships/image" Target="../media/image2040.png"/><Relationship Id="rId410" Type="http://schemas.openxmlformats.org/officeDocument/2006/relationships/image" Target="../media/image2099.png"/><Relationship Id="rId452" Type="http://schemas.openxmlformats.org/officeDocument/2006/relationships/image" Target="../media/image2117.png"/><Relationship Id="rId494" Type="http://schemas.openxmlformats.org/officeDocument/2006/relationships/customXml" Target="../ink/ink2249.xml"/><Relationship Id="rId508" Type="http://schemas.openxmlformats.org/officeDocument/2006/relationships/customXml" Target="../ink/ink2256.xml"/><Relationship Id="rId105" Type="http://schemas.openxmlformats.org/officeDocument/2006/relationships/customXml" Target="../ink/ink2052.xml"/><Relationship Id="rId147" Type="http://schemas.openxmlformats.org/officeDocument/2006/relationships/customXml" Target="../ink/ink2073.xml"/><Relationship Id="rId312" Type="http://schemas.openxmlformats.org/officeDocument/2006/relationships/customXml" Target="../ink/ink2156.xml"/><Relationship Id="rId354" Type="http://schemas.openxmlformats.org/officeDocument/2006/relationships/customXml" Target="../ink/ink2177.xml"/><Relationship Id="rId51" Type="http://schemas.openxmlformats.org/officeDocument/2006/relationships/customXml" Target="../ink/ink2025.xml"/><Relationship Id="rId93" Type="http://schemas.openxmlformats.org/officeDocument/2006/relationships/customXml" Target="../ink/ink2046.xml"/><Relationship Id="rId189" Type="http://schemas.openxmlformats.org/officeDocument/2006/relationships/image" Target="../media/image1994.png"/><Relationship Id="rId396" Type="http://schemas.openxmlformats.org/officeDocument/2006/relationships/image" Target="../media/image2092.png"/><Relationship Id="rId214" Type="http://schemas.openxmlformats.org/officeDocument/2006/relationships/customXml" Target="../ink/ink2107.xml"/><Relationship Id="rId256" Type="http://schemas.openxmlformats.org/officeDocument/2006/relationships/customXml" Target="../ink/ink2128.xml"/><Relationship Id="rId298" Type="http://schemas.openxmlformats.org/officeDocument/2006/relationships/customXml" Target="../ink/ink2149.xml"/><Relationship Id="rId421" Type="http://schemas.openxmlformats.org/officeDocument/2006/relationships/image" Target="../media/image2104.png"/><Relationship Id="rId463" Type="http://schemas.openxmlformats.org/officeDocument/2006/relationships/customXml" Target="../ink/ink2233.xml"/><Relationship Id="rId519" Type="http://schemas.openxmlformats.org/officeDocument/2006/relationships/image" Target="../media/image2150.png"/><Relationship Id="rId116" Type="http://schemas.openxmlformats.org/officeDocument/2006/relationships/image" Target="../media/image1964.png"/><Relationship Id="rId158" Type="http://schemas.openxmlformats.org/officeDocument/2006/relationships/image" Target="../media/image1982.png"/><Relationship Id="rId323" Type="http://schemas.openxmlformats.org/officeDocument/2006/relationships/image" Target="../media/image2058.png"/><Relationship Id="rId530" Type="http://schemas.openxmlformats.org/officeDocument/2006/relationships/customXml" Target="../ink/ink2267.xml"/><Relationship Id="rId20" Type="http://schemas.openxmlformats.org/officeDocument/2006/relationships/image" Target="../media/image1917.png"/><Relationship Id="rId62" Type="http://schemas.openxmlformats.org/officeDocument/2006/relationships/image" Target="../media/image1937.png"/><Relationship Id="rId365" Type="http://schemas.openxmlformats.org/officeDocument/2006/relationships/image" Target="../media/image2079.png"/><Relationship Id="rId225" Type="http://schemas.openxmlformats.org/officeDocument/2006/relationships/image" Target="../media/image2010.png"/><Relationship Id="rId267" Type="http://schemas.openxmlformats.org/officeDocument/2006/relationships/image" Target="../media/image2031.png"/><Relationship Id="rId432" Type="http://schemas.openxmlformats.org/officeDocument/2006/relationships/customXml" Target="../ink/ink2217.xml"/><Relationship Id="rId474" Type="http://schemas.openxmlformats.org/officeDocument/2006/relationships/image" Target="../media/image2128.png"/><Relationship Id="rId127" Type="http://schemas.openxmlformats.org/officeDocument/2006/relationships/customXml" Target="../ink/ink2063.xml"/><Relationship Id="rId31" Type="http://schemas.openxmlformats.org/officeDocument/2006/relationships/customXml" Target="../ink/ink2015.xml"/><Relationship Id="rId73" Type="http://schemas.openxmlformats.org/officeDocument/2006/relationships/customXml" Target="../ink/ink2036.xml"/><Relationship Id="rId169" Type="http://schemas.openxmlformats.org/officeDocument/2006/relationships/customXml" Target="../ink/ink2084.xml"/><Relationship Id="rId334" Type="http://schemas.openxmlformats.org/officeDocument/2006/relationships/customXml" Target="../ink/ink2167.xml"/><Relationship Id="rId376" Type="http://schemas.openxmlformats.org/officeDocument/2006/relationships/customXml" Target="../ink/ink2188.xml"/><Relationship Id="rId541" Type="http://schemas.openxmlformats.org/officeDocument/2006/relationships/image" Target="../media/image2161.png"/><Relationship Id="rId4" Type="http://schemas.openxmlformats.org/officeDocument/2006/relationships/image" Target="../media/image1910.png"/><Relationship Id="rId180" Type="http://schemas.openxmlformats.org/officeDocument/2006/relationships/customXml" Target="../ink/ink2090.xml"/><Relationship Id="rId236" Type="http://schemas.openxmlformats.org/officeDocument/2006/relationships/customXml" Target="../ink/ink2118.xml"/><Relationship Id="rId278" Type="http://schemas.openxmlformats.org/officeDocument/2006/relationships/customXml" Target="../ink/ink2139.xml"/><Relationship Id="rId401" Type="http://schemas.openxmlformats.org/officeDocument/2006/relationships/customXml" Target="../ink/ink2201.xml"/><Relationship Id="rId443" Type="http://schemas.openxmlformats.org/officeDocument/2006/relationships/customXml" Target="../ink/ink2223.xml"/><Relationship Id="rId303" Type="http://schemas.openxmlformats.org/officeDocument/2006/relationships/image" Target="../media/image2048.png"/><Relationship Id="rId485" Type="http://schemas.openxmlformats.org/officeDocument/2006/relationships/image" Target="../media/image2133.png"/><Relationship Id="rId42" Type="http://schemas.openxmlformats.org/officeDocument/2006/relationships/image" Target="../media/image1928.png"/><Relationship Id="rId84" Type="http://schemas.openxmlformats.org/officeDocument/2006/relationships/image" Target="../media/image1948.png"/><Relationship Id="rId138" Type="http://schemas.openxmlformats.org/officeDocument/2006/relationships/image" Target="../media/image1974.png"/><Relationship Id="rId345" Type="http://schemas.openxmlformats.org/officeDocument/2006/relationships/image" Target="../media/image2069.png"/><Relationship Id="rId387" Type="http://schemas.openxmlformats.org/officeDocument/2006/relationships/customXml" Target="../ink/ink2194.xml"/><Relationship Id="rId510" Type="http://schemas.openxmlformats.org/officeDocument/2006/relationships/customXml" Target="../ink/ink2257.xml"/><Relationship Id="rId191" Type="http://schemas.openxmlformats.org/officeDocument/2006/relationships/image" Target="../media/image1995.png"/><Relationship Id="rId205" Type="http://schemas.openxmlformats.org/officeDocument/2006/relationships/image" Target="../media/image2001.png"/><Relationship Id="rId247" Type="http://schemas.openxmlformats.org/officeDocument/2006/relationships/image" Target="../media/image2021.png"/><Relationship Id="rId412" Type="http://schemas.openxmlformats.org/officeDocument/2006/relationships/customXml" Target="../ink/ink2207.xml"/><Relationship Id="rId107" Type="http://schemas.openxmlformats.org/officeDocument/2006/relationships/customXml" Target="../ink/ink2053.xml"/><Relationship Id="rId289" Type="http://schemas.openxmlformats.org/officeDocument/2006/relationships/image" Target="../media/image2041.png"/><Relationship Id="rId454" Type="http://schemas.openxmlformats.org/officeDocument/2006/relationships/image" Target="../media/image2118.png"/><Relationship Id="rId496" Type="http://schemas.openxmlformats.org/officeDocument/2006/relationships/customXml" Target="../ink/ink2250.xml"/><Relationship Id="rId11" Type="http://schemas.openxmlformats.org/officeDocument/2006/relationships/customXml" Target="../ink/ink2005.xml"/><Relationship Id="rId53" Type="http://schemas.openxmlformats.org/officeDocument/2006/relationships/customXml" Target="../ink/ink2026.xml"/><Relationship Id="rId149" Type="http://schemas.openxmlformats.org/officeDocument/2006/relationships/customXml" Target="../ink/ink2074.xml"/><Relationship Id="rId314" Type="http://schemas.openxmlformats.org/officeDocument/2006/relationships/customXml" Target="../ink/ink2157.xml"/><Relationship Id="rId356" Type="http://schemas.openxmlformats.org/officeDocument/2006/relationships/customXml" Target="../ink/ink2178.xml"/><Relationship Id="rId398" Type="http://schemas.openxmlformats.org/officeDocument/2006/relationships/image" Target="../media/image2093.png"/><Relationship Id="rId521" Type="http://schemas.openxmlformats.org/officeDocument/2006/relationships/image" Target="../media/image2151.png"/><Relationship Id="rId95" Type="http://schemas.openxmlformats.org/officeDocument/2006/relationships/customXml" Target="../ink/ink2047.xml"/><Relationship Id="rId160" Type="http://schemas.openxmlformats.org/officeDocument/2006/relationships/image" Target="../media/image1983.png"/><Relationship Id="rId216" Type="http://schemas.openxmlformats.org/officeDocument/2006/relationships/customXml" Target="../ink/ink2108.xml"/><Relationship Id="rId423" Type="http://schemas.openxmlformats.org/officeDocument/2006/relationships/image" Target="../media/image97.png"/><Relationship Id="rId258" Type="http://schemas.openxmlformats.org/officeDocument/2006/relationships/customXml" Target="../ink/ink2129.xml"/><Relationship Id="rId465" Type="http://schemas.openxmlformats.org/officeDocument/2006/relationships/customXml" Target="../ink/ink2234.xml"/><Relationship Id="rId22" Type="http://schemas.openxmlformats.org/officeDocument/2006/relationships/image" Target="../media/image1918.png"/><Relationship Id="rId64" Type="http://schemas.openxmlformats.org/officeDocument/2006/relationships/image" Target="../media/image1938.png"/><Relationship Id="rId118" Type="http://schemas.openxmlformats.org/officeDocument/2006/relationships/image" Target="../media/image1965.png"/><Relationship Id="rId325" Type="http://schemas.openxmlformats.org/officeDocument/2006/relationships/image" Target="../media/image2059.png"/><Relationship Id="rId367" Type="http://schemas.openxmlformats.org/officeDocument/2006/relationships/image" Target="../media/image2080.png"/><Relationship Id="rId532" Type="http://schemas.openxmlformats.org/officeDocument/2006/relationships/customXml" Target="../ink/ink2268.xml"/><Relationship Id="rId171" Type="http://schemas.openxmlformats.org/officeDocument/2006/relationships/customXml" Target="../ink/ink2085.xml"/><Relationship Id="rId227" Type="http://schemas.openxmlformats.org/officeDocument/2006/relationships/image" Target="../media/image2011.png"/><Relationship Id="rId269" Type="http://schemas.openxmlformats.org/officeDocument/2006/relationships/image" Target="../media/image2032.png"/><Relationship Id="rId434" Type="http://schemas.openxmlformats.org/officeDocument/2006/relationships/image" Target="../media/image2108.png"/><Relationship Id="rId476" Type="http://schemas.openxmlformats.org/officeDocument/2006/relationships/image" Target="../media/image2129.png"/><Relationship Id="rId33" Type="http://schemas.openxmlformats.org/officeDocument/2006/relationships/customXml" Target="../ink/ink2016.xml"/><Relationship Id="rId129" Type="http://schemas.openxmlformats.org/officeDocument/2006/relationships/customXml" Target="../ink/ink2064.xml"/><Relationship Id="rId280" Type="http://schemas.openxmlformats.org/officeDocument/2006/relationships/customXml" Target="../ink/ink2140.xml"/><Relationship Id="rId336" Type="http://schemas.openxmlformats.org/officeDocument/2006/relationships/customXml" Target="../ink/ink2168.xml"/><Relationship Id="rId501" Type="http://schemas.openxmlformats.org/officeDocument/2006/relationships/image" Target="../media/image2141.png"/><Relationship Id="rId543" Type="http://schemas.openxmlformats.org/officeDocument/2006/relationships/image" Target="../media/image2162.png"/><Relationship Id="rId75" Type="http://schemas.openxmlformats.org/officeDocument/2006/relationships/customXml" Target="../ink/ink2037.xml"/><Relationship Id="rId140" Type="http://schemas.openxmlformats.org/officeDocument/2006/relationships/image" Target="../media/image524.png"/><Relationship Id="rId182" Type="http://schemas.openxmlformats.org/officeDocument/2006/relationships/customXml" Target="../ink/ink2091.xml"/><Relationship Id="rId378" Type="http://schemas.openxmlformats.org/officeDocument/2006/relationships/customXml" Target="../ink/ink2189.xml"/><Relationship Id="rId403" Type="http://schemas.openxmlformats.org/officeDocument/2006/relationships/customXml" Target="../ink/ink2202.xml"/><Relationship Id="rId6" Type="http://schemas.openxmlformats.org/officeDocument/2006/relationships/image" Target="../media/image1911.png"/><Relationship Id="rId238" Type="http://schemas.openxmlformats.org/officeDocument/2006/relationships/customXml" Target="../ink/ink2119.xml"/><Relationship Id="rId445" Type="http://schemas.openxmlformats.org/officeDocument/2006/relationships/customXml" Target="../ink/ink2224.xml"/><Relationship Id="rId487" Type="http://schemas.openxmlformats.org/officeDocument/2006/relationships/image" Target="../media/image2134.png"/><Relationship Id="rId291" Type="http://schemas.openxmlformats.org/officeDocument/2006/relationships/image" Target="../media/image2042.png"/><Relationship Id="rId305" Type="http://schemas.openxmlformats.org/officeDocument/2006/relationships/image" Target="../media/image2049.png"/><Relationship Id="rId347" Type="http://schemas.openxmlformats.org/officeDocument/2006/relationships/image" Target="../media/image2070.png"/><Relationship Id="rId512" Type="http://schemas.openxmlformats.org/officeDocument/2006/relationships/customXml" Target="../ink/ink2258.xml"/><Relationship Id="rId44" Type="http://schemas.openxmlformats.org/officeDocument/2006/relationships/image" Target="../media/image1929.png"/><Relationship Id="rId86" Type="http://schemas.openxmlformats.org/officeDocument/2006/relationships/image" Target="../media/image1949.png"/><Relationship Id="rId151" Type="http://schemas.openxmlformats.org/officeDocument/2006/relationships/customXml" Target="../ink/ink2075.xml"/><Relationship Id="rId389" Type="http://schemas.openxmlformats.org/officeDocument/2006/relationships/customXml" Target="../ink/ink2195.xml"/><Relationship Id="rId193" Type="http://schemas.openxmlformats.org/officeDocument/2006/relationships/image" Target="../media/image1996.png"/><Relationship Id="rId207" Type="http://schemas.openxmlformats.org/officeDocument/2006/relationships/image" Target="../media/image2002.png"/><Relationship Id="rId249" Type="http://schemas.openxmlformats.org/officeDocument/2006/relationships/image" Target="../media/image2022.png"/><Relationship Id="rId414" Type="http://schemas.openxmlformats.org/officeDocument/2006/relationships/customXml" Target="../ink/ink2208.xml"/><Relationship Id="rId456" Type="http://schemas.openxmlformats.org/officeDocument/2006/relationships/image" Target="../media/image2119.png"/><Relationship Id="rId498" Type="http://schemas.openxmlformats.org/officeDocument/2006/relationships/customXml" Target="../ink/ink2251.xml"/><Relationship Id="rId13" Type="http://schemas.openxmlformats.org/officeDocument/2006/relationships/customXml" Target="../ink/ink2006.xml"/><Relationship Id="rId109" Type="http://schemas.openxmlformats.org/officeDocument/2006/relationships/customXml" Target="../ink/ink2054.xml"/><Relationship Id="rId260" Type="http://schemas.openxmlformats.org/officeDocument/2006/relationships/customXml" Target="../ink/ink2130.xml"/><Relationship Id="rId316" Type="http://schemas.openxmlformats.org/officeDocument/2006/relationships/customXml" Target="../ink/ink2158.xml"/><Relationship Id="rId523" Type="http://schemas.openxmlformats.org/officeDocument/2006/relationships/image" Target="../media/image2152.png"/><Relationship Id="rId55" Type="http://schemas.openxmlformats.org/officeDocument/2006/relationships/customXml" Target="../ink/ink2027.xml"/><Relationship Id="rId97" Type="http://schemas.openxmlformats.org/officeDocument/2006/relationships/customXml" Target="../ink/ink2048.xml"/><Relationship Id="rId120" Type="http://schemas.openxmlformats.org/officeDocument/2006/relationships/image" Target="../media/image1966.png"/><Relationship Id="rId358" Type="http://schemas.openxmlformats.org/officeDocument/2006/relationships/customXml" Target="../ink/ink2179.xml"/><Relationship Id="rId162" Type="http://schemas.openxmlformats.org/officeDocument/2006/relationships/image" Target="../media/image1984.png"/><Relationship Id="rId218" Type="http://schemas.openxmlformats.org/officeDocument/2006/relationships/customXml" Target="../ink/ink2109.xml"/><Relationship Id="rId425" Type="http://schemas.openxmlformats.org/officeDocument/2006/relationships/image" Target="../media/image2105.png"/><Relationship Id="rId467" Type="http://schemas.openxmlformats.org/officeDocument/2006/relationships/customXml" Target="../ink/ink2235.xml"/><Relationship Id="rId271" Type="http://schemas.openxmlformats.org/officeDocument/2006/relationships/image" Target="../media/image532.png"/><Relationship Id="rId24" Type="http://schemas.openxmlformats.org/officeDocument/2006/relationships/image" Target="../media/image1919.png"/><Relationship Id="rId66" Type="http://schemas.openxmlformats.org/officeDocument/2006/relationships/image" Target="../media/image1939.png"/><Relationship Id="rId131" Type="http://schemas.openxmlformats.org/officeDocument/2006/relationships/customXml" Target="../ink/ink2065.xml"/><Relationship Id="rId327" Type="http://schemas.openxmlformats.org/officeDocument/2006/relationships/image" Target="../media/image2060.png"/><Relationship Id="rId369" Type="http://schemas.openxmlformats.org/officeDocument/2006/relationships/image" Target="../media/image2081.png"/><Relationship Id="rId534" Type="http://schemas.openxmlformats.org/officeDocument/2006/relationships/customXml" Target="../ink/ink2269.xml"/><Relationship Id="rId173" Type="http://schemas.openxmlformats.org/officeDocument/2006/relationships/customXml" Target="../ink/ink2086.xml"/><Relationship Id="rId229" Type="http://schemas.openxmlformats.org/officeDocument/2006/relationships/image" Target="../media/image2012.png"/><Relationship Id="rId380" Type="http://schemas.openxmlformats.org/officeDocument/2006/relationships/image" Target="../media/image2086.png"/><Relationship Id="rId436" Type="http://schemas.openxmlformats.org/officeDocument/2006/relationships/image" Target="../media/image2109.png"/><Relationship Id="rId240" Type="http://schemas.openxmlformats.org/officeDocument/2006/relationships/customXml" Target="../ink/ink2120.xml"/><Relationship Id="rId478" Type="http://schemas.openxmlformats.org/officeDocument/2006/relationships/image" Target="../media/image2130.png"/><Relationship Id="rId35" Type="http://schemas.openxmlformats.org/officeDocument/2006/relationships/customXml" Target="../ink/ink2017.xml"/><Relationship Id="rId77" Type="http://schemas.openxmlformats.org/officeDocument/2006/relationships/customXml" Target="../ink/ink2038.xml"/><Relationship Id="rId100" Type="http://schemas.openxmlformats.org/officeDocument/2006/relationships/image" Target="../media/image1956.png"/><Relationship Id="rId282" Type="http://schemas.openxmlformats.org/officeDocument/2006/relationships/customXml" Target="../ink/ink2141.xml"/><Relationship Id="rId338" Type="http://schemas.openxmlformats.org/officeDocument/2006/relationships/customXml" Target="../ink/ink2169.xml"/><Relationship Id="rId503" Type="http://schemas.openxmlformats.org/officeDocument/2006/relationships/image" Target="../media/image2142.png"/><Relationship Id="rId8" Type="http://schemas.openxmlformats.org/officeDocument/2006/relationships/image" Target="../media/image1912.png"/><Relationship Id="rId142" Type="http://schemas.openxmlformats.org/officeDocument/2006/relationships/image" Target="../media/image1975.png"/><Relationship Id="rId184" Type="http://schemas.openxmlformats.org/officeDocument/2006/relationships/customXml" Target="../ink/ink2092.xml"/><Relationship Id="rId391" Type="http://schemas.openxmlformats.org/officeDocument/2006/relationships/customXml" Target="../ink/ink2196.xml"/><Relationship Id="rId405" Type="http://schemas.openxmlformats.org/officeDocument/2006/relationships/customXml" Target="../ink/ink2203.xml"/><Relationship Id="rId447" Type="http://schemas.openxmlformats.org/officeDocument/2006/relationships/customXml" Target="../ink/ink2225.xml"/><Relationship Id="rId251" Type="http://schemas.openxmlformats.org/officeDocument/2006/relationships/image" Target="../media/image2023.png"/><Relationship Id="rId489" Type="http://schemas.openxmlformats.org/officeDocument/2006/relationships/image" Target="../media/image2135.png"/><Relationship Id="rId46" Type="http://schemas.openxmlformats.org/officeDocument/2006/relationships/image" Target="../media/image1930.png"/><Relationship Id="rId293" Type="http://schemas.openxmlformats.org/officeDocument/2006/relationships/image" Target="../media/image2043.png"/><Relationship Id="rId307" Type="http://schemas.openxmlformats.org/officeDocument/2006/relationships/image" Target="../media/image2050.png"/><Relationship Id="rId349" Type="http://schemas.openxmlformats.org/officeDocument/2006/relationships/image" Target="../media/image2071.png"/><Relationship Id="rId514" Type="http://schemas.openxmlformats.org/officeDocument/2006/relationships/customXml" Target="../ink/ink2259.xml"/><Relationship Id="rId88" Type="http://schemas.openxmlformats.org/officeDocument/2006/relationships/image" Target="../media/image1950.png"/><Relationship Id="rId111" Type="http://schemas.openxmlformats.org/officeDocument/2006/relationships/customXml" Target="../ink/ink2055.xml"/><Relationship Id="rId153" Type="http://schemas.openxmlformats.org/officeDocument/2006/relationships/customXml" Target="../ink/ink2076.xml"/><Relationship Id="rId195" Type="http://schemas.openxmlformats.org/officeDocument/2006/relationships/image" Target="../media/image1997.png"/><Relationship Id="rId209" Type="http://schemas.openxmlformats.org/officeDocument/2006/relationships/image" Target="../media/image1333.png"/><Relationship Id="rId360" Type="http://schemas.openxmlformats.org/officeDocument/2006/relationships/customXml" Target="../ink/ink2180.xml"/><Relationship Id="rId416" Type="http://schemas.openxmlformats.org/officeDocument/2006/relationships/customXml" Target="../ink/ink2209.xml"/><Relationship Id="rId220" Type="http://schemas.openxmlformats.org/officeDocument/2006/relationships/customXml" Target="../ink/ink2110.xml"/><Relationship Id="rId458" Type="http://schemas.openxmlformats.org/officeDocument/2006/relationships/image" Target="../media/image2120.png"/><Relationship Id="rId15" Type="http://schemas.openxmlformats.org/officeDocument/2006/relationships/customXml" Target="../ink/ink2007.xml"/><Relationship Id="rId57" Type="http://schemas.openxmlformats.org/officeDocument/2006/relationships/customXml" Target="../ink/ink2028.xml"/><Relationship Id="rId262" Type="http://schemas.openxmlformats.org/officeDocument/2006/relationships/customXml" Target="../ink/ink2131.xml"/><Relationship Id="rId318" Type="http://schemas.openxmlformats.org/officeDocument/2006/relationships/customXml" Target="../ink/ink2159.xml"/><Relationship Id="rId525" Type="http://schemas.openxmlformats.org/officeDocument/2006/relationships/image" Target="../media/image2153.png"/><Relationship Id="rId99" Type="http://schemas.openxmlformats.org/officeDocument/2006/relationships/customXml" Target="../ink/ink2049.xml"/><Relationship Id="rId122" Type="http://schemas.openxmlformats.org/officeDocument/2006/relationships/image" Target="../media/image1967.png"/><Relationship Id="rId164" Type="http://schemas.openxmlformats.org/officeDocument/2006/relationships/image" Target="../media/image1985.png"/><Relationship Id="rId371" Type="http://schemas.openxmlformats.org/officeDocument/2006/relationships/image" Target="../media/image2082.png"/><Relationship Id="rId427" Type="http://schemas.openxmlformats.org/officeDocument/2006/relationships/image" Target="../media/image2106.png"/><Relationship Id="rId469" Type="http://schemas.openxmlformats.org/officeDocument/2006/relationships/customXml" Target="../ink/ink2236.xml"/><Relationship Id="rId26" Type="http://schemas.openxmlformats.org/officeDocument/2006/relationships/image" Target="../media/image1920.png"/><Relationship Id="rId231" Type="http://schemas.openxmlformats.org/officeDocument/2006/relationships/image" Target="../media/image2013.png"/><Relationship Id="rId273" Type="http://schemas.openxmlformats.org/officeDocument/2006/relationships/image" Target="../media/image2033.png"/><Relationship Id="rId329" Type="http://schemas.openxmlformats.org/officeDocument/2006/relationships/image" Target="../media/image2061.png"/><Relationship Id="rId480" Type="http://schemas.openxmlformats.org/officeDocument/2006/relationships/image" Target="../media/image2131.png"/><Relationship Id="rId536" Type="http://schemas.openxmlformats.org/officeDocument/2006/relationships/customXml" Target="../ink/ink2270.xml"/><Relationship Id="rId68" Type="http://schemas.openxmlformats.org/officeDocument/2006/relationships/image" Target="../media/image1940.png"/><Relationship Id="rId133" Type="http://schemas.openxmlformats.org/officeDocument/2006/relationships/customXml" Target="../ink/ink2066.xml"/><Relationship Id="rId175" Type="http://schemas.openxmlformats.org/officeDocument/2006/relationships/image" Target="../media/image1988.png"/><Relationship Id="rId340" Type="http://schemas.openxmlformats.org/officeDocument/2006/relationships/customXml" Target="../ink/ink2170.xml"/><Relationship Id="rId200" Type="http://schemas.openxmlformats.org/officeDocument/2006/relationships/customXml" Target="../ink/ink2100.xml"/><Relationship Id="rId382" Type="http://schemas.openxmlformats.org/officeDocument/2006/relationships/image" Target="../media/image2087.png"/><Relationship Id="rId438" Type="http://schemas.openxmlformats.org/officeDocument/2006/relationships/image" Target="../media/image2110.png"/><Relationship Id="rId242" Type="http://schemas.openxmlformats.org/officeDocument/2006/relationships/customXml" Target="../ink/ink2121.xml"/><Relationship Id="rId284" Type="http://schemas.openxmlformats.org/officeDocument/2006/relationships/customXml" Target="../ink/ink2142.xml"/><Relationship Id="rId491" Type="http://schemas.openxmlformats.org/officeDocument/2006/relationships/image" Target="../media/image2136.png"/><Relationship Id="rId505" Type="http://schemas.openxmlformats.org/officeDocument/2006/relationships/image" Target="../media/image2143.png"/><Relationship Id="rId37" Type="http://schemas.openxmlformats.org/officeDocument/2006/relationships/customXml" Target="../ink/ink2018.xml"/><Relationship Id="rId79" Type="http://schemas.openxmlformats.org/officeDocument/2006/relationships/customXml" Target="../ink/ink2039.xml"/><Relationship Id="rId102" Type="http://schemas.openxmlformats.org/officeDocument/2006/relationships/image" Target="../media/image1957.png"/><Relationship Id="rId144" Type="http://schemas.openxmlformats.org/officeDocument/2006/relationships/image" Target="../media/image1976.png"/><Relationship Id="rId90" Type="http://schemas.openxmlformats.org/officeDocument/2006/relationships/image" Target="../media/image1951.png"/><Relationship Id="rId186" Type="http://schemas.openxmlformats.org/officeDocument/2006/relationships/customXml" Target="../ink/ink2093.xml"/><Relationship Id="rId351" Type="http://schemas.openxmlformats.org/officeDocument/2006/relationships/image" Target="../media/image2072.png"/><Relationship Id="rId393" Type="http://schemas.openxmlformats.org/officeDocument/2006/relationships/customXml" Target="../ink/ink2197.xml"/><Relationship Id="rId407" Type="http://schemas.openxmlformats.org/officeDocument/2006/relationships/customXml" Target="../ink/ink2204.xml"/><Relationship Id="rId449" Type="http://schemas.openxmlformats.org/officeDocument/2006/relationships/customXml" Target="../ink/ink2226.xml"/><Relationship Id="rId211" Type="http://schemas.openxmlformats.org/officeDocument/2006/relationships/image" Target="../media/image2003.png"/><Relationship Id="rId253" Type="http://schemas.openxmlformats.org/officeDocument/2006/relationships/image" Target="../media/image2024.png"/><Relationship Id="rId295" Type="http://schemas.openxmlformats.org/officeDocument/2006/relationships/image" Target="../media/image2044.png"/><Relationship Id="rId309" Type="http://schemas.openxmlformats.org/officeDocument/2006/relationships/image" Target="../media/image2051.png"/><Relationship Id="rId460" Type="http://schemas.openxmlformats.org/officeDocument/2006/relationships/image" Target="../media/image2121.png"/><Relationship Id="rId516" Type="http://schemas.openxmlformats.org/officeDocument/2006/relationships/customXml" Target="../ink/ink2260.xml"/><Relationship Id="rId48" Type="http://schemas.openxmlformats.org/officeDocument/2006/relationships/image" Target="../media/image1931.png"/><Relationship Id="rId113" Type="http://schemas.openxmlformats.org/officeDocument/2006/relationships/customXml" Target="../ink/ink2056.xml"/><Relationship Id="rId320" Type="http://schemas.openxmlformats.org/officeDocument/2006/relationships/customXml" Target="../ink/ink2160.xml"/><Relationship Id="rId155" Type="http://schemas.openxmlformats.org/officeDocument/2006/relationships/customXml" Target="../ink/ink2077.xml"/><Relationship Id="rId197" Type="http://schemas.openxmlformats.org/officeDocument/2006/relationships/image" Target="../media/image1622.png"/><Relationship Id="rId362" Type="http://schemas.openxmlformats.org/officeDocument/2006/relationships/customXml" Target="../ink/ink2181.xml"/><Relationship Id="rId418" Type="http://schemas.openxmlformats.org/officeDocument/2006/relationships/customXml" Target="../ink/ink2210.xml"/><Relationship Id="rId222" Type="http://schemas.openxmlformats.org/officeDocument/2006/relationships/customXml" Target="../ink/ink2111.xml"/><Relationship Id="rId264" Type="http://schemas.openxmlformats.org/officeDocument/2006/relationships/customXml" Target="../ink/ink2132.xml"/><Relationship Id="rId471" Type="http://schemas.openxmlformats.org/officeDocument/2006/relationships/customXml" Target="../ink/ink2237.xml"/><Relationship Id="rId17" Type="http://schemas.openxmlformats.org/officeDocument/2006/relationships/customXml" Target="../ink/ink2008.xml"/><Relationship Id="rId59" Type="http://schemas.openxmlformats.org/officeDocument/2006/relationships/customXml" Target="../ink/ink2029.xml"/><Relationship Id="rId124" Type="http://schemas.openxmlformats.org/officeDocument/2006/relationships/image" Target="../media/image1968.png"/><Relationship Id="rId527" Type="http://schemas.openxmlformats.org/officeDocument/2006/relationships/image" Target="../media/image2154.png"/><Relationship Id="rId70" Type="http://schemas.openxmlformats.org/officeDocument/2006/relationships/image" Target="../media/image1941.png"/><Relationship Id="rId166" Type="http://schemas.openxmlformats.org/officeDocument/2006/relationships/image" Target="../media/image1986.png"/><Relationship Id="rId331" Type="http://schemas.openxmlformats.org/officeDocument/2006/relationships/image" Target="../media/image2062.png"/><Relationship Id="rId373" Type="http://schemas.openxmlformats.org/officeDocument/2006/relationships/image" Target="../media/image2083.png"/><Relationship Id="rId429" Type="http://schemas.openxmlformats.org/officeDocument/2006/relationships/image" Target="../media/image1878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014.png"/><Relationship Id="rId440" Type="http://schemas.openxmlformats.org/officeDocument/2006/relationships/image" Target="../media/image2111.png"/><Relationship Id="rId28" Type="http://schemas.openxmlformats.org/officeDocument/2006/relationships/image" Target="../media/image1921.png"/><Relationship Id="rId275" Type="http://schemas.openxmlformats.org/officeDocument/2006/relationships/image" Target="../media/image2034.png"/><Relationship Id="rId300" Type="http://schemas.openxmlformats.org/officeDocument/2006/relationships/customXml" Target="../ink/ink2150.xml"/><Relationship Id="rId482" Type="http://schemas.openxmlformats.org/officeDocument/2006/relationships/image" Target="../media/image2132.png"/><Relationship Id="rId538" Type="http://schemas.openxmlformats.org/officeDocument/2006/relationships/customXml" Target="../ink/ink2271.xml"/><Relationship Id="rId81" Type="http://schemas.openxmlformats.org/officeDocument/2006/relationships/customXml" Target="../ink/ink2040.xml"/><Relationship Id="rId135" Type="http://schemas.openxmlformats.org/officeDocument/2006/relationships/customXml" Target="../ink/ink2067.xml"/><Relationship Id="rId177" Type="http://schemas.openxmlformats.org/officeDocument/2006/relationships/image" Target="../media/image1989.png"/><Relationship Id="rId342" Type="http://schemas.openxmlformats.org/officeDocument/2006/relationships/customXml" Target="../ink/ink2171.xml"/><Relationship Id="rId384" Type="http://schemas.openxmlformats.org/officeDocument/2006/relationships/image" Target="../media/image2088.png"/><Relationship Id="rId202" Type="http://schemas.openxmlformats.org/officeDocument/2006/relationships/customXml" Target="../ink/ink2101.xml"/><Relationship Id="rId244" Type="http://schemas.openxmlformats.org/officeDocument/2006/relationships/customXml" Target="../ink/ink2122.xml"/><Relationship Id="rId39" Type="http://schemas.openxmlformats.org/officeDocument/2006/relationships/customXml" Target="../ink/ink2019.xml"/><Relationship Id="rId286" Type="http://schemas.openxmlformats.org/officeDocument/2006/relationships/customXml" Target="../ink/ink2143.xml"/><Relationship Id="rId451" Type="http://schemas.openxmlformats.org/officeDocument/2006/relationships/customXml" Target="../ink/ink2227.xml"/><Relationship Id="rId493" Type="http://schemas.openxmlformats.org/officeDocument/2006/relationships/image" Target="../media/image2137.png"/><Relationship Id="rId507" Type="http://schemas.openxmlformats.org/officeDocument/2006/relationships/image" Target="../media/image2144.png"/><Relationship Id="rId50" Type="http://schemas.openxmlformats.org/officeDocument/2006/relationships/image" Target="../media/image1932.png"/><Relationship Id="rId104" Type="http://schemas.openxmlformats.org/officeDocument/2006/relationships/image" Target="../media/image1958.png"/><Relationship Id="rId146" Type="http://schemas.openxmlformats.org/officeDocument/2006/relationships/image" Target="../media/image1977.png"/><Relationship Id="rId188" Type="http://schemas.openxmlformats.org/officeDocument/2006/relationships/customXml" Target="../ink/ink2094.xml"/><Relationship Id="rId311" Type="http://schemas.openxmlformats.org/officeDocument/2006/relationships/image" Target="../media/image2052.png"/><Relationship Id="rId353" Type="http://schemas.openxmlformats.org/officeDocument/2006/relationships/image" Target="../media/image2073.png"/><Relationship Id="rId395" Type="http://schemas.openxmlformats.org/officeDocument/2006/relationships/customXml" Target="../ink/ink2198.xml"/><Relationship Id="rId409" Type="http://schemas.openxmlformats.org/officeDocument/2006/relationships/customXml" Target="../ink/ink2205.xml"/><Relationship Id="rId92" Type="http://schemas.openxmlformats.org/officeDocument/2006/relationships/image" Target="../media/image1952.png"/><Relationship Id="rId213" Type="http://schemas.openxmlformats.org/officeDocument/2006/relationships/image" Target="../media/image2004.png"/><Relationship Id="rId420" Type="http://schemas.openxmlformats.org/officeDocument/2006/relationships/customXml" Target="../ink/ink2211.xml"/><Relationship Id="rId255" Type="http://schemas.openxmlformats.org/officeDocument/2006/relationships/image" Target="../media/image2025.png"/><Relationship Id="rId297" Type="http://schemas.openxmlformats.org/officeDocument/2006/relationships/image" Target="../media/image2045.png"/><Relationship Id="rId462" Type="http://schemas.openxmlformats.org/officeDocument/2006/relationships/image" Target="../media/image2122.png"/><Relationship Id="rId518" Type="http://schemas.openxmlformats.org/officeDocument/2006/relationships/customXml" Target="../ink/ink2261.xml"/><Relationship Id="rId115" Type="http://schemas.openxmlformats.org/officeDocument/2006/relationships/customXml" Target="../ink/ink2057.xml"/><Relationship Id="rId157" Type="http://schemas.openxmlformats.org/officeDocument/2006/relationships/customXml" Target="../ink/ink2078.xml"/><Relationship Id="rId322" Type="http://schemas.openxmlformats.org/officeDocument/2006/relationships/customXml" Target="../ink/ink2161.xml"/><Relationship Id="rId364" Type="http://schemas.openxmlformats.org/officeDocument/2006/relationships/customXml" Target="../ink/ink2182.xml"/><Relationship Id="rId61" Type="http://schemas.openxmlformats.org/officeDocument/2006/relationships/customXml" Target="../ink/ink2030.xml"/><Relationship Id="rId199" Type="http://schemas.openxmlformats.org/officeDocument/2006/relationships/image" Target="../media/image1998.png"/><Relationship Id="rId19" Type="http://schemas.openxmlformats.org/officeDocument/2006/relationships/customXml" Target="../ink/ink2009.xml"/><Relationship Id="rId224" Type="http://schemas.openxmlformats.org/officeDocument/2006/relationships/customXml" Target="../ink/ink2112.xml"/><Relationship Id="rId266" Type="http://schemas.openxmlformats.org/officeDocument/2006/relationships/customXml" Target="../ink/ink2133.xml"/><Relationship Id="rId431" Type="http://schemas.openxmlformats.org/officeDocument/2006/relationships/image" Target="../media/image2107.png"/><Relationship Id="rId473" Type="http://schemas.openxmlformats.org/officeDocument/2006/relationships/customXml" Target="../ink/ink2238.xml"/><Relationship Id="rId529" Type="http://schemas.openxmlformats.org/officeDocument/2006/relationships/image" Target="../media/image2155.png"/><Relationship Id="rId30" Type="http://schemas.openxmlformats.org/officeDocument/2006/relationships/image" Target="../media/image1922.png"/><Relationship Id="rId126" Type="http://schemas.openxmlformats.org/officeDocument/2006/relationships/image" Target="../media/image1969.png"/><Relationship Id="rId168" Type="http://schemas.openxmlformats.org/officeDocument/2006/relationships/image" Target="../media/image1987.png"/><Relationship Id="rId333" Type="http://schemas.openxmlformats.org/officeDocument/2006/relationships/image" Target="../media/image2063.png"/><Relationship Id="rId540" Type="http://schemas.openxmlformats.org/officeDocument/2006/relationships/customXml" Target="../ink/ink2272.xml"/><Relationship Id="rId72" Type="http://schemas.openxmlformats.org/officeDocument/2006/relationships/image" Target="../media/image1942.png"/><Relationship Id="rId375" Type="http://schemas.openxmlformats.org/officeDocument/2006/relationships/image" Target="../media/image2084.png"/><Relationship Id="rId3" Type="http://schemas.openxmlformats.org/officeDocument/2006/relationships/customXml" Target="../ink/ink2001.xml"/><Relationship Id="rId235" Type="http://schemas.openxmlformats.org/officeDocument/2006/relationships/image" Target="../media/image2015.png"/><Relationship Id="rId277" Type="http://schemas.openxmlformats.org/officeDocument/2006/relationships/image" Target="../media/image2035.png"/><Relationship Id="rId400" Type="http://schemas.openxmlformats.org/officeDocument/2006/relationships/image" Target="../media/image2094.png"/><Relationship Id="rId442" Type="http://schemas.openxmlformats.org/officeDocument/2006/relationships/image" Target="../media/image2112.png"/><Relationship Id="rId484" Type="http://schemas.openxmlformats.org/officeDocument/2006/relationships/customXml" Target="../ink/ink2244.xml"/><Relationship Id="rId137" Type="http://schemas.openxmlformats.org/officeDocument/2006/relationships/customXml" Target="../ink/ink2068.xml"/><Relationship Id="rId302" Type="http://schemas.openxmlformats.org/officeDocument/2006/relationships/customXml" Target="../ink/ink2151.xml"/><Relationship Id="rId344" Type="http://schemas.openxmlformats.org/officeDocument/2006/relationships/customXml" Target="../ink/ink2172.xml"/><Relationship Id="rId41" Type="http://schemas.openxmlformats.org/officeDocument/2006/relationships/customXml" Target="../ink/ink2020.xml"/><Relationship Id="rId83" Type="http://schemas.openxmlformats.org/officeDocument/2006/relationships/customXml" Target="../ink/ink2041.xml"/><Relationship Id="rId179" Type="http://schemas.openxmlformats.org/officeDocument/2006/relationships/image" Target="../media/image1990.png"/><Relationship Id="rId386" Type="http://schemas.openxmlformats.org/officeDocument/2006/relationships/image" Target="../media/image804.png"/><Relationship Id="rId190" Type="http://schemas.openxmlformats.org/officeDocument/2006/relationships/customXml" Target="../ink/ink2095.xml"/><Relationship Id="rId204" Type="http://schemas.openxmlformats.org/officeDocument/2006/relationships/customXml" Target="../ink/ink2102.xml"/><Relationship Id="rId246" Type="http://schemas.openxmlformats.org/officeDocument/2006/relationships/customXml" Target="../ink/ink2123.xml"/><Relationship Id="rId288" Type="http://schemas.openxmlformats.org/officeDocument/2006/relationships/customXml" Target="../ink/ink2144.xml"/><Relationship Id="rId411" Type="http://schemas.openxmlformats.org/officeDocument/2006/relationships/customXml" Target="../ink/ink2206.xml"/><Relationship Id="rId453" Type="http://schemas.openxmlformats.org/officeDocument/2006/relationships/customXml" Target="../ink/ink2228.xml"/><Relationship Id="rId509" Type="http://schemas.openxmlformats.org/officeDocument/2006/relationships/image" Target="../media/image2145.png"/><Relationship Id="rId106" Type="http://schemas.openxmlformats.org/officeDocument/2006/relationships/image" Target="../media/image1959.png"/><Relationship Id="rId313" Type="http://schemas.openxmlformats.org/officeDocument/2006/relationships/image" Target="../media/image2053.png"/><Relationship Id="rId495" Type="http://schemas.openxmlformats.org/officeDocument/2006/relationships/image" Target="../media/image2138.png"/><Relationship Id="rId10" Type="http://schemas.openxmlformats.org/officeDocument/2006/relationships/image" Target="../media/image1913.png"/><Relationship Id="rId52" Type="http://schemas.openxmlformats.org/officeDocument/2006/relationships/image" Target="../media/image399.png"/><Relationship Id="rId94" Type="http://schemas.openxmlformats.org/officeDocument/2006/relationships/image" Target="../media/image1953.png"/><Relationship Id="rId148" Type="http://schemas.openxmlformats.org/officeDocument/2006/relationships/image" Target="../media/image1978.png"/><Relationship Id="rId355" Type="http://schemas.openxmlformats.org/officeDocument/2006/relationships/image" Target="../media/image2074.png"/><Relationship Id="rId397" Type="http://schemas.openxmlformats.org/officeDocument/2006/relationships/customXml" Target="../ink/ink2199.xml"/><Relationship Id="rId520" Type="http://schemas.openxmlformats.org/officeDocument/2006/relationships/customXml" Target="../ink/ink2262.xml"/><Relationship Id="rId215" Type="http://schemas.openxmlformats.org/officeDocument/2006/relationships/image" Target="../media/image2005.png"/><Relationship Id="rId257" Type="http://schemas.openxmlformats.org/officeDocument/2006/relationships/image" Target="../media/image2026.png"/><Relationship Id="rId422" Type="http://schemas.openxmlformats.org/officeDocument/2006/relationships/customXml" Target="../ink/ink2212.xml"/><Relationship Id="rId464" Type="http://schemas.openxmlformats.org/officeDocument/2006/relationships/image" Target="../media/image2123.png"/><Relationship Id="rId299" Type="http://schemas.openxmlformats.org/officeDocument/2006/relationships/image" Target="../media/image2046.png"/><Relationship Id="rId63" Type="http://schemas.openxmlformats.org/officeDocument/2006/relationships/customXml" Target="../ink/ink2031.xml"/><Relationship Id="rId159" Type="http://schemas.openxmlformats.org/officeDocument/2006/relationships/customXml" Target="../ink/ink2079.xml"/><Relationship Id="rId366" Type="http://schemas.openxmlformats.org/officeDocument/2006/relationships/customXml" Target="../ink/ink2183.xml"/><Relationship Id="rId226" Type="http://schemas.openxmlformats.org/officeDocument/2006/relationships/customXml" Target="../ink/ink2113.xml"/><Relationship Id="rId433" Type="http://schemas.openxmlformats.org/officeDocument/2006/relationships/customXml" Target="../ink/ink2218.xml"/><Relationship Id="rId74" Type="http://schemas.openxmlformats.org/officeDocument/2006/relationships/image" Target="../media/image1943.png"/><Relationship Id="rId377" Type="http://schemas.openxmlformats.org/officeDocument/2006/relationships/image" Target="../media/image2085.png"/><Relationship Id="rId500" Type="http://schemas.openxmlformats.org/officeDocument/2006/relationships/customXml" Target="../ink/ink2252.xml"/><Relationship Id="rId5" Type="http://schemas.openxmlformats.org/officeDocument/2006/relationships/customXml" Target="../ink/ink2002.xml"/><Relationship Id="rId237" Type="http://schemas.openxmlformats.org/officeDocument/2006/relationships/image" Target="../media/image2016.png"/><Relationship Id="rId444" Type="http://schemas.openxmlformats.org/officeDocument/2006/relationships/image" Target="../media/image2113.png"/><Relationship Id="rId290" Type="http://schemas.openxmlformats.org/officeDocument/2006/relationships/customXml" Target="../ink/ink2145.xml"/><Relationship Id="rId304" Type="http://schemas.openxmlformats.org/officeDocument/2006/relationships/customXml" Target="../ink/ink2152.xml"/><Relationship Id="rId388" Type="http://schemas.openxmlformats.org/officeDocument/2006/relationships/image" Target="../media/image1689.png"/><Relationship Id="rId511" Type="http://schemas.openxmlformats.org/officeDocument/2006/relationships/image" Target="../media/image2146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31.xml"/><Relationship Id="rId299" Type="http://schemas.openxmlformats.org/officeDocument/2006/relationships/customXml" Target="../ink/ink2422.xml"/><Relationship Id="rId21" Type="http://schemas.openxmlformats.org/officeDocument/2006/relationships/customXml" Target="../ink/ink2283.xml"/><Relationship Id="rId63" Type="http://schemas.openxmlformats.org/officeDocument/2006/relationships/customXml" Target="../ink/ink2304.xml"/><Relationship Id="rId159" Type="http://schemas.openxmlformats.org/officeDocument/2006/relationships/customXml" Target="../ink/ink2352.xml"/><Relationship Id="rId324" Type="http://schemas.openxmlformats.org/officeDocument/2006/relationships/image" Target="../media/image2318.png"/><Relationship Id="rId366" Type="http://schemas.openxmlformats.org/officeDocument/2006/relationships/image" Target="../media/image2338.png"/><Relationship Id="rId170" Type="http://schemas.openxmlformats.org/officeDocument/2006/relationships/image" Target="../media/image2242.png"/><Relationship Id="rId226" Type="http://schemas.openxmlformats.org/officeDocument/2006/relationships/image" Target="../media/image2269.png"/><Relationship Id="rId268" Type="http://schemas.openxmlformats.org/officeDocument/2006/relationships/image" Target="../media/image2290.png"/><Relationship Id="rId32" Type="http://schemas.openxmlformats.org/officeDocument/2006/relationships/image" Target="../media/image2177.png"/><Relationship Id="rId74" Type="http://schemas.openxmlformats.org/officeDocument/2006/relationships/image" Target="../media/image2197.png"/><Relationship Id="rId128" Type="http://schemas.openxmlformats.org/officeDocument/2006/relationships/image" Target="../media/image179.png"/><Relationship Id="rId335" Type="http://schemas.openxmlformats.org/officeDocument/2006/relationships/customXml" Target="../ink/ink2440.xml"/><Relationship Id="rId377" Type="http://schemas.openxmlformats.org/officeDocument/2006/relationships/customXml" Target="../ink/ink2461.xml"/><Relationship Id="rId5" Type="http://schemas.openxmlformats.org/officeDocument/2006/relationships/customXml" Target="../ink/ink2275.xml"/><Relationship Id="rId181" Type="http://schemas.openxmlformats.org/officeDocument/2006/relationships/customXml" Target="../ink/ink2363.xml"/><Relationship Id="rId237" Type="http://schemas.openxmlformats.org/officeDocument/2006/relationships/customXml" Target="../ink/ink2391.xml"/><Relationship Id="rId402" Type="http://schemas.openxmlformats.org/officeDocument/2006/relationships/image" Target="../media/image2356.png"/><Relationship Id="rId279" Type="http://schemas.openxmlformats.org/officeDocument/2006/relationships/customXml" Target="../ink/ink2412.xml"/><Relationship Id="rId43" Type="http://schemas.openxmlformats.org/officeDocument/2006/relationships/customXml" Target="../ink/ink2294.xml"/><Relationship Id="rId139" Type="http://schemas.openxmlformats.org/officeDocument/2006/relationships/customXml" Target="../ink/ink2342.xml"/><Relationship Id="rId290" Type="http://schemas.openxmlformats.org/officeDocument/2006/relationships/image" Target="../media/image2301.png"/><Relationship Id="rId304" Type="http://schemas.openxmlformats.org/officeDocument/2006/relationships/image" Target="../media/image2308.png"/><Relationship Id="rId346" Type="http://schemas.openxmlformats.org/officeDocument/2006/relationships/image" Target="../media/image2328.png"/><Relationship Id="rId388" Type="http://schemas.openxmlformats.org/officeDocument/2006/relationships/image" Target="../media/image2349.png"/><Relationship Id="rId85" Type="http://schemas.openxmlformats.org/officeDocument/2006/relationships/customXml" Target="../ink/ink2315.xml"/><Relationship Id="rId150" Type="http://schemas.openxmlformats.org/officeDocument/2006/relationships/image" Target="../media/image2233.png"/><Relationship Id="rId192" Type="http://schemas.openxmlformats.org/officeDocument/2006/relationships/image" Target="../media/image2253.png"/><Relationship Id="rId206" Type="http://schemas.openxmlformats.org/officeDocument/2006/relationships/image" Target="../media/image2259.png"/><Relationship Id="rId413" Type="http://schemas.openxmlformats.org/officeDocument/2006/relationships/customXml" Target="../ink/ink2479.xml"/><Relationship Id="rId248" Type="http://schemas.openxmlformats.org/officeDocument/2006/relationships/image" Target="../media/image2280.png"/><Relationship Id="rId12" Type="http://schemas.openxmlformats.org/officeDocument/2006/relationships/image" Target="../media/image2168.png"/><Relationship Id="rId108" Type="http://schemas.openxmlformats.org/officeDocument/2006/relationships/image" Target="../media/image2213.png"/><Relationship Id="rId315" Type="http://schemas.openxmlformats.org/officeDocument/2006/relationships/customXml" Target="../ink/ink2430.xml"/><Relationship Id="rId357" Type="http://schemas.openxmlformats.org/officeDocument/2006/relationships/customXml" Target="../ink/ink2451.xml"/><Relationship Id="rId54" Type="http://schemas.openxmlformats.org/officeDocument/2006/relationships/image" Target="../media/image2188.png"/><Relationship Id="rId96" Type="http://schemas.openxmlformats.org/officeDocument/2006/relationships/image" Target="../media/image2207.png"/><Relationship Id="rId161" Type="http://schemas.openxmlformats.org/officeDocument/2006/relationships/customXml" Target="../ink/ink2353.xml"/><Relationship Id="rId217" Type="http://schemas.openxmlformats.org/officeDocument/2006/relationships/customXml" Target="../ink/ink2381.xml"/><Relationship Id="rId399" Type="http://schemas.openxmlformats.org/officeDocument/2006/relationships/customXml" Target="../ink/ink2472.xml"/><Relationship Id="rId259" Type="http://schemas.openxmlformats.org/officeDocument/2006/relationships/customXml" Target="../ink/ink2402.xml"/><Relationship Id="rId424" Type="http://schemas.openxmlformats.org/officeDocument/2006/relationships/image" Target="../media/image2367.png"/><Relationship Id="rId23" Type="http://schemas.openxmlformats.org/officeDocument/2006/relationships/customXml" Target="../ink/ink2284.xml"/><Relationship Id="rId119" Type="http://schemas.openxmlformats.org/officeDocument/2006/relationships/customXml" Target="../ink/ink2332.xml"/><Relationship Id="rId270" Type="http://schemas.openxmlformats.org/officeDocument/2006/relationships/image" Target="../media/image2291.png"/><Relationship Id="rId326" Type="http://schemas.openxmlformats.org/officeDocument/2006/relationships/image" Target="../media/image2319.png"/><Relationship Id="rId65" Type="http://schemas.openxmlformats.org/officeDocument/2006/relationships/customXml" Target="../ink/ink2305.xml"/><Relationship Id="rId130" Type="http://schemas.openxmlformats.org/officeDocument/2006/relationships/image" Target="../media/image2223.png"/><Relationship Id="rId368" Type="http://schemas.openxmlformats.org/officeDocument/2006/relationships/image" Target="../media/image2339.png"/><Relationship Id="rId172" Type="http://schemas.openxmlformats.org/officeDocument/2006/relationships/image" Target="../media/image2243.png"/><Relationship Id="rId228" Type="http://schemas.openxmlformats.org/officeDocument/2006/relationships/image" Target="../media/image2270.png"/><Relationship Id="rId281" Type="http://schemas.openxmlformats.org/officeDocument/2006/relationships/customXml" Target="../ink/ink2413.xml"/><Relationship Id="rId337" Type="http://schemas.openxmlformats.org/officeDocument/2006/relationships/customXml" Target="../ink/ink2441.xml"/><Relationship Id="rId34" Type="http://schemas.openxmlformats.org/officeDocument/2006/relationships/image" Target="../media/image2178.png"/><Relationship Id="rId76" Type="http://schemas.openxmlformats.org/officeDocument/2006/relationships/image" Target="../media/image2198.png"/><Relationship Id="rId141" Type="http://schemas.openxmlformats.org/officeDocument/2006/relationships/customXml" Target="../ink/ink2343.xml"/><Relationship Id="rId379" Type="http://schemas.openxmlformats.org/officeDocument/2006/relationships/customXml" Target="../ink/ink2462.xml"/><Relationship Id="rId7" Type="http://schemas.openxmlformats.org/officeDocument/2006/relationships/customXml" Target="../ink/ink2276.xml"/><Relationship Id="rId183" Type="http://schemas.openxmlformats.org/officeDocument/2006/relationships/customXml" Target="../ink/ink2364.xml"/><Relationship Id="rId239" Type="http://schemas.openxmlformats.org/officeDocument/2006/relationships/customXml" Target="../ink/ink2392.xml"/><Relationship Id="rId390" Type="http://schemas.openxmlformats.org/officeDocument/2006/relationships/image" Target="../media/image2350.png"/><Relationship Id="rId404" Type="http://schemas.openxmlformats.org/officeDocument/2006/relationships/image" Target="../media/image2357.png"/><Relationship Id="rId250" Type="http://schemas.openxmlformats.org/officeDocument/2006/relationships/image" Target="../media/image2281.png"/><Relationship Id="rId292" Type="http://schemas.openxmlformats.org/officeDocument/2006/relationships/image" Target="../media/image2302.png"/><Relationship Id="rId306" Type="http://schemas.openxmlformats.org/officeDocument/2006/relationships/image" Target="../media/image2309.png"/><Relationship Id="rId45" Type="http://schemas.openxmlformats.org/officeDocument/2006/relationships/customXml" Target="../ink/ink2295.xml"/><Relationship Id="rId87" Type="http://schemas.openxmlformats.org/officeDocument/2006/relationships/customXml" Target="../ink/ink2316.xml"/><Relationship Id="rId110" Type="http://schemas.openxmlformats.org/officeDocument/2006/relationships/image" Target="../media/image2214.png"/><Relationship Id="rId348" Type="http://schemas.openxmlformats.org/officeDocument/2006/relationships/image" Target="../media/image2329.png"/><Relationship Id="rId152" Type="http://schemas.openxmlformats.org/officeDocument/2006/relationships/image" Target="../media/image2234.png"/><Relationship Id="rId194" Type="http://schemas.openxmlformats.org/officeDocument/2006/relationships/image" Target="../media/image401.png"/><Relationship Id="rId208" Type="http://schemas.openxmlformats.org/officeDocument/2006/relationships/image" Target="../media/image2260.png"/><Relationship Id="rId415" Type="http://schemas.openxmlformats.org/officeDocument/2006/relationships/customXml" Target="../ink/ink2480.xml"/><Relationship Id="rId261" Type="http://schemas.openxmlformats.org/officeDocument/2006/relationships/customXml" Target="../ink/ink2403.xml"/><Relationship Id="rId14" Type="http://schemas.openxmlformats.org/officeDocument/2006/relationships/image" Target="../media/image2169.png"/><Relationship Id="rId56" Type="http://schemas.openxmlformats.org/officeDocument/2006/relationships/image" Target="../media/image2189.png"/><Relationship Id="rId317" Type="http://schemas.openxmlformats.org/officeDocument/2006/relationships/customXml" Target="../ink/ink2431.xml"/><Relationship Id="rId359" Type="http://schemas.openxmlformats.org/officeDocument/2006/relationships/customXml" Target="../ink/ink2452.xml"/><Relationship Id="rId98" Type="http://schemas.openxmlformats.org/officeDocument/2006/relationships/image" Target="../media/image2208.png"/><Relationship Id="rId121" Type="http://schemas.openxmlformats.org/officeDocument/2006/relationships/customXml" Target="../ink/ink2333.xml"/><Relationship Id="rId163" Type="http://schemas.openxmlformats.org/officeDocument/2006/relationships/customXml" Target="../ink/ink2354.xml"/><Relationship Id="rId219" Type="http://schemas.openxmlformats.org/officeDocument/2006/relationships/customXml" Target="../ink/ink2382.xml"/><Relationship Id="rId370" Type="http://schemas.openxmlformats.org/officeDocument/2006/relationships/image" Target="../media/image2340.png"/><Relationship Id="rId230" Type="http://schemas.openxmlformats.org/officeDocument/2006/relationships/image" Target="../media/image2271.png"/><Relationship Id="rId25" Type="http://schemas.openxmlformats.org/officeDocument/2006/relationships/customXml" Target="../ink/ink2285.xml"/><Relationship Id="rId67" Type="http://schemas.openxmlformats.org/officeDocument/2006/relationships/customXml" Target="../ink/ink2306.xml"/><Relationship Id="rId272" Type="http://schemas.openxmlformats.org/officeDocument/2006/relationships/image" Target="../media/image2292.png"/><Relationship Id="rId328" Type="http://schemas.openxmlformats.org/officeDocument/2006/relationships/image" Target="../media/image2320.png"/><Relationship Id="rId132" Type="http://schemas.openxmlformats.org/officeDocument/2006/relationships/image" Target="../media/image2224.png"/><Relationship Id="rId174" Type="http://schemas.openxmlformats.org/officeDocument/2006/relationships/image" Target="../media/image2244.png"/><Relationship Id="rId381" Type="http://schemas.openxmlformats.org/officeDocument/2006/relationships/customXml" Target="../ink/ink2463.xml"/><Relationship Id="rId241" Type="http://schemas.openxmlformats.org/officeDocument/2006/relationships/customXml" Target="../ink/ink2393.xml"/><Relationship Id="rId36" Type="http://schemas.openxmlformats.org/officeDocument/2006/relationships/image" Target="../media/image2179.png"/><Relationship Id="rId283" Type="http://schemas.openxmlformats.org/officeDocument/2006/relationships/customXml" Target="../ink/ink2414.xml"/><Relationship Id="rId339" Type="http://schemas.openxmlformats.org/officeDocument/2006/relationships/customXml" Target="../ink/ink2442.xml"/><Relationship Id="rId78" Type="http://schemas.openxmlformats.org/officeDocument/2006/relationships/image" Target="../media/image2199.png"/><Relationship Id="rId101" Type="http://schemas.openxmlformats.org/officeDocument/2006/relationships/customXml" Target="../ink/ink2323.xml"/><Relationship Id="rId143" Type="http://schemas.openxmlformats.org/officeDocument/2006/relationships/customXml" Target="../ink/ink2344.xml"/><Relationship Id="rId185" Type="http://schemas.openxmlformats.org/officeDocument/2006/relationships/customXml" Target="../ink/ink2365.xml"/><Relationship Id="rId350" Type="http://schemas.openxmlformats.org/officeDocument/2006/relationships/image" Target="../media/image2330.png"/><Relationship Id="rId406" Type="http://schemas.openxmlformats.org/officeDocument/2006/relationships/image" Target="../media/image2358.png"/><Relationship Id="rId9" Type="http://schemas.openxmlformats.org/officeDocument/2006/relationships/customXml" Target="../ink/ink2277.xml"/><Relationship Id="rId210" Type="http://schemas.openxmlformats.org/officeDocument/2006/relationships/image" Target="../media/image2261.png"/><Relationship Id="rId392" Type="http://schemas.openxmlformats.org/officeDocument/2006/relationships/image" Target="../media/image2351.png"/><Relationship Id="rId252" Type="http://schemas.openxmlformats.org/officeDocument/2006/relationships/image" Target="../media/image2282.png"/><Relationship Id="rId294" Type="http://schemas.openxmlformats.org/officeDocument/2006/relationships/image" Target="../media/image2303.png"/><Relationship Id="rId308" Type="http://schemas.openxmlformats.org/officeDocument/2006/relationships/image" Target="../media/image2310.png"/><Relationship Id="rId47" Type="http://schemas.openxmlformats.org/officeDocument/2006/relationships/customXml" Target="../ink/ink2296.xml"/><Relationship Id="rId89" Type="http://schemas.openxmlformats.org/officeDocument/2006/relationships/customXml" Target="../ink/ink2317.xml"/><Relationship Id="rId112" Type="http://schemas.openxmlformats.org/officeDocument/2006/relationships/image" Target="../media/image2215.png"/><Relationship Id="rId154" Type="http://schemas.openxmlformats.org/officeDocument/2006/relationships/image" Target="../media/image2235.png"/><Relationship Id="rId361" Type="http://schemas.openxmlformats.org/officeDocument/2006/relationships/customXml" Target="../ink/ink2453.xml"/><Relationship Id="rId196" Type="http://schemas.openxmlformats.org/officeDocument/2006/relationships/image" Target="../media/image2254.png"/><Relationship Id="rId417" Type="http://schemas.openxmlformats.org/officeDocument/2006/relationships/customXml" Target="../ink/ink2481.xml"/><Relationship Id="rId16" Type="http://schemas.openxmlformats.org/officeDocument/2006/relationships/image" Target="../media/image2170.png"/><Relationship Id="rId221" Type="http://schemas.openxmlformats.org/officeDocument/2006/relationships/customXml" Target="../ink/ink2383.xml"/><Relationship Id="rId263" Type="http://schemas.openxmlformats.org/officeDocument/2006/relationships/customXml" Target="../ink/ink2404.xml"/><Relationship Id="rId319" Type="http://schemas.openxmlformats.org/officeDocument/2006/relationships/customXml" Target="../ink/ink2432.xml"/><Relationship Id="rId58" Type="http://schemas.openxmlformats.org/officeDocument/2006/relationships/image" Target="../media/image1784.png"/><Relationship Id="rId123" Type="http://schemas.openxmlformats.org/officeDocument/2006/relationships/customXml" Target="../ink/ink2334.xml"/><Relationship Id="rId330" Type="http://schemas.openxmlformats.org/officeDocument/2006/relationships/image" Target="../media/image2321.png"/><Relationship Id="rId165" Type="http://schemas.openxmlformats.org/officeDocument/2006/relationships/customXml" Target="../ink/ink2355.xml"/><Relationship Id="rId372" Type="http://schemas.openxmlformats.org/officeDocument/2006/relationships/image" Target="../media/image2341.png"/><Relationship Id="rId232" Type="http://schemas.openxmlformats.org/officeDocument/2006/relationships/image" Target="../media/image2272.png"/><Relationship Id="rId274" Type="http://schemas.openxmlformats.org/officeDocument/2006/relationships/image" Target="../media/image2293.png"/><Relationship Id="rId27" Type="http://schemas.openxmlformats.org/officeDocument/2006/relationships/customXml" Target="../ink/ink2286.xml"/><Relationship Id="rId69" Type="http://schemas.openxmlformats.org/officeDocument/2006/relationships/customXml" Target="../ink/ink2307.xml"/><Relationship Id="rId134" Type="http://schemas.openxmlformats.org/officeDocument/2006/relationships/image" Target="../media/image2225.png"/><Relationship Id="rId80" Type="http://schemas.openxmlformats.org/officeDocument/2006/relationships/image" Target="../media/image2200.png"/><Relationship Id="rId176" Type="http://schemas.openxmlformats.org/officeDocument/2006/relationships/image" Target="../media/image2245.png"/><Relationship Id="rId341" Type="http://schemas.openxmlformats.org/officeDocument/2006/relationships/customXml" Target="../ink/ink2443.xml"/><Relationship Id="rId383" Type="http://schemas.openxmlformats.org/officeDocument/2006/relationships/customXml" Target="../ink/ink2464.xml"/><Relationship Id="rId201" Type="http://schemas.openxmlformats.org/officeDocument/2006/relationships/customXml" Target="../ink/ink2373.xml"/><Relationship Id="rId243" Type="http://schemas.openxmlformats.org/officeDocument/2006/relationships/customXml" Target="../ink/ink2394.xml"/><Relationship Id="rId285" Type="http://schemas.openxmlformats.org/officeDocument/2006/relationships/customXml" Target="../ink/ink2415.xml"/><Relationship Id="rId17" Type="http://schemas.openxmlformats.org/officeDocument/2006/relationships/customXml" Target="../ink/ink2281.xml"/><Relationship Id="rId38" Type="http://schemas.openxmlformats.org/officeDocument/2006/relationships/image" Target="../media/image2180.png"/><Relationship Id="rId59" Type="http://schemas.openxmlformats.org/officeDocument/2006/relationships/customXml" Target="../ink/ink2302.xml"/><Relationship Id="rId103" Type="http://schemas.openxmlformats.org/officeDocument/2006/relationships/customXml" Target="../ink/ink2324.xml"/><Relationship Id="rId124" Type="http://schemas.openxmlformats.org/officeDocument/2006/relationships/image" Target="../media/image2221.png"/><Relationship Id="rId310" Type="http://schemas.openxmlformats.org/officeDocument/2006/relationships/image" Target="../media/image2311.png"/><Relationship Id="rId70" Type="http://schemas.openxmlformats.org/officeDocument/2006/relationships/image" Target="../media/image2195.png"/><Relationship Id="rId91" Type="http://schemas.openxmlformats.org/officeDocument/2006/relationships/customXml" Target="../ink/ink2318.xml"/><Relationship Id="rId145" Type="http://schemas.openxmlformats.org/officeDocument/2006/relationships/customXml" Target="../ink/ink2345.xml"/><Relationship Id="rId166" Type="http://schemas.openxmlformats.org/officeDocument/2006/relationships/image" Target="../media/image2240.png"/><Relationship Id="rId187" Type="http://schemas.openxmlformats.org/officeDocument/2006/relationships/customXml" Target="../ink/ink2366.xml"/><Relationship Id="rId331" Type="http://schemas.openxmlformats.org/officeDocument/2006/relationships/customXml" Target="../ink/ink2438.xml"/><Relationship Id="rId352" Type="http://schemas.openxmlformats.org/officeDocument/2006/relationships/image" Target="../media/image2331.png"/><Relationship Id="rId373" Type="http://schemas.openxmlformats.org/officeDocument/2006/relationships/customXml" Target="../ink/ink2459.xml"/><Relationship Id="rId394" Type="http://schemas.openxmlformats.org/officeDocument/2006/relationships/image" Target="../media/image2352.png"/><Relationship Id="rId408" Type="http://schemas.openxmlformats.org/officeDocument/2006/relationships/image" Target="../media/image2359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262.png"/><Relationship Id="rId233" Type="http://schemas.openxmlformats.org/officeDocument/2006/relationships/customXml" Target="../ink/ink2389.xml"/><Relationship Id="rId254" Type="http://schemas.openxmlformats.org/officeDocument/2006/relationships/image" Target="../media/image2283.png"/><Relationship Id="rId28" Type="http://schemas.openxmlformats.org/officeDocument/2006/relationships/image" Target="../media/image2175.png"/><Relationship Id="rId49" Type="http://schemas.openxmlformats.org/officeDocument/2006/relationships/customXml" Target="../ink/ink2297.xml"/><Relationship Id="rId114" Type="http://schemas.openxmlformats.org/officeDocument/2006/relationships/image" Target="../media/image2216.png"/><Relationship Id="rId275" Type="http://schemas.openxmlformats.org/officeDocument/2006/relationships/customXml" Target="../ink/ink2410.xml"/><Relationship Id="rId296" Type="http://schemas.openxmlformats.org/officeDocument/2006/relationships/image" Target="../media/image2304.png"/><Relationship Id="rId300" Type="http://schemas.openxmlformats.org/officeDocument/2006/relationships/image" Target="../media/image2306.png"/><Relationship Id="rId60" Type="http://schemas.openxmlformats.org/officeDocument/2006/relationships/image" Target="../media/image2190.png"/><Relationship Id="rId81" Type="http://schemas.openxmlformats.org/officeDocument/2006/relationships/customXml" Target="../ink/ink2313.xml"/><Relationship Id="rId135" Type="http://schemas.openxmlformats.org/officeDocument/2006/relationships/customXml" Target="../ink/ink2340.xml"/><Relationship Id="rId156" Type="http://schemas.openxmlformats.org/officeDocument/2006/relationships/image" Target="../media/image2236.png"/><Relationship Id="rId177" Type="http://schemas.openxmlformats.org/officeDocument/2006/relationships/customXml" Target="../ink/ink2361.xml"/><Relationship Id="rId198" Type="http://schemas.openxmlformats.org/officeDocument/2006/relationships/image" Target="../media/image2255.png"/><Relationship Id="rId321" Type="http://schemas.openxmlformats.org/officeDocument/2006/relationships/customXml" Target="../ink/ink2433.xml"/><Relationship Id="rId342" Type="http://schemas.openxmlformats.org/officeDocument/2006/relationships/image" Target="../media/image2326.png"/><Relationship Id="rId363" Type="http://schemas.openxmlformats.org/officeDocument/2006/relationships/customXml" Target="../ink/ink2454.xml"/><Relationship Id="rId384" Type="http://schemas.openxmlformats.org/officeDocument/2006/relationships/image" Target="../media/image2347.png"/><Relationship Id="rId419" Type="http://schemas.openxmlformats.org/officeDocument/2006/relationships/customXml" Target="../ink/ink2482.xml"/><Relationship Id="rId202" Type="http://schemas.openxmlformats.org/officeDocument/2006/relationships/image" Target="../media/image2257.png"/><Relationship Id="rId223" Type="http://schemas.openxmlformats.org/officeDocument/2006/relationships/customXml" Target="../ink/ink2384.xml"/><Relationship Id="rId244" Type="http://schemas.openxmlformats.org/officeDocument/2006/relationships/image" Target="../media/image2278.png"/><Relationship Id="rId18" Type="http://schemas.openxmlformats.org/officeDocument/2006/relationships/image" Target="../media/image2171.png"/><Relationship Id="rId39" Type="http://schemas.openxmlformats.org/officeDocument/2006/relationships/customXml" Target="../ink/ink2292.xml"/><Relationship Id="rId265" Type="http://schemas.openxmlformats.org/officeDocument/2006/relationships/customXml" Target="../ink/ink2405.xml"/><Relationship Id="rId286" Type="http://schemas.openxmlformats.org/officeDocument/2006/relationships/image" Target="../media/image2299.png"/><Relationship Id="rId50" Type="http://schemas.openxmlformats.org/officeDocument/2006/relationships/image" Target="../media/image2186.png"/><Relationship Id="rId104" Type="http://schemas.openxmlformats.org/officeDocument/2006/relationships/image" Target="../media/image2211.png"/><Relationship Id="rId125" Type="http://schemas.openxmlformats.org/officeDocument/2006/relationships/customXml" Target="../ink/ink2335.xml"/><Relationship Id="rId146" Type="http://schemas.openxmlformats.org/officeDocument/2006/relationships/image" Target="../media/image2231.png"/><Relationship Id="rId167" Type="http://schemas.openxmlformats.org/officeDocument/2006/relationships/customXml" Target="../ink/ink2356.xml"/><Relationship Id="rId188" Type="http://schemas.openxmlformats.org/officeDocument/2006/relationships/image" Target="../media/image2251.png"/><Relationship Id="rId311" Type="http://schemas.openxmlformats.org/officeDocument/2006/relationships/customXml" Target="../ink/ink2428.xml"/><Relationship Id="rId332" Type="http://schemas.openxmlformats.org/officeDocument/2006/relationships/image" Target="../media/image2322.png"/><Relationship Id="rId353" Type="http://schemas.openxmlformats.org/officeDocument/2006/relationships/customXml" Target="../ink/ink2449.xml"/><Relationship Id="rId374" Type="http://schemas.openxmlformats.org/officeDocument/2006/relationships/image" Target="../media/image2342.png"/><Relationship Id="rId395" Type="http://schemas.openxmlformats.org/officeDocument/2006/relationships/customXml" Target="../ink/ink2470.xml"/><Relationship Id="rId409" Type="http://schemas.openxmlformats.org/officeDocument/2006/relationships/customXml" Target="../ink/ink2477.xml"/><Relationship Id="rId71" Type="http://schemas.openxmlformats.org/officeDocument/2006/relationships/customXml" Target="../ink/ink2308.xml"/><Relationship Id="rId92" Type="http://schemas.openxmlformats.org/officeDocument/2006/relationships/image" Target="../media/image2205.png"/><Relationship Id="rId213" Type="http://schemas.openxmlformats.org/officeDocument/2006/relationships/customXml" Target="../ink/ink2379.xml"/><Relationship Id="rId234" Type="http://schemas.openxmlformats.org/officeDocument/2006/relationships/image" Target="../media/image2273.png"/><Relationship Id="rId420" Type="http://schemas.openxmlformats.org/officeDocument/2006/relationships/image" Target="../media/image2365.png"/><Relationship Id="rId2" Type="http://schemas.openxmlformats.org/officeDocument/2006/relationships/image" Target="../media/image2163.png"/><Relationship Id="rId29" Type="http://schemas.openxmlformats.org/officeDocument/2006/relationships/customXml" Target="../ink/ink2287.xml"/><Relationship Id="rId255" Type="http://schemas.openxmlformats.org/officeDocument/2006/relationships/customXml" Target="../ink/ink2400.xml"/><Relationship Id="rId276" Type="http://schemas.openxmlformats.org/officeDocument/2006/relationships/image" Target="../media/image2294.png"/><Relationship Id="rId297" Type="http://schemas.openxmlformats.org/officeDocument/2006/relationships/customXml" Target="../ink/ink2421.xml"/><Relationship Id="rId40" Type="http://schemas.openxmlformats.org/officeDocument/2006/relationships/image" Target="../media/image2181.png"/><Relationship Id="rId115" Type="http://schemas.openxmlformats.org/officeDocument/2006/relationships/customXml" Target="../ink/ink2330.xml"/><Relationship Id="rId136" Type="http://schemas.openxmlformats.org/officeDocument/2006/relationships/image" Target="../media/image2226.png"/><Relationship Id="rId157" Type="http://schemas.openxmlformats.org/officeDocument/2006/relationships/customXml" Target="../ink/ink2351.xml"/><Relationship Id="rId178" Type="http://schemas.openxmlformats.org/officeDocument/2006/relationships/image" Target="../media/image2246.png"/><Relationship Id="rId301" Type="http://schemas.openxmlformats.org/officeDocument/2006/relationships/customXml" Target="../ink/ink2423.xml"/><Relationship Id="rId322" Type="http://schemas.openxmlformats.org/officeDocument/2006/relationships/image" Target="../media/image2317.png"/><Relationship Id="rId343" Type="http://schemas.openxmlformats.org/officeDocument/2006/relationships/customXml" Target="../ink/ink2444.xml"/><Relationship Id="rId364" Type="http://schemas.openxmlformats.org/officeDocument/2006/relationships/image" Target="../media/image2337.png"/><Relationship Id="rId61" Type="http://schemas.openxmlformats.org/officeDocument/2006/relationships/customXml" Target="../ink/ink2303.xml"/><Relationship Id="rId82" Type="http://schemas.openxmlformats.org/officeDocument/2006/relationships/image" Target="../media/image2201.png"/><Relationship Id="rId199" Type="http://schemas.openxmlformats.org/officeDocument/2006/relationships/customXml" Target="../ink/ink2372.xml"/><Relationship Id="rId203" Type="http://schemas.openxmlformats.org/officeDocument/2006/relationships/customXml" Target="../ink/ink2374.xml"/><Relationship Id="rId385" Type="http://schemas.openxmlformats.org/officeDocument/2006/relationships/customXml" Target="../ink/ink2465.xml"/><Relationship Id="rId19" Type="http://schemas.openxmlformats.org/officeDocument/2006/relationships/customXml" Target="../ink/ink2282.xml"/><Relationship Id="rId224" Type="http://schemas.openxmlformats.org/officeDocument/2006/relationships/image" Target="../media/image2268.png"/><Relationship Id="rId245" Type="http://schemas.openxmlformats.org/officeDocument/2006/relationships/customXml" Target="../ink/ink2395.xml"/><Relationship Id="rId266" Type="http://schemas.openxmlformats.org/officeDocument/2006/relationships/image" Target="../media/image2289.png"/><Relationship Id="rId287" Type="http://schemas.openxmlformats.org/officeDocument/2006/relationships/customXml" Target="../ink/ink2416.xml"/><Relationship Id="rId410" Type="http://schemas.openxmlformats.org/officeDocument/2006/relationships/image" Target="../media/image2360.png"/><Relationship Id="rId30" Type="http://schemas.openxmlformats.org/officeDocument/2006/relationships/image" Target="../media/image2176.png"/><Relationship Id="rId105" Type="http://schemas.openxmlformats.org/officeDocument/2006/relationships/customXml" Target="../ink/ink2325.xml"/><Relationship Id="rId126" Type="http://schemas.openxmlformats.org/officeDocument/2006/relationships/image" Target="../media/image2222.png"/><Relationship Id="rId147" Type="http://schemas.openxmlformats.org/officeDocument/2006/relationships/customXml" Target="../ink/ink2346.xml"/><Relationship Id="rId168" Type="http://schemas.openxmlformats.org/officeDocument/2006/relationships/image" Target="../media/image2241.png"/><Relationship Id="rId312" Type="http://schemas.openxmlformats.org/officeDocument/2006/relationships/image" Target="../media/image2312.png"/><Relationship Id="rId333" Type="http://schemas.openxmlformats.org/officeDocument/2006/relationships/customXml" Target="../ink/ink2439.xml"/><Relationship Id="rId354" Type="http://schemas.openxmlformats.org/officeDocument/2006/relationships/image" Target="../media/image2332.png"/><Relationship Id="rId51" Type="http://schemas.openxmlformats.org/officeDocument/2006/relationships/customXml" Target="../ink/ink2298.xml"/><Relationship Id="rId72" Type="http://schemas.openxmlformats.org/officeDocument/2006/relationships/image" Target="../media/image2196.png"/><Relationship Id="rId93" Type="http://schemas.openxmlformats.org/officeDocument/2006/relationships/customXml" Target="../ink/ink2319.xml"/><Relationship Id="rId189" Type="http://schemas.openxmlformats.org/officeDocument/2006/relationships/customXml" Target="../ink/ink2367.xml"/><Relationship Id="rId375" Type="http://schemas.openxmlformats.org/officeDocument/2006/relationships/customXml" Target="../ink/ink2460.xml"/><Relationship Id="rId396" Type="http://schemas.openxmlformats.org/officeDocument/2006/relationships/image" Target="../media/image2353.png"/><Relationship Id="rId3" Type="http://schemas.openxmlformats.org/officeDocument/2006/relationships/customXml" Target="../ink/ink2274.xml"/><Relationship Id="rId214" Type="http://schemas.openxmlformats.org/officeDocument/2006/relationships/image" Target="../media/image2263.png"/><Relationship Id="rId235" Type="http://schemas.openxmlformats.org/officeDocument/2006/relationships/customXml" Target="../ink/ink2390.xml"/><Relationship Id="rId256" Type="http://schemas.openxmlformats.org/officeDocument/2006/relationships/image" Target="../media/image2284.png"/><Relationship Id="rId277" Type="http://schemas.openxmlformats.org/officeDocument/2006/relationships/customXml" Target="../ink/ink2411.xml"/><Relationship Id="rId298" Type="http://schemas.openxmlformats.org/officeDocument/2006/relationships/image" Target="../media/image2305.png"/><Relationship Id="rId400" Type="http://schemas.openxmlformats.org/officeDocument/2006/relationships/image" Target="../media/image2355.png"/><Relationship Id="rId421" Type="http://schemas.openxmlformats.org/officeDocument/2006/relationships/customXml" Target="../ink/ink2483.xml"/><Relationship Id="rId116" Type="http://schemas.openxmlformats.org/officeDocument/2006/relationships/image" Target="../media/image2217.png"/><Relationship Id="rId137" Type="http://schemas.openxmlformats.org/officeDocument/2006/relationships/customXml" Target="../ink/ink2341.xml"/><Relationship Id="rId158" Type="http://schemas.openxmlformats.org/officeDocument/2006/relationships/image" Target="../media/image2237.png"/><Relationship Id="rId302" Type="http://schemas.openxmlformats.org/officeDocument/2006/relationships/image" Target="../media/image2307.png"/><Relationship Id="rId323" Type="http://schemas.openxmlformats.org/officeDocument/2006/relationships/customXml" Target="../ink/ink2434.xml"/><Relationship Id="rId344" Type="http://schemas.openxmlformats.org/officeDocument/2006/relationships/image" Target="../media/image2327.png"/><Relationship Id="rId20" Type="http://schemas.openxmlformats.org/officeDocument/2006/relationships/image" Target="../media/image532.png"/><Relationship Id="rId41" Type="http://schemas.openxmlformats.org/officeDocument/2006/relationships/customXml" Target="../ink/ink2293.xml"/><Relationship Id="rId62" Type="http://schemas.openxmlformats.org/officeDocument/2006/relationships/image" Target="../media/image2191.png"/><Relationship Id="rId83" Type="http://schemas.openxmlformats.org/officeDocument/2006/relationships/customXml" Target="../ink/ink2314.xml"/><Relationship Id="rId179" Type="http://schemas.openxmlformats.org/officeDocument/2006/relationships/customXml" Target="../ink/ink2362.xml"/><Relationship Id="rId365" Type="http://schemas.openxmlformats.org/officeDocument/2006/relationships/customXml" Target="../ink/ink2455.xml"/><Relationship Id="rId386" Type="http://schemas.openxmlformats.org/officeDocument/2006/relationships/image" Target="../media/image2348.png"/><Relationship Id="rId190" Type="http://schemas.openxmlformats.org/officeDocument/2006/relationships/image" Target="../media/image2252.png"/><Relationship Id="rId204" Type="http://schemas.openxmlformats.org/officeDocument/2006/relationships/image" Target="../media/image2258.png"/><Relationship Id="rId225" Type="http://schemas.openxmlformats.org/officeDocument/2006/relationships/customXml" Target="../ink/ink2385.xml"/><Relationship Id="rId246" Type="http://schemas.openxmlformats.org/officeDocument/2006/relationships/image" Target="../media/image2279.png"/><Relationship Id="rId267" Type="http://schemas.openxmlformats.org/officeDocument/2006/relationships/customXml" Target="../ink/ink2406.xml"/><Relationship Id="rId288" Type="http://schemas.openxmlformats.org/officeDocument/2006/relationships/image" Target="../media/image2300.png"/><Relationship Id="rId411" Type="http://schemas.openxmlformats.org/officeDocument/2006/relationships/customXml" Target="../ink/ink2478.xml"/><Relationship Id="rId106" Type="http://schemas.openxmlformats.org/officeDocument/2006/relationships/image" Target="../media/image2212.png"/><Relationship Id="rId127" Type="http://schemas.openxmlformats.org/officeDocument/2006/relationships/customXml" Target="../ink/ink2336.xml"/><Relationship Id="rId313" Type="http://schemas.openxmlformats.org/officeDocument/2006/relationships/customXml" Target="../ink/ink2429.xml"/><Relationship Id="rId10" Type="http://schemas.openxmlformats.org/officeDocument/2006/relationships/image" Target="../media/image2167.png"/><Relationship Id="rId31" Type="http://schemas.openxmlformats.org/officeDocument/2006/relationships/customXml" Target="../ink/ink2288.xml"/><Relationship Id="rId52" Type="http://schemas.openxmlformats.org/officeDocument/2006/relationships/image" Target="../media/image2187.png"/><Relationship Id="rId73" Type="http://schemas.openxmlformats.org/officeDocument/2006/relationships/customXml" Target="../ink/ink2309.xml"/><Relationship Id="rId94" Type="http://schemas.openxmlformats.org/officeDocument/2006/relationships/image" Target="../media/image2206.png"/><Relationship Id="rId148" Type="http://schemas.openxmlformats.org/officeDocument/2006/relationships/image" Target="../media/image2232.png"/><Relationship Id="rId169" Type="http://schemas.openxmlformats.org/officeDocument/2006/relationships/customXml" Target="../ink/ink2357.xml"/><Relationship Id="rId334" Type="http://schemas.openxmlformats.org/officeDocument/2006/relationships/image" Target="../media/image2323.png"/><Relationship Id="rId355" Type="http://schemas.openxmlformats.org/officeDocument/2006/relationships/customXml" Target="../ink/ink2450.xml"/><Relationship Id="rId376" Type="http://schemas.openxmlformats.org/officeDocument/2006/relationships/image" Target="../media/image2343.png"/><Relationship Id="rId397" Type="http://schemas.openxmlformats.org/officeDocument/2006/relationships/customXml" Target="../ink/ink2471.xml"/><Relationship Id="rId4" Type="http://schemas.openxmlformats.org/officeDocument/2006/relationships/image" Target="../media/image2164.png"/><Relationship Id="rId180" Type="http://schemas.openxmlformats.org/officeDocument/2006/relationships/image" Target="../media/image2247.png"/><Relationship Id="rId215" Type="http://schemas.openxmlformats.org/officeDocument/2006/relationships/customXml" Target="../ink/ink2380.xml"/><Relationship Id="rId236" Type="http://schemas.openxmlformats.org/officeDocument/2006/relationships/image" Target="../media/image2274.png"/><Relationship Id="rId257" Type="http://schemas.openxmlformats.org/officeDocument/2006/relationships/customXml" Target="../ink/ink2401.xml"/><Relationship Id="rId278" Type="http://schemas.openxmlformats.org/officeDocument/2006/relationships/image" Target="../media/image2295.png"/><Relationship Id="rId401" Type="http://schemas.openxmlformats.org/officeDocument/2006/relationships/customXml" Target="../ink/ink2473.xml"/><Relationship Id="rId422" Type="http://schemas.openxmlformats.org/officeDocument/2006/relationships/image" Target="../media/image2366.png"/><Relationship Id="rId303" Type="http://schemas.openxmlformats.org/officeDocument/2006/relationships/customXml" Target="../ink/ink2424.xml"/><Relationship Id="rId42" Type="http://schemas.openxmlformats.org/officeDocument/2006/relationships/image" Target="../media/image2182.png"/><Relationship Id="rId84" Type="http://schemas.openxmlformats.org/officeDocument/2006/relationships/image" Target="../media/image2202.png"/><Relationship Id="rId138" Type="http://schemas.openxmlformats.org/officeDocument/2006/relationships/image" Target="../media/image2227.png"/><Relationship Id="rId345" Type="http://schemas.openxmlformats.org/officeDocument/2006/relationships/customXml" Target="../ink/ink2445.xml"/><Relationship Id="rId387" Type="http://schemas.openxmlformats.org/officeDocument/2006/relationships/customXml" Target="../ink/ink2466.xml"/><Relationship Id="rId191" Type="http://schemas.openxmlformats.org/officeDocument/2006/relationships/customXml" Target="../ink/ink2368.xml"/><Relationship Id="rId205" Type="http://schemas.openxmlformats.org/officeDocument/2006/relationships/customXml" Target="../ink/ink2375.xml"/><Relationship Id="rId247" Type="http://schemas.openxmlformats.org/officeDocument/2006/relationships/customXml" Target="../ink/ink2396.xml"/><Relationship Id="rId412" Type="http://schemas.openxmlformats.org/officeDocument/2006/relationships/image" Target="../media/image2361.png"/><Relationship Id="rId107" Type="http://schemas.openxmlformats.org/officeDocument/2006/relationships/customXml" Target="../ink/ink2326.xml"/><Relationship Id="rId289" Type="http://schemas.openxmlformats.org/officeDocument/2006/relationships/customXml" Target="../ink/ink2417.xml"/><Relationship Id="rId11" Type="http://schemas.openxmlformats.org/officeDocument/2006/relationships/customXml" Target="../ink/ink2278.xml"/><Relationship Id="rId53" Type="http://schemas.openxmlformats.org/officeDocument/2006/relationships/customXml" Target="../ink/ink2299.xml"/><Relationship Id="rId149" Type="http://schemas.openxmlformats.org/officeDocument/2006/relationships/customXml" Target="../ink/ink2347.xml"/><Relationship Id="rId314" Type="http://schemas.openxmlformats.org/officeDocument/2006/relationships/image" Target="../media/image2313.png"/><Relationship Id="rId356" Type="http://schemas.openxmlformats.org/officeDocument/2006/relationships/image" Target="../media/image2333.png"/><Relationship Id="rId398" Type="http://schemas.openxmlformats.org/officeDocument/2006/relationships/image" Target="../media/image2354.png"/><Relationship Id="rId95" Type="http://schemas.openxmlformats.org/officeDocument/2006/relationships/customXml" Target="../ink/ink2320.xml"/><Relationship Id="rId160" Type="http://schemas.openxmlformats.org/officeDocument/2006/relationships/image" Target="../media/image352.png"/><Relationship Id="rId216" Type="http://schemas.openxmlformats.org/officeDocument/2006/relationships/image" Target="../media/image2264.png"/><Relationship Id="rId423" Type="http://schemas.openxmlformats.org/officeDocument/2006/relationships/customXml" Target="../ink/ink2484.xml"/><Relationship Id="rId258" Type="http://schemas.openxmlformats.org/officeDocument/2006/relationships/image" Target="../media/image2285.png"/><Relationship Id="rId22" Type="http://schemas.openxmlformats.org/officeDocument/2006/relationships/image" Target="../media/image2172.png"/><Relationship Id="rId64" Type="http://schemas.openxmlformats.org/officeDocument/2006/relationships/image" Target="../media/image2192.png"/><Relationship Id="rId118" Type="http://schemas.openxmlformats.org/officeDocument/2006/relationships/image" Target="../media/image2218.png"/><Relationship Id="rId325" Type="http://schemas.openxmlformats.org/officeDocument/2006/relationships/customXml" Target="../ink/ink2435.xml"/><Relationship Id="rId367" Type="http://schemas.openxmlformats.org/officeDocument/2006/relationships/customXml" Target="../ink/ink2456.xml"/><Relationship Id="rId171" Type="http://schemas.openxmlformats.org/officeDocument/2006/relationships/customXml" Target="../ink/ink2358.xml"/><Relationship Id="rId227" Type="http://schemas.openxmlformats.org/officeDocument/2006/relationships/customXml" Target="../ink/ink2386.xml"/><Relationship Id="rId269" Type="http://schemas.openxmlformats.org/officeDocument/2006/relationships/customXml" Target="../ink/ink2407.xml"/><Relationship Id="rId33" Type="http://schemas.openxmlformats.org/officeDocument/2006/relationships/customXml" Target="../ink/ink2289.xml"/><Relationship Id="rId129" Type="http://schemas.openxmlformats.org/officeDocument/2006/relationships/customXml" Target="../ink/ink2337.xml"/><Relationship Id="rId280" Type="http://schemas.openxmlformats.org/officeDocument/2006/relationships/image" Target="../media/image2296.png"/><Relationship Id="rId336" Type="http://schemas.openxmlformats.org/officeDocument/2006/relationships/image" Target="../media/image2324.png"/><Relationship Id="rId75" Type="http://schemas.openxmlformats.org/officeDocument/2006/relationships/customXml" Target="../ink/ink2310.xml"/><Relationship Id="rId140" Type="http://schemas.openxmlformats.org/officeDocument/2006/relationships/image" Target="../media/image2228.png"/><Relationship Id="rId182" Type="http://schemas.openxmlformats.org/officeDocument/2006/relationships/image" Target="../media/image2248.png"/><Relationship Id="rId378" Type="http://schemas.openxmlformats.org/officeDocument/2006/relationships/image" Target="../media/image2344.png"/><Relationship Id="rId403" Type="http://schemas.openxmlformats.org/officeDocument/2006/relationships/customXml" Target="../ink/ink2474.xml"/><Relationship Id="rId6" Type="http://schemas.openxmlformats.org/officeDocument/2006/relationships/image" Target="../media/image2165.png"/><Relationship Id="rId238" Type="http://schemas.openxmlformats.org/officeDocument/2006/relationships/image" Target="../media/image2275.png"/><Relationship Id="rId291" Type="http://schemas.openxmlformats.org/officeDocument/2006/relationships/customXml" Target="../ink/ink2418.xml"/><Relationship Id="rId305" Type="http://schemas.openxmlformats.org/officeDocument/2006/relationships/customXml" Target="../ink/ink2425.xml"/><Relationship Id="rId347" Type="http://schemas.openxmlformats.org/officeDocument/2006/relationships/customXml" Target="../ink/ink2446.xml"/><Relationship Id="rId44" Type="http://schemas.openxmlformats.org/officeDocument/2006/relationships/image" Target="../media/image2183.png"/><Relationship Id="rId86" Type="http://schemas.openxmlformats.org/officeDocument/2006/relationships/image" Target="../media/image2203.png"/><Relationship Id="rId151" Type="http://schemas.openxmlformats.org/officeDocument/2006/relationships/customXml" Target="../ink/ink2348.xml"/><Relationship Id="rId389" Type="http://schemas.openxmlformats.org/officeDocument/2006/relationships/customXml" Target="../ink/ink2467.xml"/><Relationship Id="rId193" Type="http://schemas.openxmlformats.org/officeDocument/2006/relationships/customXml" Target="../ink/ink2369.xml"/><Relationship Id="rId207" Type="http://schemas.openxmlformats.org/officeDocument/2006/relationships/customXml" Target="../ink/ink2376.xml"/><Relationship Id="rId249" Type="http://schemas.openxmlformats.org/officeDocument/2006/relationships/customXml" Target="../ink/ink2397.xml"/><Relationship Id="rId414" Type="http://schemas.openxmlformats.org/officeDocument/2006/relationships/image" Target="../media/image2362.png"/><Relationship Id="rId13" Type="http://schemas.openxmlformats.org/officeDocument/2006/relationships/customXml" Target="../ink/ink2279.xml"/><Relationship Id="rId109" Type="http://schemas.openxmlformats.org/officeDocument/2006/relationships/customXml" Target="../ink/ink2327.xml"/><Relationship Id="rId260" Type="http://schemas.openxmlformats.org/officeDocument/2006/relationships/image" Target="../media/image2286.png"/><Relationship Id="rId316" Type="http://schemas.openxmlformats.org/officeDocument/2006/relationships/image" Target="../media/image2314.png"/><Relationship Id="rId55" Type="http://schemas.openxmlformats.org/officeDocument/2006/relationships/customXml" Target="../ink/ink2300.xml"/><Relationship Id="rId97" Type="http://schemas.openxmlformats.org/officeDocument/2006/relationships/customXml" Target="../ink/ink2321.xml"/><Relationship Id="rId120" Type="http://schemas.openxmlformats.org/officeDocument/2006/relationships/image" Target="../media/image2219.png"/><Relationship Id="rId358" Type="http://schemas.openxmlformats.org/officeDocument/2006/relationships/image" Target="../media/image2334.png"/><Relationship Id="rId162" Type="http://schemas.openxmlformats.org/officeDocument/2006/relationships/image" Target="../media/image2238.png"/><Relationship Id="rId218" Type="http://schemas.openxmlformats.org/officeDocument/2006/relationships/image" Target="../media/image2265.png"/><Relationship Id="rId271" Type="http://schemas.openxmlformats.org/officeDocument/2006/relationships/customXml" Target="../ink/ink2408.xml"/><Relationship Id="rId24" Type="http://schemas.openxmlformats.org/officeDocument/2006/relationships/image" Target="../media/image2173.png"/><Relationship Id="rId66" Type="http://schemas.openxmlformats.org/officeDocument/2006/relationships/image" Target="../media/image2193.png"/><Relationship Id="rId131" Type="http://schemas.openxmlformats.org/officeDocument/2006/relationships/customXml" Target="../ink/ink2338.xml"/><Relationship Id="rId327" Type="http://schemas.openxmlformats.org/officeDocument/2006/relationships/customXml" Target="../ink/ink2436.xml"/><Relationship Id="rId369" Type="http://schemas.openxmlformats.org/officeDocument/2006/relationships/customXml" Target="../ink/ink2457.xml"/><Relationship Id="rId173" Type="http://schemas.openxmlformats.org/officeDocument/2006/relationships/customXml" Target="../ink/ink2359.xml"/><Relationship Id="rId229" Type="http://schemas.openxmlformats.org/officeDocument/2006/relationships/customXml" Target="../ink/ink2387.xml"/><Relationship Id="rId380" Type="http://schemas.openxmlformats.org/officeDocument/2006/relationships/image" Target="../media/image2345.png"/><Relationship Id="rId240" Type="http://schemas.openxmlformats.org/officeDocument/2006/relationships/image" Target="../media/image2276.png"/><Relationship Id="rId35" Type="http://schemas.openxmlformats.org/officeDocument/2006/relationships/customXml" Target="../ink/ink2290.xml"/><Relationship Id="rId77" Type="http://schemas.openxmlformats.org/officeDocument/2006/relationships/customXml" Target="../ink/ink2311.xml"/><Relationship Id="rId100" Type="http://schemas.openxmlformats.org/officeDocument/2006/relationships/image" Target="../media/image2209.png"/><Relationship Id="rId282" Type="http://schemas.openxmlformats.org/officeDocument/2006/relationships/image" Target="../media/image2297.png"/><Relationship Id="rId338" Type="http://schemas.openxmlformats.org/officeDocument/2006/relationships/image" Target="../media/image1622.png"/><Relationship Id="rId8" Type="http://schemas.openxmlformats.org/officeDocument/2006/relationships/image" Target="../media/image2166.png"/><Relationship Id="rId142" Type="http://schemas.openxmlformats.org/officeDocument/2006/relationships/image" Target="../media/image2229.png"/><Relationship Id="rId184" Type="http://schemas.openxmlformats.org/officeDocument/2006/relationships/image" Target="../media/image2249.png"/><Relationship Id="rId391" Type="http://schemas.openxmlformats.org/officeDocument/2006/relationships/customXml" Target="../ink/ink2468.xml"/><Relationship Id="rId405" Type="http://schemas.openxmlformats.org/officeDocument/2006/relationships/customXml" Target="../ink/ink2475.xml"/><Relationship Id="rId251" Type="http://schemas.openxmlformats.org/officeDocument/2006/relationships/customXml" Target="../ink/ink2398.xml"/><Relationship Id="rId46" Type="http://schemas.openxmlformats.org/officeDocument/2006/relationships/image" Target="../media/image2184.png"/><Relationship Id="rId293" Type="http://schemas.openxmlformats.org/officeDocument/2006/relationships/customXml" Target="../ink/ink2419.xml"/><Relationship Id="rId307" Type="http://schemas.openxmlformats.org/officeDocument/2006/relationships/customXml" Target="../ink/ink2426.xml"/><Relationship Id="rId349" Type="http://schemas.openxmlformats.org/officeDocument/2006/relationships/customXml" Target="../ink/ink2447.xml"/><Relationship Id="rId88" Type="http://schemas.openxmlformats.org/officeDocument/2006/relationships/image" Target="../media/image2204.png"/><Relationship Id="rId111" Type="http://schemas.openxmlformats.org/officeDocument/2006/relationships/customXml" Target="../ink/ink2328.xml"/><Relationship Id="rId153" Type="http://schemas.openxmlformats.org/officeDocument/2006/relationships/customXml" Target="../ink/ink2349.xml"/><Relationship Id="rId195" Type="http://schemas.openxmlformats.org/officeDocument/2006/relationships/customXml" Target="../ink/ink2370.xml"/><Relationship Id="rId209" Type="http://schemas.openxmlformats.org/officeDocument/2006/relationships/customXml" Target="../ink/ink2377.xml"/><Relationship Id="rId360" Type="http://schemas.openxmlformats.org/officeDocument/2006/relationships/image" Target="../media/image2335.png"/><Relationship Id="rId416" Type="http://schemas.openxmlformats.org/officeDocument/2006/relationships/image" Target="../media/image2363.png"/><Relationship Id="rId220" Type="http://schemas.openxmlformats.org/officeDocument/2006/relationships/image" Target="../media/image2266.png"/><Relationship Id="rId15" Type="http://schemas.openxmlformats.org/officeDocument/2006/relationships/customXml" Target="../ink/ink2280.xml"/><Relationship Id="rId57" Type="http://schemas.openxmlformats.org/officeDocument/2006/relationships/customXml" Target="../ink/ink2301.xml"/><Relationship Id="rId262" Type="http://schemas.openxmlformats.org/officeDocument/2006/relationships/image" Target="../media/image2287.png"/><Relationship Id="rId318" Type="http://schemas.openxmlformats.org/officeDocument/2006/relationships/image" Target="../media/image2315.png"/><Relationship Id="rId99" Type="http://schemas.openxmlformats.org/officeDocument/2006/relationships/customXml" Target="../ink/ink2322.xml"/><Relationship Id="rId122" Type="http://schemas.openxmlformats.org/officeDocument/2006/relationships/image" Target="../media/image2220.png"/><Relationship Id="rId164" Type="http://schemas.openxmlformats.org/officeDocument/2006/relationships/image" Target="../media/image2239.png"/><Relationship Id="rId371" Type="http://schemas.openxmlformats.org/officeDocument/2006/relationships/customXml" Target="../ink/ink2458.xml"/><Relationship Id="rId26" Type="http://schemas.openxmlformats.org/officeDocument/2006/relationships/image" Target="../media/image2174.png"/><Relationship Id="rId231" Type="http://schemas.openxmlformats.org/officeDocument/2006/relationships/customXml" Target="../ink/ink2388.xml"/><Relationship Id="rId273" Type="http://schemas.openxmlformats.org/officeDocument/2006/relationships/customXml" Target="../ink/ink2409.xml"/><Relationship Id="rId329" Type="http://schemas.openxmlformats.org/officeDocument/2006/relationships/customXml" Target="../ink/ink2437.xml"/><Relationship Id="rId68" Type="http://schemas.openxmlformats.org/officeDocument/2006/relationships/image" Target="../media/image2194.png"/><Relationship Id="rId133" Type="http://schemas.openxmlformats.org/officeDocument/2006/relationships/customXml" Target="../ink/ink2339.xml"/><Relationship Id="rId175" Type="http://schemas.openxmlformats.org/officeDocument/2006/relationships/customXml" Target="../ink/ink2360.xml"/><Relationship Id="rId340" Type="http://schemas.openxmlformats.org/officeDocument/2006/relationships/image" Target="../media/image2325.png"/><Relationship Id="rId200" Type="http://schemas.openxmlformats.org/officeDocument/2006/relationships/image" Target="../media/image2256.png"/><Relationship Id="rId382" Type="http://schemas.openxmlformats.org/officeDocument/2006/relationships/image" Target="../media/image2346.png"/><Relationship Id="rId242" Type="http://schemas.openxmlformats.org/officeDocument/2006/relationships/image" Target="../media/image2277.png"/><Relationship Id="rId284" Type="http://schemas.openxmlformats.org/officeDocument/2006/relationships/image" Target="../media/image2298.png"/><Relationship Id="rId37" Type="http://schemas.openxmlformats.org/officeDocument/2006/relationships/customXml" Target="../ink/ink2291.xml"/><Relationship Id="rId79" Type="http://schemas.openxmlformats.org/officeDocument/2006/relationships/customXml" Target="../ink/ink2312.xml"/><Relationship Id="rId102" Type="http://schemas.openxmlformats.org/officeDocument/2006/relationships/image" Target="../media/image2210.png"/><Relationship Id="rId144" Type="http://schemas.openxmlformats.org/officeDocument/2006/relationships/image" Target="../media/image2230.png"/><Relationship Id="rId90" Type="http://schemas.openxmlformats.org/officeDocument/2006/relationships/image" Target="../media/image1237.png"/><Relationship Id="rId186" Type="http://schemas.openxmlformats.org/officeDocument/2006/relationships/image" Target="../media/image2250.png"/><Relationship Id="rId351" Type="http://schemas.openxmlformats.org/officeDocument/2006/relationships/customXml" Target="../ink/ink2448.xml"/><Relationship Id="rId393" Type="http://schemas.openxmlformats.org/officeDocument/2006/relationships/customXml" Target="../ink/ink2469.xml"/><Relationship Id="rId407" Type="http://schemas.openxmlformats.org/officeDocument/2006/relationships/customXml" Target="../ink/ink2476.xml"/><Relationship Id="rId211" Type="http://schemas.openxmlformats.org/officeDocument/2006/relationships/customXml" Target="../ink/ink2378.xml"/><Relationship Id="rId253" Type="http://schemas.openxmlformats.org/officeDocument/2006/relationships/customXml" Target="../ink/ink2399.xml"/><Relationship Id="rId295" Type="http://schemas.openxmlformats.org/officeDocument/2006/relationships/customXml" Target="../ink/ink2420.xml"/><Relationship Id="rId309" Type="http://schemas.openxmlformats.org/officeDocument/2006/relationships/customXml" Target="../ink/ink2427.xml"/><Relationship Id="rId48" Type="http://schemas.openxmlformats.org/officeDocument/2006/relationships/image" Target="../media/image2185.png"/><Relationship Id="rId113" Type="http://schemas.openxmlformats.org/officeDocument/2006/relationships/customXml" Target="../ink/ink2329.xml"/><Relationship Id="rId320" Type="http://schemas.openxmlformats.org/officeDocument/2006/relationships/image" Target="../media/image2316.png"/><Relationship Id="rId155" Type="http://schemas.openxmlformats.org/officeDocument/2006/relationships/customXml" Target="../ink/ink2350.xml"/><Relationship Id="rId197" Type="http://schemas.openxmlformats.org/officeDocument/2006/relationships/customXml" Target="../ink/ink2371.xml"/><Relationship Id="rId362" Type="http://schemas.openxmlformats.org/officeDocument/2006/relationships/image" Target="../media/image2336.png"/><Relationship Id="rId418" Type="http://schemas.openxmlformats.org/officeDocument/2006/relationships/image" Target="../media/image2364.png"/><Relationship Id="rId222" Type="http://schemas.openxmlformats.org/officeDocument/2006/relationships/image" Target="../media/image2267.png"/><Relationship Id="rId264" Type="http://schemas.openxmlformats.org/officeDocument/2006/relationships/image" Target="../media/image2288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23.png"/><Relationship Id="rId299" Type="http://schemas.openxmlformats.org/officeDocument/2006/relationships/image" Target="../media/image2514.png"/><Relationship Id="rId21" Type="http://schemas.openxmlformats.org/officeDocument/2006/relationships/image" Target="../media/image2376.png"/><Relationship Id="rId63" Type="http://schemas.openxmlformats.org/officeDocument/2006/relationships/image" Target="../media/image2397.png"/><Relationship Id="rId159" Type="http://schemas.openxmlformats.org/officeDocument/2006/relationships/image" Target="../media/image2444.png"/><Relationship Id="rId324" Type="http://schemas.openxmlformats.org/officeDocument/2006/relationships/customXml" Target="../ink/ink2645.xml"/><Relationship Id="rId366" Type="http://schemas.openxmlformats.org/officeDocument/2006/relationships/customXml" Target="../ink/ink2666.xml"/><Relationship Id="rId170" Type="http://schemas.openxmlformats.org/officeDocument/2006/relationships/customXml" Target="../ink/ink2568.xml"/><Relationship Id="rId226" Type="http://schemas.openxmlformats.org/officeDocument/2006/relationships/customXml" Target="../ink/ink2596.xml"/><Relationship Id="rId268" Type="http://schemas.openxmlformats.org/officeDocument/2006/relationships/customXml" Target="../ink/ink2617.xml"/><Relationship Id="rId32" Type="http://schemas.openxmlformats.org/officeDocument/2006/relationships/customXml" Target="../ink/ink2499.xml"/><Relationship Id="rId74" Type="http://schemas.openxmlformats.org/officeDocument/2006/relationships/customXml" Target="../ink/ink2520.xml"/><Relationship Id="rId128" Type="http://schemas.openxmlformats.org/officeDocument/2006/relationships/customXml" Target="../ink/ink2547.xml"/><Relationship Id="rId335" Type="http://schemas.openxmlformats.org/officeDocument/2006/relationships/image" Target="../media/image2532.png"/><Relationship Id="rId377" Type="http://schemas.openxmlformats.org/officeDocument/2006/relationships/image" Target="../media/image2553.png"/><Relationship Id="rId5" Type="http://schemas.openxmlformats.org/officeDocument/2006/relationships/image" Target="../media/image2368.png"/><Relationship Id="rId181" Type="http://schemas.openxmlformats.org/officeDocument/2006/relationships/image" Target="../media/image2455.png"/><Relationship Id="rId237" Type="http://schemas.openxmlformats.org/officeDocument/2006/relationships/image" Target="../media/image2483.png"/><Relationship Id="rId279" Type="http://schemas.openxmlformats.org/officeDocument/2006/relationships/image" Target="../media/image2504.png"/><Relationship Id="rId43" Type="http://schemas.openxmlformats.org/officeDocument/2006/relationships/image" Target="../media/image2387.png"/><Relationship Id="rId139" Type="http://schemas.openxmlformats.org/officeDocument/2006/relationships/image" Target="../media/image2434.png"/><Relationship Id="rId290" Type="http://schemas.openxmlformats.org/officeDocument/2006/relationships/customXml" Target="../ink/ink2628.xml"/><Relationship Id="rId304" Type="http://schemas.openxmlformats.org/officeDocument/2006/relationships/customXml" Target="../ink/ink2635.xml"/><Relationship Id="rId346" Type="http://schemas.openxmlformats.org/officeDocument/2006/relationships/customXml" Target="../ink/ink2656.xml"/><Relationship Id="rId388" Type="http://schemas.openxmlformats.org/officeDocument/2006/relationships/customXml" Target="../ink/ink2677.xml"/><Relationship Id="rId85" Type="http://schemas.openxmlformats.org/officeDocument/2006/relationships/image" Target="../media/image2407.png"/><Relationship Id="rId150" Type="http://schemas.openxmlformats.org/officeDocument/2006/relationships/customXml" Target="../ink/ink2558.xml"/><Relationship Id="rId192" Type="http://schemas.openxmlformats.org/officeDocument/2006/relationships/customXml" Target="../ink/ink2579.xml"/><Relationship Id="rId206" Type="http://schemas.openxmlformats.org/officeDocument/2006/relationships/customXml" Target="../ink/ink2586.xml"/><Relationship Id="rId248" Type="http://schemas.openxmlformats.org/officeDocument/2006/relationships/customXml" Target="../ink/ink2607.xml"/><Relationship Id="rId12" Type="http://schemas.openxmlformats.org/officeDocument/2006/relationships/customXml" Target="../ink/ink2489.xml"/><Relationship Id="rId108" Type="http://schemas.openxmlformats.org/officeDocument/2006/relationships/customXml" Target="../ink/ink2537.xml"/><Relationship Id="rId315" Type="http://schemas.openxmlformats.org/officeDocument/2006/relationships/image" Target="../media/image2522.png"/><Relationship Id="rId357" Type="http://schemas.openxmlformats.org/officeDocument/2006/relationships/image" Target="../media/image2543.png"/><Relationship Id="rId54" Type="http://schemas.openxmlformats.org/officeDocument/2006/relationships/customXml" Target="../ink/ink2510.xml"/><Relationship Id="rId96" Type="http://schemas.openxmlformats.org/officeDocument/2006/relationships/customXml" Target="../ink/ink2531.xml"/><Relationship Id="rId161" Type="http://schemas.openxmlformats.org/officeDocument/2006/relationships/image" Target="../media/image2445.png"/><Relationship Id="rId217" Type="http://schemas.openxmlformats.org/officeDocument/2006/relationships/image" Target="../media/image2473.png"/><Relationship Id="rId399" Type="http://schemas.openxmlformats.org/officeDocument/2006/relationships/image" Target="../media/image2564.png"/><Relationship Id="rId259" Type="http://schemas.openxmlformats.org/officeDocument/2006/relationships/image" Target="../media/image2494.png"/><Relationship Id="rId23" Type="http://schemas.openxmlformats.org/officeDocument/2006/relationships/image" Target="../media/image2377.png"/><Relationship Id="rId119" Type="http://schemas.openxmlformats.org/officeDocument/2006/relationships/image" Target="../media/image2424.png"/><Relationship Id="rId270" Type="http://schemas.openxmlformats.org/officeDocument/2006/relationships/customXml" Target="../ink/ink2618.xml"/><Relationship Id="rId326" Type="http://schemas.openxmlformats.org/officeDocument/2006/relationships/customXml" Target="../ink/ink2646.xml"/><Relationship Id="rId65" Type="http://schemas.openxmlformats.org/officeDocument/2006/relationships/image" Target="../media/image2398.png"/><Relationship Id="rId130" Type="http://schemas.openxmlformats.org/officeDocument/2006/relationships/customXml" Target="../ink/ink2548.xml"/><Relationship Id="rId368" Type="http://schemas.openxmlformats.org/officeDocument/2006/relationships/customXml" Target="../ink/ink2667.xml"/><Relationship Id="rId172" Type="http://schemas.openxmlformats.org/officeDocument/2006/relationships/customXml" Target="../ink/ink2569.xml"/><Relationship Id="rId228" Type="http://schemas.openxmlformats.org/officeDocument/2006/relationships/customXml" Target="../ink/ink2597.xml"/><Relationship Id="rId281" Type="http://schemas.openxmlformats.org/officeDocument/2006/relationships/image" Target="../media/image2505.png"/><Relationship Id="rId337" Type="http://schemas.openxmlformats.org/officeDocument/2006/relationships/image" Target="../media/image2533.png"/><Relationship Id="rId34" Type="http://schemas.openxmlformats.org/officeDocument/2006/relationships/customXml" Target="../ink/ink2500.xml"/><Relationship Id="rId76" Type="http://schemas.openxmlformats.org/officeDocument/2006/relationships/customXml" Target="../ink/ink2521.xml"/><Relationship Id="rId141" Type="http://schemas.openxmlformats.org/officeDocument/2006/relationships/image" Target="../media/image2435.png"/><Relationship Id="rId379" Type="http://schemas.openxmlformats.org/officeDocument/2006/relationships/image" Target="../media/image2554.png"/><Relationship Id="rId7" Type="http://schemas.openxmlformats.org/officeDocument/2006/relationships/image" Target="../media/image2369.png"/><Relationship Id="rId183" Type="http://schemas.openxmlformats.org/officeDocument/2006/relationships/image" Target="../media/image2456.png"/><Relationship Id="rId239" Type="http://schemas.openxmlformats.org/officeDocument/2006/relationships/image" Target="../media/image2484.png"/><Relationship Id="rId390" Type="http://schemas.openxmlformats.org/officeDocument/2006/relationships/customXml" Target="../ink/ink2678.xml"/><Relationship Id="rId250" Type="http://schemas.openxmlformats.org/officeDocument/2006/relationships/customXml" Target="../ink/ink2608.xml"/><Relationship Id="rId292" Type="http://schemas.openxmlformats.org/officeDocument/2006/relationships/customXml" Target="../ink/ink2629.xml"/><Relationship Id="rId306" Type="http://schemas.openxmlformats.org/officeDocument/2006/relationships/customXml" Target="../ink/ink2636.xml"/><Relationship Id="rId45" Type="http://schemas.openxmlformats.org/officeDocument/2006/relationships/image" Target="../media/image2388.png"/><Relationship Id="rId87" Type="http://schemas.openxmlformats.org/officeDocument/2006/relationships/image" Target="../media/image2408.png"/><Relationship Id="rId110" Type="http://schemas.openxmlformats.org/officeDocument/2006/relationships/customXml" Target="../ink/ink2538.xml"/><Relationship Id="rId348" Type="http://schemas.openxmlformats.org/officeDocument/2006/relationships/customXml" Target="../ink/ink2657.xml"/><Relationship Id="rId152" Type="http://schemas.openxmlformats.org/officeDocument/2006/relationships/customXml" Target="../ink/ink2559.xml"/><Relationship Id="rId194" Type="http://schemas.openxmlformats.org/officeDocument/2006/relationships/customXml" Target="../ink/ink2580.xml"/><Relationship Id="rId208" Type="http://schemas.openxmlformats.org/officeDocument/2006/relationships/customXml" Target="../ink/ink2587.xml"/><Relationship Id="rId261" Type="http://schemas.openxmlformats.org/officeDocument/2006/relationships/image" Target="../media/image2495.png"/><Relationship Id="rId14" Type="http://schemas.openxmlformats.org/officeDocument/2006/relationships/customXml" Target="../ink/ink2490.xml"/><Relationship Id="rId56" Type="http://schemas.openxmlformats.org/officeDocument/2006/relationships/customXml" Target="../ink/ink2511.xml"/><Relationship Id="rId317" Type="http://schemas.openxmlformats.org/officeDocument/2006/relationships/image" Target="../media/image2523.png"/><Relationship Id="rId359" Type="http://schemas.openxmlformats.org/officeDocument/2006/relationships/image" Target="../media/image2544.png"/><Relationship Id="rId98" Type="http://schemas.openxmlformats.org/officeDocument/2006/relationships/customXml" Target="../ink/ink2532.xml"/><Relationship Id="rId121" Type="http://schemas.openxmlformats.org/officeDocument/2006/relationships/image" Target="../media/image2425.png"/><Relationship Id="rId163" Type="http://schemas.openxmlformats.org/officeDocument/2006/relationships/image" Target="../media/image2446.png"/><Relationship Id="rId219" Type="http://schemas.openxmlformats.org/officeDocument/2006/relationships/image" Target="../media/image2474.png"/><Relationship Id="rId370" Type="http://schemas.openxmlformats.org/officeDocument/2006/relationships/customXml" Target="../ink/ink2668.xml"/><Relationship Id="rId230" Type="http://schemas.openxmlformats.org/officeDocument/2006/relationships/customXml" Target="../ink/ink2598.xml"/><Relationship Id="rId25" Type="http://schemas.openxmlformats.org/officeDocument/2006/relationships/image" Target="../media/image2378.png"/><Relationship Id="rId67" Type="http://schemas.openxmlformats.org/officeDocument/2006/relationships/image" Target="../media/image2399.png"/><Relationship Id="rId272" Type="http://schemas.openxmlformats.org/officeDocument/2006/relationships/customXml" Target="../ink/ink2619.xml"/><Relationship Id="rId328" Type="http://schemas.openxmlformats.org/officeDocument/2006/relationships/customXml" Target="../ink/ink2647.xml"/><Relationship Id="rId132" Type="http://schemas.openxmlformats.org/officeDocument/2006/relationships/customXml" Target="../ink/ink2549.xml"/><Relationship Id="rId174" Type="http://schemas.openxmlformats.org/officeDocument/2006/relationships/customXml" Target="../ink/ink2570.xml"/><Relationship Id="rId381" Type="http://schemas.openxmlformats.org/officeDocument/2006/relationships/image" Target="../media/image2555.png"/><Relationship Id="rId241" Type="http://schemas.openxmlformats.org/officeDocument/2006/relationships/image" Target="../media/image2485.png"/><Relationship Id="rId36" Type="http://schemas.openxmlformats.org/officeDocument/2006/relationships/customXml" Target="../ink/ink2501.xml"/><Relationship Id="rId283" Type="http://schemas.openxmlformats.org/officeDocument/2006/relationships/image" Target="../media/image2506.png"/><Relationship Id="rId339" Type="http://schemas.openxmlformats.org/officeDocument/2006/relationships/image" Target="../media/image2534.png"/><Relationship Id="rId78" Type="http://schemas.openxmlformats.org/officeDocument/2006/relationships/customXml" Target="../ink/ink2522.xml"/><Relationship Id="rId101" Type="http://schemas.openxmlformats.org/officeDocument/2006/relationships/image" Target="../media/image2415.png"/><Relationship Id="rId143" Type="http://schemas.openxmlformats.org/officeDocument/2006/relationships/image" Target="../media/image2436.png"/><Relationship Id="rId185" Type="http://schemas.openxmlformats.org/officeDocument/2006/relationships/image" Target="../media/image2457.png"/><Relationship Id="rId350" Type="http://schemas.openxmlformats.org/officeDocument/2006/relationships/customXml" Target="../ink/ink2658.xml"/><Relationship Id="rId9" Type="http://schemas.openxmlformats.org/officeDocument/2006/relationships/image" Target="../media/image2370.png"/><Relationship Id="rId210" Type="http://schemas.openxmlformats.org/officeDocument/2006/relationships/customXml" Target="../ink/ink2588.xml"/><Relationship Id="rId392" Type="http://schemas.openxmlformats.org/officeDocument/2006/relationships/customXml" Target="../ink/ink2679.xml"/><Relationship Id="rId252" Type="http://schemas.openxmlformats.org/officeDocument/2006/relationships/customXml" Target="../ink/ink2609.xml"/><Relationship Id="rId294" Type="http://schemas.openxmlformats.org/officeDocument/2006/relationships/customXml" Target="../ink/ink2630.xml"/><Relationship Id="rId308" Type="http://schemas.openxmlformats.org/officeDocument/2006/relationships/customXml" Target="../ink/ink2637.xml"/><Relationship Id="rId47" Type="http://schemas.openxmlformats.org/officeDocument/2006/relationships/image" Target="../media/image2389.png"/><Relationship Id="rId89" Type="http://schemas.openxmlformats.org/officeDocument/2006/relationships/image" Target="../media/image2409.png"/><Relationship Id="rId112" Type="http://schemas.openxmlformats.org/officeDocument/2006/relationships/customXml" Target="../ink/ink2539.xml"/><Relationship Id="rId154" Type="http://schemas.openxmlformats.org/officeDocument/2006/relationships/customXml" Target="../ink/ink2560.xml"/><Relationship Id="rId361" Type="http://schemas.openxmlformats.org/officeDocument/2006/relationships/image" Target="../media/image2545.png"/><Relationship Id="rId196" Type="http://schemas.openxmlformats.org/officeDocument/2006/relationships/customXml" Target="../ink/ink2581.xml"/><Relationship Id="rId16" Type="http://schemas.openxmlformats.org/officeDocument/2006/relationships/customXml" Target="../ink/ink2491.xml"/><Relationship Id="rId221" Type="http://schemas.openxmlformats.org/officeDocument/2006/relationships/image" Target="../media/image2475.png"/><Relationship Id="rId263" Type="http://schemas.openxmlformats.org/officeDocument/2006/relationships/image" Target="../media/image2496.png"/><Relationship Id="rId319" Type="http://schemas.openxmlformats.org/officeDocument/2006/relationships/image" Target="../media/image2524.png"/><Relationship Id="rId58" Type="http://schemas.openxmlformats.org/officeDocument/2006/relationships/customXml" Target="../ink/ink2512.xml"/><Relationship Id="rId123" Type="http://schemas.openxmlformats.org/officeDocument/2006/relationships/image" Target="../media/image2426.png"/><Relationship Id="rId330" Type="http://schemas.openxmlformats.org/officeDocument/2006/relationships/customXml" Target="../ink/ink2648.xml"/><Relationship Id="rId90" Type="http://schemas.openxmlformats.org/officeDocument/2006/relationships/customXml" Target="../ink/ink2528.xml"/><Relationship Id="rId165" Type="http://schemas.openxmlformats.org/officeDocument/2006/relationships/image" Target="../media/image2447.png"/><Relationship Id="rId186" Type="http://schemas.openxmlformats.org/officeDocument/2006/relationships/customXml" Target="../ink/ink2576.xml"/><Relationship Id="rId351" Type="http://schemas.openxmlformats.org/officeDocument/2006/relationships/image" Target="../media/image2540.png"/><Relationship Id="rId372" Type="http://schemas.openxmlformats.org/officeDocument/2006/relationships/customXml" Target="../ink/ink2669.xml"/><Relationship Id="rId393" Type="http://schemas.openxmlformats.org/officeDocument/2006/relationships/image" Target="../media/image2561.png"/><Relationship Id="rId211" Type="http://schemas.openxmlformats.org/officeDocument/2006/relationships/image" Target="../media/image2470.png"/><Relationship Id="rId232" Type="http://schemas.openxmlformats.org/officeDocument/2006/relationships/customXml" Target="../ink/ink2599.xml"/><Relationship Id="rId253" Type="http://schemas.openxmlformats.org/officeDocument/2006/relationships/image" Target="../media/image2491.png"/><Relationship Id="rId274" Type="http://schemas.openxmlformats.org/officeDocument/2006/relationships/customXml" Target="../ink/ink2620.xml"/><Relationship Id="rId295" Type="http://schemas.openxmlformats.org/officeDocument/2006/relationships/image" Target="../media/image2512.png"/><Relationship Id="rId309" Type="http://schemas.openxmlformats.org/officeDocument/2006/relationships/image" Target="../media/image2519.png"/><Relationship Id="rId27" Type="http://schemas.openxmlformats.org/officeDocument/2006/relationships/image" Target="../media/image2379.png"/><Relationship Id="rId48" Type="http://schemas.openxmlformats.org/officeDocument/2006/relationships/customXml" Target="../ink/ink2507.xml"/><Relationship Id="rId69" Type="http://schemas.openxmlformats.org/officeDocument/2006/relationships/image" Target="../media/image2400.png"/><Relationship Id="rId113" Type="http://schemas.openxmlformats.org/officeDocument/2006/relationships/image" Target="../media/image2421.png"/><Relationship Id="rId134" Type="http://schemas.openxmlformats.org/officeDocument/2006/relationships/customXml" Target="../ink/ink2550.xml"/><Relationship Id="rId320" Type="http://schemas.openxmlformats.org/officeDocument/2006/relationships/customXml" Target="../ink/ink2643.xml"/><Relationship Id="rId80" Type="http://schemas.openxmlformats.org/officeDocument/2006/relationships/customXml" Target="../ink/ink2523.xml"/><Relationship Id="rId155" Type="http://schemas.openxmlformats.org/officeDocument/2006/relationships/image" Target="../media/image2442.png"/><Relationship Id="rId176" Type="http://schemas.openxmlformats.org/officeDocument/2006/relationships/customXml" Target="../ink/ink2571.xml"/><Relationship Id="rId197" Type="http://schemas.openxmlformats.org/officeDocument/2006/relationships/image" Target="../media/image2463.png"/><Relationship Id="rId341" Type="http://schemas.openxmlformats.org/officeDocument/2006/relationships/image" Target="../media/image2535.png"/><Relationship Id="rId362" Type="http://schemas.openxmlformats.org/officeDocument/2006/relationships/customXml" Target="../ink/ink2664.xml"/><Relationship Id="rId383" Type="http://schemas.openxmlformats.org/officeDocument/2006/relationships/image" Target="../media/image2556.png"/><Relationship Id="rId201" Type="http://schemas.openxmlformats.org/officeDocument/2006/relationships/image" Target="../media/image2465.png"/><Relationship Id="rId222" Type="http://schemas.openxmlformats.org/officeDocument/2006/relationships/customXml" Target="../ink/ink2594.xml"/><Relationship Id="rId243" Type="http://schemas.openxmlformats.org/officeDocument/2006/relationships/image" Target="../media/image2486.png"/><Relationship Id="rId264" Type="http://schemas.openxmlformats.org/officeDocument/2006/relationships/customXml" Target="../ink/ink2615.xml"/><Relationship Id="rId285" Type="http://schemas.openxmlformats.org/officeDocument/2006/relationships/image" Target="../media/image2507.png"/><Relationship Id="rId17" Type="http://schemas.openxmlformats.org/officeDocument/2006/relationships/image" Target="../media/image2374.png"/><Relationship Id="rId38" Type="http://schemas.openxmlformats.org/officeDocument/2006/relationships/customXml" Target="../ink/ink2502.xml"/><Relationship Id="rId59" Type="http://schemas.openxmlformats.org/officeDocument/2006/relationships/image" Target="../media/image2395.png"/><Relationship Id="rId103" Type="http://schemas.openxmlformats.org/officeDocument/2006/relationships/image" Target="../media/image2416.png"/><Relationship Id="rId124" Type="http://schemas.openxmlformats.org/officeDocument/2006/relationships/customXml" Target="../ink/ink2545.xml"/><Relationship Id="rId310" Type="http://schemas.openxmlformats.org/officeDocument/2006/relationships/customXml" Target="../ink/ink2638.xml"/><Relationship Id="rId70" Type="http://schemas.openxmlformats.org/officeDocument/2006/relationships/customXml" Target="../ink/ink2518.xml"/><Relationship Id="rId91" Type="http://schemas.openxmlformats.org/officeDocument/2006/relationships/image" Target="../media/image2410.png"/><Relationship Id="rId145" Type="http://schemas.openxmlformats.org/officeDocument/2006/relationships/image" Target="../media/image2437.png"/><Relationship Id="rId166" Type="http://schemas.openxmlformats.org/officeDocument/2006/relationships/customXml" Target="../ink/ink2566.xml"/><Relationship Id="rId187" Type="http://schemas.openxmlformats.org/officeDocument/2006/relationships/image" Target="../media/image2458.png"/><Relationship Id="rId331" Type="http://schemas.openxmlformats.org/officeDocument/2006/relationships/image" Target="../media/image2530.png"/><Relationship Id="rId352" Type="http://schemas.openxmlformats.org/officeDocument/2006/relationships/customXml" Target="../ink/ink2659.xml"/><Relationship Id="rId373" Type="http://schemas.openxmlformats.org/officeDocument/2006/relationships/image" Target="../media/image2551.png"/><Relationship Id="rId394" Type="http://schemas.openxmlformats.org/officeDocument/2006/relationships/customXml" Target="../ink/ink268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89.xml"/><Relationship Id="rId233" Type="http://schemas.openxmlformats.org/officeDocument/2006/relationships/image" Target="../media/image2481.png"/><Relationship Id="rId254" Type="http://schemas.openxmlformats.org/officeDocument/2006/relationships/customXml" Target="../ink/ink2610.xml"/><Relationship Id="rId28" Type="http://schemas.openxmlformats.org/officeDocument/2006/relationships/customXml" Target="../ink/ink2497.xml"/><Relationship Id="rId49" Type="http://schemas.openxmlformats.org/officeDocument/2006/relationships/image" Target="../media/image2390.png"/><Relationship Id="rId114" Type="http://schemas.openxmlformats.org/officeDocument/2006/relationships/customXml" Target="../ink/ink2540.xml"/><Relationship Id="rId275" Type="http://schemas.openxmlformats.org/officeDocument/2006/relationships/image" Target="../media/image2502.png"/><Relationship Id="rId296" Type="http://schemas.openxmlformats.org/officeDocument/2006/relationships/customXml" Target="../ink/ink2631.xml"/><Relationship Id="rId300" Type="http://schemas.openxmlformats.org/officeDocument/2006/relationships/customXml" Target="../ink/ink2633.xml"/><Relationship Id="rId60" Type="http://schemas.openxmlformats.org/officeDocument/2006/relationships/customXml" Target="../ink/ink2513.xml"/><Relationship Id="rId81" Type="http://schemas.openxmlformats.org/officeDocument/2006/relationships/image" Target="../media/image2405.png"/><Relationship Id="rId135" Type="http://schemas.openxmlformats.org/officeDocument/2006/relationships/image" Target="../media/image2432.png"/><Relationship Id="rId156" Type="http://schemas.openxmlformats.org/officeDocument/2006/relationships/customXml" Target="../ink/ink2561.xml"/><Relationship Id="rId177" Type="http://schemas.openxmlformats.org/officeDocument/2006/relationships/image" Target="../media/image2453.png"/><Relationship Id="rId198" Type="http://schemas.openxmlformats.org/officeDocument/2006/relationships/customXml" Target="../ink/ink2582.xml"/><Relationship Id="rId321" Type="http://schemas.openxmlformats.org/officeDocument/2006/relationships/image" Target="../media/image2525.png"/><Relationship Id="rId342" Type="http://schemas.openxmlformats.org/officeDocument/2006/relationships/customXml" Target="../ink/ink2654.xml"/><Relationship Id="rId363" Type="http://schemas.openxmlformats.org/officeDocument/2006/relationships/image" Target="../media/image2546.png"/><Relationship Id="rId384" Type="http://schemas.openxmlformats.org/officeDocument/2006/relationships/customXml" Target="../ink/ink2675.xml"/><Relationship Id="rId202" Type="http://schemas.openxmlformats.org/officeDocument/2006/relationships/customXml" Target="../ink/ink2584.xml"/><Relationship Id="rId223" Type="http://schemas.openxmlformats.org/officeDocument/2006/relationships/image" Target="../media/image2476.png"/><Relationship Id="rId244" Type="http://schemas.openxmlformats.org/officeDocument/2006/relationships/customXml" Target="../ink/ink2605.xml"/><Relationship Id="rId18" Type="http://schemas.openxmlformats.org/officeDocument/2006/relationships/customXml" Target="../ink/ink2492.xml"/><Relationship Id="rId39" Type="http://schemas.openxmlformats.org/officeDocument/2006/relationships/image" Target="../media/image2385.png"/><Relationship Id="rId265" Type="http://schemas.openxmlformats.org/officeDocument/2006/relationships/image" Target="../media/image2497.png"/><Relationship Id="rId286" Type="http://schemas.openxmlformats.org/officeDocument/2006/relationships/customXml" Target="../ink/ink2626.xml"/><Relationship Id="rId50" Type="http://schemas.openxmlformats.org/officeDocument/2006/relationships/customXml" Target="../ink/ink2508.xml"/><Relationship Id="rId104" Type="http://schemas.openxmlformats.org/officeDocument/2006/relationships/customXml" Target="../ink/ink2535.xml"/><Relationship Id="rId125" Type="http://schemas.openxmlformats.org/officeDocument/2006/relationships/image" Target="../media/image2427.png"/><Relationship Id="rId146" Type="http://schemas.openxmlformats.org/officeDocument/2006/relationships/customXml" Target="../ink/ink2556.xml"/><Relationship Id="rId167" Type="http://schemas.openxmlformats.org/officeDocument/2006/relationships/image" Target="../media/image2448.png"/><Relationship Id="rId188" Type="http://schemas.openxmlformats.org/officeDocument/2006/relationships/customXml" Target="../ink/ink2577.xml"/><Relationship Id="rId311" Type="http://schemas.openxmlformats.org/officeDocument/2006/relationships/image" Target="../media/image2520.png"/><Relationship Id="rId332" Type="http://schemas.openxmlformats.org/officeDocument/2006/relationships/customXml" Target="../ink/ink2649.xml"/><Relationship Id="rId353" Type="http://schemas.openxmlformats.org/officeDocument/2006/relationships/image" Target="../media/image2541.png"/><Relationship Id="rId374" Type="http://schemas.openxmlformats.org/officeDocument/2006/relationships/customXml" Target="../ink/ink2670.xml"/><Relationship Id="rId395" Type="http://schemas.openxmlformats.org/officeDocument/2006/relationships/image" Target="../media/image2562.png"/><Relationship Id="rId71" Type="http://schemas.openxmlformats.org/officeDocument/2006/relationships/image" Target="../media/image2401.png"/><Relationship Id="rId92" Type="http://schemas.openxmlformats.org/officeDocument/2006/relationships/customXml" Target="../ink/ink2529.xml"/><Relationship Id="rId213" Type="http://schemas.openxmlformats.org/officeDocument/2006/relationships/image" Target="../media/image2471.png"/><Relationship Id="rId234" Type="http://schemas.openxmlformats.org/officeDocument/2006/relationships/customXml" Target="../ink/ink2600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380.png"/><Relationship Id="rId255" Type="http://schemas.openxmlformats.org/officeDocument/2006/relationships/image" Target="../media/image2492.png"/><Relationship Id="rId276" Type="http://schemas.openxmlformats.org/officeDocument/2006/relationships/customXml" Target="../ink/ink2621.xml"/><Relationship Id="rId297" Type="http://schemas.openxmlformats.org/officeDocument/2006/relationships/image" Target="../media/image2513.png"/><Relationship Id="rId40" Type="http://schemas.openxmlformats.org/officeDocument/2006/relationships/customXml" Target="../ink/ink2503.xml"/><Relationship Id="rId115" Type="http://schemas.openxmlformats.org/officeDocument/2006/relationships/image" Target="../media/image2422.png"/><Relationship Id="rId136" Type="http://schemas.openxmlformats.org/officeDocument/2006/relationships/customXml" Target="../ink/ink2551.xml"/><Relationship Id="rId157" Type="http://schemas.openxmlformats.org/officeDocument/2006/relationships/image" Target="../media/image2443.png"/><Relationship Id="rId178" Type="http://schemas.openxmlformats.org/officeDocument/2006/relationships/customXml" Target="../ink/ink2572.xml"/><Relationship Id="rId301" Type="http://schemas.openxmlformats.org/officeDocument/2006/relationships/image" Target="../media/image2515.png"/><Relationship Id="rId322" Type="http://schemas.openxmlformats.org/officeDocument/2006/relationships/customXml" Target="../ink/ink2644.xml"/><Relationship Id="rId343" Type="http://schemas.openxmlformats.org/officeDocument/2006/relationships/image" Target="../media/image2536.png"/><Relationship Id="rId364" Type="http://schemas.openxmlformats.org/officeDocument/2006/relationships/customXml" Target="../ink/ink2665.xml"/><Relationship Id="rId61" Type="http://schemas.openxmlformats.org/officeDocument/2006/relationships/image" Target="../media/image2396.png"/><Relationship Id="rId82" Type="http://schemas.openxmlformats.org/officeDocument/2006/relationships/customXml" Target="../ink/ink2524.xml"/><Relationship Id="rId199" Type="http://schemas.openxmlformats.org/officeDocument/2006/relationships/image" Target="../media/image2464.png"/><Relationship Id="rId203" Type="http://schemas.openxmlformats.org/officeDocument/2006/relationships/image" Target="../media/image2466.png"/><Relationship Id="rId385" Type="http://schemas.openxmlformats.org/officeDocument/2006/relationships/image" Target="../media/image2557.png"/><Relationship Id="rId19" Type="http://schemas.openxmlformats.org/officeDocument/2006/relationships/image" Target="../media/image2375.png"/><Relationship Id="rId224" Type="http://schemas.openxmlformats.org/officeDocument/2006/relationships/customXml" Target="../ink/ink2595.xml"/><Relationship Id="rId245" Type="http://schemas.openxmlformats.org/officeDocument/2006/relationships/image" Target="../media/image2487.png"/><Relationship Id="rId266" Type="http://schemas.openxmlformats.org/officeDocument/2006/relationships/customXml" Target="../ink/ink2616.xml"/><Relationship Id="rId287" Type="http://schemas.openxmlformats.org/officeDocument/2006/relationships/image" Target="../media/image2508.png"/><Relationship Id="rId30" Type="http://schemas.openxmlformats.org/officeDocument/2006/relationships/customXml" Target="../ink/ink2498.xml"/><Relationship Id="rId105" Type="http://schemas.openxmlformats.org/officeDocument/2006/relationships/image" Target="../media/image2417.png"/><Relationship Id="rId126" Type="http://schemas.openxmlformats.org/officeDocument/2006/relationships/customXml" Target="../ink/ink2546.xml"/><Relationship Id="rId147" Type="http://schemas.openxmlformats.org/officeDocument/2006/relationships/image" Target="../media/image2438.png"/><Relationship Id="rId168" Type="http://schemas.openxmlformats.org/officeDocument/2006/relationships/customXml" Target="../ink/ink2567.xml"/><Relationship Id="rId312" Type="http://schemas.openxmlformats.org/officeDocument/2006/relationships/customXml" Target="../ink/ink2639.xml"/><Relationship Id="rId333" Type="http://schemas.openxmlformats.org/officeDocument/2006/relationships/image" Target="../media/image2531.png"/><Relationship Id="rId354" Type="http://schemas.openxmlformats.org/officeDocument/2006/relationships/customXml" Target="../ink/ink2660.xml"/><Relationship Id="rId51" Type="http://schemas.openxmlformats.org/officeDocument/2006/relationships/image" Target="../media/image2391.png"/><Relationship Id="rId72" Type="http://schemas.openxmlformats.org/officeDocument/2006/relationships/customXml" Target="../ink/ink2519.xml"/><Relationship Id="rId93" Type="http://schemas.openxmlformats.org/officeDocument/2006/relationships/image" Target="../media/image2411.png"/><Relationship Id="rId189" Type="http://schemas.openxmlformats.org/officeDocument/2006/relationships/image" Target="../media/image2459.png"/><Relationship Id="rId375" Type="http://schemas.openxmlformats.org/officeDocument/2006/relationships/image" Target="../media/image2552.png"/><Relationship Id="rId396" Type="http://schemas.openxmlformats.org/officeDocument/2006/relationships/customXml" Target="../ink/ink2681.xml"/><Relationship Id="rId3" Type="http://schemas.openxmlformats.org/officeDocument/2006/relationships/image" Target="../media/image2163.png"/><Relationship Id="rId214" Type="http://schemas.openxmlformats.org/officeDocument/2006/relationships/customXml" Target="../ink/ink2590.xml"/><Relationship Id="rId235" Type="http://schemas.openxmlformats.org/officeDocument/2006/relationships/image" Target="../media/image2482.png"/><Relationship Id="rId256" Type="http://schemas.openxmlformats.org/officeDocument/2006/relationships/customXml" Target="../ink/ink2611.xml"/><Relationship Id="rId277" Type="http://schemas.openxmlformats.org/officeDocument/2006/relationships/image" Target="../media/image2503.png"/><Relationship Id="rId298" Type="http://schemas.openxmlformats.org/officeDocument/2006/relationships/customXml" Target="../ink/ink2632.xml"/><Relationship Id="rId400" Type="http://schemas.openxmlformats.org/officeDocument/2006/relationships/customXml" Target="../ink/ink2683.xml"/><Relationship Id="rId116" Type="http://schemas.openxmlformats.org/officeDocument/2006/relationships/customXml" Target="../ink/ink2541.xml"/><Relationship Id="rId137" Type="http://schemas.openxmlformats.org/officeDocument/2006/relationships/image" Target="../media/image2433.png"/><Relationship Id="rId158" Type="http://schemas.openxmlformats.org/officeDocument/2006/relationships/customXml" Target="../ink/ink2562.xml"/><Relationship Id="rId302" Type="http://schemas.openxmlformats.org/officeDocument/2006/relationships/customXml" Target="../ink/ink2634.xml"/><Relationship Id="rId323" Type="http://schemas.openxmlformats.org/officeDocument/2006/relationships/image" Target="../media/image2526.png"/><Relationship Id="rId344" Type="http://schemas.openxmlformats.org/officeDocument/2006/relationships/customXml" Target="../ink/ink2655.xml"/><Relationship Id="rId20" Type="http://schemas.openxmlformats.org/officeDocument/2006/relationships/customXml" Target="../ink/ink2493.xml"/><Relationship Id="rId41" Type="http://schemas.openxmlformats.org/officeDocument/2006/relationships/image" Target="../media/image2386.png"/><Relationship Id="rId62" Type="http://schemas.openxmlformats.org/officeDocument/2006/relationships/customXml" Target="../ink/ink2514.xml"/><Relationship Id="rId83" Type="http://schemas.openxmlformats.org/officeDocument/2006/relationships/image" Target="../media/image2406.png"/><Relationship Id="rId179" Type="http://schemas.openxmlformats.org/officeDocument/2006/relationships/image" Target="../media/image2454.png"/><Relationship Id="rId365" Type="http://schemas.openxmlformats.org/officeDocument/2006/relationships/image" Target="../media/image2547.png"/><Relationship Id="rId386" Type="http://schemas.openxmlformats.org/officeDocument/2006/relationships/customXml" Target="../ink/ink2676.xml"/><Relationship Id="rId190" Type="http://schemas.openxmlformats.org/officeDocument/2006/relationships/customXml" Target="../ink/ink2578.xml"/><Relationship Id="rId204" Type="http://schemas.openxmlformats.org/officeDocument/2006/relationships/customXml" Target="../ink/ink2585.xml"/><Relationship Id="rId225" Type="http://schemas.openxmlformats.org/officeDocument/2006/relationships/image" Target="../media/image2477.png"/><Relationship Id="rId246" Type="http://schemas.openxmlformats.org/officeDocument/2006/relationships/customXml" Target="../ink/ink2606.xml"/><Relationship Id="rId267" Type="http://schemas.openxmlformats.org/officeDocument/2006/relationships/image" Target="../media/image2498.png"/><Relationship Id="rId288" Type="http://schemas.openxmlformats.org/officeDocument/2006/relationships/customXml" Target="../ink/ink2627.xml"/><Relationship Id="rId106" Type="http://schemas.openxmlformats.org/officeDocument/2006/relationships/customXml" Target="../ink/ink2536.xml"/><Relationship Id="rId127" Type="http://schemas.openxmlformats.org/officeDocument/2006/relationships/image" Target="../media/image2428.png"/><Relationship Id="rId313" Type="http://schemas.openxmlformats.org/officeDocument/2006/relationships/image" Target="../media/image2521.png"/><Relationship Id="rId10" Type="http://schemas.openxmlformats.org/officeDocument/2006/relationships/customXml" Target="../ink/ink2488.xml"/><Relationship Id="rId31" Type="http://schemas.openxmlformats.org/officeDocument/2006/relationships/image" Target="../media/image2381.png"/><Relationship Id="rId52" Type="http://schemas.openxmlformats.org/officeDocument/2006/relationships/customXml" Target="../ink/ink2509.xml"/><Relationship Id="rId73" Type="http://schemas.openxmlformats.org/officeDocument/2006/relationships/image" Target="../media/image2402.png"/><Relationship Id="rId94" Type="http://schemas.openxmlformats.org/officeDocument/2006/relationships/customXml" Target="../ink/ink2530.xml"/><Relationship Id="rId148" Type="http://schemas.openxmlformats.org/officeDocument/2006/relationships/customXml" Target="../ink/ink2557.xml"/><Relationship Id="rId169" Type="http://schemas.openxmlformats.org/officeDocument/2006/relationships/image" Target="../media/image2449.png"/><Relationship Id="rId334" Type="http://schemas.openxmlformats.org/officeDocument/2006/relationships/customXml" Target="../ink/ink2650.xml"/><Relationship Id="rId355" Type="http://schemas.openxmlformats.org/officeDocument/2006/relationships/image" Target="../media/image2542.png"/><Relationship Id="rId376" Type="http://schemas.openxmlformats.org/officeDocument/2006/relationships/customXml" Target="../ink/ink2671.xml"/><Relationship Id="rId397" Type="http://schemas.openxmlformats.org/officeDocument/2006/relationships/image" Target="../media/image2563.png"/><Relationship Id="rId4" Type="http://schemas.openxmlformats.org/officeDocument/2006/relationships/customXml" Target="../ink/ink2485.xml"/><Relationship Id="rId180" Type="http://schemas.openxmlformats.org/officeDocument/2006/relationships/customXml" Target="../ink/ink2573.xml"/><Relationship Id="rId215" Type="http://schemas.openxmlformats.org/officeDocument/2006/relationships/image" Target="../media/image2472.png"/><Relationship Id="rId236" Type="http://schemas.openxmlformats.org/officeDocument/2006/relationships/customXml" Target="../ink/ink2601.xml"/><Relationship Id="rId257" Type="http://schemas.openxmlformats.org/officeDocument/2006/relationships/image" Target="../media/image2493.png"/><Relationship Id="rId278" Type="http://schemas.openxmlformats.org/officeDocument/2006/relationships/customXml" Target="../ink/ink2622.xml"/><Relationship Id="rId401" Type="http://schemas.openxmlformats.org/officeDocument/2006/relationships/image" Target="../media/image2565.png"/><Relationship Id="rId303" Type="http://schemas.openxmlformats.org/officeDocument/2006/relationships/image" Target="../media/image2516.png"/><Relationship Id="rId42" Type="http://schemas.openxmlformats.org/officeDocument/2006/relationships/customXml" Target="../ink/ink2504.xml"/><Relationship Id="rId84" Type="http://schemas.openxmlformats.org/officeDocument/2006/relationships/customXml" Target="../ink/ink2525.xml"/><Relationship Id="rId138" Type="http://schemas.openxmlformats.org/officeDocument/2006/relationships/customXml" Target="../ink/ink2552.xml"/><Relationship Id="rId345" Type="http://schemas.openxmlformats.org/officeDocument/2006/relationships/image" Target="../media/image2537.png"/><Relationship Id="rId387" Type="http://schemas.openxmlformats.org/officeDocument/2006/relationships/image" Target="../media/image2558.png"/><Relationship Id="rId191" Type="http://schemas.openxmlformats.org/officeDocument/2006/relationships/image" Target="../media/image2460.png"/><Relationship Id="rId205" Type="http://schemas.openxmlformats.org/officeDocument/2006/relationships/image" Target="../media/image2467.png"/><Relationship Id="rId247" Type="http://schemas.openxmlformats.org/officeDocument/2006/relationships/image" Target="../media/image2488.png"/><Relationship Id="rId107" Type="http://schemas.openxmlformats.org/officeDocument/2006/relationships/image" Target="../media/image2418.png"/><Relationship Id="rId289" Type="http://schemas.openxmlformats.org/officeDocument/2006/relationships/image" Target="../media/image2509.png"/><Relationship Id="rId11" Type="http://schemas.openxmlformats.org/officeDocument/2006/relationships/image" Target="../media/image2371.png"/><Relationship Id="rId53" Type="http://schemas.openxmlformats.org/officeDocument/2006/relationships/image" Target="../media/image2392.png"/><Relationship Id="rId149" Type="http://schemas.openxmlformats.org/officeDocument/2006/relationships/image" Target="../media/image2439.png"/><Relationship Id="rId314" Type="http://schemas.openxmlformats.org/officeDocument/2006/relationships/customXml" Target="../ink/ink2640.xml"/><Relationship Id="rId356" Type="http://schemas.openxmlformats.org/officeDocument/2006/relationships/customXml" Target="../ink/ink2661.xml"/><Relationship Id="rId398" Type="http://schemas.openxmlformats.org/officeDocument/2006/relationships/customXml" Target="../ink/ink2682.xml"/><Relationship Id="rId95" Type="http://schemas.openxmlformats.org/officeDocument/2006/relationships/image" Target="../media/image2412.png"/><Relationship Id="rId160" Type="http://schemas.openxmlformats.org/officeDocument/2006/relationships/customXml" Target="../ink/ink2563.xml"/><Relationship Id="rId216" Type="http://schemas.openxmlformats.org/officeDocument/2006/relationships/customXml" Target="../ink/ink2591.xml"/><Relationship Id="rId258" Type="http://schemas.openxmlformats.org/officeDocument/2006/relationships/customXml" Target="../ink/ink2612.xml"/><Relationship Id="rId22" Type="http://schemas.openxmlformats.org/officeDocument/2006/relationships/customXml" Target="../ink/ink2494.xml"/><Relationship Id="rId64" Type="http://schemas.openxmlformats.org/officeDocument/2006/relationships/customXml" Target="../ink/ink2515.xml"/><Relationship Id="rId118" Type="http://schemas.openxmlformats.org/officeDocument/2006/relationships/customXml" Target="../ink/ink2542.xml"/><Relationship Id="rId325" Type="http://schemas.openxmlformats.org/officeDocument/2006/relationships/image" Target="../media/image2527.png"/><Relationship Id="rId367" Type="http://schemas.openxmlformats.org/officeDocument/2006/relationships/image" Target="../media/image2548.png"/><Relationship Id="rId171" Type="http://schemas.openxmlformats.org/officeDocument/2006/relationships/image" Target="../media/image2450.png"/><Relationship Id="rId227" Type="http://schemas.openxmlformats.org/officeDocument/2006/relationships/image" Target="../media/image2478.png"/><Relationship Id="rId269" Type="http://schemas.openxmlformats.org/officeDocument/2006/relationships/image" Target="../media/image2499.png"/><Relationship Id="rId33" Type="http://schemas.openxmlformats.org/officeDocument/2006/relationships/image" Target="../media/image2382.png"/><Relationship Id="rId129" Type="http://schemas.openxmlformats.org/officeDocument/2006/relationships/image" Target="../media/image2429.png"/><Relationship Id="rId280" Type="http://schemas.openxmlformats.org/officeDocument/2006/relationships/customXml" Target="../ink/ink2623.xml"/><Relationship Id="rId336" Type="http://schemas.openxmlformats.org/officeDocument/2006/relationships/customXml" Target="../ink/ink2651.xml"/><Relationship Id="rId75" Type="http://schemas.openxmlformats.org/officeDocument/2006/relationships/image" Target="../media/image2403.png"/><Relationship Id="rId140" Type="http://schemas.openxmlformats.org/officeDocument/2006/relationships/customXml" Target="../ink/ink2553.xml"/><Relationship Id="rId182" Type="http://schemas.openxmlformats.org/officeDocument/2006/relationships/customXml" Target="../ink/ink2574.xml"/><Relationship Id="rId378" Type="http://schemas.openxmlformats.org/officeDocument/2006/relationships/customXml" Target="../ink/ink2672.xml"/><Relationship Id="rId6" Type="http://schemas.openxmlformats.org/officeDocument/2006/relationships/customXml" Target="../ink/ink2486.xml"/><Relationship Id="rId238" Type="http://schemas.openxmlformats.org/officeDocument/2006/relationships/customXml" Target="../ink/ink2602.xml"/><Relationship Id="rId291" Type="http://schemas.openxmlformats.org/officeDocument/2006/relationships/image" Target="../media/image2510.png"/><Relationship Id="rId305" Type="http://schemas.openxmlformats.org/officeDocument/2006/relationships/image" Target="../media/image2517.png"/><Relationship Id="rId347" Type="http://schemas.openxmlformats.org/officeDocument/2006/relationships/image" Target="../media/image2538.png"/><Relationship Id="rId44" Type="http://schemas.openxmlformats.org/officeDocument/2006/relationships/customXml" Target="../ink/ink2505.xml"/><Relationship Id="rId86" Type="http://schemas.openxmlformats.org/officeDocument/2006/relationships/customXml" Target="../ink/ink2526.xml"/><Relationship Id="rId151" Type="http://schemas.openxmlformats.org/officeDocument/2006/relationships/image" Target="../media/image2440.png"/><Relationship Id="rId389" Type="http://schemas.openxmlformats.org/officeDocument/2006/relationships/image" Target="../media/image2559.png"/><Relationship Id="rId193" Type="http://schemas.openxmlformats.org/officeDocument/2006/relationships/image" Target="../media/image2461.png"/><Relationship Id="rId207" Type="http://schemas.openxmlformats.org/officeDocument/2006/relationships/image" Target="../media/image2468.png"/><Relationship Id="rId249" Type="http://schemas.openxmlformats.org/officeDocument/2006/relationships/image" Target="../media/image2489.png"/><Relationship Id="rId13" Type="http://schemas.openxmlformats.org/officeDocument/2006/relationships/image" Target="../media/image2372.png"/><Relationship Id="rId109" Type="http://schemas.openxmlformats.org/officeDocument/2006/relationships/image" Target="../media/image2419.png"/><Relationship Id="rId260" Type="http://schemas.openxmlformats.org/officeDocument/2006/relationships/customXml" Target="../ink/ink2613.xml"/><Relationship Id="rId316" Type="http://schemas.openxmlformats.org/officeDocument/2006/relationships/customXml" Target="../ink/ink2641.xml"/><Relationship Id="rId55" Type="http://schemas.openxmlformats.org/officeDocument/2006/relationships/image" Target="../media/image2393.png"/><Relationship Id="rId97" Type="http://schemas.openxmlformats.org/officeDocument/2006/relationships/image" Target="../media/image2413.png"/><Relationship Id="rId120" Type="http://schemas.openxmlformats.org/officeDocument/2006/relationships/customXml" Target="../ink/ink2543.xml"/><Relationship Id="rId358" Type="http://schemas.openxmlformats.org/officeDocument/2006/relationships/customXml" Target="../ink/ink2662.xml"/><Relationship Id="rId162" Type="http://schemas.openxmlformats.org/officeDocument/2006/relationships/customXml" Target="../ink/ink2564.xml"/><Relationship Id="rId218" Type="http://schemas.openxmlformats.org/officeDocument/2006/relationships/customXml" Target="../ink/ink2592.xml"/><Relationship Id="rId271" Type="http://schemas.openxmlformats.org/officeDocument/2006/relationships/image" Target="../media/image2500.png"/><Relationship Id="rId24" Type="http://schemas.openxmlformats.org/officeDocument/2006/relationships/customXml" Target="../ink/ink2495.xml"/><Relationship Id="rId66" Type="http://schemas.openxmlformats.org/officeDocument/2006/relationships/customXml" Target="../ink/ink2516.xml"/><Relationship Id="rId131" Type="http://schemas.openxmlformats.org/officeDocument/2006/relationships/image" Target="../media/image2430.png"/><Relationship Id="rId327" Type="http://schemas.openxmlformats.org/officeDocument/2006/relationships/image" Target="../media/image2528.png"/><Relationship Id="rId369" Type="http://schemas.openxmlformats.org/officeDocument/2006/relationships/image" Target="../media/image2549.png"/><Relationship Id="rId173" Type="http://schemas.openxmlformats.org/officeDocument/2006/relationships/image" Target="../media/image2451.png"/><Relationship Id="rId229" Type="http://schemas.openxmlformats.org/officeDocument/2006/relationships/image" Target="../media/image2479.png"/><Relationship Id="rId380" Type="http://schemas.openxmlformats.org/officeDocument/2006/relationships/customXml" Target="../ink/ink2673.xml"/><Relationship Id="rId240" Type="http://schemas.openxmlformats.org/officeDocument/2006/relationships/customXml" Target="../ink/ink2603.xml"/><Relationship Id="rId35" Type="http://schemas.openxmlformats.org/officeDocument/2006/relationships/image" Target="../media/image2383.png"/><Relationship Id="rId77" Type="http://schemas.openxmlformats.org/officeDocument/2006/relationships/image" Target="../media/image2404.png"/><Relationship Id="rId100" Type="http://schemas.openxmlformats.org/officeDocument/2006/relationships/customXml" Target="../ink/ink2533.xml"/><Relationship Id="rId282" Type="http://schemas.openxmlformats.org/officeDocument/2006/relationships/customXml" Target="../ink/ink2624.xml"/><Relationship Id="rId338" Type="http://schemas.openxmlformats.org/officeDocument/2006/relationships/customXml" Target="../ink/ink2652.xml"/><Relationship Id="rId8" Type="http://schemas.openxmlformats.org/officeDocument/2006/relationships/customXml" Target="../ink/ink2487.xml"/><Relationship Id="rId142" Type="http://schemas.openxmlformats.org/officeDocument/2006/relationships/customXml" Target="../ink/ink2554.xml"/><Relationship Id="rId184" Type="http://schemas.openxmlformats.org/officeDocument/2006/relationships/customXml" Target="../ink/ink2575.xml"/><Relationship Id="rId391" Type="http://schemas.openxmlformats.org/officeDocument/2006/relationships/image" Target="../media/image2560.png"/><Relationship Id="rId251" Type="http://schemas.openxmlformats.org/officeDocument/2006/relationships/image" Target="../media/image2490.png"/><Relationship Id="rId46" Type="http://schemas.openxmlformats.org/officeDocument/2006/relationships/customXml" Target="../ink/ink2506.xml"/><Relationship Id="rId293" Type="http://schemas.openxmlformats.org/officeDocument/2006/relationships/image" Target="../media/image2511.png"/><Relationship Id="rId307" Type="http://schemas.openxmlformats.org/officeDocument/2006/relationships/image" Target="../media/image2518.png"/><Relationship Id="rId349" Type="http://schemas.openxmlformats.org/officeDocument/2006/relationships/image" Target="../media/image2539.png"/><Relationship Id="rId88" Type="http://schemas.openxmlformats.org/officeDocument/2006/relationships/customXml" Target="../ink/ink2527.xml"/><Relationship Id="rId111" Type="http://schemas.openxmlformats.org/officeDocument/2006/relationships/image" Target="../media/image2420.png"/><Relationship Id="rId153" Type="http://schemas.openxmlformats.org/officeDocument/2006/relationships/image" Target="../media/image2441.png"/><Relationship Id="rId195" Type="http://schemas.openxmlformats.org/officeDocument/2006/relationships/image" Target="../media/image2462.png"/><Relationship Id="rId209" Type="http://schemas.openxmlformats.org/officeDocument/2006/relationships/image" Target="../media/image2469.png"/><Relationship Id="rId360" Type="http://schemas.openxmlformats.org/officeDocument/2006/relationships/customXml" Target="../ink/ink2663.xml"/><Relationship Id="rId220" Type="http://schemas.openxmlformats.org/officeDocument/2006/relationships/customXml" Target="../ink/ink2593.xml"/><Relationship Id="rId15" Type="http://schemas.openxmlformats.org/officeDocument/2006/relationships/image" Target="../media/image2373.png"/><Relationship Id="rId57" Type="http://schemas.openxmlformats.org/officeDocument/2006/relationships/image" Target="../media/image2394.png"/><Relationship Id="rId262" Type="http://schemas.openxmlformats.org/officeDocument/2006/relationships/customXml" Target="../ink/ink2614.xml"/><Relationship Id="rId318" Type="http://schemas.openxmlformats.org/officeDocument/2006/relationships/customXml" Target="../ink/ink2642.xml"/><Relationship Id="rId99" Type="http://schemas.openxmlformats.org/officeDocument/2006/relationships/image" Target="../media/image2414.png"/><Relationship Id="rId122" Type="http://schemas.openxmlformats.org/officeDocument/2006/relationships/customXml" Target="../ink/ink2544.xml"/><Relationship Id="rId164" Type="http://schemas.openxmlformats.org/officeDocument/2006/relationships/customXml" Target="../ink/ink2565.xml"/><Relationship Id="rId371" Type="http://schemas.openxmlformats.org/officeDocument/2006/relationships/image" Target="../media/image2550.png"/><Relationship Id="rId26" Type="http://schemas.openxmlformats.org/officeDocument/2006/relationships/customXml" Target="../ink/ink2496.xml"/><Relationship Id="rId231" Type="http://schemas.openxmlformats.org/officeDocument/2006/relationships/image" Target="../media/image2480.png"/><Relationship Id="rId273" Type="http://schemas.openxmlformats.org/officeDocument/2006/relationships/image" Target="../media/image2501.png"/><Relationship Id="rId329" Type="http://schemas.openxmlformats.org/officeDocument/2006/relationships/image" Target="../media/image2529.png"/><Relationship Id="rId68" Type="http://schemas.openxmlformats.org/officeDocument/2006/relationships/customXml" Target="../ink/ink2517.xml"/><Relationship Id="rId133" Type="http://schemas.openxmlformats.org/officeDocument/2006/relationships/image" Target="../media/image2431.png"/><Relationship Id="rId175" Type="http://schemas.openxmlformats.org/officeDocument/2006/relationships/image" Target="../media/image2452.png"/><Relationship Id="rId340" Type="http://schemas.openxmlformats.org/officeDocument/2006/relationships/customXml" Target="../ink/ink2653.xml"/><Relationship Id="rId200" Type="http://schemas.openxmlformats.org/officeDocument/2006/relationships/customXml" Target="../ink/ink2583.xml"/><Relationship Id="rId382" Type="http://schemas.openxmlformats.org/officeDocument/2006/relationships/customXml" Target="../ink/ink2674.xml"/><Relationship Id="rId242" Type="http://schemas.openxmlformats.org/officeDocument/2006/relationships/customXml" Target="../ink/ink2604.xml"/><Relationship Id="rId284" Type="http://schemas.openxmlformats.org/officeDocument/2006/relationships/customXml" Target="../ink/ink2625.xml"/><Relationship Id="rId37" Type="http://schemas.openxmlformats.org/officeDocument/2006/relationships/image" Target="../media/image2384.png"/><Relationship Id="rId79" Type="http://schemas.openxmlformats.org/officeDocument/2006/relationships/image" Target="../media/image1689.png"/><Relationship Id="rId102" Type="http://schemas.openxmlformats.org/officeDocument/2006/relationships/customXml" Target="../ink/ink2534.xml"/><Relationship Id="rId144" Type="http://schemas.openxmlformats.org/officeDocument/2006/relationships/customXml" Target="../ink/ink2555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22.png"/><Relationship Id="rId21" Type="http://schemas.openxmlformats.org/officeDocument/2006/relationships/customXml" Target="../ink/ink2693.xml"/><Relationship Id="rId63" Type="http://schemas.openxmlformats.org/officeDocument/2006/relationships/image" Target="../media/image2595.png"/><Relationship Id="rId159" Type="http://schemas.openxmlformats.org/officeDocument/2006/relationships/image" Target="../media/image2643.png"/><Relationship Id="rId170" Type="http://schemas.openxmlformats.org/officeDocument/2006/relationships/image" Target="../media/image2648.png"/><Relationship Id="rId226" Type="http://schemas.openxmlformats.org/officeDocument/2006/relationships/image" Target="../media/image2676.png"/><Relationship Id="rId268" Type="http://schemas.openxmlformats.org/officeDocument/2006/relationships/image" Target="../media/image2697.png"/><Relationship Id="rId32" Type="http://schemas.openxmlformats.org/officeDocument/2006/relationships/image" Target="../media/image2581.png"/><Relationship Id="rId74" Type="http://schemas.openxmlformats.org/officeDocument/2006/relationships/customXml" Target="../ink/ink2719.xml"/><Relationship Id="rId128" Type="http://schemas.openxmlformats.org/officeDocument/2006/relationships/customXml" Target="../ink/ink2746.xml"/><Relationship Id="rId5" Type="http://schemas.openxmlformats.org/officeDocument/2006/relationships/customXml" Target="../ink/ink2685.xml"/><Relationship Id="rId181" Type="http://schemas.openxmlformats.org/officeDocument/2006/relationships/customXml" Target="../ink/ink2773.xml"/><Relationship Id="rId237" Type="http://schemas.openxmlformats.org/officeDocument/2006/relationships/customXml" Target="../ink/ink2801.xml"/><Relationship Id="rId279" Type="http://schemas.openxmlformats.org/officeDocument/2006/relationships/customXml" Target="../ink/ink2822.xml"/><Relationship Id="rId43" Type="http://schemas.openxmlformats.org/officeDocument/2006/relationships/customXml" Target="../ink/ink2704.xml"/><Relationship Id="rId139" Type="http://schemas.openxmlformats.org/officeDocument/2006/relationships/image" Target="../media/image2633.png"/><Relationship Id="rId290" Type="http://schemas.openxmlformats.org/officeDocument/2006/relationships/image" Target="../media/image2708.png"/><Relationship Id="rId85" Type="http://schemas.openxmlformats.org/officeDocument/2006/relationships/image" Target="../media/image2606.png"/><Relationship Id="rId150" Type="http://schemas.openxmlformats.org/officeDocument/2006/relationships/customXml" Target="../ink/ink2757.xml"/><Relationship Id="rId192" Type="http://schemas.openxmlformats.org/officeDocument/2006/relationships/image" Target="../media/image2659.png"/><Relationship Id="rId206" Type="http://schemas.openxmlformats.org/officeDocument/2006/relationships/image" Target="../media/image2666.png"/><Relationship Id="rId248" Type="http://schemas.openxmlformats.org/officeDocument/2006/relationships/image" Target="../media/image2687.png"/><Relationship Id="rId269" Type="http://schemas.openxmlformats.org/officeDocument/2006/relationships/customXml" Target="../ink/ink2817.xml"/><Relationship Id="rId12" Type="http://schemas.openxmlformats.org/officeDocument/2006/relationships/image" Target="../media/image2571.png"/><Relationship Id="rId33" Type="http://schemas.openxmlformats.org/officeDocument/2006/relationships/customXml" Target="../ink/ink2699.xml"/><Relationship Id="rId108" Type="http://schemas.openxmlformats.org/officeDocument/2006/relationships/customXml" Target="../ink/ink2736.xml"/><Relationship Id="rId129" Type="http://schemas.openxmlformats.org/officeDocument/2006/relationships/image" Target="../media/image2628.png"/><Relationship Id="rId280" Type="http://schemas.openxmlformats.org/officeDocument/2006/relationships/image" Target="../media/image2703.png"/><Relationship Id="rId54" Type="http://schemas.openxmlformats.org/officeDocument/2006/relationships/customXml" Target="../ink/ink2709.xml"/><Relationship Id="rId75" Type="http://schemas.openxmlformats.org/officeDocument/2006/relationships/image" Target="../media/image2601.png"/><Relationship Id="rId96" Type="http://schemas.openxmlformats.org/officeDocument/2006/relationships/customXml" Target="../ink/ink2730.xml"/><Relationship Id="rId140" Type="http://schemas.openxmlformats.org/officeDocument/2006/relationships/customXml" Target="../ink/ink2752.xml"/><Relationship Id="rId161" Type="http://schemas.openxmlformats.org/officeDocument/2006/relationships/image" Target="../media/image2644.png"/><Relationship Id="rId182" Type="http://schemas.openxmlformats.org/officeDocument/2006/relationships/image" Target="../media/image2654.png"/><Relationship Id="rId217" Type="http://schemas.openxmlformats.org/officeDocument/2006/relationships/customXml" Target="../ink/ink2791.xml"/><Relationship Id="rId6" Type="http://schemas.openxmlformats.org/officeDocument/2006/relationships/image" Target="../media/image2568.png"/><Relationship Id="rId238" Type="http://schemas.openxmlformats.org/officeDocument/2006/relationships/image" Target="../media/image2682.png"/><Relationship Id="rId259" Type="http://schemas.openxmlformats.org/officeDocument/2006/relationships/customXml" Target="../ink/ink2812.xml"/><Relationship Id="rId23" Type="http://schemas.openxmlformats.org/officeDocument/2006/relationships/customXml" Target="../ink/ink2694.xml"/><Relationship Id="rId119" Type="http://schemas.openxmlformats.org/officeDocument/2006/relationships/image" Target="../media/image2623.png"/><Relationship Id="rId270" Type="http://schemas.openxmlformats.org/officeDocument/2006/relationships/image" Target="../media/image2698.png"/><Relationship Id="rId291" Type="http://schemas.openxmlformats.org/officeDocument/2006/relationships/customXml" Target="../ink/ink2828.xml"/><Relationship Id="rId44" Type="http://schemas.openxmlformats.org/officeDocument/2006/relationships/image" Target="../media/image2587.png"/><Relationship Id="rId65" Type="http://schemas.openxmlformats.org/officeDocument/2006/relationships/image" Target="../media/image2596.png"/><Relationship Id="rId86" Type="http://schemas.openxmlformats.org/officeDocument/2006/relationships/customXml" Target="../ink/ink2725.xml"/><Relationship Id="rId130" Type="http://schemas.openxmlformats.org/officeDocument/2006/relationships/customXml" Target="../ink/ink2747.xml"/><Relationship Id="rId151" Type="http://schemas.openxmlformats.org/officeDocument/2006/relationships/image" Target="../media/image2639.png"/><Relationship Id="rId172" Type="http://schemas.openxmlformats.org/officeDocument/2006/relationships/image" Target="../media/image2649.png"/><Relationship Id="rId193" Type="http://schemas.openxmlformats.org/officeDocument/2006/relationships/customXml" Target="../ink/ink2779.xml"/><Relationship Id="rId207" Type="http://schemas.openxmlformats.org/officeDocument/2006/relationships/customXml" Target="../ink/ink2786.xml"/><Relationship Id="rId228" Type="http://schemas.openxmlformats.org/officeDocument/2006/relationships/image" Target="../media/image2677.png"/><Relationship Id="rId249" Type="http://schemas.openxmlformats.org/officeDocument/2006/relationships/customXml" Target="../ink/ink2807.xml"/><Relationship Id="rId13" Type="http://schemas.openxmlformats.org/officeDocument/2006/relationships/customXml" Target="../ink/ink2689.xml"/><Relationship Id="rId109" Type="http://schemas.openxmlformats.org/officeDocument/2006/relationships/image" Target="../media/image2618.png"/><Relationship Id="rId260" Type="http://schemas.openxmlformats.org/officeDocument/2006/relationships/image" Target="../media/image2693.png"/><Relationship Id="rId281" Type="http://schemas.openxmlformats.org/officeDocument/2006/relationships/customXml" Target="../ink/ink2823.xml"/><Relationship Id="rId34" Type="http://schemas.openxmlformats.org/officeDocument/2006/relationships/image" Target="../media/image2582.png"/><Relationship Id="rId55" Type="http://schemas.openxmlformats.org/officeDocument/2006/relationships/image" Target="../media/image2592.png"/><Relationship Id="rId76" Type="http://schemas.openxmlformats.org/officeDocument/2006/relationships/customXml" Target="../ink/ink2720.xml"/><Relationship Id="rId97" Type="http://schemas.openxmlformats.org/officeDocument/2006/relationships/image" Target="../media/image2612.png"/><Relationship Id="rId120" Type="http://schemas.openxmlformats.org/officeDocument/2006/relationships/customXml" Target="../ink/ink2742.xml"/><Relationship Id="rId141" Type="http://schemas.openxmlformats.org/officeDocument/2006/relationships/image" Target="../media/image2634.png"/><Relationship Id="rId7" Type="http://schemas.openxmlformats.org/officeDocument/2006/relationships/customXml" Target="../ink/ink2686.xml"/><Relationship Id="rId162" Type="http://schemas.openxmlformats.org/officeDocument/2006/relationships/customXml" Target="../ink/ink2763.xml"/><Relationship Id="rId183" Type="http://schemas.openxmlformats.org/officeDocument/2006/relationships/customXml" Target="../ink/ink2774.xml"/><Relationship Id="rId218" Type="http://schemas.openxmlformats.org/officeDocument/2006/relationships/image" Target="../media/image2672.png"/><Relationship Id="rId239" Type="http://schemas.openxmlformats.org/officeDocument/2006/relationships/customXml" Target="../ink/ink2802.xml"/><Relationship Id="rId250" Type="http://schemas.openxmlformats.org/officeDocument/2006/relationships/image" Target="../media/image2688.png"/><Relationship Id="rId271" Type="http://schemas.openxmlformats.org/officeDocument/2006/relationships/customXml" Target="../ink/ink2818.xml"/><Relationship Id="rId292" Type="http://schemas.openxmlformats.org/officeDocument/2006/relationships/image" Target="../media/image2709.png"/><Relationship Id="rId24" Type="http://schemas.openxmlformats.org/officeDocument/2006/relationships/image" Target="../media/image2577.png"/><Relationship Id="rId45" Type="http://schemas.openxmlformats.org/officeDocument/2006/relationships/image" Target="../media/image2588.png"/><Relationship Id="rId66" Type="http://schemas.openxmlformats.org/officeDocument/2006/relationships/customXml" Target="../ink/ink2715.xml"/><Relationship Id="rId87" Type="http://schemas.openxmlformats.org/officeDocument/2006/relationships/image" Target="../media/image2607.png"/><Relationship Id="rId110" Type="http://schemas.openxmlformats.org/officeDocument/2006/relationships/customXml" Target="../ink/ink2737.xml"/><Relationship Id="rId131" Type="http://schemas.openxmlformats.org/officeDocument/2006/relationships/image" Target="../media/image2629.png"/><Relationship Id="rId152" Type="http://schemas.openxmlformats.org/officeDocument/2006/relationships/customXml" Target="../ink/ink2758.xml"/><Relationship Id="rId173" Type="http://schemas.openxmlformats.org/officeDocument/2006/relationships/customXml" Target="../ink/ink2769.xml"/><Relationship Id="rId194" Type="http://schemas.openxmlformats.org/officeDocument/2006/relationships/image" Target="../media/image2660.png"/><Relationship Id="rId208" Type="http://schemas.openxmlformats.org/officeDocument/2006/relationships/image" Target="../media/image2667.png"/><Relationship Id="rId229" Type="http://schemas.openxmlformats.org/officeDocument/2006/relationships/customXml" Target="../ink/ink2797.xml"/><Relationship Id="rId240" Type="http://schemas.openxmlformats.org/officeDocument/2006/relationships/image" Target="../media/image2683.png"/><Relationship Id="rId261" Type="http://schemas.openxmlformats.org/officeDocument/2006/relationships/customXml" Target="../ink/ink2813.xml"/><Relationship Id="rId14" Type="http://schemas.openxmlformats.org/officeDocument/2006/relationships/image" Target="../media/image2572.png"/><Relationship Id="rId35" Type="http://schemas.openxmlformats.org/officeDocument/2006/relationships/customXml" Target="../ink/ink2700.xml"/><Relationship Id="rId56" Type="http://schemas.openxmlformats.org/officeDocument/2006/relationships/customXml" Target="../ink/ink2710.xml"/><Relationship Id="rId77" Type="http://schemas.openxmlformats.org/officeDocument/2006/relationships/image" Target="../media/image2602.png"/><Relationship Id="rId100" Type="http://schemas.openxmlformats.org/officeDocument/2006/relationships/customXml" Target="../ink/ink2732.xml"/><Relationship Id="rId282" Type="http://schemas.openxmlformats.org/officeDocument/2006/relationships/image" Target="../media/image2704.png"/><Relationship Id="rId8" Type="http://schemas.openxmlformats.org/officeDocument/2006/relationships/image" Target="../media/image2569.png"/><Relationship Id="rId98" Type="http://schemas.openxmlformats.org/officeDocument/2006/relationships/customXml" Target="../ink/ink2731.xml"/><Relationship Id="rId121" Type="http://schemas.openxmlformats.org/officeDocument/2006/relationships/image" Target="../media/image2624.png"/><Relationship Id="rId142" Type="http://schemas.openxmlformats.org/officeDocument/2006/relationships/customXml" Target="../ink/ink2753.xml"/><Relationship Id="rId163" Type="http://schemas.openxmlformats.org/officeDocument/2006/relationships/image" Target="../media/image2645.png"/><Relationship Id="rId184" Type="http://schemas.openxmlformats.org/officeDocument/2006/relationships/image" Target="../media/image2655.png"/><Relationship Id="rId219" Type="http://schemas.openxmlformats.org/officeDocument/2006/relationships/customXml" Target="../ink/ink2792.xml"/><Relationship Id="rId230" Type="http://schemas.openxmlformats.org/officeDocument/2006/relationships/image" Target="../media/image2678.png"/><Relationship Id="rId251" Type="http://schemas.openxmlformats.org/officeDocument/2006/relationships/customXml" Target="../ink/ink2808.xml"/><Relationship Id="rId25" Type="http://schemas.openxmlformats.org/officeDocument/2006/relationships/customXml" Target="../ink/ink2695.xml"/><Relationship Id="rId46" Type="http://schemas.openxmlformats.org/officeDocument/2006/relationships/customXml" Target="../ink/ink2705.xml"/><Relationship Id="rId67" Type="http://schemas.openxmlformats.org/officeDocument/2006/relationships/image" Target="../media/image2597.png"/><Relationship Id="rId272" Type="http://schemas.openxmlformats.org/officeDocument/2006/relationships/image" Target="../media/image2699.png"/><Relationship Id="rId88" Type="http://schemas.openxmlformats.org/officeDocument/2006/relationships/customXml" Target="../ink/ink2726.xml"/><Relationship Id="rId111" Type="http://schemas.openxmlformats.org/officeDocument/2006/relationships/image" Target="../media/image2619.png"/><Relationship Id="rId132" Type="http://schemas.openxmlformats.org/officeDocument/2006/relationships/customXml" Target="../ink/ink2748.xml"/><Relationship Id="rId153" Type="http://schemas.openxmlformats.org/officeDocument/2006/relationships/image" Target="../media/image2640.png"/><Relationship Id="rId174" Type="http://schemas.openxmlformats.org/officeDocument/2006/relationships/image" Target="../media/image2650.png"/><Relationship Id="rId195" Type="http://schemas.openxmlformats.org/officeDocument/2006/relationships/customXml" Target="../ink/ink2780.xml"/><Relationship Id="rId209" Type="http://schemas.openxmlformats.org/officeDocument/2006/relationships/customXml" Target="../ink/ink2787.xml"/><Relationship Id="rId220" Type="http://schemas.openxmlformats.org/officeDocument/2006/relationships/image" Target="../media/image2673.png"/><Relationship Id="rId241" Type="http://schemas.openxmlformats.org/officeDocument/2006/relationships/customXml" Target="../ink/ink2803.xml"/><Relationship Id="rId15" Type="http://schemas.openxmlformats.org/officeDocument/2006/relationships/customXml" Target="../ink/ink2690.xml"/><Relationship Id="rId36" Type="http://schemas.openxmlformats.org/officeDocument/2006/relationships/image" Target="../media/image2583.png"/><Relationship Id="rId57" Type="http://schemas.openxmlformats.org/officeDocument/2006/relationships/image" Target="../media/image1672.png"/><Relationship Id="rId262" Type="http://schemas.openxmlformats.org/officeDocument/2006/relationships/image" Target="../media/image2694.png"/><Relationship Id="rId283" Type="http://schemas.openxmlformats.org/officeDocument/2006/relationships/customXml" Target="../ink/ink2824.xml"/><Relationship Id="rId78" Type="http://schemas.openxmlformats.org/officeDocument/2006/relationships/customXml" Target="../ink/ink2721.xml"/><Relationship Id="rId99" Type="http://schemas.openxmlformats.org/officeDocument/2006/relationships/image" Target="../media/image2613.png"/><Relationship Id="rId101" Type="http://schemas.openxmlformats.org/officeDocument/2006/relationships/image" Target="../media/image2614.png"/><Relationship Id="rId122" Type="http://schemas.openxmlformats.org/officeDocument/2006/relationships/customXml" Target="../ink/ink2743.xml"/><Relationship Id="rId143" Type="http://schemas.openxmlformats.org/officeDocument/2006/relationships/image" Target="../media/image2635.png"/><Relationship Id="rId164" Type="http://schemas.openxmlformats.org/officeDocument/2006/relationships/customXml" Target="../ink/ink2764.xml"/><Relationship Id="rId185" Type="http://schemas.openxmlformats.org/officeDocument/2006/relationships/customXml" Target="../ink/ink2775.xml"/><Relationship Id="rId9" Type="http://schemas.openxmlformats.org/officeDocument/2006/relationships/customXml" Target="../ink/ink2687.xml"/><Relationship Id="rId210" Type="http://schemas.openxmlformats.org/officeDocument/2006/relationships/image" Target="../media/image2668.png"/><Relationship Id="rId26" Type="http://schemas.openxmlformats.org/officeDocument/2006/relationships/image" Target="../media/image2578.png"/><Relationship Id="rId231" Type="http://schemas.openxmlformats.org/officeDocument/2006/relationships/customXml" Target="../ink/ink2798.xml"/><Relationship Id="rId252" Type="http://schemas.openxmlformats.org/officeDocument/2006/relationships/image" Target="../media/image2689.png"/><Relationship Id="rId273" Type="http://schemas.openxmlformats.org/officeDocument/2006/relationships/customXml" Target="../ink/ink2819.xml"/><Relationship Id="rId47" Type="http://schemas.openxmlformats.org/officeDocument/2006/relationships/image" Target="../media/image179.png"/><Relationship Id="rId68" Type="http://schemas.openxmlformats.org/officeDocument/2006/relationships/customXml" Target="../ink/ink2716.xml"/><Relationship Id="rId89" Type="http://schemas.openxmlformats.org/officeDocument/2006/relationships/image" Target="../media/image2608.png"/><Relationship Id="rId112" Type="http://schemas.openxmlformats.org/officeDocument/2006/relationships/customXml" Target="../ink/ink2738.xml"/><Relationship Id="rId133" Type="http://schemas.openxmlformats.org/officeDocument/2006/relationships/image" Target="../media/image2630.png"/><Relationship Id="rId154" Type="http://schemas.openxmlformats.org/officeDocument/2006/relationships/customXml" Target="../ink/ink2759.xml"/><Relationship Id="rId175" Type="http://schemas.openxmlformats.org/officeDocument/2006/relationships/customXml" Target="../ink/ink2770.xml"/><Relationship Id="rId196" Type="http://schemas.openxmlformats.org/officeDocument/2006/relationships/image" Target="../media/image2661.png"/><Relationship Id="rId200" Type="http://schemas.openxmlformats.org/officeDocument/2006/relationships/image" Target="../media/image2663.png"/><Relationship Id="rId16" Type="http://schemas.openxmlformats.org/officeDocument/2006/relationships/image" Target="../media/image2573.png"/><Relationship Id="rId221" Type="http://schemas.openxmlformats.org/officeDocument/2006/relationships/customXml" Target="../ink/ink2793.xml"/><Relationship Id="rId242" Type="http://schemas.openxmlformats.org/officeDocument/2006/relationships/image" Target="../media/image2684.png"/><Relationship Id="rId263" Type="http://schemas.openxmlformats.org/officeDocument/2006/relationships/customXml" Target="../ink/ink2814.xml"/><Relationship Id="rId284" Type="http://schemas.openxmlformats.org/officeDocument/2006/relationships/image" Target="../media/image2705.png"/><Relationship Id="rId37" Type="http://schemas.openxmlformats.org/officeDocument/2006/relationships/customXml" Target="../ink/ink2701.xml"/><Relationship Id="rId58" Type="http://schemas.openxmlformats.org/officeDocument/2006/relationships/customXml" Target="../ink/ink2711.xml"/><Relationship Id="rId79" Type="http://schemas.openxmlformats.org/officeDocument/2006/relationships/image" Target="../media/image2603.png"/><Relationship Id="rId102" Type="http://schemas.openxmlformats.org/officeDocument/2006/relationships/customXml" Target="../ink/ink2733.xml"/><Relationship Id="rId123" Type="http://schemas.openxmlformats.org/officeDocument/2006/relationships/image" Target="../media/image2625.png"/><Relationship Id="rId144" Type="http://schemas.openxmlformats.org/officeDocument/2006/relationships/customXml" Target="../ink/ink2754.xml"/><Relationship Id="rId90" Type="http://schemas.openxmlformats.org/officeDocument/2006/relationships/customXml" Target="../ink/ink2727.xml"/><Relationship Id="rId165" Type="http://schemas.openxmlformats.org/officeDocument/2006/relationships/image" Target="../media/image2646.png"/><Relationship Id="rId186" Type="http://schemas.openxmlformats.org/officeDocument/2006/relationships/image" Target="../media/image2656.png"/><Relationship Id="rId211" Type="http://schemas.openxmlformats.org/officeDocument/2006/relationships/customXml" Target="../ink/ink2788.xml"/><Relationship Id="rId232" Type="http://schemas.openxmlformats.org/officeDocument/2006/relationships/image" Target="../media/image2679.png"/><Relationship Id="rId253" Type="http://schemas.openxmlformats.org/officeDocument/2006/relationships/customXml" Target="../ink/ink2809.xml"/><Relationship Id="rId274" Type="http://schemas.openxmlformats.org/officeDocument/2006/relationships/image" Target="../media/image2700.png"/><Relationship Id="rId27" Type="http://schemas.openxmlformats.org/officeDocument/2006/relationships/customXml" Target="../ink/ink2696.xml"/><Relationship Id="rId48" Type="http://schemas.openxmlformats.org/officeDocument/2006/relationships/customXml" Target="../ink/ink2706.xml"/><Relationship Id="rId69" Type="http://schemas.openxmlformats.org/officeDocument/2006/relationships/image" Target="../media/image2598.png"/><Relationship Id="rId113" Type="http://schemas.openxmlformats.org/officeDocument/2006/relationships/image" Target="../media/image2620.png"/><Relationship Id="rId134" Type="http://schemas.openxmlformats.org/officeDocument/2006/relationships/customXml" Target="../ink/ink2749.xml"/><Relationship Id="rId80" Type="http://schemas.openxmlformats.org/officeDocument/2006/relationships/customXml" Target="../ink/ink2722.xml"/><Relationship Id="rId155" Type="http://schemas.openxmlformats.org/officeDocument/2006/relationships/image" Target="../media/image2641.png"/><Relationship Id="rId176" Type="http://schemas.openxmlformats.org/officeDocument/2006/relationships/image" Target="../media/image2651.png"/><Relationship Id="rId197" Type="http://schemas.openxmlformats.org/officeDocument/2006/relationships/customXml" Target="../ink/ink2781.xml"/><Relationship Id="rId201" Type="http://schemas.openxmlformats.org/officeDocument/2006/relationships/customXml" Target="../ink/ink2783.xml"/><Relationship Id="rId222" Type="http://schemas.openxmlformats.org/officeDocument/2006/relationships/image" Target="../media/image2674.png"/><Relationship Id="rId243" Type="http://schemas.openxmlformats.org/officeDocument/2006/relationships/customXml" Target="../ink/ink2804.xml"/><Relationship Id="rId264" Type="http://schemas.openxmlformats.org/officeDocument/2006/relationships/image" Target="../media/image2695.png"/><Relationship Id="rId285" Type="http://schemas.openxmlformats.org/officeDocument/2006/relationships/customXml" Target="../ink/ink2825.xml"/><Relationship Id="rId17" Type="http://schemas.openxmlformats.org/officeDocument/2006/relationships/customXml" Target="../ink/ink2691.xml"/><Relationship Id="rId38" Type="http://schemas.openxmlformats.org/officeDocument/2006/relationships/image" Target="../media/image2584.png"/><Relationship Id="rId59" Type="http://schemas.openxmlformats.org/officeDocument/2006/relationships/image" Target="../media/image2593.png"/><Relationship Id="rId103" Type="http://schemas.openxmlformats.org/officeDocument/2006/relationships/image" Target="../media/image2615.png"/><Relationship Id="rId124" Type="http://schemas.openxmlformats.org/officeDocument/2006/relationships/customXml" Target="../ink/ink2744.xml"/><Relationship Id="rId70" Type="http://schemas.openxmlformats.org/officeDocument/2006/relationships/customXml" Target="../ink/ink2717.xml"/><Relationship Id="rId91" Type="http://schemas.openxmlformats.org/officeDocument/2006/relationships/image" Target="../media/image2609.png"/><Relationship Id="rId145" Type="http://schemas.openxmlformats.org/officeDocument/2006/relationships/image" Target="../media/image2636.png"/><Relationship Id="rId166" Type="http://schemas.openxmlformats.org/officeDocument/2006/relationships/customXml" Target="../ink/ink2765.xml"/><Relationship Id="rId187" Type="http://schemas.openxmlformats.org/officeDocument/2006/relationships/customXml" Target="../ink/ink277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669.png"/><Relationship Id="rId233" Type="http://schemas.openxmlformats.org/officeDocument/2006/relationships/customXml" Target="../ink/ink2799.xml"/><Relationship Id="rId254" Type="http://schemas.openxmlformats.org/officeDocument/2006/relationships/image" Target="../media/image2690.png"/><Relationship Id="rId28" Type="http://schemas.openxmlformats.org/officeDocument/2006/relationships/image" Target="../media/image2579.png"/><Relationship Id="rId49" Type="http://schemas.openxmlformats.org/officeDocument/2006/relationships/image" Target="../media/image2589.png"/><Relationship Id="rId114" Type="http://schemas.openxmlformats.org/officeDocument/2006/relationships/customXml" Target="../ink/ink2739.xml"/><Relationship Id="rId275" Type="http://schemas.openxmlformats.org/officeDocument/2006/relationships/customXml" Target="../ink/ink2820.xml"/><Relationship Id="rId60" Type="http://schemas.openxmlformats.org/officeDocument/2006/relationships/customXml" Target="../ink/ink2712.xml"/><Relationship Id="rId81" Type="http://schemas.openxmlformats.org/officeDocument/2006/relationships/image" Target="../media/image2604.png"/><Relationship Id="rId135" Type="http://schemas.openxmlformats.org/officeDocument/2006/relationships/image" Target="../media/image2631.png"/><Relationship Id="rId156" Type="http://schemas.openxmlformats.org/officeDocument/2006/relationships/customXml" Target="../ink/ink2760.xml"/><Relationship Id="rId177" Type="http://schemas.openxmlformats.org/officeDocument/2006/relationships/customXml" Target="../ink/ink2771.xml"/><Relationship Id="rId198" Type="http://schemas.openxmlformats.org/officeDocument/2006/relationships/image" Target="../media/image2662.png"/><Relationship Id="rId202" Type="http://schemas.openxmlformats.org/officeDocument/2006/relationships/image" Target="../media/image2664.png"/><Relationship Id="rId223" Type="http://schemas.openxmlformats.org/officeDocument/2006/relationships/customXml" Target="../ink/ink2794.xml"/><Relationship Id="rId244" Type="http://schemas.openxmlformats.org/officeDocument/2006/relationships/image" Target="../media/image2685.png"/><Relationship Id="rId18" Type="http://schemas.openxmlformats.org/officeDocument/2006/relationships/image" Target="../media/image2574.png"/><Relationship Id="rId39" Type="http://schemas.openxmlformats.org/officeDocument/2006/relationships/customXml" Target="../ink/ink2702.xml"/><Relationship Id="rId265" Type="http://schemas.openxmlformats.org/officeDocument/2006/relationships/customXml" Target="../ink/ink2815.xml"/><Relationship Id="rId286" Type="http://schemas.openxmlformats.org/officeDocument/2006/relationships/image" Target="../media/image2706.png"/><Relationship Id="rId50" Type="http://schemas.openxmlformats.org/officeDocument/2006/relationships/customXml" Target="../ink/ink2707.xml"/><Relationship Id="rId104" Type="http://schemas.openxmlformats.org/officeDocument/2006/relationships/customXml" Target="../ink/ink2734.xml"/><Relationship Id="rId125" Type="http://schemas.openxmlformats.org/officeDocument/2006/relationships/image" Target="../media/image2626.png"/><Relationship Id="rId146" Type="http://schemas.openxmlformats.org/officeDocument/2006/relationships/customXml" Target="../ink/ink2755.xml"/><Relationship Id="rId167" Type="http://schemas.openxmlformats.org/officeDocument/2006/relationships/image" Target="../media/image2647.png"/><Relationship Id="rId188" Type="http://schemas.openxmlformats.org/officeDocument/2006/relationships/image" Target="../media/image2657.png"/><Relationship Id="rId71" Type="http://schemas.openxmlformats.org/officeDocument/2006/relationships/image" Target="../media/image2599.png"/><Relationship Id="rId92" Type="http://schemas.openxmlformats.org/officeDocument/2006/relationships/customXml" Target="../ink/ink2728.xml"/><Relationship Id="rId213" Type="http://schemas.openxmlformats.org/officeDocument/2006/relationships/customXml" Target="../ink/ink2789.xml"/><Relationship Id="rId234" Type="http://schemas.openxmlformats.org/officeDocument/2006/relationships/image" Target="../media/image2680.png"/><Relationship Id="rId2" Type="http://schemas.openxmlformats.org/officeDocument/2006/relationships/image" Target="../media/image2566.png"/><Relationship Id="rId29" Type="http://schemas.openxmlformats.org/officeDocument/2006/relationships/customXml" Target="../ink/ink2697.xml"/><Relationship Id="rId255" Type="http://schemas.openxmlformats.org/officeDocument/2006/relationships/customXml" Target="../ink/ink2810.xml"/><Relationship Id="rId276" Type="http://schemas.openxmlformats.org/officeDocument/2006/relationships/image" Target="../media/image2701.png"/><Relationship Id="rId40" Type="http://schemas.openxmlformats.org/officeDocument/2006/relationships/image" Target="../media/image2585.png"/><Relationship Id="rId115" Type="http://schemas.openxmlformats.org/officeDocument/2006/relationships/image" Target="../media/image2621.png"/><Relationship Id="rId136" Type="http://schemas.openxmlformats.org/officeDocument/2006/relationships/customXml" Target="../ink/ink2750.xml"/><Relationship Id="rId157" Type="http://schemas.openxmlformats.org/officeDocument/2006/relationships/image" Target="../media/image2642.png"/><Relationship Id="rId178" Type="http://schemas.openxmlformats.org/officeDocument/2006/relationships/image" Target="../media/image2652.png"/><Relationship Id="rId61" Type="http://schemas.openxmlformats.org/officeDocument/2006/relationships/image" Target="../media/image2594.png"/><Relationship Id="rId82" Type="http://schemas.openxmlformats.org/officeDocument/2006/relationships/customXml" Target="../ink/ink2723.xml"/><Relationship Id="rId199" Type="http://schemas.openxmlformats.org/officeDocument/2006/relationships/customXml" Target="../ink/ink2782.xml"/><Relationship Id="rId203" Type="http://schemas.openxmlformats.org/officeDocument/2006/relationships/customXml" Target="../ink/ink2784.xml"/><Relationship Id="rId19" Type="http://schemas.openxmlformats.org/officeDocument/2006/relationships/customXml" Target="../ink/ink2692.xml"/><Relationship Id="rId224" Type="http://schemas.openxmlformats.org/officeDocument/2006/relationships/image" Target="../media/image2675.png"/><Relationship Id="rId245" Type="http://schemas.openxmlformats.org/officeDocument/2006/relationships/customXml" Target="../ink/ink2805.xml"/><Relationship Id="rId266" Type="http://schemas.openxmlformats.org/officeDocument/2006/relationships/image" Target="../media/image2696.png"/><Relationship Id="rId287" Type="http://schemas.openxmlformats.org/officeDocument/2006/relationships/customXml" Target="../ink/ink2826.xml"/><Relationship Id="rId30" Type="http://schemas.openxmlformats.org/officeDocument/2006/relationships/image" Target="../media/image2580.png"/><Relationship Id="rId105" Type="http://schemas.openxmlformats.org/officeDocument/2006/relationships/image" Target="../media/image2616.png"/><Relationship Id="rId126" Type="http://schemas.openxmlformats.org/officeDocument/2006/relationships/customXml" Target="../ink/ink2745.xml"/><Relationship Id="rId147" Type="http://schemas.openxmlformats.org/officeDocument/2006/relationships/image" Target="../media/image2637.png"/><Relationship Id="rId168" Type="http://schemas.openxmlformats.org/officeDocument/2006/relationships/customXml" Target="../ink/ink2766.xml"/><Relationship Id="rId51" Type="http://schemas.openxmlformats.org/officeDocument/2006/relationships/image" Target="../media/image2590.png"/><Relationship Id="rId72" Type="http://schemas.openxmlformats.org/officeDocument/2006/relationships/customXml" Target="../ink/ink2718.xml"/><Relationship Id="rId93" Type="http://schemas.openxmlformats.org/officeDocument/2006/relationships/image" Target="../media/image2610.png"/><Relationship Id="rId189" Type="http://schemas.openxmlformats.org/officeDocument/2006/relationships/customXml" Target="../ink/ink2777.xml"/><Relationship Id="rId3" Type="http://schemas.openxmlformats.org/officeDocument/2006/relationships/customXml" Target="../ink/ink2684.xml"/><Relationship Id="rId214" Type="http://schemas.openxmlformats.org/officeDocument/2006/relationships/image" Target="../media/image2670.png"/><Relationship Id="rId235" Type="http://schemas.openxmlformats.org/officeDocument/2006/relationships/customXml" Target="../ink/ink2800.xml"/><Relationship Id="rId256" Type="http://schemas.openxmlformats.org/officeDocument/2006/relationships/image" Target="../media/image2691.png"/><Relationship Id="rId277" Type="http://schemas.openxmlformats.org/officeDocument/2006/relationships/customXml" Target="../ink/ink2821.xml"/><Relationship Id="rId116" Type="http://schemas.openxmlformats.org/officeDocument/2006/relationships/customXml" Target="../ink/ink2740.xml"/><Relationship Id="rId137" Type="http://schemas.openxmlformats.org/officeDocument/2006/relationships/image" Target="../media/image2632.png"/><Relationship Id="rId158" Type="http://schemas.openxmlformats.org/officeDocument/2006/relationships/customXml" Target="../ink/ink2761.xml"/><Relationship Id="rId20" Type="http://schemas.openxmlformats.org/officeDocument/2006/relationships/image" Target="../media/image2575.png"/><Relationship Id="rId41" Type="http://schemas.openxmlformats.org/officeDocument/2006/relationships/customXml" Target="../ink/ink2703.xml"/><Relationship Id="rId62" Type="http://schemas.openxmlformats.org/officeDocument/2006/relationships/customXml" Target="../ink/ink2713.xml"/><Relationship Id="rId83" Type="http://schemas.openxmlformats.org/officeDocument/2006/relationships/image" Target="../media/image2605.png"/><Relationship Id="rId179" Type="http://schemas.openxmlformats.org/officeDocument/2006/relationships/customXml" Target="../ink/ink2772.xml"/><Relationship Id="rId190" Type="http://schemas.openxmlformats.org/officeDocument/2006/relationships/image" Target="../media/image2658.png"/><Relationship Id="rId204" Type="http://schemas.openxmlformats.org/officeDocument/2006/relationships/image" Target="../media/image2665.png"/><Relationship Id="rId225" Type="http://schemas.openxmlformats.org/officeDocument/2006/relationships/customXml" Target="../ink/ink2795.xml"/><Relationship Id="rId246" Type="http://schemas.openxmlformats.org/officeDocument/2006/relationships/image" Target="../media/image2686.png"/><Relationship Id="rId267" Type="http://schemas.openxmlformats.org/officeDocument/2006/relationships/customXml" Target="../ink/ink2816.xml"/><Relationship Id="rId288" Type="http://schemas.openxmlformats.org/officeDocument/2006/relationships/image" Target="../media/image2707.png"/><Relationship Id="rId106" Type="http://schemas.openxmlformats.org/officeDocument/2006/relationships/customXml" Target="../ink/ink2735.xml"/><Relationship Id="rId127" Type="http://schemas.openxmlformats.org/officeDocument/2006/relationships/image" Target="../media/image2627.png"/><Relationship Id="rId10" Type="http://schemas.openxmlformats.org/officeDocument/2006/relationships/image" Target="../media/image2570.png"/><Relationship Id="rId31" Type="http://schemas.openxmlformats.org/officeDocument/2006/relationships/customXml" Target="../ink/ink2698.xml"/><Relationship Id="rId52" Type="http://schemas.openxmlformats.org/officeDocument/2006/relationships/customXml" Target="../ink/ink2708.xml"/><Relationship Id="rId73" Type="http://schemas.openxmlformats.org/officeDocument/2006/relationships/image" Target="../media/image2600.png"/><Relationship Id="rId94" Type="http://schemas.openxmlformats.org/officeDocument/2006/relationships/customXml" Target="../ink/ink2729.xml"/><Relationship Id="rId148" Type="http://schemas.openxmlformats.org/officeDocument/2006/relationships/customXml" Target="../ink/ink2756.xml"/><Relationship Id="rId169" Type="http://schemas.openxmlformats.org/officeDocument/2006/relationships/customXml" Target="../ink/ink2767.xml"/><Relationship Id="rId4" Type="http://schemas.openxmlformats.org/officeDocument/2006/relationships/image" Target="../media/image2567.png"/><Relationship Id="rId180" Type="http://schemas.openxmlformats.org/officeDocument/2006/relationships/image" Target="../media/image2653.png"/><Relationship Id="rId215" Type="http://schemas.openxmlformats.org/officeDocument/2006/relationships/customXml" Target="../ink/ink2790.xml"/><Relationship Id="rId236" Type="http://schemas.openxmlformats.org/officeDocument/2006/relationships/image" Target="../media/image2681.png"/><Relationship Id="rId257" Type="http://schemas.openxmlformats.org/officeDocument/2006/relationships/customXml" Target="../ink/ink2811.xml"/><Relationship Id="rId278" Type="http://schemas.openxmlformats.org/officeDocument/2006/relationships/image" Target="../media/image2702.png"/><Relationship Id="rId42" Type="http://schemas.openxmlformats.org/officeDocument/2006/relationships/image" Target="../media/image2586.png"/><Relationship Id="rId84" Type="http://schemas.openxmlformats.org/officeDocument/2006/relationships/customXml" Target="../ink/ink2724.xml"/><Relationship Id="rId138" Type="http://schemas.openxmlformats.org/officeDocument/2006/relationships/customXml" Target="../ink/ink2751.xml"/><Relationship Id="rId191" Type="http://schemas.openxmlformats.org/officeDocument/2006/relationships/customXml" Target="../ink/ink2778.xml"/><Relationship Id="rId205" Type="http://schemas.openxmlformats.org/officeDocument/2006/relationships/customXml" Target="../ink/ink2785.xml"/><Relationship Id="rId247" Type="http://schemas.openxmlformats.org/officeDocument/2006/relationships/customXml" Target="../ink/ink2806.xml"/><Relationship Id="rId107" Type="http://schemas.openxmlformats.org/officeDocument/2006/relationships/image" Target="../media/image2617.png"/><Relationship Id="rId289" Type="http://schemas.openxmlformats.org/officeDocument/2006/relationships/customXml" Target="../ink/ink2827.xml"/><Relationship Id="rId11" Type="http://schemas.openxmlformats.org/officeDocument/2006/relationships/customXml" Target="../ink/ink2688.xml"/><Relationship Id="rId53" Type="http://schemas.openxmlformats.org/officeDocument/2006/relationships/image" Target="../media/image2591.png"/><Relationship Id="rId149" Type="http://schemas.openxmlformats.org/officeDocument/2006/relationships/image" Target="../media/image2638.png"/><Relationship Id="rId95" Type="http://schemas.openxmlformats.org/officeDocument/2006/relationships/image" Target="../media/image2611.png"/><Relationship Id="rId160" Type="http://schemas.openxmlformats.org/officeDocument/2006/relationships/customXml" Target="../ink/ink2762.xml"/><Relationship Id="rId216" Type="http://schemas.openxmlformats.org/officeDocument/2006/relationships/image" Target="../media/image2671.png"/><Relationship Id="rId258" Type="http://schemas.openxmlformats.org/officeDocument/2006/relationships/image" Target="../media/image2692.png"/><Relationship Id="rId22" Type="http://schemas.openxmlformats.org/officeDocument/2006/relationships/image" Target="../media/image2576.png"/><Relationship Id="rId64" Type="http://schemas.openxmlformats.org/officeDocument/2006/relationships/customXml" Target="../ink/ink2714.xml"/><Relationship Id="rId118" Type="http://schemas.openxmlformats.org/officeDocument/2006/relationships/customXml" Target="../ink/ink2741.xml"/><Relationship Id="rId171" Type="http://schemas.openxmlformats.org/officeDocument/2006/relationships/customXml" Target="../ink/ink2768.xml"/><Relationship Id="rId227" Type="http://schemas.openxmlformats.org/officeDocument/2006/relationships/customXml" Target="../ink/ink27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568C1-D8C8-25B8-D866-302B13805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5FD2C0-6648-0F23-585F-BCEE723BB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9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F4802-0ED4-3DB7-B078-0836370D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26D30ED-77EC-2BBA-D1D5-3D55C29C2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4569042" cy="5485169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780D3F6A-4ECF-DBA3-14DB-11EB2F372F2D}"/>
                  </a:ext>
                </a:extLst>
              </p14:cNvPr>
              <p14:cNvContentPartPr/>
              <p14:nvPr/>
            </p14:nvContentPartPr>
            <p14:xfrm>
              <a:off x="9835091" y="1750897"/>
              <a:ext cx="678600" cy="43308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780D3F6A-4ECF-DBA3-14DB-11EB2F372F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28971" y="1744777"/>
                <a:ext cx="69084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B85EDDAE-6C24-A1E8-9708-A206438FBDFB}"/>
                  </a:ext>
                </a:extLst>
              </p14:cNvPr>
              <p14:cNvContentPartPr/>
              <p14:nvPr/>
            </p14:nvContentPartPr>
            <p14:xfrm>
              <a:off x="7689491" y="1844857"/>
              <a:ext cx="1026000" cy="38916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B85EDDAE-6C24-A1E8-9708-A206438FBD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3371" y="1838737"/>
                <a:ext cx="1038240" cy="40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Agrupar 92">
            <a:extLst>
              <a:ext uri="{FF2B5EF4-FFF2-40B4-BE49-F238E27FC236}">
                <a16:creationId xmlns:a16="http://schemas.microsoft.com/office/drawing/2014/main" id="{D1216EE0-2FD4-77E9-E913-E2E96026E595}"/>
              </a:ext>
            </a:extLst>
          </p:cNvPr>
          <p:cNvGrpSpPr/>
          <p:nvPr/>
        </p:nvGrpSpPr>
        <p:grpSpPr>
          <a:xfrm>
            <a:off x="6749171" y="1730017"/>
            <a:ext cx="4002120" cy="1503720"/>
            <a:chOff x="6749171" y="1730017"/>
            <a:chExt cx="4002120" cy="150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A3A612B2-88BE-F542-177E-36CFD92AECAC}"/>
                    </a:ext>
                  </a:extLst>
                </p14:cNvPr>
                <p14:cNvContentPartPr/>
                <p14:nvPr/>
              </p14:nvContentPartPr>
              <p14:xfrm>
                <a:off x="6848531" y="1928377"/>
                <a:ext cx="481680" cy="2354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A3A612B2-88BE-F542-177E-36CFD92AEC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42411" y="1922257"/>
                  <a:ext cx="493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78BB5A5-492E-B808-3313-646668260194}"/>
                    </a:ext>
                  </a:extLst>
                </p14:cNvPr>
                <p14:cNvContentPartPr/>
                <p14:nvPr/>
              </p14:nvContentPartPr>
              <p14:xfrm>
                <a:off x="7646651" y="1976257"/>
                <a:ext cx="237240" cy="1224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78BB5A5-492E-B808-3313-64666826019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40531" y="1970137"/>
                  <a:ext cx="249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15B09D2E-8B2C-3CA5-B05B-A9786008767C}"/>
                    </a:ext>
                  </a:extLst>
                </p14:cNvPr>
                <p14:cNvContentPartPr/>
                <p14:nvPr/>
              </p14:nvContentPartPr>
              <p14:xfrm>
                <a:off x="8163611" y="2114857"/>
                <a:ext cx="65520" cy="72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15B09D2E-8B2C-3CA5-B05B-A978600876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57491" y="2108737"/>
                  <a:ext cx="77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352380F-55E8-54F7-1A04-80BBB04DE53C}"/>
                    </a:ext>
                  </a:extLst>
                </p14:cNvPr>
                <p14:cNvContentPartPr/>
                <p14:nvPr/>
              </p14:nvContentPartPr>
              <p14:xfrm>
                <a:off x="8185571" y="2001097"/>
                <a:ext cx="313920" cy="1184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352380F-55E8-54F7-1A04-80BBB04DE5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79451" y="1994977"/>
                  <a:ext cx="326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756EDD3-A91D-DFA4-CAD0-29D2ABA7634E}"/>
                    </a:ext>
                  </a:extLst>
                </p14:cNvPr>
                <p14:cNvContentPartPr/>
                <p14:nvPr/>
              </p14:nvContentPartPr>
              <p14:xfrm>
                <a:off x="8878211" y="1925137"/>
                <a:ext cx="232200" cy="1900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756EDD3-A91D-DFA4-CAD0-29D2ABA763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72091" y="1919017"/>
                  <a:ext cx="244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6DACC5C6-F8F8-9A27-8A0D-3C12604D194B}"/>
                    </a:ext>
                  </a:extLst>
                </p14:cNvPr>
                <p14:cNvContentPartPr/>
                <p14:nvPr/>
              </p14:nvContentPartPr>
              <p14:xfrm>
                <a:off x="9350531" y="1954297"/>
                <a:ext cx="302760" cy="806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6DACC5C6-F8F8-9A27-8A0D-3C12604D19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44411" y="1948177"/>
                  <a:ext cx="31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DC779C2C-5674-A06F-B6E2-C0969784EC70}"/>
                    </a:ext>
                  </a:extLst>
                </p14:cNvPr>
                <p14:cNvContentPartPr/>
                <p14:nvPr/>
              </p14:nvContentPartPr>
              <p14:xfrm>
                <a:off x="9478331" y="1954297"/>
                <a:ext cx="223200" cy="1130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DC779C2C-5674-A06F-B6E2-C0969784EC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72211" y="1948177"/>
                  <a:ext cx="235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48146669-C7AB-3E50-5FF5-FD05EAC4EA68}"/>
                    </a:ext>
                  </a:extLst>
                </p14:cNvPr>
                <p14:cNvContentPartPr/>
                <p14:nvPr/>
              </p14:nvContentPartPr>
              <p14:xfrm>
                <a:off x="9835091" y="1952497"/>
                <a:ext cx="77040" cy="1548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48146669-C7AB-3E50-5FF5-FD05EAC4EA6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28971" y="1946377"/>
                  <a:ext cx="89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B512C9AE-D06F-34E3-344E-31507758B082}"/>
                    </a:ext>
                  </a:extLst>
                </p14:cNvPr>
                <p14:cNvContentPartPr/>
                <p14:nvPr/>
              </p14:nvContentPartPr>
              <p14:xfrm>
                <a:off x="10126331" y="1952137"/>
                <a:ext cx="168480" cy="1537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B512C9AE-D06F-34E3-344E-31507758B0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20211" y="1946017"/>
                  <a:ext cx="180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58213F4-BD78-4869-672C-85278AE45DE7}"/>
                    </a:ext>
                  </a:extLst>
                </p14:cNvPr>
                <p14:cNvContentPartPr/>
                <p14:nvPr/>
              </p14:nvContentPartPr>
              <p14:xfrm>
                <a:off x="10191491" y="1948177"/>
                <a:ext cx="172080" cy="1602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58213F4-BD78-4869-672C-85278AE45D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85371" y="1942057"/>
                  <a:ext cx="184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9B739E2-362A-46CC-13C6-C22253B8DC9E}"/>
                    </a:ext>
                  </a:extLst>
                </p14:cNvPr>
                <p14:cNvContentPartPr/>
                <p14:nvPr/>
              </p14:nvContentPartPr>
              <p14:xfrm>
                <a:off x="9922211" y="1911817"/>
                <a:ext cx="29520" cy="248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9B739E2-362A-46CC-13C6-C22253B8DC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16091" y="1905697"/>
                  <a:ext cx="41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EDC4300-202E-3AFD-2C0C-59D85122C3FB}"/>
                    </a:ext>
                  </a:extLst>
                </p14:cNvPr>
                <p14:cNvContentPartPr/>
                <p14:nvPr/>
              </p14:nvContentPartPr>
              <p14:xfrm>
                <a:off x="9802691" y="1849537"/>
                <a:ext cx="259920" cy="285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EDC4300-202E-3AFD-2C0C-59D85122C3F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96571" y="1843417"/>
                  <a:ext cx="272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D854454-0535-B0F0-D686-2F5021AFB510}"/>
                    </a:ext>
                  </a:extLst>
                </p14:cNvPr>
                <p14:cNvContentPartPr/>
                <p14:nvPr/>
              </p14:nvContentPartPr>
              <p14:xfrm>
                <a:off x="10117331" y="1918297"/>
                <a:ext cx="471960" cy="2210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D854454-0535-B0F0-D686-2F5021AFB51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11211" y="1912177"/>
                  <a:ext cx="484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B6632A84-3D65-0764-FDDA-DEAE0BAE4AC1}"/>
                    </a:ext>
                  </a:extLst>
                </p14:cNvPr>
                <p14:cNvContentPartPr/>
                <p14:nvPr/>
              </p14:nvContentPartPr>
              <p14:xfrm>
                <a:off x="10028771" y="2229697"/>
                <a:ext cx="141480" cy="1512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B6632A84-3D65-0764-FDDA-DEAE0BAE4A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22651" y="2223577"/>
                  <a:ext cx="153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CF6814F1-D797-E0DA-A87B-9F4DC3F5DD70}"/>
                    </a:ext>
                  </a:extLst>
                </p14:cNvPr>
                <p14:cNvContentPartPr/>
                <p14:nvPr/>
              </p14:nvContentPartPr>
              <p14:xfrm>
                <a:off x="10192211" y="2227537"/>
                <a:ext cx="159840" cy="1198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CF6814F1-D797-E0DA-A87B-9F4DC3F5DD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86091" y="2221417"/>
                  <a:ext cx="172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2C475D7A-491D-0125-10D2-DCD35207B9F3}"/>
                    </a:ext>
                  </a:extLst>
                </p14:cNvPr>
                <p14:cNvContentPartPr/>
                <p14:nvPr/>
              </p14:nvContentPartPr>
              <p14:xfrm>
                <a:off x="10427291" y="2289097"/>
                <a:ext cx="139680" cy="342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2C475D7A-491D-0125-10D2-DCD35207B9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421171" y="2282977"/>
                  <a:ext cx="151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E856A17E-49E9-7E6B-058D-A88158A38D46}"/>
                    </a:ext>
                  </a:extLst>
                </p14:cNvPr>
                <p14:cNvContentPartPr/>
                <p14:nvPr/>
              </p14:nvContentPartPr>
              <p14:xfrm>
                <a:off x="10676051" y="2209177"/>
                <a:ext cx="75240" cy="1468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E856A17E-49E9-7E6B-058D-A88158A38D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69931" y="2203057"/>
                  <a:ext cx="87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F9A9323C-CD77-0067-6A49-B862ACE89DC8}"/>
                    </a:ext>
                  </a:extLst>
                </p14:cNvPr>
                <p14:cNvContentPartPr/>
                <p14:nvPr/>
              </p14:nvContentPartPr>
              <p14:xfrm>
                <a:off x="10148291" y="1858177"/>
                <a:ext cx="453600" cy="2854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F9A9323C-CD77-0067-6A49-B862ACE89D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42171" y="1852057"/>
                  <a:ext cx="465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27BFCC3E-3E7C-03AF-A391-C66BDEF47CDF}"/>
                    </a:ext>
                  </a:extLst>
                </p14:cNvPr>
                <p14:cNvContentPartPr/>
                <p14:nvPr/>
              </p14:nvContentPartPr>
              <p14:xfrm>
                <a:off x="9879371" y="1892737"/>
                <a:ext cx="203760" cy="1753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27BFCC3E-3E7C-03AF-A391-C66BDEF47CD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73251" y="1886617"/>
                  <a:ext cx="216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B92D65E3-1995-4A41-1EEE-1CE94DA837DD}"/>
                    </a:ext>
                  </a:extLst>
                </p14:cNvPr>
                <p14:cNvContentPartPr/>
                <p14:nvPr/>
              </p14:nvContentPartPr>
              <p14:xfrm>
                <a:off x="10159091" y="2472697"/>
                <a:ext cx="258840" cy="18504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B92D65E3-1995-4A41-1EEE-1CE94DA837D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2971" y="2466577"/>
                  <a:ext cx="271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9A37916-791A-27D6-2B72-1EE94D7BA068}"/>
                    </a:ext>
                  </a:extLst>
                </p14:cNvPr>
                <p14:cNvContentPartPr/>
                <p14:nvPr/>
              </p14:nvContentPartPr>
              <p14:xfrm>
                <a:off x="9704771" y="1730017"/>
                <a:ext cx="141840" cy="7840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9A37916-791A-27D6-2B72-1EE94D7BA06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98651" y="1723897"/>
                  <a:ext cx="15408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DFCF0325-06EF-2ADA-CF2B-1F37BFFB6F30}"/>
                    </a:ext>
                  </a:extLst>
                </p14:cNvPr>
                <p14:cNvContentPartPr/>
                <p14:nvPr/>
              </p14:nvContentPartPr>
              <p14:xfrm>
                <a:off x="8885411" y="1785097"/>
                <a:ext cx="471240" cy="3412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DFCF0325-06EF-2ADA-CF2B-1F37BFFB6F3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79291" y="1778977"/>
                  <a:ext cx="4834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F692AC0-8F99-066F-588C-F6BD100393B7}"/>
                    </a:ext>
                  </a:extLst>
                </p14:cNvPr>
                <p14:cNvContentPartPr/>
                <p14:nvPr/>
              </p14:nvContentPartPr>
              <p14:xfrm>
                <a:off x="9246491" y="1857817"/>
                <a:ext cx="555840" cy="2685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F692AC0-8F99-066F-588C-F6BD100393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40371" y="1851697"/>
                  <a:ext cx="568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0EF1DCAC-174B-E7E4-BAFB-829B00B086CB}"/>
                    </a:ext>
                  </a:extLst>
                </p14:cNvPr>
                <p14:cNvContentPartPr/>
                <p14:nvPr/>
              </p14:nvContentPartPr>
              <p14:xfrm>
                <a:off x="9048491" y="2168137"/>
                <a:ext cx="65880" cy="1566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0EF1DCAC-174B-E7E4-BAFB-829B00B086C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42371" y="2162017"/>
                  <a:ext cx="78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B35A5F42-E69E-0E95-4B7E-2C92BA33D3C0}"/>
                    </a:ext>
                  </a:extLst>
                </p14:cNvPr>
                <p14:cNvContentPartPr/>
                <p14:nvPr/>
              </p14:nvContentPartPr>
              <p14:xfrm>
                <a:off x="8993771" y="2188297"/>
                <a:ext cx="205920" cy="1447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B35A5F42-E69E-0E95-4B7E-2C92BA33D3C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87651" y="2182177"/>
                  <a:ext cx="218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4240E61-343F-D4F2-B4F2-05A1DD9773C1}"/>
                    </a:ext>
                  </a:extLst>
                </p14:cNvPr>
                <p14:cNvContentPartPr/>
                <p14:nvPr/>
              </p14:nvContentPartPr>
              <p14:xfrm>
                <a:off x="9193211" y="2219617"/>
                <a:ext cx="178920" cy="871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4240E61-343F-D4F2-B4F2-05A1DD9773C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87091" y="2213497"/>
                  <a:ext cx="191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BCCA184-54F6-2FE9-B51A-F2801A7E2496}"/>
                    </a:ext>
                  </a:extLst>
                </p14:cNvPr>
                <p14:cNvContentPartPr/>
                <p14:nvPr/>
              </p14:nvContentPartPr>
              <p14:xfrm>
                <a:off x="9209051" y="2388097"/>
                <a:ext cx="174240" cy="46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BCCA184-54F6-2FE9-B51A-F2801A7E249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02931" y="2381977"/>
                  <a:ext cx="186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22E01505-0CB1-E630-EDA2-ED1642A13008}"/>
                    </a:ext>
                  </a:extLst>
                </p14:cNvPr>
                <p14:cNvContentPartPr/>
                <p14:nvPr/>
              </p14:nvContentPartPr>
              <p14:xfrm>
                <a:off x="9263411" y="2355697"/>
                <a:ext cx="21960" cy="943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22E01505-0CB1-E630-EDA2-ED1642A1300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57291" y="2349577"/>
                  <a:ext cx="34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68E290CC-6D29-8DCD-8088-5BE116A5ED89}"/>
                    </a:ext>
                  </a:extLst>
                </p14:cNvPr>
                <p14:cNvContentPartPr/>
                <p14:nvPr/>
              </p14:nvContentPartPr>
              <p14:xfrm>
                <a:off x="9424331" y="2347057"/>
                <a:ext cx="65880" cy="892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68E290CC-6D29-8DCD-8088-5BE116A5ED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18211" y="2340937"/>
                  <a:ext cx="78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03C32E72-C71F-D9C9-8469-FA8431206E44}"/>
                    </a:ext>
                  </a:extLst>
                </p14:cNvPr>
                <p14:cNvContentPartPr/>
                <p14:nvPr/>
              </p14:nvContentPartPr>
              <p14:xfrm>
                <a:off x="9466091" y="2327617"/>
                <a:ext cx="238680" cy="1353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03C32E72-C71F-D9C9-8469-FA8431206E4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59971" y="2321497"/>
                  <a:ext cx="250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F847BB2-B2BD-6710-2307-0752256B3C37}"/>
                    </a:ext>
                  </a:extLst>
                </p14:cNvPr>
                <p14:cNvContentPartPr/>
                <p14:nvPr/>
              </p14:nvContentPartPr>
              <p14:xfrm>
                <a:off x="9186371" y="2501497"/>
                <a:ext cx="175680" cy="1681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F847BB2-B2BD-6710-2307-0752256B3C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80251" y="2495377"/>
                  <a:ext cx="187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0B717F3B-8716-D9C7-3876-063F8C532360}"/>
                    </a:ext>
                  </a:extLst>
                </p14:cNvPr>
                <p14:cNvContentPartPr/>
                <p14:nvPr/>
              </p14:nvContentPartPr>
              <p14:xfrm>
                <a:off x="9423251" y="2550817"/>
                <a:ext cx="241200" cy="1576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0B717F3B-8716-D9C7-3876-063F8C5323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417131" y="2544697"/>
                  <a:ext cx="253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117CB0B6-B22D-561C-2523-5F2178805003}"/>
                    </a:ext>
                  </a:extLst>
                </p14:cNvPr>
                <p14:cNvContentPartPr/>
                <p14:nvPr/>
              </p14:nvContentPartPr>
              <p14:xfrm>
                <a:off x="7816571" y="2268577"/>
                <a:ext cx="34560" cy="1526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117CB0B6-B22D-561C-2523-5F217880500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10451" y="2262457"/>
                  <a:ext cx="46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A965F5AF-C270-0C57-1F80-61B064158CE9}"/>
                    </a:ext>
                  </a:extLst>
                </p14:cNvPr>
                <p14:cNvContentPartPr/>
                <p14:nvPr/>
              </p14:nvContentPartPr>
              <p14:xfrm>
                <a:off x="7893611" y="2312137"/>
                <a:ext cx="153360" cy="990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A965F5AF-C270-0C57-1F80-61B064158CE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87491" y="2306017"/>
                  <a:ext cx="165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AA2C16AA-8147-C8D9-EB57-5253AEE84C6B}"/>
                    </a:ext>
                  </a:extLst>
                </p14:cNvPr>
                <p14:cNvContentPartPr/>
                <p14:nvPr/>
              </p14:nvContentPartPr>
              <p14:xfrm>
                <a:off x="8024651" y="2322217"/>
                <a:ext cx="140760" cy="1252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AA2C16AA-8147-C8D9-EB57-5253AEE84C6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18531" y="2316097"/>
                  <a:ext cx="153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1F75261-D607-6633-3BF7-52CFF18C49E6}"/>
                    </a:ext>
                  </a:extLst>
                </p14:cNvPr>
                <p14:cNvContentPartPr/>
                <p14:nvPr/>
              </p14:nvContentPartPr>
              <p14:xfrm>
                <a:off x="7712531" y="2242297"/>
                <a:ext cx="544320" cy="1558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1F75261-D607-6633-3BF7-52CFF18C49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06411" y="2236177"/>
                  <a:ext cx="556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081BD2E-15F1-C48A-6D6E-744A58CBC395}"/>
                    </a:ext>
                  </a:extLst>
                </p14:cNvPr>
                <p14:cNvContentPartPr/>
                <p14:nvPr/>
              </p14:nvContentPartPr>
              <p14:xfrm>
                <a:off x="8205731" y="1901737"/>
                <a:ext cx="496440" cy="2844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081BD2E-15F1-C48A-6D6E-744A58CBC39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99611" y="1895617"/>
                  <a:ext cx="5086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E5EACF72-380F-3EF9-6B86-DF2C91716422}"/>
                    </a:ext>
                  </a:extLst>
                </p14:cNvPr>
                <p14:cNvContentPartPr/>
                <p14:nvPr/>
              </p14:nvContentPartPr>
              <p14:xfrm>
                <a:off x="7992251" y="1881577"/>
                <a:ext cx="11160" cy="64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E5EACF72-380F-3EF9-6B86-DF2C9171642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86131" y="1875457"/>
                  <a:ext cx="23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2139DAF4-5084-7444-15DD-CB92DA73C4D8}"/>
                    </a:ext>
                  </a:extLst>
                </p14:cNvPr>
                <p14:cNvContentPartPr/>
                <p14:nvPr/>
              </p14:nvContentPartPr>
              <p14:xfrm>
                <a:off x="7688771" y="1885897"/>
                <a:ext cx="411840" cy="2635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2139DAF4-5084-7444-15DD-CB92DA73C4D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82651" y="1879777"/>
                  <a:ext cx="424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D62EAF32-44D4-E3B4-73DC-6AE9AEB10980}"/>
                    </a:ext>
                  </a:extLst>
                </p14:cNvPr>
                <p14:cNvContentPartPr/>
                <p14:nvPr/>
              </p14:nvContentPartPr>
              <p14:xfrm>
                <a:off x="7723331" y="2555137"/>
                <a:ext cx="195120" cy="1098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D62EAF32-44D4-E3B4-73DC-6AE9AEB1098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17211" y="2549017"/>
                  <a:ext cx="207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B07088D-3637-83EB-766E-EED9CC8C259D}"/>
                    </a:ext>
                  </a:extLst>
                </p14:cNvPr>
                <p14:cNvContentPartPr/>
                <p14:nvPr/>
              </p14:nvContentPartPr>
              <p14:xfrm>
                <a:off x="7931051" y="2546137"/>
                <a:ext cx="202320" cy="1047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B07088D-3637-83EB-766E-EED9CC8C259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24931" y="2540017"/>
                  <a:ext cx="214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2A75E17-01D7-AC0B-F9BF-2805CB5A1490}"/>
                    </a:ext>
                  </a:extLst>
                </p14:cNvPr>
                <p14:cNvContentPartPr/>
                <p14:nvPr/>
              </p14:nvContentPartPr>
              <p14:xfrm>
                <a:off x="8108531" y="2534977"/>
                <a:ext cx="154440" cy="11772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2A75E17-01D7-AC0B-F9BF-2805CB5A149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02411" y="2528857"/>
                  <a:ext cx="166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DB5FF09F-0022-7FF5-5478-58885713C103}"/>
                    </a:ext>
                  </a:extLst>
                </p14:cNvPr>
                <p14:cNvContentPartPr/>
                <p14:nvPr/>
              </p14:nvContentPartPr>
              <p14:xfrm>
                <a:off x="8400851" y="2577817"/>
                <a:ext cx="76320" cy="489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DB5FF09F-0022-7FF5-5478-58885713C10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94731" y="2571697"/>
                  <a:ext cx="88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8EC9D67F-D4CD-83F8-9FFA-7271B6DB9D53}"/>
                    </a:ext>
                  </a:extLst>
                </p14:cNvPr>
                <p14:cNvContentPartPr/>
                <p14:nvPr/>
              </p14:nvContentPartPr>
              <p14:xfrm>
                <a:off x="8648531" y="2545777"/>
                <a:ext cx="52920" cy="1198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8EC9D67F-D4CD-83F8-9FFA-7271B6DB9D5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42411" y="2539657"/>
                  <a:ext cx="65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7ACF3ED-0436-E6E8-3656-D83066516FFF}"/>
                    </a:ext>
                  </a:extLst>
                </p14:cNvPr>
                <p14:cNvContentPartPr/>
                <p14:nvPr/>
              </p14:nvContentPartPr>
              <p14:xfrm>
                <a:off x="8669411" y="2535337"/>
                <a:ext cx="130680" cy="1368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7ACF3ED-0436-E6E8-3656-D83066516FF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63291" y="2529217"/>
                  <a:ext cx="142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2818882C-557B-8FD5-F1CE-0C384B2DA0FB}"/>
                    </a:ext>
                  </a:extLst>
                </p14:cNvPr>
                <p14:cNvContentPartPr/>
                <p14:nvPr/>
              </p14:nvContentPartPr>
              <p14:xfrm>
                <a:off x="8816651" y="2526337"/>
                <a:ext cx="144720" cy="1695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2818882C-557B-8FD5-F1CE-0C384B2DA0F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810531" y="2520217"/>
                  <a:ext cx="156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4772970-9201-0B3C-05C4-430814759217}"/>
                    </a:ext>
                  </a:extLst>
                </p14:cNvPr>
                <p14:cNvContentPartPr/>
                <p14:nvPr/>
              </p14:nvContentPartPr>
              <p14:xfrm>
                <a:off x="8087651" y="2763217"/>
                <a:ext cx="239400" cy="2887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4772970-9201-0B3C-05C4-43081475921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81531" y="2757097"/>
                  <a:ext cx="251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F731C967-92C3-E2A4-6B8F-B0E070FDFD58}"/>
                    </a:ext>
                  </a:extLst>
                </p14:cNvPr>
                <p14:cNvContentPartPr/>
                <p14:nvPr/>
              </p14:nvContentPartPr>
              <p14:xfrm>
                <a:off x="8326691" y="2863297"/>
                <a:ext cx="200880" cy="1800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F731C967-92C3-E2A4-6B8F-B0E070FDFD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20571" y="2857177"/>
                  <a:ext cx="213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53603723-1B04-F344-370A-A8FA32072550}"/>
                    </a:ext>
                  </a:extLst>
                </p14:cNvPr>
                <p14:cNvContentPartPr/>
                <p14:nvPr/>
              </p14:nvContentPartPr>
              <p14:xfrm>
                <a:off x="8552771" y="2873737"/>
                <a:ext cx="139320" cy="1555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53603723-1B04-F344-370A-A8FA320725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46651" y="2867617"/>
                  <a:ext cx="151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874FA9AA-94C8-B172-9F27-7C9E6ED2D874}"/>
                    </a:ext>
                  </a:extLst>
                </p14:cNvPr>
                <p14:cNvContentPartPr/>
                <p14:nvPr/>
              </p14:nvContentPartPr>
              <p14:xfrm>
                <a:off x="10038851" y="2371537"/>
                <a:ext cx="585000" cy="3074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874FA9AA-94C8-B172-9F27-7C9E6ED2D8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32731" y="2365417"/>
                  <a:ext cx="5972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8930FC74-8505-4A5A-C99D-3C44F88B17B3}"/>
                    </a:ext>
                  </a:extLst>
                </p14:cNvPr>
                <p14:cNvContentPartPr/>
                <p14:nvPr/>
              </p14:nvContentPartPr>
              <p14:xfrm>
                <a:off x="9026891" y="2453977"/>
                <a:ext cx="927720" cy="3531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8930FC74-8505-4A5A-C99D-3C44F88B17B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20771" y="2447857"/>
                  <a:ext cx="939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E99AEE8A-771D-0B5C-663E-3E41B2195C43}"/>
                    </a:ext>
                  </a:extLst>
                </p14:cNvPr>
                <p14:cNvContentPartPr/>
                <p14:nvPr/>
              </p14:nvContentPartPr>
              <p14:xfrm>
                <a:off x="7974971" y="2741977"/>
                <a:ext cx="804600" cy="4291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E99AEE8A-771D-0B5C-663E-3E41B2195C4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68851" y="2735857"/>
                  <a:ext cx="8168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A1AE573-BB02-AB28-2EE7-4352ACF2E8CD}"/>
                    </a:ext>
                  </a:extLst>
                </p14:cNvPr>
                <p14:cNvContentPartPr/>
                <p14:nvPr/>
              </p14:nvContentPartPr>
              <p14:xfrm>
                <a:off x="7172531" y="2096857"/>
                <a:ext cx="33480" cy="72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A1AE573-BB02-AB28-2EE7-4352ACF2E8C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66411" y="2090737"/>
                  <a:ext cx="45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2BBB804-91DD-A2B4-21AD-E97E7496C1EE}"/>
                    </a:ext>
                  </a:extLst>
                </p14:cNvPr>
                <p14:cNvContentPartPr/>
                <p14:nvPr/>
              </p14:nvContentPartPr>
              <p14:xfrm>
                <a:off x="6881291" y="2795617"/>
                <a:ext cx="106920" cy="2613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2BBB804-91DD-A2B4-21AD-E97E7496C1E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75171" y="2789497"/>
                  <a:ext cx="1191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94001BB6-796E-87B1-8D65-3BCDCBD8BBB9}"/>
                    </a:ext>
                  </a:extLst>
                </p14:cNvPr>
                <p14:cNvContentPartPr/>
                <p14:nvPr/>
              </p14:nvContentPartPr>
              <p14:xfrm>
                <a:off x="7053011" y="2911897"/>
                <a:ext cx="200520" cy="13752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94001BB6-796E-87B1-8D65-3BCDCBD8BBB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46891" y="2905777"/>
                  <a:ext cx="212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C2899BE0-E4FA-5294-2881-49FAC69B14E9}"/>
                    </a:ext>
                  </a:extLst>
                </p14:cNvPr>
                <p14:cNvContentPartPr/>
                <p14:nvPr/>
              </p14:nvContentPartPr>
              <p14:xfrm>
                <a:off x="7312211" y="2874097"/>
                <a:ext cx="249120" cy="1522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C2899BE0-E4FA-5294-2881-49FAC69B14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06091" y="2867977"/>
                  <a:ext cx="261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E7A2BEBB-0DC3-5A67-76A2-A285B925C4A3}"/>
                    </a:ext>
                  </a:extLst>
                </p14:cNvPr>
                <p14:cNvContentPartPr/>
                <p14:nvPr/>
              </p14:nvContentPartPr>
              <p14:xfrm>
                <a:off x="7496531" y="2903257"/>
                <a:ext cx="244440" cy="1436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E7A2BEBB-0DC3-5A67-76A2-A285B925C4A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490411" y="2897137"/>
                  <a:ext cx="256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E6243C2-F97A-8825-3516-9658C70857C9}"/>
                    </a:ext>
                  </a:extLst>
                </p14:cNvPr>
                <p14:cNvContentPartPr/>
                <p14:nvPr/>
              </p14:nvContentPartPr>
              <p14:xfrm>
                <a:off x="6749171" y="2612377"/>
                <a:ext cx="1080360" cy="6213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E6243C2-F97A-8825-3516-9658C70857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43051" y="2606257"/>
                  <a:ext cx="1092600" cy="6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F953B44A-8493-07DE-0809-341A1AF888DA}"/>
              </a:ext>
            </a:extLst>
          </p:cNvPr>
          <p:cNvGrpSpPr/>
          <p:nvPr/>
        </p:nvGrpSpPr>
        <p:grpSpPr>
          <a:xfrm>
            <a:off x="821411" y="4193857"/>
            <a:ext cx="4601160" cy="530640"/>
            <a:chOff x="821411" y="4193857"/>
            <a:chExt cx="4601160" cy="53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137BD51D-3724-3ABD-2F69-954A59A9747F}"/>
                    </a:ext>
                  </a:extLst>
                </p14:cNvPr>
                <p14:cNvContentPartPr/>
                <p14:nvPr/>
              </p14:nvContentPartPr>
              <p14:xfrm>
                <a:off x="3387491" y="4193857"/>
                <a:ext cx="134640" cy="1159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137BD51D-3724-3ABD-2F69-954A59A974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81371" y="4187737"/>
                  <a:ext cx="146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34A62D99-5697-6E66-92CC-D75F23CF2DAC}"/>
                    </a:ext>
                  </a:extLst>
                </p14:cNvPr>
                <p14:cNvContentPartPr/>
                <p14:nvPr/>
              </p14:nvContentPartPr>
              <p14:xfrm>
                <a:off x="2343131" y="4222657"/>
                <a:ext cx="1067760" cy="1760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34A62D99-5697-6E66-92CC-D75F23CF2DA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37011" y="4216537"/>
                  <a:ext cx="1080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3E92CB41-A84E-5BFB-74A6-11B01CB7E1E6}"/>
                    </a:ext>
                  </a:extLst>
                </p14:cNvPr>
                <p14:cNvContentPartPr/>
                <p14:nvPr/>
              </p14:nvContentPartPr>
              <p14:xfrm>
                <a:off x="821411" y="4344337"/>
                <a:ext cx="4601160" cy="1450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3E92CB41-A84E-5BFB-74A6-11B01CB7E1E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5291" y="4338217"/>
                  <a:ext cx="4613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BA1CDBB3-07BB-E77E-49FD-628BFF73C23F}"/>
                    </a:ext>
                  </a:extLst>
                </p14:cNvPr>
                <p14:cNvContentPartPr/>
                <p14:nvPr/>
              </p14:nvContentPartPr>
              <p14:xfrm>
                <a:off x="821411" y="4467457"/>
                <a:ext cx="704160" cy="2570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BA1CDBB3-07BB-E77E-49FD-628BFF73C23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5291" y="4461337"/>
                  <a:ext cx="71640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429F809A-414F-6C21-FBAD-F0237DDCCF7A}"/>
                  </a:ext>
                </a:extLst>
              </p14:cNvPr>
              <p14:cNvContentPartPr/>
              <p14:nvPr/>
            </p14:nvContentPartPr>
            <p14:xfrm>
              <a:off x="6029531" y="4547737"/>
              <a:ext cx="345960" cy="3024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429F809A-414F-6C21-FBAD-F0237DDCCF7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023411" y="4541617"/>
                <a:ext cx="358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08FC9566-C9A6-EB58-FC4E-B891F2AC1F4C}"/>
                  </a:ext>
                </a:extLst>
              </p14:cNvPr>
              <p14:cNvContentPartPr/>
              <p14:nvPr/>
            </p14:nvContentPartPr>
            <p14:xfrm>
              <a:off x="875411" y="5345857"/>
              <a:ext cx="843120" cy="28080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08FC9566-C9A6-EB58-FC4E-B891F2AC1F4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69291" y="5339737"/>
                <a:ext cx="8553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EC9FD9C3-B8CB-E18D-7842-A7A4D376D9C5}"/>
                  </a:ext>
                </a:extLst>
              </p14:cNvPr>
              <p14:cNvContentPartPr/>
              <p14:nvPr/>
            </p14:nvContentPartPr>
            <p14:xfrm>
              <a:off x="7655651" y="3334537"/>
              <a:ext cx="1371240" cy="497880"/>
            </p14:xfrm>
          </p:contentPart>
        </mc:Choice>
        <mc:Fallback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EC9FD9C3-B8CB-E18D-7842-A7A4D376D9C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649531" y="3328417"/>
                <a:ext cx="13834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46" name="Tinta 245">
                <a:extLst>
                  <a:ext uri="{FF2B5EF4-FFF2-40B4-BE49-F238E27FC236}">
                    <a16:creationId xmlns:a16="http://schemas.microsoft.com/office/drawing/2014/main" id="{ACFE2C3B-4161-5946-9F58-9EF46A1BFEE4}"/>
                  </a:ext>
                </a:extLst>
              </p14:cNvPr>
              <p14:cNvContentPartPr/>
              <p14:nvPr/>
            </p14:nvContentPartPr>
            <p14:xfrm>
              <a:off x="7861571" y="4818457"/>
              <a:ext cx="11160" cy="7200"/>
            </p14:xfrm>
          </p:contentPart>
        </mc:Choice>
        <mc:Fallback>
          <p:pic>
            <p:nvPicPr>
              <p:cNvPr id="246" name="Tinta 245">
                <a:extLst>
                  <a:ext uri="{FF2B5EF4-FFF2-40B4-BE49-F238E27FC236}">
                    <a16:creationId xmlns:a16="http://schemas.microsoft.com/office/drawing/2014/main" id="{ACFE2C3B-4161-5946-9F58-9EF46A1BFEE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855451" y="4812337"/>
                <a:ext cx="2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D9C94151-00D0-78AE-35C0-6C349F4054E3}"/>
                  </a:ext>
                </a:extLst>
              </p14:cNvPr>
              <p14:cNvContentPartPr/>
              <p14:nvPr/>
            </p14:nvContentPartPr>
            <p14:xfrm>
              <a:off x="7926731" y="4798297"/>
              <a:ext cx="87480" cy="21996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D9C94151-00D0-78AE-35C0-6C349F4054E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920611" y="4792177"/>
                <a:ext cx="99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82EFB3CF-9F19-432B-6C91-0ED4C71CB0AB}"/>
                  </a:ext>
                </a:extLst>
              </p14:cNvPr>
              <p14:cNvContentPartPr/>
              <p14:nvPr/>
            </p14:nvContentPartPr>
            <p14:xfrm>
              <a:off x="6729371" y="4065337"/>
              <a:ext cx="281520" cy="281160"/>
            </p14:xfrm>
          </p:contentPart>
        </mc:Choice>
        <mc:Fallback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82EFB3CF-9F19-432B-6C91-0ED4C71CB0A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723251" y="4059217"/>
                <a:ext cx="2937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F4BF8AB1-837A-C3FB-8C32-69BF8E1CC942}"/>
                  </a:ext>
                </a:extLst>
              </p14:cNvPr>
              <p14:cNvContentPartPr/>
              <p14:nvPr/>
            </p14:nvContentPartPr>
            <p14:xfrm>
              <a:off x="7085771" y="4157857"/>
              <a:ext cx="254520" cy="17640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F4BF8AB1-837A-C3FB-8C32-69BF8E1CC942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079651" y="4151737"/>
                <a:ext cx="2667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9BD368F8-9985-59DE-837B-6A35B7975E2C}"/>
                  </a:ext>
                </a:extLst>
              </p14:cNvPr>
              <p14:cNvContentPartPr/>
              <p14:nvPr/>
            </p14:nvContentPartPr>
            <p14:xfrm>
              <a:off x="7462691" y="4109977"/>
              <a:ext cx="162720" cy="17748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9BD368F8-9985-59DE-837B-6A35B7975E2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456571" y="4103857"/>
                <a:ext cx="174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DB696640-3468-1129-DD4E-3F9DE6B03F5C}"/>
                  </a:ext>
                </a:extLst>
              </p14:cNvPr>
              <p14:cNvContentPartPr/>
              <p14:nvPr/>
            </p14:nvContentPartPr>
            <p14:xfrm>
              <a:off x="7592291" y="4151017"/>
              <a:ext cx="243720" cy="13644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DB696640-3468-1129-DD4E-3F9DE6B03F5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586171" y="4144897"/>
                <a:ext cx="2559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DA1B37A4-D788-8C1A-3094-472E6BD3451E}"/>
                  </a:ext>
                </a:extLst>
              </p14:cNvPr>
              <p14:cNvContentPartPr/>
              <p14:nvPr/>
            </p14:nvContentPartPr>
            <p14:xfrm>
              <a:off x="6826571" y="4413457"/>
              <a:ext cx="87840" cy="25056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DA1B37A4-D788-8C1A-3094-472E6BD3451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820451" y="4407337"/>
                <a:ext cx="1000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70EF4620-E36F-1A7A-308C-EB9520FDAC3B}"/>
                  </a:ext>
                </a:extLst>
              </p14:cNvPr>
              <p14:cNvContentPartPr/>
              <p14:nvPr/>
            </p14:nvContentPartPr>
            <p14:xfrm>
              <a:off x="7182971" y="4433617"/>
              <a:ext cx="195480" cy="16308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70EF4620-E36F-1A7A-308C-EB9520FDAC3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176851" y="4427497"/>
                <a:ext cx="2077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EC5DD142-52FB-8608-F232-44240902F2CF}"/>
                  </a:ext>
                </a:extLst>
              </p14:cNvPr>
              <p14:cNvContentPartPr/>
              <p14:nvPr/>
            </p14:nvContentPartPr>
            <p14:xfrm>
              <a:off x="7474211" y="4402657"/>
              <a:ext cx="182520" cy="17028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EC5DD142-52FB-8608-F232-44240902F2C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468091" y="4396537"/>
                <a:ext cx="1947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964968BC-762A-1338-A532-D760FF39A132}"/>
                  </a:ext>
                </a:extLst>
              </p14:cNvPr>
              <p14:cNvContentPartPr/>
              <p14:nvPr/>
            </p14:nvContentPartPr>
            <p14:xfrm>
              <a:off x="7699931" y="4387177"/>
              <a:ext cx="194040" cy="214920"/>
            </p14:xfrm>
          </p:contentPart>
        </mc:Choice>
        <mc:Fallback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964968BC-762A-1338-A532-D760FF39A132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693811" y="4381057"/>
                <a:ext cx="2062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50776CE1-8233-99FC-82B5-40B76182F33C}"/>
                  </a:ext>
                </a:extLst>
              </p14:cNvPr>
              <p14:cNvContentPartPr/>
              <p14:nvPr/>
            </p14:nvContentPartPr>
            <p14:xfrm>
              <a:off x="7861571" y="4423897"/>
              <a:ext cx="11160" cy="5040"/>
            </p14:xfrm>
          </p:contentPart>
        </mc:Choice>
        <mc:Fallback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50776CE1-8233-99FC-82B5-40B76182F33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855451" y="4417777"/>
                <a:ext cx="234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D8083F97-F8E6-4161-669C-FECC787C00FA}"/>
                  </a:ext>
                </a:extLst>
              </p14:cNvPr>
              <p14:cNvContentPartPr/>
              <p14:nvPr/>
            </p14:nvContentPartPr>
            <p14:xfrm>
              <a:off x="7766171" y="4243177"/>
              <a:ext cx="52560" cy="3024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D8083F97-F8E6-4161-669C-FECC787C00F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760051" y="4237057"/>
                <a:ext cx="648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A422B8A3-7CF3-A77D-76DE-9DBA2BA083E8}"/>
                  </a:ext>
                </a:extLst>
              </p14:cNvPr>
              <p14:cNvContentPartPr/>
              <p14:nvPr/>
            </p14:nvContentPartPr>
            <p14:xfrm>
              <a:off x="7592291" y="4094497"/>
              <a:ext cx="33480" cy="2916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A422B8A3-7CF3-A77D-76DE-9DBA2BA083E8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586171" y="4088377"/>
                <a:ext cx="45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A27EC56E-1609-3667-44CA-F07933DDE801}"/>
                  </a:ext>
                </a:extLst>
              </p14:cNvPr>
              <p14:cNvContentPartPr/>
              <p14:nvPr/>
            </p14:nvContentPartPr>
            <p14:xfrm>
              <a:off x="7377011" y="3842497"/>
              <a:ext cx="183240" cy="14580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A27EC56E-1609-3667-44CA-F07933DDE801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70891" y="3836377"/>
                <a:ext cx="1954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8929CE2E-4AAD-026F-6965-65DEA1AD6D18}"/>
                  </a:ext>
                </a:extLst>
              </p14:cNvPr>
              <p14:cNvContentPartPr/>
              <p14:nvPr/>
            </p14:nvContentPartPr>
            <p14:xfrm>
              <a:off x="7666811" y="4020337"/>
              <a:ext cx="45360" cy="12132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8929CE2E-4AAD-026F-6965-65DEA1AD6D1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660691" y="4014217"/>
                <a:ext cx="576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F9BCA60C-93B9-2741-A0CE-7A256DCB897D}"/>
                  </a:ext>
                </a:extLst>
              </p14:cNvPr>
              <p14:cNvContentPartPr/>
              <p14:nvPr/>
            </p14:nvContentPartPr>
            <p14:xfrm>
              <a:off x="7377011" y="4041217"/>
              <a:ext cx="190080" cy="19584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F9BCA60C-93B9-2741-A0CE-7A256DCB897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370891" y="4035097"/>
                <a:ext cx="2023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F7794F03-2308-9762-BC55-6AAC98DEDD10}"/>
                  </a:ext>
                </a:extLst>
              </p14:cNvPr>
              <p14:cNvContentPartPr/>
              <p14:nvPr/>
            </p14:nvContentPartPr>
            <p14:xfrm>
              <a:off x="7559531" y="4507057"/>
              <a:ext cx="11160" cy="9360"/>
            </p14:xfrm>
          </p:contentPart>
        </mc:Choice>
        <mc:Fallback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F7794F03-2308-9762-BC55-6AAC98DEDD1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553411" y="4500937"/>
                <a:ext cx="23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5B10A7C3-6861-CC03-3520-75DA3BC5B7FD}"/>
                  </a:ext>
                </a:extLst>
              </p14:cNvPr>
              <p14:cNvContentPartPr/>
              <p14:nvPr/>
            </p14:nvContentPartPr>
            <p14:xfrm>
              <a:off x="7463771" y="3807937"/>
              <a:ext cx="11160" cy="1620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5B10A7C3-6861-CC03-3520-75DA3BC5B7FD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457651" y="3801817"/>
                <a:ext cx="234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98FF0740-118D-F057-08EF-74AE31AEF0FD}"/>
                  </a:ext>
                </a:extLst>
              </p14:cNvPr>
              <p14:cNvContentPartPr/>
              <p14:nvPr/>
            </p14:nvContentPartPr>
            <p14:xfrm>
              <a:off x="7118171" y="4213657"/>
              <a:ext cx="360" cy="4608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98FF0740-118D-F057-08EF-74AE31AEF0F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112051" y="4207537"/>
                <a:ext cx="126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6AD00D2E-5574-DC74-AE1A-02CB2B31368E}"/>
                  </a:ext>
                </a:extLst>
              </p14:cNvPr>
              <p14:cNvContentPartPr/>
              <p14:nvPr/>
            </p14:nvContentPartPr>
            <p14:xfrm>
              <a:off x="7205291" y="4220497"/>
              <a:ext cx="11160" cy="1404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6AD00D2E-5574-DC74-AE1A-02CB2B31368E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199171" y="4214377"/>
                <a:ext cx="23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796BFA3C-88B2-52CE-16E5-C837E1866D22}"/>
                  </a:ext>
                </a:extLst>
              </p14:cNvPr>
              <p14:cNvContentPartPr/>
              <p14:nvPr/>
            </p14:nvContentPartPr>
            <p14:xfrm>
              <a:off x="7205291" y="4215457"/>
              <a:ext cx="11160" cy="504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796BFA3C-88B2-52CE-16E5-C837E1866D2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199171" y="4209337"/>
                <a:ext cx="234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980EB3AE-71BE-76A2-D031-C3D8BA10FF39}"/>
                  </a:ext>
                </a:extLst>
              </p14:cNvPr>
              <p14:cNvContentPartPr/>
              <p14:nvPr/>
            </p14:nvContentPartPr>
            <p14:xfrm>
              <a:off x="6946811" y="4091617"/>
              <a:ext cx="21960" cy="2124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980EB3AE-71BE-76A2-D031-C3D8BA10FF3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940691" y="4085497"/>
                <a:ext cx="342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0767611F-6D9F-F9EA-6754-5AE1A95312BC}"/>
                  </a:ext>
                </a:extLst>
              </p14:cNvPr>
              <p14:cNvContentPartPr/>
              <p14:nvPr/>
            </p14:nvContentPartPr>
            <p14:xfrm>
              <a:off x="6764651" y="3754297"/>
              <a:ext cx="102600" cy="17568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0767611F-6D9F-F9EA-6754-5AE1A95312BC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758531" y="3748177"/>
                <a:ext cx="1148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AEF69ACF-A93D-1305-CC22-48D90B02B641}"/>
                  </a:ext>
                </a:extLst>
              </p14:cNvPr>
              <p14:cNvContentPartPr/>
              <p14:nvPr/>
            </p14:nvContentPartPr>
            <p14:xfrm>
              <a:off x="7084691" y="3929977"/>
              <a:ext cx="110160" cy="18108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AEF69ACF-A93D-1305-CC22-48D90B02B64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078571" y="3923857"/>
                <a:ext cx="1224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3CF7FB7C-C03E-6AF9-0D2E-9D4C872F9C6F}"/>
                  </a:ext>
                </a:extLst>
              </p14:cNvPr>
              <p14:cNvContentPartPr/>
              <p14:nvPr/>
            </p14:nvContentPartPr>
            <p14:xfrm>
              <a:off x="7322651" y="3815137"/>
              <a:ext cx="65520" cy="187200"/>
            </p14:xfrm>
          </p:contentPart>
        </mc:Choice>
        <mc:Fallback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3CF7FB7C-C03E-6AF9-0D2E-9D4C872F9C6F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316531" y="3809017"/>
                <a:ext cx="777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2DBF2E6F-5085-1D38-E65D-AEBCF603823C}"/>
                  </a:ext>
                </a:extLst>
              </p14:cNvPr>
              <p14:cNvContentPartPr/>
              <p14:nvPr/>
            </p14:nvContentPartPr>
            <p14:xfrm>
              <a:off x="7559531" y="3855817"/>
              <a:ext cx="360" cy="1908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2DBF2E6F-5085-1D38-E65D-AEBCF603823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553411" y="3849697"/>
                <a:ext cx="126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AF417129-7B89-FCBF-0AFC-E4BD2805A778}"/>
                  </a:ext>
                </a:extLst>
              </p14:cNvPr>
              <p14:cNvContentPartPr/>
              <p14:nvPr/>
            </p14:nvContentPartPr>
            <p14:xfrm>
              <a:off x="7711811" y="4516057"/>
              <a:ext cx="11160" cy="1836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AF417129-7B89-FCBF-0AFC-E4BD2805A778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7705691" y="4509937"/>
                <a:ext cx="23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C4814D29-AEB4-0C74-05B0-45EE6581BA81}"/>
                  </a:ext>
                </a:extLst>
              </p14:cNvPr>
              <p14:cNvContentPartPr/>
              <p14:nvPr/>
            </p14:nvContentPartPr>
            <p14:xfrm>
              <a:off x="7624691" y="4752577"/>
              <a:ext cx="183960" cy="168840"/>
            </p14:xfrm>
          </p:contentPart>
        </mc:Choice>
        <mc:Fallback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C4814D29-AEB4-0C74-05B0-45EE6581BA81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7618571" y="4746457"/>
                <a:ext cx="1962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9B81AD57-7CEB-2D53-BD28-221724AF3028}"/>
                  </a:ext>
                </a:extLst>
              </p14:cNvPr>
              <p14:cNvContentPartPr/>
              <p14:nvPr/>
            </p14:nvContentPartPr>
            <p14:xfrm>
              <a:off x="7150931" y="4068937"/>
              <a:ext cx="33120" cy="12240"/>
            </p14:xfrm>
          </p:contentPart>
        </mc:Choice>
        <mc:Fallback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9B81AD57-7CEB-2D53-BD28-221724AF3028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7144811" y="4062817"/>
                <a:ext cx="45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9A9945E5-BE7A-5A49-3713-D71BFA92A665}"/>
                  </a:ext>
                </a:extLst>
              </p14:cNvPr>
              <p14:cNvContentPartPr/>
              <p14:nvPr/>
            </p14:nvContentPartPr>
            <p14:xfrm>
              <a:off x="7279091" y="4540897"/>
              <a:ext cx="21960" cy="1620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9A9945E5-BE7A-5A49-3713-D71BFA92A66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272971" y="4534777"/>
                <a:ext cx="34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AE0A87FF-8C69-7FB8-4F46-8F07890803C0}"/>
                  </a:ext>
                </a:extLst>
              </p14:cNvPr>
              <p14:cNvContentPartPr/>
              <p14:nvPr/>
            </p14:nvContentPartPr>
            <p14:xfrm>
              <a:off x="7161731" y="3936097"/>
              <a:ext cx="21960" cy="4176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AE0A87FF-8C69-7FB8-4F46-8F07890803C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155611" y="3929977"/>
                <a:ext cx="342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CDF5F648-9C7B-37E5-00AE-975DA0F6C783}"/>
                  </a:ext>
                </a:extLst>
              </p14:cNvPr>
              <p14:cNvContentPartPr/>
              <p14:nvPr/>
            </p14:nvContentPartPr>
            <p14:xfrm>
              <a:off x="7311851" y="4847977"/>
              <a:ext cx="226440" cy="8748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CDF5F648-9C7B-37E5-00AE-975DA0F6C783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305731" y="4841857"/>
                <a:ext cx="2386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6084522F-4C99-D3EC-5305-4C9A65E01833}"/>
                  </a:ext>
                </a:extLst>
              </p14:cNvPr>
              <p14:cNvContentPartPr/>
              <p14:nvPr/>
            </p14:nvContentPartPr>
            <p14:xfrm>
              <a:off x="6946811" y="3860497"/>
              <a:ext cx="21960" cy="1836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6084522F-4C99-D3EC-5305-4C9A65E01833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940691" y="3854377"/>
                <a:ext cx="342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3E04C56A-DEA7-5078-A120-53190055D5B6}"/>
                  </a:ext>
                </a:extLst>
              </p14:cNvPr>
              <p14:cNvContentPartPr/>
              <p14:nvPr/>
            </p14:nvContentPartPr>
            <p14:xfrm>
              <a:off x="6935651" y="4596337"/>
              <a:ext cx="21960" cy="37080"/>
            </p14:xfrm>
          </p:contentPart>
        </mc:Choice>
        <mc:Fallback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3E04C56A-DEA7-5078-A120-53190055D5B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929531" y="4590217"/>
                <a:ext cx="342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C622251F-E40A-226A-B1BD-A23243D1F977}"/>
                  </a:ext>
                </a:extLst>
              </p14:cNvPr>
              <p14:cNvContentPartPr/>
              <p14:nvPr/>
            </p14:nvContentPartPr>
            <p14:xfrm>
              <a:off x="6901811" y="4830697"/>
              <a:ext cx="249840" cy="18072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C622251F-E40A-226A-B1BD-A23243D1F977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895691" y="4824577"/>
                <a:ext cx="2620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EF6DD3F7-F6CE-4C4D-A453-D662DA70E226}"/>
                  </a:ext>
                </a:extLst>
              </p14:cNvPr>
              <p14:cNvContentPartPr/>
              <p14:nvPr/>
            </p14:nvContentPartPr>
            <p14:xfrm>
              <a:off x="7278731" y="4613257"/>
              <a:ext cx="972360" cy="50040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EF6DD3F7-F6CE-4C4D-A453-D662DA70E226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272611" y="4607137"/>
                <a:ext cx="98460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F9B0CD5B-B949-BC83-293A-E737D78F76A1}"/>
                  </a:ext>
                </a:extLst>
              </p14:cNvPr>
              <p14:cNvContentPartPr/>
              <p14:nvPr/>
            </p14:nvContentPartPr>
            <p14:xfrm>
              <a:off x="8874611" y="5008537"/>
              <a:ext cx="119880" cy="194400"/>
            </p14:xfrm>
          </p:contentPart>
        </mc:Choice>
        <mc:Fallback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F9B0CD5B-B949-BC83-293A-E737D78F76A1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868491" y="5002417"/>
                <a:ext cx="1321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B2F675D9-E376-C145-C996-CA5BADEF1D0A}"/>
                  </a:ext>
                </a:extLst>
              </p14:cNvPr>
              <p14:cNvContentPartPr/>
              <p14:nvPr/>
            </p14:nvContentPartPr>
            <p14:xfrm>
              <a:off x="9039131" y="5079097"/>
              <a:ext cx="257400" cy="140040"/>
            </p14:xfrm>
          </p:contentPart>
        </mc:Choice>
        <mc:Fallback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B2F675D9-E376-C145-C996-CA5BADEF1D0A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9033011" y="5072977"/>
                <a:ext cx="269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C129860C-2FFC-0E6C-4978-9729C8D83111}"/>
                  </a:ext>
                </a:extLst>
              </p14:cNvPr>
              <p14:cNvContentPartPr/>
              <p14:nvPr/>
            </p14:nvContentPartPr>
            <p14:xfrm>
              <a:off x="9219851" y="5071897"/>
              <a:ext cx="163800" cy="134280"/>
            </p14:xfrm>
          </p:contentPart>
        </mc:Choice>
        <mc:Fallback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C129860C-2FFC-0E6C-4978-9729C8D83111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213731" y="5065777"/>
                <a:ext cx="1760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EEBF45C7-6626-264B-48BA-A7D36A88D7E1}"/>
                  </a:ext>
                </a:extLst>
              </p14:cNvPr>
              <p14:cNvContentPartPr/>
              <p14:nvPr/>
            </p14:nvContentPartPr>
            <p14:xfrm>
              <a:off x="9382931" y="5088817"/>
              <a:ext cx="181800" cy="135360"/>
            </p14:xfrm>
          </p:contentPart>
        </mc:Choice>
        <mc:Fallback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EEBF45C7-6626-264B-48BA-A7D36A88D7E1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376811" y="5082697"/>
                <a:ext cx="19404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BF05410F-0343-F034-B06E-B35DA2A73411}"/>
                  </a:ext>
                </a:extLst>
              </p14:cNvPr>
              <p14:cNvContentPartPr/>
              <p14:nvPr/>
            </p14:nvContentPartPr>
            <p14:xfrm>
              <a:off x="9715571" y="5106817"/>
              <a:ext cx="141480" cy="24840"/>
            </p14:xfrm>
          </p:contentPart>
        </mc:Choice>
        <mc:Fallback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BF05410F-0343-F034-B06E-B35DA2A73411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9709451" y="5100697"/>
                <a:ext cx="1537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7ED57DEA-B644-B77C-4581-72B8436D2C41}"/>
                  </a:ext>
                </a:extLst>
              </p14:cNvPr>
              <p14:cNvContentPartPr/>
              <p14:nvPr/>
            </p14:nvContentPartPr>
            <p14:xfrm>
              <a:off x="9737531" y="5026537"/>
              <a:ext cx="21960" cy="169920"/>
            </p14:xfrm>
          </p:contentPart>
        </mc:Choice>
        <mc:Fallback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7ED57DEA-B644-B77C-4581-72B8436D2C41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9731411" y="5020417"/>
                <a:ext cx="342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6534C864-7A0A-73FF-3228-55D9EAE01399}"/>
                  </a:ext>
                </a:extLst>
              </p14:cNvPr>
              <p14:cNvContentPartPr/>
              <p14:nvPr/>
            </p14:nvContentPartPr>
            <p14:xfrm>
              <a:off x="9963251" y="4989097"/>
              <a:ext cx="131400" cy="225000"/>
            </p14:xfrm>
          </p:contentPart>
        </mc:Choice>
        <mc:Fallback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6534C864-7A0A-73FF-3228-55D9EAE01399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9957131" y="4982977"/>
                <a:ext cx="1436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4374B76D-3E1C-7C10-D655-7D8305BDD353}"/>
                  </a:ext>
                </a:extLst>
              </p14:cNvPr>
              <p14:cNvContentPartPr/>
              <p14:nvPr/>
            </p14:nvContentPartPr>
            <p14:xfrm>
              <a:off x="10168451" y="5048857"/>
              <a:ext cx="141840" cy="119160"/>
            </p14:xfrm>
          </p:contentPart>
        </mc:Choice>
        <mc:Fallback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4374B76D-3E1C-7C10-D655-7D8305BDD353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0162331" y="5042737"/>
                <a:ext cx="1540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D66F8676-7CB7-2067-EFF4-EC2B5F5AFBAC}"/>
                  </a:ext>
                </a:extLst>
              </p14:cNvPr>
              <p14:cNvContentPartPr/>
              <p14:nvPr/>
            </p14:nvContentPartPr>
            <p14:xfrm>
              <a:off x="10331171" y="5045257"/>
              <a:ext cx="171720" cy="136440"/>
            </p14:xfrm>
          </p:contentPart>
        </mc:Choice>
        <mc:Fallback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D66F8676-7CB7-2067-EFF4-EC2B5F5AFBAC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0325051" y="5039137"/>
                <a:ext cx="1839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BBE1192E-4814-D660-A6EA-59E3A3605203}"/>
                  </a:ext>
                </a:extLst>
              </p14:cNvPr>
              <p14:cNvContentPartPr/>
              <p14:nvPr/>
            </p14:nvContentPartPr>
            <p14:xfrm>
              <a:off x="8574731" y="4060657"/>
              <a:ext cx="540000" cy="261000"/>
            </p14:xfrm>
          </p:contentPart>
        </mc:Choice>
        <mc:Fallback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BBE1192E-4814-D660-A6EA-59E3A3605203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568611" y="4054537"/>
                <a:ext cx="5522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6CA7FDD9-802D-4D53-BEDB-A92C885F7176}"/>
                  </a:ext>
                </a:extLst>
              </p14:cNvPr>
              <p14:cNvContentPartPr/>
              <p14:nvPr/>
            </p14:nvContentPartPr>
            <p14:xfrm>
              <a:off x="9306611" y="4134457"/>
              <a:ext cx="335880" cy="17604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6CA7FDD9-802D-4D53-BEDB-A92C885F7176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9300491" y="4128337"/>
                <a:ext cx="3481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3359A1B5-BA4A-2567-9F25-5665A5EF1738}"/>
                  </a:ext>
                </a:extLst>
              </p14:cNvPr>
              <p14:cNvContentPartPr/>
              <p14:nvPr/>
            </p14:nvContentPartPr>
            <p14:xfrm>
              <a:off x="9872531" y="4148857"/>
              <a:ext cx="297360" cy="191160"/>
            </p14:xfrm>
          </p:contentPart>
        </mc:Choice>
        <mc:Fallback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3359A1B5-BA4A-2567-9F25-5665A5EF1738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9866411" y="4142737"/>
                <a:ext cx="3096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63ECBC66-FA06-D67F-E0A7-E788DFAEC89A}"/>
                  </a:ext>
                </a:extLst>
              </p14:cNvPr>
              <p14:cNvContentPartPr/>
              <p14:nvPr/>
            </p14:nvContentPartPr>
            <p14:xfrm>
              <a:off x="10276451" y="4110697"/>
              <a:ext cx="226440" cy="224280"/>
            </p14:xfrm>
          </p:contentPart>
        </mc:Choice>
        <mc:Fallback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63ECBC66-FA06-D67F-E0A7-E788DFAEC89A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0270331" y="4104577"/>
                <a:ext cx="2386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E5AFC54D-D16A-CE55-9EA5-15E613F5A10E}"/>
                  </a:ext>
                </a:extLst>
              </p14:cNvPr>
              <p14:cNvContentPartPr/>
              <p14:nvPr/>
            </p14:nvContentPartPr>
            <p14:xfrm>
              <a:off x="10676411" y="4032217"/>
              <a:ext cx="139680" cy="17388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E5AFC54D-D16A-CE55-9EA5-15E613F5A10E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0670291" y="4026097"/>
                <a:ext cx="1519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995DA169-2858-92D7-E557-BCD195E53A67}"/>
                  </a:ext>
                </a:extLst>
              </p14:cNvPr>
              <p14:cNvContentPartPr/>
              <p14:nvPr/>
            </p14:nvContentPartPr>
            <p14:xfrm>
              <a:off x="10676411" y="4057777"/>
              <a:ext cx="204840" cy="176760"/>
            </p14:xfrm>
          </p:contentPart>
        </mc:Choice>
        <mc:Fallback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995DA169-2858-92D7-E557-BCD195E53A6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10670291" y="4051657"/>
                <a:ext cx="2170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173C4113-4AA9-3D5F-5412-BC62C7E68196}"/>
                  </a:ext>
                </a:extLst>
              </p14:cNvPr>
              <p14:cNvContentPartPr/>
              <p14:nvPr/>
            </p14:nvContentPartPr>
            <p14:xfrm>
              <a:off x="11063051" y="4111417"/>
              <a:ext cx="159840" cy="18972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173C4113-4AA9-3D5F-5412-BC62C7E68196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11056931" y="4105297"/>
                <a:ext cx="1720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5B20ADBE-DBC8-B027-3F71-9D5D4B3A0793}"/>
                  </a:ext>
                </a:extLst>
              </p14:cNvPr>
              <p14:cNvContentPartPr/>
              <p14:nvPr/>
            </p14:nvContentPartPr>
            <p14:xfrm>
              <a:off x="11052251" y="4151377"/>
              <a:ext cx="119880" cy="10836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5B20ADBE-DBC8-B027-3F71-9D5D4B3A079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11046131" y="4145257"/>
                <a:ext cx="1321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351509D0-69BF-9679-E6C0-A9C3B3D1D870}"/>
                  </a:ext>
                </a:extLst>
              </p14:cNvPr>
              <p14:cNvContentPartPr/>
              <p14:nvPr/>
            </p14:nvContentPartPr>
            <p14:xfrm>
              <a:off x="11399291" y="4078657"/>
              <a:ext cx="108360" cy="201600"/>
            </p14:xfrm>
          </p:contentPart>
        </mc:Choice>
        <mc:Fallback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351509D0-69BF-9679-E6C0-A9C3B3D1D870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1393171" y="4072537"/>
                <a:ext cx="1206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74E8E591-3CC6-C6E8-7440-7FA5DC108468}"/>
                  </a:ext>
                </a:extLst>
              </p14:cNvPr>
              <p14:cNvContentPartPr/>
              <p14:nvPr/>
            </p14:nvContentPartPr>
            <p14:xfrm>
              <a:off x="11291291" y="4048057"/>
              <a:ext cx="248040" cy="26676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74E8E591-3CC6-C6E8-7440-7FA5DC108468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1285171" y="4041937"/>
                <a:ext cx="2602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80F86C38-2B6B-0A0B-6173-9FCAABFA2194}"/>
                  </a:ext>
                </a:extLst>
              </p14:cNvPr>
              <p14:cNvContentPartPr/>
              <p14:nvPr/>
            </p14:nvContentPartPr>
            <p14:xfrm>
              <a:off x="10967651" y="4038697"/>
              <a:ext cx="51120" cy="264960"/>
            </p14:xfrm>
          </p:contentPart>
        </mc:Choice>
        <mc:Fallback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80F86C38-2B6B-0A0B-6173-9FCAABFA219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0961531" y="4032577"/>
                <a:ext cx="633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A792FF84-17AB-A54D-3112-5FB6DEE01323}"/>
                  </a:ext>
                </a:extLst>
              </p14:cNvPr>
              <p14:cNvContentPartPr/>
              <p14:nvPr/>
            </p14:nvContentPartPr>
            <p14:xfrm>
              <a:off x="11312171" y="4078297"/>
              <a:ext cx="268560" cy="214200"/>
            </p14:xfrm>
          </p:contentPart>
        </mc:Choice>
        <mc:Fallback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A792FF84-17AB-A54D-3112-5FB6DEE01323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11306051" y="4072177"/>
                <a:ext cx="2808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E42491A5-C340-0E17-9E0A-5D71730EA063}"/>
                  </a:ext>
                </a:extLst>
              </p14:cNvPr>
              <p14:cNvContentPartPr/>
              <p14:nvPr/>
            </p14:nvContentPartPr>
            <p14:xfrm>
              <a:off x="10929491" y="3965617"/>
              <a:ext cx="362520" cy="411840"/>
            </p14:xfrm>
          </p:contentPart>
        </mc:Choice>
        <mc:Fallback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E42491A5-C340-0E17-9E0A-5D71730EA063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0923371" y="3959497"/>
                <a:ext cx="37476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B0194E47-EA7E-0549-7535-23DC71255734}"/>
                  </a:ext>
                </a:extLst>
              </p14:cNvPr>
              <p14:cNvContentPartPr/>
              <p14:nvPr/>
            </p14:nvContentPartPr>
            <p14:xfrm>
              <a:off x="10220651" y="3864097"/>
              <a:ext cx="758880" cy="546840"/>
            </p14:xfrm>
          </p:contentPart>
        </mc:Choice>
        <mc:Fallback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B0194E47-EA7E-0549-7535-23DC7125573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10214531" y="3857977"/>
                <a:ext cx="77112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E122BD71-97F6-6DB8-D0B4-A20727D2BC36}"/>
                  </a:ext>
                </a:extLst>
              </p14:cNvPr>
              <p14:cNvContentPartPr/>
              <p14:nvPr/>
            </p14:nvContentPartPr>
            <p14:xfrm>
              <a:off x="9267011" y="3940777"/>
              <a:ext cx="977400" cy="446040"/>
            </p14:xfrm>
          </p:contentPart>
        </mc:Choice>
        <mc:Fallback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E122BD71-97F6-6DB8-D0B4-A20727D2BC36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260891" y="3934657"/>
                <a:ext cx="98964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B4E4A566-02AE-DC0A-2660-91C5EC63AD69}"/>
                  </a:ext>
                </a:extLst>
              </p14:cNvPr>
              <p14:cNvContentPartPr/>
              <p14:nvPr/>
            </p14:nvContentPartPr>
            <p14:xfrm>
              <a:off x="8541971" y="3959857"/>
              <a:ext cx="732960" cy="454680"/>
            </p14:xfrm>
          </p:contentPart>
        </mc:Choice>
        <mc:Fallback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B4E4A566-02AE-DC0A-2660-91C5EC63AD69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8535851" y="3953737"/>
                <a:ext cx="74520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77" name="Tinta 176">
                <a:extLst>
                  <a:ext uri="{FF2B5EF4-FFF2-40B4-BE49-F238E27FC236}">
                    <a16:creationId xmlns:a16="http://schemas.microsoft.com/office/drawing/2014/main" id="{F9FC9BE6-0507-9C49-9A73-275F8EE8CD52}"/>
                  </a:ext>
                </a:extLst>
              </p14:cNvPr>
              <p14:cNvContentPartPr/>
              <p14:nvPr/>
            </p14:nvContentPartPr>
            <p14:xfrm>
              <a:off x="11063051" y="4171897"/>
              <a:ext cx="54720" cy="30240"/>
            </p14:xfrm>
          </p:contentPart>
        </mc:Choice>
        <mc:Fallback>
          <p:pic>
            <p:nvPicPr>
              <p:cNvPr id="177" name="Tinta 176">
                <a:extLst>
                  <a:ext uri="{FF2B5EF4-FFF2-40B4-BE49-F238E27FC236}">
                    <a16:creationId xmlns:a16="http://schemas.microsoft.com/office/drawing/2014/main" id="{F9FC9BE6-0507-9C49-9A73-275F8EE8CD52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1056931" y="4165777"/>
                <a:ext cx="66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79" name="Tinta 178">
                <a:extLst>
                  <a:ext uri="{FF2B5EF4-FFF2-40B4-BE49-F238E27FC236}">
                    <a16:creationId xmlns:a16="http://schemas.microsoft.com/office/drawing/2014/main" id="{4261AEDC-2893-2D9E-C99A-0560A57724BD}"/>
                  </a:ext>
                </a:extLst>
              </p14:cNvPr>
              <p14:cNvContentPartPr/>
              <p14:nvPr/>
            </p14:nvContentPartPr>
            <p14:xfrm>
              <a:off x="11182571" y="4151377"/>
              <a:ext cx="54720" cy="30960"/>
            </p14:xfrm>
          </p:contentPart>
        </mc:Choice>
        <mc:Fallback>
          <p:pic>
            <p:nvPicPr>
              <p:cNvPr id="179" name="Tinta 178">
                <a:extLst>
                  <a:ext uri="{FF2B5EF4-FFF2-40B4-BE49-F238E27FC236}">
                    <a16:creationId xmlns:a16="http://schemas.microsoft.com/office/drawing/2014/main" id="{4261AEDC-2893-2D9E-C99A-0560A57724BD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1176451" y="4145257"/>
                <a:ext cx="66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BAE181BA-199E-78DA-1280-1FB029772D03}"/>
                  </a:ext>
                </a:extLst>
              </p14:cNvPr>
              <p14:cNvContentPartPr/>
              <p14:nvPr/>
            </p14:nvContentPartPr>
            <p14:xfrm>
              <a:off x="11150171" y="4183777"/>
              <a:ext cx="21960" cy="16200"/>
            </p14:xfrm>
          </p:contentPart>
        </mc:Choice>
        <mc:Fallback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BAE181BA-199E-78DA-1280-1FB029772D03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1144051" y="4177657"/>
                <a:ext cx="34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6D6C8008-E87B-9ABC-1FAA-517319D490BA}"/>
                  </a:ext>
                </a:extLst>
              </p14:cNvPr>
              <p14:cNvContentPartPr/>
              <p14:nvPr/>
            </p14:nvContentPartPr>
            <p14:xfrm>
              <a:off x="10967651" y="4273057"/>
              <a:ext cx="33840" cy="1404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6D6C8008-E87B-9ABC-1FAA-517319D490B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0961531" y="4266937"/>
                <a:ext cx="460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D950DDEE-C011-4966-C30B-56307B294A15}"/>
                  </a:ext>
                </a:extLst>
              </p14:cNvPr>
              <p14:cNvContentPartPr/>
              <p14:nvPr/>
            </p14:nvContentPartPr>
            <p14:xfrm>
              <a:off x="10934531" y="4388617"/>
              <a:ext cx="77040" cy="187560"/>
            </p14:xfrm>
          </p:contentPart>
        </mc:Choice>
        <mc:Fallback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D950DDEE-C011-4966-C30B-56307B294A15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0928411" y="4382497"/>
                <a:ext cx="892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83" name="Tinta 182">
                <a:extLst>
                  <a:ext uri="{FF2B5EF4-FFF2-40B4-BE49-F238E27FC236}">
                    <a16:creationId xmlns:a16="http://schemas.microsoft.com/office/drawing/2014/main" id="{7249C34B-852E-C9E3-2CA0-F6824D20BD5D}"/>
                  </a:ext>
                </a:extLst>
              </p14:cNvPr>
              <p14:cNvContentPartPr/>
              <p14:nvPr/>
            </p14:nvContentPartPr>
            <p14:xfrm>
              <a:off x="11020571" y="4415977"/>
              <a:ext cx="93960" cy="115200"/>
            </p14:xfrm>
          </p:contentPart>
        </mc:Choice>
        <mc:Fallback>
          <p:pic>
            <p:nvPicPr>
              <p:cNvPr id="183" name="Tinta 182">
                <a:extLst>
                  <a:ext uri="{FF2B5EF4-FFF2-40B4-BE49-F238E27FC236}">
                    <a16:creationId xmlns:a16="http://schemas.microsoft.com/office/drawing/2014/main" id="{7249C34B-852E-C9E3-2CA0-F6824D20BD5D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1014451" y="4409857"/>
                <a:ext cx="1062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1CC6AFC5-B7F8-C3AF-6C47-754CA0BCB25D}"/>
                  </a:ext>
                </a:extLst>
              </p14:cNvPr>
              <p14:cNvContentPartPr/>
              <p14:nvPr/>
            </p14:nvContentPartPr>
            <p14:xfrm>
              <a:off x="11236931" y="4499857"/>
              <a:ext cx="54720" cy="14040"/>
            </p14:xfrm>
          </p:contentPart>
        </mc:Choice>
        <mc:Fallback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1CC6AFC5-B7F8-C3AF-6C47-754CA0BCB25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1230811" y="4493737"/>
                <a:ext cx="669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85" name="Tinta 184">
                <a:extLst>
                  <a:ext uri="{FF2B5EF4-FFF2-40B4-BE49-F238E27FC236}">
                    <a16:creationId xmlns:a16="http://schemas.microsoft.com/office/drawing/2014/main" id="{B89210DC-3D6F-421A-8C2F-538FECC6D818}"/>
                  </a:ext>
                </a:extLst>
              </p14:cNvPr>
              <p14:cNvContentPartPr/>
              <p14:nvPr/>
            </p14:nvContentPartPr>
            <p14:xfrm>
              <a:off x="11311091" y="4467457"/>
              <a:ext cx="65520" cy="106920"/>
            </p14:xfrm>
          </p:contentPart>
        </mc:Choice>
        <mc:Fallback>
          <p:pic>
            <p:nvPicPr>
              <p:cNvPr id="185" name="Tinta 184">
                <a:extLst>
                  <a:ext uri="{FF2B5EF4-FFF2-40B4-BE49-F238E27FC236}">
                    <a16:creationId xmlns:a16="http://schemas.microsoft.com/office/drawing/2014/main" id="{B89210DC-3D6F-421A-8C2F-538FECC6D818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1304971" y="4461337"/>
                <a:ext cx="777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C0A7D948-A7FD-28AA-28FB-72E0BBDBE9D6}"/>
                  </a:ext>
                </a:extLst>
              </p14:cNvPr>
              <p14:cNvContentPartPr/>
              <p14:nvPr/>
            </p14:nvContentPartPr>
            <p14:xfrm>
              <a:off x="10148291" y="4110337"/>
              <a:ext cx="43920" cy="2304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C0A7D948-A7FD-28AA-28FB-72E0BBDBE9D6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0142171" y="4104217"/>
                <a:ext cx="561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8210B34C-C477-3AED-EA0E-7F80188C6BDA}"/>
                  </a:ext>
                </a:extLst>
              </p14:cNvPr>
              <p14:cNvContentPartPr/>
              <p14:nvPr/>
            </p14:nvContentPartPr>
            <p14:xfrm>
              <a:off x="10318931" y="4419577"/>
              <a:ext cx="183960" cy="13428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8210B34C-C477-3AED-EA0E-7F80188C6BDA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0312811" y="4413457"/>
                <a:ext cx="1962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90" name="Tinta 189">
                <a:extLst>
                  <a:ext uri="{FF2B5EF4-FFF2-40B4-BE49-F238E27FC236}">
                    <a16:creationId xmlns:a16="http://schemas.microsoft.com/office/drawing/2014/main" id="{DC497B71-5AB0-FAA1-DD5A-E1AE0F92AE1E}"/>
                  </a:ext>
                </a:extLst>
              </p14:cNvPr>
              <p14:cNvContentPartPr/>
              <p14:nvPr/>
            </p14:nvContentPartPr>
            <p14:xfrm>
              <a:off x="10487051" y="4479337"/>
              <a:ext cx="114120" cy="80640"/>
            </p14:xfrm>
          </p:contentPart>
        </mc:Choice>
        <mc:Fallback>
          <p:pic>
            <p:nvPicPr>
              <p:cNvPr id="190" name="Tinta 189">
                <a:extLst>
                  <a:ext uri="{FF2B5EF4-FFF2-40B4-BE49-F238E27FC236}">
                    <a16:creationId xmlns:a16="http://schemas.microsoft.com/office/drawing/2014/main" id="{DC497B71-5AB0-FAA1-DD5A-E1AE0F92AE1E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0480931" y="4473217"/>
                <a:ext cx="1263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91" name="Tinta 190">
                <a:extLst>
                  <a:ext uri="{FF2B5EF4-FFF2-40B4-BE49-F238E27FC236}">
                    <a16:creationId xmlns:a16="http://schemas.microsoft.com/office/drawing/2014/main" id="{16F0F4CE-A52C-015D-C313-DB3E0736D4CE}"/>
                  </a:ext>
                </a:extLst>
              </p14:cNvPr>
              <p14:cNvContentPartPr/>
              <p14:nvPr/>
            </p14:nvContentPartPr>
            <p14:xfrm>
              <a:off x="10669211" y="4499857"/>
              <a:ext cx="114480" cy="18360"/>
            </p14:xfrm>
          </p:contentPart>
        </mc:Choice>
        <mc:Fallback>
          <p:pic>
            <p:nvPicPr>
              <p:cNvPr id="191" name="Tinta 190">
                <a:extLst>
                  <a:ext uri="{FF2B5EF4-FFF2-40B4-BE49-F238E27FC236}">
                    <a16:creationId xmlns:a16="http://schemas.microsoft.com/office/drawing/2014/main" id="{16F0F4CE-A52C-015D-C313-DB3E0736D4CE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0663091" y="4493737"/>
                <a:ext cx="1267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98A63499-2B36-B766-D84B-87667BB41E2C}"/>
                  </a:ext>
                </a:extLst>
              </p14:cNvPr>
              <p14:cNvContentPartPr/>
              <p14:nvPr/>
            </p14:nvContentPartPr>
            <p14:xfrm>
              <a:off x="10654451" y="4444777"/>
              <a:ext cx="33120" cy="133200"/>
            </p14:xfrm>
          </p:contentPart>
        </mc:Choice>
        <mc:Fallback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98A63499-2B36-B766-D84B-87667BB41E2C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0648331" y="4438657"/>
                <a:ext cx="453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AC7D30E0-C358-2537-D119-83F4EDD10F67}"/>
                  </a:ext>
                </a:extLst>
              </p14:cNvPr>
              <p14:cNvContentPartPr/>
              <p14:nvPr/>
            </p14:nvContentPartPr>
            <p14:xfrm>
              <a:off x="10793771" y="4412737"/>
              <a:ext cx="43920" cy="11700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AC7D30E0-C358-2537-D119-83F4EDD10F67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0787651" y="4406617"/>
                <a:ext cx="561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269B547F-4585-C239-F531-25E2EA38F3DD}"/>
                  </a:ext>
                </a:extLst>
              </p14:cNvPr>
              <p14:cNvContentPartPr/>
              <p14:nvPr/>
            </p14:nvContentPartPr>
            <p14:xfrm>
              <a:off x="10761011" y="4442617"/>
              <a:ext cx="173160" cy="101520"/>
            </p14:xfrm>
          </p:contentPart>
        </mc:Choice>
        <mc:Fallback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269B547F-4585-C239-F531-25E2EA38F3DD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0754891" y="4436497"/>
                <a:ext cx="1854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E2DB3E7B-B60B-612B-DF18-1A34A398173F}"/>
                  </a:ext>
                </a:extLst>
              </p14:cNvPr>
              <p14:cNvContentPartPr/>
              <p14:nvPr/>
            </p14:nvContentPartPr>
            <p14:xfrm>
              <a:off x="9620171" y="4204657"/>
              <a:ext cx="11160" cy="48240"/>
            </p14:xfrm>
          </p:contentPart>
        </mc:Choice>
        <mc:Fallback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E2DB3E7B-B60B-612B-DF18-1A34A398173F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9614051" y="4198537"/>
                <a:ext cx="234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97" name="Tinta 196">
                <a:extLst>
                  <a:ext uri="{FF2B5EF4-FFF2-40B4-BE49-F238E27FC236}">
                    <a16:creationId xmlns:a16="http://schemas.microsoft.com/office/drawing/2014/main" id="{8868C535-E1CC-D306-41FF-17221D1DBAD5}"/>
                  </a:ext>
                </a:extLst>
              </p14:cNvPr>
              <p14:cNvContentPartPr/>
              <p14:nvPr/>
            </p14:nvContentPartPr>
            <p14:xfrm>
              <a:off x="10191491" y="4261177"/>
              <a:ext cx="41760" cy="30240"/>
            </p14:xfrm>
          </p:contentPart>
        </mc:Choice>
        <mc:Fallback>
          <p:pic>
            <p:nvPicPr>
              <p:cNvPr id="197" name="Tinta 196">
                <a:extLst>
                  <a:ext uri="{FF2B5EF4-FFF2-40B4-BE49-F238E27FC236}">
                    <a16:creationId xmlns:a16="http://schemas.microsoft.com/office/drawing/2014/main" id="{8868C535-E1CC-D306-41FF-17221D1DBAD5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0185371" y="4255057"/>
                <a:ext cx="54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D5FF080B-CD68-4CD0-FC05-AF295D6D178A}"/>
                  </a:ext>
                </a:extLst>
              </p14:cNvPr>
              <p14:cNvContentPartPr/>
              <p14:nvPr/>
            </p14:nvContentPartPr>
            <p14:xfrm>
              <a:off x="9435131" y="4516057"/>
              <a:ext cx="207000" cy="119160"/>
            </p14:xfrm>
          </p:contentPart>
        </mc:Choice>
        <mc:Fallback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D5FF080B-CD68-4CD0-FC05-AF295D6D178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9429011" y="4509937"/>
                <a:ext cx="219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A39DFD01-4B8D-7812-80A3-56BEBE34315C}"/>
                  </a:ext>
                </a:extLst>
              </p14:cNvPr>
              <p14:cNvContentPartPr/>
              <p14:nvPr/>
            </p14:nvContentPartPr>
            <p14:xfrm>
              <a:off x="9963251" y="4264057"/>
              <a:ext cx="21960" cy="2736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A39DFD01-4B8D-7812-80A3-56BEBE34315C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9957131" y="4257937"/>
                <a:ext cx="342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02" name="Tinta 201">
                <a:extLst>
                  <a:ext uri="{FF2B5EF4-FFF2-40B4-BE49-F238E27FC236}">
                    <a16:creationId xmlns:a16="http://schemas.microsoft.com/office/drawing/2014/main" id="{3CF44D6C-CAF9-A972-FF00-FFD2BCDCCF83}"/>
                  </a:ext>
                </a:extLst>
              </p14:cNvPr>
              <p14:cNvContentPartPr/>
              <p14:nvPr/>
            </p14:nvContentPartPr>
            <p14:xfrm>
              <a:off x="9682451" y="4500937"/>
              <a:ext cx="131040" cy="106560"/>
            </p14:xfrm>
          </p:contentPart>
        </mc:Choice>
        <mc:Fallback>
          <p:pic>
            <p:nvPicPr>
              <p:cNvPr id="202" name="Tinta 201">
                <a:extLst>
                  <a:ext uri="{FF2B5EF4-FFF2-40B4-BE49-F238E27FC236}">
                    <a16:creationId xmlns:a16="http://schemas.microsoft.com/office/drawing/2014/main" id="{3CF44D6C-CAF9-A972-FF00-FFD2BCDCCF83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676331" y="4494817"/>
                <a:ext cx="1432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CAC29FD2-A3ED-92B3-D38A-B68BCFD234FA}"/>
                  </a:ext>
                </a:extLst>
              </p14:cNvPr>
              <p14:cNvContentPartPr/>
              <p14:nvPr/>
            </p14:nvContentPartPr>
            <p14:xfrm>
              <a:off x="9813131" y="4490497"/>
              <a:ext cx="160560" cy="13716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CAC29FD2-A3ED-92B3-D38A-B68BCFD234FA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9807011" y="4484377"/>
                <a:ext cx="1728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99257E70-734F-D536-E605-541DADB3CF7A}"/>
                  </a:ext>
                </a:extLst>
              </p14:cNvPr>
              <p14:cNvContentPartPr/>
              <p14:nvPr/>
            </p14:nvContentPartPr>
            <p14:xfrm>
              <a:off x="9769931" y="4696417"/>
              <a:ext cx="163440" cy="23760"/>
            </p14:xfrm>
          </p:contentPart>
        </mc:Choice>
        <mc:Fallback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99257E70-734F-D536-E605-541DADB3CF7A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763811" y="4690297"/>
                <a:ext cx="175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FF22DAFA-F1A7-2664-C127-AAFF980A9029}"/>
                  </a:ext>
                </a:extLst>
              </p14:cNvPr>
              <p14:cNvContentPartPr/>
              <p14:nvPr/>
            </p14:nvContentPartPr>
            <p14:xfrm>
              <a:off x="10115531" y="4671577"/>
              <a:ext cx="55080" cy="115920"/>
            </p14:xfrm>
          </p:contentPart>
        </mc:Choice>
        <mc:Fallback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FF22DAFA-F1A7-2664-C127-AAFF980A9029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109411" y="4665457"/>
                <a:ext cx="67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65CC9349-29F9-52D2-60DC-BCC15D62F569}"/>
                  </a:ext>
                </a:extLst>
              </p14:cNvPr>
              <p14:cNvContentPartPr/>
              <p14:nvPr/>
            </p14:nvContentPartPr>
            <p14:xfrm>
              <a:off x="10158731" y="4671577"/>
              <a:ext cx="130320" cy="68760"/>
            </p14:xfrm>
          </p:contentPart>
        </mc:Choice>
        <mc:Fallback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65CC9349-29F9-52D2-60DC-BCC15D62F569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152611" y="4665457"/>
                <a:ext cx="1425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072265ED-010C-C8F3-3D27-5F555E6E8084}"/>
                  </a:ext>
                </a:extLst>
              </p14:cNvPr>
              <p14:cNvContentPartPr/>
              <p14:nvPr/>
            </p14:nvContentPartPr>
            <p14:xfrm>
              <a:off x="10298051" y="4646737"/>
              <a:ext cx="132120" cy="109440"/>
            </p14:xfrm>
          </p:contentPart>
        </mc:Choice>
        <mc:Fallback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072265ED-010C-C8F3-3D27-5F555E6E808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291931" y="4640617"/>
                <a:ext cx="1443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CFDDDD90-5FFF-BE52-593E-C270BBDB0F29}"/>
                  </a:ext>
                </a:extLst>
              </p14:cNvPr>
              <p14:cNvContentPartPr/>
              <p14:nvPr/>
            </p14:nvContentPartPr>
            <p14:xfrm>
              <a:off x="8983331" y="4291057"/>
              <a:ext cx="21960" cy="12240"/>
            </p14:xfrm>
          </p:contentPart>
        </mc:Choice>
        <mc:Fallback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CFDDDD90-5FFF-BE52-593E-C270BBDB0F29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8977211" y="4284937"/>
                <a:ext cx="342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EEDCC892-F102-8601-9715-EBAEFE33F450}"/>
                  </a:ext>
                </a:extLst>
              </p14:cNvPr>
              <p14:cNvContentPartPr/>
              <p14:nvPr/>
            </p14:nvContentPartPr>
            <p14:xfrm>
              <a:off x="8670131" y="4523257"/>
              <a:ext cx="119880" cy="203400"/>
            </p14:xfrm>
          </p:contentPart>
        </mc:Choice>
        <mc:Fallback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EEDCC892-F102-8601-9715-EBAEFE33F450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664011" y="4517137"/>
                <a:ext cx="1321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1A6E9306-7873-9229-EB68-1B3D7890A798}"/>
                  </a:ext>
                </a:extLst>
              </p14:cNvPr>
              <p14:cNvContentPartPr/>
              <p14:nvPr/>
            </p14:nvContentPartPr>
            <p14:xfrm>
              <a:off x="8849411" y="4633777"/>
              <a:ext cx="112680" cy="92520"/>
            </p14:xfrm>
          </p:contentPart>
        </mc:Choice>
        <mc:Fallback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1A6E9306-7873-9229-EB68-1B3D7890A798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8843291" y="4627657"/>
                <a:ext cx="1249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DCF4C66A-8F46-89A4-E02D-0AA6ACFCE2AB}"/>
                  </a:ext>
                </a:extLst>
              </p14:cNvPr>
              <p14:cNvContentPartPr/>
              <p14:nvPr/>
            </p14:nvContentPartPr>
            <p14:xfrm>
              <a:off x="8951291" y="4599937"/>
              <a:ext cx="174600" cy="115200"/>
            </p14:xfrm>
          </p:contentPart>
        </mc:Choice>
        <mc:Fallback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DCF4C66A-8F46-89A4-E02D-0AA6ACFCE2AB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8945171" y="4593817"/>
                <a:ext cx="1868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D769A8DB-3A30-DBDA-A667-B875975B96D0}"/>
                  </a:ext>
                </a:extLst>
              </p14:cNvPr>
              <p14:cNvContentPartPr/>
              <p14:nvPr/>
            </p14:nvContentPartPr>
            <p14:xfrm>
              <a:off x="9103571" y="4621177"/>
              <a:ext cx="248040" cy="146160"/>
            </p14:xfrm>
          </p:contentPart>
        </mc:Choice>
        <mc:Fallback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D769A8DB-3A30-DBDA-A667-B875975B96D0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9097451" y="4615057"/>
                <a:ext cx="260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21" name="Tinta 220">
                <a:extLst>
                  <a:ext uri="{FF2B5EF4-FFF2-40B4-BE49-F238E27FC236}">
                    <a16:creationId xmlns:a16="http://schemas.microsoft.com/office/drawing/2014/main" id="{C8924642-3293-9EDB-BC86-3171EF6A9710}"/>
                  </a:ext>
                </a:extLst>
              </p14:cNvPr>
              <p14:cNvContentPartPr/>
              <p14:nvPr/>
            </p14:nvContentPartPr>
            <p14:xfrm>
              <a:off x="9759131" y="4614337"/>
              <a:ext cx="43920" cy="23040"/>
            </p14:xfrm>
          </p:contentPart>
        </mc:Choice>
        <mc:Fallback>
          <p:pic>
            <p:nvPicPr>
              <p:cNvPr id="221" name="Tinta 220">
                <a:extLst>
                  <a:ext uri="{FF2B5EF4-FFF2-40B4-BE49-F238E27FC236}">
                    <a16:creationId xmlns:a16="http://schemas.microsoft.com/office/drawing/2014/main" id="{C8924642-3293-9EDB-BC86-3171EF6A9710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753011" y="4608217"/>
                <a:ext cx="561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708ED97E-A065-3DBF-CC46-E9099541FABD}"/>
                  </a:ext>
                </a:extLst>
              </p14:cNvPr>
              <p14:cNvContentPartPr/>
              <p14:nvPr/>
            </p14:nvContentPartPr>
            <p14:xfrm>
              <a:off x="10352411" y="4758697"/>
              <a:ext cx="11160" cy="16200"/>
            </p14:xfrm>
          </p:contentPart>
        </mc:Choice>
        <mc:Fallback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708ED97E-A065-3DBF-CC46-E9099541FABD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0346291" y="4752577"/>
                <a:ext cx="234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C6B9F566-C53B-5869-BF44-941012D6C1AD}"/>
                  </a:ext>
                </a:extLst>
              </p14:cNvPr>
              <p14:cNvContentPartPr/>
              <p14:nvPr/>
            </p14:nvContentPartPr>
            <p14:xfrm>
              <a:off x="10611251" y="4607137"/>
              <a:ext cx="21960" cy="7200"/>
            </p14:xfrm>
          </p:contentPart>
        </mc:Choice>
        <mc:Fallback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C6B9F566-C53B-5869-BF44-941012D6C1AD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0605131" y="4601017"/>
                <a:ext cx="34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29" name="Tinta 228">
                <a:extLst>
                  <a:ext uri="{FF2B5EF4-FFF2-40B4-BE49-F238E27FC236}">
                    <a16:creationId xmlns:a16="http://schemas.microsoft.com/office/drawing/2014/main" id="{F33DED2D-2AD4-E2FC-689C-66163C8E9716}"/>
                  </a:ext>
                </a:extLst>
              </p14:cNvPr>
              <p14:cNvContentPartPr/>
              <p14:nvPr/>
            </p14:nvContentPartPr>
            <p14:xfrm>
              <a:off x="10869731" y="4273057"/>
              <a:ext cx="21960" cy="25200"/>
            </p14:xfrm>
          </p:contentPart>
        </mc:Choice>
        <mc:Fallback>
          <p:pic>
            <p:nvPicPr>
              <p:cNvPr id="229" name="Tinta 228">
                <a:extLst>
                  <a:ext uri="{FF2B5EF4-FFF2-40B4-BE49-F238E27FC236}">
                    <a16:creationId xmlns:a16="http://schemas.microsoft.com/office/drawing/2014/main" id="{F33DED2D-2AD4-E2FC-689C-66163C8E9716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0863611" y="4266937"/>
                <a:ext cx="34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38" name="Tinta 237">
                <a:extLst>
                  <a:ext uri="{FF2B5EF4-FFF2-40B4-BE49-F238E27FC236}">
                    <a16:creationId xmlns:a16="http://schemas.microsoft.com/office/drawing/2014/main" id="{CD9758B2-9D02-02B5-1115-1A0B9F1E6F76}"/>
                  </a:ext>
                </a:extLst>
              </p14:cNvPr>
              <p14:cNvContentPartPr/>
              <p14:nvPr/>
            </p14:nvContentPartPr>
            <p14:xfrm>
              <a:off x="11022011" y="4580137"/>
              <a:ext cx="30960" cy="48240"/>
            </p14:xfrm>
          </p:contentPart>
        </mc:Choice>
        <mc:Fallback>
          <p:pic>
            <p:nvPicPr>
              <p:cNvPr id="238" name="Tinta 237">
                <a:extLst>
                  <a:ext uri="{FF2B5EF4-FFF2-40B4-BE49-F238E27FC236}">
                    <a16:creationId xmlns:a16="http://schemas.microsoft.com/office/drawing/2014/main" id="{CD9758B2-9D02-02B5-1115-1A0B9F1E6F76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1015891" y="4574017"/>
                <a:ext cx="432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39" name="Tinta 238">
                <a:extLst>
                  <a:ext uri="{FF2B5EF4-FFF2-40B4-BE49-F238E27FC236}">
                    <a16:creationId xmlns:a16="http://schemas.microsoft.com/office/drawing/2014/main" id="{DBF55BC8-788B-ED21-1F9B-26886004FA55}"/>
                  </a:ext>
                </a:extLst>
              </p14:cNvPr>
              <p14:cNvContentPartPr/>
              <p14:nvPr/>
            </p14:nvContentPartPr>
            <p14:xfrm>
              <a:off x="11280491" y="4621177"/>
              <a:ext cx="19800" cy="21240"/>
            </p14:xfrm>
          </p:contentPart>
        </mc:Choice>
        <mc:Fallback>
          <p:pic>
            <p:nvPicPr>
              <p:cNvPr id="239" name="Tinta 238">
                <a:extLst>
                  <a:ext uri="{FF2B5EF4-FFF2-40B4-BE49-F238E27FC236}">
                    <a16:creationId xmlns:a16="http://schemas.microsoft.com/office/drawing/2014/main" id="{DBF55BC8-788B-ED21-1F9B-26886004FA55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1274371" y="4615057"/>
                <a:ext cx="32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31" name="Tinta 230">
                <a:extLst>
                  <a:ext uri="{FF2B5EF4-FFF2-40B4-BE49-F238E27FC236}">
                    <a16:creationId xmlns:a16="http://schemas.microsoft.com/office/drawing/2014/main" id="{C4A66BE7-1CDF-51FE-F304-CC0FC7F78167}"/>
                  </a:ext>
                </a:extLst>
              </p14:cNvPr>
              <p14:cNvContentPartPr/>
              <p14:nvPr/>
            </p14:nvContentPartPr>
            <p14:xfrm>
              <a:off x="10632131" y="4937977"/>
              <a:ext cx="194400" cy="192240"/>
            </p14:xfrm>
          </p:contentPart>
        </mc:Choice>
        <mc:Fallback>
          <p:pic>
            <p:nvPicPr>
              <p:cNvPr id="231" name="Tinta 230">
                <a:extLst>
                  <a:ext uri="{FF2B5EF4-FFF2-40B4-BE49-F238E27FC236}">
                    <a16:creationId xmlns:a16="http://schemas.microsoft.com/office/drawing/2014/main" id="{C4A66BE7-1CDF-51FE-F304-CC0FC7F78167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0626011" y="4931857"/>
                <a:ext cx="2066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32" name="Tinta 231">
                <a:extLst>
                  <a:ext uri="{FF2B5EF4-FFF2-40B4-BE49-F238E27FC236}">
                    <a16:creationId xmlns:a16="http://schemas.microsoft.com/office/drawing/2014/main" id="{C22D81A0-662C-5FD5-F2A6-F8D1EFCAD2D2}"/>
                  </a:ext>
                </a:extLst>
              </p14:cNvPr>
              <p14:cNvContentPartPr/>
              <p14:nvPr/>
            </p14:nvContentPartPr>
            <p14:xfrm>
              <a:off x="10879811" y="4939417"/>
              <a:ext cx="142200" cy="149400"/>
            </p14:xfrm>
          </p:contentPart>
        </mc:Choice>
        <mc:Fallback>
          <p:pic>
            <p:nvPicPr>
              <p:cNvPr id="232" name="Tinta 231">
                <a:extLst>
                  <a:ext uri="{FF2B5EF4-FFF2-40B4-BE49-F238E27FC236}">
                    <a16:creationId xmlns:a16="http://schemas.microsoft.com/office/drawing/2014/main" id="{C22D81A0-662C-5FD5-F2A6-F8D1EFCAD2D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0873691" y="4933297"/>
                <a:ext cx="1544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33" name="Tinta 232">
                <a:extLst>
                  <a:ext uri="{FF2B5EF4-FFF2-40B4-BE49-F238E27FC236}">
                    <a16:creationId xmlns:a16="http://schemas.microsoft.com/office/drawing/2014/main" id="{F6E4D5CB-C9B3-5D9E-915B-8B3673583C5F}"/>
                  </a:ext>
                </a:extLst>
              </p14:cNvPr>
              <p14:cNvContentPartPr/>
              <p14:nvPr/>
            </p14:nvContentPartPr>
            <p14:xfrm>
              <a:off x="10545371" y="5049577"/>
              <a:ext cx="119880" cy="14400"/>
            </p14:xfrm>
          </p:contentPart>
        </mc:Choice>
        <mc:Fallback>
          <p:pic>
            <p:nvPicPr>
              <p:cNvPr id="233" name="Tinta 232">
                <a:extLst>
                  <a:ext uri="{FF2B5EF4-FFF2-40B4-BE49-F238E27FC236}">
                    <a16:creationId xmlns:a16="http://schemas.microsoft.com/office/drawing/2014/main" id="{F6E4D5CB-C9B3-5D9E-915B-8B3673583C5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0539251" y="5043457"/>
                <a:ext cx="1321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34" name="Tinta 233">
                <a:extLst>
                  <a:ext uri="{FF2B5EF4-FFF2-40B4-BE49-F238E27FC236}">
                    <a16:creationId xmlns:a16="http://schemas.microsoft.com/office/drawing/2014/main" id="{9A5F4F80-161F-63E2-D429-98D566430AE7}"/>
                  </a:ext>
                </a:extLst>
              </p14:cNvPr>
              <p14:cNvContentPartPr/>
              <p14:nvPr/>
            </p14:nvContentPartPr>
            <p14:xfrm>
              <a:off x="10556891" y="4980817"/>
              <a:ext cx="11160" cy="149040"/>
            </p14:xfrm>
          </p:contentPart>
        </mc:Choice>
        <mc:Fallback>
          <p:pic>
            <p:nvPicPr>
              <p:cNvPr id="234" name="Tinta 233">
                <a:extLst>
                  <a:ext uri="{FF2B5EF4-FFF2-40B4-BE49-F238E27FC236}">
                    <a16:creationId xmlns:a16="http://schemas.microsoft.com/office/drawing/2014/main" id="{9A5F4F80-161F-63E2-D429-98D566430AE7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10550771" y="4974697"/>
                <a:ext cx="23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7B16573E-E55A-87AD-9220-D6D57184DA7B}"/>
                  </a:ext>
                </a:extLst>
              </p14:cNvPr>
              <p14:cNvContentPartPr/>
              <p14:nvPr/>
            </p14:nvContentPartPr>
            <p14:xfrm>
              <a:off x="11146931" y="5012857"/>
              <a:ext cx="145080" cy="54000"/>
            </p14:xfrm>
          </p:contentPart>
        </mc:Choice>
        <mc:Fallback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7B16573E-E55A-87AD-9220-D6D57184DA7B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1140811" y="5006737"/>
                <a:ext cx="1573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37" name="Tinta 236">
                <a:extLst>
                  <a:ext uri="{FF2B5EF4-FFF2-40B4-BE49-F238E27FC236}">
                    <a16:creationId xmlns:a16="http://schemas.microsoft.com/office/drawing/2014/main" id="{FCDA2D66-0679-8E36-51FD-6552FCD1498A}"/>
                  </a:ext>
                </a:extLst>
              </p14:cNvPr>
              <p14:cNvContentPartPr/>
              <p14:nvPr/>
            </p14:nvContentPartPr>
            <p14:xfrm>
              <a:off x="11182571" y="4973977"/>
              <a:ext cx="21960" cy="124200"/>
            </p14:xfrm>
          </p:contentPart>
        </mc:Choice>
        <mc:Fallback>
          <p:pic>
            <p:nvPicPr>
              <p:cNvPr id="237" name="Tinta 236">
                <a:extLst>
                  <a:ext uri="{FF2B5EF4-FFF2-40B4-BE49-F238E27FC236}">
                    <a16:creationId xmlns:a16="http://schemas.microsoft.com/office/drawing/2014/main" id="{FCDA2D66-0679-8E36-51FD-6552FCD1498A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1176451" y="4967857"/>
                <a:ext cx="342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40" name="Tinta 239">
                <a:extLst>
                  <a:ext uri="{FF2B5EF4-FFF2-40B4-BE49-F238E27FC236}">
                    <a16:creationId xmlns:a16="http://schemas.microsoft.com/office/drawing/2014/main" id="{4B0A1FDD-63A7-2765-F179-16F6C81E70E9}"/>
                  </a:ext>
                </a:extLst>
              </p14:cNvPr>
              <p14:cNvContentPartPr/>
              <p14:nvPr/>
            </p14:nvContentPartPr>
            <p14:xfrm>
              <a:off x="11451491" y="4869577"/>
              <a:ext cx="281520" cy="290160"/>
            </p14:xfrm>
          </p:contentPart>
        </mc:Choice>
        <mc:Fallback>
          <p:pic>
            <p:nvPicPr>
              <p:cNvPr id="240" name="Tinta 239">
                <a:extLst>
                  <a:ext uri="{FF2B5EF4-FFF2-40B4-BE49-F238E27FC236}">
                    <a16:creationId xmlns:a16="http://schemas.microsoft.com/office/drawing/2014/main" id="{4B0A1FDD-63A7-2765-F179-16F6C81E70E9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1445371" y="4863457"/>
                <a:ext cx="29376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47" name="Tinta 246">
                <a:extLst>
                  <a:ext uri="{FF2B5EF4-FFF2-40B4-BE49-F238E27FC236}">
                    <a16:creationId xmlns:a16="http://schemas.microsoft.com/office/drawing/2014/main" id="{865A5949-563D-B89D-38F6-B9EB52255873}"/>
                  </a:ext>
                </a:extLst>
              </p14:cNvPr>
              <p14:cNvContentPartPr/>
              <p14:nvPr/>
            </p14:nvContentPartPr>
            <p14:xfrm>
              <a:off x="6816131" y="4067137"/>
              <a:ext cx="65520" cy="9000"/>
            </p14:xfrm>
          </p:contentPart>
        </mc:Choice>
        <mc:Fallback>
          <p:pic>
            <p:nvPicPr>
              <p:cNvPr id="247" name="Tinta 246">
                <a:extLst>
                  <a:ext uri="{FF2B5EF4-FFF2-40B4-BE49-F238E27FC236}">
                    <a16:creationId xmlns:a16="http://schemas.microsoft.com/office/drawing/2014/main" id="{865A5949-563D-B89D-38F6-B9EB52255873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810011" y="4061017"/>
                <a:ext cx="7776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F7A37885-FD71-C3FF-0CEA-02157B905B20}"/>
              </a:ext>
            </a:extLst>
          </p:cNvPr>
          <p:cNvGrpSpPr/>
          <p:nvPr/>
        </p:nvGrpSpPr>
        <p:grpSpPr>
          <a:xfrm>
            <a:off x="7807211" y="3438937"/>
            <a:ext cx="1176480" cy="330840"/>
            <a:chOff x="7807211" y="3438937"/>
            <a:chExt cx="117648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6BEEC568-617A-D026-62D7-9F5E28369FE3}"/>
                    </a:ext>
                  </a:extLst>
                </p14:cNvPr>
                <p14:cNvContentPartPr/>
                <p14:nvPr/>
              </p14:nvContentPartPr>
              <p14:xfrm>
                <a:off x="7807211" y="3438937"/>
                <a:ext cx="120240" cy="3074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6BEEC568-617A-D026-62D7-9F5E28369FE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801091" y="3432817"/>
                  <a:ext cx="1324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34DE0D4-DE60-B7E1-6E70-2C114D84ADD5}"/>
                    </a:ext>
                  </a:extLst>
                </p14:cNvPr>
                <p14:cNvContentPartPr/>
                <p14:nvPr/>
              </p14:nvContentPartPr>
              <p14:xfrm>
                <a:off x="8035451" y="3458377"/>
                <a:ext cx="204480" cy="2397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34DE0D4-DE60-B7E1-6E70-2C114D84ADD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029331" y="3452257"/>
                  <a:ext cx="216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37F1BFA8-EC06-5B31-E9C3-197466A3D4FB}"/>
                    </a:ext>
                  </a:extLst>
                </p14:cNvPr>
                <p14:cNvContentPartPr/>
                <p14:nvPr/>
              </p14:nvContentPartPr>
              <p14:xfrm>
                <a:off x="8389691" y="3491857"/>
                <a:ext cx="185400" cy="1850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37F1BFA8-EC06-5B31-E9C3-197466A3D4F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383571" y="3485737"/>
                  <a:ext cx="197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007A83D-458B-2DF0-B5B6-7829012F2B22}"/>
                    </a:ext>
                  </a:extLst>
                </p14:cNvPr>
                <p14:cNvContentPartPr/>
                <p14:nvPr/>
              </p14:nvContentPartPr>
              <p14:xfrm>
                <a:off x="8660051" y="3470617"/>
                <a:ext cx="195120" cy="29916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007A83D-458B-2DF0-B5B6-7829012F2B2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653931" y="3464497"/>
                  <a:ext cx="207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E6FF52B2-858C-739B-C34D-9266DE55BA96}"/>
                    </a:ext>
                  </a:extLst>
                </p14:cNvPr>
                <p14:cNvContentPartPr/>
                <p14:nvPr/>
              </p14:nvContentPartPr>
              <p14:xfrm>
                <a:off x="7850771" y="3727657"/>
                <a:ext cx="54720" cy="1836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E6FF52B2-858C-739B-C34D-9266DE55BA9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844651" y="3721537"/>
                  <a:ext cx="66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55CA7DD4-AE1D-1AF9-63A6-C0F66CF6D703}"/>
                    </a:ext>
                  </a:extLst>
                </p14:cNvPr>
                <p14:cNvContentPartPr/>
                <p14:nvPr/>
              </p14:nvContentPartPr>
              <p14:xfrm>
                <a:off x="8983331" y="3689137"/>
                <a:ext cx="360" cy="252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55CA7DD4-AE1D-1AF9-63A6-C0F66CF6D70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977211" y="3683017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A03D15F9-71DD-5FC4-7A2F-2636BC751CCC}"/>
                    </a:ext>
                  </a:extLst>
                </p14:cNvPr>
                <p14:cNvContentPartPr/>
                <p14:nvPr/>
              </p14:nvContentPartPr>
              <p14:xfrm>
                <a:off x="8261531" y="3519577"/>
                <a:ext cx="33120" cy="1836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A03D15F9-71DD-5FC4-7A2F-2636BC751CC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255411" y="3513457"/>
                  <a:ext cx="45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E62DFF45-B6C1-5D02-D2F6-0A41198281A2}"/>
                    </a:ext>
                  </a:extLst>
                </p14:cNvPr>
                <p14:cNvContentPartPr/>
                <p14:nvPr/>
              </p14:nvContentPartPr>
              <p14:xfrm>
                <a:off x="8250731" y="3512737"/>
                <a:ext cx="54720" cy="410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E62DFF45-B6C1-5D02-D2F6-0A41198281A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44611" y="3506617"/>
                  <a:ext cx="66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BDC4327A-3DE5-032F-A6FB-A4AF014530A5}"/>
                    </a:ext>
                  </a:extLst>
                </p14:cNvPr>
                <p14:cNvContentPartPr/>
                <p14:nvPr/>
              </p14:nvContentPartPr>
              <p14:xfrm>
                <a:off x="8174771" y="3528577"/>
                <a:ext cx="109080" cy="2520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BDC4327A-3DE5-032F-A6FB-A4AF014530A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68651" y="3522457"/>
                  <a:ext cx="12132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662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06FAA-FB42-A80C-79FA-6F681CA8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279B37C-75E4-3200-CD9A-A128D3BDB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28" y="365125"/>
            <a:ext cx="3078747" cy="376460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B81D169-CF83-5226-A22A-D00824B055B7}"/>
                  </a:ext>
                </a:extLst>
              </p14:cNvPr>
              <p14:cNvContentPartPr/>
              <p14:nvPr/>
            </p14:nvContentPartPr>
            <p14:xfrm>
              <a:off x="4185971" y="2032417"/>
              <a:ext cx="249840" cy="4122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B81D169-CF83-5226-A22A-D00824B055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9851" y="2026297"/>
                <a:ext cx="2620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D184090D-E4F3-2206-573F-791858C2872B}"/>
                  </a:ext>
                </a:extLst>
              </p14:cNvPr>
              <p14:cNvContentPartPr/>
              <p14:nvPr/>
            </p14:nvContentPartPr>
            <p14:xfrm>
              <a:off x="2438171" y="1022257"/>
              <a:ext cx="412200" cy="17640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D184090D-E4F3-2206-573F-791858C287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2051" y="1016137"/>
                <a:ext cx="42444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F475953-6CCC-5699-40E5-5E73FD7D4B56}"/>
              </a:ext>
            </a:extLst>
          </p:cNvPr>
          <p:cNvGrpSpPr/>
          <p:nvPr/>
        </p:nvGrpSpPr>
        <p:grpSpPr>
          <a:xfrm>
            <a:off x="2881691" y="1001377"/>
            <a:ext cx="474840" cy="222480"/>
            <a:chOff x="2881691" y="1001377"/>
            <a:chExt cx="47484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BCEF6404-F61B-2CA5-DE62-14A744BD8F9C}"/>
                    </a:ext>
                  </a:extLst>
                </p14:cNvPr>
                <p14:cNvContentPartPr/>
                <p14:nvPr/>
              </p14:nvContentPartPr>
              <p14:xfrm>
                <a:off x="2988611" y="1001377"/>
                <a:ext cx="33120" cy="280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BCEF6404-F61B-2CA5-DE62-14A744BD8F9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82491" y="995257"/>
                  <a:ext cx="4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8E685E2-6812-632A-2D2B-2A5264FE0181}"/>
                    </a:ext>
                  </a:extLst>
                </p14:cNvPr>
                <p14:cNvContentPartPr/>
                <p14:nvPr/>
              </p14:nvContentPartPr>
              <p14:xfrm>
                <a:off x="2881691" y="1001377"/>
                <a:ext cx="474840" cy="2224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8E685E2-6812-632A-2D2B-2A5264FE01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75571" y="995257"/>
                  <a:ext cx="48708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79CDE1B9-AE12-A9ED-6290-F8B7DB45FBD9}"/>
                  </a:ext>
                </a:extLst>
              </p14:cNvPr>
              <p14:cNvContentPartPr/>
              <p14:nvPr/>
            </p14:nvContentPartPr>
            <p14:xfrm>
              <a:off x="5370371" y="2969857"/>
              <a:ext cx="1522800" cy="55440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79CDE1B9-AE12-A9ED-6290-F8B7DB45FB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64251" y="2963737"/>
                <a:ext cx="153504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A97D3A57-93B4-5EED-972D-BDF1CB3E72BF}"/>
                  </a:ext>
                </a:extLst>
              </p14:cNvPr>
              <p14:cNvContentPartPr/>
              <p14:nvPr/>
            </p14:nvContentPartPr>
            <p14:xfrm>
              <a:off x="219851" y="3768697"/>
              <a:ext cx="776160" cy="18360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A97D3A57-93B4-5EED-972D-BDF1CB3E72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3731" y="3762577"/>
                <a:ext cx="7884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96C9B591-5EF4-10EC-1D17-16B7FA7D1F61}"/>
                  </a:ext>
                </a:extLst>
              </p14:cNvPr>
              <p14:cNvContentPartPr/>
              <p14:nvPr/>
            </p14:nvContentPartPr>
            <p14:xfrm>
              <a:off x="8562491" y="1993537"/>
              <a:ext cx="302760" cy="17892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96C9B591-5EF4-10EC-1D17-16B7FA7D1F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56371" y="1987417"/>
                <a:ext cx="315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087B2F09-0C4D-DC14-83C5-7BC01504B800}"/>
                  </a:ext>
                </a:extLst>
              </p14:cNvPr>
              <p14:cNvContentPartPr/>
              <p14:nvPr/>
            </p14:nvContentPartPr>
            <p14:xfrm>
              <a:off x="8994131" y="2090017"/>
              <a:ext cx="324360" cy="2808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087B2F09-0C4D-DC14-83C5-7BC01504B8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88011" y="2083897"/>
                <a:ext cx="336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C4E470C9-A03C-E0EE-FBC8-B928ECF53833}"/>
                  </a:ext>
                </a:extLst>
              </p14:cNvPr>
              <p14:cNvContentPartPr/>
              <p14:nvPr/>
            </p14:nvContentPartPr>
            <p14:xfrm>
              <a:off x="9741131" y="1948537"/>
              <a:ext cx="277200" cy="22572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C4E470C9-A03C-E0EE-FBC8-B928ECF5383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35011" y="1942417"/>
                <a:ext cx="2894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3066122A-FE90-FDB3-E779-82F02D5EA008}"/>
                  </a:ext>
                </a:extLst>
              </p14:cNvPr>
              <p14:cNvContentPartPr/>
              <p14:nvPr/>
            </p14:nvContentPartPr>
            <p14:xfrm>
              <a:off x="9726371" y="2430577"/>
              <a:ext cx="183240" cy="169920"/>
            </p14:xfrm>
          </p:contentPart>
        </mc:Choice>
        <mc:Fallback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3066122A-FE90-FDB3-E779-82F02D5EA00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20251" y="2424457"/>
                <a:ext cx="1954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BD4AF172-8A2A-53A2-A433-7892EDC42879}"/>
                  </a:ext>
                </a:extLst>
              </p14:cNvPr>
              <p14:cNvContentPartPr/>
              <p14:nvPr/>
            </p14:nvContentPartPr>
            <p14:xfrm>
              <a:off x="8454851" y="2244457"/>
              <a:ext cx="1541520" cy="47124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BD4AF172-8A2A-53A2-A433-7892EDC4287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48731" y="2238337"/>
                <a:ext cx="1553760" cy="48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Agrupar 88">
            <a:extLst>
              <a:ext uri="{FF2B5EF4-FFF2-40B4-BE49-F238E27FC236}">
                <a16:creationId xmlns:a16="http://schemas.microsoft.com/office/drawing/2014/main" id="{7786BDC9-8758-9C2D-B64B-71092030BEB7}"/>
              </a:ext>
            </a:extLst>
          </p:cNvPr>
          <p:cNvGrpSpPr/>
          <p:nvPr/>
        </p:nvGrpSpPr>
        <p:grpSpPr>
          <a:xfrm>
            <a:off x="8595251" y="2410417"/>
            <a:ext cx="712080" cy="527040"/>
            <a:chOff x="8595251" y="2410417"/>
            <a:chExt cx="71208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4508ABD-EE4C-78D7-A1E5-240953822DE8}"/>
                    </a:ext>
                  </a:extLst>
                </p14:cNvPr>
                <p14:cNvContentPartPr/>
                <p14:nvPr/>
              </p14:nvContentPartPr>
              <p14:xfrm>
                <a:off x="8595251" y="2410417"/>
                <a:ext cx="300960" cy="1576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4508ABD-EE4C-78D7-A1E5-240953822DE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89131" y="2404297"/>
                  <a:ext cx="313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DE363BD-8820-260C-2E99-9ADE396580BC}"/>
                    </a:ext>
                  </a:extLst>
                </p14:cNvPr>
                <p14:cNvContentPartPr/>
                <p14:nvPr/>
              </p14:nvContentPartPr>
              <p14:xfrm>
                <a:off x="8982971" y="2493217"/>
                <a:ext cx="324360" cy="277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DE363BD-8820-260C-2E99-9ADE396580B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76851" y="2487097"/>
                  <a:ext cx="33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92EFAD93-85A7-39DA-2C16-C12D86E463AD}"/>
                    </a:ext>
                  </a:extLst>
                </p14:cNvPr>
                <p14:cNvContentPartPr/>
                <p14:nvPr/>
              </p14:nvContentPartPr>
              <p14:xfrm>
                <a:off x="8648531" y="2556937"/>
                <a:ext cx="76320" cy="3805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92EFAD93-85A7-39DA-2C16-C12D86E463A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42411" y="2550817"/>
                  <a:ext cx="8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2EEC714-CD3A-1EBA-A959-D04DF1D3CF38}"/>
                    </a:ext>
                  </a:extLst>
                </p14:cNvPr>
                <p14:cNvContentPartPr/>
                <p14:nvPr/>
              </p14:nvContentPartPr>
              <p14:xfrm>
                <a:off x="8596331" y="2589697"/>
                <a:ext cx="118080" cy="10116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2EEC714-CD3A-1EBA-A959-D04DF1D3CF3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90211" y="2583577"/>
                  <a:ext cx="130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2DFFD2B0-0E77-C543-0F0A-CA87FB52A320}"/>
                    </a:ext>
                  </a:extLst>
                </p14:cNvPr>
                <p14:cNvContentPartPr/>
                <p14:nvPr/>
              </p14:nvContentPartPr>
              <p14:xfrm>
                <a:off x="8626571" y="2584657"/>
                <a:ext cx="212760" cy="1335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2DFFD2B0-0E77-C543-0F0A-CA87FB52A3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20451" y="2578537"/>
                  <a:ext cx="225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58A1B87-857A-3318-6441-DA5D9A02D69E}"/>
                    </a:ext>
                  </a:extLst>
                </p14:cNvPr>
                <p14:cNvContentPartPr/>
                <p14:nvPr/>
              </p14:nvContentPartPr>
              <p14:xfrm>
                <a:off x="8865971" y="2575657"/>
                <a:ext cx="30960" cy="252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58A1B87-857A-3318-6441-DA5D9A02D6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59851" y="2569537"/>
                  <a:ext cx="432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F2FD8C96-61BA-3D49-9529-CB62F9173959}"/>
              </a:ext>
            </a:extLst>
          </p:cNvPr>
          <p:cNvGrpSpPr/>
          <p:nvPr/>
        </p:nvGrpSpPr>
        <p:grpSpPr>
          <a:xfrm>
            <a:off x="9686771" y="2529217"/>
            <a:ext cx="351720" cy="439560"/>
            <a:chOff x="9686771" y="2529217"/>
            <a:chExt cx="35172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62891D06-34CA-DA00-E377-7DF93C7AB0B1}"/>
                    </a:ext>
                  </a:extLst>
                </p14:cNvPr>
                <p14:cNvContentPartPr/>
                <p14:nvPr/>
              </p14:nvContentPartPr>
              <p14:xfrm>
                <a:off x="9801251" y="2559817"/>
                <a:ext cx="121320" cy="4068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62891D06-34CA-DA00-E377-7DF93C7AB0B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95131" y="2553697"/>
                  <a:ext cx="1335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ADEA385-725C-8977-CAFC-44F3269C2BD4}"/>
                    </a:ext>
                  </a:extLst>
                </p14:cNvPr>
                <p14:cNvContentPartPr/>
                <p14:nvPr/>
              </p14:nvContentPartPr>
              <p14:xfrm>
                <a:off x="9686771" y="2543257"/>
                <a:ext cx="266400" cy="2059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ADEA385-725C-8977-CAFC-44F3269C2BD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80651" y="2537137"/>
                  <a:ext cx="278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E90CD079-4AA4-D444-063B-EB78E3960D24}"/>
                    </a:ext>
                  </a:extLst>
                </p14:cNvPr>
                <p14:cNvContentPartPr/>
                <p14:nvPr/>
              </p14:nvContentPartPr>
              <p14:xfrm>
                <a:off x="9793691" y="2540017"/>
                <a:ext cx="244800" cy="2134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E90CD079-4AA4-D444-063B-EB78E3960D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87571" y="2533897"/>
                  <a:ext cx="257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B390977-01C2-1F51-0216-5D98E6366C31}"/>
                    </a:ext>
                  </a:extLst>
                </p14:cNvPr>
                <p14:cNvContentPartPr/>
                <p14:nvPr/>
              </p14:nvContentPartPr>
              <p14:xfrm>
                <a:off x="9782531" y="2942497"/>
                <a:ext cx="105120" cy="262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B390977-01C2-1F51-0216-5D98E6366C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76411" y="2936377"/>
                  <a:ext cx="11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71216192-1519-3ABE-9796-D698DFEC1B1E}"/>
                    </a:ext>
                  </a:extLst>
                </p14:cNvPr>
                <p14:cNvContentPartPr/>
                <p14:nvPr/>
              </p14:nvContentPartPr>
              <p14:xfrm>
                <a:off x="9867851" y="2529217"/>
                <a:ext cx="65520" cy="327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71216192-1519-3ABE-9796-D698DFEC1B1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61731" y="2523097"/>
                  <a:ext cx="7776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7F1EFC80-3D74-8E74-96F0-2626948A9A94}"/>
              </a:ext>
            </a:extLst>
          </p:cNvPr>
          <p:cNvGrpSpPr/>
          <p:nvPr/>
        </p:nvGrpSpPr>
        <p:grpSpPr>
          <a:xfrm>
            <a:off x="10406771" y="1833337"/>
            <a:ext cx="864360" cy="859320"/>
            <a:chOff x="10406771" y="1833337"/>
            <a:chExt cx="864360" cy="85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061A549-DDFE-C506-B4FF-EEBACF6AA16A}"/>
                    </a:ext>
                  </a:extLst>
                </p14:cNvPr>
                <p14:cNvContentPartPr/>
                <p14:nvPr/>
              </p14:nvContentPartPr>
              <p14:xfrm>
                <a:off x="10622051" y="2092177"/>
                <a:ext cx="33120" cy="122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061A549-DDFE-C506-B4FF-EEBACF6AA16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615931" y="2086057"/>
                  <a:ext cx="45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7FA172D-B1FB-90C6-F2DF-B7269E4AC2D7}"/>
                    </a:ext>
                  </a:extLst>
                </p14:cNvPr>
                <p14:cNvContentPartPr/>
                <p14:nvPr/>
              </p14:nvContentPartPr>
              <p14:xfrm>
                <a:off x="10590371" y="1942057"/>
                <a:ext cx="95400" cy="2325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7FA172D-B1FB-90C6-F2DF-B7269E4AC2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84251" y="1935937"/>
                  <a:ext cx="107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411065D2-D2D3-8EEA-8430-5EB569D483D6}"/>
                    </a:ext>
                  </a:extLst>
                </p14:cNvPr>
                <p14:cNvContentPartPr/>
                <p14:nvPr/>
              </p14:nvContentPartPr>
              <p14:xfrm>
                <a:off x="10771091" y="1930537"/>
                <a:ext cx="251640" cy="1746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411065D2-D2D3-8EEA-8430-5EB569D483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64971" y="1924417"/>
                  <a:ext cx="263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AD1189C-4768-9E91-01FF-583FE0859716}"/>
                    </a:ext>
                  </a:extLst>
                </p14:cNvPr>
                <p14:cNvContentPartPr/>
                <p14:nvPr/>
              </p14:nvContentPartPr>
              <p14:xfrm>
                <a:off x="10599011" y="2345257"/>
                <a:ext cx="271080" cy="30384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AD1189C-4768-9E91-01FF-583FE08597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592891" y="2339137"/>
                  <a:ext cx="2833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18FD958-ED06-27A9-25FA-E3F065E26AC7}"/>
                    </a:ext>
                  </a:extLst>
                </p14:cNvPr>
                <p14:cNvContentPartPr/>
                <p14:nvPr/>
              </p14:nvContentPartPr>
              <p14:xfrm>
                <a:off x="10406771" y="1833337"/>
                <a:ext cx="864360" cy="4086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18FD958-ED06-27A9-25FA-E3F065E26A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00651" y="1827217"/>
                  <a:ext cx="8766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20F5DA6F-25C5-729D-41DF-66D502D885C2}"/>
                    </a:ext>
                  </a:extLst>
                </p14:cNvPr>
                <p14:cNvContentPartPr/>
                <p14:nvPr/>
              </p14:nvContentPartPr>
              <p14:xfrm>
                <a:off x="10417571" y="2279017"/>
                <a:ext cx="690480" cy="4136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20F5DA6F-25C5-729D-41DF-66D502D885C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11451" y="2272897"/>
                  <a:ext cx="70272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66A7A24F-A971-FBB3-8A6C-BE783CE53890}"/>
              </a:ext>
            </a:extLst>
          </p:cNvPr>
          <p:cNvGrpSpPr/>
          <p:nvPr/>
        </p:nvGrpSpPr>
        <p:grpSpPr>
          <a:xfrm>
            <a:off x="7948691" y="3216457"/>
            <a:ext cx="2426040" cy="563040"/>
            <a:chOff x="7948691" y="3216457"/>
            <a:chExt cx="242604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19A8C220-D50F-0303-EFFD-D81B756A236E}"/>
                    </a:ext>
                  </a:extLst>
                </p14:cNvPr>
                <p14:cNvContentPartPr/>
                <p14:nvPr/>
              </p14:nvContentPartPr>
              <p14:xfrm>
                <a:off x="7991891" y="3323017"/>
                <a:ext cx="343800" cy="3632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19A8C220-D50F-0303-EFFD-D81B756A236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85771" y="3316897"/>
                  <a:ext cx="3560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47DFF255-8A1D-32CC-30C3-20F4DB1BE3D7}"/>
                    </a:ext>
                  </a:extLst>
                </p14:cNvPr>
                <p14:cNvContentPartPr/>
                <p14:nvPr/>
              </p14:nvContentPartPr>
              <p14:xfrm>
                <a:off x="8356211" y="3533617"/>
                <a:ext cx="240480" cy="1321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47DFF255-8A1D-32CC-30C3-20F4DB1BE3D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50091" y="3527497"/>
                  <a:ext cx="252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F7FA6F0E-EC4D-E4CE-12CB-BEDACBC7DB34}"/>
                    </a:ext>
                  </a:extLst>
                </p14:cNvPr>
                <p14:cNvContentPartPr/>
                <p14:nvPr/>
              </p14:nvContentPartPr>
              <p14:xfrm>
                <a:off x="9126251" y="3523177"/>
                <a:ext cx="287640" cy="1188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F7FA6F0E-EC4D-E4CE-12CB-BEDACBC7DB3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20131" y="3517057"/>
                  <a:ext cx="299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9AD00328-233F-3A59-65AD-F5F19FA5C645}"/>
                    </a:ext>
                  </a:extLst>
                </p14:cNvPr>
                <p14:cNvContentPartPr/>
                <p14:nvPr/>
              </p14:nvContentPartPr>
              <p14:xfrm>
                <a:off x="9511451" y="3521737"/>
                <a:ext cx="109080" cy="1332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9AD00328-233F-3A59-65AD-F5F19FA5C64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05331" y="3515617"/>
                  <a:ext cx="121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670CE1B2-859D-A0FB-F0DF-12CB66BCB96E}"/>
                    </a:ext>
                  </a:extLst>
                </p14:cNvPr>
                <p14:cNvContentPartPr/>
                <p14:nvPr/>
              </p14:nvContentPartPr>
              <p14:xfrm>
                <a:off x="9715211" y="3537937"/>
                <a:ext cx="324360" cy="1033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670CE1B2-859D-A0FB-F0DF-12CB66BCB96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09091" y="3531817"/>
                  <a:ext cx="336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34A0B4AD-F183-5FDD-5FFE-1484AFD16C27}"/>
                    </a:ext>
                  </a:extLst>
                </p14:cNvPr>
                <p14:cNvContentPartPr/>
                <p14:nvPr/>
              </p14:nvContentPartPr>
              <p14:xfrm>
                <a:off x="10061171" y="3476017"/>
                <a:ext cx="182880" cy="1317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34A0B4AD-F183-5FDD-5FFE-1484AFD16C2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55051" y="3469897"/>
                  <a:ext cx="195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242198A-6E7D-5B6A-90E7-84BAD1EBF574}"/>
                    </a:ext>
                  </a:extLst>
                </p14:cNvPr>
                <p14:cNvContentPartPr/>
                <p14:nvPr/>
              </p14:nvContentPartPr>
              <p14:xfrm>
                <a:off x="10330811" y="3274057"/>
                <a:ext cx="43920" cy="3351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242198A-6E7D-5B6A-90E7-84BAD1EBF57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24691" y="3267937"/>
                  <a:ext cx="561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1C60136B-08FC-A515-5694-D3DAD8836090}"/>
                    </a:ext>
                  </a:extLst>
                </p14:cNvPr>
                <p14:cNvContentPartPr/>
                <p14:nvPr/>
              </p14:nvContentPartPr>
              <p14:xfrm>
                <a:off x="7948691" y="3216457"/>
                <a:ext cx="895680" cy="5630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1C60136B-08FC-A515-5694-D3DAD88360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42571" y="3210337"/>
                  <a:ext cx="907920" cy="57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ADF3DFDF-B04B-44FD-4641-54FC428DA157}"/>
              </a:ext>
            </a:extLst>
          </p:cNvPr>
          <p:cNvGrpSpPr/>
          <p:nvPr/>
        </p:nvGrpSpPr>
        <p:grpSpPr>
          <a:xfrm>
            <a:off x="8356571" y="3890377"/>
            <a:ext cx="2309400" cy="645840"/>
            <a:chOff x="8356571" y="3890377"/>
            <a:chExt cx="2309400" cy="64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EDEDC804-85BE-328B-2CC6-E7067B4B0066}"/>
                    </a:ext>
                  </a:extLst>
                </p14:cNvPr>
                <p14:cNvContentPartPr/>
                <p14:nvPr/>
              </p14:nvContentPartPr>
              <p14:xfrm>
                <a:off x="8507411" y="4037617"/>
                <a:ext cx="222480" cy="3546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EDEDC804-85BE-328B-2CC6-E7067B4B00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1291" y="4031497"/>
                  <a:ext cx="234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19A8A3FE-23E4-D8ED-62CE-871667239627}"/>
                    </a:ext>
                  </a:extLst>
                </p14:cNvPr>
                <p14:cNvContentPartPr/>
                <p14:nvPr/>
              </p14:nvContentPartPr>
              <p14:xfrm>
                <a:off x="8844011" y="4204657"/>
                <a:ext cx="41760" cy="1947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19A8A3FE-23E4-D8ED-62CE-8716672396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37891" y="4198537"/>
                  <a:ext cx="54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00536D17-D4A2-6FF1-8812-1316D22668CE}"/>
                    </a:ext>
                  </a:extLst>
                </p14:cNvPr>
                <p14:cNvContentPartPr/>
                <p14:nvPr/>
              </p14:nvContentPartPr>
              <p14:xfrm>
                <a:off x="9867851" y="3890377"/>
                <a:ext cx="65520" cy="1033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00536D17-D4A2-6FF1-8812-1316D22668C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61731" y="3884257"/>
                  <a:ext cx="77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29204838-92F3-7187-5728-7766EC1479F4}"/>
                    </a:ext>
                  </a:extLst>
                </p14:cNvPr>
                <p14:cNvContentPartPr/>
                <p14:nvPr/>
              </p14:nvContentPartPr>
              <p14:xfrm>
                <a:off x="9241811" y="4132297"/>
                <a:ext cx="354960" cy="1699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29204838-92F3-7187-5728-7766EC1479F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35691" y="4126177"/>
                  <a:ext cx="367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FAA3985B-7C02-E5B1-84C8-4CAFA824E78D}"/>
                    </a:ext>
                  </a:extLst>
                </p14:cNvPr>
                <p14:cNvContentPartPr/>
                <p14:nvPr/>
              </p14:nvContentPartPr>
              <p14:xfrm>
                <a:off x="9663371" y="4103857"/>
                <a:ext cx="139680" cy="18360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FAA3985B-7C02-E5B1-84C8-4CAFA824E7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57251" y="4097737"/>
                  <a:ext cx="151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CB5B7063-D634-B38D-D3F1-859882588A9C}"/>
                    </a:ext>
                  </a:extLst>
                </p14:cNvPr>
                <p14:cNvContentPartPr/>
                <p14:nvPr/>
              </p14:nvContentPartPr>
              <p14:xfrm>
                <a:off x="9780731" y="4121497"/>
                <a:ext cx="11160" cy="280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CB5B7063-D634-B38D-D3F1-859882588A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774611" y="4115377"/>
                  <a:ext cx="2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6A128C5D-6D75-6E1D-AF2D-D829EC1CBC2D}"/>
                    </a:ext>
                  </a:extLst>
                </p14:cNvPr>
                <p14:cNvContentPartPr/>
                <p14:nvPr/>
              </p14:nvContentPartPr>
              <p14:xfrm>
                <a:off x="9230291" y="4093777"/>
                <a:ext cx="444600" cy="20520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6A128C5D-6D75-6E1D-AF2D-D829EC1CBC2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24171" y="4087657"/>
                  <a:ext cx="456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D56ED870-3C78-61CB-2B14-822F20BE527D}"/>
                    </a:ext>
                  </a:extLst>
                </p14:cNvPr>
                <p14:cNvContentPartPr/>
                <p14:nvPr/>
              </p14:nvContentPartPr>
              <p14:xfrm>
                <a:off x="9984851" y="4068937"/>
                <a:ext cx="291960" cy="1998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D56ED870-3C78-61CB-2B14-822F20BE527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78731" y="4062817"/>
                  <a:ext cx="304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A1DB024-A845-DD59-E850-998A8FED561C}"/>
                    </a:ext>
                  </a:extLst>
                </p14:cNvPr>
                <p14:cNvContentPartPr/>
                <p14:nvPr/>
              </p14:nvContentPartPr>
              <p14:xfrm>
                <a:off x="10341611" y="4053097"/>
                <a:ext cx="43920" cy="2016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A1DB024-A845-DD59-E850-998A8FED561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35491" y="4046977"/>
                  <a:ext cx="56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B88FB100-1C69-8829-7505-3737D6482395}"/>
                    </a:ext>
                  </a:extLst>
                </p14:cNvPr>
                <p14:cNvContentPartPr/>
                <p14:nvPr/>
              </p14:nvContentPartPr>
              <p14:xfrm>
                <a:off x="10454651" y="4079377"/>
                <a:ext cx="211320" cy="1735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B88FB100-1C69-8829-7505-3737D648239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448531" y="4073257"/>
                  <a:ext cx="22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5E3271D9-CA46-371D-3E91-67AA09C74D8D}"/>
                    </a:ext>
                  </a:extLst>
                </p14:cNvPr>
                <p14:cNvContentPartPr/>
                <p14:nvPr/>
              </p14:nvContentPartPr>
              <p14:xfrm>
                <a:off x="8356571" y="4002337"/>
                <a:ext cx="769320" cy="5338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5E3271D9-CA46-371D-3E91-67AA09C74D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50451" y="3996217"/>
                  <a:ext cx="7815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2FC519DB-901A-742A-FEDA-393E8135150B}"/>
                    </a:ext>
                  </a:extLst>
                </p14:cNvPr>
                <p14:cNvContentPartPr/>
                <p14:nvPr/>
              </p14:nvContentPartPr>
              <p14:xfrm>
                <a:off x="8713691" y="4291057"/>
                <a:ext cx="21960" cy="259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2FC519DB-901A-742A-FEDA-393E8135150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07571" y="4284937"/>
                  <a:ext cx="342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98CC2C21-A1BE-F0AB-A9EC-C912D061A2A4}"/>
                  </a:ext>
                </a:extLst>
              </p14:cNvPr>
              <p14:cNvContentPartPr/>
              <p14:nvPr/>
            </p14:nvContentPartPr>
            <p14:xfrm>
              <a:off x="1630331" y="4825297"/>
              <a:ext cx="487080" cy="8460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98CC2C21-A1BE-F0AB-A9EC-C912D061A2A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624211" y="4819177"/>
                <a:ext cx="4993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75517606-D481-EA31-D1A5-981435BBF93D}"/>
                  </a:ext>
                </a:extLst>
              </p14:cNvPr>
              <p14:cNvContentPartPr/>
              <p14:nvPr/>
            </p14:nvContentPartPr>
            <p14:xfrm>
              <a:off x="1932371" y="4720177"/>
              <a:ext cx="152640" cy="26316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75517606-D481-EA31-D1A5-981435BBF93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926251" y="4714057"/>
                <a:ext cx="1648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8D0BFFA9-5891-63D1-A3C2-194F86747912}"/>
                  </a:ext>
                </a:extLst>
              </p14:cNvPr>
              <p14:cNvContentPartPr/>
              <p14:nvPr/>
            </p14:nvContentPartPr>
            <p14:xfrm>
              <a:off x="2450051" y="4164697"/>
              <a:ext cx="497880" cy="33228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8D0BFFA9-5891-63D1-A3C2-194F8674791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443931" y="4158577"/>
                <a:ext cx="5101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A1270C24-90DE-DA97-DC26-64FD6ED8BAF0}"/>
                  </a:ext>
                </a:extLst>
              </p14:cNvPr>
              <p14:cNvContentPartPr/>
              <p14:nvPr/>
            </p14:nvContentPartPr>
            <p14:xfrm>
              <a:off x="2601971" y="4697137"/>
              <a:ext cx="117720" cy="24228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A1270C24-90DE-DA97-DC26-64FD6ED8BAF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595851" y="4691017"/>
                <a:ext cx="129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AEB748CC-0773-C4CF-F659-B9F4969385EC}"/>
                  </a:ext>
                </a:extLst>
              </p14:cNvPr>
              <p14:cNvContentPartPr/>
              <p14:nvPr/>
            </p14:nvContentPartPr>
            <p14:xfrm>
              <a:off x="2083931" y="4946257"/>
              <a:ext cx="2707200" cy="31464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AEB748CC-0773-C4CF-F659-B9F4969385EC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077811" y="4940137"/>
                <a:ext cx="27194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CAD40BDB-82DF-B2FC-C644-A9D57920BAD6}"/>
                  </a:ext>
                </a:extLst>
              </p14:cNvPr>
              <p14:cNvContentPartPr/>
              <p14:nvPr/>
            </p14:nvContentPartPr>
            <p14:xfrm>
              <a:off x="4077611" y="4206457"/>
              <a:ext cx="11160" cy="39240"/>
            </p14:xfrm>
          </p:contentPart>
        </mc:Choice>
        <mc:Fallback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CAD40BDB-82DF-B2FC-C644-A9D57920BAD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071491" y="4200337"/>
                <a:ext cx="234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AE7BFDE3-DA68-1796-D690-47924C977DE1}"/>
                  </a:ext>
                </a:extLst>
              </p14:cNvPr>
              <p14:cNvContentPartPr/>
              <p14:nvPr/>
            </p14:nvContentPartPr>
            <p14:xfrm>
              <a:off x="4466051" y="5058937"/>
              <a:ext cx="248760" cy="16164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AE7BFDE3-DA68-1796-D690-47924C977DE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459931" y="5052817"/>
                <a:ext cx="2610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E65AB294-BEC2-FE12-5907-91C3C0A12C7A}"/>
                  </a:ext>
                </a:extLst>
              </p14:cNvPr>
              <p14:cNvContentPartPr/>
              <p14:nvPr/>
            </p14:nvContentPartPr>
            <p14:xfrm>
              <a:off x="3971051" y="4648897"/>
              <a:ext cx="21960" cy="2124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E65AB294-BEC2-FE12-5907-91C3C0A12C7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964931" y="4642777"/>
                <a:ext cx="3420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150BAA19-532A-B6D0-E6EA-2B129164011F}"/>
              </a:ext>
            </a:extLst>
          </p:cNvPr>
          <p:cNvGrpSpPr/>
          <p:nvPr/>
        </p:nvGrpSpPr>
        <p:grpSpPr>
          <a:xfrm>
            <a:off x="3225131" y="3729457"/>
            <a:ext cx="1198440" cy="684000"/>
            <a:chOff x="3225131" y="3729457"/>
            <a:chExt cx="1198440" cy="6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18A09982-BDCB-4867-82AB-127CDB733E04}"/>
                    </a:ext>
                  </a:extLst>
                </p14:cNvPr>
                <p14:cNvContentPartPr/>
                <p14:nvPr/>
              </p14:nvContentPartPr>
              <p14:xfrm>
                <a:off x="3225131" y="4108537"/>
                <a:ext cx="401040" cy="3049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18A09982-BDCB-4867-82AB-127CDB733E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219011" y="4102417"/>
                  <a:ext cx="4132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988F48A9-3C3F-9082-7E50-7AABE0DAB04F}"/>
                    </a:ext>
                  </a:extLst>
                </p14:cNvPr>
                <p14:cNvContentPartPr/>
                <p14:nvPr/>
              </p14:nvContentPartPr>
              <p14:xfrm>
                <a:off x="3625091" y="4085137"/>
                <a:ext cx="293040" cy="2559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988F48A9-3C3F-9082-7E50-7AABE0DAB04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18971" y="4079017"/>
                  <a:ext cx="305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650554EB-73BF-94BD-2811-09FFC9BE567B}"/>
                    </a:ext>
                  </a:extLst>
                </p14:cNvPr>
                <p14:cNvContentPartPr/>
                <p14:nvPr/>
              </p14:nvContentPartPr>
              <p14:xfrm>
                <a:off x="4023251" y="4016737"/>
                <a:ext cx="185400" cy="29988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650554EB-73BF-94BD-2811-09FFC9BE56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017131" y="4010617"/>
                  <a:ext cx="197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438A408A-43E3-9443-5CFA-E52E058F1089}"/>
                    </a:ext>
                  </a:extLst>
                </p14:cNvPr>
                <p14:cNvContentPartPr/>
                <p14:nvPr/>
              </p14:nvContentPartPr>
              <p14:xfrm>
                <a:off x="4014611" y="4165057"/>
                <a:ext cx="408960" cy="10620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438A408A-43E3-9443-5CFA-E52E058F108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08491" y="4158937"/>
                  <a:ext cx="421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357B69F3-42C4-EEB6-C38A-5D060C2BC921}"/>
                    </a:ext>
                  </a:extLst>
                </p14:cNvPr>
                <p14:cNvContentPartPr/>
                <p14:nvPr/>
              </p14:nvContentPartPr>
              <p14:xfrm>
                <a:off x="3786371" y="4140217"/>
                <a:ext cx="33120" cy="370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357B69F3-42C4-EEB6-C38A-5D060C2BC9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80251" y="4134097"/>
                  <a:ext cx="45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19EEBBA9-9B8C-5379-3757-290964FC0B3E}"/>
                    </a:ext>
                  </a:extLst>
                </p14:cNvPr>
                <p14:cNvContentPartPr/>
                <p14:nvPr/>
              </p14:nvContentPartPr>
              <p14:xfrm>
                <a:off x="3603131" y="3729457"/>
                <a:ext cx="205200" cy="2098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19EEBBA9-9B8C-5379-3757-290964FC0B3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597011" y="3723337"/>
                  <a:ext cx="217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80A80AF3-57AD-7D6E-785B-18D93A928092}"/>
                    </a:ext>
                  </a:extLst>
                </p14:cNvPr>
                <p14:cNvContentPartPr/>
                <p14:nvPr/>
              </p14:nvContentPartPr>
              <p14:xfrm>
                <a:off x="3636251" y="3771217"/>
                <a:ext cx="11160" cy="9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80A80AF3-57AD-7D6E-785B-18D93A92809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30131" y="376509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93ED5629-B695-9785-697D-CA6CE7F1C095}"/>
                  </a:ext>
                </a:extLst>
              </p14:cNvPr>
              <p14:cNvContentPartPr/>
              <p14:nvPr/>
            </p14:nvContentPartPr>
            <p14:xfrm>
              <a:off x="4057811" y="5129857"/>
              <a:ext cx="205200" cy="117000"/>
            </p14:xfrm>
          </p:contentPart>
        </mc:Choice>
        <mc:Fallback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93ED5629-B695-9785-697D-CA6CE7F1C09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051691" y="5123737"/>
                <a:ext cx="2174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4A6A0568-3C7D-31AA-03DC-70CA5AFC143A}"/>
                  </a:ext>
                </a:extLst>
              </p14:cNvPr>
              <p14:cNvContentPartPr/>
              <p14:nvPr/>
            </p14:nvContentPartPr>
            <p14:xfrm>
              <a:off x="3301811" y="4720177"/>
              <a:ext cx="43920" cy="68760"/>
            </p14:xfrm>
          </p:contentPart>
        </mc:Choice>
        <mc:Fallback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4A6A0568-3C7D-31AA-03DC-70CA5AFC143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295691" y="4714057"/>
                <a:ext cx="561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9A79CCC5-AEC8-3430-966D-8B7889BC9AA6}"/>
                  </a:ext>
                </a:extLst>
              </p14:cNvPr>
              <p14:cNvContentPartPr/>
              <p14:nvPr/>
            </p14:nvContentPartPr>
            <p14:xfrm>
              <a:off x="3323411" y="4243177"/>
              <a:ext cx="54720" cy="30240"/>
            </p14:xfrm>
          </p:contentPart>
        </mc:Choice>
        <mc:Fallback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9A79CCC5-AEC8-3430-966D-8B7889BC9AA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317291" y="4237057"/>
                <a:ext cx="6696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B447CFA0-A2E3-4A76-9E72-D28025D8F955}"/>
              </a:ext>
            </a:extLst>
          </p:cNvPr>
          <p:cNvGrpSpPr/>
          <p:nvPr/>
        </p:nvGrpSpPr>
        <p:grpSpPr>
          <a:xfrm>
            <a:off x="2897171" y="3819457"/>
            <a:ext cx="328680" cy="240840"/>
            <a:chOff x="2897171" y="3819457"/>
            <a:chExt cx="32868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4C9F5C8F-B1A0-30D7-C697-50C18835F486}"/>
                    </a:ext>
                  </a:extLst>
                </p14:cNvPr>
                <p14:cNvContentPartPr/>
                <p14:nvPr/>
              </p14:nvContentPartPr>
              <p14:xfrm>
                <a:off x="2897171" y="3819457"/>
                <a:ext cx="328680" cy="2408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4C9F5C8F-B1A0-30D7-C697-50C18835F4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891051" y="3813337"/>
                  <a:ext cx="340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4E8FE716-2F00-6CE6-20FB-BC96D3F654C8}"/>
                    </a:ext>
                  </a:extLst>
                </p14:cNvPr>
                <p14:cNvContentPartPr/>
                <p14:nvPr/>
              </p14:nvContentPartPr>
              <p14:xfrm>
                <a:off x="3021371" y="3922057"/>
                <a:ext cx="76320" cy="349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4E8FE716-2F00-6CE6-20FB-BC96D3F654C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015251" y="3915937"/>
                  <a:ext cx="8856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84DCE0E3-18FD-F11E-7877-73F692E56CD2}"/>
                  </a:ext>
                </a:extLst>
              </p14:cNvPr>
              <p14:cNvContentPartPr/>
              <p14:nvPr/>
            </p14:nvContentPartPr>
            <p14:xfrm>
              <a:off x="2667131" y="4786417"/>
              <a:ext cx="19800" cy="34200"/>
            </p14:xfrm>
          </p:contentPart>
        </mc:Choice>
        <mc:Fallback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84DCE0E3-18FD-F11E-7877-73F692E56CD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661011" y="4780297"/>
                <a:ext cx="320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A47B947D-3F00-466D-D7D1-CFA2D3DECEC3}"/>
                  </a:ext>
                </a:extLst>
              </p14:cNvPr>
              <p14:cNvContentPartPr/>
              <p14:nvPr/>
            </p14:nvContentPartPr>
            <p14:xfrm>
              <a:off x="2612771" y="4385017"/>
              <a:ext cx="33120" cy="23040"/>
            </p14:xfrm>
          </p:contentPart>
        </mc:Choice>
        <mc:Fallback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A47B947D-3F00-466D-D7D1-CFA2D3DECEC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606651" y="4378897"/>
                <a:ext cx="4536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Agrupar 178">
            <a:extLst>
              <a:ext uri="{FF2B5EF4-FFF2-40B4-BE49-F238E27FC236}">
                <a16:creationId xmlns:a16="http://schemas.microsoft.com/office/drawing/2014/main" id="{50282339-3FD8-E2F5-B931-4F63CD1C59FC}"/>
              </a:ext>
            </a:extLst>
          </p:cNvPr>
          <p:cNvGrpSpPr/>
          <p:nvPr/>
        </p:nvGrpSpPr>
        <p:grpSpPr>
          <a:xfrm>
            <a:off x="2805731" y="5104657"/>
            <a:ext cx="1085040" cy="380160"/>
            <a:chOff x="2805731" y="5104657"/>
            <a:chExt cx="108504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8C1EFD41-FAF3-F3DD-2FD1-02B877A7F14E}"/>
                    </a:ext>
                  </a:extLst>
                </p14:cNvPr>
                <p14:cNvContentPartPr/>
                <p14:nvPr/>
              </p14:nvContentPartPr>
              <p14:xfrm>
                <a:off x="3593051" y="5104657"/>
                <a:ext cx="297720" cy="2109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8C1EFD41-FAF3-F3DD-2FD1-02B877A7F14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586931" y="5098537"/>
                  <a:ext cx="309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D8ED184B-CA9B-537E-22F4-FC0DFDF3F0D5}"/>
                    </a:ext>
                  </a:extLst>
                </p14:cNvPr>
                <p14:cNvContentPartPr/>
                <p14:nvPr/>
              </p14:nvContentPartPr>
              <p14:xfrm>
                <a:off x="2805731" y="5202577"/>
                <a:ext cx="420120" cy="2264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D8ED184B-CA9B-537E-22F4-FC0DFDF3F0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99611" y="5196457"/>
                  <a:ext cx="432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75CD7AC-0D93-10D7-9C0E-4005DC50B4C7}"/>
                    </a:ext>
                  </a:extLst>
                </p14:cNvPr>
                <p14:cNvContentPartPr/>
                <p14:nvPr/>
              </p14:nvContentPartPr>
              <p14:xfrm>
                <a:off x="2807891" y="5196457"/>
                <a:ext cx="535680" cy="18360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75CD7AC-0D93-10D7-9C0E-4005DC50B4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801771" y="5190337"/>
                  <a:ext cx="547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8D41E293-EB9E-89F7-F812-E17E49EC11E9}"/>
                    </a:ext>
                  </a:extLst>
                </p14:cNvPr>
                <p14:cNvContentPartPr/>
                <p14:nvPr/>
              </p14:nvContentPartPr>
              <p14:xfrm>
                <a:off x="2828771" y="5233897"/>
                <a:ext cx="615240" cy="2509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8D41E293-EB9E-89F7-F812-E17E49EC11E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22651" y="5227777"/>
                  <a:ext cx="62748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00085069-4F88-ED10-2C07-257D76542FA2}"/>
                  </a:ext>
                </a:extLst>
              </p14:cNvPr>
              <p14:cNvContentPartPr/>
              <p14:nvPr/>
            </p14:nvContentPartPr>
            <p14:xfrm>
              <a:off x="4336451" y="4733137"/>
              <a:ext cx="76320" cy="39960"/>
            </p14:xfrm>
          </p:contentPart>
        </mc:Choice>
        <mc:Fallback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00085069-4F88-ED10-2C07-257D76542FA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330331" y="4727017"/>
                <a:ext cx="885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3280148E-15B9-0874-6AF7-4DF07A43F970}"/>
                  </a:ext>
                </a:extLst>
              </p14:cNvPr>
              <p14:cNvContentPartPr/>
              <p14:nvPr/>
            </p14:nvContentPartPr>
            <p14:xfrm>
              <a:off x="511091" y="3848977"/>
              <a:ext cx="30960" cy="39960"/>
            </p14:xfrm>
          </p:contentPart>
        </mc:Choice>
        <mc:Fallback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3280148E-15B9-0874-6AF7-4DF07A43F97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04971" y="3842857"/>
                <a:ext cx="4320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FF32DDD0-A16F-2552-1C57-5BFDB780128F}"/>
              </a:ext>
            </a:extLst>
          </p:cNvPr>
          <p:cNvGrpSpPr/>
          <p:nvPr/>
        </p:nvGrpSpPr>
        <p:grpSpPr>
          <a:xfrm>
            <a:off x="3112451" y="4489777"/>
            <a:ext cx="1321920" cy="354240"/>
            <a:chOff x="3112451" y="4489777"/>
            <a:chExt cx="132192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A5C7702D-AEE9-86C9-2D16-27BDA174E259}"/>
                    </a:ext>
                  </a:extLst>
                </p14:cNvPr>
                <p14:cNvContentPartPr/>
                <p14:nvPr/>
              </p14:nvContentPartPr>
              <p14:xfrm>
                <a:off x="3112451" y="4604617"/>
                <a:ext cx="449280" cy="23940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A5C7702D-AEE9-86C9-2D16-27BDA174E25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06331" y="4598497"/>
                  <a:ext cx="461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6ACB9ECF-3D28-4F1C-0B80-90E9D4C03A13}"/>
                    </a:ext>
                  </a:extLst>
                </p14:cNvPr>
                <p14:cNvContentPartPr/>
                <p14:nvPr/>
              </p14:nvContentPartPr>
              <p14:xfrm>
                <a:off x="3668291" y="4498777"/>
                <a:ext cx="431280" cy="2620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6ACB9ECF-3D28-4F1C-0B80-90E9D4C03A1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662171" y="4492657"/>
                  <a:ext cx="443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7A7A005F-3E43-8324-E9F9-42BC4D654C47}"/>
                    </a:ext>
                  </a:extLst>
                </p14:cNvPr>
                <p14:cNvContentPartPr/>
                <p14:nvPr/>
              </p14:nvContentPartPr>
              <p14:xfrm>
                <a:off x="4186331" y="4489777"/>
                <a:ext cx="236880" cy="2170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7A7A005F-3E43-8324-E9F9-42BC4D654C4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180211" y="4483657"/>
                  <a:ext cx="249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B44BB4ED-4599-DBB0-E1DF-EC15AF587218}"/>
                    </a:ext>
                  </a:extLst>
                </p14:cNvPr>
                <p14:cNvContentPartPr/>
                <p14:nvPr/>
              </p14:nvContentPartPr>
              <p14:xfrm>
                <a:off x="4412411" y="4612177"/>
                <a:ext cx="21960" cy="4608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B44BB4ED-4599-DBB0-E1DF-EC15AF58721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06291" y="4606057"/>
                  <a:ext cx="34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10AAE36C-71E9-0033-E70F-9C0323754EB1}"/>
                    </a:ext>
                  </a:extLst>
                </p14:cNvPr>
                <p14:cNvContentPartPr/>
                <p14:nvPr/>
              </p14:nvContentPartPr>
              <p14:xfrm>
                <a:off x="4284251" y="4554577"/>
                <a:ext cx="19800" cy="417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10AAE36C-71E9-0033-E70F-9C0323754EB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78131" y="4548457"/>
                  <a:ext cx="32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395F3C13-E540-F840-ED40-9331D9D7C969}"/>
                    </a:ext>
                  </a:extLst>
                </p14:cNvPr>
                <p14:cNvContentPartPr/>
                <p14:nvPr/>
              </p14:nvContentPartPr>
              <p14:xfrm>
                <a:off x="3475691" y="4540897"/>
                <a:ext cx="41760" cy="3024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395F3C13-E540-F840-ED40-9331D9D7C96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69571" y="4534777"/>
                  <a:ext cx="540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Agrupar 259">
            <a:extLst>
              <a:ext uri="{FF2B5EF4-FFF2-40B4-BE49-F238E27FC236}">
                <a16:creationId xmlns:a16="http://schemas.microsoft.com/office/drawing/2014/main" id="{4249E38B-82DA-417B-BFCC-7F63F8C3449F}"/>
              </a:ext>
            </a:extLst>
          </p:cNvPr>
          <p:cNvGrpSpPr/>
          <p:nvPr/>
        </p:nvGrpSpPr>
        <p:grpSpPr>
          <a:xfrm>
            <a:off x="9364931" y="5615497"/>
            <a:ext cx="372600" cy="226440"/>
            <a:chOff x="9364931" y="5615497"/>
            <a:chExt cx="37260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CB00F131-F62B-07B5-E441-7E745F65AF45}"/>
                    </a:ext>
                  </a:extLst>
                </p14:cNvPr>
                <p14:cNvContentPartPr/>
                <p14:nvPr/>
              </p14:nvContentPartPr>
              <p14:xfrm>
                <a:off x="9372131" y="5629177"/>
                <a:ext cx="41760" cy="21276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CB00F131-F62B-07B5-E441-7E745F65AF4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366011" y="5623057"/>
                  <a:ext cx="54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FC5B94BD-01D0-CE18-EFD8-D313EE1047C4}"/>
                    </a:ext>
                  </a:extLst>
                </p14:cNvPr>
                <p14:cNvContentPartPr/>
                <p14:nvPr/>
              </p14:nvContentPartPr>
              <p14:xfrm>
                <a:off x="9364931" y="5615497"/>
                <a:ext cx="372600" cy="21600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FC5B94BD-01D0-CE18-EFD8-D313EE1047C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358811" y="5609377"/>
                  <a:ext cx="38484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Agrupar 267">
            <a:extLst>
              <a:ext uri="{FF2B5EF4-FFF2-40B4-BE49-F238E27FC236}">
                <a16:creationId xmlns:a16="http://schemas.microsoft.com/office/drawing/2014/main" id="{5420C9FD-0A31-5145-ADA6-A0D08D8D898B}"/>
              </a:ext>
            </a:extLst>
          </p:cNvPr>
          <p:cNvGrpSpPr/>
          <p:nvPr/>
        </p:nvGrpSpPr>
        <p:grpSpPr>
          <a:xfrm>
            <a:off x="5425091" y="4875697"/>
            <a:ext cx="3558600" cy="1257840"/>
            <a:chOff x="5425091" y="4875697"/>
            <a:chExt cx="3558600" cy="12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F6AD6D0A-5DEB-857D-E2B1-B85647DA3644}"/>
                    </a:ext>
                  </a:extLst>
                </p14:cNvPr>
                <p14:cNvContentPartPr/>
                <p14:nvPr/>
              </p14:nvContentPartPr>
              <p14:xfrm>
                <a:off x="6109091" y="4983697"/>
                <a:ext cx="340200" cy="29880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F6AD6D0A-5DEB-857D-E2B1-B85647DA364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02971" y="4977577"/>
                  <a:ext cx="352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938382ED-E199-65C7-6563-7D59B0F004CC}"/>
                    </a:ext>
                  </a:extLst>
                </p14:cNvPr>
                <p14:cNvContentPartPr/>
                <p14:nvPr/>
              </p14:nvContentPartPr>
              <p14:xfrm>
                <a:off x="6655211" y="5024017"/>
                <a:ext cx="220680" cy="1850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938382ED-E199-65C7-6563-7D59B0F004C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49091" y="5017897"/>
                  <a:ext cx="232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778B01DC-31BF-2D23-7B19-875E4FE86DF7}"/>
                    </a:ext>
                  </a:extLst>
                </p14:cNvPr>
                <p14:cNvContentPartPr/>
                <p14:nvPr/>
              </p14:nvContentPartPr>
              <p14:xfrm>
                <a:off x="6962291" y="5039137"/>
                <a:ext cx="324720" cy="14580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778B01DC-31BF-2D23-7B19-875E4FE86DF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56171" y="5033017"/>
                  <a:ext cx="336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9D16577B-CB9E-DD11-C2E0-3D567DB67AF4}"/>
                    </a:ext>
                  </a:extLst>
                </p14:cNvPr>
                <p14:cNvContentPartPr/>
                <p14:nvPr/>
              </p14:nvContentPartPr>
              <p14:xfrm>
                <a:off x="7288811" y="4991977"/>
                <a:ext cx="354240" cy="19440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9D16577B-CB9E-DD11-C2E0-3D567DB67AF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82691" y="4985857"/>
                  <a:ext cx="366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C8C5B43C-BCB5-DA61-442B-C87EC3438327}"/>
                    </a:ext>
                  </a:extLst>
                </p14:cNvPr>
                <p14:cNvContentPartPr/>
                <p14:nvPr/>
              </p14:nvContentPartPr>
              <p14:xfrm>
                <a:off x="7452971" y="5042377"/>
                <a:ext cx="21960" cy="1404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C8C5B43C-BCB5-DA61-442B-C87EC343832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46851" y="503625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531C3075-CE82-C190-B875-62BB91371DCE}"/>
                    </a:ext>
                  </a:extLst>
                </p14:cNvPr>
                <p14:cNvContentPartPr/>
                <p14:nvPr/>
              </p14:nvContentPartPr>
              <p14:xfrm>
                <a:off x="7452971" y="5003857"/>
                <a:ext cx="84960" cy="1404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531C3075-CE82-C190-B875-62BB91371DC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46851" y="4997737"/>
                  <a:ext cx="97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6903BFD0-4B3E-46B2-F76A-B07131CC5688}"/>
                    </a:ext>
                  </a:extLst>
                </p14:cNvPr>
                <p14:cNvContentPartPr/>
                <p14:nvPr/>
              </p14:nvContentPartPr>
              <p14:xfrm>
                <a:off x="7053011" y="5052097"/>
                <a:ext cx="54720" cy="1368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6903BFD0-4B3E-46B2-F76A-B07131CC568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46891" y="5045977"/>
                  <a:ext cx="66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D1EFEA0C-69EF-1278-3CC2-144C1CBD31D0}"/>
                    </a:ext>
                  </a:extLst>
                </p14:cNvPr>
                <p14:cNvContentPartPr/>
                <p14:nvPr/>
              </p14:nvContentPartPr>
              <p14:xfrm>
                <a:off x="6666371" y="5026537"/>
                <a:ext cx="33120" cy="720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D1EFEA0C-69EF-1278-3CC2-144C1CBD31D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660251" y="502041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1E77DCD-2E40-BC67-5B15-9CDCD42AD5AA}"/>
                    </a:ext>
                  </a:extLst>
                </p14:cNvPr>
                <p14:cNvContentPartPr/>
                <p14:nvPr/>
              </p14:nvContentPartPr>
              <p14:xfrm>
                <a:off x="6127091" y="5056417"/>
                <a:ext cx="74160" cy="392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1E77DCD-2E40-BC67-5B15-9CDCD42AD5A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120971" y="5050297"/>
                  <a:ext cx="86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4FEE37A8-CE22-AA75-7DE1-6E40886DA03A}"/>
                    </a:ext>
                  </a:extLst>
                </p14:cNvPr>
                <p14:cNvContentPartPr/>
                <p14:nvPr/>
              </p14:nvContentPartPr>
              <p14:xfrm>
                <a:off x="5425091" y="5548897"/>
                <a:ext cx="389520" cy="1764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4FEE37A8-CE22-AA75-7DE1-6E40886DA03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418971" y="5542777"/>
                  <a:ext cx="401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49A82803-3BF7-6DB5-23EB-E4A22BA87B3A}"/>
                    </a:ext>
                  </a:extLst>
                </p14:cNvPr>
                <p14:cNvContentPartPr/>
                <p14:nvPr/>
              </p14:nvContentPartPr>
              <p14:xfrm>
                <a:off x="5588171" y="5427937"/>
                <a:ext cx="117720" cy="23616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49A82803-3BF7-6DB5-23EB-E4A22BA87B3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82051" y="5421817"/>
                  <a:ext cx="129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03FF0FA2-E20F-7763-BB21-4C710223BFC9}"/>
                    </a:ext>
                  </a:extLst>
                </p14:cNvPr>
                <p14:cNvContentPartPr/>
                <p14:nvPr/>
              </p14:nvContentPartPr>
              <p14:xfrm>
                <a:off x="6254891" y="5469697"/>
                <a:ext cx="358200" cy="18756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03FF0FA2-E20F-7763-BB21-4C710223BFC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248771" y="5463577"/>
                  <a:ext cx="370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35F97B58-0F99-FC9D-3C3B-9BE0605A95DB}"/>
                    </a:ext>
                  </a:extLst>
                </p14:cNvPr>
                <p14:cNvContentPartPr/>
                <p14:nvPr/>
              </p14:nvContentPartPr>
              <p14:xfrm>
                <a:off x="6761771" y="5393737"/>
                <a:ext cx="248040" cy="2610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35F97B58-0F99-FC9D-3C3B-9BE0605A95D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755651" y="5387617"/>
                  <a:ext cx="260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720B9C4B-CE53-3812-82DE-7FE1408F5502}"/>
                    </a:ext>
                  </a:extLst>
                </p14:cNvPr>
                <p14:cNvContentPartPr/>
                <p14:nvPr/>
              </p14:nvContentPartPr>
              <p14:xfrm>
                <a:off x="7123211" y="5395537"/>
                <a:ext cx="274680" cy="1515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720B9C4B-CE53-3812-82DE-7FE1408F55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117091" y="5389417"/>
                  <a:ext cx="286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5B702B85-56CC-A4B5-5776-D9E645BBD254}"/>
                    </a:ext>
                  </a:extLst>
                </p14:cNvPr>
                <p14:cNvContentPartPr/>
                <p14:nvPr/>
              </p14:nvContentPartPr>
              <p14:xfrm>
                <a:off x="7547291" y="5340817"/>
                <a:ext cx="236520" cy="17244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5B702B85-56CC-A4B5-5776-D9E645BBD25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541171" y="5334697"/>
                  <a:ext cx="248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1200E220-70B1-3CFA-194E-E95883F34770}"/>
                    </a:ext>
                  </a:extLst>
                </p14:cNvPr>
                <p14:cNvContentPartPr/>
                <p14:nvPr/>
              </p14:nvContentPartPr>
              <p14:xfrm>
                <a:off x="7679051" y="5363497"/>
                <a:ext cx="54720" cy="10152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1200E220-70B1-3CFA-194E-E95883F3477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672931" y="5357377"/>
                  <a:ext cx="66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AE9AC78E-07D4-B749-20CE-EF57E5374549}"/>
                    </a:ext>
                  </a:extLst>
                </p14:cNvPr>
                <p14:cNvContentPartPr/>
                <p14:nvPr/>
              </p14:nvContentPartPr>
              <p14:xfrm>
                <a:off x="5825771" y="5591737"/>
                <a:ext cx="2562480" cy="21924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AE9AC78E-07D4-B749-20CE-EF57E537454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819651" y="5585617"/>
                  <a:ext cx="2574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67A84A1F-CC3F-7DAB-8500-FF179F3F3002}"/>
                    </a:ext>
                  </a:extLst>
                </p14:cNvPr>
                <p14:cNvContentPartPr/>
                <p14:nvPr/>
              </p14:nvContentPartPr>
              <p14:xfrm>
                <a:off x="7657451" y="5608657"/>
                <a:ext cx="470520" cy="25236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67A84A1F-CC3F-7DAB-8500-FF179F3F300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651331" y="5602537"/>
                  <a:ext cx="482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FFB99E0E-008A-7AEA-FD15-BC8B891E0634}"/>
                    </a:ext>
                  </a:extLst>
                </p14:cNvPr>
                <p14:cNvContentPartPr/>
                <p14:nvPr/>
              </p14:nvContentPartPr>
              <p14:xfrm>
                <a:off x="7279091" y="5450617"/>
                <a:ext cx="54720" cy="1404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FFB99E0E-008A-7AEA-FD15-BC8B891E063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272971" y="5444497"/>
                  <a:ext cx="66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178C2453-12E5-BDBD-7103-4A566E663D1F}"/>
                    </a:ext>
                  </a:extLst>
                </p14:cNvPr>
                <p14:cNvContentPartPr/>
                <p14:nvPr/>
              </p14:nvContentPartPr>
              <p14:xfrm>
                <a:off x="7267931" y="5652217"/>
                <a:ext cx="255600" cy="21996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178C2453-12E5-BDBD-7103-4A566E663D1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61811" y="5646097"/>
                  <a:ext cx="267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48BB79BC-5A9B-2878-DAA6-265938338643}"/>
                    </a:ext>
                  </a:extLst>
                </p14:cNvPr>
                <p14:cNvContentPartPr/>
                <p14:nvPr/>
              </p14:nvContentPartPr>
              <p14:xfrm>
                <a:off x="6968411" y="5450617"/>
                <a:ext cx="30960" cy="1620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48BB79BC-5A9B-2878-DAA6-26593833864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962291" y="5444497"/>
                  <a:ext cx="43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98C9795B-9D09-7C4C-C673-111347DBA401}"/>
                    </a:ext>
                  </a:extLst>
                </p14:cNvPr>
                <p14:cNvContentPartPr/>
                <p14:nvPr/>
              </p14:nvContentPartPr>
              <p14:xfrm>
                <a:off x="7020611" y="5764177"/>
                <a:ext cx="174240" cy="18144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98C9795B-9D09-7C4C-C673-111347DBA40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14491" y="5758057"/>
                  <a:ext cx="186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2ACC8022-70B6-D52F-F9DE-49141F5F4C09}"/>
                    </a:ext>
                  </a:extLst>
                </p14:cNvPr>
                <p14:cNvContentPartPr/>
                <p14:nvPr/>
              </p14:nvContentPartPr>
              <p14:xfrm>
                <a:off x="6481331" y="5539897"/>
                <a:ext cx="21960" cy="3420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2ACC8022-70B6-D52F-F9DE-49141F5F4C0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475211" y="5533777"/>
                  <a:ext cx="34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0D098EE3-042E-A807-DF65-DD4FECBB739D}"/>
                    </a:ext>
                  </a:extLst>
                </p14:cNvPr>
                <p14:cNvContentPartPr/>
                <p14:nvPr/>
              </p14:nvContentPartPr>
              <p14:xfrm>
                <a:off x="6677171" y="5827897"/>
                <a:ext cx="280800" cy="25452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0D098EE3-042E-A807-DF65-DD4FECBB739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671051" y="5821777"/>
                  <a:ext cx="2930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1CAE8A4-EB9D-A37E-28E1-81C6D27F2506}"/>
                    </a:ext>
                  </a:extLst>
                </p14:cNvPr>
                <p14:cNvContentPartPr/>
                <p14:nvPr/>
              </p14:nvContentPartPr>
              <p14:xfrm>
                <a:off x="6632171" y="5562937"/>
                <a:ext cx="1780560" cy="57060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1CAE8A4-EB9D-A37E-28E1-81C6D27F250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626051" y="5556817"/>
                  <a:ext cx="17928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146907A0-0756-D56B-2014-6ADF267C44D1}"/>
                    </a:ext>
                  </a:extLst>
                </p14:cNvPr>
                <p14:cNvContentPartPr/>
                <p14:nvPr/>
              </p14:nvContentPartPr>
              <p14:xfrm>
                <a:off x="8648171" y="5722777"/>
                <a:ext cx="270360" cy="2088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146907A0-0756-D56B-2014-6ADF267C44D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642051" y="5716657"/>
                  <a:ext cx="282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4584E3DD-5627-C4FB-7AD3-B5DAB405968D}"/>
                    </a:ext>
                  </a:extLst>
                </p14:cNvPr>
                <p14:cNvContentPartPr/>
                <p14:nvPr/>
              </p14:nvContentPartPr>
              <p14:xfrm>
                <a:off x="8692091" y="5776057"/>
                <a:ext cx="291600" cy="2124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4584E3DD-5627-C4FB-7AD3-B5DAB405968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685971" y="5769937"/>
                  <a:ext cx="30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3D8E60AC-A050-A4BC-4C70-C36A0F6C8CA0}"/>
                    </a:ext>
                  </a:extLst>
                </p14:cNvPr>
                <p14:cNvContentPartPr/>
                <p14:nvPr/>
              </p14:nvContentPartPr>
              <p14:xfrm>
                <a:off x="7744211" y="4960297"/>
                <a:ext cx="237240" cy="2988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3D8E60AC-A050-A4BC-4C70-C36A0F6C8C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738091" y="4954177"/>
                  <a:ext cx="249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B2022806-E991-35AC-56B3-0387E8384532}"/>
                    </a:ext>
                  </a:extLst>
                </p14:cNvPr>
                <p14:cNvContentPartPr/>
                <p14:nvPr/>
              </p14:nvContentPartPr>
              <p14:xfrm>
                <a:off x="7850771" y="5026537"/>
                <a:ext cx="163440" cy="936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B2022806-E991-35AC-56B3-0387E838453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844651" y="5020417"/>
                  <a:ext cx="1756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D9AB2C76-E3A9-4194-E695-E543CA54C785}"/>
                    </a:ext>
                  </a:extLst>
                </p14:cNvPr>
                <p14:cNvContentPartPr/>
                <p14:nvPr/>
              </p14:nvContentPartPr>
              <p14:xfrm>
                <a:off x="8207171" y="4875697"/>
                <a:ext cx="237600" cy="17712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D9AB2C76-E3A9-4194-E695-E543CA54C78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01051" y="4869577"/>
                  <a:ext cx="249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630E30F3-C43A-939B-055E-30C1AFB64F09}"/>
                    </a:ext>
                  </a:extLst>
                </p14:cNvPr>
                <p14:cNvContentPartPr/>
                <p14:nvPr/>
              </p14:nvContentPartPr>
              <p14:xfrm>
                <a:off x="7894331" y="5326777"/>
                <a:ext cx="248040" cy="2808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630E30F3-C43A-939B-055E-30C1AFB64F0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888211" y="5320657"/>
                  <a:ext cx="260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FA1E1995-5E6D-C19E-AC75-A2F5A710838E}"/>
                    </a:ext>
                  </a:extLst>
                </p14:cNvPr>
                <p14:cNvContentPartPr/>
                <p14:nvPr/>
              </p14:nvContentPartPr>
              <p14:xfrm>
                <a:off x="7926731" y="5372497"/>
                <a:ext cx="194040" cy="327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FA1E1995-5E6D-C19E-AC75-A2F5A71083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920611" y="5366377"/>
                  <a:ext cx="206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ACAEAF11-D405-33B5-AA0D-E777F3CFBEE1}"/>
                    </a:ext>
                  </a:extLst>
                </p14:cNvPr>
                <p14:cNvContentPartPr/>
                <p14:nvPr/>
              </p14:nvContentPartPr>
              <p14:xfrm>
                <a:off x="8285291" y="5230657"/>
                <a:ext cx="235440" cy="21600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ACAEAF11-D405-33B5-AA0D-E777F3CFBE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279171" y="5224537"/>
                  <a:ext cx="24768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Agrupar 291">
            <a:extLst>
              <a:ext uri="{FF2B5EF4-FFF2-40B4-BE49-F238E27FC236}">
                <a16:creationId xmlns:a16="http://schemas.microsoft.com/office/drawing/2014/main" id="{915336D9-2200-445B-8D26-8E1B7DB9DBD1}"/>
              </a:ext>
            </a:extLst>
          </p:cNvPr>
          <p:cNvGrpSpPr/>
          <p:nvPr/>
        </p:nvGrpSpPr>
        <p:grpSpPr>
          <a:xfrm>
            <a:off x="4044851" y="1838737"/>
            <a:ext cx="3182760" cy="1683720"/>
            <a:chOff x="4044851" y="1838737"/>
            <a:chExt cx="3182760" cy="168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431A6A7B-AA05-C08D-198A-B7869BB08A8D}"/>
                    </a:ext>
                  </a:extLst>
                </p14:cNvPr>
                <p14:cNvContentPartPr/>
                <p14:nvPr/>
              </p14:nvContentPartPr>
              <p14:xfrm>
                <a:off x="5910011" y="3157777"/>
                <a:ext cx="141480" cy="7092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431A6A7B-AA05-C08D-198A-B7869BB08A8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903891" y="3151657"/>
                  <a:ext cx="153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72C4456D-7228-7176-F09C-5F2C3FB0A78A}"/>
                    </a:ext>
                  </a:extLst>
                </p14:cNvPr>
                <p14:cNvContentPartPr/>
                <p14:nvPr/>
              </p14:nvContentPartPr>
              <p14:xfrm>
                <a:off x="4044851" y="2740177"/>
                <a:ext cx="109440" cy="2095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72C4456D-7228-7176-F09C-5F2C3FB0A78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38731" y="2734057"/>
                  <a:ext cx="121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75DDB269-E715-C39B-4C9A-49FEF7F1EAB7}"/>
                    </a:ext>
                  </a:extLst>
                </p14:cNvPr>
                <p14:cNvContentPartPr/>
                <p14:nvPr/>
              </p14:nvContentPartPr>
              <p14:xfrm>
                <a:off x="4262291" y="2747017"/>
                <a:ext cx="172440" cy="2167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75DDB269-E715-C39B-4C9A-49FEF7F1EAB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56171" y="2740897"/>
                  <a:ext cx="184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C4724BB-6BA7-862C-B510-BE7663095E39}"/>
                    </a:ext>
                  </a:extLst>
                </p14:cNvPr>
                <p14:cNvContentPartPr/>
                <p14:nvPr/>
              </p14:nvContentPartPr>
              <p14:xfrm>
                <a:off x="4714451" y="2788417"/>
                <a:ext cx="420120" cy="435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C4724BB-6BA7-862C-B510-BE7663095E3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708331" y="2782297"/>
                  <a:ext cx="432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2BCBA6ED-2D0A-6B0B-DFA0-6BCE29A4250C}"/>
                    </a:ext>
                  </a:extLst>
                </p14:cNvPr>
                <p14:cNvContentPartPr/>
                <p14:nvPr/>
              </p14:nvContentPartPr>
              <p14:xfrm>
                <a:off x="5038451" y="2831617"/>
                <a:ext cx="215640" cy="874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2BCBA6ED-2D0A-6B0B-DFA0-6BCE29A4250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032331" y="2825497"/>
                  <a:ext cx="227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E72A3D7E-5EBA-9A52-F7FA-9F255DBE99C1}"/>
                    </a:ext>
                  </a:extLst>
                </p14:cNvPr>
                <p14:cNvContentPartPr/>
                <p14:nvPr/>
              </p14:nvContentPartPr>
              <p14:xfrm>
                <a:off x="4455971" y="2804617"/>
                <a:ext cx="98280" cy="2736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E72A3D7E-5EBA-9A52-F7FA-9F255DBE99C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449851" y="2798497"/>
                  <a:ext cx="110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BABB36C-2094-07DE-1899-AFEE4241C8EE}"/>
                    </a:ext>
                  </a:extLst>
                </p14:cNvPr>
                <p14:cNvContentPartPr/>
                <p14:nvPr/>
              </p14:nvContentPartPr>
              <p14:xfrm>
                <a:off x="5211971" y="2433097"/>
                <a:ext cx="235440" cy="169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BABB36C-2094-07DE-1899-AFEE4241C8E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205851" y="2426977"/>
                  <a:ext cx="247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927148B-38F9-99AE-0A54-6FD998855DB0}"/>
                    </a:ext>
                  </a:extLst>
                </p14:cNvPr>
                <p14:cNvContentPartPr/>
                <p14:nvPr/>
              </p14:nvContentPartPr>
              <p14:xfrm>
                <a:off x="5329691" y="2353537"/>
                <a:ext cx="96120" cy="1926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927148B-38F9-99AE-0A54-6FD998855DB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323571" y="2347417"/>
                  <a:ext cx="108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DCA7C52-92C5-8039-EE53-5AF3CBDA6605}"/>
                    </a:ext>
                  </a:extLst>
                </p14:cNvPr>
                <p14:cNvContentPartPr/>
                <p14:nvPr/>
              </p14:nvContentPartPr>
              <p14:xfrm>
                <a:off x="4630211" y="2182897"/>
                <a:ext cx="332640" cy="702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DCA7C52-92C5-8039-EE53-5AF3CBDA660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624091" y="2176777"/>
                  <a:ext cx="344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CB11292D-4823-6862-973F-76D10CF6FAB6}"/>
                    </a:ext>
                  </a:extLst>
                </p14:cNvPr>
                <p14:cNvContentPartPr/>
                <p14:nvPr/>
              </p14:nvContentPartPr>
              <p14:xfrm>
                <a:off x="4842251" y="2257417"/>
                <a:ext cx="163800" cy="594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CB11292D-4823-6862-973F-76D10CF6FAB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836131" y="2251297"/>
                  <a:ext cx="176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EA6E73C7-E6A1-B571-35A4-52814A699476}"/>
                    </a:ext>
                  </a:extLst>
                </p14:cNvPr>
                <p14:cNvContentPartPr/>
                <p14:nvPr/>
              </p14:nvContentPartPr>
              <p14:xfrm>
                <a:off x="4638491" y="2252737"/>
                <a:ext cx="43920" cy="252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EA6E73C7-E6A1-B571-35A4-52814A69947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632371" y="2246617"/>
                  <a:ext cx="56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3E2675BE-E44E-1DBF-346F-819B7E515BBD}"/>
                    </a:ext>
                  </a:extLst>
                </p14:cNvPr>
                <p14:cNvContentPartPr/>
                <p14:nvPr/>
              </p14:nvContentPartPr>
              <p14:xfrm>
                <a:off x="6072731" y="2216017"/>
                <a:ext cx="11160" cy="5292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3E2675BE-E44E-1DBF-346F-819B7E515BB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066611" y="2209897"/>
                  <a:ext cx="23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C37CBEA-9970-C0C1-5E74-F58EA64DB8F8}"/>
                    </a:ext>
                  </a:extLst>
                </p14:cNvPr>
                <p14:cNvContentPartPr/>
                <p14:nvPr/>
              </p14:nvContentPartPr>
              <p14:xfrm>
                <a:off x="5847731" y="2105137"/>
                <a:ext cx="62640" cy="1317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C37CBEA-9970-C0C1-5E74-F58EA64DB8F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841611" y="2099017"/>
                  <a:ext cx="74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BFA5CDA7-CCBC-76F7-0E15-40F9397D3C18}"/>
                    </a:ext>
                  </a:extLst>
                </p14:cNvPr>
                <p14:cNvContentPartPr/>
                <p14:nvPr/>
              </p14:nvContentPartPr>
              <p14:xfrm>
                <a:off x="5999291" y="2123857"/>
                <a:ext cx="200520" cy="1054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BFA5CDA7-CCBC-76F7-0E15-40F9397D3C1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93171" y="2117737"/>
                  <a:ext cx="212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97C9D378-B54F-655B-113A-CF29273A88BE}"/>
                    </a:ext>
                  </a:extLst>
                </p14:cNvPr>
                <p14:cNvContentPartPr/>
                <p14:nvPr/>
              </p14:nvContentPartPr>
              <p14:xfrm>
                <a:off x="6254171" y="2139337"/>
                <a:ext cx="218160" cy="939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97C9D378-B54F-655B-113A-CF29273A88B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48051" y="2133217"/>
                  <a:ext cx="230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F013456-44A5-016D-F606-54BA98B510AE}"/>
                    </a:ext>
                  </a:extLst>
                </p14:cNvPr>
                <p14:cNvContentPartPr/>
                <p14:nvPr/>
              </p14:nvContentPartPr>
              <p14:xfrm>
                <a:off x="6622451" y="2076697"/>
                <a:ext cx="116280" cy="1346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F013456-44A5-016D-F606-54BA98B510A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616331" y="2070577"/>
                  <a:ext cx="128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58DB349-4392-3DEE-FD92-2752661B203C}"/>
                    </a:ext>
                  </a:extLst>
                </p14:cNvPr>
                <p14:cNvContentPartPr/>
                <p14:nvPr/>
              </p14:nvContentPartPr>
              <p14:xfrm>
                <a:off x="6718571" y="2126737"/>
                <a:ext cx="21960" cy="25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58DB349-4392-3DEE-FD92-2752661B203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712451" y="2120617"/>
                  <a:ext cx="342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9B239788-A968-52E1-C4AF-B4CE04839B81}"/>
                    </a:ext>
                  </a:extLst>
                </p14:cNvPr>
                <p14:cNvContentPartPr/>
                <p14:nvPr/>
              </p14:nvContentPartPr>
              <p14:xfrm>
                <a:off x="6407531" y="2156257"/>
                <a:ext cx="11160" cy="230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9B239788-A968-52E1-C4AF-B4CE04839B8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01411" y="2150137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1346A4D5-F227-7EB7-36A8-6F6C328E03FC}"/>
                    </a:ext>
                  </a:extLst>
                </p14:cNvPr>
                <p14:cNvContentPartPr/>
                <p14:nvPr/>
              </p14:nvContentPartPr>
              <p14:xfrm>
                <a:off x="6083891" y="2170297"/>
                <a:ext cx="21960" cy="72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1346A4D5-F227-7EB7-36A8-6F6C328E03F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77771" y="216417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4A2E1DAE-3527-DA58-02B7-D8A00B638F19}"/>
                    </a:ext>
                  </a:extLst>
                </p14:cNvPr>
                <p14:cNvContentPartPr/>
                <p14:nvPr/>
              </p14:nvContentPartPr>
              <p14:xfrm>
                <a:off x="5868611" y="2149417"/>
                <a:ext cx="21960" cy="25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4A2E1DAE-3527-DA58-02B7-D8A00B638F1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862491" y="2143297"/>
                  <a:ext cx="342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7E1FE892-D099-738D-BA6D-4E641FE184C7}"/>
                    </a:ext>
                  </a:extLst>
                </p14:cNvPr>
                <p14:cNvContentPartPr/>
                <p14:nvPr/>
              </p14:nvContentPartPr>
              <p14:xfrm>
                <a:off x="6729371" y="2103697"/>
                <a:ext cx="54720" cy="140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7E1FE892-D099-738D-BA6D-4E641FE184C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23251" y="2097577"/>
                  <a:ext cx="66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B0A9E49-F8EC-4F4A-061E-DED8716AFC24}"/>
                    </a:ext>
                  </a:extLst>
                </p14:cNvPr>
                <p14:cNvContentPartPr/>
                <p14:nvPr/>
              </p14:nvContentPartPr>
              <p14:xfrm>
                <a:off x="6233651" y="2133577"/>
                <a:ext cx="33120" cy="273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B0A9E49-F8EC-4F4A-061E-DED8716AFC2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227531" y="2127457"/>
                  <a:ext cx="45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B72DC65C-68B6-7134-7FE1-43271306630A}"/>
                    </a:ext>
                  </a:extLst>
                </p14:cNvPr>
                <p14:cNvContentPartPr/>
                <p14:nvPr/>
              </p14:nvContentPartPr>
              <p14:xfrm>
                <a:off x="6083891" y="2140417"/>
                <a:ext cx="11160" cy="46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B72DC65C-68B6-7134-7FE1-43271306630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077771" y="2134297"/>
                  <a:ext cx="23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BA73543B-0CE3-A560-2946-93B58369B696}"/>
                    </a:ext>
                  </a:extLst>
                </p14:cNvPr>
                <p14:cNvContentPartPr/>
                <p14:nvPr/>
              </p14:nvContentPartPr>
              <p14:xfrm>
                <a:off x="5910011" y="2103697"/>
                <a:ext cx="21960" cy="252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BA73543B-0CE3-A560-2946-93B58369B69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903891" y="2097577"/>
                  <a:ext cx="3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34604972-66CF-CC8B-F985-64C2F6350DAA}"/>
                    </a:ext>
                  </a:extLst>
                </p14:cNvPr>
                <p14:cNvContentPartPr/>
                <p14:nvPr/>
              </p14:nvContentPartPr>
              <p14:xfrm>
                <a:off x="5942411" y="2101177"/>
                <a:ext cx="21960" cy="2304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34604972-66CF-CC8B-F985-64C2F6350DA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936291" y="2095057"/>
                  <a:ext cx="34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9D722835-7C00-8A67-9A1E-A7FBF998B365}"/>
                    </a:ext>
                  </a:extLst>
                </p14:cNvPr>
                <p14:cNvContentPartPr/>
                <p14:nvPr/>
              </p14:nvContentPartPr>
              <p14:xfrm>
                <a:off x="5566571" y="2039977"/>
                <a:ext cx="343800" cy="432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9D722835-7C00-8A67-9A1E-A7FBF998B36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560451" y="2033857"/>
                  <a:ext cx="356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C623FE5D-6F58-D98A-E90E-AB354E2339D1}"/>
                    </a:ext>
                  </a:extLst>
                </p14:cNvPr>
                <p14:cNvContentPartPr/>
                <p14:nvPr/>
              </p14:nvContentPartPr>
              <p14:xfrm>
                <a:off x="6709571" y="2231857"/>
                <a:ext cx="9000" cy="1224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C623FE5D-6F58-D98A-E90E-AB354E2339D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703451" y="2225737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FB88F7C0-BA5C-438C-E035-3B1CB6B8E98D}"/>
                    </a:ext>
                  </a:extLst>
                </p14:cNvPr>
                <p14:cNvContentPartPr/>
                <p14:nvPr/>
              </p14:nvContentPartPr>
              <p14:xfrm>
                <a:off x="6342371" y="2263537"/>
                <a:ext cx="360" cy="36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FB88F7C0-BA5C-438C-E035-3B1CB6B8E98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36251" y="22574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14BBC82B-0072-5C72-5BAA-856502DD5D02}"/>
                    </a:ext>
                  </a:extLst>
                </p14:cNvPr>
                <p14:cNvContentPartPr/>
                <p14:nvPr/>
              </p14:nvContentPartPr>
              <p14:xfrm>
                <a:off x="6018731" y="2216017"/>
                <a:ext cx="43920" cy="2520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14BBC82B-0072-5C72-5BAA-856502DD5D0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012611" y="2209897"/>
                  <a:ext cx="56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41E8613D-50E6-5D76-4364-0F48FEA97FFA}"/>
                    </a:ext>
                  </a:extLst>
                </p14:cNvPr>
                <p14:cNvContentPartPr/>
                <p14:nvPr/>
              </p14:nvContentPartPr>
              <p14:xfrm>
                <a:off x="5890211" y="2170297"/>
                <a:ext cx="11160" cy="4104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41E8613D-50E6-5D76-4364-0F48FEA97FF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884091" y="2164177"/>
                  <a:ext cx="23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31605745-2FB1-820C-48A3-E8BAD695F2D8}"/>
                    </a:ext>
                  </a:extLst>
                </p14:cNvPr>
                <p14:cNvContentPartPr/>
                <p14:nvPr/>
              </p14:nvContentPartPr>
              <p14:xfrm>
                <a:off x="6568451" y="2037457"/>
                <a:ext cx="33120" cy="1152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31605745-2FB1-820C-48A3-E8BAD695F2D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562331" y="2031337"/>
                  <a:ext cx="45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4FF9CFD1-6BDA-A6A0-5D50-6C6639AC303C}"/>
                    </a:ext>
                  </a:extLst>
                </p14:cNvPr>
                <p14:cNvContentPartPr/>
                <p14:nvPr/>
              </p14:nvContentPartPr>
              <p14:xfrm>
                <a:off x="6331571" y="2167417"/>
                <a:ext cx="43920" cy="327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4FF9CFD1-6BDA-A6A0-5D50-6C6639AC303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325451" y="2161297"/>
                  <a:ext cx="56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58036A44-3F07-C496-0B4A-2C36AB6F6C7E}"/>
                    </a:ext>
                  </a:extLst>
                </p14:cNvPr>
                <p14:cNvContentPartPr/>
                <p14:nvPr/>
              </p14:nvContentPartPr>
              <p14:xfrm>
                <a:off x="6179291" y="2225017"/>
                <a:ext cx="33120" cy="327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58036A44-3F07-C496-0B4A-2C36AB6F6C7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73171" y="2218897"/>
                  <a:ext cx="45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B9C0451-F50E-71F4-6C3E-7E8ACBF87247}"/>
                    </a:ext>
                  </a:extLst>
                </p14:cNvPr>
                <p14:cNvContentPartPr/>
                <p14:nvPr/>
              </p14:nvContentPartPr>
              <p14:xfrm>
                <a:off x="5964371" y="2261737"/>
                <a:ext cx="360" cy="3024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B9C0451-F50E-71F4-6C3E-7E8ACBF8724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958251" y="2255617"/>
                  <a:ext cx="12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9B5FB6C-B126-ECC2-D530-BFE4537F914B}"/>
                    </a:ext>
                  </a:extLst>
                </p14:cNvPr>
                <p14:cNvContentPartPr/>
                <p14:nvPr/>
              </p14:nvContentPartPr>
              <p14:xfrm>
                <a:off x="5523011" y="2896057"/>
                <a:ext cx="1562400" cy="1173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9B5FB6C-B126-ECC2-D530-BFE4537F914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16891" y="2889937"/>
                  <a:ext cx="1574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46A3CA78-15CD-040D-EFD1-0ED99B40F2FB}"/>
                    </a:ext>
                  </a:extLst>
                </p14:cNvPr>
                <p14:cNvContentPartPr/>
                <p14:nvPr/>
              </p14:nvContentPartPr>
              <p14:xfrm>
                <a:off x="6212771" y="2676097"/>
                <a:ext cx="226800" cy="1335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46A3CA78-15CD-040D-EFD1-0ED99B40F2F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206651" y="2669977"/>
                  <a:ext cx="239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DDB3F19-E736-5BBB-9E9D-57342D8178EC}"/>
                    </a:ext>
                  </a:extLst>
                </p14:cNvPr>
                <p14:cNvContentPartPr/>
                <p14:nvPr/>
              </p14:nvContentPartPr>
              <p14:xfrm>
                <a:off x="6491771" y="2667097"/>
                <a:ext cx="217080" cy="1216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DDB3F19-E736-5BBB-9E9D-57342D8178E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485651" y="2660977"/>
                  <a:ext cx="229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50049773-9A9E-4B11-31A8-C514C3545936}"/>
                    </a:ext>
                  </a:extLst>
                </p14:cNvPr>
                <p14:cNvContentPartPr/>
                <p14:nvPr/>
              </p14:nvContentPartPr>
              <p14:xfrm>
                <a:off x="6590051" y="2729377"/>
                <a:ext cx="11160" cy="273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50049773-9A9E-4B11-31A8-C514C354593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83931" y="2723257"/>
                  <a:ext cx="23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FA926170-D586-6C73-BEDE-7621460B707A}"/>
                    </a:ext>
                  </a:extLst>
                </p14:cNvPr>
                <p14:cNvContentPartPr/>
                <p14:nvPr/>
              </p14:nvContentPartPr>
              <p14:xfrm>
                <a:off x="6375131" y="2802097"/>
                <a:ext cx="11160" cy="370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FA926170-D586-6C73-BEDE-7621460B707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69011" y="2795977"/>
                  <a:ext cx="23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CC7DDDA8-89CB-798D-3FBD-D162D00B35AE}"/>
                    </a:ext>
                  </a:extLst>
                </p14:cNvPr>
                <p14:cNvContentPartPr/>
                <p14:nvPr/>
              </p14:nvContentPartPr>
              <p14:xfrm>
                <a:off x="6698771" y="3121057"/>
                <a:ext cx="70560" cy="1652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CC7DDDA8-89CB-798D-3FBD-D162D00B35A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692651" y="3114937"/>
                  <a:ext cx="82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B3C7F76-CE71-1A76-C165-2CE11FE941D3}"/>
                    </a:ext>
                  </a:extLst>
                </p14:cNvPr>
                <p14:cNvContentPartPr/>
                <p14:nvPr/>
              </p14:nvContentPartPr>
              <p14:xfrm>
                <a:off x="6313571" y="3111697"/>
                <a:ext cx="201600" cy="1605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B3C7F76-CE71-1A76-C165-2CE11FE941D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07451" y="3105577"/>
                  <a:ext cx="213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81E55B78-AA8F-7E0F-E900-5363ADFA9AFC}"/>
                    </a:ext>
                  </a:extLst>
                </p14:cNvPr>
                <p14:cNvContentPartPr/>
                <p14:nvPr/>
              </p14:nvContentPartPr>
              <p14:xfrm>
                <a:off x="6105491" y="3144097"/>
                <a:ext cx="117000" cy="2034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81E55B78-AA8F-7E0F-E900-5363ADFA9AF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099371" y="3137977"/>
                  <a:ext cx="129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17E74278-8354-C3E2-E675-E5C46A1B475C}"/>
                    </a:ext>
                  </a:extLst>
                </p14:cNvPr>
                <p14:cNvContentPartPr/>
                <p14:nvPr/>
              </p14:nvContentPartPr>
              <p14:xfrm>
                <a:off x="5783291" y="2630377"/>
                <a:ext cx="85320" cy="2235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17E74278-8354-C3E2-E675-E5C46A1B475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777171" y="2624257"/>
                  <a:ext cx="97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60A85DE7-1F59-AA78-19B6-D599370F39D6}"/>
                    </a:ext>
                  </a:extLst>
                </p14:cNvPr>
                <p14:cNvContentPartPr/>
                <p14:nvPr/>
              </p14:nvContentPartPr>
              <p14:xfrm>
                <a:off x="5953211" y="2666737"/>
                <a:ext cx="76680" cy="1692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60A85DE7-1F59-AA78-19B6-D599370F39D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947091" y="2660617"/>
                  <a:ext cx="88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2481EB68-CE5B-3E1A-A423-09410D23E7C7}"/>
                    </a:ext>
                  </a:extLst>
                </p14:cNvPr>
                <p14:cNvContentPartPr/>
                <p14:nvPr/>
              </p14:nvContentPartPr>
              <p14:xfrm>
                <a:off x="5942411" y="2729377"/>
                <a:ext cx="21960" cy="302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2481EB68-CE5B-3E1A-A423-09410D23E7C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936291" y="2723257"/>
                  <a:ext cx="3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12848A48-FFCE-F90F-9A2B-154CE3444122}"/>
                    </a:ext>
                  </a:extLst>
                </p14:cNvPr>
                <p14:cNvContentPartPr/>
                <p14:nvPr/>
              </p14:nvContentPartPr>
              <p14:xfrm>
                <a:off x="5814251" y="2761057"/>
                <a:ext cx="21960" cy="392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12848A48-FFCE-F90F-9A2B-154CE344412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808131" y="2754937"/>
                  <a:ext cx="3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0539B933-DAAC-A065-0B3F-E305065B8670}"/>
                    </a:ext>
                  </a:extLst>
                </p14:cNvPr>
                <p14:cNvContentPartPr/>
                <p14:nvPr/>
              </p14:nvContentPartPr>
              <p14:xfrm>
                <a:off x="5824331" y="3212137"/>
                <a:ext cx="260280" cy="2260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0539B933-DAAC-A065-0B3F-E305065B867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818211" y="3206017"/>
                  <a:ext cx="272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62C62CDB-7C87-453D-BB37-4DB112AA9644}"/>
                    </a:ext>
                  </a:extLst>
                </p14:cNvPr>
                <p14:cNvContentPartPr/>
                <p14:nvPr/>
              </p14:nvContentPartPr>
              <p14:xfrm>
                <a:off x="5566571" y="3143737"/>
                <a:ext cx="150480" cy="2631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62C62CDB-7C87-453D-BB37-4DB112AA964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560451" y="3137617"/>
                  <a:ext cx="162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CE58B130-B181-A6EE-E09E-C5C7F2B6B652}"/>
                    </a:ext>
                  </a:extLst>
                </p14:cNvPr>
                <p14:cNvContentPartPr/>
                <p14:nvPr/>
              </p14:nvContentPartPr>
              <p14:xfrm>
                <a:off x="6794531" y="2772217"/>
                <a:ext cx="360" cy="140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CE58B130-B181-A6EE-E09E-C5C7F2B6B65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88411" y="2766097"/>
                  <a:ext cx="1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E2A25D52-1EE0-12CD-F365-B585D050A782}"/>
                    </a:ext>
                  </a:extLst>
                </p14:cNvPr>
                <p14:cNvContentPartPr/>
                <p14:nvPr/>
              </p14:nvContentPartPr>
              <p14:xfrm>
                <a:off x="6750971" y="3063457"/>
                <a:ext cx="43920" cy="93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E2A25D52-1EE0-12CD-F365-B585D050A78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744851" y="3057337"/>
                  <a:ext cx="56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7E00C3A5-858C-B61B-E4BF-4F52C2E515F9}"/>
                    </a:ext>
                  </a:extLst>
                </p14:cNvPr>
                <p14:cNvContentPartPr/>
                <p14:nvPr/>
              </p14:nvContentPartPr>
              <p14:xfrm>
                <a:off x="6407531" y="2671777"/>
                <a:ext cx="21960" cy="370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7E00C3A5-858C-B61B-E4BF-4F52C2E515F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401411" y="2665657"/>
                  <a:ext cx="34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B2501C2F-C19D-7F85-F16E-A4CD6A07EEFB}"/>
                    </a:ext>
                  </a:extLst>
                </p14:cNvPr>
                <p14:cNvContentPartPr/>
                <p14:nvPr/>
              </p14:nvContentPartPr>
              <p14:xfrm>
                <a:off x="6018731" y="2651257"/>
                <a:ext cx="11160" cy="3204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B2501C2F-C19D-7F85-F16E-A4CD6A07EEF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12611" y="2645137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ED572B88-7C9C-5F11-BEBB-F359657328A7}"/>
                    </a:ext>
                  </a:extLst>
                </p14:cNvPr>
                <p14:cNvContentPartPr/>
                <p14:nvPr/>
              </p14:nvContentPartPr>
              <p14:xfrm>
                <a:off x="6170651" y="3210337"/>
                <a:ext cx="30960" cy="72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ED572B88-7C9C-5F11-BEBB-F359657328A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164531" y="3204217"/>
                  <a:ext cx="43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7D5CB9D4-B0C7-71B9-58EA-0C0E2A4AD9EA}"/>
                    </a:ext>
                  </a:extLst>
                </p14:cNvPr>
                <p14:cNvContentPartPr/>
                <p14:nvPr/>
              </p14:nvContentPartPr>
              <p14:xfrm>
                <a:off x="6633611" y="2804617"/>
                <a:ext cx="11160" cy="468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7D5CB9D4-B0C7-71B9-58EA-0C0E2A4AD9E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627491" y="2798497"/>
                  <a:ext cx="23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B41B7E33-0DCD-92A9-9029-3E87FF9C7686}"/>
                    </a:ext>
                  </a:extLst>
                </p14:cNvPr>
                <p14:cNvContentPartPr/>
                <p14:nvPr/>
              </p14:nvContentPartPr>
              <p14:xfrm>
                <a:off x="6579251" y="2820817"/>
                <a:ext cx="33120" cy="6228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B41B7E33-0DCD-92A9-9029-3E87FF9C768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573131" y="2814697"/>
                  <a:ext cx="45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8D39BB3A-1AD9-E827-8886-159CD00D8315}"/>
                    </a:ext>
                  </a:extLst>
                </p14:cNvPr>
                <p14:cNvContentPartPr/>
                <p14:nvPr/>
              </p14:nvContentPartPr>
              <p14:xfrm>
                <a:off x="6622811" y="2698777"/>
                <a:ext cx="11160" cy="237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8D39BB3A-1AD9-E827-8886-159CD00D831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16691" y="2692657"/>
                  <a:ext cx="23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0C1ABF32-3D4E-3F5A-1435-1AC84F8C60EB}"/>
                    </a:ext>
                  </a:extLst>
                </p14:cNvPr>
                <p14:cNvContentPartPr/>
                <p14:nvPr/>
              </p14:nvContentPartPr>
              <p14:xfrm>
                <a:off x="6201251" y="2788777"/>
                <a:ext cx="54720" cy="5004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0C1ABF32-3D4E-3F5A-1435-1AC84F8C60E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95131" y="2782657"/>
                  <a:ext cx="66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0F577393-071B-5C1D-1EF0-9CAF8366272F}"/>
                    </a:ext>
                  </a:extLst>
                </p14:cNvPr>
                <p14:cNvContentPartPr/>
                <p14:nvPr/>
              </p14:nvContentPartPr>
              <p14:xfrm>
                <a:off x="6029531" y="2731537"/>
                <a:ext cx="11160" cy="3924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0F577393-071B-5C1D-1EF0-9CAF8366272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023411" y="2725417"/>
                  <a:ext cx="23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0550B4FD-664C-0731-0CC8-C0B9367DF850}"/>
                    </a:ext>
                  </a:extLst>
                </p14:cNvPr>
                <p14:cNvContentPartPr/>
                <p14:nvPr/>
              </p14:nvContentPartPr>
              <p14:xfrm>
                <a:off x="5781491" y="2763217"/>
                <a:ext cx="43920" cy="2808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0550B4FD-664C-0731-0CC8-C0B9367DF85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75371" y="2757097"/>
                  <a:ext cx="5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EE76FA5E-6F1C-189F-7ACC-15EA8BDC7520}"/>
                    </a:ext>
                  </a:extLst>
                </p14:cNvPr>
                <p14:cNvContentPartPr/>
                <p14:nvPr/>
              </p14:nvContentPartPr>
              <p14:xfrm>
                <a:off x="6331571" y="2831617"/>
                <a:ext cx="21960" cy="72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EE76FA5E-6F1C-189F-7ACC-15EA8BDC752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325451" y="282549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AEB9CF8C-BD1B-7927-644F-C66552E08BD6}"/>
                    </a:ext>
                  </a:extLst>
                </p14:cNvPr>
                <p14:cNvContentPartPr/>
                <p14:nvPr/>
              </p14:nvContentPartPr>
              <p14:xfrm>
                <a:off x="6579251" y="2717497"/>
                <a:ext cx="43920" cy="4824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AEB9CF8C-BD1B-7927-644F-C66552E08BD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73131" y="2711377"/>
                  <a:ext cx="56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13F4B55E-6B9F-74BC-8E83-953466532B23}"/>
                    </a:ext>
                  </a:extLst>
                </p14:cNvPr>
                <p14:cNvContentPartPr/>
                <p14:nvPr/>
              </p14:nvContentPartPr>
              <p14:xfrm>
                <a:off x="6750971" y="3065617"/>
                <a:ext cx="11160" cy="212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13F4B55E-6B9F-74BC-8E83-953466532B2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744851" y="3059497"/>
                  <a:ext cx="2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8D44B4AF-92B1-DEF6-3B08-85398DF58867}"/>
                    </a:ext>
                  </a:extLst>
                </p14:cNvPr>
                <p14:cNvContentPartPr/>
                <p14:nvPr/>
              </p14:nvContentPartPr>
              <p14:xfrm>
                <a:off x="6309971" y="2673937"/>
                <a:ext cx="360" cy="460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8D44B4AF-92B1-DEF6-3B08-85398DF5886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303851" y="2667817"/>
                  <a:ext cx="12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5FEA7BD3-784C-6953-2F6C-8361DEE5E06D}"/>
                    </a:ext>
                  </a:extLst>
                </p14:cNvPr>
                <p14:cNvContentPartPr/>
                <p14:nvPr/>
              </p14:nvContentPartPr>
              <p14:xfrm>
                <a:off x="5942411" y="2667097"/>
                <a:ext cx="11160" cy="1620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5FEA7BD3-784C-6953-2F6C-8361DEE5E06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936291" y="2660977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CDE6BF99-FCB1-0DAE-29AA-B9DD77FE5FCF}"/>
                    </a:ext>
                  </a:extLst>
                </p14:cNvPr>
                <p14:cNvContentPartPr/>
                <p14:nvPr/>
              </p14:nvContentPartPr>
              <p14:xfrm>
                <a:off x="6127091" y="3051937"/>
                <a:ext cx="33120" cy="4680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CDE6BF99-FCB1-0DAE-29AA-B9DD77FE5FC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120971" y="3045817"/>
                  <a:ext cx="45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787507C7-F8F1-D736-1B6A-7B48DE882F0C}"/>
                    </a:ext>
                  </a:extLst>
                </p14:cNvPr>
                <p14:cNvContentPartPr/>
                <p14:nvPr/>
              </p14:nvContentPartPr>
              <p14:xfrm>
                <a:off x="6331571" y="3237337"/>
                <a:ext cx="21960" cy="6480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787507C7-F8F1-D736-1B6A-7B48DE882F0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325451" y="3231217"/>
                  <a:ext cx="34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3036736E-B7BF-0E24-AB9D-A537A2213A63}"/>
                    </a:ext>
                  </a:extLst>
                </p14:cNvPr>
                <p14:cNvContentPartPr/>
                <p14:nvPr/>
              </p14:nvContentPartPr>
              <p14:xfrm>
                <a:off x="5890211" y="2687977"/>
                <a:ext cx="11160" cy="3204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3036736E-B7BF-0E24-AB9D-A537A2213A6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84091" y="2681857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D9EE8683-5FC5-3EF0-2D0D-03DF1C8D43A7}"/>
                    </a:ext>
                  </a:extLst>
                </p14:cNvPr>
                <p14:cNvContentPartPr/>
                <p14:nvPr/>
              </p14:nvContentPartPr>
              <p14:xfrm>
                <a:off x="6018731" y="3177577"/>
                <a:ext cx="43920" cy="2376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D9EE8683-5FC5-3EF0-2D0D-03DF1C8D43A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12611" y="3171457"/>
                  <a:ext cx="56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40AFADEA-634A-A933-36CB-2280D5957988}"/>
                    </a:ext>
                  </a:extLst>
                </p14:cNvPr>
                <p14:cNvContentPartPr/>
                <p14:nvPr/>
              </p14:nvContentPartPr>
              <p14:xfrm>
                <a:off x="5759891" y="2990017"/>
                <a:ext cx="11160" cy="720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40AFADEA-634A-A933-36CB-2280D595798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753771" y="298389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A90BB218-2BF6-8385-DABC-A1A447723471}"/>
                    </a:ext>
                  </a:extLst>
                </p14:cNvPr>
                <p14:cNvContentPartPr/>
                <p14:nvPr/>
              </p14:nvContentPartPr>
              <p14:xfrm>
                <a:off x="5533451" y="3026377"/>
                <a:ext cx="1349640" cy="49608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A90BB218-2BF6-8385-DABC-A1A4477234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527331" y="3020257"/>
                  <a:ext cx="1361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98151119-3B9C-2D4B-ACC7-54E80693F9EF}"/>
                    </a:ext>
                  </a:extLst>
                </p14:cNvPr>
                <p14:cNvContentPartPr/>
                <p14:nvPr/>
              </p14:nvContentPartPr>
              <p14:xfrm>
                <a:off x="5598971" y="1838737"/>
                <a:ext cx="1628640" cy="108360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98151119-3B9C-2D4B-ACC7-54E80693F9E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92851" y="1832617"/>
                  <a:ext cx="1640880" cy="10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28F8DA16-D18C-5084-3C6E-627B95E98FCC}"/>
                    </a:ext>
                  </a:extLst>
                </p14:cNvPr>
                <p14:cNvContentPartPr/>
                <p14:nvPr/>
              </p14:nvContentPartPr>
              <p14:xfrm>
                <a:off x="6492491" y="2841337"/>
                <a:ext cx="54720" cy="2520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28F8DA16-D18C-5084-3C6E-627B95E98FC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486371" y="2835217"/>
                  <a:ext cx="66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0448CA07-255F-DF69-86B0-83B2ECF496FD}"/>
                    </a:ext>
                  </a:extLst>
                </p14:cNvPr>
                <p14:cNvContentPartPr/>
                <p14:nvPr/>
              </p14:nvContentPartPr>
              <p14:xfrm>
                <a:off x="6709571" y="2186137"/>
                <a:ext cx="19800" cy="72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0448CA07-255F-DF69-86B0-83B2ECF496F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03451" y="2180017"/>
                  <a:ext cx="3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6267467C-421A-E2F8-2FE5-E9AF1FE540E2}"/>
                    </a:ext>
                  </a:extLst>
                </p14:cNvPr>
                <p14:cNvContentPartPr/>
                <p14:nvPr/>
              </p14:nvContentPartPr>
              <p14:xfrm>
                <a:off x="6644411" y="3123217"/>
                <a:ext cx="11160" cy="2124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6267467C-421A-E2F8-2FE5-E9AF1FE540E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638291" y="3117097"/>
                  <a:ext cx="2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6079B13D-1D1B-2201-B109-34D63C4AB739}"/>
                    </a:ext>
                  </a:extLst>
                </p14:cNvPr>
                <p14:cNvContentPartPr/>
                <p14:nvPr/>
              </p14:nvContentPartPr>
              <p14:xfrm>
                <a:off x="6459731" y="2605537"/>
                <a:ext cx="21960" cy="4104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6079B13D-1D1B-2201-B109-34D63C4AB73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453611" y="2599417"/>
                  <a:ext cx="34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91665F35-687E-EBDE-C685-E33B6F6DA85C}"/>
                    </a:ext>
                  </a:extLst>
                </p14:cNvPr>
                <p14:cNvContentPartPr/>
                <p14:nvPr/>
              </p14:nvContentPartPr>
              <p14:xfrm>
                <a:off x="6396731" y="2128537"/>
                <a:ext cx="11160" cy="619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91665F35-687E-EBDE-C685-E33B6F6DA85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390611" y="2122417"/>
                  <a:ext cx="23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845C96B8-AA01-E87D-E150-E9E653888182}"/>
                    </a:ext>
                  </a:extLst>
                </p14:cNvPr>
                <p14:cNvContentPartPr/>
                <p14:nvPr/>
              </p14:nvContentPartPr>
              <p14:xfrm>
                <a:off x="6514091" y="3320137"/>
                <a:ext cx="33120" cy="4104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845C96B8-AA01-E87D-E150-E9E65388818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507971" y="3314017"/>
                  <a:ext cx="45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F2E1623A-BC91-2F14-D5D7-1AA31BB1966F}"/>
                    </a:ext>
                  </a:extLst>
                </p14:cNvPr>
                <p14:cNvContentPartPr/>
                <p14:nvPr/>
              </p14:nvContentPartPr>
              <p14:xfrm>
                <a:off x="6127091" y="2765377"/>
                <a:ext cx="33120" cy="3492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F2E1623A-BC91-2F14-D5D7-1AA31BB1966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120971" y="2759257"/>
                  <a:ext cx="45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6C9465C9-F594-5A93-A509-2DCD2A660B42}"/>
                    </a:ext>
                  </a:extLst>
                </p14:cNvPr>
                <p14:cNvContentPartPr/>
                <p14:nvPr/>
              </p14:nvContentPartPr>
              <p14:xfrm>
                <a:off x="6040331" y="2158417"/>
                <a:ext cx="33120" cy="3024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6C9465C9-F594-5A93-A509-2DCD2A660B4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034211" y="2152297"/>
                  <a:ext cx="45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780CE9FA-09D7-5115-F9B1-E438F1B88BD0}"/>
                    </a:ext>
                  </a:extLst>
                </p14:cNvPr>
                <p14:cNvContentPartPr/>
                <p14:nvPr/>
              </p14:nvContentPartPr>
              <p14:xfrm>
                <a:off x="6244451" y="3217177"/>
                <a:ext cx="11160" cy="3024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780CE9FA-09D7-5115-F9B1-E438F1B88BD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238331" y="3211057"/>
                  <a:ext cx="23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5E1EAB11-CDCE-C11D-9D60-DAB2F295E551}"/>
                    </a:ext>
                  </a:extLst>
                </p14:cNvPr>
                <p14:cNvContentPartPr/>
                <p14:nvPr/>
              </p14:nvContentPartPr>
              <p14:xfrm>
                <a:off x="5792651" y="2788777"/>
                <a:ext cx="33120" cy="273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5E1EAB11-CDCE-C11D-9D60-DAB2F295E55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786531" y="2782657"/>
                  <a:ext cx="45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D5D624FB-3DD4-00D7-D786-0A9129EC1385}"/>
                    </a:ext>
                  </a:extLst>
                </p14:cNvPr>
                <p14:cNvContentPartPr/>
                <p14:nvPr/>
              </p14:nvContentPartPr>
              <p14:xfrm>
                <a:off x="5901011" y="2273257"/>
                <a:ext cx="19800" cy="1404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D5D624FB-3DD4-00D7-D786-0A9129EC138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894891" y="2267137"/>
                  <a:ext cx="3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556E47F8-AAD7-47C2-5171-B9D7EAFF7C1B}"/>
                    </a:ext>
                  </a:extLst>
                </p14:cNvPr>
                <p14:cNvContentPartPr/>
                <p14:nvPr/>
              </p14:nvContentPartPr>
              <p14:xfrm>
                <a:off x="5780411" y="3155257"/>
                <a:ext cx="497520" cy="29664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556E47F8-AAD7-47C2-5171-B9D7EAFF7C1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774291" y="3149137"/>
                  <a:ext cx="5097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0E765F2C-84BB-3A43-5B23-FE2C8685970B}"/>
                    </a:ext>
                  </a:extLst>
                </p14:cNvPr>
                <p14:cNvContentPartPr/>
                <p14:nvPr/>
              </p14:nvContentPartPr>
              <p14:xfrm>
                <a:off x="5825051" y="2761057"/>
                <a:ext cx="11160" cy="720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0E765F2C-84BB-3A43-5B23-FE2C8685970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818931" y="275493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A275FAE2-2340-5107-6CFF-BD8D690466FC}"/>
                    </a:ext>
                  </a:extLst>
                </p14:cNvPr>
                <p14:cNvContentPartPr/>
                <p14:nvPr/>
              </p14:nvContentPartPr>
              <p14:xfrm>
                <a:off x="5847371" y="3159577"/>
                <a:ext cx="322920" cy="25092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A275FAE2-2340-5107-6CFF-BD8D690466F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841251" y="3153457"/>
                  <a:ext cx="335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04370DE3-56BA-5F14-624A-A87BBF3C0BB3}"/>
                    </a:ext>
                  </a:extLst>
                </p14:cNvPr>
                <p14:cNvContentPartPr/>
                <p14:nvPr/>
              </p14:nvContentPartPr>
              <p14:xfrm>
                <a:off x="5526971" y="3092617"/>
                <a:ext cx="189720" cy="27180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04370DE3-56BA-5F14-624A-A87BBF3C0BB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520851" y="3086497"/>
                  <a:ext cx="201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70A4BBA1-4B66-A8D3-0F3F-6CE29ADE02A1}"/>
                    </a:ext>
                  </a:extLst>
                </p14:cNvPr>
                <p14:cNvContentPartPr/>
                <p14:nvPr/>
              </p14:nvContentPartPr>
              <p14:xfrm>
                <a:off x="4521131" y="2339857"/>
                <a:ext cx="33120" cy="936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70A4BBA1-4B66-A8D3-0F3F-6CE29ADE02A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515011" y="2333737"/>
                  <a:ext cx="45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9C9CA69E-5D5D-E48C-30BB-11DDB122419C}"/>
                    </a:ext>
                  </a:extLst>
                </p14:cNvPr>
                <p14:cNvContentPartPr/>
                <p14:nvPr/>
              </p14:nvContentPartPr>
              <p14:xfrm>
                <a:off x="4390451" y="2948617"/>
                <a:ext cx="21960" cy="720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9C9CA69E-5D5D-E48C-30BB-11DDB122419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384331" y="294249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02F7B358-60D6-9EFC-D132-D1869E32E7EF}"/>
                    </a:ext>
                  </a:extLst>
                </p14:cNvPr>
                <p14:cNvContentPartPr/>
                <p14:nvPr/>
              </p14:nvContentPartPr>
              <p14:xfrm>
                <a:off x="5901011" y="3324457"/>
                <a:ext cx="41760" cy="5580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02F7B358-60D6-9EFC-D132-D1869E32E7E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894891" y="3318337"/>
                  <a:ext cx="5400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93" name="Tinta 292">
                <a:extLst>
                  <a:ext uri="{FF2B5EF4-FFF2-40B4-BE49-F238E27FC236}">
                    <a16:creationId xmlns:a16="http://schemas.microsoft.com/office/drawing/2014/main" id="{B7900D76-544D-B4C9-9C5D-7D0E3A174047}"/>
                  </a:ext>
                </a:extLst>
              </p14:cNvPr>
              <p14:cNvContentPartPr/>
              <p14:nvPr/>
            </p14:nvContentPartPr>
            <p14:xfrm>
              <a:off x="219851" y="3715777"/>
              <a:ext cx="820080" cy="328320"/>
            </p14:xfrm>
          </p:contentPart>
        </mc:Choice>
        <mc:Fallback>
          <p:pic>
            <p:nvPicPr>
              <p:cNvPr id="293" name="Tinta 292">
                <a:extLst>
                  <a:ext uri="{FF2B5EF4-FFF2-40B4-BE49-F238E27FC236}">
                    <a16:creationId xmlns:a16="http://schemas.microsoft.com/office/drawing/2014/main" id="{B7900D76-544D-B4C9-9C5D-7D0E3A174047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213731" y="3709657"/>
                <a:ext cx="832320" cy="34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Agrupar 297">
            <a:extLst>
              <a:ext uri="{FF2B5EF4-FFF2-40B4-BE49-F238E27FC236}">
                <a16:creationId xmlns:a16="http://schemas.microsoft.com/office/drawing/2014/main" id="{7E639888-C1C7-7AA1-4A9E-1CAAD954DF0D}"/>
              </a:ext>
            </a:extLst>
          </p:cNvPr>
          <p:cNvGrpSpPr/>
          <p:nvPr/>
        </p:nvGrpSpPr>
        <p:grpSpPr>
          <a:xfrm>
            <a:off x="282131" y="3757177"/>
            <a:ext cx="821520" cy="195120"/>
            <a:chOff x="282131" y="3757177"/>
            <a:chExt cx="82152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380758A0-4073-2220-DBEB-0234CF708C9C}"/>
                    </a:ext>
                  </a:extLst>
                </p14:cNvPr>
                <p14:cNvContentPartPr/>
                <p14:nvPr/>
              </p14:nvContentPartPr>
              <p14:xfrm>
                <a:off x="282131" y="3757177"/>
                <a:ext cx="821520" cy="19512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380758A0-4073-2220-DBEB-0234CF708C9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76011" y="3751057"/>
                  <a:ext cx="833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B0B9B7B2-28A8-560C-5ACB-FABF971B0237}"/>
                    </a:ext>
                  </a:extLst>
                </p14:cNvPr>
                <p14:cNvContentPartPr/>
                <p14:nvPr/>
              </p14:nvContentPartPr>
              <p14:xfrm>
                <a:off x="521891" y="3855817"/>
                <a:ext cx="19800" cy="5364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B0B9B7B2-28A8-560C-5ACB-FABF971B023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15771" y="3849697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068130E6-AFF5-A48D-0272-131E954075B8}"/>
                    </a:ext>
                  </a:extLst>
                </p14:cNvPr>
                <p14:cNvContentPartPr/>
                <p14:nvPr/>
              </p14:nvContentPartPr>
              <p14:xfrm>
                <a:off x="704411" y="3860497"/>
                <a:ext cx="33120" cy="4392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068130E6-AFF5-A48D-0272-131E954075B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98291" y="3854377"/>
                  <a:ext cx="45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B0AE5AF7-AD83-CEAB-4589-54FB6B00BE26}"/>
                    </a:ext>
                  </a:extLst>
                </p14:cNvPr>
                <p14:cNvContentPartPr/>
                <p14:nvPr/>
              </p14:nvContentPartPr>
              <p14:xfrm>
                <a:off x="780371" y="3867697"/>
                <a:ext cx="11160" cy="1620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B0AE5AF7-AD83-CEAB-4589-54FB6B00BE2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4251" y="3861577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305" name="Tinta 304">
                <a:extLst>
                  <a:ext uri="{FF2B5EF4-FFF2-40B4-BE49-F238E27FC236}">
                    <a16:creationId xmlns:a16="http://schemas.microsoft.com/office/drawing/2014/main" id="{8C587A8C-CD0C-1524-6928-6CCB3521C00F}"/>
                  </a:ext>
                </a:extLst>
              </p14:cNvPr>
              <p14:cNvContentPartPr/>
              <p14:nvPr/>
            </p14:nvContentPartPr>
            <p14:xfrm>
              <a:off x="5609411" y="3833137"/>
              <a:ext cx="85680" cy="189360"/>
            </p14:xfrm>
          </p:contentPart>
        </mc:Choice>
        <mc:Fallback>
          <p:pic>
            <p:nvPicPr>
              <p:cNvPr id="305" name="Tinta 304">
                <a:extLst>
                  <a:ext uri="{FF2B5EF4-FFF2-40B4-BE49-F238E27FC236}">
                    <a16:creationId xmlns:a16="http://schemas.microsoft.com/office/drawing/2014/main" id="{8C587A8C-CD0C-1524-6928-6CCB3521C00F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5603291" y="3827017"/>
                <a:ext cx="9792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" name="Agrupar 307">
            <a:extLst>
              <a:ext uri="{FF2B5EF4-FFF2-40B4-BE49-F238E27FC236}">
                <a16:creationId xmlns:a16="http://schemas.microsoft.com/office/drawing/2014/main" id="{23C3DD52-8925-4111-3F13-348C5C2283C9}"/>
              </a:ext>
            </a:extLst>
          </p:cNvPr>
          <p:cNvGrpSpPr/>
          <p:nvPr/>
        </p:nvGrpSpPr>
        <p:grpSpPr>
          <a:xfrm>
            <a:off x="5435891" y="3774097"/>
            <a:ext cx="1132920" cy="247320"/>
            <a:chOff x="5435891" y="3774097"/>
            <a:chExt cx="113292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3AA77EF9-BAA5-54A2-9954-00F76FAA6E0E}"/>
                    </a:ext>
                  </a:extLst>
                </p14:cNvPr>
                <p14:cNvContentPartPr/>
                <p14:nvPr/>
              </p14:nvContentPartPr>
              <p14:xfrm>
                <a:off x="5435891" y="3789217"/>
                <a:ext cx="119880" cy="23220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3AA77EF9-BAA5-54A2-9954-00F76FAA6E0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429771" y="3783097"/>
                  <a:ext cx="132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12178A5D-B6F1-2C7B-5A1F-8B489CB861AF}"/>
                    </a:ext>
                  </a:extLst>
                </p14:cNvPr>
                <p14:cNvContentPartPr/>
                <p14:nvPr/>
              </p14:nvContentPartPr>
              <p14:xfrm>
                <a:off x="5577011" y="3833137"/>
                <a:ext cx="183240" cy="17784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12178A5D-B6F1-2C7B-5A1F-8B489CB861A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570891" y="3827017"/>
                  <a:ext cx="195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95770A80-7849-BDDD-6D92-271FE7AC5DAA}"/>
                    </a:ext>
                  </a:extLst>
                </p14:cNvPr>
                <p14:cNvContentPartPr/>
                <p14:nvPr/>
              </p14:nvContentPartPr>
              <p14:xfrm>
                <a:off x="5868611" y="3809377"/>
                <a:ext cx="96120" cy="1868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95770A80-7849-BDDD-6D92-271FE7AC5DAA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862491" y="3803257"/>
                  <a:ext cx="108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6E70667F-DB14-F067-4183-BABE8B99E01B}"/>
                    </a:ext>
                  </a:extLst>
                </p14:cNvPr>
                <p14:cNvContentPartPr/>
                <p14:nvPr/>
              </p14:nvContentPartPr>
              <p14:xfrm>
                <a:off x="6072371" y="3828457"/>
                <a:ext cx="279720" cy="13932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6E70667F-DB14-F067-4183-BABE8B99E01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066251" y="3822337"/>
                  <a:ext cx="291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A8C8F3FF-BF0E-25C1-679D-28FC84BFF338}"/>
                    </a:ext>
                  </a:extLst>
                </p14:cNvPr>
                <p14:cNvContentPartPr/>
                <p14:nvPr/>
              </p14:nvContentPartPr>
              <p14:xfrm>
                <a:off x="6418331" y="3774097"/>
                <a:ext cx="150480" cy="19404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A8C8F3FF-BF0E-25C1-679D-28FC84BFF33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412211" y="3767977"/>
                  <a:ext cx="162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9065E65B-5F7A-8226-1DEE-6E50A47895EC}"/>
                    </a:ext>
                  </a:extLst>
                </p14:cNvPr>
                <p14:cNvContentPartPr/>
                <p14:nvPr/>
              </p14:nvContentPartPr>
              <p14:xfrm>
                <a:off x="5847011" y="3922057"/>
                <a:ext cx="33120" cy="720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9065E65B-5F7A-8226-1DEE-6E50A47895E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840891" y="391593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0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9DE5C-30E5-D585-54A6-DA4592FD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F4162E-BAB9-E2C3-AF64-9F0EBD2E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0D964DB-E2E1-2293-9037-1C688781B1C4}"/>
              </a:ext>
            </a:extLst>
          </p:cNvPr>
          <p:cNvGrpSpPr/>
          <p:nvPr/>
        </p:nvGrpSpPr>
        <p:grpSpPr>
          <a:xfrm>
            <a:off x="1320731" y="2509777"/>
            <a:ext cx="903600" cy="212040"/>
            <a:chOff x="1320731" y="2509777"/>
            <a:chExt cx="90360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175752D4-FAEF-DFD8-97A1-77C52D61FD03}"/>
                    </a:ext>
                  </a:extLst>
                </p14:cNvPr>
                <p14:cNvContentPartPr/>
                <p14:nvPr/>
              </p14:nvContentPartPr>
              <p14:xfrm>
                <a:off x="1320731" y="2509777"/>
                <a:ext cx="281160" cy="2120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175752D4-FAEF-DFD8-97A1-77C52D61FD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4611" y="2503657"/>
                  <a:ext cx="293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DC429304-A716-6BAC-7A26-C4B50AF283F1}"/>
                    </a:ext>
                  </a:extLst>
                </p14:cNvPr>
                <p14:cNvContentPartPr/>
                <p14:nvPr/>
              </p14:nvContentPartPr>
              <p14:xfrm>
                <a:off x="1847771" y="2536417"/>
                <a:ext cx="376560" cy="806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DC429304-A716-6BAC-7A26-C4B50AF283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41651" y="2530297"/>
                  <a:ext cx="388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3C28BE5-D21B-C686-65EE-B57E0DDBEEC3}"/>
                    </a:ext>
                  </a:extLst>
                </p14:cNvPr>
                <p14:cNvContentPartPr/>
                <p14:nvPr/>
              </p14:nvContentPartPr>
              <p14:xfrm>
                <a:off x="2056571" y="2609497"/>
                <a:ext cx="145440" cy="968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3C28BE5-D21B-C686-65EE-B57E0DDBEE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50451" y="2603377"/>
                  <a:ext cx="15768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C47CF824-0704-88D8-1755-DEDF1FB4343B}"/>
                  </a:ext>
                </a:extLst>
              </p14:cNvPr>
              <p14:cNvContentPartPr/>
              <p14:nvPr/>
            </p14:nvContentPartPr>
            <p14:xfrm>
              <a:off x="2816891" y="2862217"/>
              <a:ext cx="360" cy="468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C47CF824-0704-88D8-1755-DEDF1FB434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10771" y="2856097"/>
                <a:ext cx="126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6866F5C5-7470-058E-34EE-1EEDF6EF656E}"/>
                  </a:ext>
                </a:extLst>
              </p14:cNvPr>
              <p14:cNvContentPartPr/>
              <p14:nvPr/>
            </p14:nvContentPartPr>
            <p14:xfrm>
              <a:off x="4284971" y="2638657"/>
              <a:ext cx="247320" cy="20844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6866F5C5-7470-058E-34EE-1EEDF6EF65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8851" y="2632537"/>
                <a:ext cx="25956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873A91CB-8C44-95DE-A9EF-029C7617EDF0}"/>
              </a:ext>
            </a:extLst>
          </p:cNvPr>
          <p:cNvGrpSpPr/>
          <p:nvPr/>
        </p:nvGrpSpPr>
        <p:grpSpPr>
          <a:xfrm>
            <a:off x="2730131" y="2589697"/>
            <a:ext cx="1004400" cy="206280"/>
            <a:chOff x="2730131" y="2589697"/>
            <a:chExt cx="100440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4C822312-94C8-82BD-6B58-3E4F079D88C4}"/>
                    </a:ext>
                  </a:extLst>
                </p14:cNvPr>
                <p14:cNvContentPartPr/>
                <p14:nvPr/>
              </p14:nvContentPartPr>
              <p14:xfrm>
                <a:off x="2797091" y="2637937"/>
                <a:ext cx="128880" cy="1465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4C822312-94C8-82BD-6B58-3E4F079D88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0971" y="2631817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C4711E2-A89B-1457-3B41-F2409340790B}"/>
                    </a:ext>
                  </a:extLst>
                </p14:cNvPr>
                <p14:cNvContentPartPr/>
                <p14:nvPr/>
              </p14:nvContentPartPr>
              <p14:xfrm>
                <a:off x="2967011" y="2607697"/>
                <a:ext cx="248400" cy="1350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C4711E2-A89B-1457-3B41-F240934079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0891" y="2601577"/>
                  <a:ext cx="260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ED2669F2-8654-8B70-8A2C-8A20D9A77327}"/>
                    </a:ext>
                  </a:extLst>
                </p14:cNvPr>
                <p14:cNvContentPartPr/>
                <p14:nvPr/>
              </p14:nvContentPartPr>
              <p14:xfrm>
                <a:off x="3195251" y="2593657"/>
                <a:ext cx="204840" cy="1558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ED2669F2-8654-8B70-8A2C-8A20D9A773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9131" y="2587537"/>
                  <a:ext cx="217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2A95870-996B-3C7F-B375-F671F5B8D13F}"/>
                    </a:ext>
                  </a:extLst>
                </p14:cNvPr>
                <p14:cNvContentPartPr/>
                <p14:nvPr/>
              </p14:nvContentPartPr>
              <p14:xfrm>
                <a:off x="3489011" y="2689777"/>
                <a:ext cx="219960" cy="399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2A95870-996B-3C7F-B375-F671F5B8D1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2891" y="2683657"/>
                  <a:ext cx="2322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2B82D22-CFD6-5A3D-98E5-132DC8C8E44C}"/>
                    </a:ext>
                  </a:extLst>
                </p14:cNvPr>
                <p14:cNvContentPartPr/>
                <p14:nvPr/>
              </p14:nvContentPartPr>
              <p14:xfrm>
                <a:off x="3505931" y="2744137"/>
                <a:ext cx="228600" cy="176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2B82D22-CFD6-5A3D-98E5-132DC8C8E4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99811" y="2738017"/>
                  <a:ext cx="240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8AFECA9D-ECC4-960B-63D2-273B56CE0B9A}"/>
                    </a:ext>
                  </a:extLst>
                </p14:cNvPr>
                <p14:cNvContentPartPr/>
                <p14:nvPr/>
              </p14:nvContentPartPr>
              <p14:xfrm>
                <a:off x="3247451" y="2589697"/>
                <a:ext cx="54720" cy="392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8AFECA9D-ECC4-960B-63D2-273B56CE0B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1331" y="2583577"/>
                  <a:ext cx="66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E9B88375-91FE-40EC-2976-7841F3D62E56}"/>
                    </a:ext>
                  </a:extLst>
                </p14:cNvPr>
                <p14:cNvContentPartPr/>
                <p14:nvPr/>
              </p14:nvContentPartPr>
              <p14:xfrm>
                <a:off x="3291011" y="2619217"/>
                <a:ext cx="11160" cy="230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E9B88375-91FE-40EC-2976-7841F3D62E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84891" y="2613097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0A5575B1-2A63-B0F7-7B43-AA3F0AC5896F}"/>
                    </a:ext>
                  </a:extLst>
                </p14:cNvPr>
                <p14:cNvContentPartPr/>
                <p14:nvPr/>
              </p14:nvContentPartPr>
              <p14:xfrm>
                <a:off x="3042971" y="2653057"/>
                <a:ext cx="11160" cy="72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0A5575B1-2A63-B0F7-7B43-AA3F0AC589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36851" y="264693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F7070F78-591D-5CAD-3AB6-9F335C4800EF}"/>
                    </a:ext>
                  </a:extLst>
                </p14:cNvPr>
                <p14:cNvContentPartPr/>
                <p14:nvPr/>
              </p14:nvContentPartPr>
              <p14:xfrm>
                <a:off x="2730131" y="2630377"/>
                <a:ext cx="87480" cy="280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F7070F78-591D-5CAD-3AB6-9F335C4800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4011" y="2624257"/>
                  <a:ext cx="99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12F1650-B1D1-F3DB-ABDB-D63082BF432E}"/>
                    </a:ext>
                  </a:extLst>
                </p14:cNvPr>
                <p14:cNvContentPartPr/>
                <p14:nvPr/>
              </p14:nvContentPartPr>
              <p14:xfrm>
                <a:off x="3453731" y="2642257"/>
                <a:ext cx="21960" cy="212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12F1650-B1D1-F3DB-ABDB-D63082BF43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47611" y="2636137"/>
                  <a:ext cx="34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DC107AB-8AC2-E772-CF31-1815A7A029E8}"/>
                    </a:ext>
                  </a:extLst>
                </p14:cNvPr>
                <p14:cNvContentPartPr/>
                <p14:nvPr/>
              </p14:nvContentPartPr>
              <p14:xfrm>
                <a:off x="3184451" y="2680777"/>
                <a:ext cx="21960" cy="72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DC107AB-8AC2-E772-CF31-1815A7A029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78331" y="267465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407778D9-C5D7-0711-0A98-0BA2177DD326}"/>
                    </a:ext>
                  </a:extLst>
                </p14:cNvPr>
                <p14:cNvContentPartPr/>
                <p14:nvPr/>
              </p14:nvContentPartPr>
              <p14:xfrm>
                <a:off x="2806091" y="2671777"/>
                <a:ext cx="43920" cy="302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407778D9-C5D7-0711-0A98-0BA2177DD3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99971" y="2665657"/>
                  <a:ext cx="56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399D5D4-7B95-E8BE-B4BB-0B6AA7810022}"/>
                    </a:ext>
                  </a:extLst>
                </p14:cNvPr>
                <p14:cNvContentPartPr/>
                <p14:nvPr/>
              </p14:nvContentPartPr>
              <p14:xfrm>
                <a:off x="3388571" y="2600497"/>
                <a:ext cx="360" cy="320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399D5D4-7B95-E8BE-B4BB-0B6AA78100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82451" y="2594377"/>
                  <a:ext cx="12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5052562-0267-C36B-4A7A-30BDBDBB5006}"/>
                    </a:ext>
                  </a:extLst>
                </p14:cNvPr>
                <p14:cNvContentPartPr/>
                <p14:nvPr/>
              </p14:nvContentPartPr>
              <p14:xfrm>
                <a:off x="3140891" y="2637217"/>
                <a:ext cx="11160" cy="1908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5052562-0267-C36B-4A7A-30BDBDBB50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34771" y="2631097"/>
                  <a:ext cx="2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5E63037-A8D9-A889-83AD-2ADD491A3C3F}"/>
                    </a:ext>
                  </a:extLst>
                </p14:cNvPr>
                <p14:cNvContentPartPr/>
                <p14:nvPr/>
              </p14:nvContentPartPr>
              <p14:xfrm>
                <a:off x="3399371" y="2605537"/>
                <a:ext cx="21960" cy="93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5E63037-A8D9-A889-83AD-2ADD491A3C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93251" y="2599417"/>
                  <a:ext cx="34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5C9AD8B-73FD-6091-4027-1C897377908C}"/>
                    </a:ext>
                  </a:extLst>
                </p14:cNvPr>
                <p14:cNvContentPartPr/>
                <p14:nvPr/>
              </p14:nvContentPartPr>
              <p14:xfrm>
                <a:off x="3312611" y="2646217"/>
                <a:ext cx="11160" cy="327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5C9AD8B-73FD-6091-4027-1C897377908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06491" y="2640097"/>
                  <a:ext cx="23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91EF682-A0A8-C947-47EB-DC8403E41380}"/>
                    </a:ext>
                  </a:extLst>
                </p14:cNvPr>
                <p14:cNvContentPartPr/>
                <p14:nvPr/>
              </p14:nvContentPartPr>
              <p14:xfrm>
                <a:off x="3151691" y="2671777"/>
                <a:ext cx="11160" cy="115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91EF682-A0A8-C947-47EB-DC8403E413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45571" y="2665657"/>
                  <a:ext cx="23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C5DA71A8-B0FB-7559-214D-DBA05BE49373}"/>
                    </a:ext>
                  </a:extLst>
                </p14:cNvPr>
                <p14:cNvContentPartPr/>
                <p14:nvPr/>
              </p14:nvContentPartPr>
              <p14:xfrm>
                <a:off x="2806091" y="2649097"/>
                <a:ext cx="76320" cy="9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C5DA71A8-B0FB-7559-214D-DBA05BE493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99971" y="2642977"/>
                  <a:ext cx="88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BF19B2A-92F5-27C0-34CB-A2276AE1ACFC}"/>
                    </a:ext>
                  </a:extLst>
                </p14:cNvPr>
                <p14:cNvContentPartPr/>
                <p14:nvPr/>
              </p14:nvContentPartPr>
              <p14:xfrm>
                <a:off x="3053771" y="2710657"/>
                <a:ext cx="54720" cy="122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BF19B2A-92F5-27C0-34CB-A2276AE1AC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47651" y="2704537"/>
                  <a:ext cx="66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2946C42-39CA-1AC5-90A2-95ED73926AF7}"/>
                    </a:ext>
                  </a:extLst>
                </p14:cNvPr>
                <p14:cNvContentPartPr/>
                <p14:nvPr/>
              </p14:nvContentPartPr>
              <p14:xfrm>
                <a:off x="2893211" y="2752057"/>
                <a:ext cx="74160" cy="439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2946C42-39CA-1AC5-90A2-95ED73926A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7091" y="2745937"/>
                  <a:ext cx="864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78CB624-E451-F309-0EDC-E95DEA0ED613}"/>
              </a:ext>
            </a:extLst>
          </p:cNvPr>
          <p:cNvGrpSpPr/>
          <p:nvPr/>
        </p:nvGrpSpPr>
        <p:grpSpPr>
          <a:xfrm>
            <a:off x="3379571" y="3278737"/>
            <a:ext cx="279000" cy="75600"/>
            <a:chOff x="3379571" y="3278737"/>
            <a:chExt cx="27900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1FD0153-464A-2146-5B39-0D78F8028013}"/>
                    </a:ext>
                  </a:extLst>
                </p14:cNvPr>
                <p14:cNvContentPartPr/>
                <p14:nvPr/>
              </p14:nvContentPartPr>
              <p14:xfrm>
                <a:off x="3379571" y="3278737"/>
                <a:ext cx="191880" cy="162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1FD0153-464A-2146-5B39-0D78F80280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73451" y="3272617"/>
                  <a:ext cx="2041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5CC5250-AB68-9A99-B948-D190C228B717}"/>
                    </a:ext>
                  </a:extLst>
                </p14:cNvPr>
                <p14:cNvContentPartPr/>
                <p14:nvPr/>
              </p14:nvContentPartPr>
              <p14:xfrm>
                <a:off x="3421331" y="3344977"/>
                <a:ext cx="237240" cy="936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5CC5250-AB68-9A99-B948-D190C228B7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15211" y="3338857"/>
                  <a:ext cx="24948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7A489C4B-C5C2-C788-3D02-E0BB62F374A2}"/>
                  </a:ext>
                </a:extLst>
              </p14:cNvPr>
              <p14:cNvContentPartPr/>
              <p14:nvPr/>
            </p14:nvContentPartPr>
            <p14:xfrm>
              <a:off x="5490251" y="2758897"/>
              <a:ext cx="345960" cy="3672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7A489C4B-C5C2-C788-3D02-E0BB62F374A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84131" y="2752777"/>
                <a:ext cx="3582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5E2A04C0-F772-2AB8-90CA-6ADAD5A8A125}"/>
                  </a:ext>
                </a:extLst>
              </p14:cNvPr>
              <p14:cNvContentPartPr/>
              <p14:nvPr/>
            </p14:nvContentPartPr>
            <p14:xfrm>
              <a:off x="5651171" y="2708497"/>
              <a:ext cx="65520" cy="20376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5E2A04C0-F772-2AB8-90CA-6ADAD5A8A12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45051" y="2702377"/>
                <a:ext cx="77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CA4C9FC3-801A-8CB2-C089-CCF4C7DF3B83}"/>
                  </a:ext>
                </a:extLst>
              </p14:cNvPr>
              <p14:cNvContentPartPr/>
              <p14:nvPr/>
            </p14:nvContentPartPr>
            <p14:xfrm>
              <a:off x="6983891" y="2679337"/>
              <a:ext cx="393480" cy="18000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CA4C9FC3-801A-8CB2-C089-CCF4C7DF3B8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77771" y="2673217"/>
                <a:ext cx="4057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97F17F32-3867-D628-289C-0F3B031FBAB7}"/>
                  </a:ext>
                </a:extLst>
              </p14:cNvPr>
              <p14:cNvContentPartPr/>
              <p14:nvPr/>
            </p14:nvContentPartPr>
            <p14:xfrm>
              <a:off x="7559531" y="2838817"/>
              <a:ext cx="302400" cy="1692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97F17F32-3867-D628-289C-0F3B031FBAB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553411" y="2832697"/>
                <a:ext cx="3146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33DBA2A2-026B-8DDE-2FBC-A631FD232765}"/>
                  </a:ext>
                </a:extLst>
              </p14:cNvPr>
              <p14:cNvContentPartPr/>
              <p14:nvPr/>
            </p14:nvContentPartPr>
            <p14:xfrm>
              <a:off x="7592291" y="2756377"/>
              <a:ext cx="43920" cy="14508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33DBA2A2-026B-8DDE-2FBC-A631FD2327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86171" y="2750257"/>
                <a:ext cx="561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EE4DD469-CD6C-FB60-B51B-EAE233CE3DF4}"/>
                  </a:ext>
                </a:extLst>
              </p14:cNvPr>
              <p14:cNvContentPartPr/>
              <p14:nvPr/>
            </p14:nvContentPartPr>
            <p14:xfrm>
              <a:off x="8076491" y="2676817"/>
              <a:ext cx="291960" cy="24012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EE4DD469-CD6C-FB60-B51B-EAE233CE3DF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70371" y="2670697"/>
                <a:ext cx="3042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C1640218-4BF6-A04E-3B7A-D9213D218500}"/>
                  </a:ext>
                </a:extLst>
              </p14:cNvPr>
              <p14:cNvContentPartPr/>
              <p14:nvPr/>
            </p14:nvContentPartPr>
            <p14:xfrm>
              <a:off x="8304011" y="2452537"/>
              <a:ext cx="334080" cy="22068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C1640218-4BF6-A04E-3B7A-D9213D21850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97891" y="2446417"/>
                <a:ext cx="3463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11DE7950-A6FF-3C09-1144-2A0942D95B9C}"/>
                  </a:ext>
                </a:extLst>
              </p14:cNvPr>
              <p14:cNvContentPartPr/>
              <p14:nvPr/>
            </p14:nvContentPartPr>
            <p14:xfrm>
              <a:off x="8778131" y="2642257"/>
              <a:ext cx="172800" cy="14220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11DE7950-A6FF-3C09-1144-2A0942D95B9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72011" y="2636137"/>
                <a:ext cx="1850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2BBD8D65-D349-1AAC-8F5C-03DA4481F78D}"/>
                  </a:ext>
                </a:extLst>
              </p14:cNvPr>
              <p14:cNvContentPartPr/>
              <p14:nvPr/>
            </p14:nvContentPartPr>
            <p14:xfrm>
              <a:off x="8778851" y="2673937"/>
              <a:ext cx="215640" cy="9864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2BBD8D65-D349-1AAC-8F5C-03DA4481F78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72731" y="2667817"/>
                <a:ext cx="2278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CFA9EC88-8F0C-C33D-8FD6-C9FF3D9B3CEC}"/>
                  </a:ext>
                </a:extLst>
              </p14:cNvPr>
              <p14:cNvContentPartPr/>
              <p14:nvPr/>
            </p14:nvContentPartPr>
            <p14:xfrm>
              <a:off x="9070091" y="2614537"/>
              <a:ext cx="96120" cy="24480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CFA9EC88-8F0C-C33D-8FD6-C9FF3D9B3CE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063971" y="2608417"/>
                <a:ext cx="108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287101E4-9602-86E8-20B8-0150C497A5E5}"/>
                  </a:ext>
                </a:extLst>
              </p14:cNvPr>
              <p14:cNvContentPartPr/>
              <p14:nvPr/>
            </p14:nvContentPartPr>
            <p14:xfrm>
              <a:off x="4389371" y="3139057"/>
              <a:ext cx="238320" cy="346680"/>
            </p14:xfrm>
          </p:contentPart>
        </mc:Choice>
        <mc:Fallback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287101E4-9602-86E8-20B8-0150C497A5E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83251" y="3132937"/>
                <a:ext cx="2505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44549C43-E6A1-3729-A67E-D9C8BB131368}"/>
                  </a:ext>
                </a:extLst>
              </p14:cNvPr>
              <p14:cNvContentPartPr/>
              <p14:nvPr/>
            </p14:nvContentPartPr>
            <p14:xfrm>
              <a:off x="4779251" y="3297457"/>
              <a:ext cx="138240" cy="7596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44549C43-E6A1-3729-A67E-D9C8BB13136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73131" y="3291337"/>
                <a:ext cx="1504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AECC43C2-67A3-1AB3-0458-880016ADAF69}"/>
                  </a:ext>
                </a:extLst>
              </p14:cNvPr>
              <p14:cNvContentPartPr/>
              <p14:nvPr/>
            </p14:nvContentPartPr>
            <p14:xfrm>
              <a:off x="4801571" y="3359017"/>
              <a:ext cx="161280" cy="57960"/>
            </p14:xfrm>
          </p:contentPart>
        </mc:Choice>
        <mc:Fallback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AECC43C2-67A3-1AB3-0458-880016ADAF6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95451" y="3352897"/>
                <a:ext cx="1735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85F4C13E-831B-082C-3D0B-BE184CCB2DC4}"/>
                  </a:ext>
                </a:extLst>
              </p14:cNvPr>
              <p14:cNvContentPartPr/>
              <p14:nvPr/>
            </p14:nvContentPartPr>
            <p14:xfrm>
              <a:off x="5060051" y="3207097"/>
              <a:ext cx="74160" cy="21888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85F4C13E-831B-082C-3D0B-BE184CCB2DC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53931" y="3200977"/>
                <a:ext cx="864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C790E2CE-1B70-246D-B611-D0BFD12F2EB9}"/>
                  </a:ext>
                </a:extLst>
              </p14:cNvPr>
              <p14:cNvContentPartPr/>
              <p14:nvPr/>
            </p14:nvContentPartPr>
            <p14:xfrm>
              <a:off x="6017651" y="2694457"/>
              <a:ext cx="216720" cy="21888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C790E2CE-1B70-246D-B611-D0BFD12F2E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11531" y="2688337"/>
                <a:ext cx="2289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EE9898E8-CB97-B691-8641-58D2133832D0}"/>
                  </a:ext>
                </a:extLst>
              </p14:cNvPr>
              <p14:cNvContentPartPr/>
              <p14:nvPr/>
            </p14:nvContentPartPr>
            <p14:xfrm>
              <a:off x="6396011" y="2513017"/>
              <a:ext cx="34560" cy="24588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EE9898E8-CB97-B691-8641-58D2133832D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389891" y="2506897"/>
                <a:ext cx="468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26B5DCEE-5CA9-2FB3-C3AE-D99D6B78E04E}"/>
                  </a:ext>
                </a:extLst>
              </p14:cNvPr>
              <p14:cNvContentPartPr/>
              <p14:nvPr/>
            </p14:nvContentPartPr>
            <p14:xfrm>
              <a:off x="6535691" y="2780857"/>
              <a:ext cx="236880" cy="13572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26B5DCEE-5CA9-2FB3-C3AE-D99D6B78E04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29571" y="2774737"/>
                <a:ext cx="2491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F8DE0CBE-FF21-F50A-D997-3EEF8BE57529}"/>
                  </a:ext>
                </a:extLst>
              </p14:cNvPr>
              <p14:cNvContentPartPr/>
              <p14:nvPr/>
            </p14:nvContentPartPr>
            <p14:xfrm>
              <a:off x="6470531" y="2752057"/>
              <a:ext cx="291600" cy="21060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F8DE0CBE-FF21-F50A-D997-3EEF8BE5752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464411" y="2745937"/>
                <a:ext cx="3038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91F64C57-0336-A857-35F9-EC65D58F6524}"/>
                  </a:ext>
                </a:extLst>
              </p14:cNvPr>
              <p14:cNvContentPartPr/>
              <p14:nvPr/>
            </p14:nvContentPartPr>
            <p14:xfrm>
              <a:off x="6170651" y="2834497"/>
              <a:ext cx="30960" cy="4104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91F64C57-0336-A857-35F9-EC65D58F652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164531" y="2828377"/>
                <a:ext cx="432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7780017B-D27D-CE97-E495-923302E6AAE2}"/>
                  </a:ext>
                </a:extLst>
              </p14:cNvPr>
              <p14:cNvContentPartPr/>
              <p14:nvPr/>
            </p14:nvContentPartPr>
            <p14:xfrm>
              <a:off x="6783731" y="2808937"/>
              <a:ext cx="11160" cy="3492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7780017B-D27D-CE97-E495-923302E6AAE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77611" y="2802817"/>
                <a:ext cx="23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D7A0AFEE-8315-FE88-34E6-C19352B70B25}"/>
                  </a:ext>
                </a:extLst>
              </p14:cNvPr>
              <p14:cNvContentPartPr/>
              <p14:nvPr/>
            </p14:nvContentPartPr>
            <p14:xfrm>
              <a:off x="5559011" y="3237337"/>
              <a:ext cx="288360" cy="57960"/>
            </p14:xfrm>
          </p:contentPart>
        </mc:Choice>
        <mc:Fallback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D7A0AFEE-8315-FE88-34E6-C19352B70B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552891" y="3231217"/>
                <a:ext cx="3006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64243679-4C03-AA66-ED72-2B8D7C399E74}"/>
                  </a:ext>
                </a:extLst>
              </p14:cNvPr>
              <p14:cNvContentPartPr/>
              <p14:nvPr/>
            </p14:nvContentPartPr>
            <p14:xfrm>
              <a:off x="5749091" y="3189457"/>
              <a:ext cx="43920" cy="140040"/>
            </p14:xfrm>
          </p:contentPart>
        </mc:Choice>
        <mc:Fallback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64243679-4C03-AA66-ED72-2B8D7C399E7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42971" y="3183337"/>
                <a:ext cx="561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FFB2C1F8-9988-3FD0-DD50-8343EBC7EDA4}"/>
                  </a:ext>
                </a:extLst>
              </p14:cNvPr>
              <p14:cNvContentPartPr/>
              <p14:nvPr/>
            </p14:nvContentPartPr>
            <p14:xfrm>
              <a:off x="6017651" y="3194137"/>
              <a:ext cx="270720" cy="15948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FFB2C1F8-9988-3FD0-DD50-8343EBC7EDA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011531" y="3188017"/>
                <a:ext cx="2829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EBCAB2BA-08F2-F7FC-1EE8-9FEE8D68A2FB}"/>
                  </a:ext>
                </a:extLst>
              </p14:cNvPr>
              <p14:cNvContentPartPr/>
              <p14:nvPr/>
            </p14:nvContentPartPr>
            <p14:xfrm>
              <a:off x="6568451" y="3187297"/>
              <a:ext cx="119880" cy="17892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EBCAB2BA-08F2-F7FC-1EE8-9FEE8D68A2F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62331" y="3181177"/>
                <a:ext cx="1321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5A04896A-DD34-77F0-0D06-74B31E052EE8}"/>
                  </a:ext>
                </a:extLst>
              </p14:cNvPr>
              <p14:cNvContentPartPr/>
              <p14:nvPr/>
            </p14:nvContentPartPr>
            <p14:xfrm>
              <a:off x="6557651" y="3182617"/>
              <a:ext cx="193680" cy="14004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5A04896A-DD34-77F0-0D06-74B31E052EE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551531" y="3176497"/>
                <a:ext cx="2059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7B04539C-C367-A419-8091-76695530C50B}"/>
                  </a:ext>
                </a:extLst>
              </p14:cNvPr>
              <p14:cNvContentPartPr/>
              <p14:nvPr/>
            </p14:nvContentPartPr>
            <p14:xfrm>
              <a:off x="6804971" y="3130057"/>
              <a:ext cx="255960" cy="203400"/>
            </p14:xfrm>
          </p:contentPart>
        </mc:Choice>
        <mc:Fallback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7B04539C-C367-A419-8091-76695530C50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98851" y="3123937"/>
                <a:ext cx="2682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183E6B6E-0181-C8A4-6EAB-E47DDF3DFC1D}"/>
                  </a:ext>
                </a:extLst>
              </p14:cNvPr>
              <p14:cNvContentPartPr/>
              <p14:nvPr/>
            </p14:nvContentPartPr>
            <p14:xfrm>
              <a:off x="5944211" y="3270097"/>
              <a:ext cx="1407600" cy="11232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183E6B6E-0181-C8A4-6EAB-E47DDF3DFC1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938091" y="3263977"/>
                <a:ext cx="14198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F2F81ED2-1D1A-E535-A9E7-B24D37C1CA4A}"/>
                  </a:ext>
                </a:extLst>
              </p14:cNvPr>
              <p14:cNvContentPartPr/>
              <p14:nvPr/>
            </p14:nvContentPartPr>
            <p14:xfrm>
              <a:off x="8541971" y="2563777"/>
              <a:ext cx="11160" cy="936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F2F81ED2-1D1A-E535-A9E7-B24D37C1CA4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535851" y="2557657"/>
                <a:ext cx="23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C695862C-FAEE-2225-146E-1AA895A1358F}"/>
                  </a:ext>
                </a:extLst>
              </p14:cNvPr>
              <p14:cNvContentPartPr/>
              <p14:nvPr/>
            </p14:nvContentPartPr>
            <p14:xfrm>
              <a:off x="8176571" y="3116017"/>
              <a:ext cx="213840" cy="24012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C695862C-FAEE-2225-146E-1AA895A1358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170451" y="3109897"/>
                <a:ext cx="2260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2B5E7242-7E2C-95AC-EA16-D0FD12CBC9BD}"/>
                  </a:ext>
                </a:extLst>
              </p14:cNvPr>
              <p14:cNvContentPartPr/>
              <p14:nvPr/>
            </p14:nvContentPartPr>
            <p14:xfrm>
              <a:off x="4466771" y="3448297"/>
              <a:ext cx="65520" cy="2520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2B5E7242-7E2C-95AC-EA16-D0FD12CBC9B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60651" y="3442177"/>
                <a:ext cx="777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Agrupar 94">
            <a:extLst>
              <a:ext uri="{FF2B5EF4-FFF2-40B4-BE49-F238E27FC236}">
                <a16:creationId xmlns:a16="http://schemas.microsoft.com/office/drawing/2014/main" id="{38E0179C-4C4E-5372-4C1B-631AC589DA57}"/>
              </a:ext>
            </a:extLst>
          </p:cNvPr>
          <p:cNvGrpSpPr/>
          <p:nvPr/>
        </p:nvGrpSpPr>
        <p:grpSpPr>
          <a:xfrm>
            <a:off x="8669771" y="3048337"/>
            <a:ext cx="495000" cy="393480"/>
            <a:chOff x="8669771" y="3048337"/>
            <a:chExt cx="49500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8DDC093C-5358-05B1-12A2-10E8E7FF9223}"/>
                    </a:ext>
                  </a:extLst>
                </p14:cNvPr>
                <p14:cNvContentPartPr/>
                <p14:nvPr/>
              </p14:nvContentPartPr>
              <p14:xfrm>
                <a:off x="8669771" y="3177577"/>
                <a:ext cx="255960" cy="1429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8DDC093C-5358-05B1-12A2-10E8E7FF922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63651" y="3171457"/>
                  <a:ext cx="268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643C238-BAE8-2508-0FB4-F069CB1A0A14}"/>
                    </a:ext>
                  </a:extLst>
                </p14:cNvPr>
                <p14:cNvContentPartPr/>
                <p14:nvPr/>
              </p14:nvContentPartPr>
              <p14:xfrm>
                <a:off x="8670131" y="3093337"/>
                <a:ext cx="258840" cy="2293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643C238-BAE8-2508-0FB4-F069CB1A0A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64011" y="3087217"/>
                  <a:ext cx="271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4D167B0-19C2-9CA7-8D9C-D19A09DB05B9}"/>
                    </a:ext>
                  </a:extLst>
                </p14:cNvPr>
                <p14:cNvContentPartPr/>
                <p14:nvPr/>
              </p14:nvContentPartPr>
              <p14:xfrm>
                <a:off x="9070091" y="3048337"/>
                <a:ext cx="94680" cy="3934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4D167B0-19C2-9CA7-8D9C-D19A09DB05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63971" y="3042217"/>
                  <a:ext cx="106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B0E1B8F8-BC09-909D-BD95-6B8EFFF21987}"/>
                    </a:ext>
                  </a:extLst>
                </p14:cNvPr>
                <p14:cNvContentPartPr/>
                <p14:nvPr/>
              </p14:nvContentPartPr>
              <p14:xfrm>
                <a:off x="8757251" y="3114217"/>
                <a:ext cx="65520" cy="115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B0E1B8F8-BC09-909D-BD95-6B8EFFF219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51131" y="3108097"/>
                  <a:ext cx="7776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DA8685FD-66B1-FD25-9915-776799B8F30F}"/>
                  </a:ext>
                </a:extLst>
              </p14:cNvPr>
              <p14:cNvContentPartPr/>
              <p14:nvPr/>
            </p14:nvContentPartPr>
            <p14:xfrm>
              <a:off x="8895131" y="5091337"/>
              <a:ext cx="2244960" cy="485640"/>
            </p14:xfrm>
          </p:contentPart>
        </mc:Choice>
        <mc:Fallback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DA8685FD-66B1-FD25-9915-776799B8F30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89011" y="5085217"/>
                <a:ext cx="2257200" cy="49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Agrupar 169">
            <a:extLst>
              <a:ext uri="{FF2B5EF4-FFF2-40B4-BE49-F238E27FC236}">
                <a16:creationId xmlns:a16="http://schemas.microsoft.com/office/drawing/2014/main" id="{32C1B4DC-280E-7B2D-1C57-7900BF0520DF}"/>
              </a:ext>
            </a:extLst>
          </p:cNvPr>
          <p:cNvGrpSpPr/>
          <p:nvPr/>
        </p:nvGrpSpPr>
        <p:grpSpPr>
          <a:xfrm>
            <a:off x="4324931" y="2383417"/>
            <a:ext cx="924480" cy="521280"/>
            <a:chOff x="4324931" y="2383417"/>
            <a:chExt cx="92448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5C3D6742-711D-6611-347E-A72BBDF7E38A}"/>
                    </a:ext>
                  </a:extLst>
                </p14:cNvPr>
                <p14:cNvContentPartPr/>
                <p14:nvPr/>
              </p14:nvContentPartPr>
              <p14:xfrm>
                <a:off x="4488371" y="2454697"/>
                <a:ext cx="194040" cy="2127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5C3D6742-711D-6611-347E-A72BBDF7E3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82251" y="2448577"/>
                  <a:ext cx="206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5EA1D7B4-4B19-7A36-6CC3-51DC8ADCB5F9}"/>
                    </a:ext>
                  </a:extLst>
                </p14:cNvPr>
                <p14:cNvContentPartPr/>
                <p14:nvPr/>
              </p14:nvContentPartPr>
              <p14:xfrm>
                <a:off x="4703651" y="2759257"/>
                <a:ext cx="204840" cy="1098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5EA1D7B4-4B19-7A36-6CC3-51DC8ADCB5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97531" y="2753137"/>
                  <a:ext cx="217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FF7C1EC-AD3F-6351-5835-F5B46691DBEC}"/>
                    </a:ext>
                  </a:extLst>
                </p14:cNvPr>
                <p14:cNvContentPartPr/>
                <p14:nvPr/>
              </p14:nvContentPartPr>
              <p14:xfrm>
                <a:off x="4790411" y="2758897"/>
                <a:ext cx="150480" cy="1033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FF7C1EC-AD3F-6351-5835-F5B46691DBE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84291" y="2752777"/>
                  <a:ext cx="162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3742433-1A61-FB5E-B5CB-3645FF2C4F52}"/>
                    </a:ext>
                  </a:extLst>
                </p14:cNvPr>
                <p14:cNvContentPartPr/>
                <p14:nvPr/>
              </p14:nvContentPartPr>
              <p14:xfrm>
                <a:off x="5112251" y="2687617"/>
                <a:ext cx="137160" cy="2170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3742433-1A61-FB5E-B5CB-3645FF2C4F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06131" y="2681497"/>
                  <a:ext cx="149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81A61E62-BB10-986E-5A29-901FA9C184B9}"/>
                    </a:ext>
                  </a:extLst>
                </p14:cNvPr>
                <p14:cNvContentPartPr/>
                <p14:nvPr/>
              </p14:nvContentPartPr>
              <p14:xfrm>
                <a:off x="4531931" y="2871217"/>
                <a:ext cx="21960" cy="140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81A61E62-BB10-986E-5A29-901FA9C184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25811" y="286509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5CCBD001-2B96-8442-FB59-B5BB74B49ABE}"/>
                    </a:ext>
                  </a:extLst>
                </p14:cNvPr>
                <p14:cNvContentPartPr/>
                <p14:nvPr/>
              </p14:nvContentPartPr>
              <p14:xfrm>
                <a:off x="4638491" y="2525257"/>
                <a:ext cx="87120" cy="4392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5CCBD001-2B96-8442-FB59-B5BB74B49A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32371" y="2519137"/>
                  <a:ext cx="99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BE7C7B5-A867-61F0-F17F-551399DA7AC1}"/>
                    </a:ext>
                  </a:extLst>
                </p14:cNvPr>
                <p14:cNvContentPartPr/>
                <p14:nvPr/>
              </p14:nvContentPartPr>
              <p14:xfrm>
                <a:off x="4324931" y="2383417"/>
                <a:ext cx="455760" cy="49248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BE7C7B5-A867-61F0-F17F-551399DA7A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18811" y="2377297"/>
                  <a:ext cx="468000" cy="50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8B79B7ED-F6B4-E628-9CAE-F91675747D93}"/>
              </a:ext>
            </a:extLst>
          </p:cNvPr>
          <p:cNvGrpSpPr/>
          <p:nvPr/>
        </p:nvGrpSpPr>
        <p:grpSpPr>
          <a:xfrm>
            <a:off x="730691" y="3733777"/>
            <a:ext cx="10839600" cy="3105360"/>
            <a:chOff x="730691" y="3733777"/>
            <a:chExt cx="10839600" cy="31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A09AFF2-EDDD-7AF1-6972-2AA3D4C29889}"/>
                    </a:ext>
                  </a:extLst>
                </p14:cNvPr>
                <p14:cNvContentPartPr/>
                <p14:nvPr/>
              </p14:nvContentPartPr>
              <p14:xfrm>
                <a:off x="3333851" y="3967777"/>
                <a:ext cx="324720" cy="352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A09AFF2-EDDD-7AF1-6972-2AA3D4C2988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27731" y="3961657"/>
                  <a:ext cx="336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2B1D56F-6D6E-E10F-DB09-2D6ABF6EDA5C}"/>
                    </a:ext>
                  </a:extLst>
                </p14:cNvPr>
                <p14:cNvContentPartPr/>
                <p14:nvPr/>
              </p14:nvContentPartPr>
              <p14:xfrm>
                <a:off x="3538691" y="4098817"/>
                <a:ext cx="270000" cy="212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2B1D56F-6D6E-E10F-DB09-2D6ABF6EDA5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32571" y="4092697"/>
                  <a:ext cx="282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58C48351-00DA-CE28-B99C-14ACD541715C}"/>
                    </a:ext>
                  </a:extLst>
                </p14:cNvPr>
                <p14:cNvContentPartPr/>
                <p14:nvPr/>
              </p14:nvContentPartPr>
              <p14:xfrm>
                <a:off x="4263371" y="3909457"/>
                <a:ext cx="321120" cy="3495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58C48351-00DA-CE28-B99C-14ACD541715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57251" y="3903337"/>
                  <a:ext cx="333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41796CB8-C8CA-1E13-7550-3B6A4502AD08}"/>
                    </a:ext>
                  </a:extLst>
                </p14:cNvPr>
                <p14:cNvContentPartPr/>
                <p14:nvPr/>
              </p14:nvContentPartPr>
              <p14:xfrm>
                <a:off x="4929731" y="4167937"/>
                <a:ext cx="496080" cy="230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41796CB8-C8CA-1E13-7550-3B6A4502AD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23611" y="4161817"/>
                  <a:ext cx="508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4EF26E0-F5EF-8894-5491-E5F56ED9CBDE}"/>
                    </a:ext>
                  </a:extLst>
                </p14:cNvPr>
                <p14:cNvContentPartPr/>
                <p14:nvPr/>
              </p14:nvContentPartPr>
              <p14:xfrm>
                <a:off x="5210171" y="4071817"/>
                <a:ext cx="109080" cy="17676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4EF26E0-F5EF-8894-5491-E5F56ED9CBD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04051" y="4065697"/>
                  <a:ext cx="121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D5D99FE2-E11A-8A0A-88C3-5CA5FF12D14D}"/>
                    </a:ext>
                  </a:extLst>
                </p14:cNvPr>
                <p14:cNvContentPartPr/>
                <p14:nvPr/>
              </p14:nvContentPartPr>
              <p14:xfrm>
                <a:off x="5795171" y="4015657"/>
                <a:ext cx="115200" cy="3110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D5D99FE2-E11A-8A0A-88C3-5CA5FF12D14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89051" y="4009537"/>
                  <a:ext cx="1274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29EF1618-5DA1-2BB3-08F5-DCEDD718B02D}"/>
                    </a:ext>
                  </a:extLst>
                </p14:cNvPr>
                <p14:cNvContentPartPr/>
                <p14:nvPr/>
              </p14:nvContentPartPr>
              <p14:xfrm>
                <a:off x="3584051" y="4739977"/>
                <a:ext cx="322560" cy="97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29EF1618-5DA1-2BB3-08F5-DCEDD718B02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77931" y="4733857"/>
                  <a:ext cx="334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D5C7A31-CE00-F1B9-9991-A02CD316DBE2}"/>
                    </a:ext>
                  </a:extLst>
                </p14:cNvPr>
                <p14:cNvContentPartPr/>
                <p14:nvPr/>
              </p14:nvContentPartPr>
              <p14:xfrm>
                <a:off x="3549131" y="4825297"/>
                <a:ext cx="433080" cy="252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D5C7A31-CE00-F1B9-9991-A02CD316DBE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43011" y="4819177"/>
                  <a:ext cx="445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1C67186-56ED-DF78-D58E-CC9063E4268A}"/>
                    </a:ext>
                  </a:extLst>
                </p14:cNvPr>
                <p14:cNvContentPartPr/>
                <p14:nvPr/>
              </p14:nvContentPartPr>
              <p14:xfrm>
                <a:off x="4532291" y="4595617"/>
                <a:ext cx="354600" cy="2174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1C67186-56ED-DF78-D58E-CC9063E426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26171" y="4589497"/>
                  <a:ext cx="366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1F593F1B-C8DA-4DE7-6EE4-569D67CBC21E}"/>
                    </a:ext>
                  </a:extLst>
                </p14:cNvPr>
                <p14:cNvContentPartPr/>
                <p14:nvPr/>
              </p14:nvContentPartPr>
              <p14:xfrm>
                <a:off x="3515291" y="4443337"/>
                <a:ext cx="1555920" cy="5047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1F593F1B-C8DA-4DE7-6EE4-569D67CBC21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09171" y="4437217"/>
                  <a:ext cx="15681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D0F132C8-5595-7396-3BD9-383CCD1E8CD3}"/>
                    </a:ext>
                  </a:extLst>
                </p14:cNvPr>
                <p14:cNvContentPartPr/>
                <p14:nvPr/>
              </p14:nvContentPartPr>
              <p14:xfrm>
                <a:off x="8422091" y="5317777"/>
                <a:ext cx="215640" cy="273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D0F132C8-5595-7396-3BD9-383CCD1E8C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15971" y="5311657"/>
                  <a:ext cx="22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510358A9-08CE-FFD2-65EF-80D6A406AF86}"/>
                    </a:ext>
                  </a:extLst>
                </p14:cNvPr>
                <p14:cNvContentPartPr/>
                <p14:nvPr/>
              </p14:nvContentPartPr>
              <p14:xfrm>
                <a:off x="8415611" y="5434057"/>
                <a:ext cx="254880" cy="331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510358A9-08CE-FFD2-65EF-80D6A406AF8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09491" y="5427937"/>
                  <a:ext cx="267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C1DDE11-E177-62BF-85D0-A9804CE372A4}"/>
                    </a:ext>
                  </a:extLst>
                </p14:cNvPr>
                <p14:cNvContentPartPr/>
                <p14:nvPr/>
              </p14:nvContentPartPr>
              <p14:xfrm>
                <a:off x="8971811" y="5313457"/>
                <a:ext cx="195840" cy="1472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C1DDE11-E177-62BF-85D0-A9804CE372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65691" y="5307337"/>
                  <a:ext cx="208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16DD6126-2D73-82DB-B504-A77A75FB1916}"/>
                    </a:ext>
                  </a:extLst>
                </p14:cNvPr>
                <p14:cNvContentPartPr/>
                <p14:nvPr/>
              </p14:nvContentPartPr>
              <p14:xfrm>
                <a:off x="9209051" y="5333977"/>
                <a:ext cx="33120" cy="720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16DD6126-2D73-82DB-B504-A77A75FB191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02931" y="532785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EE1A3F47-8A20-1983-7DE2-E3DB693E114F}"/>
                    </a:ext>
                  </a:extLst>
                </p14:cNvPr>
                <p14:cNvContentPartPr/>
                <p14:nvPr/>
              </p14:nvContentPartPr>
              <p14:xfrm>
                <a:off x="9198251" y="5308777"/>
                <a:ext cx="173520" cy="1382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EE1A3F47-8A20-1983-7DE2-E3DB693E114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92131" y="5302657"/>
                  <a:ext cx="185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F7FED0AC-3A99-7AB1-B08D-0EB9F352CF71}"/>
                    </a:ext>
                  </a:extLst>
                </p14:cNvPr>
                <p14:cNvContentPartPr/>
                <p14:nvPr/>
              </p14:nvContentPartPr>
              <p14:xfrm>
                <a:off x="9434411" y="5306257"/>
                <a:ext cx="206640" cy="1306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F7FED0AC-3A99-7AB1-B08D-0EB9F352CF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28291" y="5300137"/>
                  <a:ext cx="218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A412A7BC-CCF4-0210-7ADD-5F14E6C7A47A}"/>
                    </a:ext>
                  </a:extLst>
                </p14:cNvPr>
                <p14:cNvContentPartPr/>
                <p14:nvPr/>
              </p14:nvContentPartPr>
              <p14:xfrm>
                <a:off x="9823931" y="5304097"/>
                <a:ext cx="281880" cy="604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A412A7BC-CCF4-0210-7ADD-5F14E6C7A4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17811" y="5297977"/>
                  <a:ext cx="294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BA88E3A-5E3E-4CFB-13FA-21B5DF39D6E6}"/>
                    </a:ext>
                  </a:extLst>
                </p14:cNvPr>
                <p14:cNvContentPartPr/>
                <p14:nvPr/>
              </p14:nvContentPartPr>
              <p14:xfrm>
                <a:off x="9889451" y="5248657"/>
                <a:ext cx="63360" cy="1976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BA88E3A-5E3E-4CFB-13FA-21B5DF39D6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83331" y="5242537"/>
                  <a:ext cx="75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D9E33463-7658-1CBA-695B-1C432D3FBA1C}"/>
                    </a:ext>
                  </a:extLst>
                </p14:cNvPr>
                <p14:cNvContentPartPr/>
                <p14:nvPr/>
              </p14:nvContentPartPr>
              <p14:xfrm>
                <a:off x="10039211" y="5339377"/>
                <a:ext cx="194400" cy="1155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D9E33463-7658-1CBA-695B-1C432D3FBA1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33091" y="5333257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617C47A-E12E-0B7B-15C9-6B21BFAEAFBC}"/>
                    </a:ext>
                  </a:extLst>
                </p14:cNvPr>
                <p14:cNvContentPartPr/>
                <p14:nvPr/>
              </p14:nvContentPartPr>
              <p14:xfrm>
                <a:off x="10288331" y="5337937"/>
                <a:ext cx="160560" cy="8820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617C47A-E12E-0B7B-15C9-6B21BFAEAFB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82211" y="5331817"/>
                  <a:ext cx="172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CC65A24D-6832-6C94-A4CF-EC75155949FC}"/>
                    </a:ext>
                  </a:extLst>
                </p14:cNvPr>
                <p14:cNvContentPartPr/>
                <p14:nvPr/>
              </p14:nvContentPartPr>
              <p14:xfrm>
                <a:off x="10556891" y="5361337"/>
                <a:ext cx="153360" cy="5580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CC65A24D-6832-6C94-A4CF-EC75155949F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550771" y="5355217"/>
                  <a:ext cx="165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46410D1B-F89A-BF26-95AE-4EABF1057C07}"/>
                    </a:ext>
                  </a:extLst>
                </p14:cNvPr>
                <p14:cNvContentPartPr/>
                <p14:nvPr/>
              </p14:nvContentPartPr>
              <p14:xfrm>
                <a:off x="10600091" y="5285377"/>
                <a:ext cx="54720" cy="1540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46410D1B-F89A-BF26-95AE-4EABF1057C0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93971" y="5279257"/>
                  <a:ext cx="66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F58E016-5118-3C60-C559-D17D19A23271}"/>
                    </a:ext>
                  </a:extLst>
                </p14:cNvPr>
                <p14:cNvContentPartPr/>
                <p14:nvPr/>
              </p14:nvContentPartPr>
              <p14:xfrm>
                <a:off x="10814651" y="5306617"/>
                <a:ext cx="131760" cy="2098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F58E016-5118-3C60-C559-D17D19A2327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808531" y="5300497"/>
                  <a:ext cx="144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D0342DA-F3E3-D716-6DF6-F367514D6047}"/>
                    </a:ext>
                  </a:extLst>
                </p14:cNvPr>
                <p14:cNvContentPartPr/>
                <p14:nvPr/>
              </p14:nvContentPartPr>
              <p14:xfrm>
                <a:off x="7452971" y="4075057"/>
                <a:ext cx="451440" cy="2710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D0342DA-F3E3-D716-6DF6-F367514D604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46851" y="4068937"/>
                  <a:ext cx="463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6837674D-044F-0765-8B5B-7741B845147D}"/>
                    </a:ext>
                  </a:extLst>
                </p14:cNvPr>
                <p14:cNvContentPartPr/>
                <p14:nvPr/>
              </p14:nvContentPartPr>
              <p14:xfrm>
                <a:off x="7972091" y="4073617"/>
                <a:ext cx="300600" cy="2617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6837674D-044F-0765-8B5B-7741B845147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65971" y="4067497"/>
                  <a:ext cx="312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6F7B51F-B5EA-910B-3548-5976E3641BF4}"/>
                    </a:ext>
                  </a:extLst>
                </p14:cNvPr>
                <p14:cNvContentPartPr/>
                <p14:nvPr/>
              </p14:nvContentPartPr>
              <p14:xfrm>
                <a:off x="8320211" y="4051657"/>
                <a:ext cx="113400" cy="2862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6F7B51F-B5EA-910B-3548-5976E3641BF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14091" y="4045537"/>
                  <a:ext cx="125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B82F59F-0AE4-7F1F-79B7-71F839A0CB54}"/>
                    </a:ext>
                  </a:extLst>
                </p14:cNvPr>
                <p14:cNvContentPartPr/>
                <p14:nvPr/>
              </p14:nvContentPartPr>
              <p14:xfrm>
                <a:off x="8587331" y="4145257"/>
                <a:ext cx="202680" cy="248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B82F59F-0AE4-7F1F-79B7-71F839A0CB5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81211" y="4139137"/>
                  <a:ext cx="21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79B3090-A8A9-0687-25E1-F9E434AB3C54}"/>
                    </a:ext>
                  </a:extLst>
                </p14:cNvPr>
                <p14:cNvContentPartPr/>
                <p14:nvPr/>
              </p14:nvContentPartPr>
              <p14:xfrm>
                <a:off x="8532971" y="4213657"/>
                <a:ext cx="159480" cy="324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79B3090-A8A9-0687-25E1-F9E434AB3C5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26851" y="4207537"/>
                  <a:ext cx="171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D117C0D-68EB-4C4F-0D4B-28AEE6CF3C6B}"/>
                    </a:ext>
                  </a:extLst>
                </p14:cNvPr>
                <p14:cNvContentPartPr/>
                <p14:nvPr/>
              </p14:nvContentPartPr>
              <p14:xfrm>
                <a:off x="9004931" y="4119337"/>
                <a:ext cx="11160" cy="122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D117C0D-68EB-4C4F-0D4B-28AEE6CF3C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8811" y="4113217"/>
                  <a:ext cx="23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DF8E88F-1149-3681-DABA-1939D1BD3B84}"/>
                    </a:ext>
                  </a:extLst>
                </p14:cNvPr>
                <p14:cNvContentPartPr/>
                <p14:nvPr/>
              </p14:nvContentPartPr>
              <p14:xfrm>
                <a:off x="8982971" y="4093417"/>
                <a:ext cx="270720" cy="1551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DF8E88F-1149-3681-DABA-1939D1BD3B8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976851" y="4087297"/>
                  <a:ext cx="282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BB9C9E20-9B38-1C40-0E86-61F9B4C6FEAD}"/>
                    </a:ext>
                  </a:extLst>
                </p14:cNvPr>
                <p14:cNvContentPartPr/>
                <p14:nvPr/>
              </p14:nvContentPartPr>
              <p14:xfrm>
                <a:off x="9382211" y="4127617"/>
                <a:ext cx="194760" cy="903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BB9C9E20-9B38-1C40-0E86-61F9B4C6FEA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376091" y="4121497"/>
                  <a:ext cx="207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3CA29E0E-7246-18D8-A001-7D74B28C3D1F}"/>
                    </a:ext>
                  </a:extLst>
                </p14:cNvPr>
                <p14:cNvContentPartPr/>
                <p14:nvPr/>
              </p14:nvContentPartPr>
              <p14:xfrm>
                <a:off x="9404891" y="4128337"/>
                <a:ext cx="248040" cy="1263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3CA29E0E-7246-18D8-A001-7D74B28C3D1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98771" y="4122217"/>
                  <a:ext cx="260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AECE951-EA6E-4710-1235-A1160E215FFC}"/>
                    </a:ext>
                  </a:extLst>
                </p14:cNvPr>
                <p14:cNvContentPartPr/>
                <p14:nvPr/>
              </p14:nvContentPartPr>
              <p14:xfrm>
                <a:off x="8509211" y="4073617"/>
                <a:ext cx="21960" cy="370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AECE951-EA6E-4710-1235-A1160E215FF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503091" y="4067497"/>
                  <a:ext cx="34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864BF3E1-0B2C-404E-E1E8-2B17D4D03F90}"/>
                    </a:ext>
                  </a:extLst>
                </p14:cNvPr>
                <p14:cNvContentPartPr/>
                <p14:nvPr/>
              </p14:nvContentPartPr>
              <p14:xfrm>
                <a:off x="8368091" y="4068937"/>
                <a:ext cx="21960" cy="349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864BF3E1-0B2C-404E-E1E8-2B17D4D03F9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361971" y="4062817"/>
                  <a:ext cx="34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51A3AFD-0D1C-93E8-F6BE-6854BC8B9371}"/>
                    </a:ext>
                  </a:extLst>
                </p14:cNvPr>
                <p14:cNvContentPartPr/>
                <p14:nvPr/>
              </p14:nvContentPartPr>
              <p14:xfrm>
                <a:off x="8142011" y="4059937"/>
                <a:ext cx="21960" cy="212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51A3AFD-0D1C-93E8-F6BE-6854BC8B937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35891" y="4053817"/>
                  <a:ext cx="34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D656E9BE-B926-A50F-0754-A706B0EDD481}"/>
                    </a:ext>
                  </a:extLst>
                </p14:cNvPr>
                <p14:cNvContentPartPr/>
                <p14:nvPr/>
              </p14:nvContentPartPr>
              <p14:xfrm>
                <a:off x="7766171" y="4044097"/>
                <a:ext cx="63360" cy="1620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D656E9BE-B926-A50F-0754-A706B0EDD48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760051" y="4037977"/>
                  <a:ext cx="75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73589E4F-70F5-B9CB-D285-966BB9DDBC5C}"/>
                    </a:ext>
                  </a:extLst>
                </p14:cNvPr>
                <p14:cNvContentPartPr/>
                <p14:nvPr/>
              </p14:nvContentPartPr>
              <p14:xfrm>
                <a:off x="9665171" y="4101337"/>
                <a:ext cx="137520" cy="1789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73589E4F-70F5-B9CB-D285-966BB9DDBC5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59051" y="4095217"/>
                  <a:ext cx="149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53404A9A-471B-44A2-A941-2B0DFE0A6FCA}"/>
                    </a:ext>
                  </a:extLst>
                </p14:cNvPr>
                <p14:cNvContentPartPr/>
                <p14:nvPr/>
              </p14:nvContentPartPr>
              <p14:xfrm>
                <a:off x="9803411" y="4114657"/>
                <a:ext cx="215280" cy="1537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53404A9A-471B-44A2-A941-2B0DFE0A6FC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797291" y="4108537"/>
                  <a:ext cx="227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98922A19-2790-39CB-0DAF-B1FECEF94D6B}"/>
                    </a:ext>
                  </a:extLst>
                </p14:cNvPr>
                <p14:cNvContentPartPr/>
                <p14:nvPr/>
              </p14:nvContentPartPr>
              <p14:xfrm>
                <a:off x="9952451" y="3900097"/>
                <a:ext cx="151920" cy="1551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98922A19-2790-39CB-0DAF-B1FECEF94D6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946331" y="3893977"/>
                  <a:ext cx="164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C4DD6C8-3491-7F14-55C0-B5789D00D7AF}"/>
                    </a:ext>
                  </a:extLst>
                </p14:cNvPr>
                <p14:cNvContentPartPr/>
                <p14:nvPr/>
              </p14:nvContentPartPr>
              <p14:xfrm>
                <a:off x="8487611" y="4204657"/>
                <a:ext cx="21960" cy="183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C4DD6C8-3491-7F14-55C0-B5789D00D7A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81491" y="4198537"/>
                  <a:ext cx="3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8CCE36F5-1F58-5E03-4D81-62580ED155F9}"/>
                    </a:ext>
                  </a:extLst>
                </p14:cNvPr>
                <p14:cNvContentPartPr/>
                <p14:nvPr/>
              </p14:nvContentPartPr>
              <p14:xfrm>
                <a:off x="8163611" y="4215457"/>
                <a:ext cx="54720" cy="162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8CCE36F5-1F58-5E03-4D81-62580ED155F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157491" y="4209337"/>
                  <a:ext cx="66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83EB504-F413-4407-78F3-DAB01442616E}"/>
                    </a:ext>
                  </a:extLst>
                </p14:cNvPr>
                <p14:cNvContentPartPr/>
                <p14:nvPr/>
              </p14:nvContentPartPr>
              <p14:xfrm>
                <a:off x="8767691" y="4540897"/>
                <a:ext cx="237600" cy="590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83EB504-F413-4407-78F3-DAB01442616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761571" y="4534777"/>
                  <a:ext cx="249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D640A578-3141-23F2-6939-E2568C1921FA}"/>
                    </a:ext>
                  </a:extLst>
                </p14:cNvPr>
                <p14:cNvContentPartPr/>
                <p14:nvPr/>
              </p14:nvContentPartPr>
              <p14:xfrm>
                <a:off x="8865971" y="4490497"/>
                <a:ext cx="74160" cy="2091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D640A578-3141-23F2-6939-E2568C1921F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59851" y="4484377"/>
                  <a:ext cx="86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9941483C-B9C2-0425-DE93-7DE0920A8AAE}"/>
                    </a:ext>
                  </a:extLst>
                </p14:cNvPr>
                <p14:cNvContentPartPr/>
                <p14:nvPr/>
              </p14:nvContentPartPr>
              <p14:xfrm>
                <a:off x="9070091" y="4457017"/>
                <a:ext cx="280800" cy="2282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9941483C-B9C2-0425-DE93-7DE0920A8AA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063971" y="4450897"/>
                  <a:ext cx="293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CBCEB62-E65A-290C-9454-2D2E6BC7B2CE}"/>
                    </a:ext>
                  </a:extLst>
                </p14:cNvPr>
                <p14:cNvContentPartPr/>
                <p14:nvPr/>
              </p14:nvContentPartPr>
              <p14:xfrm>
                <a:off x="9435131" y="4531897"/>
                <a:ext cx="174240" cy="1332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CBCEB62-E65A-290C-9454-2D2E6BC7B2C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429011" y="4525777"/>
                  <a:ext cx="186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4E5E8F5-E1B4-1F9B-B7B8-52EC67101FE5}"/>
                    </a:ext>
                  </a:extLst>
                </p14:cNvPr>
                <p14:cNvContentPartPr/>
                <p14:nvPr/>
              </p14:nvContentPartPr>
              <p14:xfrm>
                <a:off x="9394091" y="4547737"/>
                <a:ext cx="193680" cy="1378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4E5E8F5-E1B4-1F9B-B7B8-52EC67101FE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387971" y="4541617"/>
                  <a:ext cx="205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9EFA1C6C-4493-7227-3432-9DE21F0291F3}"/>
                    </a:ext>
                  </a:extLst>
                </p14:cNvPr>
                <p14:cNvContentPartPr/>
                <p14:nvPr/>
              </p14:nvContentPartPr>
              <p14:xfrm>
                <a:off x="9855611" y="4537657"/>
                <a:ext cx="55800" cy="1638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9EFA1C6C-4493-7227-3432-9DE21F0291F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49491" y="4531537"/>
                  <a:ext cx="68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62F149E2-6E75-280D-7142-85D5673F3E02}"/>
                    </a:ext>
                  </a:extLst>
                </p14:cNvPr>
                <p14:cNvContentPartPr/>
                <p14:nvPr/>
              </p14:nvContentPartPr>
              <p14:xfrm>
                <a:off x="9921491" y="4554577"/>
                <a:ext cx="194040" cy="1242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62F149E2-6E75-280D-7142-85D5673F3E0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915371" y="4548457"/>
                  <a:ext cx="206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FAF5A758-45C5-4A6D-E97C-F44D5514B227}"/>
                    </a:ext>
                  </a:extLst>
                </p14:cNvPr>
                <p14:cNvContentPartPr/>
                <p14:nvPr/>
              </p14:nvContentPartPr>
              <p14:xfrm>
                <a:off x="10148291" y="4355497"/>
                <a:ext cx="74160" cy="1738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FAF5A758-45C5-4A6D-E97C-F44D5514B22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42171" y="4349377"/>
                  <a:ext cx="86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9EB74555-B753-7C14-3655-D033CF25883B}"/>
                    </a:ext>
                  </a:extLst>
                </p14:cNvPr>
                <p14:cNvContentPartPr/>
                <p14:nvPr/>
              </p14:nvContentPartPr>
              <p14:xfrm>
                <a:off x="8433251" y="4170097"/>
                <a:ext cx="21960" cy="25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9EB74555-B753-7C14-3655-D033CF25883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427131" y="4163977"/>
                  <a:ext cx="342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5446F3E2-0A6D-E66A-E87B-CF4B9CBCACE9}"/>
                    </a:ext>
                  </a:extLst>
                </p14:cNvPr>
                <p14:cNvContentPartPr/>
                <p14:nvPr/>
              </p14:nvContentPartPr>
              <p14:xfrm>
                <a:off x="8692091" y="4865977"/>
                <a:ext cx="324360" cy="406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5446F3E2-0A6D-E66A-E87B-CF4B9CBCACE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685971" y="4859857"/>
                  <a:ext cx="336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E0B0A921-F61B-2026-ED63-6AE53198EFE7}"/>
                    </a:ext>
                  </a:extLst>
                </p14:cNvPr>
                <p14:cNvContentPartPr/>
                <p14:nvPr/>
              </p14:nvContentPartPr>
              <p14:xfrm>
                <a:off x="8854811" y="4825297"/>
                <a:ext cx="30960" cy="1976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E0B0A921-F61B-2026-ED63-6AE53198EFE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848691" y="4819177"/>
                  <a:ext cx="43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3B854362-1CCB-8672-C949-21100DBA2B45}"/>
                    </a:ext>
                  </a:extLst>
                </p14:cNvPr>
                <p14:cNvContentPartPr/>
                <p14:nvPr/>
              </p14:nvContentPartPr>
              <p14:xfrm>
                <a:off x="9187451" y="4823497"/>
                <a:ext cx="119880" cy="1814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3B854362-1CCB-8672-C949-21100DBA2B4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81331" y="4817377"/>
                  <a:ext cx="132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6E92F581-680E-4086-6B8E-825F9F9502B3}"/>
                    </a:ext>
                  </a:extLst>
                </p14:cNvPr>
                <p14:cNvContentPartPr/>
                <p14:nvPr/>
              </p14:nvContentPartPr>
              <p14:xfrm>
                <a:off x="9393731" y="4868857"/>
                <a:ext cx="155880" cy="10548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6E92F581-680E-4086-6B8E-825F9F9502B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387611" y="4862737"/>
                  <a:ext cx="168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4B2E66C-24EB-8056-6C1F-6F17F1FD42B6}"/>
                    </a:ext>
                  </a:extLst>
                </p14:cNvPr>
                <p14:cNvContentPartPr/>
                <p14:nvPr/>
              </p14:nvContentPartPr>
              <p14:xfrm>
                <a:off x="9404891" y="4865977"/>
                <a:ext cx="182880" cy="1468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4B2E66C-24EB-8056-6C1F-6F17F1FD42B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398771" y="4859857"/>
                  <a:ext cx="195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52C15E53-0125-7632-2BE3-ECA17E771C3F}"/>
                    </a:ext>
                  </a:extLst>
                </p14:cNvPr>
                <p14:cNvContentPartPr/>
                <p14:nvPr/>
              </p14:nvContentPartPr>
              <p14:xfrm>
                <a:off x="9867491" y="4903057"/>
                <a:ext cx="106920" cy="1980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52C15E53-0125-7632-2BE3-ECA17E771C3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861371" y="4896937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829C1C78-8224-8053-EC62-960EDFF9A252}"/>
                    </a:ext>
                  </a:extLst>
                </p14:cNvPr>
                <p14:cNvContentPartPr/>
                <p14:nvPr/>
              </p14:nvContentPartPr>
              <p14:xfrm>
                <a:off x="10010411" y="4921057"/>
                <a:ext cx="229680" cy="1616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829C1C78-8224-8053-EC62-960EDFF9A25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004291" y="4914937"/>
                  <a:ext cx="241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24AB0F1A-5321-33AA-DEB8-D335CD3D5A0F}"/>
                    </a:ext>
                  </a:extLst>
                </p14:cNvPr>
                <p14:cNvContentPartPr/>
                <p14:nvPr/>
              </p14:nvContentPartPr>
              <p14:xfrm>
                <a:off x="10222091" y="4769137"/>
                <a:ext cx="194040" cy="1195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24AB0F1A-5321-33AA-DEB8-D335CD3D5A0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215971" y="4763017"/>
                  <a:ext cx="206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14FB7872-F209-9882-AE83-615283E8394A}"/>
                    </a:ext>
                  </a:extLst>
                </p14:cNvPr>
                <p14:cNvContentPartPr/>
                <p14:nvPr/>
              </p14:nvContentPartPr>
              <p14:xfrm>
                <a:off x="9704411" y="3733777"/>
                <a:ext cx="617040" cy="5763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14FB7872-F209-9882-AE83-615283E8394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698291" y="3727657"/>
                  <a:ext cx="6292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86DEDE86-0DCB-BC9F-11B4-5A92857792B2}"/>
                    </a:ext>
                  </a:extLst>
                </p14:cNvPr>
                <p14:cNvContentPartPr/>
                <p14:nvPr/>
              </p14:nvContentPartPr>
              <p14:xfrm>
                <a:off x="9877931" y="4251817"/>
                <a:ext cx="614520" cy="5097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86DEDE86-0DCB-BC9F-11B4-5A92857792B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71811" y="4245697"/>
                  <a:ext cx="62676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1DE8D152-49B9-7A48-187E-E0A4BB1E1C0D}"/>
                    </a:ext>
                  </a:extLst>
                </p14:cNvPr>
                <p14:cNvContentPartPr/>
                <p14:nvPr/>
              </p14:nvContentPartPr>
              <p14:xfrm>
                <a:off x="9790811" y="4689577"/>
                <a:ext cx="1013040" cy="44712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1DE8D152-49B9-7A48-187E-E0A4BB1E1C0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784691" y="4683457"/>
                  <a:ext cx="10252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B5929C5A-5D06-B7F9-9AAD-6D19FE62C6FE}"/>
                    </a:ext>
                  </a:extLst>
                </p14:cNvPr>
                <p14:cNvContentPartPr/>
                <p14:nvPr/>
              </p14:nvContentPartPr>
              <p14:xfrm>
                <a:off x="3862331" y="5281777"/>
                <a:ext cx="161280" cy="2142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B5929C5A-5D06-B7F9-9AAD-6D19FE62C6F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856211" y="5275657"/>
                  <a:ext cx="173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75746809-2275-52EF-AC41-27391E297C3A}"/>
                    </a:ext>
                  </a:extLst>
                </p14:cNvPr>
                <p14:cNvContentPartPr/>
                <p14:nvPr/>
              </p14:nvContentPartPr>
              <p14:xfrm>
                <a:off x="2556971" y="5185657"/>
                <a:ext cx="322200" cy="25128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75746809-2275-52EF-AC41-27391E297C3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550851" y="5179537"/>
                  <a:ext cx="3344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E4D751A2-99A3-A28F-FAD5-380C9D65CB4B}"/>
                    </a:ext>
                  </a:extLst>
                </p14:cNvPr>
                <p14:cNvContentPartPr/>
                <p14:nvPr/>
              </p14:nvContentPartPr>
              <p14:xfrm>
                <a:off x="2656331" y="4935097"/>
                <a:ext cx="392040" cy="2433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E4D751A2-99A3-A28F-FAD5-380C9D65CB4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50211" y="4928977"/>
                  <a:ext cx="40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FCB706F8-C44C-A135-260E-6EE6A3169C3E}"/>
                    </a:ext>
                  </a:extLst>
                </p14:cNvPr>
                <p14:cNvContentPartPr/>
                <p14:nvPr/>
              </p14:nvContentPartPr>
              <p14:xfrm>
                <a:off x="2536811" y="5381497"/>
                <a:ext cx="21960" cy="327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FCB706F8-C44C-A135-260E-6EE6A3169C3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530691" y="5375377"/>
                  <a:ext cx="34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51E3146D-C2A2-2794-B6A2-6394B1CF600D}"/>
                    </a:ext>
                  </a:extLst>
                </p14:cNvPr>
                <p14:cNvContentPartPr/>
                <p14:nvPr/>
              </p14:nvContentPartPr>
              <p14:xfrm>
                <a:off x="6440291" y="5182417"/>
                <a:ext cx="397440" cy="25056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51E3146D-C2A2-2794-B6A2-6394B1CF600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434171" y="5176297"/>
                  <a:ext cx="409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81C612F-72DD-B9D0-D9F4-64FAC290B21C}"/>
                    </a:ext>
                  </a:extLst>
                </p14:cNvPr>
                <p14:cNvContentPartPr/>
                <p14:nvPr/>
              </p14:nvContentPartPr>
              <p14:xfrm>
                <a:off x="1673891" y="5179897"/>
                <a:ext cx="270000" cy="29268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81C612F-72DD-B9D0-D9F4-64FAC290B21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667771" y="5173777"/>
                  <a:ext cx="282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ADC2B9A-3B3E-9388-226A-4E13324483C1}"/>
                    </a:ext>
                  </a:extLst>
                </p14:cNvPr>
                <p14:cNvContentPartPr/>
                <p14:nvPr/>
              </p14:nvContentPartPr>
              <p14:xfrm>
                <a:off x="1920491" y="5241817"/>
                <a:ext cx="196920" cy="1659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ADC2B9A-3B3E-9388-226A-4E13324483C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914371" y="5235697"/>
                  <a:ext cx="209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FAC188D6-3085-FE6D-9B16-4F58736C14B2}"/>
                    </a:ext>
                  </a:extLst>
                </p14:cNvPr>
                <p14:cNvContentPartPr/>
                <p14:nvPr/>
              </p14:nvContentPartPr>
              <p14:xfrm>
                <a:off x="2245211" y="5260897"/>
                <a:ext cx="98640" cy="16128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FAC188D6-3085-FE6D-9B16-4F58736C14B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39091" y="5254777"/>
                  <a:ext cx="110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E71ADDB7-CDD3-F5F5-3055-ED1BC95DED8B}"/>
                    </a:ext>
                  </a:extLst>
                </p14:cNvPr>
                <p14:cNvContentPartPr/>
                <p14:nvPr/>
              </p14:nvContentPartPr>
              <p14:xfrm>
                <a:off x="2386331" y="5255497"/>
                <a:ext cx="150840" cy="11700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E71ADDB7-CDD3-F5F5-3055-ED1BC95DED8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380211" y="5249377"/>
                  <a:ext cx="163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476A8DA2-2837-8EBD-6B9A-A7FCB5016344}"/>
                    </a:ext>
                  </a:extLst>
                </p14:cNvPr>
                <p14:cNvContentPartPr/>
                <p14:nvPr/>
              </p14:nvContentPartPr>
              <p14:xfrm>
                <a:off x="2677931" y="5218777"/>
                <a:ext cx="117720" cy="16092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476A8DA2-2837-8EBD-6B9A-A7FCB501634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671811" y="5212657"/>
                  <a:ext cx="129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5F5C537-9A87-B3F8-6D4E-868881892902}"/>
                    </a:ext>
                  </a:extLst>
                </p14:cNvPr>
                <p14:cNvContentPartPr/>
                <p14:nvPr/>
              </p14:nvContentPartPr>
              <p14:xfrm>
                <a:off x="1932011" y="5223817"/>
                <a:ext cx="207360" cy="3002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5F5C537-9A87-B3F8-6D4E-86888189290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925891" y="5217697"/>
                  <a:ext cx="219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AE7505F2-4462-E7B4-6513-8F7CA5B8BDB1}"/>
                    </a:ext>
                  </a:extLst>
                </p14:cNvPr>
                <p14:cNvContentPartPr/>
                <p14:nvPr/>
              </p14:nvContentPartPr>
              <p14:xfrm>
                <a:off x="2958011" y="5251537"/>
                <a:ext cx="268200" cy="3420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AE7505F2-4462-E7B4-6513-8F7CA5B8BDB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51891" y="5245417"/>
                  <a:ext cx="28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7C7E8C44-5E29-5E34-6379-7D56BDF8E8E6}"/>
                    </a:ext>
                  </a:extLst>
                </p14:cNvPr>
                <p14:cNvContentPartPr/>
                <p14:nvPr/>
              </p14:nvContentPartPr>
              <p14:xfrm>
                <a:off x="2981411" y="5368537"/>
                <a:ext cx="214200" cy="576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7C7E8C44-5E29-5E34-6379-7D56BDF8E8E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975291" y="5362417"/>
                  <a:ext cx="226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743C9BFC-BC53-1641-733B-A00B2D0F2F50}"/>
                    </a:ext>
                  </a:extLst>
                </p14:cNvPr>
                <p14:cNvContentPartPr/>
                <p14:nvPr/>
              </p14:nvContentPartPr>
              <p14:xfrm>
                <a:off x="2762531" y="5035537"/>
                <a:ext cx="360" cy="720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743C9BFC-BC53-1641-733B-A00B2D0F2F5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756411" y="5029417"/>
                  <a:ext cx="12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359A63C4-8F9F-F0F1-41BB-AD53344DA0A2}"/>
                    </a:ext>
                  </a:extLst>
                </p14:cNvPr>
                <p14:cNvContentPartPr/>
                <p14:nvPr/>
              </p14:nvContentPartPr>
              <p14:xfrm>
                <a:off x="2707451" y="5008897"/>
                <a:ext cx="165240" cy="820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359A63C4-8F9F-F0F1-41BB-AD53344DA0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701331" y="5002777"/>
                  <a:ext cx="177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98E6D0D9-2522-B0A8-87C9-683AA941EC6D}"/>
                    </a:ext>
                  </a:extLst>
                </p14:cNvPr>
                <p14:cNvContentPartPr/>
                <p14:nvPr/>
              </p14:nvContentPartPr>
              <p14:xfrm>
                <a:off x="2451491" y="5038417"/>
                <a:ext cx="52200" cy="943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98E6D0D9-2522-B0A8-87C9-683AA941EC6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445371" y="5032297"/>
                  <a:ext cx="64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CA0A9F12-1AE5-7820-34FB-A29369DA7AAB}"/>
                    </a:ext>
                  </a:extLst>
                </p14:cNvPr>
                <p14:cNvContentPartPr/>
                <p14:nvPr/>
              </p14:nvContentPartPr>
              <p14:xfrm>
                <a:off x="2180051" y="5042737"/>
                <a:ext cx="194040" cy="11844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CA0A9F12-1AE5-7820-34FB-A29369DA7AA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173931" y="5036617"/>
                  <a:ext cx="206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C9D5D315-DE4D-83E1-1D3C-EFB76B8CAA20}"/>
                    </a:ext>
                  </a:extLst>
                </p14:cNvPr>
                <p14:cNvContentPartPr/>
                <p14:nvPr/>
              </p14:nvContentPartPr>
              <p14:xfrm>
                <a:off x="1910051" y="4964977"/>
                <a:ext cx="259920" cy="910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C9D5D315-DE4D-83E1-1D3C-EFB76B8CAA2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903931" y="4958857"/>
                  <a:ext cx="272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99EB5516-D20A-1FDF-9CA2-9C0E3FBA8560}"/>
                    </a:ext>
                  </a:extLst>
                </p14:cNvPr>
                <p14:cNvContentPartPr/>
                <p14:nvPr/>
              </p14:nvContentPartPr>
              <p14:xfrm>
                <a:off x="1415051" y="4910617"/>
                <a:ext cx="258840" cy="1746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99EB5516-D20A-1FDF-9CA2-9C0E3FBA856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408931" y="4904497"/>
                  <a:ext cx="271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B66F2F39-ACDE-2AE1-A966-014C1B354CC7}"/>
                    </a:ext>
                  </a:extLst>
                </p14:cNvPr>
                <p14:cNvContentPartPr/>
                <p14:nvPr/>
              </p14:nvContentPartPr>
              <p14:xfrm>
                <a:off x="2882051" y="5315257"/>
                <a:ext cx="11160" cy="2592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B66F2F39-ACDE-2AE1-A966-014C1B354CC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875931" y="5309137"/>
                  <a:ext cx="23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A4371428-6167-FAF7-9DE6-0FD66608CC32}"/>
                    </a:ext>
                  </a:extLst>
                </p14:cNvPr>
                <p14:cNvContentPartPr/>
                <p14:nvPr/>
              </p14:nvContentPartPr>
              <p14:xfrm>
                <a:off x="2656331" y="5031577"/>
                <a:ext cx="21960" cy="25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A4371428-6167-FAF7-9DE6-0FD66608CC3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50211" y="5025457"/>
                  <a:ext cx="342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92712C2D-77D2-FE9A-438C-26DA2BCE17BD}"/>
                    </a:ext>
                  </a:extLst>
                </p14:cNvPr>
                <p14:cNvContentPartPr/>
                <p14:nvPr/>
              </p14:nvContentPartPr>
              <p14:xfrm>
                <a:off x="2343131" y="5005657"/>
                <a:ext cx="21960" cy="140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92712C2D-77D2-FE9A-438C-26DA2BCE17B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337011" y="499953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2EE65C1A-1937-177F-6932-05C38B6FAF72}"/>
                    </a:ext>
                  </a:extLst>
                </p14:cNvPr>
                <p14:cNvContentPartPr/>
                <p14:nvPr/>
              </p14:nvContentPartPr>
              <p14:xfrm>
                <a:off x="2471291" y="5079097"/>
                <a:ext cx="11160" cy="140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2EE65C1A-1937-177F-6932-05C38B6FAF7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465171" y="5072977"/>
                  <a:ext cx="23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FE49BC9D-F71A-2143-BF4C-0BD208718FA0}"/>
                    </a:ext>
                  </a:extLst>
                </p14:cNvPr>
                <p14:cNvContentPartPr/>
                <p14:nvPr/>
              </p14:nvContentPartPr>
              <p14:xfrm>
                <a:off x="2310731" y="5422897"/>
                <a:ext cx="21960" cy="2808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FE49BC9D-F71A-2143-BF4C-0BD208718FA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304611" y="5416777"/>
                  <a:ext cx="34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F66CD67D-96EA-3017-CA57-259017F59FB6}"/>
                    </a:ext>
                  </a:extLst>
                </p14:cNvPr>
                <p14:cNvContentPartPr/>
                <p14:nvPr/>
              </p14:nvContentPartPr>
              <p14:xfrm>
                <a:off x="2245571" y="5079097"/>
                <a:ext cx="11160" cy="2304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F66CD67D-96EA-3017-CA57-259017F59FB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39451" y="5072977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1293EB90-6246-451D-7EC2-FBB49A979A46}"/>
                    </a:ext>
                  </a:extLst>
                </p14:cNvPr>
                <p14:cNvContentPartPr/>
                <p14:nvPr/>
              </p14:nvContentPartPr>
              <p14:xfrm>
                <a:off x="2180051" y="5342977"/>
                <a:ext cx="33120" cy="3492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1293EB90-6246-451D-7EC2-FBB49A979A4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173931" y="5336857"/>
                  <a:ext cx="45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42F51214-D7E7-E421-7257-C053B732B654}"/>
                    </a:ext>
                  </a:extLst>
                </p14:cNvPr>
                <p14:cNvContentPartPr/>
                <p14:nvPr/>
              </p14:nvContentPartPr>
              <p14:xfrm>
                <a:off x="1858571" y="5024377"/>
                <a:ext cx="30960" cy="1152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42F51214-D7E7-E421-7257-C053B732B65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852451" y="5018257"/>
                  <a:ext cx="43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B6115AA2-6848-B0CE-3036-6A85FA9C3E85}"/>
                    </a:ext>
                  </a:extLst>
                </p14:cNvPr>
                <p14:cNvContentPartPr/>
                <p14:nvPr/>
              </p14:nvContentPartPr>
              <p14:xfrm>
                <a:off x="1965131" y="4921417"/>
                <a:ext cx="65520" cy="6876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B6115AA2-6848-B0CE-3036-6A85FA9C3E8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959011" y="4915297"/>
                  <a:ext cx="77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1F12AB2A-B9C9-9DA9-8441-8BAB102ABCFA}"/>
                    </a:ext>
                  </a:extLst>
                </p14:cNvPr>
                <p14:cNvContentPartPr/>
                <p14:nvPr/>
              </p14:nvContentPartPr>
              <p14:xfrm>
                <a:off x="1881611" y="4876057"/>
                <a:ext cx="419400" cy="22104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1F12AB2A-B9C9-9DA9-8441-8BAB102ABCF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875491" y="4869937"/>
                  <a:ext cx="431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2E408596-50BC-8493-80EC-C31302C23EF5}"/>
                    </a:ext>
                  </a:extLst>
                </p14:cNvPr>
                <p14:cNvContentPartPr/>
                <p14:nvPr/>
              </p14:nvContentPartPr>
              <p14:xfrm>
                <a:off x="1608731" y="5430097"/>
                <a:ext cx="33120" cy="709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2E408596-50BC-8493-80EC-C31302C23EF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602611" y="5423977"/>
                  <a:ext cx="45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2134AACE-A75B-2279-D3E9-552F32101B9E}"/>
                    </a:ext>
                  </a:extLst>
                </p14:cNvPr>
                <p14:cNvContentPartPr/>
                <p14:nvPr/>
              </p14:nvContentPartPr>
              <p14:xfrm>
                <a:off x="1555811" y="5136697"/>
                <a:ext cx="540720" cy="34704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2134AACE-A75B-2279-D3E9-552F32101B9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549691" y="5130577"/>
                  <a:ext cx="5529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FBA0104B-D959-FE6E-145B-E52676C0084D}"/>
                    </a:ext>
                  </a:extLst>
                </p14:cNvPr>
                <p14:cNvContentPartPr/>
                <p14:nvPr/>
              </p14:nvContentPartPr>
              <p14:xfrm>
                <a:off x="1523771" y="5088817"/>
                <a:ext cx="21960" cy="302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FBA0104B-D959-FE6E-145B-E52676C0084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17651" y="5082697"/>
                  <a:ext cx="3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9F7BDC72-CADA-392A-7114-C08154A44E2D}"/>
                    </a:ext>
                  </a:extLst>
                </p14:cNvPr>
                <p14:cNvContentPartPr/>
                <p14:nvPr/>
              </p14:nvContentPartPr>
              <p14:xfrm>
                <a:off x="4229531" y="5297617"/>
                <a:ext cx="150840" cy="12780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9F7BDC72-CADA-392A-7114-C08154A44E2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223411" y="5291497"/>
                  <a:ext cx="163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5D0C3705-0873-E401-061E-0247739ED102}"/>
                    </a:ext>
                  </a:extLst>
                </p14:cNvPr>
                <p14:cNvContentPartPr/>
                <p14:nvPr/>
              </p14:nvContentPartPr>
              <p14:xfrm>
                <a:off x="4262291" y="5317777"/>
                <a:ext cx="193680" cy="1422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5D0C3705-0873-E401-061E-0247739ED10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56171" y="5311657"/>
                  <a:ext cx="205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53ACEAA-CAB9-663D-AB8A-DAF840F2EFFF}"/>
                    </a:ext>
                  </a:extLst>
                </p14:cNvPr>
                <p14:cNvContentPartPr/>
                <p14:nvPr/>
              </p14:nvContentPartPr>
              <p14:xfrm>
                <a:off x="4542371" y="5296897"/>
                <a:ext cx="216000" cy="18864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53ACEAA-CAB9-663D-AB8A-DAF840F2EFF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536251" y="5290777"/>
                  <a:ext cx="228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082BCF7A-4DE0-8991-92F2-9DCF26AC9CF2}"/>
                    </a:ext>
                  </a:extLst>
                </p14:cNvPr>
                <p14:cNvContentPartPr/>
                <p14:nvPr/>
              </p14:nvContentPartPr>
              <p14:xfrm>
                <a:off x="5038451" y="5106817"/>
                <a:ext cx="21960" cy="1908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082BCF7A-4DE0-8991-92F2-9DCF26AC9CF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32331" y="5100697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39C89EF8-5946-DB73-3597-6CF0E29FFE42}"/>
                    </a:ext>
                  </a:extLst>
                </p14:cNvPr>
                <p14:cNvContentPartPr/>
                <p14:nvPr/>
              </p14:nvContentPartPr>
              <p14:xfrm>
                <a:off x="4789691" y="5066497"/>
                <a:ext cx="129960" cy="10008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39C89EF8-5946-DB73-3597-6CF0E29FFE4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83571" y="5060377"/>
                  <a:ext cx="142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D75D1781-4170-0309-3001-39573837A358}"/>
                    </a:ext>
                  </a:extLst>
                </p14:cNvPr>
                <p14:cNvContentPartPr/>
                <p14:nvPr/>
              </p14:nvContentPartPr>
              <p14:xfrm>
                <a:off x="5092811" y="5310937"/>
                <a:ext cx="374760" cy="640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D75D1781-4170-0309-3001-39573837A35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086691" y="5304817"/>
                  <a:ext cx="387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87A8D992-3584-DFA3-A011-5E9AA516A35A}"/>
                    </a:ext>
                  </a:extLst>
                </p14:cNvPr>
                <p14:cNvContentPartPr/>
                <p14:nvPr/>
              </p14:nvContentPartPr>
              <p14:xfrm>
                <a:off x="5199011" y="5228497"/>
                <a:ext cx="21960" cy="20880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87A8D992-3584-DFA3-A011-5E9AA516A35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92891" y="5222377"/>
                  <a:ext cx="34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F8BA6AE0-5E53-FE4B-852F-BB9E58A4A664}"/>
                    </a:ext>
                  </a:extLst>
                </p14:cNvPr>
                <p14:cNvContentPartPr/>
                <p14:nvPr/>
              </p14:nvContentPartPr>
              <p14:xfrm>
                <a:off x="4627691" y="5351617"/>
                <a:ext cx="43920" cy="439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F8BA6AE0-5E53-FE4B-852F-BB9E58A4A66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21571" y="5345497"/>
                  <a:ext cx="5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38E9A301-A16C-1640-198A-D6459D72AF3B}"/>
                    </a:ext>
                  </a:extLst>
                </p14:cNvPr>
                <p14:cNvContentPartPr/>
                <p14:nvPr/>
              </p14:nvContentPartPr>
              <p14:xfrm>
                <a:off x="4864571" y="5084137"/>
                <a:ext cx="360" cy="36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38E9A301-A16C-1640-198A-D6459D72AF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58451" y="50780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9B41C80C-704B-1B69-900F-A93B662496AF}"/>
                    </a:ext>
                  </a:extLst>
                </p14:cNvPr>
                <p14:cNvContentPartPr/>
                <p14:nvPr/>
              </p14:nvContentPartPr>
              <p14:xfrm>
                <a:off x="8789651" y="6106177"/>
                <a:ext cx="96120" cy="4104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9B41C80C-704B-1B69-900F-A93B662496A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83531" y="6100057"/>
                  <a:ext cx="108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05896F87-B2D1-2432-0684-5E0DB50C530C}"/>
                    </a:ext>
                  </a:extLst>
                </p14:cNvPr>
                <p14:cNvContentPartPr/>
                <p14:nvPr/>
              </p14:nvContentPartPr>
              <p14:xfrm>
                <a:off x="8563571" y="6128857"/>
                <a:ext cx="106920" cy="35532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05896F87-B2D1-2432-0684-5E0DB50C530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57451" y="6122737"/>
                  <a:ext cx="1191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9CC57A02-D2E4-9C18-C614-F005A8505078}"/>
                    </a:ext>
                  </a:extLst>
                </p14:cNvPr>
                <p14:cNvContentPartPr/>
                <p14:nvPr/>
              </p14:nvContentPartPr>
              <p14:xfrm>
                <a:off x="5748371" y="5249017"/>
                <a:ext cx="281520" cy="20520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9CC57A02-D2E4-9C18-C614-F005A850507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742251" y="5242897"/>
                  <a:ext cx="293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0412B3EB-F54D-905E-2D38-3C4CB4B4C512}"/>
                    </a:ext>
                  </a:extLst>
                </p14:cNvPr>
                <p14:cNvContentPartPr/>
                <p14:nvPr/>
              </p14:nvContentPartPr>
              <p14:xfrm>
                <a:off x="6159851" y="5299057"/>
                <a:ext cx="215640" cy="1263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0412B3EB-F54D-905E-2D38-3C4CB4B4C51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153731" y="5292937"/>
                  <a:ext cx="227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DF5ABE31-C34D-14BF-275D-DDBD79238D78}"/>
                    </a:ext>
                  </a:extLst>
                </p14:cNvPr>
                <p14:cNvContentPartPr/>
                <p14:nvPr/>
              </p14:nvContentPartPr>
              <p14:xfrm>
                <a:off x="6233651" y="5262697"/>
                <a:ext cx="163440" cy="14688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DF5ABE31-C34D-14BF-275D-DDBD79238D7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227531" y="5256577"/>
                  <a:ext cx="175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066AFFCF-2ED1-4E38-5D4A-3B8B99EF02FC}"/>
                    </a:ext>
                  </a:extLst>
                </p14:cNvPr>
                <p14:cNvContentPartPr/>
                <p14:nvPr/>
              </p14:nvContentPartPr>
              <p14:xfrm>
                <a:off x="6526691" y="5174497"/>
                <a:ext cx="96480" cy="19116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066AFFCF-2ED1-4E38-5D4A-3B8B99EF02F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520571" y="5168377"/>
                  <a:ext cx="108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26ADBEA4-E1B0-A278-54DE-006CE444F8A7}"/>
                    </a:ext>
                  </a:extLst>
                </p14:cNvPr>
                <p14:cNvContentPartPr/>
                <p14:nvPr/>
              </p14:nvContentPartPr>
              <p14:xfrm>
                <a:off x="6600491" y="5239657"/>
                <a:ext cx="167040" cy="1285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26ADBEA4-E1B0-A278-54DE-006CE444F8A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594371" y="5233537"/>
                  <a:ext cx="179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A607ADED-A6C0-8F09-6A02-A3B680111631}"/>
                    </a:ext>
                  </a:extLst>
                </p14:cNvPr>
                <p14:cNvContentPartPr/>
                <p14:nvPr/>
              </p14:nvContentPartPr>
              <p14:xfrm>
                <a:off x="6799211" y="5056777"/>
                <a:ext cx="71640" cy="16056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A607ADED-A6C0-8F09-6A02-A3B68011163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793091" y="5050657"/>
                  <a:ext cx="83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DAC282EE-6891-FD44-F805-8B8A9434785D}"/>
                    </a:ext>
                  </a:extLst>
                </p14:cNvPr>
                <p14:cNvContentPartPr/>
                <p14:nvPr/>
              </p14:nvContentPartPr>
              <p14:xfrm>
                <a:off x="5673131" y="5229577"/>
                <a:ext cx="1324800" cy="12240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DAC282EE-6891-FD44-F805-8B8A9434785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667011" y="5223457"/>
                  <a:ext cx="1337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8886DCDF-2EE1-738B-0F20-2BEE1A9DC929}"/>
                    </a:ext>
                  </a:extLst>
                </p14:cNvPr>
                <p14:cNvContentPartPr/>
                <p14:nvPr/>
              </p14:nvContentPartPr>
              <p14:xfrm>
                <a:off x="9059291" y="6266017"/>
                <a:ext cx="226440" cy="7632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8886DCDF-2EE1-738B-0F20-2BEE1A9DC92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053171" y="6259897"/>
                  <a:ext cx="238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BE5D4511-AFE8-EFDE-042E-4418D209C816}"/>
                    </a:ext>
                  </a:extLst>
                </p14:cNvPr>
                <p14:cNvContentPartPr/>
                <p14:nvPr/>
              </p14:nvContentPartPr>
              <p14:xfrm>
                <a:off x="9113651" y="6144697"/>
                <a:ext cx="84960" cy="27720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BE5D4511-AFE8-EFDE-042E-4418D209C81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107531" y="6138577"/>
                  <a:ext cx="97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759D4A19-37FB-5BDC-76BA-0DA2EB1F3E35}"/>
                    </a:ext>
                  </a:extLst>
                </p14:cNvPr>
                <p14:cNvContentPartPr/>
                <p14:nvPr/>
              </p14:nvContentPartPr>
              <p14:xfrm>
                <a:off x="9284651" y="6087097"/>
                <a:ext cx="325080" cy="39168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759D4A19-37FB-5BDC-76BA-0DA2EB1F3E3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278531" y="6080977"/>
                  <a:ext cx="3373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6D35DAD2-641E-CB0D-CB53-3350BF952152}"/>
                    </a:ext>
                  </a:extLst>
                </p14:cNvPr>
                <p14:cNvContentPartPr/>
                <p14:nvPr/>
              </p14:nvContentPartPr>
              <p14:xfrm>
                <a:off x="9963251" y="6328297"/>
                <a:ext cx="334080" cy="6192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6D35DAD2-641E-CB0D-CB53-3350BF95215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957131" y="6322177"/>
                  <a:ext cx="3463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5B775A10-4924-1334-2665-3928B6F5C6D4}"/>
                    </a:ext>
                  </a:extLst>
                </p14:cNvPr>
                <p14:cNvContentPartPr/>
                <p14:nvPr/>
              </p14:nvContentPartPr>
              <p14:xfrm>
                <a:off x="9996011" y="6222097"/>
                <a:ext cx="174240" cy="25992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5B775A10-4924-1334-2665-3928B6F5C6D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989891" y="6215977"/>
                  <a:ext cx="1864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98936C54-708B-C074-214F-DC625E2A26E9}"/>
                    </a:ext>
                  </a:extLst>
                </p14:cNvPr>
                <p14:cNvContentPartPr/>
                <p14:nvPr/>
              </p14:nvContentPartPr>
              <p14:xfrm>
                <a:off x="10235411" y="6186097"/>
                <a:ext cx="215280" cy="22032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98936C54-708B-C074-214F-DC625E2A26E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29291" y="6179977"/>
                  <a:ext cx="227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64C553D3-96A2-662E-648F-52C6CD867310}"/>
                    </a:ext>
                  </a:extLst>
                </p14:cNvPr>
                <p14:cNvContentPartPr/>
                <p14:nvPr/>
              </p14:nvContentPartPr>
              <p14:xfrm>
                <a:off x="10406051" y="6197257"/>
                <a:ext cx="206280" cy="20412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64C553D3-96A2-662E-648F-52C6CD86731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399931" y="6191137"/>
                  <a:ext cx="218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98837848-E12B-0699-7210-DC208B5C84CD}"/>
                    </a:ext>
                  </a:extLst>
                </p14:cNvPr>
                <p14:cNvContentPartPr/>
                <p14:nvPr/>
              </p14:nvContentPartPr>
              <p14:xfrm>
                <a:off x="10665611" y="6286537"/>
                <a:ext cx="172080" cy="2808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98837848-E12B-0699-7210-DC208B5C84C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659491" y="6280417"/>
                  <a:ext cx="184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17B60B06-A98E-3D9C-D51B-8E9E9405F66A}"/>
                    </a:ext>
                  </a:extLst>
                </p14:cNvPr>
                <p14:cNvContentPartPr/>
                <p14:nvPr/>
              </p14:nvContentPartPr>
              <p14:xfrm>
                <a:off x="10632851" y="6362137"/>
                <a:ext cx="204840" cy="3240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17B60B06-A98E-3D9C-D51B-8E9E9405F66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626731" y="6356017"/>
                  <a:ext cx="217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1712FCB6-6663-47B2-B1FE-AA32B7E79A6D}"/>
                    </a:ext>
                  </a:extLst>
                </p14:cNvPr>
                <p14:cNvContentPartPr/>
                <p14:nvPr/>
              </p14:nvContentPartPr>
              <p14:xfrm>
                <a:off x="11149451" y="6233617"/>
                <a:ext cx="227160" cy="18036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1712FCB6-6663-47B2-B1FE-AA32B7E79A6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143331" y="6227497"/>
                  <a:ext cx="239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01A57DA7-2885-0732-4144-F705C283D916}"/>
                    </a:ext>
                  </a:extLst>
                </p14:cNvPr>
                <p14:cNvContentPartPr/>
                <p14:nvPr/>
              </p14:nvContentPartPr>
              <p14:xfrm>
                <a:off x="11419811" y="6241177"/>
                <a:ext cx="150480" cy="2012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01A57DA7-2885-0732-4144-F705C283D91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413691" y="6235057"/>
                  <a:ext cx="162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5F1A117F-D51E-38E4-38D6-9D0B373627D6}"/>
                    </a:ext>
                  </a:extLst>
                </p14:cNvPr>
                <p14:cNvContentPartPr/>
                <p14:nvPr/>
              </p14:nvContentPartPr>
              <p14:xfrm>
                <a:off x="5354531" y="5631337"/>
                <a:ext cx="351360" cy="3276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5F1A117F-D51E-38E4-38D6-9D0B373627D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348411" y="5625217"/>
                  <a:ext cx="363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09160155-7AA0-3678-4EB2-D3A56B2FF721}"/>
                    </a:ext>
                  </a:extLst>
                </p14:cNvPr>
                <p14:cNvContentPartPr/>
                <p14:nvPr/>
              </p14:nvContentPartPr>
              <p14:xfrm>
                <a:off x="5523011" y="5594617"/>
                <a:ext cx="43920" cy="14688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09160155-7AA0-3678-4EB2-D3A56B2FF72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516891" y="5588497"/>
                  <a:ext cx="56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3FAF9193-213A-DF40-B735-14A13025C9D4}"/>
                    </a:ext>
                  </a:extLst>
                </p14:cNvPr>
                <p14:cNvContentPartPr/>
                <p14:nvPr/>
              </p14:nvContentPartPr>
              <p14:xfrm>
                <a:off x="5231411" y="6172417"/>
                <a:ext cx="368280" cy="5004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3FAF9193-213A-DF40-B735-14A13025C9D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225291" y="6166297"/>
                  <a:ext cx="380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AF8AE8F0-2877-C05C-6844-667876B0BA31}"/>
                    </a:ext>
                  </a:extLst>
                </p14:cNvPr>
                <p14:cNvContentPartPr/>
                <p14:nvPr/>
              </p14:nvContentPartPr>
              <p14:xfrm>
                <a:off x="5318531" y="6052897"/>
                <a:ext cx="74160" cy="27108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AF8AE8F0-2877-C05C-6844-667876B0BA3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312411" y="6046777"/>
                  <a:ext cx="86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2C78D200-8258-26E0-BE1B-01E5D13F6E0E}"/>
                    </a:ext>
                  </a:extLst>
                </p14:cNvPr>
                <p14:cNvContentPartPr/>
                <p14:nvPr/>
              </p14:nvContentPartPr>
              <p14:xfrm>
                <a:off x="7086851" y="5880457"/>
                <a:ext cx="213840" cy="15660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2C78D200-8258-26E0-BE1B-01E5D13F6E0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080731" y="5874337"/>
                  <a:ext cx="22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A91F4C52-20CD-BD28-5508-67323BCC272D}"/>
                    </a:ext>
                  </a:extLst>
                </p14:cNvPr>
                <p14:cNvContentPartPr/>
                <p14:nvPr/>
              </p14:nvContentPartPr>
              <p14:xfrm>
                <a:off x="7647011" y="6286177"/>
                <a:ext cx="182520" cy="4212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A91F4C52-20CD-BD28-5508-67323BCC272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640891" y="6280057"/>
                  <a:ext cx="194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9AE1683C-F1CB-212D-79BF-839CD9062AED}"/>
                    </a:ext>
                  </a:extLst>
                </p14:cNvPr>
                <p14:cNvContentPartPr/>
                <p14:nvPr/>
              </p14:nvContentPartPr>
              <p14:xfrm>
                <a:off x="7603091" y="6375817"/>
                <a:ext cx="389520" cy="4176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9AE1683C-F1CB-212D-79BF-839CD9062AE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596971" y="6369697"/>
                  <a:ext cx="401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A96824C6-36DF-E460-23AD-2826AEF0C244}"/>
                    </a:ext>
                  </a:extLst>
                </p14:cNvPr>
                <p14:cNvContentPartPr/>
                <p14:nvPr/>
              </p14:nvContentPartPr>
              <p14:xfrm>
                <a:off x="6148691" y="6041737"/>
                <a:ext cx="1422720" cy="5724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A96824C6-36DF-E460-23AD-2826AEF0C244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142571" y="6035617"/>
                  <a:ext cx="1434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DCBC16A6-E622-1A94-280C-A76DB5ACAD09}"/>
                    </a:ext>
                  </a:extLst>
                </p14:cNvPr>
                <p14:cNvContentPartPr/>
                <p14:nvPr/>
              </p14:nvContentPartPr>
              <p14:xfrm>
                <a:off x="5944211" y="5629897"/>
                <a:ext cx="216000" cy="21060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DCBC16A6-E622-1A94-280C-A76DB5ACAD0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938091" y="5623777"/>
                  <a:ext cx="228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C06678C0-F990-545F-20EA-F85A288CE370}"/>
                    </a:ext>
                  </a:extLst>
                </p14:cNvPr>
                <p14:cNvContentPartPr/>
                <p14:nvPr/>
              </p14:nvContentPartPr>
              <p14:xfrm>
                <a:off x="6222491" y="5692897"/>
                <a:ext cx="164160" cy="10008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C06678C0-F990-545F-20EA-F85A288CE37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216371" y="5686777"/>
                  <a:ext cx="176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603D895E-1DE4-CC5F-D31F-8B09BAE9283A}"/>
                    </a:ext>
                  </a:extLst>
                </p14:cNvPr>
                <p14:cNvContentPartPr/>
                <p14:nvPr/>
              </p14:nvContentPartPr>
              <p14:xfrm>
                <a:off x="6201251" y="5674897"/>
                <a:ext cx="130680" cy="12204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603D895E-1DE4-CC5F-D31F-8B09BAE9283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195131" y="5668777"/>
                  <a:ext cx="142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0EA8C9F0-D578-5230-DD94-297CC05E8234}"/>
                    </a:ext>
                  </a:extLst>
                </p14:cNvPr>
                <p14:cNvContentPartPr/>
                <p14:nvPr/>
              </p14:nvContentPartPr>
              <p14:xfrm>
                <a:off x="6556931" y="5692897"/>
                <a:ext cx="216360" cy="18648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0EA8C9F0-D578-5230-DD94-297CC05E823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550811" y="5686777"/>
                  <a:ext cx="228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A58B55B2-21AC-0E51-36F2-8045AF593C48}"/>
                    </a:ext>
                  </a:extLst>
                </p14:cNvPr>
                <p14:cNvContentPartPr/>
                <p14:nvPr/>
              </p14:nvContentPartPr>
              <p14:xfrm>
                <a:off x="6796331" y="5583097"/>
                <a:ext cx="235440" cy="1425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A58B55B2-21AC-0E51-36F2-8045AF593C4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790211" y="5576977"/>
                  <a:ext cx="247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7890F01D-9E67-7B01-CD12-EADC07E681AA}"/>
                    </a:ext>
                  </a:extLst>
                </p14:cNvPr>
                <p14:cNvContentPartPr/>
                <p14:nvPr/>
              </p14:nvContentPartPr>
              <p14:xfrm>
                <a:off x="6222851" y="5739337"/>
                <a:ext cx="65520" cy="3204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7890F01D-9E67-7B01-CD12-EADC07E681A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216731" y="5733217"/>
                  <a:ext cx="77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A07A7F48-4266-534F-4C4C-F9C40A58A3E2}"/>
                    </a:ext>
                  </a:extLst>
                </p14:cNvPr>
                <p14:cNvContentPartPr/>
                <p14:nvPr/>
              </p14:nvContentPartPr>
              <p14:xfrm>
                <a:off x="6881291" y="5725297"/>
                <a:ext cx="76320" cy="2304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A07A7F48-4266-534F-4C4C-F9C40A58A3E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875171" y="5719177"/>
                  <a:ext cx="88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81905879-032B-E04C-246C-E547C544B37D}"/>
                    </a:ext>
                  </a:extLst>
                </p14:cNvPr>
                <p14:cNvContentPartPr/>
                <p14:nvPr/>
              </p14:nvContentPartPr>
              <p14:xfrm>
                <a:off x="5995331" y="6084937"/>
                <a:ext cx="303120" cy="16632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81905879-032B-E04C-246C-E547C544B37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989211" y="6078817"/>
                  <a:ext cx="315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763768F8-1452-AFA2-EC60-4187195356DA}"/>
                    </a:ext>
                  </a:extLst>
                </p14:cNvPr>
                <p14:cNvContentPartPr/>
                <p14:nvPr/>
              </p14:nvContentPartPr>
              <p14:xfrm>
                <a:off x="6514451" y="6122017"/>
                <a:ext cx="141480" cy="1490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763768F8-1452-AFA2-EC60-4187195356D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508331" y="6115897"/>
                  <a:ext cx="153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A97B2EFB-FAA1-0A96-BA56-D5B3339E392D}"/>
                    </a:ext>
                  </a:extLst>
                </p14:cNvPr>
                <p14:cNvContentPartPr/>
                <p14:nvPr/>
              </p14:nvContentPartPr>
              <p14:xfrm>
                <a:off x="6546851" y="6151537"/>
                <a:ext cx="109080" cy="12852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A97B2EFB-FAA1-0A96-BA56-D5B3339E392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540731" y="6145417"/>
                  <a:ext cx="121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DE33F4E7-D7D8-981A-9096-CE146CAC34A8}"/>
                    </a:ext>
                  </a:extLst>
                </p14:cNvPr>
                <p14:cNvContentPartPr/>
                <p14:nvPr/>
              </p14:nvContentPartPr>
              <p14:xfrm>
                <a:off x="6773651" y="6079897"/>
                <a:ext cx="246960" cy="16092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DE33F4E7-D7D8-981A-9096-CE146CAC34A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767531" y="6073777"/>
                  <a:ext cx="259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1D49C146-1F06-0759-A464-A4F395CF1B2F}"/>
                    </a:ext>
                  </a:extLst>
                </p14:cNvPr>
                <p14:cNvContentPartPr/>
                <p14:nvPr/>
              </p14:nvContentPartPr>
              <p14:xfrm>
                <a:off x="6200171" y="6491017"/>
                <a:ext cx="131760" cy="1321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1D49C146-1F06-0759-A464-A4F395CF1B2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194051" y="6484897"/>
                  <a:ext cx="144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367DA94E-7881-D006-19A3-6D42B9BF5B3D}"/>
                    </a:ext>
                  </a:extLst>
                </p14:cNvPr>
                <p14:cNvContentPartPr/>
                <p14:nvPr/>
              </p14:nvContentPartPr>
              <p14:xfrm>
                <a:off x="6557291" y="6451417"/>
                <a:ext cx="158760" cy="12924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367DA94E-7881-D006-19A3-6D42B9BF5B3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551171" y="6445297"/>
                  <a:ext cx="171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C8A0FD56-5E7B-3995-F742-BF17BEDF99B5}"/>
                    </a:ext>
                  </a:extLst>
                </p14:cNvPr>
                <p14:cNvContentPartPr/>
                <p14:nvPr/>
              </p14:nvContentPartPr>
              <p14:xfrm>
                <a:off x="6514091" y="6431257"/>
                <a:ext cx="226440" cy="1720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C8A0FD56-5E7B-3995-F742-BF17BEDF99B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507971" y="6425137"/>
                  <a:ext cx="238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3872FA31-19AC-C9D4-C7FB-F77969C14219}"/>
                    </a:ext>
                  </a:extLst>
                </p14:cNvPr>
                <p14:cNvContentPartPr/>
                <p14:nvPr/>
              </p14:nvContentPartPr>
              <p14:xfrm>
                <a:off x="6816131" y="6430537"/>
                <a:ext cx="182880" cy="18108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3872FA31-19AC-C9D4-C7FB-F77969C1421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810011" y="6424417"/>
                  <a:ext cx="195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76D64D68-C1A8-AC4F-797C-3F81E6BC1816}"/>
                    </a:ext>
                  </a:extLst>
                </p14:cNvPr>
                <p14:cNvContentPartPr/>
                <p14:nvPr/>
              </p14:nvContentPartPr>
              <p14:xfrm>
                <a:off x="7009451" y="6254497"/>
                <a:ext cx="239400" cy="24480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76D64D68-C1A8-AC4F-797C-3F81E6BC181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03331" y="6248377"/>
                  <a:ext cx="251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3938BDC8-ECAB-F48E-EE69-F76EC7AACFF1}"/>
                    </a:ext>
                  </a:extLst>
                </p14:cNvPr>
                <p14:cNvContentPartPr/>
                <p14:nvPr/>
              </p14:nvContentPartPr>
              <p14:xfrm>
                <a:off x="6612011" y="6116977"/>
                <a:ext cx="360" cy="36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3938BDC8-ECAB-F48E-EE69-F76EC7AACF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05891" y="611085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67120A2D-00D0-B4D9-0CCD-7B59A6C0394C}"/>
                    </a:ext>
                  </a:extLst>
                </p14:cNvPr>
                <p14:cNvContentPartPr/>
                <p14:nvPr/>
              </p14:nvContentPartPr>
              <p14:xfrm>
                <a:off x="6622811" y="6433417"/>
                <a:ext cx="21960" cy="6480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67120A2D-00D0-B4D9-0CCD-7B59A6C0394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616691" y="6427297"/>
                  <a:ext cx="34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F53DC7C1-AD13-6DC1-9D93-B6144CA84716}"/>
                    </a:ext>
                  </a:extLst>
                </p14:cNvPr>
                <p14:cNvContentPartPr/>
                <p14:nvPr/>
              </p14:nvContentPartPr>
              <p14:xfrm>
                <a:off x="2041091" y="6228937"/>
                <a:ext cx="193680" cy="13788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F53DC7C1-AD13-6DC1-9D93-B6144CA8471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034971" y="6222817"/>
                  <a:ext cx="205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0618BCD6-9C4D-870B-5ED3-3A8D15A5084C}"/>
                    </a:ext>
                  </a:extLst>
                </p14:cNvPr>
                <p14:cNvContentPartPr/>
                <p14:nvPr/>
              </p14:nvContentPartPr>
              <p14:xfrm>
                <a:off x="2245211" y="6206257"/>
                <a:ext cx="216720" cy="15516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0618BCD6-9C4D-870B-5ED3-3A8D15A5084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239091" y="6200137"/>
                  <a:ext cx="228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CEDE88E7-B808-F676-ED75-3EA1EE71711B}"/>
                    </a:ext>
                  </a:extLst>
                </p14:cNvPr>
                <p14:cNvContentPartPr/>
                <p14:nvPr/>
              </p14:nvContentPartPr>
              <p14:xfrm>
                <a:off x="2473091" y="6198697"/>
                <a:ext cx="213840" cy="19872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CEDE88E7-B808-F676-ED75-3EA1EE71711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466971" y="6192577"/>
                  <a:ext cx="226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FEFB7CED-7666-7872-94AF-135DE2CD21C5}"/>
                    </a:ext>
                  </a:extLst>
                </p14:cNvPr>
                <p14:cNvContentPartPr/>
                <p14:nvPr/>
              </p14:nvContentPartPr>
              <p14:xfrm>
                <a:off x="730691" y="5989177"/>
                <a:ext cx="2711880" cy="12852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FEFB7CED-7666-7872-94AF-135DE2CD21C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4571" y="5983057"/>
                  <a:ext cx="2724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90D166CE-EC0F-6BBF-86A9-8A45015F3225}"/>
                    </a:ext>
                  </a:extLst>
                </p14:cNvPr>
                <p14:cNvContentPartPr/>
                <p14:nvPr/>
              </p14:nvContentPartPr>
              <p14:xfrm>
                <a:off x="2579651" y="5790457"/>
                <a:ext cx="260640" cy="16740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90D166CE-EC0F-6BBF-86A9-8A45015F322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573531" y="5784337"/>
                  <a:ext cx="272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B08C2BCD-C3D4-F0B4-3677-4287749777C0}"/>
                    </a:ext>
                  </a:extLst>
                </p14:cNvPr>
                <p14:cNvContentPartPr/>
                <p14:nvPr/>
              </p14:nvContentPartPr>
              <p14:xfrm>
                <a:off x="2223611" y="5806657"/>
                <a:ext cx="152640" cy="22752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B08C2BCD-C3D4-F0B4-3677-4287749777C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217491" y="5800537"/>
                  <a:ext cx="164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69D9D957-662A-87F3-574C-EFFD34AAC849}"/>
                    </a:ext>
                  </a:extLst>
                </p14:cNvPr>
                <p14:cNvContentPartPr/>
                <p14:nvPr/>
              </p14:nvContentPartPr>
              <p14:xfrm>
                <a:off x="1953971" y="5844457"/>
                <a:ext cx="236520" cy="21888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69D9D957-662A-87F3-574C-EFFD34AAC84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947851" y="5838337"/>
                  <a:ext cx="248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DED37906-30B6-A888-1DFA-D377B4C3851E}"/>
                    </a:ext>
                  </a:extLst>
                </p14:cNvPr>
                <p14:cNvContentPartPr/>
                <p14:nvPr/>
              </p14:nvContentPartPr>
              <p14:xfrm>
                <a:off x="1425851" y="5741137"/>
                <a:ext cx="388800" cy="15912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DED37906-30B6-A888-1DFA-D377B4C385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419731" y="5735017"/>
                  <a:ext cx="401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6CA66E4F-7FE0-443C-2485-36B3B6713B7C}"/>
                    </a:ext>
                  </a:extLst>
                </p14:cNvPr>
                <p14:cNvContentPartPr/>
                <p14:nvPr/>
              </p14:nvContentPartPr>
              <p14:xfrm>
                <a:off x="1028411" y="5665897"/>
                <a:ext cx="398160" cy="21564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6CA66E4F-7FE0-443C-2485-36B3B6713B7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22291" y="5659777"/>
                  <a:ext cx="410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7231E2BA-1DC7-AA0A-1353-235D48F17745}"/>
                    </a:ext>
                  </a:extLst>
                </p14:cNvPr>
                <p14:cNvContentPartPr/>
                <p14:nvPr/>
              </p14:nvContentPartPr>
              <p14:xfrm>
                <a:off x="1836251" y="6582097"/>
                <a:ext cx="226800" cy="22176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7231E2BA-1DC7-AA0A-1353-235D48F1774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830131" y="6575977"/>
                  <a:ext cx="2390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3192F6D7-7BDE-C6C9-A6CF-CA4ADA4F59DD}"/>
                    </a:ext>
                  </a:extLst>
                </p14:cNvPr>
                <p14:cNvContentPartPr/>
                <p14:nvPr/>
              </p14:nvContentPartPr>
              <p14:xfrm>
                <a:off x="2106251" y="6777217"/>
                <a:ext cx="41760" cy="1620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3192F6D7-7BDE-C6C9-A6CF-CA4ADA4F59D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100131" y="6771097"/>
                  <a:ext cx="54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1C27953A-B57A-5F98-AD3A-7638C8AD30DC}"/>
                    </a:ext>
                  </a:extLst>
                </p14:cNvPr>
                <p14:cNvContentPartPr/>
                <p14:nvPr/>
              </p14:nvContentPartPr>
              <p14:xfrm>
                <a:off x="2095451" y="6667057"/>
                <a:ext cx="161280" cy="14688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1C27953A-B57A-5F98-AD3A-7638C8AD30D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089331" y="6660937"/>
                  <a:ext cx="173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24E2DDF3-CA0F-A95F-1BAC-68C410688E3D}"/>
                    </a:ext>
                  </a:extLst>
                </p14:cNvPr>
                <p14:cNvContentPartPr/>
                <p14:nvPr/>
              </p14:nvContentPartPr>
              <p14:xfrm>
                <a:off x="2169251" y="6664537"/>
                <a:ext cx="109080" cy="17460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24E2DDF3-CA0F-A95F-1BAC-68C410688E3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163131" y="6658417"/>
                  <a:ext cx="121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AA42A506-4D25-B620-4F44-152657772346}"/>
                    </a:ext>
                  </a:extLst>
                </p14:cNvPr>
                <p14:cNvContentPartPr/>
                <p14:nvPr/>
              </p14:nvContentPartPr>
              <p14:xfrm>
                <a:off x="2347451" y="6622777"/>
                <a:ext cx="261720" cy="21024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AA42A506-4D25-B620-4F44-15265777234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341331" y="6616657"/>
                  <a:ext cx="273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56C5E118-2458-F18A-43FA-0504CC226200}"/>
                    </a:ext>
                  </a:extLst>
                </p14:cNvPr>
                <p14:cNvContentPartPr/>
                <p14:nvPr/>
              </p14:nvContentPartPr>
              <p14:xfrm>
                <a:off x="2514491" y="6496777"/>
                <a:ext cx="182520" cy="22860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56C5E118-2458-F18A-43FA-0504CC22620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508371" y="6490657"/>
                  <a:ext cx="194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2A2F8F22-D4C5-4AF6-6B8A-F1914E7EAA01}"/>
                    </a:ext>
                  </a:extLst>
                </p14:cNvPr>
                <p14:cNvContentPartPr/>
                <p14:nvPr/>
              </p14:nvContentPartPr>
              <p14:xfrm>
                <a:off x="1101491" y="6239017"/>
                <a:ext cx="325080" cy="23364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2A2F8F22-D4C5-4AF6-6B8A-F1914E7EAA0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95371" y="6232897"/>
                  <a:ext cx="3373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9ECEC00A-54DC-3253-5512-1F521F61077C}"/>
                    </a:ext>
                  </a:extLst>
                </p14:cNvPr>
                <p14:cNvContentPartPr/>
                <p14:nvPr/>
              </p14:nvContentPartPr>
              <p14:xfrm>
                <a:off x="1435931" y="6291577"/>
                <a:ext cx="249120" cy="16164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9ECEC00A-54DC-3253-5512-1F521F61077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429811" y="6285457"/>
                  <a:ext cx="261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BF65B538-EFE9-9F58-A664-9A379A4E1389}"/>
                    </a:ext>
                  </a:extLst>
                </p14:cNvPr>
                <p14:cNvContentPartPr/>
                <p14:nvPr/>
              </p14:nvContentPartPr>
              <p14:xfrm>
                <a:off x="1619531" y="6394537"/>
                <a:ext cx="119880" cy="720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BF65B538-EFE9-9F58-A664-9A379A4E138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613411" y="6388417"/>
                  <a:ext cx="132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1E6A1069-CBB2-4BF5-0B0E-01C65F5223DD}"/>
                    </a:ext>
                  </a:extLst>
                </p14:cNvPr>
                <p14:cNvContentPartPr/>
                <p14:nvPr/>
              </p14:nvContentPartPr>
              <p14:xfrm>
                <a:off x="2990411" y="6694057"/>
                <a:ext cx="312120" cy="4968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1E6A1069-CBB2-4BF5-0B0E-01C65F5223D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984291" y="6687937"/>
                  <a:ext cx="324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72216911-3766-EE45-6452-A15A14AD7F70}"/>
                    </a:ext>
                  </a:extLst>
                </p14:cNvPr>
                <p14:cNvContentPartPr/>
                <p14:nvPr/>
              </p14:nvContentPartPr>
              <p14:xfrm>
                <a:off x="3130091" y="6625657"/>
                <a:ext cx="87120" cy="18360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72216911-3766-EE45-6452-A15A14AD7F7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123971" y="6619537"/>
                  <a:ext cx="99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35D0FEF1-8335-B913-92BE-C842764D6CBF}"/>
                    </a:ext>
                  </a:extLst>
                </p14:cNvPr>
                <p14:cNvContentPartPr/>
                <p14:nvPr/>
              </p14:nvContentPartPr>
              <p14:xfrm>
                <a:off x="3442571" y="6618817"/>
                <a:ext cx="282600" cy="18072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35D0FEF1-8335-B913-92BE-C842764D6CB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436451" y="6612697"/>
                  <a:ext cx="294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8B5450CA-17A7-81C7-3602-670B5AAEFB7B}"/>
                    </a:ext>
                  </a:extLst>
                </p14:cNvPr>
                <p14:cNvContentPartPr/>
                <p14:nvPr/>
              </p14:nvContentPartPr>
              <p14:xfrm>
                <a:off x="3775571" y="6623497"/>
                <a:ext cx="21960" cy="720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8B5450CA-17A7-81C7-3602-670B5AAEFB7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769451" y="661737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14D41877-764A-FE50-536A-9E20414151A1}"/>
                    </a:ext>
                  </a:extLst>
                </p14:cNvPr>
                <p14:cNvContentPartPr/>
                <p14:nvPr/>
              </p14:nvContentPartPr>
              <p14:xfrm>
                <a:off x="3733091" y="6614137"/>
                <a:ext cx="189360" cy="17892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14D41877-764A-FE50-536A-9E20414151A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726971" y="6608017"/>
                  <a:ext cx="201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778714DE-3CC7-63A0-22A7-FEBDCE1229E5}"/>
                    </a:ext>
                  </a:extLst>
                </p14:cNvPr>
                <p14:cNvContentPartPr/>
                <p14:nvPr/>
              </p14:nvContentPartPr>
              <p14:xfrm>
                <a:off x="3744971" y="6632497"/>
                <a:ext cx="204840" cy="12852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778714DE-3CC7-63A0-22A7-FEBDCE1229E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738851" y="6626377"/>
                  <a:ext cx="217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6628C220-A6B5-6137-A836-8D968B4A521C}"/>
                    </a:ext>
                  </a:extLst>
                </p14:cNvPr>
                <p14:cNvContentPartPr/>
                <p14:nvPr/>
              </p14:nvContentPartPr>
              <p14:xfrm>
                <a:off x="3926771" y="6575257"/>
                <a:ext cx="248040" cy="19512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6628C220-A6B5-6137-A836-8D968B4A521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920651" y="6569137"/>
                  <a:ext cx="260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EA5106AD-C686-BB37-0313-01D2B4C6E51E}"/>
                    </a:ext>
                  </a:extLst>
                </p14:cNvPr>
                <p14:cNvContentPartPr/>
                <p14:nvPr/>
              </p14:nvContentPartPr>
              <p14:xfrm>
                <a:off x="3927131" y="6424417"/>
                <a:ext cx="194040" cy="10764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EA5106AD-C686-BB37-0313-01D2B4C6E51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921011" y="6418297"/>
                  <a:ext cx="206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A8D1E7C6-4AD7-F2CE-62FA-31D6C96F72A1}"/>
                    </a:ext>
                  </a:extLst>
                </p14:cNvPr>
                <p14:cNvContentPartPr/>
                <p14:nvPr/>
              </p14:nvContentPartPr>
              <p14:xfrm>
                <a:off x="5307731" y="6538537"/>
                <a:ext cx="408960" cy="5796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A8D1E7C6-4AD7-F2CE-62FA-31D6C96F72A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301611" y="6532417"/>
                  <a:ext cx="421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2B61AA15-DFE2-6100-DDDE-52D02AD256DD}"/>
                    </a:ext>
                  </a:extLst>
                </p14:cNvPr>
                <p14:cNvContentPartPr/>
                <p14:nvPr/>
              </p14:nvContentPartPr>
              <p14:xfrm>
                <a:off x="5457851" y="6529537"/>
                <a:ext cx="76320" cy="2570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2B61AA15-DFE2-6100-DDDE-52D02AD256D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451731" y="6523417"/>
                  <a:ext cx="88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9CD64B1C-54A2-3F53-DAD4-1FDB429A0BBE}"/>
                    </a:ext>
                  </a:extLst>
                </p14:cNvPr>
                <p14:cNvContentPartPr/>
                <p14:nvPr/>
              </p14:nvContentPartPr>
              <p14:xfrm>
                <a:off x="4412411" y="6683257"/>
                <a:ext cx="280800" cy="3024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9CD64B1C-54A2-3F53-DAD4-1FDB429A0BB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406291" y="6677137"/>
                  <a:ext cx="293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CB193F3D-E237-BCFC-1DB9-63E79F1DBA94}"/>
                    </a:ext>
                  </a:extLst>
                </p14:cNvPr>
                <p14:cNvContentPartPr/>
                <p14:nvPr/>
              </p14:nvContentPartPr>
              <p14:xfrm>
                <a:off x="4553531" y="6584257"/>
                <a:ext cx="106920" cy="20448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CB193F3D-E237-BCFC-1DB9-63E79F1DBA9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547411" y="6578137"/>
                  <a:ext cx="119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D8A90864-CB3B-9028-72A7-ACAF1BF20985}"/>
                    </a:ext>
                  </a:extLst>
                </p14:cNvPr>
                <p14:cNvContentPartPr/>
                <p14:nvPr/>
              </p14:nvContentPartPr>
              <p14:xfrm>
                <a:off x="4703651" y="6541417"/>
                <a:ext cx="161280" cy="15912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D8A90864-CB3B-9028-72A7-ACAF1BF2098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697531" y="6535297"/>
                  <a:ext cx="173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EBF3FA32-1F6E-0242-CB14-3DDAACF3174D}"/>
                    </a:ext>
                  </a:extLst>
                </p14:cNvPr>
                <p14:cNvContentPartPr/>
                <p14:nvPr/>
              </p14:nvContentPartPr>
              <p14:xfrm>
                <a:off x="4896611" y="6582097"/>
                <a:ext cx="142200" cy="18576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EBF3FA32-1F6E-0242-CB14-3DDAACF3174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890491" y="6575977"/>
                  <a:ext cx="154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F786FE80-B516-D7CF-27B5-C5AC604AB3A7}"/>
                    </a:ext>
                  </a:extLst>
                </p14:cNvPr>
                <p14:cNvContentPartPr/>
                <p14:nvPr/>
              </p14:nvContentPartPr>
              <p14:xfrm>
                <a:off x="4929731" y="6664537"/>
                <a:ext cx="119880" cy="6948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F786FE80-B516-D7CF-27B5-C5AC604AB3A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923611" y="6658417"/>
                  <a:ext cx="132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F8582BF6-6296-9044-0456-22BADBDACC3F}"/>
                    </a:ext>
                  </a:extLst>
                </p14:cNvPr>
                <p14:cNvContentPartPr/>
                <p14:nvPr/>
              </p14:nvContentPartPr>
              <p14:xfrm>
                <a:off x="5166611" y="6637537"/>
                <a:ext cx="11160" cy="1836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F8582BF6-6296-9044-0456-22BADBDACC3F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160491" y="6631417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D426E129-D957-F0B7-6FF5-CAAC41AE375C}"/>
                    </a:ext>
                  </a:extLst>
                </p14:cNvPr>
                <p14:cNvContentPartPr/>
                <p14:nvPr/>
              </p14:nvContentPartPr>
              <p14:xfrm>
                <a:off x="5105051" y="6616297"/>
                <a:ext cx="215280" cy="19620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D426E129-D957-F0B7-6FF5-CAAC41AE375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098931" y="6610177"/>
                  <a:ext cx="227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EF4C33AD-2751-5039-AE72-D4F343FBCADF}"/>
                    </a:ext>
                  </a:extLst>
                </p14:cNvPr>
                <p14:cNvContentPartPr/>
                <p14:nvPr/>
              </p14:nvContentPartPr>
              <p14:xfrm>
                <a:off x="5144651" y="6407857"/>
                <a:ext cx="324360" cy="14760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EF4C33AD-2751-5039-AE72-D4F343FBCAD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138531" y="6401737"/>
                  <a:ext cx="336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9D57472B-D201-E11D-FD56-BAC5D52B70E9}"/>
                    </a:ext>
                  </a:extLst>
                </p14:cNvPr>
                <p14:cNvContentPartPr/>
                <p14:nvPr/>
              </p14:nvContentPartPr>
              <p14:xfrm>
                <a:off x="5462531" y="6484177"/>
                <a:ext cx="362520" cy="19476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9D57472B-D201-E11D-FD56-BAC5D52B70E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456411" y="6478057"/>
                  <a:ext cx="374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A3D6825D-7901-B605-B1ED-6407AC89EBA8}"/>
                    </a:ext>
                  </a:extLst>
                </p14:cNvPr>
                <p14:cNvContentPartPr/>
                <p14:nvPr/>
              </p14:nvContentPartPr>
              <p14:xfrm>
                <a:off x="6448931" y="6494977"/>
                <a:ext cx="21960" cy="4896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A3D6825D-7901-B605-B1ED-6407AC89EBA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442811" y="6488857"/>
                  <a:ext cx="34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683787B4-8D9D-E4AB-337A-D83485ED46BE}"/>
                    </a:ext>
                  </a:extLst>
                </p14:cNvPr>
                <p14:cNvContentPartPr/>
                <p14:nvPr/>
              </p14:nvContentPartPr>
              <p14:xfrm>
                <a:off x="6161291" y="6316417"/>
                <a:ext cx="966240" cy="21060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683787B4-8D9D-E4AB-337A-D83485ED46B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155171" y="6310297"/>
                  <a:ext cx="978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76CDCD81-E070-19AC-7810-4BDC647674FE}"/>
                    </a:ext>
                  </a:extLst>
                </p14:cNvPr>
                <p14:cNvContentPartPr/>
                <p14:nvPr/>
              </p14:nvContentPartPr>
              <p14:xfrm>
                <a:off x="5785811" y="6701257"/>
                <a:ext cx="385200" cy="7884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76CDCD81-E070-19AC-7810-4BDC647674F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779691" y="6695137"/>
                  <a:ext cx="397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40613E46-BB86-94EC-51D3-3305E6E3AAF5}"/>
                    </a:ext>
                  </a:extLst>
                </p14:cNvPr>
                <p14:cNvContentPartPr/>
                <p14:nvPr/>
              </p14:nvContentPartPr>
              <p14:xfrm>
                <a:off x="5985971" y="6602977"/>
                <a:ext cx="87120" cy="20664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40613E46-BB86-94EC-51D3-3305E6E3AAF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979851" y="6596857"/>
                  <a:ext cx="99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C34B17C4-C83F-A9D6-8C9C-8E866665E290}"/>
                    </a:ext>
                  </a:extLst>
                </p14:cNvPr>
                <p14:cNvContentPartPr/>
                <p14:nvPr/>
              </p14:nvContentPartPr>
              <p14:xfrm>
                <a:off x="7042211" y="6529537"/>
                <a:ext cx="21960" cy="1404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C34B17C4-C83F-A9D6-8C9C-8E866665E29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36091" y="652341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6349F254-4D1E-08E1-3A5E-AA1FCF367BDD}"/>
                    </a:ext>
                  </a:extLst>
                </p14:cNvPr>
                <p14:cNvContentPartPr/>
                <p14:nvPr/>
              </p14:nvContentPartPr>
              <p14:xfrm>
                <a:off x="6633611" y="6585337"/>
                <a:ext cx="319320" cy="23472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6349F254-4D1E-08E1-3A5E-AA1FCF367BD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627491" y="6579217"/>
                  <a:ext cx="331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92CC0123-7635-62A7-1465-C388A8EB1B78}"/>
                    </a:ext>
                  </a:extLst>
                </p14:cNvPr>
                <p14:cNvContentPartPr/>
                <p14:nvPr/>
              </p14:nvContentPartPr>
              <p14:xfrm>
                <a:off x="7065971" y="6623857"/>
                <a:ext cx="322560" cy="1634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92CC0123-7635-62A7-1465-C388A8EB1B7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59851" y="6617737"/>
                  <a:ext cx="334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6AEAAFBC-1540-DE0F-C373-295B354C9249}"/>
                    </a:ext>
                  </a:extLst>
                </p14:cNvPr>
                <p14:cNvContentPartPr/>
                <p14:nvPr/>
              </p14:nvContentPartPr>
              <p14:xfrm>
                <a:off x="7129331" y="6662377"/>
                <a:ext cx="204840" cy="17208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6AEAAFBC-1540-DE0F-C373-295B354C924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123211" y="6656257"/>
                  <a:ext cx="217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B49E6E50-2DE1-66B2-690C-6631BC2062E9}"/>
                    </a:ext>
                  </a:extLst>
                </p14:cNvPr>
                <p14:cNvContentPartPr/>
                <p14:nvPr/>
              </p14:nvContentPartPr>
              <p14:xfrm>
                <a:off x="7386731" y="6593977"/>
                <a:ext cx="270720" cy="20448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B49E6E50-2DE1-66B2-690C-6631BC2062E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380611" y="6587857"/>
                  <a:ext cx="282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7EA3B200-5C10-A5BF-D4FD-E934292D41EA}"/>
                    </a:ext>
                  </a:extLst>
                </p14:cNvPr>
                <p14:cNvContentPartPr/>
                <p14:nvPr/>
              </p14:nvContentPartPr>
              <p14:xfrm>
                <a:off x="7635491" y="6458977"/>
                <a:ext cx="119880" cy="14112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7EA3B200-5C10-A5BF-D4FD-E934292D41E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629371" y="6452857"/>
                  <a:ext cx="132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65CC6E92-5E79-EE98-E9B8-64FF789D5D5D}"/>
                    </a:ext>
                  </a:extLst>
                </p14:cNvPr>
                <p14:cNvContentPartPr/>
                <p14:nvPr/>
              </p14:nvContentPartPr>
              <p14:xfrm>
                <a:off x="7937891" y="6751657"/>
                <a:ext cx="11160" cy="252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65CC6E92-5E79-EE98-E9B8-64FF789D5D5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931771" y="6745537"/>
                  <a:ext cx="234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64A6BB30-07D0-1B1B-A9BC-B79CFB435AEB}"/>
                    </a:ext>
                  </a:extLst>
                </p14:cNvPr>
                <p14:cNvContentPartPr/>
                <p14:nvPr/>
              </p14:nvContentPartPr>
              <p14:xfrm>
                <a:off x="7852211" y="6676057"/>
                <a:ext cx="235080" cy="7164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64A6BB30-07D0-1B1B-A9BC-B79CFB435AE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846091" y="6669937"/>
                  <a:ext cx="247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2D4053AC-1EF6-5725-38E3-6CFA5880E385}"/>
                    </a:ext>
                  </a:extLst>
                </p14:cNvPr>
                <p14:cNvContentPartPr/>
                <p14:nvPr/>
              </p14:nvContentPartPr>
              <p14:xfrm>
                <a:off x="7861571" y="6577777"/>
                <a:ext cx="174240" cy="19260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2D4053AC-1EF6-5725-38E3-6CFA5880E385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855451" y="6571657"/>
                  <a:ext cx="186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D8E6E9B0-B2B6-95F5-9D29-D5B55EB9A611}"/>
                    </a:ext>
                  </a:extLst>
                </p14:cNvPr>
                <p14:cNvContentPartPr/>
                <p14:nvPr/>
              </p14:nvContentPartPr>
              <p14:xfrm>
                <a:off x="8174051" y="6599737"/>
                <a:ext cx="131400" cy="12888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D8E6E9B0-B2B6-95F5-9D29-D5B55EB9A61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167931" y="6593617"/>
                  <a:ext cx="143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56ED4640-1D5B-AA78-E477-E8D72DC7431E}"/>
                    </a:ext>
                  </a:extLst>
                </p14:cNvPr>
                <p14:cNvContentPartPr/>
                <p14:nvPr/>
              </p14:nvContentPartPr>
              <p14:xfrm>
                <a:off x="8346491" y="6655537"/>
                <a:ext cx="130680" cy="8064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56ED4640-1D5B-AA78-E477-E8D72DC7431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340371" y="6649417"/>
                  <a:ext cx="142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A0987315-D98E-8460-0EDF-9BC94EE18391}"/>
                    </a:ext>
                  </a:extLst>
                </p14:cNvPr>
                <p14:cNvContentPartPr/>
                <p14:nvPr/>
              </p14:nvContentPartPr>
              <p14:xfrm>
                <a:off x="8433251" y="6662377"/>
                <a:ext cx="76320" cy="96480"/>
              </p14:xfrm>
            </p:contentPart>
          </mc:Choice>
          <mc:Fallback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A0987315-D98E-8460-0EDF-9BC94EE1839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427131" y="6656257"/>
                  <a:ext cx="88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9B43FE0D-8573-74F4-7401-3F981395C7BE}"/>
                    </a:ext>
                  </a:extLst>
                </p14:cNvPr>
                <p14:cNvContentPartPr/>
                <p14:nvPr/>
              </p14:nvContentPartPr>
              <p14:xfrm>
                <a:off x="8530091" y="6636817"/>
                <a:ext cx="377640" cy="17892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9B43FE0D-8573-74F4-7401-3F981395C7B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523971" y="6630697"/>
                  <a:ext cx="389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13BF2F4B-808F-9785-ACD9-AFFC156FB1D3}"/>
                    </a:ext>
                  </a:extLst>
                </p14:cNvPr>
                <p14:cNvContentPartPr/>
                <p14:nvPr/>
              </p14:nvContentPartPr>
              <p14:xfrm>
                <a:off x="8660051" y="6545017"/>
                <a:ext cx="277920" cy="13536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13BF2F4B-808F-9785-ACD9-AFFC156FB1D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653931" y="6538897"/>
                  <a:ext cx="290160" cy="14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675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EE378-CC3A-545F-F22F-FF79C360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39C917B-B748-D8D1-6DC1-7887014DC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86" y="157758"/>
            <a:ext cx="3878208" cy="315894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FE76D0F3-6721-F48A-8325-4BF352F23535}"/>
                  </a:ext>
                </a:extLst>
              </p14:cNvPr>
              <p14:cNvContentPartPr/>
              <p14:nvPr/>
            </p14:nvContentPartPr>
            <p14:xfrm>
              <a:off x="391571" y="1334737"/>
              <a:ext cx="638640" cy="23832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FE76D0F3-6721-F48A-8325-4BF352F235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451" y="1328617"/>
                <a:ext cx="6508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4BAE2109-A8CF-AB85-E899-6EDC08F90698}"/>
                  </a:ext>
                </a:extLst>
              </p14:cNvPr>
              <p14:cNvContentPartPr/>
              <p14:nvPr/>
            </p14:nvContentPartPr>
            <p14:xfrm>
              <a:off x="4973291" y="2759257"/>
              <a:ext cx="4053960" cy="12348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4BAE2109-A8CF-AB85-E899-6EDC08F906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7171" y="2753137"/>
                <a:ext cx="40662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D119A115-0B7F-4FB8-9662-710A95576470}"/>
              </a:ext>
            </a:extLst>
          </p:cNvPr>
          <p:cNvGrpSpPr/>
          <p:nvPr/>
        </p:nvGrpSpPr>
        <p:grpSpPr>
          <a:xfrm>
            <a:off x="6709571" y="3003697"/>
            <a:ext cx="925920" cy="164880"/>
            <a:chOff x="6709571" y="3003697"/>
            <a:chExt cx="92592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0CB3AC5-E473-5C15-5F5A-F83AA6F99491}"/>
                    </a:ext>
                  </a:extLst>
                </p14:cNvPr>
                <p14:cNvContentPartPr/>
                <p14:nvPr/>
              </p14:nvContentPartPr>
              <p14:xfrm>
                <a:off x="6709571" y="3003697"/>
                <a:ext cx="353880" cy="1551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0CB3AC5-E473-5C15-5F5A-F83AA6F994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03451" y="2997577"/>
                  <a:ext cx="366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202513E-618F-CC67-EA11-38F487B0929F}"/>
                    </a:ext>
                  </a:extLst>
                </p14:cNvPr>
                <p14:cNvContentPartPr/>
                <p14:nvPr/>
              </p14:nvContentPartPr>
              <p14:xfrm>
                <a:off x="7105931" y="3018457"/>
                <a:ext cx="292320" cy="1360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202513E-618F-CC67-EA11-38F487B092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99811" y="3012337"/>
                  <a:ext cx="304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244A37F-84AC-325F-614E-6DEE6CBEE816}"/>
                    </a:ext>
                  </a:extLst>
                </p14:cNvPr>
                <p14:cNvContentPartPr/>
                <p14:nvPr/>
              </p14:nvContentPartPr>
              <p14:xfrm>
                <a:off x="7332371" y="3018097"/>
                <a:ext cx="303120" cy="1504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244A37F-84AC-325F-614E-6DEE6CBEE81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26251" y="3011977"/>
                  <a:ext cx="31536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F895B771-B4CC-9128-1946-3E781EB9EE1F}"/>
              </a:ext>
            </a:extLst>
          </p:cNvPr>
          <p:cNvGrpSpPr/>
          <p:nvPr/>
        </p:nvGrpSpPr>
        <p:grpSpPr>
          <a:xfrm>
            <a:off x="123731" y="1166977"/>
            <a:ext cx="4030560" cy="219600"/>
            <a:chOff x="123731" y="1166977"/>
            <a:chExt cx="403056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1F94DA44-B107-656C-3B85-3A63FBAD2821}"/>
                    </a:ext>
                  </a:extLst>
                </p14:cNvPr>
                <p14:cNvContentPartPr/>
                <p14:nvPr/>
              </p14:nvContentPartPr>
              <p14:xfrm>
                <a:off x="588131" y="1166977"/>
                <a:ext cx="3566160" cy="903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1F94DA44-B107-656C-3B85-3A63FBAD28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2011" y="1160857"/>
                  <a:ext cx="3578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474FD4D9-394F-A4D2-D25F-DAB89FA36980}"/>
                    </a:ext>
                  </a:extLst>
                </p14:cNvPr>
                <p14:cNvContentPartPr/>
                <p14:nvPr/>
              </p14:nvContentPartPr>
              <p14:xfrm>
                <a:off x="260891" y="1331497"/>
                <a:ext cx="65520" cy="212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474FD4D9-394F-A4D2-D25F-DAB89FA369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4771" y="1325377"/>
                  <a:ext cx="77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9EAFA3D-86C6-FFDF-650B-3C9368D4CBC2}"/>
                    </a:ext>
                  </a:extLst>
                </p14:cNvPr>
                <p14:cNvContentPartPr/>
                <p14:nvPr/>
              </p14:nvContentPartPr>
              <p14:xfrm>
                <a:off x="123731" y="1333657"/>
                <a:ext cx="3723120" cy="529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9EAFA3D-86C6-FFDF-650B-3C9368D4CBC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7611" y="1327537"/>
                  <a:ext cx="37353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37234497-EBE2-1123-2ACA-F69742B88B54}"/>
                  </a:ext>
                </a:extLst>
              </p14:cNvPr>
              <p14:cNvContentPartPr/>
              <p14:nvPr/>
            </p14:nvContentPartPr>
            <p14:xfrm>
              <a:off x="1867931" y="840817"/>
              <a:ext cx="194400" cy="25020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37234497-EBE2-1123-2ACA-F69742B88B5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61811" y="834697"/>
                <a:ext cx="2066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4B626BDF-E6DA-7E9E-4A72-0367DBE8FFDB}"/>
                  </a:ext>
                </a:extLst>
              </p14:cNvPr>
              <p14:cNvContentPartPr/>
              <p14:nvPr/>
            </p14:nvContentPartPr>
            <p14:xfrm>
              <a:off x="7828811" y="2175337"/>
              <a:ext cx="1706040" cy="54072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4B626BDF-E6DA-7E9E-4A72-0367DBE8FFD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822691" y="2169217"/>
                <a:ext cx="171828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66F48FA3-2906-62A4-263C-51A76D52FCED}"/>
                  </a:ext>
                </a:extLst>
              </p14:cNvPr>
              <p14:cNvContentPartPr/>
              <p14:nvPr/>
            </p14:nvContentPartPr>
            <p14:xfrm>
              <a:off x="4649291" y="2300257"/>
              <a:ext cx="248040" cy="42624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66F48FA3-2906-62A4-263C-51A76D52FC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43171" y="2294137"/>
                <a:ext cx="26028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1FE3EA47-DCC7-12B2-82E2-3E0F12D526ED}"/>
                  </a:ext>
                </a:extLst>
              </p14:cNvPr>
              <p14:cNvContentPartPr/>
              <p14:nvPr/>
            </p14:nvContentPartPr>
            <p14:xfrm>
              <a:off x="5114051" y="2354257"/>
              <a:ext cx="376200" cy="24516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1FE3EA47-DCC7-12B2-82E2-3E0F12D526E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107931" y="2348137"/>
                <a:ext cx="3884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DEE0857F-F9A2-5429-1F9C-F8F315BBEBE7}"/>
                  </a:ext>
                </a:extLst>
              </p14:cNvPr>
              <p14:cNvContentPartPr/>
              <p14:nvPr/>
            </p14:nvContentPartPr>
            <p14:xfrm>
              <a:off x="5016131" y="2135377"/>
              <a:ext cx="2037600" cy="58932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DEE0857F-F9A2-5429-1F9C-F8F315BBEBE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10011" y="2129257"/>
                <a:ext cx="2049840" cy="60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Agrupar 62">
            <a:extLst>
              <a:ext uri="{FF2B5EF4-FFF2-40B4-BE49-F238E27FC236}">
                <a16:creationId xmlns:a16="http://schemas.microsoft.com/office/drawing/2014/main" id="{A8B2BB6F-908B-820C-D3E2-4F4AFDCC64A3}"/>
              </a:ext>
            </a:extLst>
          </p:cNvPr>
          <p:cNvGrpSpPr/>
          <p:nvPr/>
        </p:nvGrpSpPr>
        <p:grpSpPr>
          <a:xfrm>
            <a:off x="7300331" y="1739737"/>
            <a:ext cx="1819800" cy="211320"/>
            <a:chOff x="7300331" y="1739737"/>
            <a:chExt cx="181980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29E4CF3-F1D0-C7E7-9796-5D28BF7BC784}"/>
                    </a:ext>
                  </a:extLst>
                </p14:cNvPr>
                <p14:cNvContentPartPr/>
                <p14:nvPr/>
              </p14:nvContentPartPr>
              <p14:xfrm>
                <a:off x="7300331" y="1741897"/>
                <a:ext cx="196920" cy="2091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29E4CF3-F1D0-C7E7-9796-5D28BF7BC78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4211" y="1735777"/>
                  <a:ext cx="209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3C1E0C1F-8DDE-A45B-A6AD-FC49DA1E9A4E}"/>
                    </a:ext>
                  </a:extLst>
                </p14:cNvPr>
                <p14:cNvContentPartPr/>
                <p14:nvPr/>
              </p14:nvContentPartPr>
              <p14:xfrm>
                <a:off x="7591571" y="1766017"/>
                <a:ext cx="205200" cy="1389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3C1E0C1F-8DDE-A45B-A6AD-FC49DA1E9A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85451" y="1759897"/>
                  <a:ext cx="217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695D2F5-80CA-0A45-5A5D-6CA668928C3B}"/>
                    </a:ext>
                  </a:extLst>
                </p14:cNvPr>
                <p14:cNvContentPartPr/>
                <p14:nvPr/>
              </p14:nvContentPartPr>
              <p14:xfrm>
                <a:off x="8152811" y="1778977"/>
                <a:ext cx="238320" cy="1450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695D2F5-80CA-0A45-5A5D-6CA668928C3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46691" y="1772857"/>
                  <a:ext cx="250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A4D6F1F6-DD1B-6ECE-3DC4-65FCE6E1ACB3}"/>
                    </a:ext>
                  </a:extLst>
                </p14:cNvPr>
                <p14:cNvContentPartPr/>
                <p14:nvPr/>
              </p14:nvContentPartPr>
              <p14:xfrm>
                <a:off x="8491211" y="1774657"/>
                <a:ext cx="276120" cy="1292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A4D6F1F6-DD1B-6ECE-3DC4-65FCE6E1AC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85091" y="1768537"/>
                  <a:ext cx="288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9153DEFB-C7CF-0989-CB35-80DDCDE5554B}"/>
                    </a:ext>
                  </a:extLst>
                </p14:cNvPr>
                <p14:cNvContentPartPr/>
                <p14:nvPr/>
              </p14:nvContentPartPr>
              <p14:xfrm>
                <a:off x="8822771" y="1739737"/>
                <a:ext cx="297360" cy="1634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9153DEFB-C7CF-0989-CB35-80DDCDE5554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16651" y="1733617"/>
                  <a:ext cx="309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BC588ADA-3987-05FE-F7C3-AA98C19AC706}"/>
                    </a:ext>
                  </a:extLst>
                </p14:cNvPr>
                <p14:cNvContentPartPr/>
                <p14:nvPr/>
              </p14:nvContentPartPr>
              <p14:xfrm>
                <a:off x="7668251" y="1847017"/>
                <a:ext cx="21960" cy="72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BC588ADA-3987-05FE-F7C3-AA98C19AC7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62131" y="184089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8FAF1D0D-8436-9EF0-D1E6-A69F5A45A547}"/>
                  </a:ext>
                </a:extLst>
              </p14:cNvPr>
              <p14:cNvContentPartPr/>
              <p14:nvPr/>
            </p14:nvContentPartPr>
            <p14:xfrm>
              <a:off x="5661611" y="2486377"/>
              <a:ext cx="207360" cy="4140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8FAF1D0D-8436-9EF0-D1E6-A69F5A45A54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655491" y="2480257"/>
                <a:ext cx="2196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60FB9865-0838-3F14-6DC1-FDF08BBE94D7}"/>
                  </a:ext>
                </a:extLst>
              </p14:cNvPr>
              <p14:cNvContentPartPr/>
              <p14:nvPr/>
            </p14:nvContentPartPr>
            <p14:xfrm>
              <a:off x="6109091" y="2365777"/>
              <a:ext cx="390240" cy="18432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60FB9865-0838-3F14-6DC1-FDF08BBE94D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102971" y="2359657"/>
                <a:ext cx="4024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CFB2710D-D021-FA76-EAA1-6D0FC1B3F8B1}"/>
                  </a:ext>
                </a:extLst>
              </p14:cNvPr>
              <p14:cNvContentPartPr/>
              <p14:nvPr/>
            </p14:nvContentPartPr>
            <p14:xfrm>
              <a:off x="6644411" y="2476657"/>
              <a:ext cx="11160" cy="1360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CFB2710D-D021-FA76-EAA1-6D0FC1B3F8B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638291" y="2470537"/>
                <a:ext cx="234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BBB58A99-3AB9-E725-D332-3D9D78FC0A55}"/>
                  </a:ext>
                </a:extLst>
              </p14:cNvPr>
              <p14:cNvContentPartPr/>
              <p14:nvPr/>
            </p14:nvContentPartPr>
            <p14:xfrm>
              <a:off x="6740171" y="2339137"/>
              <a:ext cx="153000" cy="31032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BBB58A99-3AB9-E725-D332-3D9D78FC0A5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734051" y="2333017"/>
                <a:ext cx="1652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0CACFE20-746B-D8B4-A7A5-421333931B60}"/>
                  </a:ext>
                </a:extLst>
              </p14:cNvPr>
              <p14:cNvContentPartPr/>
              <p14:nvPr/>
            </p14:nvContentPartPr>
            <p14:xfrm>
              <a:off x="6957611" y="2268577"/>
              <a:ext cx="236520" cy="49068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0CACFE20-746B-D8B4-A7A5-421333931B6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51491" y="2262457"/>
                <a:ext cx="24876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F21D1912-3B5B-371D-2A25-86977ACA43D2}"/>
                  </a:ext>
                </a:extLst>
              </p14:cNvPr>
              <p14:cNvContentPartPr/>
              <p14:nvPr/>
            </p14:nvContentPartPr>
            <p14:xfrm>
              <a:off x="7279091" y="2465857"/>
              <a:ext cx="218160" cy="14472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F21D1912-3B5B-371D-2A25-86977ACA43D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72971" y="2459737"/>
                <a:ext cx="2304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C2C7CC10-C84D-6798-34A1-C063B8E5F9DA}"/>
                  </a:ext>
                </a:extLst>
              </p14:cNvPr>
              <p14:cNvContentPartPr/>
              <p14:nvPr/>
            </p14:nvContentPartPr>
            <p14:xfrm>
              <a:off x="7301051" y="2518417"/>
              <a:ext cx="226440" cy="10332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C2C7CC10-C84D-6798-34A1-C063B8E5F9D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94931" y="2512297"/>
                <a:ext cx="2386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FE345540-2ADC-55DE-4BBA-48022A9264D2}"/>
                  </a:ext>
                </a:extLst>
              </p14:cNvPr>
              <p14:cNvContentPartPr/>
              <p14:nvPr/>
            </p14:nvContentPartPr>
            <p14:xfrm>
              <a:off x="8357291" y="2350657"/>
              <a:ext cx="11160" cy="936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FE345540-2ADC-55DE-4BBA-48022A9264D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51171" y="2344537"/>
                <a:ext cx="23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8C35786C-DAE5-C470-AD23-80675CB23869}"/>
                  </a:ext>
                </a:extLst>
              </p14:cNvPr>
              <p14:cNvContentPartPr/>
              <p14:nvPr/>
            </p14:nvContentPartPr>
            <p14:xfrm>
              <a:off x="10482731" y="2859337"/>
              <a:ext cx="1346040" cy="78480"/>
            </p14:xfrm>
          </p:contentPart>
        </mc:Choice>
        <mc:Fallback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8C35786C-DAE5-C470-AD23-80675CB2386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476611" y="2853217"/>
                <a:ext cx="135828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Agrupar 92">
            <a:extLst>
              <a:ext uri="{FF2B5EF4-FFF2-40B4-BE49-F238E27FC236}">
                <a16:creationId xmlns:a16="http://schemas.microsoft.com/office/drawing/2014/main" id="{10875EFE-5434-E136-667F-3B08C0B1E8F5}"/>
              </a:ext>
            </a:extLst>
          </p:cNvPr>
          <p:cNvGrpSpPr/>
          <p:nvPr/>
        </p:nvGrpSpPr>
        <p:grpSpPr>
          <a:xfrm>
            <a:off x="10858571" y="3019177"/>
            <a:ext cx="819360" cy="173880"/>
            <a:chOff x="10858571" y="3019177"/>
            <a:chExt cx="81936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43D0FA1D-5433-CAFB-E6EF-94CC5542EDDB}"/>
                    </a:ext>
                  </a:extLst>
                </p14:cNvPr>
                <p14:cNvContentPartPr/>
                <p14:nvPr/>
              </p14:nvContentPartPr>
              <p14:xfrm>
                <a:off x="10858571" y="3028177"/>
                <a:ext cx="223200" cy="1314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43D0FA1D-5433-CAFB-E6EF-94CC5542EDD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852451" y="3022057"/>
                  <a:ext cx="235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4B0F55CA-04A8-9D83-452D-8262E1305828}"/>
                    </a:ext>
                  </a:extLst>
                </p14:cNvPr>
                <p14:cNvContentPartPr/>
                <p14:nvPr/>
              </p14:nvContentPartPr>
              <p14:xfrm>
                <a:off x="11073131" y="3036457"/>
                <a:ext cx="315360" cy="1476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4B0F55CA-04A8-9D83-452D-8262E13058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67011" y="3030337"/>
                  <a:ext cx="327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C6357CF-05A2-211C-0CEB-E8580DD7278A}"/>
                    </a:ext>
                  </a:extLst>
                </p14:cNvPr>
                <p14:cNvContentPartPr/>
                <p14:nvPr/>
              </p14:nvContentPartPr>
              <p14:xfrm>
                <a:off x="11314691" y="3019177"/>
                <a:ext cx="363240" cy="1738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C6357CF-05A2-211C-0CEB-E8580DD7278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08571" y="3013057"/>
                  <a:ext cx="3754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D2E2C60C-DB4C-C3D3-AB5B-7375831FEF2F}"/>
              </a:ext>
            </a:extLst>
          </p:cNvPr>
          <p:cNvGrpSpPr/>
          <p:nvPr/>
        </p:nvGrpSpPr>
        <p:grpSpPr>
          <a:xfrm>
            <a:off x="3625451" y="3572137"/>
            <a:ext cx="300600" cy="128160"/>
            <a:chOff x="3625451" y="3572137"/>
            <a:chExt cx="30060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514CEF8-C8DF-B823-1674-151596B44D2B}"/>
                    </a:ext>
                  </a:extLst>
                </p14:cNvPr>
                <p14:cNvContentPartPr/>
                <p14:nvPr/>
              </p14:nvContentPartPr>
              <p14:xfrm>
                <a:off x="3681611" y="3572137"/>
                <a:ext cx="244440" cy="302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514CEF8-C8DF-B823-1674-151596B44D2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75491" y="3566017"/>
                  <a:ext cx="256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A330A5C7-0E2A-FCA1-5A3D-D388D469B5BD}"/>
                    </a:ext>
                  </a:extLst>
                </p14:cNvPr>
                <p14:cNvContentPartPr/>
                <p14:nvPr/>
              </p14:nvContentPartPr>
              <p14:xfrm>
                <a:off x="3625451" y="3656377"/>
                <a:ext cx="291600" cy="439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A330A5C7-0E2A-FCA1-5A3D-D388D469B5B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19331" y="3650257"/>
                  <a:ext cx="3038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6DEC0CFD-C0A6-743F-7226-B835E9E10E27}"/>
              </a:ext>
            </a:extLst>
          </p:cNvPr>
          <p:cNvGrpSpPr/>
          <p:nvPr/>
        </p:nvGrpSpPr>
        <p:grpSpPr>
          <a:xfrm>
            <a:off x="9780731" y="2424457"/>
            <a:ext cx="2371680" cy="343800"/>
            <a:chOff x="9780731" y="2424457"/>
            <a:chExt cx="237168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C2DC929-6B2A-7DDB-D34C-770A6DA6669A}"/>
                    </a:ext>
                  </a:extLst>
                </p14:cNvPr>
                <p14:cNvContentPartPr/>
                <p14:nvPr/>
              </p14:nvContentPartPr>
              <p14:xfrm>
                <a:off x="9849131" y="2614537"/>
                <a:ext cx="145440" cy="277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C2DC929-6B2A-7DDB-D34C-770A6DA6669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43011" y="2608417"/>
                  <a:ext cx="157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CEA632A0-512B-76A7-B3B2-B1C8C6E539EC}"/>
                    </a:ext>
                  </a:extLst>
                </p14:cNvPr>
                <p14:cNvContentPartPr/>
                <p14:nvPr/>
              </p14:nvContentPartPr>
              <p14:xfrm>
                <a:off x="9780731" y="2715337"/>
                <a:ext cx="248040" cy="46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CEA632A0-512B-76A7-B3B2-B1C8C6E539E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74611" y="2709217"/>
                  <a:ext cx="2602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F9738CB-A54E-27BF-FC3B-8E188C082E1F}"/>
                    </a:ext>
                  </a:extLst>
                </p14:cNvPr>
                <p14:cNvContentPartPr/>
                <p14:nvPr/>
              </p14:nvContentPartPr>
              <p14:xfrm>
                <a:off x="10242611" y="2424457"/>
                <a:ext cx="240840" cy="2401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F9738CB-A54E-27BF-FC3B-8E188C082E1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36491" y="2418337"/>
                  <a:ext cx="253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E23AE013-C17C-C8A2-AE3F-33229AA4A60C}"/>
                    </a:ext>
                  </a:extLst>
                </p14:cNvPr>
                <p14:cNvContentPartPr/>
                <p14:nvPr/>
              </p14:nvContentPartPr>
              <p14:xfrm>
                <a:off x="10524131" y="2626057"/>
                <a:ext cx="33120" cy="936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E23AE013-C17C-C8A2-AE3F-33229AA4A60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18011" y="2619937"/>
                  <a:ext cx="45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F30A9E76-47C2-72FC-3030-ECD8F28C5B09}"/>
                    </a:ext>
                  </a:extLst>
                </p14:cNvPr>
                <p14:cNvContentPartPr/>
                <p14:nvPr/>
              </p14:nvContentPartPr>
              <p14:xfrm>
                <a:off x="10634651" y="2447137"/>
                <a:ext cx="107280" cy="2660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F30A9E76-47C2-72FC-3030-ECD8F28C5B0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28531" y="2441017"/>
                  <a:ext cx="119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FD01300-C67D-5EE4-65CF-A539F5919A7F}"/>
                    </a:ext>
                  </a:extLst>
                </p14:cNvPr>
                <p14:cNvContentPartPr/>
                <p14:nvPr/>
              </p14:nvContentPartPr>
              <p14:xfrm>
                <a:off x="10858931" y="2577817"/>
                <a:ext cx="130680" cy="1054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FD01300-C67D-5EE4-65CF-A539F5919A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852811" y="2571697"/>
                  <a:ext cx="142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EFF3EB3-798C-4312-B9D8-D4E4D0BA39C7}"/>
                    </a:ext>
                  </a:extLst>
                </p14:cNvPr>
                <p14:cNvContentPartPr/>
                <p14:nvPr/>
              </p14:nvContentPartPr>
              <p14:xfrm>
                <a:off x="10869731" y="2630377"/>
                <a:ext cx="152640" cy="669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EFF3EB3-798C-4312-B9D8-D4E4D0BA39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63611" y="2624257"/>
                  <a:ext cx="164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80AE44A5-8757-A77C-3F14-7D0C8D5A03CC}"/>
                    </a:ext>
                  </a:extLst>
                </p14:cNvPr>
                <p14:cNvContentPartPr/>
                <p14:nvPr/>
              </p14:nvContentPartPr>
              <p14:xfrm>
                <a:off x="11186891" y="2517697"/>
                <a:ext cx="72360" cy="1771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80AE44A5-8757-A77C-3F14-7D0C8D5A03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80771" y="2511577"/>
                  <a:ext cx="84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1D2190B4-0C34-6831-3C40-C9BF11C6D62E}"/>
                    </a:ext>
                  </a:extLst>
                </p14:cNvPr>
                <p14:cNvContentPartPr/>
                <p14:nvPr/>
              </p14:nvContentPartPr>
              <p14:xfrm>
                <a:off x="11247371" y="2521297"/>
                <a:ext cx="215280" cy="1375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1D2190B4-0C34-6831-3C40-C9BF11C6D62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41251" y="2515177"/>
                  <a:ext cx="227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D009B21D-CE88-C6F2-4056-EA12AD84660A}"/>
                    </a:ext>
                  </a:extLst>
                </p14:cNvPr>
                <p14:cNvContentPartPr/>
                <p14:nvPr/>
              </p14:nvContentPartPr>
              <p14:xfrm>
                <a:off x="11477771" y="2545777"/>
                <a:ext cx="169200" cy="1152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D009B21D-CE88-C6F2-4056-EA12AD84660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471651" y="2539657"/>
                  <a:ext cx="181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55576FB3-C459-1276-EDBA-4D83EED3BA1D}"/>
                    </a:ext>
                  </a:extLst>
                </p14:cNvPr>
                <p14:cNvContentPartPr/>
                <p14:nvPr/>
              </p14:nvContentPartPr>
              <p14:xfrm>
                <a:off x="11657411" y="2546137"/>
                <a:ext cx="162720" cy="9936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55576FB3-C459-1276-EDBA-4D83EED3BA1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651291" y="2540017"/>
                  <a:ext cx="17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9BF82DF2-0BC4-FDBF-2A27-193A2680883A}"/>
                    </a:ext>
                  </a:extLst>
                </p14:cNvPr>
                <p14:cNvContentPartPr/>
                <p14:nvPr/>
              </p14:nvContentPartPr>
              <p14:xfrm>
                <a:off x="11882411" y="2515897"/>
                <a:ext cx="164160" cy="1076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9BF82DF2-0BC4-FDBF-2A27-193A2680883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876291" y="2509777"/>
                  <a:ext cx="176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8F8E053-1260-81BD-90D3-F7C7263C4C2D}"/>
                    </a:ext>
                  </a:extLst>
                </p14:cNvPr>
                <p14:cNvContentPartPr/>
                <p14:nvPr/>
              </p14:nvContentPartPr>
              <p14:xfrm>
                <a:off x="11280491" y="2710657"/>
                <a:ext cx="117720" cy="147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8F8E053-1260-81BD-90D3-F7C7263C4C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74371" y="2704537"/>
                  <a:ext cx="129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656608BE-E2D6-CAC9-4055-74A8FD5BA3D3}"/>
                    </a:ext>
                  </a:extLst>
                </p14:cNvPr>
                <p14:cNvContentPartPr/>
                <p14:nvPr/>
              </p14:nvContentPartPr>
              <p14:xfrm>
                <a:off x="11495771" y="2740537"/>
                <a:ext cx="360" cy="3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656608BE-E2D6-CAC9-4055-74A8FD5BA3D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489651" y="27344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C138E7F-70A0-A68C-2060-ABC79ADFF0B6}"/>
                    </a:ext>
                  </a:extLst>
                </p14:cNvPr>
                <p14:cNvContentPartPr/>
                <p14:nvPr/>
              </p14:nvContentPartPr>
              <p14:xfrm>
                <a:off x="11477051" y="2717497"/>
                <a:ext cx="147240" cy="162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C138E7F-70A0-A68C-2060-ABC79ADFF0B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70931" y="2711377"/>
                  <a:ext cx="159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78090E7-2013-8206-3398-77AABEB46213}"/>
                    </a:ext>
                  </a:extLst>
                </p14:cNvPr>
                <p14:cNvContentPartPr/>
                <p14:nvPr/>
              </p14:nvContentPartPr>
              <p14:xfrm>
                <a:off x="11669291" y="2749537"/>
                <a:ext cx="331560" cy="187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78090E7-2013-8206-3398-77AABEB4621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663171" y="2743417"/>
                  <a:ext cx="343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ECF5FC8-1544-513E-085D-3B632FADF37D}"/>
                    </a:ext>
                  </a:extLst>
                </p14:cNvPr>
                <p14:cNvContentPartPr/>
                <p14:nvPr/>
              </p14:nvContentPartPr>
              <p14:xfrm>
                <a:off x="11991131" y="2758897"/>
                <a:ext cx="161280" cy="64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ECF5FC8-1544-513E-085D-3B632FADF3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985011" y="2752777"/>
                  <a:ext cx="173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83D736D-8C75-20B4-8C8F-ABB390EA9B84}"/>
                    </a:ext>
                  </a:extLst>
                </p14:cNvPr>
                <p14:cNvContentPartPr/>
                <p14:nvPr/>
              </p14:nvContentPartPr>
              <p14:xfrm>
                <a:off x="11601251" y="2565937"/>
                <a:ext cx="44640" cy="169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83D736D-8C75-20B4-8C8F-ABB390EA9B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595131" y="2559817"/>
                  <a:ext cx="56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19F92248-7882-6E85-7D73-FCA607095600}"/>
                    </a:ext>
                  </a:extLst>
                </p14:cNvPr>
                <p14:cNvContentPartPr/>
                <p14:nvPr/>
              </p14:nvContentPartPr>
              <p14:xfrm>
                <a:off x="11711051" y="2556937"/>
                <a:ext cx="33120" cy="280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19F92248-7882-6E85-7D73-FCA60709560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704931" y="2550817"/>
                  <a:ext cx="4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2218FB86-8E68-5F4A-5305-5D47E6F47D15}"/>
                    </a:ext>
                  </a:extLst>
                </p14:cNvPr>
                <p14:cNvContentPartPr/>
                <p14:nvPr/>
              </p14:nvContentPartPr>
              <p14:xfrm>
                <a:off x="11980331" y="2554777"/>
                <a:ext cx="33120" cy="183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2218FB86-8E68-5F4A-5305-5D47E6F47D1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974211" y="2548657"/>
                  <a:ext cx="45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10FC828B-6649-C08B-2F52-B896398CE38A}"/>
                    </a:ext>
                  </a:extLst>
                </p14:cNvPr>
                <p14:cNvContentPartPr/>
                <p14:nvPr/>
              </p14:nvContentPartPr>
              <p14:xfrm>
                <a:off x="11397851" y="2586817"/>
                <a:ext cx="11160" cy="280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10FC828B-6649-C08B-2F52-B896398CE38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391731" y="2580697"/>
                  <a:ext cx="2340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C75D595A-DE11-3B6F-7FAA-F17249B794E5}"/>
                  </a:ext>
                </a:extLst>
              </p14:cNvPr>
              <p14:cNvContentPartPr/>
              <p14:nvPr/>
            </p14:nvContentPartPr>
            <p14:xfrm>
              <a:off x="4520771" y="3494017"/>
              <a:ext cx="248760" cy="263880"/>
            </p14:xfrm>
          </p:contentPart>
        </mc:Choice>
        <mc:Fallback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C75D595A-DE11-3B6F-7FAA-F17249B794E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514651" y="3487897"/>
                <a:ext cx="2610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582EDECF-A404-FB29-3B98-C82CCD3F4850}"/>
                  </a:ext>
                </a:extLst>
              </p14:cNvPr>
              <p14:cNvContentPartPr/>
              <p14:nvPr/>
            </p14:nvContentPartPr>
            <p14:xfrm>
              <a:off x="4907771" y="3568177"/>
              <a:ext cx="152640" cy="21744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582EDECF-A404-FB29-3B98-C82CCD3F485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901651" y="3562057"/>
                <a:ext cx="16488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25631E09-C9FC-2695-D516-5A0B8D53CC96}"/>
              </a:ext>
            </a:extLst>
          </p:cNvPr>
          <p:cNvGrpSpPr/>
          <p:nvPr/>
        </p:nvGrpSpPr>
        <p:grpSpPr>
          <a:xfrm>
            <a:off x="7970291" y="2329777"/>
            <a:ext cx="1366920" cy="282600"/>
            <a:chOff x="7970291" y="2329777"/>
            <a:chExt cx="136692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98FEED2B-F023-3C2D-2B56-CD71BC944F81}"/>
                    </a:ext>
                  </a:extLst>
                </p14:cNvPr>
                <p14:cNvContentPartPr/>
                <p14:nvPr/>
              </p14:nvContentPartPr>
              <p14:xfrm>
                <a:off x="7970291" y="2329777"/>
                <a:ext cx="96120" cy="1796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98FEED2B-F023-3C2D-2B56-CD71BC944F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964171" y="2323657"/>
                  <a:ext cx="108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2481C74-B7AE-9E46-0697-404ED665C71C}"/>
                    </a:ext>
                  </a:extLst>
                </p14:cNvPr>
                <p14:cNvContentPartPr/>
                <p14:nvPr/>
              </p14:nvContentPartPr>
              <p14:xfrm>
                <a:off x="8023931" y="2393137"/>
                <a:ext cx="298800" cy="1533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2481C74-B7AE-9E46-0697-404ED665C71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017811" y="2387017"/>
                  <a:ext cx="311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B932EA1-E9BC-2879-EE9A-317DAA32F69D}"/>
                    </a:ext>
                  </a:extLst>
                </p14:cNvPr>
                <p14:cNvContentPartPr/>
                <p14:nvPr/>
              </p14:nvContentPartPr>
              <p14:xfrm>
                <a:off x="8442971" y="2379457"/>
                <a:ext cx="315720" cy="1911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B932EA1-E9BC-2879-EE9A-317DAA32F6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36851" y="2373337"/>
                  <a:ext cx="327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32A4FB70-D053-B3EC-E0D4-C06784275920}"/>
                    </a:ext>
                  </a:extLst>
                </p14:cNvPr>
                <p14:cNvContentPartPr/>
                <p14:nvPr/>
              </p14:nvContentPartPr>
              <p14:xfrm>
                <a:off x="8768771" y="2408257"/>
                <a:ext cx="236520" cy="1555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32A4FB70-D053-B3EC-E0D4-C0678427592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62651" y="2402137"/>
                  <a:ext cx="248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86011F0-5A3C-9738-516D-C0F0EBCACD92}"/>
                    </a:ext>
                  </a:extLst>
                </p14:cNvPr>
                <p14:cNvContentPartPr/>
                <p14:nvPr/>
              </p14:nvContentPartPr>
              <p14:xfrm>
                <a:off x="9015731" y="2420137"/>
                <a:ext cx="321480" cy="1922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86011F0-5A3C-9738-516D-C0F0EBCACD9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009611" y="2414017"/>
                  <a:ext cx="333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F98EBF1-0809-7350-F086-EFE9E0001457}"/>
                    </a:ext>
                  </a:extLst>
                </p14:cNvPr>
                <p14:cNvContentPartPr/>
                <p14:nvPr/>
              </p14:nvContentPartPr>
              <p14:xfrm>
                <a:off x="8520371" y="2353537"/>
                <a:ext cx="11160" cy="410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F98EBF1-0809-7350-F086-EFE9E000145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14251" y="2347417"/>
                  <a:ext cx="2340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AB8C36D3-CAF2-7393-D92D-859D7C9BB61D}"/>
                  </a:ext>
                </a:extLst>
              </p14:cNvPr>
              <p14:cNvContentPartPr/>
              <p14:nvPr/>
            </p14:nvContentPartPr>
            <p14:xfrm>
              <a:off x="6212051" y="2722537"/>
              <a:ext cx="54720" cy="2052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AB8C36D3-CAF2-7393-D92D-859D7C9BB61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205931" y="2716417"/>
                <a:ext cx="669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3668303C-7240-2B38-5B07-1C097E4E1228}"/>
                  </a:ext>
                </a:extLst>
              </p14:cNvPr>
              <p14:cNvContentPartPr/>
              <p14:nvPr/>
            </p14:nvContentPartPr>
            <p14:xfrm>
              <a:off x="10071971" y="2444977"/>
              <a:ext cx="43920" cy="2484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3668303C-7240-2B38-5B07-1C097E4E1228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065851" y="2438857"/>
                <a:ext cx="561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446161C8-A77D-8BD5-9613-65F41C220349}"/>
              </a:ext>
            </a:extLst>
          </p:cNvPr>
          <p:cNvGrpSpPr/>
          <p:nvPr/>
        </p:nvGrpSpPr>
        <p:grpSpPr>
          <a:xfrm>
            <a:off x="9666971" y="1655137"/>
            <a:ext cx="805320" cy="332280"/>
            <a:chOff x="9666971" y="1655137"/>
            <a:chExt cx="8053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48EE05D7-960B-D5E2-47BD-048BA1D8C599}"/>
                    </a:ext>
                  </a:extLst>
                </p14:cNvPr>
                <p14:cNvContentPartPr/>
                <p14:nvPr/>
              </p14:nvContentPartPr>
              <p14:xfrm>
                <a:off x="9666971" y="1821457"/>
                <a:ext cx="426960" cy="1659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48EE05D7-960B-D5E2-47BD-048BA1D8C5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660851" y="1815337"/>
                  <a:ext cx="439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C5B6466-D548-1685-39E4-AC8826FDA759}"/>
                    </a:ext>
                  </a:extLst>
                </p14:cNvPr>
                <p14:cNvContentPartPr/>
                <p14:nvPr/>
              </p14:nvContentPartPr>
              <p14:xfrm>
                <a:off x="10148651" y="1655137"/>
                <a:ext cx="323640" cy="1976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C5B6466-D548-1685-39E4-AC8826FDA75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142531" y="1649017"/>
                  <a:ext cx="335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63C1AC12-1966-0A18-EED0-21A42A43C706}"/>
                    </a:ext>
                  </a:extLst>
                </p14:cNvPr>
                <p14:cNvContentPartPr/>
                <p14:nvPr/>
              </p14:nvContentPartPr>
              <p14:xfrm>
                <a:off x="10126331" y="1828297"/>
                <a:ext cx="11880" cy="302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63C1AC12-1966-0A18-EED0-21A42A43C70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120211" y="1822177"/>
                  <a:ext cx="24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E83AD860-365D-CC89-388A-7DCAA1B399BD}"/>
              </a:ext>
            </a:extLst>
          </p:cNvPr>
          <p:cNvGrpSpPr/>
          <p:nvPr/>
        </p:nvGrpSpPr>
        <p:grpSpPr>
          <a:xfrm>
            <a:off x="5651171" y="1753057"/>
            <a:ext cx="926640" cy="261360"/>
            <a:chOff x="5651171" y="1753057"/>
            <a:chExt cx="92664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321CEA5-091F-A691-9195-333C5EC63FC3}"/>
                    </a:ext>
                  </a:extLst>
                </p14:cNvPr>
                <p14:cNvContentPartPr/>
                <p14:nvPr/>
              </p14:nvContentPartPr>
              <p14:xfrm>
                <a:off x="5651171" y="1753057"/>
                <a:ext cx="162720" cy="2516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321CEA5-091F-A691-9195-333C5EC63FC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45051" y="1746937"/>
                  <a:ext cx="174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3CBA2FA0-02D6-61FE-AF83-45083B31474E}"/>
                    </a:ext>
                  </a:extLst>
                </p14:cNvPr>
                <p14:cNvContentPartPr/>
                <p14:nvPr/>
              </p14:nvContentPartPr>
              <p14:xfrm>
                <a:off x="6060851" y="1756297"/>
                <a:ext cx="173160" cy="2581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3CBA2FA0-02D6-61FE-AF83-45083B31474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54731" y="1750177"/>
                  <a:ext cx="185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9FAD1A4-3476-6438-9C2E-DD9A518B9072}"/>
                    </a:ext>
                  </a:extLst>
                </p14:cNvPr>
                <p14:cNvContentPartPr/>
                <p14:nvPr/>
              </p14:nvContentPartPr>
              <p14:xfrm>
                <a:off x="6418331" y="1906777"/>
                <a:ext cx="137520" cy="50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9FAD1A4-3476-6438-9C2E-DD9A518B907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412211" y="1900657"/>
                  <a:ext cx="149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370BE5A-C732-FC46-4E9A-D067D63CC857}"/>
                    </a:ext>
                  </a:extLst>
                </p14:cNvPr>
                <p14:cNvContentPartPr/>
                <p14:nvPr/>
              </p14:nvContentPartPr>
              <p14:xfrm>
                <a:off x="6414011" y="1948177"/>
                <a:ext cx="163800" cy="370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370BE5A-C732-FC46-4E9A-D067D63CC85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07891" y="1942057"/>
                  <a:ext cx="176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A98976EA-0EEA-1B08-B994-722B7B4F61B7}"/>
                    </a:ext>
                  </a:extLst>
                </p14:cNvPr>
                <p14:cNvContentPartPr/>
                <p14:nvPr/>
              </p14:nvContentPartPr>
              <p14:xfrm>
                <a:off x="5890211" y="1808497"/>
                <a:ext cx="19800" cy="115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A98976EA-0EEA-1B08-B994-722B7B4F61B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84091" y="1802377"/>
                  <a:ext cx="32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38E8F973-2F57-F61B-DF53-1AD48906066B}"/>
              </a:ext>
            </a:extLst>
          </p:cNvPr>
          <p:cNvGrpSpPr/>
          <p:nvPr/>
        </p:nvGrpSpPr>
        <p:grpSpPr>
          <a:xfrm>
            <a:off x="5457851" y="2325817"/>
            <a:ext cx="173880" cy="34200"/>
            <a:chOff x="5457851" y="2325817"/>
            <a:chExt cx="173880" cy="3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7E017749-2BE5-8D41-02B0-71ACC5A1076E}"/>
                    </a:ext>
                  </a:extLst>
                </p14:cNvPr>
                <p14:cNvContentPartPr/>
                <p14:nvPr/>
              </p14:nvContentPartPr>
              <p14:xfrm>
                <a:off x="5609771" y="2333017"/>
                <a:ext cx="21960" cy="72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7E017749-2BE5-8D41-02B0-71ACC5A1076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603651" y="232689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D4138DC4-5F08-5526-FA36-EA6D2E67C076}"/>
                    </a:ext>
                  </a:extLst>
                </p14:cNvPr>
                <p14:cNvContentPartPr/>
                <p14:nvPr/>
              </p14:nvContentPartPr>
              <p14:xfrm>
                <a:off x="5457851" y="2325817"/>
                <a:ext cx="11160" cy="342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D4138DC4-5F08-5526-FA36-EA6D2E67C07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51731" y="2319697"/>
                  <a:ext cx="234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D8095F82-3EF4-AE5F-4931-B52B97CC2297}"/>
              </a:ext>
            </a:extLst>
          </p:cNvPr>
          <p:cNvGrpSpPr/>
          <p:nvPr/>
        </p:nvGrpSpPr>
        <p:grpSpPr>
          <a:xfrm>
            <a:off x="3150611" y="2256337"/>
            <a:ext cx="1045080" cy="559800"/>
            <a:chOff x="3150611" y="2256337"/>
            <a:chExt cx="104508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D5D7A32-0004-C248-DAEC-B1EFFD7A1C54}"/>
                    </a:ext>
                  </a:extLst>
                </p14:cNvPr>
                <p14:cNvContentPartPr/>
                <p14:nvPr/>
              </p14:nvContentPartPr>
              <p14:xfrm>
                <a:off x="3257891" y="2426977"/>
                <a:ext cx="357120" cy="1735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D5D7A32-0004-C248-DAEC-B1EFFD7A1C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51771" y="2420857"/>
                  <a:ext cx="369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DDFBE3A-37AA-15E3-7A5E-E91EAE6EC394}"/>
                    </a:ext>
                  </a:extLst>
                </p14:cNvPr>
                <p14:cNvContentPartPr/>
                <p14:nvPr/>
              </p14:nvContentPartPr>
              <p14:xfrm>
                <a:off x="3399371" y="2523097"/>
                <a:ext cx="172440" cy="1501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DDFBE3A-37AA-15E3-7A5E-E91EAE6EC3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93251" y="2516977"/>
                  <a:ext cx="184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C863AFD7-BD81-2761-39E4-5B4A2C54A0A2}"/>
                    </a:ext>
                  </a:extLst>
                </p14:cNvPr>
                <p14:cNvContentPartPr/>
                <p14:nvPr/>
              </p14:nvContentPartPr>
              <p14:xfrm>
                <a:off x="3658211" y="2525257"/>
                <a:ext cx="139320" cy="482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C863AFD7-BD81-2761-39E4-5B4A2C54A0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652091" y="2519137"/>
                  <a:ext cx="151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D83A4F3F-F650-72FE-E015-8C1993AC4C55}"/>
                    </a:ext>
                  </a:extLst>
                </p14:cNvPr>
                <p14:cNvContentPartPr/>
                <p14:nvPr/>
              </p14:nvContentPartPr>
              <p14:xfrm>
                <a:off x="3756131" y="2556937"/>
                <a:ext cx="30960" cy="1630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D83A4F3F-F650-72FE-E015-8C1993AC4C5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750011" y="2550817"/>
                  <a:ext cx="43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D51285E6-C41B-8427-4E50-5E09D93907D1}"/>
                    </a:ext>
                  </a:extLst>
                </p14:cNvPr>
                <p14:cNvContentPartPr/>
                <p14:nvPr/>
              </p14:nvContentPartPr>
              <p14:xfrm>
                <a:off x="4025051" y="2595817"/>
                <a:ext cx="170640" cy="100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D51285E6-C41B-8427-4E50-5E09D93907D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18931" y="2589697"/>
                  <a:ext cx="18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38496F73-6C3C-CD0D-BF3A-39C6FFC3359E}"/>
                    </a:ext>
                  </a:extLst>
                </p14:cNvPr>
                <p14:cNvContentPartPr/>
                <p14:nvPr/>
              </p14:nvContentPartPr>
              <p14:xfrm>
                <a:off x="4014251" y="2676097"/>
                <a:ext cx="122400" cy="223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38496F73-6C3C-CD0D-BF3A-39C6FFC3359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008131" y="2669977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DDBC675-759C-5A0D-72AB-570EAE99B0A5}"/>
                    </a:ext>
                  </a:extLst>
                </p14:cNvPr>
                <p14:cNvContentPartPr/>
                <p14:nvPr/>
              </p14:nvContentPartPr>
              <p14:xfrm>
                <a:off x="3150611" y="2256337"/>
                <a:ext cx="723960" cy="5598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DDBC675-759C-5A0D-72AB-570EAE99B0A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144491" y="2250217"/>
                  <a:ext cx="736200" cy="57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BE850005-EC54-BAB6-C1CD-07621E1B3343}"/>
              </a:ext>
            </a:extLst>
          </p:cNvPr>
          <p:cNvGrpSpPr/>
          <p:nvPr/>
        </p:nvGrpSpPr>
        <p:grpSpPr>
          <a:xfrm>
            <a:off x="4444811" y="3546577"/>
            <a:ext cx="2080440" cy="612000"/>
            <a:chOff x="4444811" y="3546577"/>
            <a:chExt cx="2080440" cy="61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5EC923FC-7DAF-A34D-A712-2A8F9601733A}"/>
                    </a:ext>
                  </a:extLst>
                </p14:cNvPr>
                <p14:cNvContentPartPr/>
                <p14:nvPr/>
              </p14:nvContentPartPr>
              <p14:xfrm>
                <a:off x="4444811" y="3841777"/>
                <a:ext cx="2080440" cy="784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5EC923FC-7DAF-A34D-A712-2A8F9601733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438691" y="3835657"/>
                  <a:ext cx="2092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E67DB8C8-F852-F7D0-1A14-8E54D29B41DF}"/>
                    </a:ext>
                  </a:extLst>
                </p14:cNvPr>
                <p14:cNvContentPartPr/>
                <p14:nvPr/>
              </p14:nvContentPartPr>
              <p14:xfrm>
                <a:off x="5191451" y="3971737"/>
                <a:ext cx="213480" cy="813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E67DB8C8-F852-F7D0-1A14-8E54D29B41D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85331" y="3965617"/>
                  <a:ext cx="225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923FD830-4EC1-9FE9-A6E5-DDF5E735EDE9}"/>
                    </a:ext>
                  </a:extLst>
                </p14:cNvPr>
                <p14:cNvContentPartPr/>
                <p14:nvPr/>
              </p14:nvContentPartPr>
              <p14:xfrm>
                <a:off x="5155811" y="3951937"/>
                <a:ext cx="351000" cy="1656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923FD830-4EC1-9FE9-A6E5-DDF5E735EDE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49691" y="3945817"/>
                  <a:ext cx="363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81C638D-2403-6C56-B688-C7A7EA12E462}"/>
                    </a:ext>
                  </a:extLst>
                </p14:cNvPr>
                <p14:cNvContentPartPr/>
                <p14:nvPr/>
              </p14:nvContentPartPr>
              <p14:xfrm>
                <a:off x="5609411" y="3939697"/>
                <a:ext cx="183240" cy="1663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81C638D-2403-6C56-B688-C7A7EA12E46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03291" y="3933577"/>
                  <a:ext cx="195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26A8D344-228C-42D6-A32A-6B9D55D1E388}"/>
                    </a:ext>
                  </a:extLst>
                </p14:cNvPr>
                <p14:cNvContentPartPr/>
                <p14:nvPr/>
              </p14:nvContentPartPr>
              <p14:xfrm>
                <a:off x="5825411" y="3995497"/>
                <a:ext cx="342000" cy="16308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26A8D344-228C-42D6-A32A-6B9D55D1E38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819291" y="3989377"/>
                  <a:ext cx="354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B878494-A8D7-4481-AD5A-580990A743A1}"/>
                    </a:ext>
                  </a:extLst>
                </p14:cNvPr>
                <p14:cNvContentPartPr/>
                <p14:nvPr/>
              </p14:nvContentPartPr>
              <p14:xfrm>
                <a:off x="5966171" y="3979657"/>
                <a:ext cx="235440" cy="1623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B878494-A8D7-4481-AD5A-580990A743A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960051" y="3973537"/>
                  <a:ext cx="247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6EF605FD-7819-70E2-7F0A-7BF71F02668F}"/>
                    </a:ext>
                  </a:extLst>
                </p14:cNvPr>
                <p14:cNvContentPartPr/>
                <p14:nvPr/>
              </p14:nvContentPartPr>
              <p14:xfrm>
                <a:off x="5759171" y="3931777"/>
                <a:ext cx="33840" cy="1958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6EF605FD-7819-70E2-7F0A-7BF71F02668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53051" y="3925657"/>
                  <a:ext cx="46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FAD767C-ADF1-19EE-612D-29FF6DD80A69}"/>
                    </a:ext>
                  </a:extLst>
                </p14:cNvPr>
                <p14:cNvContentPartPr/>
                <p14:nvPr/>
              </p14:nvContentPartPr>
              <p14:xfrm>
                <a:off x="5219891" y="3622897"/>
                <a:ext cx="315000" cy="1897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FAD767C-ADF1-19EE-612D-29FF6DD80A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213771" y="3616777"/>
                  <a:ext cx="327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2DE99850-70C8-78EA-8AA2-82E65AEA2511}"/>
                    </a:ext>
                  </a:extLst>
                </p14:cNvPr>
                <p14:cNvContentPartPr/>
                <p14:nvPr/>
              </p14:nvContentPartPr>
              <p14:xfrm>
                <a:off x="5631371" y="3593737"/>
                <a:ext cx="344880" cy="2372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2DE99850-70C8-78EA-8AA2-82E65AEA251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25251" y="3587617"/>
                  <a:ext cx="357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9AA9412D-A503-4C22-3F86-059D6D571D5E}"/>
                    </a:ext>
                  </a:extLst>
                </p14:cNvPr>
                <p14:cNvContentPartPr/>
                <p14:nvPr/>
              </p14:nvContentPartPr>
              <p14:xfrm>
                <a:off x="6189731" y="3594817"/>
                <a:ext cx="324720" cy="1922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9AA9412D-A503-4C22-3F86-059D6D571D5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83611" y="3588697"/>
                  <a:ext cx="33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6822670D-80CE-8E09-E04E-02AC9E57C924}"/>
                    </a:ext>
                  </a:extLst>
                </p14:cNvPr>
                <p14:cNvContentPartPr/>
                <p14:nvPr/>
              </p14:nvContentPartPr>
              <p14:xfrm>
                <a:off x="6331571" y="3546577"/>
                <a:ext cx="128520" cy="1933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6822670D-80CE-8E09-E04E-02AC9E57C9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25451" y="3540457"/>
                  <a:ext cx="140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32CFEF2E-18B1-2432-13B8-715598DBD369}"/>
                    </a:ext>
                  </a:extLst>
                </p14:cNvPr>
                <p14:cNvContentPartPr/>
                <p14:nvPr/>
              </p14:nvContentPartPr>
              <p14:xfrm>
                <a:off x="5857811" y="3563137"/>
                <a:ext cx="117720" cy="19980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32CFEF2E-18B1-2432-13B8-715598DBD3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851691" y="3557017"/>
                  <a:ext cx="12996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46BDB4EA-8BE7-607C-4EC3-C77D953E4E2C}"/>
              </a:ext>
            </a:extLst>
          </p:cNvPr>
          <p:cNvGrpSpPr/>
          <p:nvPr/>
        </p:nvGrpSpPr>
        <p:grpSpPr>
          <a:xfrm>
            <a:off x="7150931" y="3461977"/>
            <a:ext cx="1353960" cy="435240"/>
            <a:chOff x="7150931" y="3461977"/>
            <a:chExt cx="135396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1C40BA8E-0A7F-AE3F-1055-C8943B7A9333}"/>
                    </a:ext>
                  </a:extLst>
                </p14:cNvPr>
                <p14:cNvContentPartPr/>
                <p14:nvPr/>
              </p14:nvContentPartPr>
              <p14:xfrm>
                <a:off x="7194491" y="3695977"/>
                <a:ext cx="277200" cy="298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1C40BA8E-0A7F-AE3F-1055-C8943B7A933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88371" y="3689857"/>
                  <a:ext cx="289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B59BBF8F-9578-E408-75ED-79253ECDC2BF}"/>
                    </a:ext>
                  </a:extLst>
                </p14:cNvPr>
                <p14:cNvContentPartPr/>
                <p14:nvPr/>
              </p14:nvContentPartPr>
              <p14:xfrm>
                <a:off x="7150931" y="3860497"/>
                <a:ext cx="376200" cy="140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B59BBF8F-9578-E408-75ED-79253ECDC2B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44811" y="3854377"/>
                  <a:ext cx="38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C5B4B742-EAA5-B520-A37F-20F17FD70A59}"/>
                    </a:ext>
                  </a:extLst>
                </p14:cNvPr>
                <p14:cNvContentPartPr/>
                <p14:nvPr/>
              </p14:nvContentPartPr>
              <p14:xfrm>
                <a:off x="7689491" y="3593377"/>
                <a:ext cx="270360" cy="2221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C5B4B742-EAA5-B520-A37F-20F17FD70A5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83371" y="3587257"/>
                  <a:ext cx="282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A5035972-FD69-6C2E-54D5-0D5C3C555777}"/>
                    </a:ext>
                  </a:extLst>
                </p14:cNvPr>
                <p14:cNvContentPartPr/>
                <p14:nvPr/>
              </p14:nvContentPartPr>
              <p14:xfrm>
                <a:off x="7679051" y="3666097"/>
                <a:ext cx="324360" cy="2520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A5035972-FD69-6C2E-54D5-0D5C3C55577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672931" y="3659977"/>
                  <a:ext cx="336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3B2A31B7-EA57-BE41-EBD1-2535A7463B77}"/>
                    </a:ext>
                  </a:extLst>
                </p14:cNvPr>
                <p14:cNvContentPartPr/>
                <p14:nvPr/>
              </p14:nvContentPartPr>
              <p14:xfrm>
                <a:off x="7948331" y="3602017"/>
                <a:ext cx="345600" cy="2037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3B2A31B7-EA57-BE41-EBD1-2535A7463B7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942211" y="3595897"/>
                  <a:ext cx="357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33804246-C7DF-32A6-8AA3-746F228B79BD}"/>
                    </a:ext>
                  </a:extLst>
                </p14:cNvPr>
                <p14:cNvContentPartPr/>
                <p14:nvPr/>
              </p14:nvContentPartPr>
              <p14:xfrm>
                <a:off x="7722611" y="3461977"/>
                <a:ext cx="782280" cy="4352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33804246-C7DF-32A6-8AA3-746F228B79B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16491" y="3455857"/>
                  <a:ext cx="794520" cy="44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E3F18C97-1E34-6824-5DD0-C95B9F9F7F71}"/>
                  </a:ext>
                </a:extLst>
              </p14:cNvPr>
              <p14:cNvContentPartPr/>
              <p14:nvPr/>
            </p14:nvContentPartPr>
            <p14:xfrm>
              <a:off x="8604971" y="3674737"/>
              <a:ext cx="322560" cy="25920"/>
            </p14:xfrm>
          </p:contentPart>
        </mc:Choice>
        <mc:Fallback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E3F18C97-1E34-6824-5DD0-C95B9F9F7F71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8598851" y="3668617"/>
                <a:ext cx="334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3A8926C8-20DC-5553-C08C-1D2494E1EB35}"/>
                  </a:ext>
                </a:extLst>
              </p14:cNvPr>
              <p14:cNvContentPartPr/>
              <p14:nvPr/>
            </p14:nvContentPartPr>
            <p14:xfrm>
              <a:off x="8615771" y="3792097"/>
              <a:ext cx="291600" cy="1404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3A8926C8-20DC-5553-C08C-1D2494E1EB35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609651" y="3785977"/>
                <a:ext cx="3038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740BB394-B953-BF18-2644-4410E0AAA023}"/>
                  </a:ext>
                </a:extLst>
              </p14:cNvPr>
              <p14:cNvContentPartPr/>
              <p14:nvPr/>
            </p14:nvContentPartPr>
            <p14:xfrm>
              <a:off x="2214611" y="1682857"/>
              <a:ext cx="1052280" cy="7740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740BB394-B953-BF18-2644-4410E0AAA023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208491" y="1676737"/>
                <a:ext cx="106452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D7A1A19A-EA0A-C917-245E-382C273A658C}"/>
              </a:ext>
            </a:extLst>
          </p:cNvPr>
          <p:cNvGrpSpPr/>
          <p:nvPr/>
        </p:nvGrpSpPr>
        <p:grpSpPr>
          <a:xfrm>
            <a:off x="749771" y="1858177"/>
            <a:ext cx="932760" cy="41760"/>
            <a:chOff x="749771" y="1858177"/>
            <a:chExt cx="93276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40B68978-5262-E6C7-1713-3B9BBBD90F7C}"/>
                    </a:ext>
                  </a:extLst>
                </p14:cNvPr>
                <p14:cNvContentPartPr/>
                <p14:nvPr/>
              </p14:nvContentPartPr>
              <p14:xfrm>
                <a:off x="1039211" y="1894897"/>
                <a:ext cx="21960" cy="50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40B68978-5262-E6C7-1713-3B9BBBD90F7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3091" y="1888777"/>
                  <a:ext cx="342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CFD5114-86B6-763E-CE5D-B05FD3D0CB09}"/>
                    </a:ext>
                  </a:extLst>
                </p14:cNvPr>
                <p14:cNvContentPartPr/>
                <p14:nvPr/>
              </p14:nvContentPartPr>
              <p14:xfrm>
                <a:off x="749771" y="1858177"/>
                <a:ext cx="932760" cy="3600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CFD5114-86B6-763E-CE5D-B05FD3D0CB0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43651" y="1852057"/>
                  <a:ext cx="9450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525D273E-F92C-DAC2-1028-B60F2FDE39B5}"/>
              </a:ext>
            </a:extLst>
          </p:cNvPr>
          <p:cNvGrpSpPr/>
          <p:nvPr/>
        </p:nvGrpSpPr>
        <p:grpSpPr>
          <a:xfrm>
            <a:off x="5533451" y="4419577"/>
            <a:ext cx="518040" cy="365400"/>
            <a:chOff x="5533451" y="4419577"/>
            <a:chExt cx="5180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29570AE-77D3-891C-29D9-80F87A7A1371}"/>
                    </a:ext>
                  </a:extLst>
                </p14:cNvPr>
                <p14:cNvContentPartPr/>
                <p14:nvPr/>
              </p14:nvContentPartPr>
              <p14:xfrm>
                <a:off x="5533451" y="4419577"/>
                <a:ext cx="77400" cy="36540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29570AE-77D3-891C-29D9-80F87A7A137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527331" y="4413457"/>
                  <a:ext cx="896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C81BE93-CAC3-337A-C3A1-B23AECA604B7}"/>
                    </a:ext>
                  </a:extLst>
                </p14:cNvPr>
                <p14:cNvContentPartPr/>
                <p14:nvPr/>
              </p14:nvContentPartPr>
              <p14:xfrm>
                <a:off x="5599331" y="4472137"/>
                <a:ext cx="151560" cy="1238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C81BE93-CAC3-337A-C3A1-B23AECA604B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593211" y="4466017"/>
                  <a:ext cx="163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1A32EAA-2E4C-5CEF-C42E-4AE6DADF0870}"/>
                    </a:ext>
                  </a:extLst>
                </p14:cNvPr>
                <p14:cNvContentPartPr/>
                <p14:nvPr/>
              </p14:nvContentPartPr>
              <p14:xfrm>
                <a:off x="5827931" y="4614697"/>
                <a:ext cx="169200" cy="183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1A32EAA-2E4C-5CEF-C42E-4AE6DADF087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821811" y="4608577"/>
                  <a:ext cx="181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48710A24-8F8A-B41D-E0E8-F064338D00F0}"/>
                    </a:ext>
                  </a:extLst>
                </p14:cNvPr>
                <p14:cNvContentPartPr/>
                <p14:nvPr/>
              </p14:nvContentPartPr>
              <p14:xfrm>
                <a:off x="5868611" y="4657177"/>
                <a:ext cx="182880" cy="1512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48710A24-8F8A-B41D-E0E8-F064338D00F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62491" y="4651057"/>
                  <a:ext cx="19512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ECA3F3BC-035B-37AC-9278-F7A78A258DF8}"/>
                  </a:ext>
                </a:extLst>
              </p14:cNvPr>
              <p14:cNvContentPartPr/>
              <p14:nvPr/>
            </p14:nvContentPartPr>
            <p14:xfrm>
              <a:off x="6655211" y="4599937"/>
              <a:ext cx="21960" cy="14400"/>
            </p14:xfrm>
          </p:contentPart>
        </mc:Choice>
        <mc:Fallback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ECA3F3BC-035B-37AC-9278-F7A78A258DF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6649091" y="4593817"/>
                <a:ext cx="34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9C82ED49-A389-77AE-AC3E-B0C09C1BA8D1}"/>
                  </a:ext>
                </a:extLst>
              </p14:cNvPr>
              <p14:cNvContentPartPr/>
              <p14:nvPr/>
            </p14:nvContentPartPr>
            <p14:xfrm>
              <a:off x="9769931" y="3675097"/>
              <a:ext cx="33480" cy="15480"/>
            </p14:xfrm>
          </p:contentPart>
        </mc:Choice>
        <mc:Fallback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9C82ED49-A389-77AE-AC3E-B0C09C1BA8D1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9763811" y="3668977"/>
                <a:ext cx="4572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E87421D8-EB92-BF79-00AB-72A2366172D5}"/>
              </a:ext>
            </a:extLst>
          </p:cNvPr>
          <p:cNvGrpSpPr/>
          <p:nvPr/>
        </p:nvGrpSpPr>
        <p:grpSpPr>
          <a:xfrm>
            <a:off x="6577811" y="4435057"/>
            <a:ext cx="1101600" cy="320040"/>
            <a:chOff x="6577811" y="4435057"/>
            <a:chExt cx="11016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C5BBB48B-1D2B-E610-DAD1-FEB654207B17}"/>
                    </a:ext>
                  </a:extLst>
                </p14:cNvPr>
                <p14:cNvContentPartPr/>
                <p14:nvPr/>
              </p14:nvContentPartPr>
              <p14:xfrm>
                <a:off x="6577811" y="4435057"/>
                <a:ext cx="284040" cy="3200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C5BBB48B-1D2B-E610-DAD1-FEB654207B1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571691" y="4428937"/>
                  <a:ext cx="2962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4F1F235-0DD0-318F-9756-A6BA4695DFC9}"/>
                    </a:ext>
                  </a:extLst>
                </p14:cNvPr>
                <p14:cNvContentPartPr/>
                <p14:nvPr/>
              </p14:nvContentPartPr>
              <p14:xfrm>
                <a:off x="6977411" y="4535137"/>
                <a:ext cx="318960" cy="1569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4F1F235-0DD0-318F-9756-A6BA4695DFC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971291" y="4529017"/>
                  <a:ext cx="331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DBC16607-3329-DA9F-316E-23E129583E3B}"/>
                    </a:ext>
                  </a:extLst>
                </p14:cNvPr>
                <p14:cNvContentPartPr/>
                <p14:nvPr/>
              </p14:nvContentPartPr>
              <p14:xfrm>
                <a:off x="7496531" y="4603177"/>
                <a:ext cx="172080" cy="1144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DBC16607-3329-DA9F-316E-23E129583E3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490411" y="4597057"/>
                  <a:ext cx="184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4BDD9BC4-EDDD-F562-8297-60F638C2B022}"/>
                    </a:ext>
                  </a:extLst>
                </p14:cNvPr>
                <p14:cNvContentPartPr/>
                <p14:nvPr/>
              </p14:nvContentPartPr>
              <p14:xfrm>
                <a:off x="7496531" y="4676617"/>
                <a:ext cx="182880" cy="410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4BDD9BC4-EDDD-F562-8297-60F638C2B02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90411" y="4670497"/>
                  <a:ext cx="1951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74542164-6018-5A38-FFAF-69D99E6F3A7B}"/>
              </a:ext>
            </a:extLst>
          </p:cNvPr>
          <p:cNvGrpSpPr/>
          <p:nvPr/>
        </p:nvGrpSpPr>
        <p:grpSpPr>
          <a:xfrm>
            <a:off x="8207171" y="4468897"/>
            <a:ext cx="1281240" cy="263880"/>
            <a:chOff x="8207171" y="4468897"/>
            <a:chExt cx="128124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46E8006F-A2FA-E6E8-4414-CC3314F79FD2}"/>
                    </a:ext>
                  </a:extLst>
                </p14:cNvPr>
                <p14:cNvContentPartPr/>
                <p14:nvPr/>
              </p14:nvContentPartPr>
              <p14:xfrm>
                <a:off x="8207171" y="4468897"/>
                <a:ext cx="237240" cy="2638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46E8006F-A2FA-E6E8-4414-CC3314F79FD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201051" y="4462777"/>
                  <a:ext cx="249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ADC9EA8F-F548-C0DB-4027-21843F5CE1ED}"/>
                    </a:ext>
                  </a:extLst>
                </p14:cNvPr>
                <p14:cNvContentPartPr/>
                <p14:nvPr/>
              </p14:nvContentPartPr>
              <p14:xfrm>
                <a:off x="8488331" y="4554577"/>
                <a:ext cx="235080" cy="1044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ADC9EA8F-F548-C0DB-4027-21843F5CE1E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482211" y="4548457"/>
                  <a:ext cx="247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0CF01630-DB2C-8017-B029-D020B3B6965E}"/>
                    </a:ext>
                  </a:extLst>
                </p14:cNvPr>
                <p14:cNvContentPartPr/>
                <p14:nvPr/>
              </p14:nvContentPartPr>
              <p14:xfrm>
                <a:off x="8854091" y="4552777"/>
                <a:ext cx="173160" cy="10548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0CF01630-DB2C-8017-B029-D020B3B6965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847971" y="4546657"/>
                  <a:ext cx="185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F3775768-3FD9-77EF-33A3-CE1A1E330082}"/>
                    </a:ext>
                  </a:extLst>
                </p14:cNvPr>
                <p14:cNvContentPartPr/>
                <p14:nvPr/>
              </p14:nvContentPartPr>
              <p14:xfrm>
                <a:off x="9093491" y="4522897"/>
                <a:ext cx="159480" cy="9216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F3775768-3FD9-77EF-33A3-CE1A1E33008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087371" y="4516777"/>
                  <a:ext cx="1717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AB1EE1D3-A0CF-7B18-D168-216E481168F4}"/>
                    </a:ext>
                  </a:extLst>
                </p14:cNvPr>
                <p14:cNvContentPartPr/>
                <p14:nvPr/>
              </p14:nvContentPartPr>
              <p14:xfrm>
                <a:off x="9338651" y="4502017"/>
                <a:ext cx="149760" cy="10872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AB1EE1D3-A0CF-7B18-D168-216E481168F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332531" y="4495897"/>
                  <a:ext cx="16200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292FED97-3492-4B2C-2965-3F41FACB5CC7}"/>
              </a:ext>
            </a:extLst>
          </p:cNvPr>
          <p:cNvGrpSpPr/>
          <p:nvPr/>
        </p:nvGrpSpPr>
        <p:grpSpPr>
          <a:xfrm>
            <a:off x="9241091" y="3375577"/>
            <a:ext cx="1885680" cy="581400"/>
            <a:chOff x="9241091" y="3375577"/>
            <a:chExt cx="188568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EA78AB0F-F95D-2C06-BEA1-C199EC19547F}"/>
                    </a:ext>
                  </a:extLst>
                </p14:cNvPr>
                <p14:cNvContentPartPr/>
                <p14:nvPr/>
              </p14:nvContentPartPr>
              <p14:xfrm>
                <a:off x="9241091" y="3509857"/>
                <a:ext cx="131400" cy="34416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EA78AB0F-F95D-2C06-BEA1-C199EC19547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234971" y="3503737"/>
                  <a:ext cx="1436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DAD63B4B-B709-E4E3-D2AB-883400B12BB8}"/>
                    </a:ext>
                  </a:extLst>
                </p14:cNvPr>
                <p14:cNvContentPartPr/>
                <p14:nvPr/>
              </p14:nvContentPartPr>
              <p14:xfrm>
                <a:off x="9446291" y="3548737"/>
                <a:ext cx="258840" cy="2570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DAD63B4B-B709-E4E3-D2AB-883400B12BB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440171" y="3542617"/>
                  <a:ext cx="2710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ABCFF962-7119-77B6-CF37-3B66581021EA}"/>
                    </a:ext>
                  </a:extLst>
                </p14:cNvPr>
                <p14:cNvContentPartPr/>
                <p14:nvPr/>
              </p14:nvContentPartPr>
              <p14:xfrm>
                <a:off x="9768131" y="3595177"/>
                <a:ext cx="227880" cy="1645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ABCFF962-7119-77B6-CF37-3B66581021E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62011" y="3589057"/>
                  <a:ext cx="240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3DB1B5CB-F26F-BFED-9500-662BAD677018}"/>
                    </a:ext>
                  </a:extLst>
                </p14:cNvPr>
                <p14:cNvContentPartPr/>
                <p14:nvPr/>
              </p14:nvContentPartPr>
              <p14:xfrm>
                <a:off x="10071971" y="3638377"/>
                <a:ext cx="311760" cy="4248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3DB1B5CB-F26F-BFED-9500-662BAD67701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65851" y="3632257"/>
                  <a:ext cx="324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13D3C6A-2C20-C4BD-B9C1-4047BE33BF84}"/>
                    </a:ext>
                  </a:extLst>
                </p14:cNvPr>
                <p14:cNvContentPartPr/>
                <p14:nvPr/>
              </p14:nvContentPartPr>
              <p14:xfrm>
                <a:off x="10222091" y="3569977"/>
                <a:ext cx="54720" cy="1400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13D3C6A-2C20-C4BD-B9C1-4047BE33BF8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215971" y="3563857"/>
                  <a:ext cx="66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5E1D2ADE-BE13-6DD5-41F5-6C5EFB2043B7}"/>
                    </a:ext>
                  </a:extLst>
                </p14:cNvPr>
                <p14:cNvContentPartPr/>
                <p14:nvPr/>
              </p14:nvContentPartPr>
              <p14:xfrm>
                <a:off x="10440611" y="3586177"/>
                <a:ext cx="225720" cy="16560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5E1D2ADE-BE13-6DD5-41F5-6C5EFB2043B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434491" y="3580057"/>
                  <a:ext cx="237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2D904802-E9C5-7E0E-6973-935019E9FBC0}"/>
                    </a:ext>
                  </a:extLst>
                </p14:cNvPr>
                <p14:cNvContentPartPr/>
                <p14:nvPr/>
              </p14:nvContentPartPr>
              <p14:xfrm>
                <a:off x="10687931" y="3611017"/>
                <a:ext cx="139320" cy="1173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2D904802-E9C5-7E0E-6973-935019E9FBC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81811" y="3604897"/>
                  <a:ext cx="151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84915981-B345-4C1D-BAD8-1A8E0481110B}"/>
                    </a:ext>
                  </a:extLst>
                </p14:cNvPr>
                <p14:cNvContentPartPr/>
                <p14:nvPr/>
              </p14:nvContentPartPr>
              <p14:xfrm>
                <a:off x="10848131" y="3533617"/>
                <a:ext cx="278640" cy="3765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84915981-B345-4C1D-BAD8-1A8E0481110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842011" y="3527497"/>
                  <a:ext cx="2908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863F0FDB-351B-643B-C09A-0D51A555B499}"/>
                    </a:ext>
                  </a:extLst>
                </p14:cNvPr>
                <p14:cNvContentPartPr/>
                <p14:nvPr/>
              </p14:nvContentPartPr>
              <p14:xfrm>
                <a:off x="9296171" y="3456937"/>
                <a:ext cx="732960" cy="50004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863F0FDB-351B-643B-C09A-0D51A555B49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90051" y="3450817"/>
                  <a:ext cx="7452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BBEB4D41-9AE7-A9FD-795C-44F1B4A1C990}"/>
                    </a:ext>
                  </a:extLst>
                </p14:cNvPr>
                <p14:cNvContentPartPr/>
                <p14:nvPr/>
              </p14:nvContentPartPr>
              <p14:xfrm>
                <a:off x="10385171" y="3375577"/>
                <a:ext cx="690120" cy="45036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BBEB4D41-9AE7-A9FD-795C-44F1B4A1C99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379051" y="3369457"/>
                  <a:ext cx="70236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00FC7700-B3B8-C71E-5F3F-DC57F52A9FCD}"/>
              </a:ext>
            </a:extLst>
          </p:cNvPr>
          <p:cNvGrpSpPr/>
          <p:nvPr/>
        </p:nvGrpSpPr>
        <p:grpSpPr>
          <a:xfrm>
            <a:off x="9780731" y="4511017"/>
            <a:ext cx="1187280" cy="197640"/>
            <a:chOff x="9780731" y="4511017"/>
            <a:chExt cx="11872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FBB8246A-6B7E-C32E-7F25-595FBBE9E880}"/>
                    </a:ext>
                  </a:extLst>
                </p14:cNvPr>
                <p14:cNvContentPartPr/>
                <p14:nvPr/>
              </p14:nvContentPartPr>
              <p14:xfrm>
                <a:off x="9780731" y="4596337"/>
                <a:ext cx="259920" cy="2376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FBB8246A-6B7E-C32E-7F25-595FBBE9E88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774611" y="4590217"/>
                  <a:ext cx="272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F4739BCA-F7CD-1FA1-B758-66486C08CFBE}"/>
                    </a:ext>
                  </a:extLst>
                </p14:cNvPr>
                <p14:cNvContentPartPr/>
                <p14:nvPr/>
              </p14:nvContentPartPr>
              <p14:xfrm>
                <a:off x="9878651" y="4529737"/>
                <a:ext cx="84960" cy="17892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F4739BCA-F7CD-1FA1-B758-66486C08CFB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72531" y="4523617"/>
                  <a:ext cx="97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2215BEB6-DF97-7E19-3D85-0964BAEAE812}"/>
                    </a:ext>
                  </a:extLst>
                </p14:cNvPr>
                <p14:cNvContentPartPr/>
                <p14:nvPr/>
              </p14:nvContentPartPr>
              <p14:xfrm>
                <a:off x="10180691" y="4511017"/>
                <a:ext cx="183600" cy="1594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2215BEB6-DF97-7E19-3D85-0964BAEAE81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174571" y="4504897"/>
                  <a:ext cx="195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7B3286F8-9AF6-70D8-81C2-3F20F35C7A5F}"/>
                    </a:ext>
                  </a:extLst>
                </p14:cNvPr>
                <p14:cNvContentPartPr/>
                <p14:nvPr/>
              </p14:nvContentPartPr>
              <p14:xfrm>
                <a:off x="10375091" y="4536577"/>
                <a:ext cx="242280" cy="16560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7B3286F8-9AF6-70D8-81C2-3F20F35C7A5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68971" y="4530457"/>
                  <a:ext cx="254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4745A55D-4780-DA57-D3A7-4909A2339BB4}"/>
                    </a:ext>
                  </a:extLst>
                </p14:cNvPr>
                <p14:cNvContentPartPr/>
                <p14:nvPr/>
              </p14:nvContentPartPr>
              <p14:xfrm>
                <a:off x="10869731" y="4513897"/>
                <a:ext cx="87120" cy="1400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4745A55D-4780-DA57-D3A7-4909A2339BB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63611" y="4507777"/>
                  <a:ext cx="99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1D5684BF-21F0-B95B-F48F-71AF8BB92B1B}"/>
                    </a:ext>
                  </a:extLst>
                </p14:cNvPr>
                <p14:cNvContentPartPr/>
                <p14:nvPr/>
              </p14:nvContentPartPr>
              <p14:xfrm>
                <a:off x="10782971" y="4587337"/>
                <a:ext cx="185040" cy="5724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1D5684BF-21F0-B95B-F48F-71AF8BB92B1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776851" y="4581217"/>
                  <a:ext cx="19728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7E68999B-D59A-D015-7580-67D7C674F06D}"/>
                  </a:ext>
                </a:extLst>
              </p14:cNvPr>
              <p14:cNvContentPartPr/>
              <p14:nvPr/>
            </p14:nvContentPartPr>
            <p14:xfrm>
              <a:off x="11171771" y="4511017"/>
              <a:ext cx="116280" cy="15660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7E68999B-D59A-D015-7580-67D7C674F06D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1165651" y="4504897"/>
                <a:ext cx="1285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E4D9D4D6-5579-D0C4-B12B-E0DF9D0CE7AF}"/>
                  </a:ext>
                </a:extLst>
              </p14:cNvPr>
              <p14:cNvContentPartPr/>
              <p14:nvPr/>
            </p14:nvContentPartPr>
            <p14:xfrm>
              <a:off x="11355011" y="4587337"/>
              <a:ext cx="87120" cy="95040"/>
            </p14:xfrm>
          </p:contentPart>
        </mc:Choice>
        <mc:Fallback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E4D9D4D6-5579-D0C4-B12B-E0DF9D0CE7A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1348891" y="4581217"/>
                <a:ext cx="993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Agrupar 201">
            <a:extLst>
              <a:ext uri="{FF2B5EF4-FFF2-40B4-BE49-F238E27FC236}">
                <a16:creationId xmlns:a16="http://schemas.microsoft.com/office/drawing/2014/main" id="{CEEF5652-855F-0F36-DCB0-5BFB16E6DB4B}"/>
              </a:ext>
            </a:extLst>
          </p:cNvPr>
          <p:cNvGrpSpPr/>
          <p:nvPr/>
        </p:nvGrpSpPr>
        <p:grpSpPr>
          <a:xfrm>
            <a:off x="11559491" y="4587337"/>
            <a:ext cx="530640" cy="107640"/>
            <a:chOff x="11559491" y="4587337"/>
            <a:chExt cx="53064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999707CD-C156-65BF-AFDB-33191290FE72}"/>
                    </a:ext>
                  </a:extLst>
                </p14:cNvPr>
                <p14:cNvContentPartPr/>
                <p14:nvPr/>
              </p14:nvContentPartPr>
              <p14:xfrm>
                <a:off x="11559491" y="4597777"/>
                <a:ext cx="130320" cy="972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999707CD-C156-65BF-AFDB-33191290FE7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553371" y="4591657"/>
                  <a:ext cx="142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BF1C95EE-6148-4F74-04D8-5EA218BD0A93}"/>
                    </a:ext>
                  </a:extLst>
                </p14:cNvPr>
                <p14:cNvContentPartPr/>
                <p14:nvPr/>
              </p14:nvContentPartPr>
              <p14:xfrm>
                <a:off x="11787371" y="4603177"/>
                <a:ext cx="107280" cy="7236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BF1C95EE-6148-4F74-04D8-5EA218BD0A9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781251" y="4597057"/>
                  <a:ext cx="119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18D907B4-3C08-022D-CB1C-9B260BC27716}"/>
                    </a:ext>
                  </a:extLst>
                </p14:cNvPr>
                <p14:cNvContentPartPr/>
                <p14:nvPr/>
              </p14:nvContentPartPr>
              <p14:xfrm>
                <a:off x="11958731" y="4587337"/>
                <a:ext cx="131400" cy="8352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18D907B4-3C08-022D-CB1C-9B260BC2771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952611" y="4581217"/>
                  <a:ext cx="14364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5491B000-3AA2-C8BB-018C-8FC80BDF8FB8}"/>
              </a:ext>
            </a:extLst>
          </p:cNvPr>
          <p:cNvGrpSpPr/>
          <p:nvPr/>
        </p:nvGrpSpPr>
        <p:grpSpPr>
          <a:xfrm>
            <a:off x="5847011" y="5195737"/>
            <a:ext cx="226080" cy="113040"/>
            <a:chOff x="5847011" y="5195737"/>
            <a:chExt cx="22608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9A184460-AA98-51DD-D260-7566DA67BE52}"/>
                    </a:ext>
                  </a:extLst>
                </p14:cNvPr>
                <p14:cNvContentPartPr/>
                <p14:nvPr/>
              </p14:nvContentPartPr>
              <p14:xfrm>
                <a:off x="5847011" y="5195737"/>
                <a:ext cx="226080" cy="5796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9A184460-AA98-51DD-D260-7566DA67BE5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840891" y="5189617"/>
                  <a:ext cx="238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4F719B4A-F47B-35DD-AE35-E293C5D2E295}"/>
                    </a:ext>
                  </a:extLst>
                </p14:cNvPr>
                <p14:cNvContentPartPr/>
                <p14:nvPr/>
              </p14:nvContentPartPr>
              <p14:xfrm>
                <a:off x="5868611" y="5295097"/>
                <a:ext cx="182880" cy="1368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4F719B4A-F47B-35DD-AE35-E293C5D2E29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862491" y="5288977"/>
                  <a:ext cx="1951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Agrupar 221">
            <a:extLst>
              <a:ext uri="{FF2B5EF4-FFF2-40B4-BE49-F238E27FC236}">
                <a16:creationId xmlns:a16="http://schemas.microsoft.com/office/drawing/2014/main" id="{8E59244B-11EA-E1BB-D36F-762F61BCB5F0}"/>
              </a:ext>
            </a:extLst>
          </p:cNvPr>
          <p:cNvGrpSpPr/>
          <p:nvPr/>
        </p:nvGrpSpPr>
        <p:grpSpPr>
          <a:xfrm>
            <a:off x="9026531" y="5306257"/>
            <a:ext cx="335520" cy="158760"/>
            <a:chOff x="9026531" y="5306257"/>
            <a:chExt cx="33552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9A06C77E-C748-20D0-FECB-F3A9441A507D}"/>
                    </a:ext>
                  </a:extLst>
                </p14:cNvPr>
                <p14:cNvContentPartPr/>
                <p14:nvPr/>
              </p14:nvContentPartPr>
              <p14:xfrm>
                <a:off x="9143891" y="5313097"/>
                <a:ext cx="54720" cy="1224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9A06C77E-C748-20D0-FECB-F3A9441A507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37771" y="5306977"/>
                  <a:ext cx="66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EB5C83EC-2C25-D10B-8D34-310102362E66}"/>
                    </a:ext>
                  </a:extLst>
                </p14:cNvPr>
                <p14:cNvContentPartPr/>
                <p14:nvPr/>
              </p14:nvContentPartPr>
              <p14:xfrm>
                <a:off x="9026531" y="5331097"/>
                <a:ext cx="335520" cy="3024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EB5C83EC-2C25-D10B-8D34-310102362E6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020411" y="5324977"/>
                  <a:ext cx="347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41B6B43F-BB9F-710D-22DB-95AA67894C61}"/>
                    </a:ext>
                  </a:extLst>
                </p14:cNvPr>
                <p14:cNvContentPartPr/>
                <p14:nvPr/>
              </p14:nvContentPartPr>
              <p14:xfrm>
                <a:off x="9187451" y="5306257"/>
                <a:ext cx="163440" cy="15876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41B6B43F-BB9F-710D-22DB-95AA67894C6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181331" y="5300137"/>
                  <a:ext cx="1756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Agrupar 232">
            <a:extLst>
              <a:ext uri="{FF2B5EF4-FFF2-40B4-BE49-F238E27FC236}">
                <a16:creationId xmlns:a16="http://schemas.microsoft.com/office/drawing/2014/main" id="{AF2B48F5-DCB8-C41A-DB4F-75D37EA19EEE}"/>
              </a:ext>
            </a:extLst>
          </p:cNvPr>
          <p:cNvGrpSpPr/>
          <p:nvPr/>
        </p:nvGrpSpPr>
        <p:grpSpPr>
          <a:xfrm>
            <a:off x="5749091" y="5929417"/>
            <a:ext cx="452520" cy="105480"/>
            <a:chOff x="5749091" y="5929417"/>
            <a:chExt cx="4525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D7A1EACB-BDC7-DC12-6F84-B920AED1991E}"/>
                    </a:ext>
                  </a:extLst>
                </p14:cNvPr>
                <p14:cNvContentPartPr/>
                <p14:nvPr/>
              </p14:nvContentPartPr>
              <p14:xfrm>
                <a:off x="5749091" y="5929417"/>
                <a:ext cx="291600" cy="3708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D7A1EACB-BDC7-DC12-6F84-B920AED1991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42971" y="5923297"/>
                  <a:ext cx="30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0E903002-A243-EEE2-A1C7-E96E957C1125}"/>
                    </a:ext>
                  </a:extLst>
                </p14:cNvPr>
                <p14:cNvContentPartPr/>
                <p14:nvPr/>
              </p14:nvContentPartPr>
              <p14:xfrm>
                <a:off x="5847011" y="6029857"/>
                <a:ext cx="354600" cy="504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0E903002-A243-EEE2-A1C7-E96E957C112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840891" y="6023737"/>
                  <a:ext cx="36684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B3FCA558-54E4-7CB3-ECD1-ABD9FB3C06EA}"/>
              </a:ext>
            </a:extLst>
          </p:cNvPr>
          <p:cNvGrpSpPr/>
          <p:nvPr/>
        </p:nvGrpSpPr>
        <p:grpSpPr>
          <a:xfrm>
            <a:off x="6698771" y="5101777"/>
            <a:ext cx="1649520" cy="268920"/>
            <a:chOff x="6698771" y="5101777"/>
            <a:chExt cx="164952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4A01AF85-0C92-86EB-3648-278CDEDCE3CD}"/>
                    </a:ext>
                  </a:extLst>
                </p14:cNvPr>
                <p14:cNvContentPartPr/>
                <p14:nvPr/>
              </p14:nvContentPartPr>
              <p14:xfrm>
                <a:off x="6698771" y="5101777"/>
                <a:ext cx="237240" cy="25452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4A01AF85-0C92-86EB-3648-278CDEDCE3C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692651" y="5095657"/>
                  <a:ext cx="249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7A83B5B7-B35A-E68D-120A-0F0092ED4435}"/>
                    </a:ext>
                  </a:extLst>
                </p14:cNvPr>
                <p14:cNvContentPartPr/>
                <p14:nvPr/>
              </p14:nvContentPartPr>
              <p14:xfrm>
                <a:off x="7009451" y="5161537"/>
                <a:ext cx="239400" cy="1886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7A83B5B7-B35A-E68D-120A-0F0092ED443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003331" y="5155417"/>
                  <a:ext cx="251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18459052-D4B0-2A57-3011-310ECED3B6C0}"/>
                    </a:ext>
                  </a:extLst>
                </p14:cNvPr>
                <p14:cNvContentPartPr/>
                <p14:nvPr/>
              </p14:nvContentPartPr>
              <p14:xfrm>
                <a:off x="7321931" y="5173057"/>
                <a:ext cx="204120" cy="16992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18459052-D4B0-2A57-3011-310ECED3B6C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315811" y="5166937"/>
                  <a:ext cx="216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B485B25E-7018-8E89-52B1-EBC7C7AAECF6}"/>
                    </a:ext>
                  </a:extLst>
                </p14:cNvPr>
                <p14:cNvContentPartPr/>
                <p14:nvPr/>
              </p14:nvContentPartPr>
              <p14:xfrm>
                <a:off x="7667171" y="5173057"/>
                <a:ext cx="195120" cy="1522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B485B25E-7018-8E89-52B1-EBC7C7AAECF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661051" y="5166937"/>
                  <a:ext cx="207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9F2E2771-965B-81A4-7A71-FF73BE6DF79E}"/>
                    </a:ext>
                  </a:extLst>
                </p14:cNvPr>
                <p14:cNvContentPartPr/>
                <p14:nvPr/>
              </p14:nvContentPartPr>
              <p14:xfrm>
                <a:off x="7904051" y="5191777"/>
                <a:ext cx="195480" cy="11052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9F2E2771-965B-81A4-7A71-FF73BE6DF79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97931" y="5185657"/>
                  <a:ext cx="207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3E3520E4-4ADA-89E8-E89F-AE9CB174258D}"/>
                    </a:ext>
                  </a:extLst>
                </p14:cNvPr>
                <p14:cNvContentPartPr/>
                <p14:nvPr/>
              </p14:nvContentPartPr>
              <p14:xfrm>
                <a:off x="8140571" y="5155417"/>
                <a:ext cx="207720" cy="1663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3E3520E4-4ADA-89E8-E89F-AE9CB174258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34451" y="5149297"/>
                  <a:ext cx="219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322A00EC-37D6-BEE3-3A48-E11C7D026A55}"/>
                    </a:ext>
                  </a:extLst>
                </p14:cNvPr>
                <p14:cNvContentPartPr/>
                <p14:nvPr/>
              </p14:nvContentPartPr>
              <p14:xfrm>
                <a:off x="6979211" y="5354497"/>
                <a:ext cx="74160" cy="1620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322A00EC-37D6-BEE3-3A48-E11C7D026A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973091" y="5348377"/>
                  <a:ext cx="86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C2733BCC-7FB0-30BE-82A4-5C28EBC4D359}"/>
              </a:ext>
            </a:extLst>
          </p:cNvPr>
          <p:cNvGrpSpPr/>
          <p:nvPr/>
        </p:nvGrpSpPr>
        <p:grpSpPr>
          <a:xfrm>
            <a:off x="9630251" y="5174137"/>
            <a:ext cx="1823400" cy="267120"/>
            <a:chOff x="9630251" y="5174137"/>
            <a:chExt cx="182340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907BD2C7-777C-CD7A-38C8-44C1B4143FA8}"/>
                    </a:ext>
                  </a:extLst>
                </p14:cNvPr>
                <p14:cNvContentPartPr/>
                <p14:nvPr/>
              </p14:nvContentPartPr>
              <p14:xfrm>
                <a:off x="9630251" y="5174857"/>
                <a:ext cx="129240" cy="26640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907BD2C7-777C-CD7A-38C8-44C1B4143FA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624131" y="5168737"/>
                  <a:ext cx="141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AA59AF48-E49C-A85E-E503-2EA32A2DC2E8}"/>
                    </a:ext>
                  </a:extLst>
                </p14:cNvPr>
                <p14:cNvContentPartPr/>
                <p14:nvPr/>
              </p14:nvContentPartPr>
              <p14:xfrm>
                <a:off x="9900251" y="5215897"/>
                <a:ext cx="140760" cy="19548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AA59AF48-E49C-A85E-E503-2EA32A2DC2E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894131" y="5209777"/>
                  <a:ext cx="153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1183FB7E-DED9-689C-00C9-E00D1EFEE095}"/>
                    </a:ext>
                  </a:extLst>
                </p14:cNvPr>
                <p14:cNvContentPartPr/>
                <p14:nvPr/>
              </p14:nvContentPartPr>
              <p14:xfrm>
                <a:off x="10082771" y="5237497"/>
                <a:ext cx="237240" cy="12096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1183FB7E-DED9-689C-00C9-E00D1EFEE09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076651" y="5231377"/>
                  <a:ext cx="249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E412760C-2802-27F4-DF54-A3A12A705F91}"/>
                    </a:ext>
                  </a:extLst>
                </p14:cNvPr>
                <p14:cNvContentPartPr/>
                <p14:nvPr/>
              </p14:nvContentPartPr>
              <p14:xfrm>
                <a:off x="10490291" y="5196097"/>
                <a:ext cx="293040" cy="16128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E412760C-2802-27F4-DF54-A3A12A705F9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484171" y="5189977"/>
                  <a:ext cx="305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23D777F6-AD9A-5E5D-5879-436BA6446288}"/>
                    </a:ext>
                  </a:extLst>
                </p14:cNvPr>
                <p14:cNvContentPartPr/>
                <p14:nvPr/>
              </p14:nvContentPartPr>
              <p14:xfrm>
                <a:off x="10870811" y="5178457"/>
                <a:ext cx="178560" cy="1544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23D777F6-AD9A-5E5D-5879-436BA644628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864691" y="5172337"/>
                  <a:ext cx="190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ED73E8B5-8700-4CE1-A739-8D9A26B2FA55}"/>
                    </a:ext>
                  </a:extLst>
                </p14:cNvPr>
                <p14:cNvContentPartPr/>
                <p14:nvPr/>
              </p14:nvContentPartPr>
              <p14:xfrm>
                <a:off x="11160971" y="5174137"/>
                <a:ext cx="292680" cy="19908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ED73E8B5-8700-4CE1-A739-8D9A26B2FA5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154851" y="5168017"/>
                  <a:ext cx="304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FEC8E558-7CFB-1520-1688-EFB8E8805198}"/>
                    </a:ext>
                  </a:extLst>
                </p14:cNvPr>
                <p14:cNvContentPartPr/>
                <p14:nvPr/>
              </p14:nvContentPartPr>
              <p14:xfrm>
                <a:off x="10417571" y="5297257"/>
                <a:ext cx="43920" cy="936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FEC8E558-7CFB-1520-1688-EFB8E880519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411451" y="5291137"/>
                  <a:ext cx="5616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41" name="Tinta 240">
                <a:extLst>
                  <a:ext uri="{FF2B5EF4-FFF2-40B4-BE49-F238E27FC236}">
                    <a16:creationId xmlns:a16="http://schemas.microsoft.com/office/drawing/2014/main" id="{D262211F-45D0-0062-A40E-3DAA95E68CAD}"/>
                  </a:ext>
                </a:extLst>
              </p14:cNvPr>
              <p14:cNvContentPartPr/>
              <p14:nvPr/>
            </p14:nvContentPartPr>
            <p14:xfrm>
              <a:off x="9263411" y="5806297"/>
              <a:ext cx="451800" cy="245520"/>
            </p14:xfrm>
          </p:contentPart>
        </mc:Choice>
        <mc:Fallback>
          <p:pic>
            <p:nvPicPr>
              <p:cNvPr id="241" name="Tinta 240">
                <a:extLst>
                  <a:ext uri="{FF2B5EF4-FFF2-40B4-BE49-F238E27FC236}">
                    <a16:creationId xmlns:a16="http://schemas.microsoft.com/office/drawing/2014/main" id="{D262211F-45D0-0062-A40E-3DAA95E68CAD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9257291" y="5800177"/>
                <a:ext cx="4640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42" name="Tinta 241">
                <a:extLst>
                  <a:ext uri="{FF2B5EF4-FFF2-40B4-BE49-F238E27FC236}">
                    <a16:creationId xmlns:a16="http://schemas.microsoft.com/office/drawing/2014/main" id="{8F08D853-DAB3-2D64-E6A9-547C47A58057}"/>
                  </a:ext>
                </a:extLst>
              </p14:cNvPr>
              <p14:cNvContentPartPr/>
              <p14:nvPr/>
            </p14:nvContentPartPr>
            <p14:xfrm>
              <a:off x="6848891" y="5555737"/>
              <a:ext cx="3020040" cy="622440"/>
            </p14:xfrm>
          </p:contentPart>
        </mc:Choice>
        <mc:Fallback>
          <p:pic>
            <p:nvPicPr>
              <p:cNvPr id="242" name="Tinta 241">
                <a:extLst>
                  <a:ext uri="{FF2B5EF4-FFF2-40B4-BE49-F238E27FC236}">
                    <a16:creationId xmlns:a16="http://schemas.microsoft.com/office/drawing/2014/main" id="{8F08D853-DAB3-2D64-E6A9-547C47A58057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842771" y="5549617"/>
                <a:ext cx="303228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44" name="Tinta 243">
                <a:extLst>
                  <a:ext uri="{FF2B5EF4-FFF2-40B4-BE49-F238E27FC236}">
                    <a16:creationId xmlns:a16="http://schemas.microsoft.com/office/drawing/2014/main" id="{7326562B-1EB8-7205-1247-DB6ED2D3609F}"/>
                  </a:ext>
                </a:extLst>
              </p14:cNvPr>
              <p14:cNvContentPartPr/>
              <p14:nvPr/>
            </p14:nvContentPartPr>
            <p14:xfrm>
              <a:off x="11375171" y="5207977"/>
              <a:ext cx="348480" cy="232560"/>
            </p14:xfrm>
          </p:contentPart>
        </mc:Choice>
        <mc:Fallback>
          <p:pic>
            <p:nvPicPr>
              <p:cNvPr id="244" name="Tinta 243">
                <a:extLst>
                  <a:ext uri="{FF2B5EF4-FFF2-40B4-BE49-F238E27FC236}">
                    <a16:creationId xmlns:a16="http://schemas.microsoft.com/office/drawing/2014/main" id="{7326562B-1EB8-7205-1247-DB6ED2D3609F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1369051" y="5201857"/>
                <a:ext cx="36072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Agrupar 245">
            <a:extLst>
              <a:ext uri="{FF2B5EF4-FFF2-40B4-BE49-F238E27FC236}">
                <a16:creationId xmlns:a16="http://schemas.microsoft.com/office/drawing/2014/main" id="{CB11A173-E755-CBC8-3DB5-DCAD7D64D928}"/>
              </a:ext>
            </a:extLst>
          </p:cNvPr>
          <p:cNvGrpSpPr/>
          <p:nvPr/>
        </p:nvGrpSpPr>
        <p:grpSpPr>
          <a:xfrm>
            <a:off x="6761411" y="5754457"/>
            <a:ext cx="3058200" cy="248040"/>
            <a:chOff x="6761411" y="5754457"/>
            <a:chExt cx="305820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FC459C2C-D8E8-C8CE-A1E0-BDBB5400774F}"/>
                    </a:ext>
                  </a:extLst>
                </p14:cNvPr>
                <p14:cNvContentPartPr/>
                <p14:nvPr/>
              </p14:nvContentPartPr>
              <p14:xfrm>
                <a:off x="7023851" y="5760217"/>
                <a:ext cx="255960" cy="23076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FC459C2C-D8E8-C8CE-A1E0-BDBB5400774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017731" y="5754097"/>
                  <a:ext cx="2682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63BAEE28-B37B-AE4E-5F34-E818BFE5E793}"/>
                    </a:ext>
                  </a:extLst>
                </p14:cNvPr>
                <p14:cNvContentPartPr/>
                <p14:nvPr/>
              </p14:nvContentPartPr>
              <p14:xfrm>
                <a:off x="7497251" y="5754457"/>
                <a:ext cx="227520" cy="22860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63BAEE28-B37B-AE4E-5F34-E818BFE5E79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491131" y="5748337"/>
                  <a:ext cx="239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209ADF29-78AC-24FC-4CED-71BEFE742558}"/>
                    </a:ext>
                  </a:extLst>
                </p14:cNvPr>
                <p14:cNvContentPartPr/>
                <p14:nvPr/>
              </p14:nvContentPartPr>
              <p14:xfrm>
                <a:off x="7882091" y="5828977"/>
                <a:ext cx="222840" cy="17352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209ADF29-78AC-24FC-4CED-71BEFE74255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875971" y="5822857"/>
                  <a:ext cx="235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67F27866-FA2F-B42A-C658-26450FC7FBA7}"/>
                    </a:ext>
                  </a:extLst>
                </p14:cNvPr>
                <p14:cNvContentPartPr/>
                <p14:nvPr/>
              </p14:nvContentPartPr>
              <p14:xfrm>
                <a:off x="8389691" y="5783617"/>
                <a:ext cx="280440" cy="18288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67F27866-FA2F-B42A-C658-26450FC7FBA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383571" y="5777497"/>
                  <a:ext cx="292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C352A55B-9EED-FA87-F70D-68C0134799BD}"/>
                    </a:ext>
                  </a:extLst>
                </p14:cNvPr>
                <p14:cNvContentPartPr/>
                <p14:nvPr/>
              </p14:nvContentPartPr>
              <p14:xfrm>
                <a:off x="8701811" y="5757337"/>
                <a:ext cx="325080" cy="19548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C352A55B-9EED-FA87-F70D-68C0134799B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95691" y="5751217"/>
                  <a:ext cx="337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D7ED388D-144F-865A-363C-98554BADA698}"/>
                    </a:ext>
                  </a:extLst>
                </p14:cNvPr>
                <p14:cNvContentPartPr/>
                <p14:nvPr/>
              </p14:nvContentPartPr>
              <p14:xfrm>
                <a:off x="6761411" y="5800897"/>
                <a:ext cx="3058200" cy="9972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D7ED388D-144F-865A-363C-98554BADA69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755291" y="5794777"/>
                  <a:ext cx="30704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Agrupar 257">
            <a:extLst>
              <a:ext uri="{FF2B5EF4-FFF2-40B4-BE49-F238E27FC236}">
                <a16:creationId xmlns:a16="http://schemas.microsoft.com/office/drawing/2014/main" id="{DA20B424-137E-55A7-31B4-DE816ABF71CC}"/>
              </a:ext>
            </a:extLst>
          </p:cNvPr>
          <p:cNvGrpSpPr/>
          <p:nvPr/>
        </p:nvGrpSpPr>
        <p:grpSpPr>
          <a:xfrm>
            <a:off x="10213091" y="5807737"/>
            <a:ext cx="2415600" cy="343800"/>
            <a:chOff x="10213091" y="5807737"/>
            <a:chExt cx="241560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F05E8451-5EBE-D420-DE4B-24877B02C3A5}"/>
                    </a:ext>
                  </a:extLst>
                </p14:cNvPr>
                <p14:cNvContentPartPr/>
                <p14:nvPr/>
              </p14:nvContentPartPr>
              <p14:xfrm>
                <a:off x="10213091" y="5807737"/>
                <a:ext cx="194040" cy="28872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F05E8451-5EBE-D420-DE4B-24877B02C3A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206971" y="5801617"/>
                  <a:ext cx="206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9EC6574A-3833-48A3-1AFF-BCA976C22004}"/>
                    </a:ext>
                  </a:extLst>
                </p14:cNvPr>
                <p14:cNvContentPartPr/>
                <p14:nvPr/>
              </p14:nvContentPartPr>
              <p14:xfrm>
                <a:off x="10562291" y="5870017"/>
                <a:ext cx="242640" cy="2541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9EC6574A-3833-48A3-1AFF-BCA976C2200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556171" y="5863897"/>
                  <a:ext cx="254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AA0757FF-1E5D-622A-85FE-37E561FB7BE5}"/>
                    </a:ext>
                  </a:extLst>
                </p14:cNvPr>
                <p14:cNvContentPartPr/>
                <p14:nvPr/>
              </p14:nvContentPartPr>
              <p14:xfrm>
                <a:off x="10430531" y="6064417"/>
                <a:ext cx="137520" cy="5436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AA0757FF-1E5D-622A-85FE-37E561FB7BE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424411" y="6058297"/>
                  <a:ext cx="149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9ACE2655-8302-BF9C-EA65-8898BBACD30D}"/>
                    </a:ext>
                  </a:extLst>
                </p14:cNvPr>
                <p14:cNvContentPartPr/>
                <p14:nvPr/>
              </p14:nvContentPartPr>
              <p14:xfrm>
                <a:off x="10868651" y="5969017"/>
                <a:ext cx="259560" cy="17316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9ACE2655-8302-BF9C-EA65-8898BBACD30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862531" y="5962897"/>
                  <a:ext cx="271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A8482D59-C48D-D9D3-A10A-96854C9A809F}"/>
                    </a:ext>
                  </a:extLst>
                </p14:cNvPr>
                <p14:cNvContentPartPr/>
                <p14:nvPr/>
              </p14:nvContentPartPr>
              <p14:xfrm>
                <a:off x="11247371" y="5952457"/>
                <a:ext cx="193680" cy="18432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A8482D59-C48D-D9D3-A10A-96854C9A809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241251" y="5946337"/>
                  <a:ext cx="205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4FD13DAC-DB9D-AD62-2BFF-DC276CF14094}"/>
                    </a:ext>
                  </a:extLst>
                </p14:cNvPr>
                <p14:cNvContentPartPr/>
                <p14:nvPr/>
              </p14:nvContentPartPr>
              <p14:xfrm>
                <a:off x="11569571" y="6109777"/>
                <a:ext cx="76320" cy="2376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4FD13DAC-DB9D-AD62-2BFF-DC276CF1409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563451" y="6103657"/>
                  <a:ext cx="88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2E8ABC7D-0C9C-DD3F-8365-58EA91B826D2}"/>
                    </a:ext>
                  </a:extLst>
                </p14:cNvPr>
                <p14:cNvContentPartPr/>
                <p14:nvPr/>
              </p14:nvContentPartPr>
              <p14:xfrm>
                <a:off x="11807891" y="5964337"/>
                <a:ext cx="233280" cy="18144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2E8ABC7D-0C9C-DD3F-8365-58EA91B826D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801771" y="5958217"/>
                  <a:ext cx="24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F47883EE-D930-904A-7909-F160C45248EB}"/>
                    </a:ext>
                  </a:extLst>
                </p14:cNvPr>
                <p14:cNvContentPartPr/>
                <p14:nvPr/>
              </p14:nvContentPartPr>
              <p14:xfrm>
                <a:off x="12068171" y="5955697"/>
                <a:ext cx="214920" cy="17568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F47883EE-D930-904A-7909-F160C45248E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2062051" y="5949577"/>
                  <a:ext cx="227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63784395-9077-09D1-00D5-5A2B7C978249}"/>
                    </a:ext>
                  </a:extLst>
                </p14:cNvPr>
                <p14:cNvContentPartPr/>
                <p14:nvPr/>
              </p14:nvContentPartPr>
              <p14:xfrm>
                <a:off x="12368771" y="5962537"/>
                <a:ext cx="259920" cy="18900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63784395-9077-09D1-00D5-5A2B7C97824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2362651" y="5956417"/>
                  <a:ext cx="27216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59" name="Tinta 258">
                <a:extLst>
                  <a:ext uri="{FF2B5EF4-FFF2-40B4-BE49-F238E27FC236}">
                    <a16:creationId xmlns:a16="http://schemas.microsoft.com/office/drawing/2014/main" id="{41B7B68E-2D9B-F88F-271E-9A34DB101356}"/>
                  </a:ext>
                </a:extLst>
              </p14:cNvPr>
              <p14:cNvContentPartPr/>
              <p14:nvPr/>
            </p14:nvContentPartPr>
            <p14:xfrm>
              <a:off x="120491" y="2768257"/>
              <a:ext cx="1306080" cy="233640"/>
            </p14:xfrm>
          </p:contentPart>
        </mc:Choice>
        <mc:Fallback>
          <p:pic>
            <p:nvPicPr>
              <p:cNvPr id="259" name="Tinta 258">
                <a:extLst>
                  <a:ext uri="{FF2B5EF4-FFF2-40B4-BE49-F238E27FC236}">
                    <a16:creationId xmlns:a16="http://schemas.microsoft.com/office/drawing/2014/main" id="{41B7B68E-2D9B-F88F-271E-9A34DB101356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14371" y="2762137"/>
                <a:ext cx="131832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29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9782B-C273-1B57-9D7D-CB5997E5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13D4730-E7EF-BA78-388C-B4BD4CBF1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885994" cy="370935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DAE8429F-AB17-7CA6-753E-24BC6D3DE658}"/>
                  </a:ext>
                </a:extLst>
              </p14:cNvPr>
              <p14:cNvContentPartPr/>
              <p14:nvPr/>
            </p14:nvContentPartPr>
            <p14:xfrm>
              <a:off x="4703651" y="2504737"/>
              <a:ext cx="3019320" cy="428400"/>
            </p14:xfrm>
          </p:contentPart>
        </mc:Choice>
        <mc:Fallback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DAE8429F-AB17-7CA6-753E-24BC6D3DE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7531" y="2498617"/>
                <a:ext cx="3031560" cy="44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Agrupar 185">
            <a:extLst>
              <a:ext uri="{FF2B5EF4-FFF2-40B4-BE49-F238E27FC236}">
                <a16:creationId xmlns:a16="http://schemas.microsoft.com/office/drawing/2014/main" id="{792E1491-8E69-0245-95FA-4B6321E4EF33}"/>
              </a:ext>
            </a:extLst>
          </p:cNvPr>
          <p:cNvGrpSpPr/>
          <p:nvPr/>
        </p:nvGrpSpPr>
        <p:grpSpPr>
          <a:xfrm>
            <a:off x="4175171" y="1773577"/>
            <a:ext cx="7557120" cy="3148200"/>
            <a:chOff x="4175171" y="1773577"/>
            <a:chExt cx="7557120" cy="31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2EE3046A-0F22-17C4-CF99-F3C61D7A6A8B}"/>
                    </a:ext>
                  </a:extLst>
                </p14:cNvPr>
                <p14:cNvContentPartPr/>
                <p14:nvPr/>
              </p14:nvContentPartPr>
              <p14:xfrm>
                <a:off x="4371011" y="3516697"/>
                <a:ext cx="106920" cy="3960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2EE3046A-0F22-17C4-CF99-F3C61D7A6A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64891" y="3510577"/>
                  <a:ext cx="1191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3C50E7DC-9B0A-B779-7812-D8B1504FC2C4}"/>
                    </a:ext>
                  </a:extLst>
                </p14:cNvPr>
                <p14:cNvContentPartPr/>
                <p14:nvPr/>
              </p14:nvContentPartPr>
              <p14:xfrm>
                <a:off x="4533011" y="3677617"/>
                <a:ext cx="62280" cy="1206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3C50E7DC-9B0A-B779-7812-D8B1504FC2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26891" y="3671497"/>
                  <a:ext cx="74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F3EB45D2-5C0D-373E-DFF4-597339D741AA}"/>
                    </a:ext>
                  </a:extLst>
                </p14:cNvPr>
                <p14:cNvContentPartPr/>
                <p14:nvPr/>
              </p14:nvContentPartPr>
              <p14:xfrm>
                <a:off x="4617971" y="3647377"/>
                <a:ext cx="151200" cy="2268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F3EB45D2-5C0D-373E-DFF4-597339D741A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11851" y="3641257"/>
                  <a:ext cx="163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2C20845-5FB9-8AAE-53C5-F26347FFFFBC}"/>
                    </a:ext>
                  </a:extLst>
                </p14:cNvPr>
                <p14:cNvContentPartPr/>
                <p14:nvPr/>
              </p14:nvContentPartPr>
              <p14:xfrm>
                <a:off x="4801571" y="3485017"/>
                <a:ext cx="81000" cy="3024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2C20845-5FB9-8AAE-53C5-F26347FFFFB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95451" y="3478897"/>
                  <a:ext cx="932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ED49A61B-5FCB-EFC8-0CA7-5116EBF8187A}"/>
                    </a:ext>
                  </a:extLst>
                </p14:cNvPr>
                <p14:cNvContentPartPr/>
                <p14:nvPr/>
              </p14:nvContentPartPr>
              <p14:xfrm>
                <a:off x="4779611" y="3709657"/>
                <a:ext cx="365400" cy="1969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ED49A61B-5FCB-EFC8-0CA7-5116EBF818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73491" y="3703537"/>
                  <a:ext cx="377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3CA7480-D9CC-23A4-ED21-8A20408FEB2D}"/>
                    </a:ext>
                  </a:extLst>
                </p14:cNvPr>
                <p14:cNvContentPartPr/>
                <p14:nvPr/>
              </p14:nvContentPartPr>
              <p14:xfrm>
                <a:off x="4219091" y="3743857"/>
                <a:ext cx="65520" cy="720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3CA7480-D9CC-23A4-ED21-8A20408FEB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12971" y="3737737"/>
                  <a:ext cx="77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38B8108F-16C9-AAB8-D6FC-6F1B7C77441F}"/>
                    </a:ext>
                  </a:extLst>
                </p14:cNvPr>
                <p14:cNvContentPartPr/>
                <p14:nvPr/>
              </p14:nvContentPartPr>
              <p14:xfrm>
                <a:off x="5430851" y="3663937"/>
                <a:ext cx="221040" cy="1393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38B8108F-16C9-AAB8-D6FC-6F1B7C7744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24731" y="3657817"/>
                  <a:ext cx="233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E19EE46-9433-9C47-8C6C-834FEC159CF5}"/>
                    </a:ext>
                  </a:extLst>
                </p14:cNvPr>
                <p14:cNvContentPartPr/>
                <p14:nvPr/>
              </p14:nvContentPartPr>
              <p14:xfrm>
                <a:off x="5683931" y="3349657"/>
                <a:ext cx="130680" cy="4374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E19EE46-9433-9C47-8C6C-834FEC159C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77811" y="3343537"/>
                  <a:ext cx="1429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AA0695B-3A8C-2D90-BFD8-B3823ED62234}"/>
                    </a:ext>
                  </a:extLst>
                </p14:cNvPr>
                <p14:cNvContentPartPr/>
                <p14:nvPr/>
              </p14:nvContentPartPr>
              <p14:xfrm>
                <a:off x="5867891" y="3690217"/>
                <a:ext cx="118440" cy="9720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AA0695B-3A8C-2D90-BFD8-B3823ED6223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61771" y="3684097"/>
                  <a:ext cx="130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BD3FBCBA-3D3A-9AC0-F86D-C150C8166F8F}"/>
                    </a:ext>
                  </a:extLst>
                </p14:cNvPr>
                <p14:cNvContentPartPr/>
                <p14:nvPr/>
              </p14:nvContentPartPr>
              <p14:xfrm>
                <a:off x="6011891" y="3707137"/>
                <a:ext cx="159120" cy="1015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BD3FBCBA-3D3A-9AC0-F86D-C150C8166F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05771" y="3701017"/>
                  <a:ext cx="171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FCC1C4BA-AE44-DC21-6159-14816DAC7D55}"/>
                    </a:ext>
                  </a:extLst>
                </p14:cNvPr>
                <p14:cNvContentPartPr/>
                <p14:nvPr/>
              </p14:nvContentPartPr>
              <p14:xfrm>
                <a:off x="6007571" y="3671137"/>
                <a:ext cx="270000" cy="16380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FCC1C4BA-AE44-DC21-6159-14816DAC7D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01451" y="3665017"/>
                  <a:ext cx="282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D7012205-18F9-D6FD-654A-805CEB152822}"/>
                    </a:ext>
                  </a:extLst>
                </p14:cNvPr>
                <p14:cNvContentPartPr/>
                <p14:nvPr/>
              </p14:nvContentPartPr>
              <p14:xfrm>
                <a:off x="5975171" y="3667897"/>
                <a:ext cx="163440" cy="1749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D7012205-18F9-D6FD-654A-805CEB15282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69051" y="3661777"/>
                  <a:ext cx="175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9663D7BA-05E2-759F-5E07-C05430C2978D}"/>
                    </a:ext>
                  </a:extLst>
                </p14:cNvPr>
                <p14:cNvContentPartPr/>
                <p14:nvPr/>
              </p14:nvContentPartPr>
              <p14:xfrm>
                <a:off x="6330131" y="3675097"/>
                <a:ext cx="153360" cy="1706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9663D7BA-05E2-759F-5E07-C05430C2978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24011" y="3668977"/>
                  <a:ext cx="165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0600113-9DAB-2D77-A1F8-631758431E3A}"/>
                    </a:ext>
                  </a:extLst>
                </p14:cNvPr>
                <p14:cNvContentPartPr/>
                <p14:nvPr/>
              </p14:nvContentPartPr>
              <p14:xfrm>
                <a:off x="6579251" y="3487177"/>
                <a:ext cx="119880" cy="4039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0600113-9DAB-2D77-A1F8-631758431E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73131" y="3481057"/>
                  <a:ext cx="1321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4373DAC0-9035-74F1-071C-0BA120614C8C}"/>
                    </a:ext>
                  </a:extLst>
                </p14:cNvPr>
                <p14:cNvContentPartPr/>
                <p14:nvPr/>
              </p14:nvContentPartPr>
              <p14:xfrm>
                <a:off x="6664931" y="3720817"/>
                <a:ext cx="151560" cy="1476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4373DAC0-9035-74F1-071C-0BA120614C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8811" y="3714697"/>
                  <a:ext cx="163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639D6655-5A21-79EF-4B76-CB3E4F31B6CC}"/>
                    </a:ext>
                  </a:extLst>
                </p14:cNvPr>
                <p14:cNvContentPartPr/>
                <p14:nvPr/>
              </p14:nvContentPartPr>
              <p14:xfrm>
                <a:off x="6750971" y="3430297"/>
                <a:ext cx="313200" cy="2840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639D6655-5A21-79EF-4B76-CB3E4F31B6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44851" y="3424177"/>
                  <a:ext cx="325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ACAAC31-9FF2-39FA-45AE-B14D4F2CBA6D}"/>
                    </a:ext>
                  </a:extLst>
                </p14:cNvPr>
                <p14:cNvContentPartPr/>
                <p14:nvPr/>
              </p14:nvContentPartPr>
              <p14:xfrm>
                <a:off x="6750971" y="3411577"/>
                <a:ext cx="21960" cy="190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ACAAC31-9FF2-39FA-45AE-B14D4F2CBA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44851" y="3405457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81919B3-D182-BFA2-FD48-0B31E3B26568}"/>
                    </a:ext>
                  </a:extLst>
                </p14:cNvPr>
                <p14:cNvContentPartPr/>
                <p14:nvPr/>
              </p14:nvContentPartPr>
              <p14:xfrm>
                <a:off x="4313411" y="4224457"/>
                <a:ext cx="240480" cy="12924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81919B3-D182-BFA2-FD48-0B31E3B265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07291" y="4218337"/>
                  <a:ext cx="252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4541B57C-9AE1-91ED-AE72-2F0F9FA94BAD}"/>
                    </a:ext>
                  </a:extLst>
                </p14:cNvPr>
                <p14:cNvContentPartPr/>
                <p14:nvPr/>
              </p14:nvContentPartPr>
              <p14:xfrm>
                <a:off x="4595651" y="4225897"/>
                <a:ext cx="206280" cy="1584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4541B57C-9AE1-91ED-AE72-2F0F9FA94BA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89531" y="4219777"/>
                  <a:ext cx="218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8808C32-9EA7-8BFC-CD3F-EA4E849E6F2D}"/>
                    </a:ext>
                  </a:extLst>
                </p14:cNvPr>
                <p14:cNvContentPartPr/>
                <p14:nvPr/>
              </p14:nvContentPartPr>
              <p14:xfrm>
                <a:off x="4831451" y="4250377"/>
                <a:ext cx="174600" cy="986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8808C32-9EA7-8BFC-CD3F-EA4E849E6F2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25331" y="4244257"/>
                  <a:ext cx="186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6C3567FD-2B82-D4C1-9A58-37A13DCB4F19}"/>
                    </a:ext>
                  </a:extLst>
                </p14:cNvPr>
                <p14:cNvContentPartPr/>
                <p14:nvPr/>
              </p14:nvContentPartPr>
              <p14:xfrm>
                <a:off x="5040251" y="4268377"/>
                <a:ext cx="137520" cy="1072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6C3567FD-2B82-D4C1-9A58-37A13DCB4F1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34131" y="4262257"/>
                  <a:ext cx="149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0700B36B-E157-69BC-9167-9A8FB090D438}"/>
                    </a:ext>
                  </a:extLst>
                </p14:cNvPr>
                <p14:cNvContentPartPr/>
                <p14:nvPr/>
              </p14:nvContentPartPr>
              <p14:xfrm>
                <a:off x="5253371" y="4261177"/>
                <a:ext cx="86400" cy="1058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0700B36B-E157-69BC-9167-9A8FB090D4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47251" y="4255057"/>
                  <a:ext cx="98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91FEB55D-6302-B041-E1A1-DB8DE14C93C1}"/>
                    </a:ext>
                  </a:extLst>
                </p14:cNvPr>
                <p14:cNvContentPartPr/>
                <p14:nvPr/>
              </p14:nvContentPartPr>
              <p14:xfrm>
                <a:off x="5275331" y="4165057"/>
                <a:ext cx="96120" cy="468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91FEB55D-6302-B041-E1A1-DB8DE14C93C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69211" y="4158937"/>
                  <a:ext cx="108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21336147-75DE-BEC7-4EA2-3024F81DE2DB}"/>
                    </a:ext>
                  </a:extLst>
                </p14:cNvPr>
                <p14:cNvContentPartPr/>
                <p14:nvPr/>
              </p14:nvContentPartPr>
              <p14:xfrm>
                <a:off x="5705531" y="4286737"/>
                <a:ext cx="65520" cy="1285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21336147-75DE-BEC7-4EA2-3024F81DE2D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99411" y="4280617"/>
                  <a:ext cx="77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36DC4165-B391-748C-959A-028AACBB1220}"/>
                    </a:ext>
                  </a:extLst>
                </p14:cNvPr>
                <p14:cNvContentPartPr/>
                <p14:nvPr/>
              </p14:nvContentPartPr>
              <p14:xfrm>
                <a:off x="6006491" y="4264057"/>
                <a:ext cx="325440" cy="1443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36DC4165-B391-748C-959A-028AACBB12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00371" y="4257937"/>
                  <a:ext cx="337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D6C7A81-AC7D-6BDF-EBC3-37A3DCC4FA6E}"/>
                    </a:ext>
                  </a:extLst>
                </p14:cNvPr>
                <p14:cNvContentPartPr/>
                <p14:nvPr/>
              </p14:nvContentPartPr>
              <p14:xfrm>
                <a:off x="6407531" y="4243177"/>
                <a:ext cx="11160" cy="1285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D6C7A81-AC7D-6BDF-EBC3-37A3DCC4FA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01411" y="4237057"/>
                  <a:ext cx="23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159C99D2-1AB7-57A3-026B-0C5ACF521530}"/>
                    </a:ext>
                  </a:extLst>
                </p14:cNvPr>
                <p14:cNvContentPartPr/>
                <p14:nvPr/>
              </p14:nvContentPartPr>
              <p14:xfrm>
                <a:off x="6380531" y="4288897"/>
                <a:ext cx="271800" cy="1256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159C99D2-1AB7-57A3-026B-0C5ACF5215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74411" y="4282777"/>
                  <a:ext cx="284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08A58B40-406D-F3A9-2B4F-DE4BF22D90D2}"/>
                    </a:ext>
                  </a:extLst>
                </p14:cNvPr>
                <p14:cNvContentPartPr/>
                <p14:nvPr/>
              </p14:nvContentPartPr>
              <p14:xfrm>
                <a:off x="7856531" y="3803257"/>
                <a:ext cx="282240" cy="417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08A58B40-406D-F3A9-2B4F-DE4BF22D90D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50411" y="3797137"/>
                  <a:ext cx="294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9767D7E-0B20-8A03-69B9-090FC22FC26A}"/>
                    </a:ext>
                  </a:extLst>
                </p14:cNvPr>
                <p14:cNvContentPartPr/>
                <p14:nvPr/>
              </p14:nvContentPartPr>
              <p14:xfrm>
                <a:off x="7905131" y="3569617"/>
                <a:ext cx="313560" cy="1749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9767D7E-0B20-8A03-69B9-090FC22FC26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99011" y="3563497"/>
                  <a:ext cx="325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95BACBE2-5AF1-FC11-3198-813D2E96DF0D}"/>
                    </a:ext>
                  </a:extLst>
                </p14:cNvPr>
                <p14:cNvContentPartPr/>
                <p14:nvPr/>
              </p14:nvContentPartPr>
              <p14:xfrm>
                <a:off x="8555291" y="3721177"/>
                <a:ext cx="285840" cy="252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95BACBE2-5AF1-FC11-3198-813D2E96DF0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49171" y="3715057"/>
                  <a:ext cx="298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E8DC6070-5875-84A7-A803-416C66D0C2A7}"/>
                    </a:ext>
                  </a:extLst>
                </p14:cNvPr>
                <p14:cNvContentPartPr/>
                <p14:nvPr/>
              </p14:nvContentPartPr>
              <p14:xfrm>
                <a:off x="8637011" y="3436417"/>
                <a:ext cx="281520" cy="1839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E8DC6070-5875-84A7-A803-416C66D0C2A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30891" y="3430297"/>
                  <a:ext cx="293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1E165839-8183-C048-1817-78851DC20282}"/>
                    </a:ext>
                  </a:extLst>
                </p14:cNvPr>
                <p14:cNvContentPartPr/>
                <p14:nvPr/>
              </p14:nvContentPartPr>
              <p14:xfrm>
                <a:off x="9187451" y="3624337"/>
                <a:ext cx="183240" cy="144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1E165839-8183-C048-1817-78851DC202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81331" y="3618217"/>
                  <a:ext cx="195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2FDA5A0D-B55A-0207-DD58-7F713EAA7670}"/>
                    </a:ext>
                  </a:extLst>
                </p14:cNvPr>
                <p14:cNvContentPartPr/>
                <p14:nvPr/>
              </p14:nvContentPartPr>
              <p14:xfrm>
                <a:off x="9039131" y="3675097"/>
                <a:ext cx="311760" cy="378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2FDA5A0D-B55A-0207-DD58-7F713EAA767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033011" y="3668977"/>
                  <a:ext cx="324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022C4CFA-59BF-D9A4-8CCF-C56C3BBCDE49}"/>
                    </a:ext>
                  </a:extLst>
                </p14:cNvPr>
                <p14:cNvContentPartPr/>
                <p14:nvPr/>
              </p14:nvContentPartPr>
              <p14:xfrm>
                <a:off x="9748331" y="3416257"/>
                <a:ext cx="277200" cy="3002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022C4CFA-59BF-D9A4-8CCF-C56C3BBCDE4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42211" y="3410137"/>
                  <a:ext cx="2894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D5747A01-4D54-DD96-B676-4D4003856ABB}"/>
                    </a:ext>
                  </a:extLst>
                </p14:cNvPr>
                <p14:cNvContentPartPr/>
                <p14:nvPr/>
              </p14:nvContentPartPr>
              <p14:xfrm>
                <a:off x="7754291" y="4096297"/>
                <a:ext cx="333720" cy="1627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D5747A01-4D54-DD96-B676-4D4003856AB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748171" y="4090177"/>
                  <a:ext cx="345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E858B8FC-894E-54ED-BF77-1594944C6C5F}"/>
                    </a:ext>
                  </a:extLst>
                </p14:cNvPr>
                <p14:cNvContentPartPr/>
                <p14:nvPr/>
              </p14:nvContentPartPr>
              <p14:xfrm>
                <a:off x="8107811" y="4100977"/>
                <a:ext cx="347400" cy="1404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E858B8FC-894E-54ED-BF77-1594944C6C5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01691" y="4094857"/>
                  <a:ext cx="359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669CDD9F-F579-28E5-A81F-A0AA2E131FC9}"/>
                    </a:ext>
                  </a:extLst>
                </p14:cNvPr>
                <p14:cNvContentPartPr/>
                <p14:nvPr/>
              </p14:nvContentPartPr>
              <p14:xfrm>
                <a:off x="8520371" y="4129417"/>
                <a:ext cx="65520" cy="925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669CDD9F-F579-28E5-A81F-A0AA2E131FC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14251" y="4123297"/>
                  <a:ext cx="77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951E792A-287B-D079-4189-3A9957FCFFD8}"/>
                    </a:ext>
                  </a:extLst>
                </p14:cNvPr>
                <p14:cNvContentPartPr/>
                <p14:nvPr/>
              </p14:nvContentPartPr>
              <p14:xfrm>
                <a:off x="8017811" y="4121497"/>
                <a:ext cx="329040" cy="11988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951E792A-287B-D079-4189-3A9957FCFFD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11691" y="4115377"/>
                  <a:ext cx="34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4CA72F27-BCDF-BCFE-7E78-9C2ED9875916}"/>
                    </a:ext>
                  </a:extLst>
                </p14:cNvPr>
                <p14:cNvContentPartPr/>
                <p14:nvPr/>
              </p14:nvContentPartPr>
              <p14:xfrm>
                <a:off x="8487611" y="4112497"/>
                <a:ext cx="150480" cy="11520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4CA72F27-BCDF-BCFE-7E78-9C2ED987591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81491" y="4106377"/>
                  <a:ext cx="162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F8508E60-A869-A6EB-F685-560E6994A44A}"/>
                    </a:ext>
                  </a:extLst>
                </p14:cNvPr>
                <p14:cNvContentPartPr/>
                <p14:nvPr/>
              </p14:nvContentPartPr>
              <p14:xfrm>
                <a:off x="8734931" y="4123657"/>
                <a:ext cx="109440" cy="1112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F8508E60-A869-A6EB-F685-560E6994A44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28811" y="4117537"/>
                  <a:ext cx="121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DA03A0E9-E2B3-3989-2618-BB5F6B022A87}"/>
                    </a:ext>
                  </a:extLst>
                </p14:cNvPr>
                <p14:cNvContentPartPr/>
                <p14:nvPr/>
              </p14:nvContentPartPr>
              <p14:xfrm>
                <a:off x="8844011" y="3975337"/>
                <a:ext cx="139320" cy="1076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DA03A0E9-E2B3-3989-2618-BB5F6B022A8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37891" y="3969217"/>
                  <a:ext cx="151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A9A2487F-3E73-13FE-F663-BAB7412A106B}"/>
                    </a:ext>
                  </a:extLst>
                </p14:cNvPr>
                <p14:cNvContentPartPr/>
                <p14:nvPr/>
              </p14:nvContentPartPr>
              <p14:xfrm>
                <a:off x="9113651" y="4257217"/>
                <a:ext cx="30960" cy="806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A9A2487F-3E73-13FE-F663-BAB7412A10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07531" y="4251097"/>
                  <a:ext cx="43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B2F4E3D9-484A-CB84-54EA-F32E656126B2}"/>
                    </a:ext>
                  </a:extLst>
                </p14:cNvPr>
                <p14:cNvContentPartPr/>
                <p14:nvPr/>
              </p14:nvContentPartPr>
              <p14:xfrm>
                <a:off x="9543491" y="3925297"/>
                <a:ext cx="140040" cy="33048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B2F4E3D9-484A-CB84-54EA-F32E656126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37371" y="3919177"/>
                  <a:ext cx="1522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10637FF7-3CD4-D188-1C8A-189BAF73214E}"/>
                    </a:ext>
                  </a:extLst>
                </p14:cNvPr>
                <p14:cNvContentPartPr/>
                <p14:nvPr/>
              </p14:nvContentPartPr>
              <p14:xfrm>
                <a:off x="9813491" y="4101337"/>
                <a:ext cx="76680" cy="1357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10637FF7-3CD4-D188-1C8A-189BAF73214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807371" y="4095217"/>
                  <a:ext cx="88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1EFD8241-DDA9-0DB7-BB97-4B7DA917E24B}"/>
                    </a:ext>
                  </a:extLst>
                </p14:cNvPr>
                <p14:cNvContentPartPr/>
                <p14:nvPr/>
              </p14:nvContentPartPr>
              <p14:xfrm>
                <a:off x="9932651" y="4048057"/>
                <a:ext cx="139680" cy="15804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1EFD8241-DDA9-0DB7-BB97-4B7DA917E24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26531" y="4041937"/>
                  <a:ext cx="151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A5257BBE-C147-D805-D492-DF9073E2C72C}"/>
                    </a:ext>
                  </a:extLst>
                </p14:cNvPr>
                <p14:cNvContentPartPr/>
                <p14:nvPr/>
              </p14:nvContentPartPr>
              <p14:xfrm>
                <a:off x="10028771" y="3897217"/>
                <a:ext cx="280800" cy="2502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A5257BBE-C147-D805-D492-DF9073E2C7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022651" y="3891097"/>
                  <a:ext cx="293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76774B0-A14E-FCE6-69C3-C812766445D4}"/>
                    </a:ext>
                  </a:extLst>
                </p14:cNvPr>
                <p14:cNvContentPartPr/>
                <p14:nvPr/>
              </p14:nvContentPartPr>
              <p14:xfrm>
                <a:off x="7896131" y="4471057"/>
                <a:ext cx="191880" cy="3182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76774B0-A14E-FCE6-69C3-C812766445D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90011" y="4464937"/>
                  <a:ext cx="204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215E67EE-B241-9509-9702-D6F13707DE2D}"/>
                    </a:ext>
                  </a:extLst>
                </p14:cNvPr>
                <p14:cNvContentPartPr/>
                <p14:nvPr/>
              </p14:nvContentPartPr>
              <p14:xfrm>
                <a:off x="8131211" y="4582297"/>
                <a:ext cx="65520" cy="11736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215E67EE-B241-9509-9702-D6F13707DE2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25091" y="4576177"/>
                  <a:ext cx="7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8114287-F102-B80C-0201-34AD5B60F349}"/>
                    </a:ext>
                  </a:extLst>
                </p14:cNvPr>
                <p14:cNvContentPartPr/>
                <p14:nvPr/>
              </p14:nvContentPartPr>
              <p14:xfrm>
                <a:off x="8283851" y="4576537"/>
                <a:ext cx="138960" cy="1281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8114287-F102-B80C-0201-34AD5B60F34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77731" y="4570417"/>
                  <a:ext cx="151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476AA76D-AE55-9082-4D54-6FBE3B318394}"/>
                    </a:ext>
                  </a:extLst>
                </p14:cNvPr>
                <p14:cNvContentPartPr/>
                <p14:nvPr/>
              </p14:nvContentPartPr>
              <p14:xfrm>
                <a:off x="8422451" y="4488337"/>
                <a:ext cx="182880" cy="20880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476AA76D-AE55-9082-4D54-6FBE3B31839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16331" y="4482217"/>
                  <a:ext cx="195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67F1A551-9CF7-E536-78A4-5DB549DDDF63}"/>
                    </a:ext>
                  </a:extLst>
                </p14:cNvPr>
                <p14:cNvContentPartPr/>
                <p14:nvPr/>
              </p14:nvContentPartPr>
              <p14:xfrm>
                <a:off x="8433251" y="4573297"/>
                <a:ext cx="152640" cy="572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67F1A551-9CF7-E536-78A4-5DB549DDDF6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27131" y="4567177"/>
                  <a:ext cx="164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5B589A5A-6BF6-A3EC-70BE-9345BB61A46B}"/>
                    </a:ext>
                  </a:extLst>
                </p14:cNvPr>
                <p14:cNvContentPartPr/>
                <p14:nvPr/>
              </p14:nvContentPartPr>
              <p14:xfrm>
                <a:off x="8939771" y="4641697"/>
                <a:ext cx="87120" cy="874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5B589A5A-6BF6-A3EC-70BE-9345BB61A4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33651" y="4635577"/>
                  <a:ext cx="99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0B6489A6-DA19-12D4-30FC-8A0B50846E22}"/>
                    </a:ext>
                  </a:extLst>
                </p14:cNvPr>
                <p14:cNvContentPartPr/>
                <p14:nvPr/>
              </p14:nvContentPartPr>
              <p14:xfrm>
                <a:off x="9553931" y="4487617"/>
                <a:ext cx="270720" cy="1497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0B6489A6-DA19-12D4-30FC-8A0B50846E2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7811" y="4481497"/>
                  <a:ext cx="282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7E59E4DA-2598-3304-CA3D-FC33CFCF4E7C}"/>
                    </a:ext>
                  </a:extLst>
                </p14:cNvPr>
                <p14:cNvContentPartPr/>
                <p14:nvPr/>
              </p14:nvContentPartPr>
              <p14:xfrm>
                <a:off x="9911411" y="4465297"/>
                <a:ext cx="33120" cy="50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7E59E4DA-2598-3304-CA3D-FC33CFCF4E7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05291" y="4459177"/>
                  <a:ext cx="453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905C76E9-D07A-526C-5283-2A83C9D5CFC2}"/>
                    </a:ext>
                  </a:extLst>
                </p14:cNvPr>
                <p14:cNvContentPartPr/>
                <p14:nvPr/>
              </p14:nvContentPartPr>
              <p14:xfrm>
                <a:off x="9868931" y="4453057"/>
                <a:ext cx="203760" cy="1447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905C76E9-D07A-526C-5283-2A83C9D5CFC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62811" y="4446937"/>
                  <a:ext cx="216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684644ED-51AF-E99F-F7E7-D16F326EB281}"/>
                    </a:ext>
                  </a:extLst>
                </p14:cNvPr>
                <p14:cNvContentPartPr/>
                <p14:nvPr/>
              </p14:nvContentPartPr>
              <p14:xfrm>
                <a:off x="10094291" y="4495177"/>
                <a:ext cx="160920" cy="1224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684644ED-51AF-E99F-F7E7-D16F326EB2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088171" y="4489057"/>
                  <a:ext cx="173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68442107-5885-F023-6B0D-4EFB5BBADA2C}"/>
                    </a:ext>
                  </a:extLst>
                </p14:cNvPr>
                <p14:cNvContentPartPr/>
                <p14:nvPr/>
              </p14:nvContentPartPr>
              <p14:xfrm>
                <a:off x="10277891" y="4453777"/>
                <a:ext cx="118440" cy="16560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68442107-5885-F023-6B0D-4EFB5BBADA2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271771" y="4447657"/>
                  <a:ext cx="130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CB95F300-1D74-B633-37F5-D213B26A33D4}"/>
                    </a:ext>
                  </a:extLst>
                </p14:cNvPr>
                <p14:cNvContentPartPr/>
                <p14:nvPr/>
              </p14:nvContentPartPr>
              <p14:xfrm>
                <a:off x="10502531" y="4499857"/>
                <a:ext cx="11160" cy="720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CB95F300-1D74-B633-37F5-D213B26A33D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96411" y="449373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6E20C09F-A568-5F48-F5A8-F2BF7FE749CC}"/>
                    </a:ext>
                  </a:extLst>
                </p14:cNvPr>
                <p14:cNvContentPartPr/>
                <p14:nvPr/>
              </p14:nvContentPartPr>
              <p14:xfrm>
                <a:off x="10501811" y="4481497"/>
                <a:ext cx="196560" cy="1756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6E20C09F-A568-5F48-F5A8-F2BF7FE749C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95691" y="4475377"/>
                  <a:ext cx="208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8719CF1-A86B-0A72-6477-83A0792D916A}"/>
                    </a:ext>
                  </a:extLst>
                </p14:cNvPr>
                <p14:cNvContentPartPr/>
                <p14:nvPr/>
              </p14:nvContentPartPr>
              <p14:xfrm>
                <a:off x="10622051" y="4320937"/>
                <a:ext cx="130680" cy="8352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8719CF1-A86B-0A72-6477-83A0792D916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15931" y="4314817"/>
                  <a:ext cx="142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D6983D1-151F-14C8-0CFB-5D03E50683F8}"/>
                    </a:ext>
                  </a:extLst>
                </p14:cNvPr>
                <p14:cNvContentPartPr/>
                <p14:nvPr/>
              </p14:nvContentPartPr>
              <p14:xfrm>
                <a:off x="4823171" y="1773577"/>
                <a:ext cx="270000" cy="2307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D6983D1-151F-14C8-0CFB-5D03E50683F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17051" y="1767457"/>
                  <a:ext cx="282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800A1240-150D-1E4D-FFBE-CE25261E8ADD}"/>
                    </a:ext>
                  </a:extLst>
                </p14:cNvPr>
                <p14:cNvContentPartPr/>
                <p14:nvPr/>
              </p14:nvContentPartPr>
              <p14:xfrm>
                <a:off x="4896971" y="1871857"/>
                <a:ext cx="195840" cy="72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800A1240-150D-1E4D-FFBE-CE25261E8AD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90851" y="1865737"/>
                  <a:ext cx="208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E0CCF71-A288-E5E9-255E-6C487B5E3D34}"/>
                    </a:ext>
                  </a:extLst>
                </p14:cNvPr>
                <p14:cNvContentPartPr/>
                <p14:nvPr/>
              </p14:nvContentPartPr>
              <p14:xfrm>
                <a:off x="5211971" y="1885897"/>
                <a:ext cx="150840" cy="1220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E0CCF71-A288-E5E9-255E-6C487B5E3D3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05851" y="1879777"/>
                  <a:ext cx="163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2237C89-B4BF-141D-CDFB-7FDE0B856260}"/>
                    </a:ext>
                  </a:extLst>
                </p14:cNvPr>
                <p14:cNvContentPartPr/>
                <p14:nvPr/>
              </p14:nvContentPartPr>
              <p14:xfrm>
                <a:off x="5479091" y="1964017"/>
                <a:ext cx="162000" cy="882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2237C89-B4BF-141D-CDFB-7FDE0B8562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472971" y="1957897"/>
                  <a:ext cx="174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BB9ED6B0-F3A9-6076-7805-D17DC30424A6}"/>
                    </a:ext>
                  </a:extLst>
                </p14:cNvPr>
                <p14:cNvContentPartPr/>
                <p14:nvPr/>
              </p14:nvContentPartPr>
              <p14:xfrm>
                <a:off x="5846651" y="1916137"/>
                <a:ext cx="139320" cy="1245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BB9ED6B0-F3A9-6076-7805-D17DC30424A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840531" y="1910017"/>
                  <a:ext cx="151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34B810D-1D57-A331-96F5-73070FC10C85}"/>
                    </a:ext>
                  </a:extLst>
                </p14:cNvPr>
                <p14:cNvContentPartPr/>
                <p14:nvPr/>
              </p14:nvContentPartPr>
              <p14:xfrm>
                <a:off x="6105491" y="1984897"/>
                <a:ext cx="172440" cy="612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34B810D-1D57-A331-96F5-73070FC10C8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099371" y="1978777"/>
                  <a:ext cx="184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5ACAD9F-6596-9859-DD3E-4ED690D80D9B}"/>
                    </a:ext>
                  </a:extLst>
                </p14:cNvPr>
                <p14:cNvContentPartPr/>
                <p14:nvPr/>
              </p14:nvContentPartPr>
              <p14:xfrm>
                <a:off x="6374771" y="1944577"/>
                <a:ext cx="162360" cy="167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5ACAD9F-6596-9859-DD3E-4ED690D80D9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68651" y="1938457"/>
                  <a:ext cx="174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9E77A51-B5B4-C804-A4DC-EC0A226ADFEC}"/>
                    </a:ext>
                  </a:extLst>
                </p14:cNvPr>
                <p14:cNvContentPartPr/>
                <p14:nvPr/>
              </p14:nvContentPartPr>
              <p14:xfrm>
                <a:off x="6546851" y="1925857"/>
                <a:ext cx="226440" cy="1360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9E77A51-B5B4-C804-A4DC-EC0A226ADFE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540731" y="1919737"/>
                  <a:ext cx="238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1324DC97-EDBC-FDE1-2D03-DB43371BE93C}"/>
                    </a:ext>
                  </a:extLst>
                </p14:cNvPr>
                <p14:cNvContentPartPr/>
                <p14:nvPr/>
              </p14:nvContentPartPr>
              <p14:xfrm>
                <a:off x="4864571" y="2206657"/>
                <a:ext cx="86400" cy="2188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1324DC97-EDBC-FDE1-2D03-DB43371BE93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58451" y="2200537"/>
                  <a:ext cx="98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84E470F-A6FD-B0A3-784B-B4FE50723708}"/>
                    </a:ext>
                  </a:extLst>
                </p14:cNvPr>
                <p14:cNvContentPartPr/>
                <p14:nvPr/>
              </p14:nvContentPartPr>
              <p14:xfrm>
                <a:off x="4984091" y="2239057"/>
                <a:ext cx="155880" cy="78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84E470F-A6FD-B0A3-784B-B4FE5072370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977971" y="2232937"/>
                  <a:ext cx="168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369B644-D8D7-E30D-4CD7-06071DD03B0B}"/>
                    </a:ext>
                  </a:extLst>
                </p14:cNvPr>
                <p14:cNvContentPartPr/>
                <p14:nvPr/>
              </p14:nvContentPartPr>
              <p14:xfrm>
                <a:off x="5318531" y="2327977"/>
                <a:ext cx="33120" cy="669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369B644-D8D7-E30D-4CD7-06071DD03B0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12411" y="2321857"/>
                  <a:ext cx="45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0F294D5-50A0-69BF-01B7-3D130E7A1ED0}"/>
                    </a:ext>
                  </a:extLst>
                </p14:cNvPr>
                <p14:cNvContentPartPr/>
                <p14:nvPr/>
              </p14:nvContentPartPr>
              <p14:xfrm>
                <a:off x="5287211" y="2293417"/>
                <a:ext cx="116640" cy="943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0F294D5-50A0-69BF-01B7-3D130E7A1ED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281091" y="2287297"/>
                  <a:ext cx="128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943DB86-17C3-CC47-4C3B-78D8E9DF6E16}"/>
                    </a:ext>
                  </a:extLst>
                </p14:cNvPr>
                <p14:cNvContentPartPr/>
                <p14:nvPr/>
              </p14:nvContentPartPr>
              <p14:xfrm>
                <a:off x="5555411" y="2332657"/>
                <a:ext cx="248400" cy="831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943DB86-17C3-CC47-4C3B-78D8E9DF6E1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549291" y="2326537"/>
                  <a:ext cx="260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53BAA6A-7879-C6BE-BF84-20DFCB57BB7E}"/>
                    </a:ext>
                  </a:extLst>
                </p14:cNvPr>
                <p14:cNvContentPartPr/>
                <p14:nvPr/>
              </p14:nvContentPartPr>
              <p14:xfrm>
                <a:off x="5899931" y="2333017"/>
                <a:ext cx="259920" cy="730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53BAA6A-7879-C6BE-BF84-20DFCB57BB7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93811" y="2326897"/>
                  <a:ext cx="272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3D64829B-5615-E120-BC53-D59214066310}"/>
                    </a:ext>
                  </a:extLst>
                </p14:cNvPr>
                <p14:cNvContentPartPr/>
                <p14:nvPr/>
              </p14:nvContentPartPr>
              <p14:xfrm>
                <a:off x="6190091" y="2327977"/>
                <a:ext cx="119880" cy="759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3D64829B-5615-E120-BC53-D5921406631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83971" y="2321857"/>
                  <a:ext cx="132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F53F0E5-421A-178A-DE66-74B5667F9DB0}"/>
                    </a:ext>
                  </a:extLst>
                </p14:cNvPr>
                <p14:cNvContentPartPr/>
                <p14:nvPr/>
              </p14:nvContentPartPr>
              <p14:xfrm>
                <a:off x="6481331" y="2172097"/>
                <a:ext cx="33120" cy="1731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F53F0E5-421A-178A-DE66-74B5667F9DB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475211" y="2165977"/>
                  <a:ext cx="45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340E45B-0788-C3AA-54DF-46752D670BA8}"/>
                    </a:ext>
                  </a:extLst>
                </p14:cNvPr>
                <p14:cNvContentPartPr/>
                <p14:nvPr/>
              </p14:nvContentPartPr>
              <p14:xfrm>
                <a:off x="6470531" y="2277577"/>
                <a:ext cx="152640" cy="50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340E45B-0788-C3AA-54DF-46752D670BA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64411" y="2271457"/>
                  <a:ext cx="164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F42A6F8-12E7-E1D8-9F37-1D5B2E39A819}"/>
                    </a:ext>
                  </a:extLst>
                </p14:cNvPr>
                <p14:cNvContentPartPr/>
                <p14:nvPr/>
              </p14:nvContentPartPr>
              <p14:xfrm>
                <a:off x="6666371" y="2295577"/>
                <a:ext cx="118800" cy="835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F42A6F8-12E7-E1D8-9F37-1D5B2E39A81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60251" y="2289457"/>
                  <a:ext cx="131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F0693325-BA6C-15D3-0503-B4972EBF34AF}"/>
                    </a:ext>
                  </a:extLst>
                </p14:cNvPr>
                <p14:cNvContentPartPr/>
                <p14:nvPr/>
              </p14:nvContentPartPr>
              <p14:xfrm>
                <a:off x="6915491" y="2237257"/>
                <a:ext cx="160200" cy="1087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F0693325-BA6C-15D3-0503-B4972EBF34A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09371" y="2231137"/>
                  <a:ext cx="172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5DB20C9-F853-4E00-4AA2-49C59DC9D115}"/>
                    </a:ext>
                  </a:extLst>
                </p14:cNvPr>
                <p14:cNvContentPartPr/>
                <p14:nvPr/>
              </p14:nvContentPartPr>
              <p14:xfrm>
                <a:off x="7020611" y="2353537"/>
                <a:ext cx="43920" cy="619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5DB20C9-F853-4E00-4AA2-49C59DC9D11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14491" y="2347417"/>
                  <a:ext cx="56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14B5575-3694-99CC-88A2-39101E50340B}"/>
                    </a:ext>
                  </a:extLst>
                </p14:cNvPr>
                <p14:cNvContentPartPr/>
                <p14:nvPr/>
              </p14:nvContentPartPr>
              <p14:xfrm>
                <a:off x="7182971" y="2295937"/>
                <a:ext cx="128520" cy="1072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14B5575-3694-99CC-88A2-39101E50340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176851" y="2289817"/>
                  <a:ext cx="140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25A4B5F-540D-B51B-4C81-7FB70098918E}"/>
                    </a:ext>
                  </a:extLst>
                </p14:cNvPr>
                <p14:cNvContentPartPr/>
                <p14:nvPr/>
              </p14:nvContentPartPr>
              <p14:xfrm>
                <a:off x="7172531" y="2236537"/>
                <a:ext cx="161280" cy="25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25A4B5F-540D-B51B-4C81-7FB70098918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66411" y="2230417"/>
                  <a:ext cx="1735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FB0BB78-063E-7998-738C-D61F9FEE1691}"/>
                    </a:ext>
                  </a:extLst>
                </p14:cNvPr>
                <p14:cNvContentPartPr/>
                <p14:nvPr/>
              </p14:nvContentPartPr>
              <p14:xfrm>
                <a:off x="7366211" y="2261737"/>
                <a:ext cx="236160" cy="1537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FB0BB78-063E-7998-738C-D61F9FEE169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60091" y="2255617"/>
                  <a:ext cx="248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0D05DB2-457E-5A70-1D56-AB38D05BF5AD}"/>
                    </a:ext>
                  </a:extLst>
                </p14:cNvPr>
                <p14:cNvContentPartPr/>
                <p14:nvPr/>
              </p14:nvContentPartPr>
              <p14:xfrm>
                <a:off x="7194131" y="1964017"/>
                <a:ext cx="1056960" cy="345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0D05DB2-457E-5A70-1D56-AB38D05BF5A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88011" y="1957897"/>
                  <a:ext cx="1069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348A5BC0-61FD-02F0-FC66-DBDCCEB84EE3}"/>
                    </a:ext>
                  </a:extLst>
                </p14:cNvPr>
                <p14:cNvContentPartPr/>
                <p14:nvPr/>
              </p14:nvContentPartPr>
              <p14:xfrm>
                <a:off x="8131211" y="1918657"/>
                <a:ext cx="163440" cy="406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348A5BC0-61FD-02F0-FC66-DBDCCEB84EE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125091" y="1912537"/>
                  <a:ext cx="175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BC380E5-DC70-7C5F-FD94-2D2AE72801B7}"/>
                    </a:ext>
                  </a:extLst>
                </p14:cNvPr>
                <p14:cNvContentPartPr/>
                <p14:nvPr/>
              </p14:nvContentPartPr>
              <p14:xfrm>
                <a:off x="8122211" y="1977697"/>
                <a:ext cx="210960" cy="799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BC380E5-DC70-7C5F-FD94-2D2AE72801B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16091" y="1971577"/>
                  <a:ext cx="223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4F1E7E17-1992-5236-51C5-E995471D703C}"/>
                    </a:ext>
                  </a:extLst>
                </p14:cNvPr>
                <p14:cNvContentPartPr/>
                <p14:nvPr/>
              </p14:nvContentPartPr>
              <p14:xfrm>
                <a:off x="7915931" y="2283697"/>
                <a:ext cx="743760" cy="3528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4F1E7E17-1992-5236-51C5-E995471D703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09811" y="2277577"/>
                  <a:ext cx="756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A08F4C94-6F76-4E6A-E134-57A54A82AA35}"/>
                    </a:ext>
                  </a:extLst>
                </p14:cNvPr>
                <p14:cNvContentPartPr/>
                <p14:nvPr/>
              </p14:nvContentPartPr>
              <p14:xfrm>
                <a:off x="8563571" y="2289097"/>
                <a:ext cx="118080" cy="324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A08F4C94-6F76-4E6A-E134-57A54A82AA3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57451" y="2282977"/>
                  <a:ext cx="130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EACFFC62-6DA8-08FA-0FD0-08C90AE0FF8B}"/>
                    </a:ext>
                  </a:extLst>
                </p14:cNvPr>
                <p14:cNvContentPartPr/>
                <p14:nvPr/>
              </p14:nvContentPartPr>
              <p14:xfrm>
                <a:off x="8574731" y="2268577"/>
                <a:ext cx="139320" cy="5580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EACFFC62-6DA8-08FA-0FD0-08C90AE0FF8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68611" y="2262457"/>
                  <a:ext cx="151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47150D28-03CA-F935-F616-0E2105062DC4}"/>
                    </a:ext>
                  </a:extLst>
                </p14:cNvPr>
                <p14:cNvContentPartPr/>
                <p14:nvPr/>
              </p14:nvContentPartPr>
              <p14:xfrm>
                <a:off x="8552771" y="2257417"/>
                <a:ext cx="117720" cy="432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47150D28-03CA-F935-F616-0E2105062DC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546651" y="2251297"/>
                  <a:ext cx="129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43F6375-866D-F8A0-476E-37867503D5AE}"/>
                    </a:ext>
                  </a:extLst>
                </p14:cNvPr>
                <p14:cNvContentPartPr/>
                <p14:nvPr/>
              </p14:nvContentPartPr>
              <p14:xfrm>
                <a:off x="8615771" y="2333017"/>
                <a:ext cx="109440" cy="619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43F6375-866D-F8A0-476E-37867503D5A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09651" y="2326897"/>
                  <a:ext cx="1216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098D4775-972C-BA99-97DC-B97FD7F70211}"/>
                    </a:ext>
                  </a:extLst>
                </p14:cNvPr>
                <p14:cNvContentPartPr/>
                <p14:nvPr/>
              </p14:nvContentPartPr>
              <p14:xfrm>
                <a:off x="8045891" y="2591497"/>
                <a:ext cx="668520" cy="687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098D4775-972C-BA99-97DC-B97FD7F7021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9771" y="2585377"/>
                  <a:ext cx="680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E02B9133-B2CF-942A-DD96-4D3899EB15F0}"/>
                    </a:ext>
                  </a:extLst>
                </p14:cNvPr>
                <p14:cNvContentPartPr/>
                <p14:nvPr/>
              </p14:nvContentPartPr>
              <p14:xfrm>
                <a:off x="8670131" y="2632537"/>
                <a:ext cx="109080" cy="849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E02B9133-B2CF-942A-DD96-4D3899EB15F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64011" y="2626417"/>
                  <a:ext cx="121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A1D332D0-48C7-AD41-2EFA-4BDCFBD7217F}"/>
                    </a:ext>
                  </a:extLst>
                </p14:cNvPr>
                <p14:cNvContentPartPr/>
                <p14:nvPr/>
              </p14:nvContentPartPr>
              <p14:xfrm>
                <a:off x="9535931" y="2104057"/>
                <a:ext cx="352080" cy="201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A1D332D0-48C7-AD41-2EFA-4BDCFBD7217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529811" y="2097937"/>
                  <a:ext cx="364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5D5BB29B-6676-8687-223F-8809C6E45F33}"/>
                    </a:ext>
                  </a:extLst>
                </p14:cNvPr>
                <p14:cNvContentPartPr/>
                <p14:nvPr/>
              </p14:nvContentPartPr>
              <p14:xfrm>
                <a:off x="10050011" y="2165257"/>
                <a:ext cx="485640" cy="302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5D5BB29B-6676-8687-223F-8809C6E45F3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43891" y="2159137"/>
                  <a:ext cx="497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5A9565C1-D87F-E0B1-B3D0-29CFD6292153}"/>
                    </a:ext>
                  </a:extLst>
                </p14:cNvPr>
                <p14:cNvContentPartPr/>
                <p14:nvPr/>
              </p14:nvContentPartPr>
              <p14:xfrm>
                <a:off x="9737531" y="2154457"/>
                <a:ext cx="21960" cy="46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5A9565C1-D87F-E0B1-B3D0-29CFD629215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731411" y="2148337"/>
                  <a:ext cx="34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0DE32342-2AF5-5353-EF37-DCD15AD18885}"/>
                    </a:ext>
                  </a:extLst>
                </p14:cNvPr>
                <p14:cNvContentPartPr/>
                <p14:nvPr/>
              </p14:nvContentPartPr>
              <p14:xfrm>
                <a:off x="10385171" y="2314297"/>
                <a:ext cx="21960" cy="370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0DE32342-2AF5-5353-EF37-DCD15AD188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379051" y="2308177"/>
                  <a:ext cx="34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74A88B4E-C533-E14C-D463-39CF1338F4CB}"/>
                    </a:ext>
                  </a:extLst>
                </p14:cNvPr>
                <p14:cNvContentPartPr/>
                <p14:nvPr/>
              </p14:nvContentPartPr>
              <p14:xfrm>
                <a:off x="9198251" y="1862497"/>
                <a:ext cx="226800" cy="1249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74A88B4E-C533-E14C-D463-39CF1338F4C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92131" y="1856377"/>
                  <a:ext cx="239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C5AD1472-04E6-1C76-6EE2-538FA582D144}"/>
                    </a:ext>
                  </a:extLst>
                </p14:cNvPr>
                <p14:cNvContentPartPr/>
                <p14:nvPr/>
              </p14:nvContentPartPr>
              <p14:xfrm>
                <a:off x="9209051" y="1843417"/>
                <a:ext cx="276840" cy="1206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C5AD1472-04E6-1C76-6EE2-538FA582D14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02931" y="1837297"/>
                  <a:ext cx="289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D6B9790-3528-D4DF-4CF5-79DC5322547D}"/>
                    </a:ext>
                  </a:extLst>
                </p14:cNvPr>
                <p14:cNvContentPartPr/>
                <p14:nvPr/>
              </p14:nvContentPartPr>
              <p14:xfrm>
                <a:off x="9641411" y="1870057"/>
                <a:ext cx="150480" cy="14328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D6B9790-3528-D4DF-4CF5-79DC5322547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35291" y="1863937"/>
                  <a:ext cx="162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770465B3-105E-671A-DA2B-63D9385FB649}"/>
                    </a:ext>
                  </a:extLst>
                </p14:cNvPr>
                <p14:cNvContentPartPr/>
                <p14:nvPr/>
              </p14:nvContentPartPr>
              <p14:xfrm>
                <a:off x="10308851" y="2126737"/>
                <a:ext cx="11160" cy="93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770465B3-105E-671A-DA2B-63D9385FB64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02731" y="212061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B771CC80-238D-0B69-1663-68B265A6930F}"/>
                    </a:ext>
                  </a:extLst>
                </p14:cNvPr>
                <p14:cNvContentPartPr/>
                <p14:nvPr/>
              </p14:nvContentPartPr>
              <p14:xfrm>
                <a:off x="10254491" y="1862857"/>
                <a:ext cx="131040" cy="1587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B771CC80-238D-0B69-1663-68B265A693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48371" y="1856737"/>
                  <a:ext cx="143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DF23515E-432F-ABEE-9C1C-B7500B15ACAE}"/>
                    </a:ext>
                  </a:extLst>
                </p14:cNvPr>
                <p14:cNvContentPartPr/>
                <p14:nvPr/>
              </p14:nvContentPartPr>
              <p14:xfrm>
                <a:off x="10698011" y="1948177"/>
                <a:ext cx="161640" cy="460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DF23515E-432F-ABEE-9C1C-B7500B15ACA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91891" y="1942057"/>
                  <a:ext cx="173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E6C76BA8-AC7C-2A98-FC5E-28CAA1B98087}"/>
                    </a:ext>
                  </a:extLst>
                </p14:cNvPr>
                <p14:cNvContentPartPr/>
                <p14:nvPr/>
              </p14:nvContentPartPr>
              <p14:xfrm>
                <a:off x="10687211" y="2034577"/>
                <a:ext cx="182880" cy="72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E6C76BA8-AC7C-2A98-FC5E-28CAA1B980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81091" y="2028457"/>
                  <a:ext cx="195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4BE2410-D79D-24E8-037D-32449FFB1ADD}"/>
                    </a:ext>
                  </a:extLst>
                </p14:cNvPr>
                <p14:cNvContentPartPr/>
                <p14:nvPr/>
              </p14:nvContentPartPr>
              <p14:xfrm>
                <a:off x="11181851" y="1878337"/>
                <a:ext cx="204840" cy="1638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4BE2410-D79D-24E8-037D-32449FFB1AD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75731" y="1872217"/>
                  <a:ext cx="217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D5DC6AFD-3660-F7A5-E1BA-FF00FDA63389}"/>
                    </a:ext>
                  </a:extLst>
                </p14:cNvPr>
                <p14:cNvContentPartPr/>
                <p14:nvPr/>
              </p14:nvContentPartPr>
              <p14:xfrm>
                <a:off x="11452211" y="1918657"/>
                <a:ext cx="280080" cy="1213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D5DC6AFD-3660-F7A5-E1BA-FF00FDA6338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46091" y="1912537"/>
                  <a:ext cx="292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98830FE1-DA7D-5256-B6EF-0AF173901528}"/>
                    </a:ext>
                  </a:extLst>
                </p14:cNvPr>
                <p14:cNvContentPartPr/>
                <p14:nvPr/>
              </p14:nvContentPartPr>
              <p14:xfrm>
                <a:off x="10534931" y="2394577"/>
                <a:ext cx="175680" cy="1389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98830FE1-DA7D-5256-B6EF-0AF1739015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28811" y="2388457"/>
                  <a:ext cx="187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7D1C93BE-344A-3B4E-6FCB-3EC993AAD1FC}"/>
                    </a:ext>
                  </a:extLst>
                </p14:cNvPr>
                <p14:cNvContentPartPr/>
                <p14:nvPr/>
              </p14:nvContentPartPr>
              <p14:xfrm>
                <a:off x="10815371" y="2349217"/>
                <a:ext cx="109080" cy="1875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7D1C93BE-344A-3B4E-6FCB-3EC993AAD1F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09251" y="2343097"/>
                  <a:ext cx="121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F0E5F7A-BEBE-1AAB-ECAC-06B948D33C40}"/>
                    </a:ext>
                  </a:extLst>
                </p14:cNvPr>
                <p14:cNvContentPartPr/>
                <p14:nvPr/>
              </p14:nvContentPartPr>
              <p14:xfrm>
                <a:off x="10815371" y="2465857"/>
                <a:ext cx="163440" cy="212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F0E5F7A-BEBE-1AAB-ECAC-06B948D33C4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09251" y="2459737"/>
                  <a:ext cx="175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2E1D7F1-E882-0FC5-1EB7-E3F9D1925488}"/>
                    </a:ext>
                  </a:extLst>
                </p14:cNvPr>
                <p14:cNvContentPartPr/>
                <p14:nvPr/>
              </p14:nvContentPartPr>
              <p14:xfrm>
                <a:off x="9404531" y="2348857"/>
                <a:ext cx="170640" cy="1677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2E1D7F1-E882-0FC5-1EB7-E3F9D19254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98411" y="2342737"/>
                  <a:ext cx="182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DC9972B-0DD3-102A-0293-B2A00184B45E}"/>
                    </a:ext>
                  </a:extLst>
                </p14:cNvPr>
                <p14:cNvContentPartPr/>
                <p14:nvPr/>
              </p14:nvContentPartPr>
              <p14:xfrm>
                <a:off x="9435131" y="2430937"/>
                <a:ext cx="11160" cy="2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DC9972B-0DD3-102A-0293-B2A00184B45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29011" y="2424817"/>
                  <a:ext cx="234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B5C9E221-7277-7859-E254-9D1B2C9A5731}"/>
                    </a:ext>
                  </a:extLst>
                </p14:cNvPr>
                <p14:cNvContentPartPr/>
                <p14:nvPr/>
              </p14:nvContentPartPr>
              <p14:xfrm>
                <a:off x="9415331" y="2375857"/>
                <a:ext cx="74520" cy="1490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B5C9E221-7277-7859-E254-9D1B2C9A573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09211" y="2369737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C74D5581-BEC5-C6E7-E361-2D0269B08D6D}"/>
                    </a:ext>
                  </a:extLst>
                </p14:cNvPr>
                <p14:cNvContentPartPr/>
                <p14:nvPr/>
              </p14:nvContentPartPr>
              <p14:xfrm>
                <a:off x="9449891" y="2421937"/>
                <a:ext cx="190440" cy="280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C74D5581-BEC5-C6E7-E361-2D0269B08D6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43771" y="2415817"/>
                  <a:ext cx="202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95B779DA-8BA9-B22B-3EFD-78673EBFF05A}"/>
                    </a:ext>
                  </a:extLst>
                </p14:cNvPr>
                <p14:cNvContentPartPr/>
                <p14:nvPr/>
              </p14:nvContentPartPr>
              <p14:xfrm>
                <a:off x="9704771" y="2373697"/>
                <a:ext cx="207720" cy="1746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95B779DA-8BA9-B22B-3EFD-78673EBFF05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698651" y="2367577"/>
                  <a:ext cx="219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837F8E1D-524C-C486-AB7D-4537205CEF55}"/>
                    </a:ext>
                  </a:extLst>
                </p14:cNvPr>
                <p14:cNvContentPartPr/>
                <p14:nvPr/>
              </p14:nvContentPartPr>
              <p14:xfrm>
                <a:off x="10093931" y="2456857"/>
                <a:ext cx="159480" cy="136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837F8E1D-524C-C486-AB7D-4537205CEF5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87811" y="2450737"/>
                  <a:ext cx="171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16121649-0BF9-033C-D32B-196F776ADC29}"/>
                    </a:ext>
                  </a:extLst>
                </p14:cNvPr>
                <p14:cNvContentPartPr/>
                <p14:nvPr/>
              </p14:nvContentPartPr>
              <p14:xfrm>
                <a:off x="10045691" y="2504377"/>
                <a:ext cx="198360" cy="126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16121649-0BF9-033C-D32B-196F776ADC2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39571" y="2498257"/>
                  <a:ext cx="210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57F9FFDE-C9E5-5929-7F29-DAAADFF7CF33}"/>
                    </a:ext>
                  </a:extLst>
                </p14:cNvPr>
                <p14:cNvContentPartPr/>
                <p14:nvPr/>
              </p14:nvContentPartPr>
              <p14:xfrm>
                <a:off x="9467531" y="2536057"/>
                <a:ext cx="503640" cy="259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57F9FFDE-C9E5-5929-7F29-DAAADFF7CF3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61411" y="2529937"/>
                  <a:ext cx="515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B54177D7-3F34-99B2-B6F2-A75E4EC996B4}"/>
                    </a:ext>
                  </a:extLst>
                </p14:cNvPr>
                <p14:cNvContentPartPr/>
                <p14:nvPr/>
              </p14:nvContentPartPr>
              <p14:xfrm>
                <a:off x="10569491" y="2607697"/>
                <a:ext cx="453240" cy="446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B54177D7-3F34-99B2-B6F2-A75E4EC996B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63371" y="2601577"/>
                  <a:ext cx="465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5C21ACD-69E7-A5E0-2013-E32A1BD81783}"/>
                    </a:ext>
                  </a:extLst>
                </p14:cNvPr>
                <p14:cNvContentPartPr/>
                <p14:nvPr/>
              </p14:nvContentPartPr>
              <p14:xfrm>
                <a:off x="4800131" y="2617417"/>
                <a:ext cx="216720" cy="1418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5C21ACD-69E7-A5E0-2013-E32A1BD8178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794011" y="2611297"/>
                  <a:ext cx="228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3E897197-399D-5315-26F1-472AFD116A3E}"/>
                    </a:ext>
                  </a:extLst>
                </p14:cNvPr>
                <p14:cNvContentPartPr/>
                <p14:nvPr/>
              </p14:nvContentPartPr>
              <p14:xfrm>
                <a:off x="5243291" y="2696977"/>
                <a:ext cx="129240" cy="802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3E897197-399D-5315-26F1-472AFD116A3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237171" y="2690857"/>
                  <a:ext cx="141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5E1ADA5-6C85-36FE-D0DB-D04B6C662EC6}"/>
                    </a:ext>
                  </a:extLst>
                </p14:cNvPr>
                <p14:cNvContentPartPr/>
                <p14:nvPr/>
              </p14:nvContentPartPr>
              <p14:xfrm>
                <a:off x="5598251" y="2741977"/>
                <a:ext cx="185400" cy="651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5E1ADA5-6C85-36FE-D0DB-D04B6C662E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92131" y="2735857"/>
                  <a:ext cx="197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FB4243C3-EB34-346D-5B3D-C06DAD436D56}"/>
                    </a:ext>
                  </a:extLst>
                </p14:cNvPr>
                <p14:cNvContentPartPr/>
                <p14:nvPr/>
              </p14:nvContentPartPr>
              <p14:xfrm>
                <a:off x="7431371" y="2518417"/>
                <a:ext cx="106920" cy="302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FB4243C3-EB34-346D-5B3D-C06DAD436D5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25251" y="2512297"/>
                  <a:ext cx="119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3840EA7-A061-EB2C-8A64-52598912F347}"/>
                    </a:ext>
                  </a:extLst>
                </p14:cNvPr>
                <p14:cNvContentPartPr/>
                <p14:nvPr/>
              </p14:nvContentPartPr>
              <p14:xfrm>
                <a:off x="5984171" y="2632177"/>
                <a:ext cx="194760" cy="2098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3840EA7-A061-EB2C-8A64-52598912F34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78051" y="2626057"/>
                  <a:ext cx="207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A985B4A3-8125-FED4-1AC2-8541AB86F5A2}"/>
                    </a:ext>
                  </a:extLst>
                </p14:cNvPr>
                <p14:cNvContentPartPr/>
                <p14:nvPr/>
              </p14:nvContentPartPr>
              <p14:xfrm>
                <a:off x="6342371" y="2733337"/>
                <a:ext cx="43920" cy="828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A985B4A3-8125-FED4-1AC2-8541AB86F5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36251" y="2727217"/>
                  <a:ext cx="56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445A24A-0265-225B-615B-6F1D24C3AD76}"/>
                    </a:ext>
                  </a:extLst>
                </p14:cNvPr>
                <p14:cNvContentPartPr/>
                <p14:nvPr/>
              </p14:nvContentPartPr>
              <p14:xfrm>
                <a:off x="6492491" y="2751337"/>
                <a:ext cx="152640" cy="903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445A24A-0265-225B-615B-6F1D24C3AD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86371" y="2745217"/>
                  <a:ext cx="164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3AD52C37-672A-DD1D-780D-43CD008A95BA}"/>
                    </a:ext>
                  </a:extLst>
                </p14:cNvPr>
                <p14:cNvContentPartPr/>
                <p14:nvPr/>
              </p14:nvContentPartPr>
              <p14:xfrm>
                <a:off x="6794171" y="2704897"/>
                <a:ext cx="142200" cy="943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3AD52C37-672A-DD1D-780D-43CD008A95B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88051" y="2698777"/>
                  <a:ext cx="154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EC6B102-DE4F-A41A-C9CF-8F6F1D190CF5}"/>
                    </a:ext>
                  </a:extLst>
                </p14:cNvPr>
                <p14:cNvContentPartPr/>
                <p14:nvPr/>
              </p14:nvContentPartPr>
              <p14:xfrm>
                <a:off x="7058051" y="2694817"/>
                <a:ext cx="180000" cy="939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EC6B102-DE4F-A41A-C9CF-8F6F1D190C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051931" y="2688697"/>
                  <a:ext cx="192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3CB07FC3-6C7C-6128-0CAC-CBDE3999DF42}"/>
                    </a:ext>
                  </a:extLst>
                </p14:cNvPr>
                <p14:cNvContentPartPr/>
                <p14:nvPr/>
              </p14:nvContentPartPr>
              <p14:xfrm>
                <a:off x="7172531" y="2770057"/>
                <a:ext cx="43920" cy="669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3CB07FC3-6C7C-6128-0CAC-CBDE3999DF4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66411" y="2763937"/>
                  <a:ext cx="56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136FD66-41FE-5B60-233A-76683A299D59}"/>
                    </a:ext>
                  </a:extLst>
                </p14:cNvPr>
                <p14:cNvContentPartPr/>
                <p14:nvPr/>
              </p14:nvContentPartPr>
              <p14:xfrm>
                <a:off x="7353611" y="2719657"/>
                <a:ext cx="99720" cy="856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136FD66-41FE-5B60-233A-76683A299D5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347491" y="2713537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5A293805-79A8-A115-467C-35586ADFCBE8}"/>
                    </a:ext>
                  </a:extLst>
                </p14:cNvPr>
                <p14:cNvContentPartPr/>
                <p14:nvPr/>
              </p14:nvContentPartPr>
              <p14:xfrm>
                <a:off x="7442171" y="2653057"/>
                <a:ext cx="292320" cy="1512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5A293805-79A8-A115-467C-35586ADFCBE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36051" y="2646937"/>
                  <a:ext cx="304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2932CAF2-40F9-A429-B084-4AF652034DBF}"/>
                    </a:ext>
                  </a:extLst>
                </p14:cNvPr>
                <p14:cNvContentPartPr/>
                <p14:nvPr/>
              </p14:nvContentPartPr>
              <p14:xfrm>
                <a:off x="8693891" y="2667097"/>
                <a:ext cx="577440" cy="34308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2932CAF2-40F9-A429-B084-4AF652034DB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687771" y="2660977"/>
                  <a:ext cx="589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413E5BCB-4B45-B70B-D6B0-2EC6F4B351D8}"/>
                    </a:ext>
                  </a:extLst>
                </p14:cNvPr>
                <p14:cNvContentPartPr/>
                <p14:nvPr/>
              </p14:nvContentPartPr>
              <p14:xfrm>
                <a:off x="9332531" y="2871577"/>
                <a:ext cx="383040" cy="1256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413E5BCB-4B45-B70B-D6B0-2EC6F4B351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26411" y="2865457"/>
                  <a:ext cx="395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0C49FEB7-3ABA-9D19-3B46-459662088440}"/>
                    </a:ext>
                  </a:extLst>
                </p14:cNvPr>
                <p14:cNvContentPartPr/>
                <p14:nvPr/>
              </p14:nvContentPartPr>
              <p14:xfrm>
                <a:off x="9814571" y="2946457"/>
                <a:ext cx="246960" cy="7164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0C49FEB7-3ABA-9D19-3B46-45966208844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808451" y="2940337"/>
                  <a:ext cx="259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8D90BB12-0079-5417-473A-5D4413A709D0}"/>
                    </a:ext>
                  </a:extLst>
                </p14:cNvPr>
                <p14:cNvContentPartPr/>
                <p14:nvPr/>
              </p14:nvContentPartPr>
              <p14:xfrm>
                <a:off x="10048931" y="2790577"/>
                <a:ext cx="464760" cy="2433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8D90BB12-0079-5417-473A-5D4413A709D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42811" y="2784457"/>
                  <a:ext cx="477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D857B8A3-4633-EC67-FF94-2E2F00B6B8A7}"/>
                    </a:ext>
                  </a:extLst>
                </p14:cNvPr>
                <p14:cNvContentPartPr/>
                <p14:nvPr/>
              </p14:nvContentPartPr>
              <p14:xfrm>
                <a:off x="10771091" y="2899657"/>
                <a:ext cx="433800" cy="1731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D857B8A3-4633-EC67-FF94-2E2F00B6B8A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64971" y="2893537"/>
                  <a:ext cx="446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DC60664E-AABF-6FC2-241F-86074E53ACFF}"/>
                    </a:ext>
                  </a:extLst>
                </p14:cNvPr>
                <p14:cNvContentPartPr/>
                <p14:nvPr/>
              </p14:nvContentPartPr>
              <p14:xfrm>
                <a:off x="9554651" y="3139057"/>
                <a:ext cx="119880" cy="15588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DC60664E-AABF-6FC2-241F-86074E53ACF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48531" y="3132937"/>
                  <a:ext cx="132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1C878AE9-2009-9F0A-2EC3-1617307AFA46}"/>
                    </a:ext>
                  </a:extLst>
                </p14:cNvPr>
                <p14:cNvContentPartPr/>
                <p14:nvPr/>
              </p14:nvContentPartPr>
              <p14:xfrm>
                <a:off x="9759131" y="3201337"/>
                <a:ext cx="226440" cy="565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1C878AE9-2009-9F0A-2EC3-1617307AFA4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53011" y="3195217"/>
                  <a:ext cx="238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ECB91FAD-E8E6-F88F-A62B-5632826AE040}"/>
                    </a:ext>
                  </a:extLst>
                </p14:cNvPr>
                <p14:cNvContentPartPr/>
                <p14:nvPr/>
              </p14:nvContentPartPr>
              <p14:xfrm>
                <a:off x="10169891" y="3211057"/>
                <a:ext cx="231840" cy="1656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ECB91FAD-E8E6-F88F-A62B-5632826AE0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63771" y="3204937"/>
                  <a:ext cx="244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27A038A3-3956-E39B-16C7-D086BF81C8E6}"/>
                    </a:ext>
                  </a:extLst>
                </p14:cNvPr>
                <p14:cNvContentPartPr/>
                <p14:nvPr/>
              </p14:nvContentPartPr>
              <p14:xfrm>
                <a:off x="10439171" y="3228337"/>
                <a:ext cx="147960" cy="770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27A038A3-3956-E39B-16C7-D086BF81C8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33051" y="3222217"/>
                  <a:ext cx="160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33182824-DB08-BC58-9DEB-44B10D82CAA6}"/>
                    </a:ext>
                  </a:extLst>
                </p14:cNvPr>
                <p14:cNvContentPartPr/>
                <p14:nvPr/>
              </p14:nvContentPartPr>
              <p14:xfrm>
                <a:off x="10687211" y="3246337"/>
                <a:ext cx="139320" cy="7416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33182824-DB08-BC58-9DEB-44B10D82CA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81091" y="3240217"/>
                  <a:ext cx="151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C5374C4-4E3C-8097-7AA3-95C567DF9888}"/>
                    </a:ext>
                  </a:extLst>
                </p14:cNvPr>
                <p14:cNvContentPartPr/>
                <p14:nvPr/>
              </p14:nvContentPartPr>
              <p14:xfrm>
                <a:off x="10815371" y="3159577"/>
                <a:ext cx="98280" cy="15408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C5374C4-4E3C-8097-7AA3-95C567DF988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09251" y="3153457"/>
                  <a:ext cx="110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62D42B1E-5A97-C4C0-86E8-100BDB5D05BA}"/>
                    </a:ext>
                  </a:extLst>
                </p14:cNvPr>
                <p14:cNvContentPartPr/>
                <p14:nvPr/>
              </p14:nvContentPartPr>
              <p14:xfrm>
                <a:off x="10815371" y="3230857"/>
                <a:ext cx="174240" cy="2052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62D42B1E-5A97-C4C0-86E8-100BDB5D05B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809251" y="3224737"/>
                  <a:ext cx="186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832F7AD1-3426-03CB-074E-0DA520109037}"/>
                    </a:ext>
                  </a:extLst>
                </p14:cNvPr>
                <p14:cNvContentPartPr/>
                <p14:nvPr/>
              </p14:nvContentPartPr>
              <p14:xfrm>
                <a:off x="11052251" y="3187297"/>
                <a:ext cx="228600" cy="15264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832F7AD1-3426-03CB-074E-0DA52010903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46131" y="3181177"/>
                  <a:ext cx="240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CA22F16-03CA-9D80-8B81-FFC9EC0A2970}"/>
                    </a:ext>
                  </a:extLst>
                </p14:cNvPr>
                <p14:cNvContentPartPr/>
                <p14:nvPr/>
              </p14:nvContentPartPr>
              <p14:xfrm>
                <a:off x="11332331" y="3269737"/>
                <a:ext cx="64440" cy="4392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CA22F16-03CA-9D80-8B81-FFC9EC0A297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326211" y="3263617"/>
                  <a:ext cx="76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4BB6E43A-3C9F-B617-99EC-57EA886D06AD}"/>
                    </a:ext>
                  </a:extLst>
                </p14:cNvPr>
                <p14:cNvContentPartPr/>
                <p14:nvPr/>
              </p14:nvContentPartPr>
              <p14:xfrm>
                <a:off x="4175171" y="2715337"/>
                <a:ext cx="615960" cy="22064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4BB6E43A-3C9F-B617-99EC-57EA886D06A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169051" y="2709217"/>
                  <a:ext cx="628200" cy="22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02719E70-31E4-8CE3-675F-F31601F03911}"/>
              </a:ext>
            </a:extLst>
          </p:cNvPr>
          <p:cNvGrpSpPr/>
          <p:nvPr/>
        </p:nvGrpSpPr>
        <p:grpSpPr>
          <a:xfrm>
            <a:off x="5101451" y="4678777"/>
            <a:ext cx="1467360" cy="745200"/>
            <a:chOff x="5101451" y="4678777"/>
            <a:chExt cx="1467360" cy="74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82EC2453-9EB6-0504-782C-7FB439C4D571}"/>
                    </a:ext>
                  </a:extLst>
                </p14:cNvPr>
                <p14:cNvContentPartPr/>
                <p14:nvPr/>
              </p14:nvContentPartPr>
              <p14:xfrm>
                <a:off x="5179571" y="4891177"/>
                <a:ext cx="256680" cy="16488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82EC2453-9EB6-0504-782C-7FB439C4D57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173451" y="4885057"/>
                  <a:ext cx="268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227180B4-CD42-3624-CE46-B8CFA78A7CBA}"/>
                    </a:ext>
                  </a:extLst>
                </p14:cNvPr>
                <p14:cNvContentPartPr/>
                <p14:nvPr/>
              </p14:nvContentPartPr>
              <p14:xfrm>
                <a:off x="5424371" y="4832137"/>
                <a:ext cx="280440" cy="1760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227180B4-CD42-3624-CE46-B8CFA78A7CB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18251" y="4826017"/>
                  <a:ext cx="292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CEE83648-7C95-D98E-B258-5A3805814AA6}"/>
                    </a:ext>
                  </a:extLst>
                </p14:cNvPr>
                <p14:cNvContentPartPr/>
                <p14:nvPr/>
              </p14:nvContentPartPr>
              <p14:xfrm>
                <a:off x="5405291" y="5218777"/>
                <a:ext cx="246240" cy="1749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CEE83648-7C95-D98E-B258-5A3805814AA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99171" y="5212657"/>
                  <a:ext cx="258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E7044311-D524-0964-50D9-B37F8016348B}"/>
                    </a:ext>
                  </a:extLst>
                </p14:cNvPr>
                <p14:cNvContentPartPr/>
                <p14:nvPr/>
              </p14:nvContentPartPr>
              <p14:xfrm>
                <a:off x="5512211" y="5232817"/>
                <a:ext cx="280800" cy="6876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E7044311-D524-0964-50D9-B37F8016348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06091" y="5226697"/>
                  <a:ext cx="293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7E8F08F9-43C3-624B-A254-88BF1D77D3F9}"/>
                    </a:ext>
                  </a:extLst>
                </p14:cNvPr>
                <p14:cNvContentPartPr/>
                <p14:nvPr/>
              </p14:nvContentPartPr>
              <p14:xfrm>
                <a:off x="5101451" y="4678777"/>
                <a:ext cx="389520" cy="7452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7E8F08F9-43C3-624B-A254-88BF1D77D3F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095331" y="4672657"/>
                  <a:ext cx="40176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BEA60E1E-F952-1167-36D7-BEBA1C0C6531}"/>
                    </a:ext>
                  </a:extLst>
                </p14:cNvPr>
                <p14:cNvContentPartPr/>
                <p14:nvPr/>
              </p14:nvContentPartPr>
              <p14:xfrm>
                <a:off x="5770331" y="4684897"/>
                <a:ext cx="493200" cy="72576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BEA60E1E-F952-1167-36D7-BEBA1C0C653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64211" y="4678777"/>
                  <a:ext cx="50544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2E096D46-3124-E703-F7A2-FD2806E9F93E}"/>
                    </a:ext>
                  </a:extLst>
                </p14:cNvPr>
                <p14:cNvContentPartPr/>
                <p14:nvPr/>
              </p14:nvContentPartPr>
              <p14:xfrm>
                <a:off x="5577371" y="4854817"/>
                <a:ext cx="33120" cy="2124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2E096D46-3124-E703-F7A2-FD2806E9F93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71251" y="4848697"/>
                  <a:ext cx="45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F6B2808F-5D5B-7641-5934-CA6BFD3B1C0C}"/>
                    </a:ext>
                  </a:extLst>
                </p14:cNvPr>
                <p14:cNvContentPartPr/>
                <p14:nvPr/>
              </p14:nvContentPartPr>
              <p14:xfrm>
                <a:off x="5738291" y="5365657"/>
                <a:ext cx="33120" cy="1908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F6B2808F-5D5B-7641-5934-CA6BFD3B1C0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32171" y="5359537"/>
                  <a:ext cx="4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447B1975-B897-63E3-F00A-D173B7CF44FB}"/>
                    </a:ext>
                  </a:extLst>
                </p14:cNvPr>
                <p14:cNvContentPartPr/>
                <p14:nvPr/>
              </p14:nvContentPartPr>
              <p14:xfrm>
                <a:off x="6431291" y="5185297"/>
                <a:ext cx="126720" cy="111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447B1975-B897-63E3-F00A-D173B7CF44F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425171" y="5179177"/>
                  <a:ext cx="138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02238A3B-45DC-75AB-09BD-2D0D043DF436}"/>
                    </a:ext>
                  </a:extLst>
                </p14:cNvPr>
                <p14:cNvContentPartPr/>
                <p14:nvPr/>
              </p14:nvContentPartPr>
              <p14:xfrm>
                <a:off x="6396731" y="5269537"/>
                <a:ext cx="172080" cy="122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02238A3B-45DC-75AB-09BD-2D0D043DF43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90611" y="5263417"/>
                  <a:ext cx="1843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C3E5082E-296B-7AEC-2833-CB5C99E2D845}"/>
              </a:ext>
            </a:extLst>
          </p:cNvPr>
          <p:cNvGrpSpPr/>
          <p:nvPr/>
        </p:nvGrpSpPr>
        <p:grpSpPr>
          <a:xfrm>
            <a:off x="7087571" y="4923577"/>
            <a:ext cx="2478600" cy="660240"/>
            <a:chOff x="7087571" y="4923577"/>
            <a:chExt cx="2478600" cy="66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95A45497-C54D-D70B-291A-D075376CBDF1}"/>
                    </a:ext>
                  </a:extLst>
                </p14:cNvPr>
                <p14:cNvContentPartPr/>
                <p14:nvPr/>
              </p14:nvContentPartPr>
              <p14:xfrm>
                <a:off x="7215371" y="5051377"/>
                <a:ext cx="183600" cy="28080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95A45497-C54D-D70B-291A-D075376CBDF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209251" y="5045257"/>
                  <a:ext cx="195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412C9370-08E8-226A-2AD3-CE6195DA96CF}"/>
                    </a:ext>
                  </a:extLst>
                </p14:cNvPr>
                <p14:cNvContentPartPr/>
                <p14:nvPr/>
              </p14:nvContentPartPr>
              <p14:xfrm>
                <a:off x="7408331" y="5122657"/>
                <a:ext cx="183240" cy="1080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412C9370-08E8-226A-2AD3-CE6195DA96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02211" y="5116537"/>
                  <a:ext cx="195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FCAA3B0D-2A60-BF9A-2F85-5353CB00B46C}"/>
                    </a:ext>
                  </a:extLst>
                </p14:cNvPr>
                <p14:cNvContentPartPr/>
                <p14:nvPr/>
              </p14:nvContentPartPr>
              <p14:xfrm>
                <a:off x="7668251" y="4923577"/>
                <a:ext cx="139320" cy="2260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FCAA3B0D-2A60-BF9A-2F85-5353CB00B46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62131" y="4917457"/>
                  <a:ext cx="1515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1AB790D3-5B6E-3D84-67D5-A67D965D4CE7}"/>
                    </a:ext>
                  </a:extLst>
                </p14:cNvPr>
                <p14:cNvContentPartPr/>
                <p14:nvPr/>
              </p14:nvContentPartPr>
              <p14:xfrm>
                <a:off x="7733411" y="5221657"/>
                <a:ext cx="43920" cy="2304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1AB790D3-5B6E-3D84-67D5-A67D965D4CE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27291" y="5215537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18217648-08FF-291C-79B3-486B84B5294E}"/>
                    </a:ext>
                  </a:extLst>
                </p14:cNvPr>
                <p14:cNvContentPartPr/>
                <p14:nvPr/>
              </p14:nvContentPartPr>
              <p14:xfrm>
                <a:off x="7087571" y="5282497"/>
                <a:ext cx="625320" cy="723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18217648-08FF-291C-79B3-486B84B529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81451" y="5276377"/>
                  <a:ext cx="637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2DAF1D6A-FFAF-0AEA-4A79-7726E375C646}"/>
                    </a:ext>
                  </a:extLst>
                </p14:cNvPr>
                <p14:cNvContentPartPr/>
                <p14:nvPr/>
              </p14:nvContentPartPr>
              <p14:xfrm>
                <a:off x="7366211" y="5099977"/>
                <a:ext cx="65520" cy="4392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2DAF1D6A-FFAF-0AEA-4A79-7726E375C64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360091" y="5093857"/>
                  <a:ext cx="77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11648684-3640-70E7-3387-58B3DFC095F4}"/>
                    </a:ext>
                  </a:extLst>
                </p14:cNvPr>
                <p14:cNvContentPartPr/>
                <p14:nvPr/>
              </p14:nvContentPartPr>
              <p14:xfrm>
                <a:off x="7097651" y="5370337"/>
                <a:ext cx="108000" cy="19512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11648684-3640-70E7-3387-58B3DFC095F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91531" y="5364217"/>
                  <a:ext cx="12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E200A5D0-DE59-4696-83D4-DF585E0F3F08}"/>
                    </a:ext>
                  </a:extLst>
                </p14:cNvPr>
                <p14:cNvContentPartPr/>
                <p14:nvPr/>
              </p14:nvContentPartPr>
              <p14:xfrm>
                <a:off x="7323731" y="5404177"/>
                <a:ext cx="140400" cy="16452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E200A5D0-DE59-4696-83D4-DF585E0F3F0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17611" y="5398057"/>
                  <a:ext cx="152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4F0E6D58-3448-2D07-6C1F-36259B45C5AB}"/>
                    </a:ext>
                  </a:extLst>
                </p14:cNvPr>
                <p14:cNvContentPartPr/>
                <p14:nvPr/>
              </p14:nvContentPartPr>
              <p14:xfrm>
                <a:off x="7454051" y="5450617"/>
                <a:ext cx="137880" cy="1036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4F0E6D58-3448-2D07-6C1F-36259B45C5A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47931" y="5444497"/>
                  <a:ext cx="150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084B79A6-33DA-EC4C-6C78-4EF36FEF68FA}"/>
                    </a:ext>
                  </a:extLst>
                </p14:cNvPr>
                <p14:cNvContentPartPr/>
                <p14:nvPr/>
              </p14:nvContentPartPr>
              <p14:xfrm>
                <a:off x="7711811" y="5461777"/>
                <a:ext cx="193680" cy="507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084B79A6-33DA-EC4C-6C78-4EF36FEF68F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705691" y="5455657"/>
                  <a:ext cx="205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347F123E-98EE-CB41-B91D-D2A5C8962DD9}"/>
                    </a:ext>
                  </a:extLst>
                </p14:cNvPr>
                <p14:cNvContentPartPr/>
                <p14:nvPr/>
              </p14:nvContentPartPr>
              <p14:xfrm>
                <a:off x="7894331" y="5374297"/>
                <a:ext cx="130320" cy="15768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347F123E-98EE-CB41-B91D-D2A5C8962DD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88211" y="5368177"/>
                  <a:ext cx="142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808FEE5F-14DF-08AA-58A3-5AD6A9D34DAD}"/>
                    </a:ext>
                  </a:extLst>
                </p14:cNvPr>
                <p14:cNvContentPartPr/>
                <p14:nvPr/>
              </p14:nvContentPartPr>
              <p14:xfrm>
                <a:off x="7926731" y="5264497"/>
                <a:ext cx="302400" cy="22320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808FEE5F-14DF-08AA-58A3-5AD6A9D34DA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20611" y="5258377"/>
                  <a:ext cx="314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236177B5-4545-8228-6565-C4783E9F3421}"/>
                    </a:ext>
                  </a:extLst>
                </p14:cNvPr>
                <p14:cNvContentPartPr/>
                <p14:nvPr/>
              </p14:nvContentPartPr>
              <p14:xfrm>
                <a:off x="8294291" y="5173417"/>
                <a:ext cx="117720" cy="21564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236177B5-4545-8228-6565-C4783E9F342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88171" y="5167297"/>
                  <a:ext cx="129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D5199BA8-D5AF-F8C5-21DD-0A19BE925639}"/>
                    </a:ext>
                  </a:extLst>
                </p14:cNvPr>
                <p14:cNvContentPartPr/>
                <p14:nvPr/>
              </p14:nvContentPartPr>
              <p14:xfrm>
                <a:off x="8498411" y="5524057"/>
                <a:ext cx="43920" cy="5976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D5199BA8-D5AF-F8C5-21DD-0A19BE92563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92291" y="5517937"/>
                  <a:ext cx="56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E46423ED-8CD0-091E-4870-CABC8086E3AF}"/>
                    </a:ext>
                  </a:extLst>
                </p14:cNvPr>
                <p14:cNvContentPartPr/>
                <p14:nvPr/>
              </p14:nvContentPartPr>
              <p14:xfrm>
                <a:off x="8789651" y="5264497"/>
                <a:ext cx="21960" cy="32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E46423ED-8CD0-091E-4870-CABC8086E3A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783531" y="5258377"/>
                  <a:ext cx="34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2D9B5125-EDC9-468B-506F-B26B846230E0}"/>
                    </a:ext>
                  </a:extLst>
                </p14:cNvPr>
                <p14:cNvContentPartPr/>
                <p14:nvPr/>
              </p14:nvContentPartPr>
              <p14:xfrm>
                <a:off x="8693891" y="5231017"/>
                <a:ext cx="376560" cy="28908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2D9B5125-EDC9-468B-506F-B26B846230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687771" y="5224897"/>
                  <a:ext cx="388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44D1DADF-797D-9E3D-EE2C-6368C2ED296C}"/>
                    </a:ext>
                  </a:extLst>
                </p14:cNvPr>
                <p14:cNvContentPartPr/>
                <p14:nvPr/>
              </p14:nvContentPartPr>
              <p14:xfrm>
                <a:off x="8896211" y="5274217"/>
                <a:ext cx="270000" cy="1353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44D1DADF-797D-9E3D-EE2C-6368C2ED296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90091" y="5268097"/>
                  <a:ext cx="282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B2EC11B1-6319-0101-1F86-F53039433A7A}"/>
                    </a:ext>
                  </a:extLst>
                </p14:cNvPr>
                <p14:cNvContentPartPr/>
                <p14:nvPr/>
              </p14:nvContentPartPr>
              <p14:xfrm>
                <a:off x="9285371" y="5108977"/>
                <a:ext cx="237240" cy="37620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B2EC11B1-6319-0101-1F86-F53039433A7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79251" y="5102857"/>
                  <a:ext cx="2494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AD3D59DA-EE5E-F070-04FF-8C6D3B85AB22}"/>
                    </a:ext>
                  </a:extLst>
                </p14:cNvPr>
                <p14:cNvContentPartPr/>
                <p14:nvPr/>
              </p14:nvContentPartPr>
              <p14:xfrm>
                <a:off x="7646651" y="5072257"/>
                <a:ext cx="1919520" cy="2134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AD3D59DA-EE5E-F070-04FF-8C6D3B85AB2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640531" y="5066137"/>
                  <a:ext cx="1931760" cy="22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308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85715-A330-3692-B478-781E20F4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6C9B7-F9C4-6FEB-0CC2-FE0C04DE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0B9B39A-891C-1E26-B9ED-CBBF3292B4F1}"/>
              </a:ext>
            </a:extLst>
          </p:cNvPr>
          <p:cNvGrpSpPr/>
          <p:nvPr/>
        </p:nvGrpSpPr>
        <p:grpSpPr>
          <a:xfrm>
            <a:off x="1339091" y="2556937"/>
            <a:ext cx="1639440" cy="499320"/>
            <a:chOff x="1339091" y="2556937"/>
            <a:chExt cx="163944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5937D49-7663-2446-E090-5ED4227F5701}"/>
                    </a:ext>
                  </a:extLst>
                </p14:cNvPr>
                <p14:cNvContentPartPr/>
                <p14:nvPr/>
              </p14:nvContentPartPr>
              <p14:xfrm>
                <a:off x="1339091" y="2607697"/>
                <a:ext cx="324360" cy="44856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5937D49-7663-2446-E090-5ED4227F57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32971" y="2601577"/>
                  <a:ext cx="3366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91050F6F-9350-BB31-D5ED-89962D69EAC3}"/>
                    </a:ext>
                  </a:extLst>
                </p14:cNvPr>
                <p14:cNvContentPartPr/>
                <p14:nvPr/>
              </p14:nvContentPartPr>
              <p14:xfrm>
                <a:off x="1715291" y="2798857"/>
                <a:ext cx="228240" cy="1526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91050F6F-9350-BB31-D5ED-89962D69EA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09171" y="2792737"/>
                  <a:ext cx="240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DC33E93-D92A-67BD-F641-76E3EE69FFC9}"/>
                    </a:ext>
                  </a:extLst>
                </p14:cNvPr>
                <p14:cNvContentPartPr/>
                <p14:nvPr/>
              </p14:nvContentPartPr>
              <p14:xfrm>
                <a:off x="2051891" y="2556937"/>
                <a:ext cx="65520" cy="3186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DC33E93-D92A-67BD-F641-76E3EE69FF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5771" y="2550817"/>
                  <a:ext cx="77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F26695FB-D537-9343-CB26-A4E0597BF4D7}"/>
                    </a:ext>
                  </a:extLst>
                </p14:cNvPr>
                <p14:cNvContentPartPr/>
                <p14:nvPr/>
              </p14:nvContentPartPr>
              <p14:xfrm>
                <a:off x="1932371" y="2779057"/>
                <a:ext cx="185040" cy="122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F26695FB-D537-9343-CB26-A4E0597BF4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26251" y="2772937"/>
                  <a:ext cx="197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50CA17C-F27A-F4C8-4752-4188BA276DA5}"/>
                    </a:ext>
                  </a:extLst>
                </p14:cNvPr>
                <p14:cNvContentPartPr/>
                <p14:nvPr/>
              </p14:nvContentPartPr>
              <p14:xfrm>
                <a:off x="2116691" y="2765377"/>
                <a:ext cx="216720" cy="1558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50CA17C-F27A-F4C8-4752-4188BA276D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10571" y="2759257"/>
                  <a:ext cx="22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1625868-114B-B631-7933-F29FC7ABEF09}"/>
                    </a:ext>
                  </a:extLst>
                </p14:cNvPr>
                <p14:cNvContentPartPr/>
                <p14:nvPr/>
              </p14:nvContentPartPr>
              <p14:xfrm>
                <a:off x="2451491" y="2797057"/>
                <a:ext cx="96480" cy="1324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1625868-114B-B631-7933-F29FC7ABEF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45371" y="2790937"/>
                  <a:ext cx="108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E80EDC2-3EF4-D6B0-F67D-981C5127E196}"/>
                    </a:ext>
                  </a:extLst>
                </p14:cNvPr>
                <p14:cNvContentPartPr/>
                <p14:nvPr/>
              </p14:nvContentPartPr>
              <p14:xfrm>
                <a:off x="2645171" y="2776897"/>
                <a:ext cx="33120" cy="1328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E80EDC2-3EF4-D6B0-F67D-981C5127E1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39051" y="2770777"/>
                  <a:ext cx="45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1AC1CA4-215D-E67B-86E6-D32453D69FA2}"/>
                    </a:ext>
                  </a:extLst>
                </p14:cNvPr>
                <p14:cNvContentPartPr/>
                <p14:nvPr/>
              </p14:nvContentPartPr>
              <p14:xfrm>
                <a:off x="2735531" y="2781937"/>
                <a:ext cx="147240" cy="1652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1AC1CA4-215D-E67B-86E6-D32453D69F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29411" y="2775817"/>
                  <a:ext cx="159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316A5340-FECB-D5E3-5A72-32F18CE0FC70}"/>
                    </a:ext>
                  </a:extLst>
                </p14:cNvPr>
                <p14:cNvContentPartPr/>
                <p14:nvPr/>
              </p14:nvContentPartPr>
              <p14:xfrm>
                <a:off x="2947571" y="2678977"/>
                <a:ext cx="30960" cy="2750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316A5340-FECB-D5E3-5A72-32F18CE0FC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41451" y="2672857"/>
                  <a:ext cx="4320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54594CD8-C48D-E73C-137C-ACF435FC6476}"/>
                  </a:ext>
                </a:extLst>
              </p14:cNvPr>
              <p14:cNvContentPartPr/>
              <p14:nvPr/>
            </p14:nvContentPartPr>
            <p14:xfrm>
              <a:off x="3735971" y="2728657"/>
              <a:ext cx="72360" cy="5580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54594CD8-C48D-E73C-137C-ACF435FC64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29851" y="2722537"/>
                <a:ext cx="846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8856F06F-1BA0-B594-77F6-981830F4868C}"/>
                  </a:ext>
                </a:extLst>
              </p14:cNvPr>
              <p14:cNvContentPartPr/>
              <p14:nvPr/>
            </p14:nvContentPartPr>
            <p14:xfrm>
              <a:off x="3701771" y="2907937"/>
              <a:ext cx="63360" cy="2124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8856F06F-1BA0-B594-77F6-981830F486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95651" y="2901817"/>
                <a:ext cx="7560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F716CE8-835A-7B8F-229E-48BD4D0A8C6C}"/>
              </a:ext>
            </a:extLst>
          </p:cNvPr>
          <p:cNvGrpSpPr/>
          <p:nvPr/>
        </p:nvGrpSpPr>
        <p:grpSpPr>
          <a:xfrm>
            <a:off x="4716971" y="2335177"/>
            <a:ext cx="762840" cy="462960"/>
            <a:chOff x="4716971" y="2335177"/>
            <a:chExt cx="76284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D9118F1-71DD-0831-D9B6-D2FBCCB703B9}"/>
                    </a:ext>
                  </a:extLst>
                </p14:cNvPr>
                <p14:cNvContentPartPr/>
                <p14:nvPr/>
              </p14:nvContentPartPr>
              <p14:xfrm>
                <a:off x="4716971" y="2503657"/>
                <a:ext cx="181080" cy="2610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D9118F1-71DD-0831-D9B6-D2FBCCB703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10851" y="2497537"/>
                  <a:ext cx="193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C8D4A7BC-A4AB-8527-BCA7-8CE5B7F1F9D2}"/>
                    </a:ext>
                  </a:extLst>
                </p14:cNvPr>
                <p14:cNvContentPartPr/>
                <p14:nvPr/>
              </p14:nvContentPartPr>
              <p14:xfrm>
                <a:off x="5038091" y="2335177"/>
                <a:ext cx="75600" cy="2912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C8D4A7BC-A4AB-8527-BCA7-8CE5B7F1F9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31971" y="2329057"/>
                  <a:ext cx="87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444F992-D0E4-96C7-EB93-D0866C247060}"/>
                    </a:ext>
                  </a:extLst>
                </p14:cNvPr>
                <p14:cNvContentPartPr/>
                <p14:nvPr/>
              </p14:nvContentPartPr>
              <p14:xfrm>
                <a:off x="5005691" y="2793097"/>
                <a:ext cx="76320" cy="50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444F992-D0E4-96C7-EB93-D0866C2470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99571" y="2786977"/>
                  <a:ext cx="885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FA443CE-AE18-30DB-08AA-639D8806BE32}"/>
                    </a:ext>
                  </a:extLst>
                </p14:cNvPr>
                <p14:cNvContentPartPr/>
                <p14:nvPr/>
              </p14:nvContentPartPr>
              <p14:xfrm>
                <a:off x="5343011" y="2578177"/>
                <a:ext cx="136800" cy="136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FA443CE-AE18-30DB-08AA-639D8806BE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36891" y="2572057"/>
                  <a:ext cx="149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28D02DD8-48E4-67F3-6204-927A1E86AE68}"/>
                    </a:ext>
                  </a:extLst>
                </p14:cNvPr>
                <p14:cNvContentPartPr/>
                <p14:nvPr/>
              </p14:nvContentPartPr>
              <p14:xfrm>
                <a:off x="5275331" y="2644057"/>
                <a:ext cx="106920" cy="252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28D02DD8-48E4-67F3-6204-927A1E86AE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9211" y="2637937"/>
                  <a:ext cx="1191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40BB190F-9001-47EC-ABF1-30DBE248AA75}"/>
                  </a:ext>
                </a:extLst>
              </p14:cNvPr>
              <p14:cNvContentPartPr/>
              <p14:nvPr/>
            </p14:nvContentPartPr>
            <p14:xfrm>
              <a:off x="6083891" y="2366857"/>
              <a:ext cx="214200" cy="25272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40BB190F-9001-47EC-ABF1-30DBE248AA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77771" y="2360737"/>
                <a:ext cx="22644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087A231-594F-0AEA-54C3-9BE7FEDC3EF4}"/>
              </a:ext>
            </a:extLst>
          </p:cNvPr>
          <p:cNvGrpSpPr/>
          <p:nvPr/>
        </p:nvGrpSpPr>
        <p:grpSpPr>
          <a:xfrm>
            <a:off x="6480611" y="2339137"/>
            <a:ext cx="551160" cy="347040"/>
            <a:chOff x="6480611" y="2339137"/>
            <a:chExt cx="55116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9BC68DC2-CC63-6937-844D-B71EB4615AD4}"/>
                    </a:ext>
                  </a:extLst>
                </p14:cNvPr>
                <p14:cNvContentPartPr/>
                <p14:nvPr/>
              </p14:nvContentPartPr>
              <p14:xfrm>
                <a:off x="6480611" y="2534257"/>
                <a:ext cx="66600" cy="903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9BC68DC2-CC63-6937-844D-B71EB4615A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74491" y="2528137"/>
                  <a:ext cx="78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1B18471F-FC95-C96F-D814-5FD6CDBF5C2A}"/>
                    </a:ext>
                  </a:extLst>
                </p14:cNvPr>
                <p14:cNvContentPartPr/>
                <p14:nvPr/>
              </p14:nvContentPartPr>
              <p14:xfrm>
                <a:off x="6687611" y="2339137"/>
                <a:ext cx="248760" cy="2638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1B18471F-FC95-C96F-D814-5FD6CDBF5C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81491" y="2333017"/>
                  <a:ext cx="261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A12B9A8-E296-2D28-B3DD-82F030404DB2}"/>
                    </a:ext>
                  </a:extLst>
                </p14:cNvPr>
                <p14:cNvContentPartPr/>
                <p14:nvPr/>
              </p14:nvContentPartPr>
              <p14:xfrm>
                <a:off x="6979211" y="2669257"/>
                <a:ext cx="52560" cy="169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A12B9A8-E296-2D28-B3DD-82F030404D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3091" y="2663137"/>
                  <a:ext cx="648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A3ECC1E2-4AD8-128D-0748-59CE4891A325}"/>
                  </a:ext>
                </a:extLst>
              </p14:cNvPr>
              <p14:cNvContentPartPr/>
              <p14:nvPr/>
            </p14:nvContentPartPr>
            <p14:xfrm>
              <a:off x="7607051" y="2428777"/>
              <a:ext cx="177120" cy="23364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A3ECC1E2-4AD8-128D-0748-59CE4891A32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00931" y="2422657"/>
                <a:ext cx="18936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Agrupar 38">
            <a:extLst>
              <a:ext uri="{FF2B5EF4-FFF2-40B4-BE49-F238E27FC236}">
                <a16:creationId xmlns:a16="http://schemas.microsoft.com/office/drawing/2014/main" id="{118E8343-674C-11EB-7829-5956284E9DC6}"/>
              </a:ext>
            </a:extLst>
          </p:cNvPr>
          <p:cNvGrpSpPr/>
          <p:nvPr/>
        </p:nvGrpSpPr>
        <p:grpSpPr>
          <a:xfrm>
            <a:off x="4520051" y="3001177"/>
            <a:ext cx="561960" cy="422640"/>
            <a:chOff x="4520051" y="3001177"/>
            <a:chExt cx="56196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15AE754-6DE4-DE88-427F-3AFE9DB1E7D9}"/>
                    </a:ext>
                  </a:extLst>
                </p14:cNvPr>
                <p14:cNvContentPartPr/>
                <p14:nvPr/>
              </p14:nvContentPartPr>
              <p14:xfrm>
                <a:off x="4520051" y="3228337"/>
                <a:ext cx="344520" cy="1609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15AE754-6DE4-DE88-427F-3AFE9DB1E7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3931" y="3222217"/>
                  <a:ext cx="356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8E16B45-D5CF-15A2-8AAA-53E7032F92AB}"/>
                    </a:ext>
                  </a:extLst>
                </p14:cNvPr>
                <p14:cNvContentPartPr/>
                <p14:nvPr/>
              </p14:nvContentPartPr>
              <p14:xfrm>
                <a:off x="4907771" y="3001177"/>
                <a:ext cx="76680" cy="2516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8E16B45-D5CF-15A2-8AAA-53E7032F92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1651" y="2995057"/>
                  <a:ext cx="88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B4FE7A1D-16E9-EFB0-F04B-946A36B46A31}"/>
                    </a:ext>
                  </a:extLst>
                </p14:cNvPr>
                <p14:cNvContentPartPr/>
                <p14:nvPr/>
              </p14:nvContentPartPr>
              <p14:xfrm>
                <a:off x="5016491" y="3377017"/>
                <a:ext cx="65520" cy="468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B4FE7A1D-16E9-EFB0-F04B-946A36B46A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10371" y="3370897"/>
                  <a:ext cx="777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CE8A711-5470-CBAF-85EE-D12B345BA5B6}"/>
              </a:ext>
            </a:extLst>
          </p:cNvPr>
          <p:cNvGrpSpPr/>
          <p:nvPr/>
        </p:nvGrpSpPr>
        <p:grpSpPr>
          <a:xfrm>
            <a:off x="5323571" y="3205297"/>
            <a:ext cx="221760" cy="145080"/>
            <a:chOff x="5323571" y="3205297"/>
            <a:chExt cx="22176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9DD25CE7-A5A3-EEA8-F589-A1BF4DD81B91}"/>
                    </a:ext>
                  </a:extLst>
                </p14:cNvPr>
                <p14:cNvContentPartPr/>
                <p14:nvPr/>
              </p14:nvContentPartPr>
              <p14:xfrm>
                <a:off x="5323571" y="3205297"/>
                <a:ext cx="221760" cy="162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9DD25CE7-A5A3-EEA8-F589-A1BF4DD81B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17451" y="3199177"/>
                  <a:ext cx="234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9EA1620-5E9E-521F-4672-53A0873AB9D3}"/>
                    </a:ext>
                  </a:extLst>
                </p14:cNvPr>
                <p14:cNvContentPartPr/>
                <p14:nvPr/>
              </p14:nvContentPartPr>
              <p14:xfrm>
                <a:off x="5329691" y="3310417"/>
                <a:ext cx="193680" cy="399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9EA1620-5E9E-521F-4672-53A0873AB9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23571" y="3304297"/>
                  <a:ext cx="2059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6611ADDF-DC62-D995-9724-0518A69F8EB2}"/>
              </a:ext>
            </a:extLst>
          </p:cNvPr>
          <p:cNvGrpSpPr/>
          <p:nvPr/>
        </p:nvGrpSpPr>
        <p:grpSpPr>
          <a:xfrm>
            <a:off x="6127451" y="3093337"/>
            <a:ext cx="678240" cy="326880"/>
            <a:chOff x="6127451" y="3093337"/>
            <a:chExt cx="67824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FAC370E8-D932-DDB4-FB8D-3B74F265D661}"/>
                    </a:ext>
                  </a:extLst>
                </p14:cNvPr>
                <p14:cNvContentPartPr/>
                <p14:nvPr/>
              </p14:nvContentPartPr>
              <p14:xfrm>
                <a:off x="6137891" y="3110977"/>
                <a:ext cx="128160" cy="24048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FAC370E8-D932-DDB4-FB8D-3B74F265D6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31771" y="3104857"/>
                  <a:ext cx="140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FA602858-F9EF-654E-41EF-0CA87D29969D}"/>
                    </a:ext>
                  </a:extLst>
                </p14:cNvPr>
                <p14:cNvContentPartPr/>
                <p14:nvPr/>
              </p14:nvContentPartPr>
              <p14:xfrm>
                <a:off x="6127451" y="3093337"/>
                <a:ext cx="387000" cy="3268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FA602858-F9EF-654E-41EF-0CA87D2996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21331" y="3087217"/>
                  <a:ext cx="3992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5F6DDEE-130E-D735-A667-EB8ED551B879}"/>
                    </a:ext>
                  </a:extLst>
                </p14:cNvPr>
                <p14:cNvContentPartPr/>
                <p14:nvPr/>
              </p14:nvContentPartPr>
              <p14:xfrm>
                <a:off x="6655211" y="3153097"/>
                <a:ext cx="118440" cy="2358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5F6DDEE-130E-D735-A667-EB8ED551B8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49091" y="3146977"/>
                  <a:ext cx="130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B5ED562D-2B0C-0E56-A54D-973BC0971E29}"/>
                    </a:ext>
                  </a:extLst>
                </p14:cNvPr>
                <p14:cNvContentPartPr/>
                <p14:nvPr/>
              </p14:nvContentPartPr>
              <p14:xfrm>
                <a:off x="6644411" y="3256057"/>
                <a:ext cx="161280" cy="1152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B5ED562D-2B0C-0E56-A54D-973BC0971E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38291" y="3249937"/>
                  <a:ext cx="1735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45478154-155D-9D0B-223B-35996B310360}"/>
              </a:ext>
            </a:extLst>
          </p:cNvPr>
          <p:cNvGrpSpPr/>
          <p:nvPr/>
        </p:nvGrpSpPr>
        <p:grpSpPr>
          <a:xfrm>
            <a:off x="7085051" y="2977057"/>
            <a:ext cx="3224160" cy="491040"/>
            <a:chOff x="7085051" y="2977057"/>
            <a:chExt cx="322416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6CC32E2-232A-0C58-65C0-09AB0637C4AE}"/>
                    </a:ext>
                  </a:extLst>
                </p14:cNvPr>
                <p14:cNvContentPartPr/>
                <p14:nvPr/>
              </p14:nvContentPartPr>
              <p14:xfrm>
                <a:off x="7085051" y="2977057"/>
                <a:ext cx="183600" cy="4269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6CC32E2-232A-0C58-65C0-09AB0637C4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78931" y="2970937"/>
                  <a:ext cx="1958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81F1BC25-7495-0AA0-84BD-842968D99298}"/>
                    </a:ext>
                  </a:extLst>
                </p14:cNvPr>
                <p14:cNvContentPartPr/>
                <p14:nvPr/>
              </p14:nvContentPartPr>
              <p14:xfrm>
                <a:off x="7300331" y="3221497"/>
                <a:ext cx="292320" cy="1656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81F1BC25-7495-0AA0-84BD-842968D992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94211" y="3215377"/>
                  <a:ext cx="304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DA56A6A-975E-AA1F-BE51-33EAAAE2F386}"/>
                    </a:ext>
                  </a:extLst>
                </p14:cNvPr>
                <p14:cNvContentPartPr/>
                <p14:nvPr/>
              </p14:nvContentPartPr>
              <p14:xfrm>
                <a:off x="7679051" y="3329137"/>
                <a:ext cx="193680" cy="482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DA56A6A-975E-AA1F-BE51-33EAAAE2F3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72931" y="3323017"/>
                  <a:ext cx="205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18BB7B7-BA10-AB79-D3B4-A06F09E9DC17}"/>
                    </a:ext>
                  </a:extLst>
                </p14:cNvPr>
                <p14:cNvContentPartPr/>
                <p14:nvPr/>
              </p14:nvContentPartPr>
              <p14:xfrm>
                <a:off x="7970291" y="3229417"/>
                <a:ext cx="117720" cy="1893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18BB7B7-BA10-AB79-D3B4-A06F09E9DC1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64171" y="3223297"/>
                  <a:ext cx="129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43952F7-496A-3A3C-46E9-2568AFCAAFA2}"/>
                    </a:ext>
                  </a:extLst>
                </p14:cNvPr>
                <p14:cNvContentPartPr/>
                <p14:nvPr/>
              </p14:nvContentPartPr>
              <p14:xfrm>
                <a:off x="8057411" y="3019897"/>
                <a:ext cx="204840" cy="3920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43952F7-496A-3A3C-46E9-2568AFCAAF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51291" y="3013777"/>
                  <a:ext cx="2170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A251C7B-3F5C-B142-0B3E-44636414500F}"/>
                    </a:ext>
                  </a:extLst>
                </p14:cNvPr>
                <p14:cNvContentPartPr/>
                <p14:nvPr/>
              </p14:nvContentPartPr>
              <p14:xfrm>
                <a:off x="8346491" y="3109177"/>
                <a:ext cx="119880" cy="2916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A251C7B-3F5C-B142-0B3E-44636414500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40371" y="3103057"/>
                  <a:ext cx="1321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D622F65D-2F63-C9F1-2529-144011CA0089}"/>
                    </a:ext>
                  </a:extLst>
                </p14:cNvPr>
                <p14:cNvContentPartPr/>
                <p14:nvPr/>
              </p14:nvContentPartPr>
              <p14:xfrm>
                <a:off x="8596331" y="3252817"/>
                <a:ext cx="300240" cy="1591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D622F65D-2F63-C9F1-2529-144011CA008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90211" y="3246697"/>
                  <a:ext cx="312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583EC8A4-6092-30C3-C4B9-30D349232840}"/>
                    </a:ext>
                  </a:extLst>
                </p14:cNvPr>
                <p14:cNvContentPartPr/>
                <p14:nvPr/>
              </p14:nvContentPartPr>
              <p14:xfrm>
                <a:off x="8986931" y="3331297"/>
                <a:ext cx="266040" cy="460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583EC8A4-6092-30C3-C4B9-30D3492328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80811" y="3325177"/>
                  <a:ext cx="278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B1A2C341-4526-4661-0C3D-1D1E835046C3}"/>
                    </a:ext>
                  </a:extLst>
                </p14:cNvPr>
                <p14:cNvContentPartPr/>
                <p14:nvPr/>
              </p14:nvContentPartPr>
              <p14:xfrm>
                <a:off x="9187091" y="3223657"/>
                <a:ext cx="302760" cy="1904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B1A2C341-4526-4661-0C3D-1D1E835046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80971" y="3217537"/>
                  <a:ext cx="315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1BCCBE92-5368-F390-8360-96D8E1EB39D9}"/>
                    </a:ext>
                  </a:extLst>
                </p14:cNvPr>
                <p14:cNvContentPartPr/>
                <p14:nvPr/>
              </p14:nvContentPartPr>
              <p14:xfrm>
                <a:off x="9566531" y="3071377"/>
                <a:ext cx="108360" cy="3967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1BCCBE92-5368-F390-8360-96D8E1EB39D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0411" y="3065257"/>
                  <a:ext cx="1206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3D033F99-A088-8CCE-9931-FC3B5206465D}"/>
                    </a:ext>
                  </a:extLst>
                </p14:cNvPr>
                <p14:cNvContentPartPr/>
                <p14:nvPr/>
              </p14:nvContentPartPr>
              <p14:xfrm>
                <a:off x="9835091" y="3344977"/>
                <a:ext cx="54720" cy="1620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3D033F99-A088-8CCE-9931-FC3B520646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8971" y="3338857"/>
                  <a:ext cx="66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83E1AFC-2CB5-28A9-8476-B5D87881C2D9}"/>
                    </a:ext>
                  </a:extLst>
                </p14:cNvPr>
                <p14:cNvContentPartPr/>
                <p14:nvPr/>
              </p14:nvContentPartPr>
              <p14:xfrm>
                <a:off x="9933011" y="3327337"/>
                <a:ext cx="193680" cy="370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83E1AFC-2CB5-28A9-8476-B5D87881C2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26891" y="3321217"/>
                  <a:ext cx="205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316EDDF5-02CF-AD13-CB7F-C8F4C504DD4E}"/>
                    </a:ext>
                  </a:extLst>
                </p14:cNvPr>
                <p14:cNvContentPartPr/>
                <p14:nvPr/>
              </p14:nvContentPartPr>
              <p14:xfrm>
                <a:off x="10191491" y="3297457"/>
                <a:ext cx="117720" cy="392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316EDDF5-02CF-AD13-CB7F-C8F4C504DD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85371" y="3291337"/>
                  <a:ext cx="129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E2BA84A9-598C-3BE3-7CD1-225B8747ABE9}"/>
              </a:ext>
            </a:extLst>
          </p:cNvPr>
          <p:cNvGrpSpPr/>
          <p:nvPr/>
        </p:nvGrpSpPr>
        <p:grpSpPr>
          <a:xfrm>
            <a:off x="8057411" y="2252377"/>
            <a:ext cx="1228320" cy="425160"/>
            <a:chOff x="8057411" y="2252377"/>
            <a:chExt cx="122832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3C1866B-9BCA-C185-95A0-D43685A82918}"/>
                    </a:ext>
                  </a:extLst>
                </p14:cNvPr>
                <p14:cNvContentPartPr/>
                <p14:nvPr/>
              </p14:nvContentPartPr>
              <p14:xfrm>
                <a:off x="8057411" y="2586817"/>
                <a:ext cx="30960" cy="370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3C1866B-9BCA-C185-95A0-D43685A8291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51291" y="2580697"/>
                  <a:ext cx="43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077F7986-F002-6C29-91A7-88806A649D9E}"/>
                    </a:ext>
                  </a:extLst>
                </p14:cNvPr>
                <p14:cNvContentPartPr/>
                <p14:nvPr/>
              </p14:nvContentPartPr>
              <p14:xfrm>
                <a:off x="8098811" y="2357857"/>
                <a:ext cx="324000" cy="2934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077F7986-F002-6C29-91A7-88806A649D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92691" y="2351737"/>
                  <a:ext cx="336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E4CAB35-03BA-D96A-6EC8-133777496495}"/>
                    </a:ext>
                  </a:extLst>
                </p14:cNvPr>
                <p14:cNvContentPartPr/>
                <p14:nvPr/>
              </p14:nvContentPartPr>
              <p14:xfrm>
                <a:off x="8585531" y="2536417"/>
                <a:ext cx="74160" cy="468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E4CAB35-03BA-D96A-6EC8-13377749649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79411" y="2530297"/>
                  <a:ext cx="86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39372E4-B25F-93DA-CC15-976FDFE6E00D}"/>
                    </a:ext>
                  </a:extLst>
                </p14:cNvPr>
                <p14:cNvContentPartPr/>
                <p14:nvPr/>
              </p14:nvContentPartPr>
              <p14:xfrm>
                <a:off x="8832851" y="2344537"/>
                <a:ext cx="127440" cy="3330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39372E4-B25F-93DA-CC15-976FDFE6E00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26731" y="2338417"/>
                  <a:ext cx="139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5E64381-1CC5-A604-1F94-8093989D6AFF}"/>
                    </a:ext>
                  </a:extLst>
                </p14:cNvPr>
                <p14:cNvContentPartPr/>
                <p14:nvPr/>
              </p14:nvContentPartPr>
              <p14:xfrm>
                <a:off x="8712251" y="2252377"/>
                <a:ext cx="573480" cy="4237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5E64381-1CC5-A604-1F94-8093989D6A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06131" y="2246257"/>
                  <a:ext cx="585720" cy="43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439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B677A-4D1B-5C04-0315-201118D7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30A3E322-D19E-651A-CEC7-DF64504BD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85" y="136966"/>
            <a:ext cx="3017782" cy="288061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73629F0-232B-8CCA-5119-54953CC7BA07}"/>
                  </a:ext>
                </a:extLst>
              </p14:cNvPr>
              <p14:cNvContentPartPr/>
              <p14:nvPr/>
            </p14:nvContentPartPr>
            <p14:xfrm>
              <a:off x="682451" y="662617"/>
              <a:ext cx="1122120" cy="24372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73629F0-232B-8CCA-5119-54953CC7BA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331" y="656497"/>
                <a:ext cx="11343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90D4ABE1-98B5-E2DF-FC34-C5707E9CEBBE}"/>
                  </a:ext>
                </a:extLst>
              </p14:cNvPr>
              <p14:cNvContentPartPr/>
              <p14:nvPr/>
            </p14:nvContentPartPr>
            <p14:xfrm>
              <a:off x="2386691" y="978697"/>
              <a:ext cx="30960" cy="1620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90D4ABE1-98B5-E2DF-FC34-C5707E9CEB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0571" y="972577"/>
                <a:ext cx="4320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895D516-9D13-B979-EED5-E74288ADBCAE}"/>
              </a:ext>
            </a:extLst>
          </p:cNvPr>
          <p:cNvGrpSpPr/>
          <p:nvPr/>
        </p:nvGrpSpPr>
        <p:grpSpPr>
          <a:xfrm>
            <a:off x="997451" y="330337"/>
            <a:ext cx="2220480" cy="566640"/>
            <a:chOff x="997451" y="330337"/>
            <a:chExt cx="222048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A6D05C7-C334-099C-F02D-C6EB49618CA5}"/>
                    </a:ext>
                  </a:extLst>
                </p14:cNvPr>
                <p14:cNvContentPartPr/>
                <p14:nvPr/>
              </p14:nvContentPartPr>
              <p14:xfrm>
                <a:off x="997451" y="330337"/>
                <a:ext cx="1754640" cy="3063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A6D05C7-C334-099C-F02D-C6EB49618C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1331" y="324217"/>
                  <a:ext cx="1766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1C83CF9-CFD0-6DD5-A2F8-F91D4D6FC453}"/>
                    </a:ext>
                  </a:extLst>
                </p14:cNvPr>
                <p14:cNvContentPartPr/>
                <p14:nvPr/>
              </p14:nvContentPartPr>
              <p14:xfrm>
                <a:off x="2169251" y="756577"/>
                <a:ext cx="360" cy="50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1C83CF9-CFD0-6DD5-A2F8-F91D4D6FC4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63131" y="750457"/>
                  <a:ext cx="12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F97A806-ED7E-661B-60D2-DFC7EAA169DB}"/>
                    </a:ext>
                  </a:extLst>
                </p14:cNvPr>
                <p14:cNvContentPartPr/>
                <p14:nvPr/>
              </p14:nvContentPartPr>
              <p14:xfrm>
                <a:off x="1878011" y="670177"/>
                <a:ext cx="1208880" cy="2268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F97A806-ED7E-661B-60D2-DFC7EAA169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71891" y="664057"/>
                  <a:ext cx="1221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433B88A-75E6-A33A-B00C-BF0D7E053795}"/>
                    </a:ext>
                  </a:extLst>
                </p14:cNvPr>
                <p14:cNvContentPartPr/>
                <p14:nvPr/>
              </p14:nvContentPartPr>
              <p14:xfrm>
                <a:off x="3064931" y="504577"/>
                <a:ext cx="20520" cy="252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433B88A-75E6-A33A-B00C-BF0D7E05379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58811" y="498457"/>
                  <a:ext cx="32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8128939-E652-DABD-5607-3358FD9443DE}"/>
                    </a:ext>
                  </a:extLst>
                </p14:cNvPr>
                <p14:cNvContentPartPr/>
                <p14:nvPr/>
              </p14:nvContentPartPr>
              <p14:xfrm>
                <a:off x="2623571" y="455257"/>
                <a:ext cx="594360" cy="1303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8128939-E652-DABD-5607-3358FD9443D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17451" y="449137"/>
                  <a:ext cx="606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61A10A6-A420-8B71-4343-FCD0777A9E33}"/>
                    </a:ext>
                  </a:extLst>
                </p14:cNvPr>
                <p14:cNvContentPartPr/>
                <p14:nvPr/>
              </p14:nvContentPartPr>
              <p14:xfrm>
                <a:off x="1469411" y="836857"/>
                <a:ext cx="33120" cy="370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61A10A6-A420-8B71-4343-FCD0777A9E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63291" y="830737"/>
                  <a:ext cx="45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9E9D03C-0476-B660-539C-9ABA100BF37F}"/>
                    </a:ext>
                  </a:extLst>
                </p14:cNvPr>
                <p14:cNvContentPartPr/>
                <p14:nvPr/>
              </p14:nvContentPartPr>
              <p14:xfrm>
                <a:off x="1469411" y="866737"/>
                <a:ext cx="11160" cy="115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9E9D03C-0476-B660-539C-9ABA100BF3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63291" y="860617"/>
                  <a:ext cx="23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25352511-6784-3088-9710-31B6F89666AD}"/>
                    </a:ext>
                  </a:extLst>
                </p14:cNvPr>
                <p14:cNvContentPartPr/>
                <p14:nvPr/>
              </p14:nvContentPartPr>
              <p14:xfrm>
                <a:off x="1630331" y="538777"/>
                <a:ext cx="21960" cy="140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25352511-6784-3088-9710-31B6F89666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24211" y="53265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241DD32-62C6-8D7D-73CC-6F47A9DD8D64}"/>
                    </a:ext>
                  </a:extLst>
                </p14:cNvPr>
                <p14:cNvContentPartPr/>
                <p14:nvPr/>
              </p14:nvContentPartPr>
              <p14:xfrm>
                <a:off x="2977811" y="655417"/>
                <a:ext cx="21960" cy="212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241DD32-62C6-8D7D-73CC-6F47A9DD8D6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71691" y="649297"/>
                  <a:ext cx="342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B9708233-3E10-99D8-C4D7-1A7CDFE1AF24}"/>
              </a:ext>
            </a:extLst>
          </p:cNvPr>
          <p:cNvGrpSpPr/>
          <p:nvPr/>
        </p:nvGrpSpPr>
        <p:grpSpPr>
          <a:xfrm>
            <a:off x="381131" y="5530897"/>
            <a:ext cx="1497240" cy="558360"/>
            <a:chOff x="381131" y="5530897"/>
            <a:chExt cx="1497240" cy="55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33112B1-5EE4-B526-3641-CE5C9C55CB27}"/>
                    </a:ext>
                  </a:extLst>
                </p14:cNvPr>
                <p14:cNvContentPartPr/>
                <p14:nvPr/>
              </p14:nvContentPartPr>
              <p14:xfrm>
                <a:off x="381131" y="5587777"/>
                <a:ext cx="214920" cy="2829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33112B1-5EE4-B526-3641-CE5C9C55CB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5011" y="5581657"/>
                  <a:ext cx="227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959B0204-BBF6-A851-AEC4-CE18BB22406A}"/>
                    </a:ext>
                  </a:extLst>
                </p14:cNvPr>
                <p14:cNvContentPartPr/>
                <p14:nvPr/>
              </p14:nvContentPartPr>
              <p14:xfrm>
                <a:off x="638171" y="5557537"/>
                <a:ext cx="300240" cy="1083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959B0204-BBF6-A851-AEC4-CE18BB22406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2051" y="5551417"/>
                  <a:ext cx="312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0A5B3E0-3168-626A-E83D-C9214041E5C3}"/>
                    </a:ext>
                  </a:extLst>
                </p14:cNvPr>
                <p14:cNvContentPartPr/>
                <p14:nvPr/>
              </p14:nvContentPartPr>
              <p14:xfrm>
                <a:off x="853451" y="5853457"/>
                <a:ext cx="98640" cy="23580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0A5B3E0-3168-626A-E83D-C9214041E5C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7331" y="5847337"/>
                  <a:ext cx="110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043CAE6-1EBC-4091-B273-E10881459505}"/>
                    </a:ext>
                  </a:extLst>
                </p14:cNvPr>
                <p14:cNvContentPartPr/>
                <p14:nvPr/>
              </p14:nvContentPartPr>
              <p14:xfrm>
                <a:off x="855971" y="5840497"/>
                <a:ext cx="286560" cy="792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043CAE6-1EBC-4091-B273-E1088145950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851" y="5834377"/>
                  <a:ext cx="298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C5C18799-1C58-9DDF-64F1-68669595B358}"/>
                    </a:ext>
                  </a:extLst>
                </p14:cNvPr>
                <p14:cNvContentPartPr/>
                <p14:nvPr/>
              </p14:nvContentPartPr>
              <p14:xfrm>
                <a:off x="1156571" y="5553217"/>
                <a:ext cx="345960" cy="4651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C5C18799-1C58-9DDF-64F1-68669595B35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50451" y="5547097"/>
                  <a:ext cx="3582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3782FE5A-AE25-3E84-2DBA-C9AB8F0DF02E}"/>
                    </a:ext>
                  </a:extLst>
                </p14:cNvPr>
                <p14:cNvContentPartPr/>
                <p14:nvPr/>
              </p14:nvContentPartPr>
              <p14:xfrm>
                <a:off x="769571" y="5530897"/>
                <a:ext cx="11160" cy="205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3782FE5A-AE25-3E84-2DBA-C9AB8F0DF0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3451" y="5524777"/>
                  <a:ext cx="23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6CFBD1E-3F11-AD5D-565E-45DE42C02B8C}"/>
                    </a:ext>
                  </a:extLst>
                </p14:cNvPr>
                <p14:cNvContentPartPr/>
                <p14:nvPr/>
              </p14:nvContentPartPr>
              <p14:xfrm>
                <a:off x="1060811" y="5981977"/>
                <a:ext cx="19800" cy="115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6CFBD1E-3F11-AD5D-565E-45DE42C02B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54691" y="5975857"/>
                  <a:ext cx="32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DED4DCA5-81D8-79C8-27D5-B028B816C70E}"/>
                    </a:ext>
                  </a:extLst>
                </p14:cNvPr>
                <p14:cNvContentPartPr/>
                <p14:nvPr/>
              </p14:nvContentPartPr>
              <p14:xfrm>
                <a:off x="1651571" y="5695777"/>
                <a:ext cx="87120" cy="162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DED4DCA5-81D8-79C8-27D5-B028B816C7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45451" y="5689657"/>
                  <a:ext cx="99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7B3DE420-DB5B-94EC-8EA4-FCE521483FD6}"/>
                    </a:ext>
                  </a:extLst>
                </p14:cNvPr>
                <p14:cNvContentPartPr/>
                <p14:nvPr/>
              </p14:nvContentPartPr>
              <p14:xfrm>
                <a:off x="1632131" y="5750497"/>
                <a:ext cx="246240" cy="216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7B3DE420-DB5B-94EC-8EA4-FCE521483FD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26011" y="5744377"/>
                  <a:ext cx="25848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48A2B27E-AE52-65FA-6B12-ECF795B9FA43}"/>
                  </a:ext>
                </a:extLst>
              </p14:cNvPr>
              <p14:cNvContentPartPr/>
              <p14:nvPr/>
            </p14:nvContentPartPr>
            <p14:xfrm>
              <a:off x="2470931" y="5796577"/>
              <a:ext cx="1628640" cy="524880"/>
            </p14:xfrm>
          </p:contentPart>
        </mc:Choice>
        <mc:Fallback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48A2B27E-AE52-65FA-6B12-ECF795B9FA4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464811" y="5790457"/>
                <a:ext cx="1640880" cy="53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Agrupar 91">
            <a:extLst>
              <a:ext uri="{FF2B5EF4-FFF2-40B4-BE49-F238E27FC236}">
                <a16:creationId xmlns:a16="http://schemas.microsoft.com/office/drawing/2014/main" id="{DA766846-4CE3-8269-6C59-BB849B1E4AAB}"/>
              </a:ext>
            </a:extLst>
          </p:cNvPr>
          <p:cNvGrpSpPr/>
          <p:nvPr/>
        </p:nvGrpSpPr>
        <p:grpSpPr>
          <a:xfrm>
            <a:off x="2449691" y="5253697"/>
            <a:ext cx="2695680" cy="1012680"/>
            <a:chOff x="2449691" y="5253697"/>
            <a:chExt cx="2695680" cy="10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2E8C640-FABA-F686-2725-46CC2D4A21AE}"/>
                    </a:ext>
                  </a:extLst>
                </p14:cNvPr>
                <p14:cNvContentPartPr/>
                <p14:nvPr/>
              </p14:nvContentPartPr>
              <p14:xfrm>
                <a:off x="4553531" y="5916457"/>
                <a:ext cx="102600" cy="2534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2E8C640-FABA-F686-2725-46CC2D4A21A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47411" y="5910337"/>
                  <a:ext cx="114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B457D8B2-C547-124B-A12D-09FC0C8F5590}"/>
                    </a:ext>
                  </a:extLst>
                </p14:cNvPr>
                <p14:cNvContentPartPr/>
                <p14:nvPr/>
              </p14:nvContentPartPr>
              <p14:xfrm>
                <a:off x="4553531" y="5894497"/>
                <a:ext cx="145800" cy="1083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B457D8B2-C547-124B-A12D-09FC0C8F55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47411" y="5888377"/>
                  <a:ext cx="158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ECA37C26-9BCC-F555-2729-3BEBB29A547D}"/>
                    </a:ext>
                  </a:extLst>
                </p14:cNvPr>
                <p14:cNvContentPartPr/>
                <p14:nvPr/>
              </p14:nvContentPartPr>
              <p14:xfrm>
                <a:off x="4831811" y="5645017"/>
                <a:ext cx="76320" cy="2113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ECA37C26-9BCC-F555-2729-3BEBB29A547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25691" y="5638897"/>
                  <a:ext cx="88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B8D1F3DF-C1AB-2581-0D86-968D6D7B7AED}"/>
                    </a:ext>
                  </a:extLst>
                </p14:cNvPr>
                <p14:cNvContentPartPr/>
                <p14:nvPr/>
              </p14:nvContentPartPr>
              <p14:xfrm>
                <a:off x="4994891" y="6057937"/>
                <a:ext cx="150480" cy="712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B8D1F3DF-C1AB-2581-0D86-968D6D7B7AE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88771" y="6051817"/>
                  <a:ext cx="162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AFA167D4-2CDF-48FE-36A2-1C572A49F0BA}"/>
                    </a:ext>
                  </a:extLst>
                </p14:cNvPr>
                <p14:cNvContentPartPr/>
                <p14:nvPr/>
              </p14:nvContentPartPr>
              <p14:xfrm>
                <a:off x="3551291" y="5583457"/>
                <a:ext cx="1433160" cy="1468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AFA167D4-2CDF-48FE-36A2-1C572A49F0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45171" y="5577337"/>
                  <a:ext cx="1445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5AF160F-C2D9-6456-5699-037A46F84960}"/>
                    </a:ext>
                  </a:extLst>
                </p14:cNvPr>
                <p14:cNvContentPartPr/>
                <p14:nvPr/>
              </p14:nvContentPartPr>
              <p14:xfrm>
                <a:off x="2751371" y="5568697"/>
                <a:ext cx="205200" cy="982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5AF160F-C2D9-6456-5699-037A46F849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45251" y="5562577"/>
                  <a:ext cx="217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9D04ED67-9728-908C-C7DC-653E5E54FD85}"/>
                    </a:ext>
                  </a:extLst>
                </p14:cNvPr>
                <p14:cNvContentPartPr/>
                <p14:nvPr/>
              </p14:nvContentPartPr>
              <p14:xfrm>
                <a:off x="2954771" y="5253697"/>
                <a:ext cx="175680" cy="3139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9D04ED67-9728-908C-C7DC-653E5E54FD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48651" y="5247577"/>
                  <a:ext cx="187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DE692A56-BC62-59EB-A4B0-54F7EA9A9913}"/>
                    </a:ext>
                  </a:extLst>
                </p14:cNvPr>
                <p14:cNvContentPartPr/>
                <p14:nvPr/>
              </p14:nvContentPartPr>
              <p14:xfrm>
                <a:off x="3236651" y="5645017"/>
                <a:ext cx="43920" cy="252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DE692A56-BC62-59EB-A4B0-54F7EA9A99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230531" y="5638897"/>
                  <a:ext cx="56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CD133EAC-86B6-2AD5-4FAB-63E441345585}"/>
                    </a:ext>
                  </a:extLst>
                </p14:cNvPr>
                <p14:cNvContentPartPr/>
                <p14:nvPr/>
              </p14:nvContentPartPr>
              <p14:xfrm>
                <a:off x="2449691" y="5725297"/>
                <a:ext cx="1154880" cy="392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CD133EAC-86B6-2AD5-4FAB-63E44134558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43571" y="5719177"/>
                  <a:ext cx="1167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9605785-D1E5-1468-2C57-3CF5C51E44AD}"/>
                    </a:ext>
                  </a:extLst>
                </p14:cNvPr>
                <p14:cNvContentPartPr/>
                <p14:nvPr/>
              </p14:nvContentPartPr>
              <p14:xfrm>
                <a:off x="2486051" y="5893057"/>
                <a:ext cx="181440" cy="2736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9605785-D1E5-1468-2C57-3CF5C51E44A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79931" y="5886937"/>
                  <a:ext cx="1936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C6166089-C77F-CFB5-7465-F57D27FA5731}"/>
                    </a:ext>
                  </a:extLst>
                </p14:cNvPr>
                <p14:cNvContentPartPr/>
                <p14:nvPr/>
              </p14:nvContentPartPr>
              <p14:xfrm>
                <a:off x="2719331" y="6007177"/>
                <a:ext cx="54720" cy="349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C6166089-C77F-CFB5-7465-F57D27FA573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13211" y="6001057"/>
                  <a:ext cx="66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981D6E0-2797-E72F-57AD-12DCCFFC32EE}"/>
                    </a:ext>
                  </a:extLst>
                </p14:cNvPr>
                <p14:cNvContentPartPr/>
                <p14:nvPr/>
              </p14:nvContentPartPr>
              <p14:xfrm>
                <a:off x="2677931" y="5993497"/>
                <a:ext cx="237240" cy="1486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981D6E0-2797-E72F-57AD-12DCCFFC32E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71811" y="5987377"/>
                  <a:ext cx="249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CB8B43D0-449F-72FA-691E-E8775BCDF976}"/>
                    </a:ext>
                  </a:extLst>
                </p14:cNvPr>
                <p14:cNvContentPartPr/>
                <p14:nvPr/>
              </p14:nvContentPartPr>
              <p14:xfrm>
                <a:off x="2947211" y="6075577"/>
                <a:ext cx="333000" cy="309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CB8B43D0-449F-72FA-691E-E8775BCDF97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41091" y="6069457"/>
                  <a:ext cx="345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9A30893A-2D71-785C-49BB-7D765EE8969A}"/>
                    </a:ext>
                  </a:extLst>
                </p14:cNvPr>
                <p14:cNvContentPartPr/>
                <p14:nvPr/>
              </p14:nvContentPartPr>
              <p14:xfrm>
                <a:off x="3260051" y="6052177"/>
                <a:ext cx="162000" cy="1918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9A30893A-2D71-785C-49BB-7D765EE8969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53931" y="6046057"/>
                  <a:ext cx="174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10BEDCBE-6BFA-17A1-BB23-DBD5847321C1}"/>
                    </a:ext>
                  </a:extLst>
                </p14:cNvPr>
                <p14:cNvContentPartPr/>
                <p14:nvPr/>
              </p14:nvContentPartPr>
              <p14:xfrm>
                <a:off x="3279851" y="6062257"/>
                <a:ext cx="152280" cy="1033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10BEDCBE-6BFA-17A1-BB23-DBD5847321C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73731" y="6056137"/>
                  <a:ext cx="164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F0340FE-B784-F442-18E4-1E22A8FE53E1}"/>
                    </a:ext>
                  </a:extLst>
                </p14:cNvPr>
                <p14:cNvContentPartPr/>
                <p14:nvPr/>
              </p14:nvContentPartPr>
              <p14:xfrm>
                <a:off x="3453731" y="5917897"/>
                <a:ext cx="248040" cy="3326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F0340FE-B784-F442-18E4-1E22A8FE53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47611" y="5911777"/>
                  <a:ext cx="2602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062CF75D-D0EF-7658-BE52-C83913B58D13}"/>
                    </a:ext>
                  </a:extLst>
                </p14:cNvPr>
                <p14:cNvContentPartPr/>
                <p14:nvPr/>
              </p14:nvContentPartPr>
              <p14:xfrm>
                <a:off x="3744971" y="5816737"/>
                <a:ext cx="182880" cy="2883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062CF75D-D0EF-7658-BE52-C83913B58D1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38851" y="5810617"/>
                  <a:ext cx="195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DB452C78-BC47-12BC-967D-5C2681FC89AA}"/>
                    </a:ext>
                  </a:extLst>
                </p14:cNvPr>
                <p14:cNvContentPartPr/>
                <p14:nvPr/>
              </p14:nvContentPartPr>
              <p14:xfrm>
                <a:off x="3981851" y="6162697"/>
                <a:ext cx="106920" cy="432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DB452C78-BC47-12BC-967D-5C2681FC89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75731" y="6156577"/>
                  <a:ext cx="119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3760620-49E4-5C60-7D40-A4E455B0FFAC}"/>
                    </a:ext>
                  </a:extLst>
                </p14:cNvPr>
                <p14:cNvContentPartPr/>
                <p14:nvPr/>
              </p14:nvContentPartPr>
              <p14:xfrm>
                <a:off x="4488371" y="5631337"/>
                <a:ext cx="528480" cy="6350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3760620-49E4-5C60-7D40-A4E455B0FFA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82251" y="5625217"/>
                  <a:ext cx="54072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0C41EA72-29D8-147A-E755-B83CC8C06C52}"/>
                    </a:ext>
                  </a:extLst>
                </p14:cNvPr>
                <p14:cNvContentPartPr/>
                <p14:nvPr/>
              </p14:nvContentPartPr>
              <p14:xfrm>
                <a:off x="3195251" y="6220297"/>
                <a:ext cx="20880" cy="417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0C41EA72-29D8-147A-E755-B83CC8C06C5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189131" y="6214177"/>
                  <a:ext cx="33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7798C95-0832-C6B4-299B-2C808AFEFC19}"/>
                    </a:ext>
                  </a:extLst>
                </p14:cNvPr>
                <p14:cNvContentPartPr/>
                <p14:nvPr/>
              </p14:nvContentPartPr>
              <p14:xfrm>
                <a:off x="3151691" y="6218137"/>
                <a:ext cx="360" cy="230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7798C95-0832-C6B4-299B-2C808AFEFC1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145571" y="6212017"/>
                  <a:ext cx="12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84CF5F3D-0B8C-F8A6-F8BC-6D5E9CCF5E0E}"/>
                    </a:ext>
                  </a:extLst>
                </p14:cNvPr>
                <p14:cNvContentPartPr/>
                <p14:nvPr/>
              </p14:nvContentPartPr>
              <p14:xfrm>
                <a:off x="4842611" y="6038857"/>
                <a:ext cx="54720" cy="259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84CF5F3D-0B8C-F8A6-F8BC-6D5E9CCF5E0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36491" y="6032737"/>
                  <a:ext cx="6696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9D4B2031-7E44-A5B7-0997-4A41193B5ED3}"/>
                  </a:ext>
                </a:extLst>
              </p14:cNvPr>
              <p14:cNvContentPartPr/>
              <p14:nvPr/>
            </p14:nvContentPartPr>
            <p14:xfrm>
              <a:off x="6277211" y="2399257"/>
              <a:ext cx="43920" cy="2124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9D4B2031-7E44-A5B7-0997-4A41193B5ED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271091" y="2393137"/>
                <a:ext cx="561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A4313193-50BE-69A7-5BFB-15D853854608}"/>
                  </a:ext>
                </a:extLst>
              </p14:cNvPr>
              <p14:cNvContentPartPr/>
              <p14:nvPr/>
            </p14:nvContentPartPr>
            <p14:xfrm>
              <a:off x="3927851" y="3109897"/>
              <a:ext cx="1165320" cy="2520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A4313193-50BE-69A7-5BFB-15D85385460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921731" y="3103777"/>
                <a:ext cx="11775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569E7872-9562-36B5-8E35-A8307ADB0026}"/>
                  </a:ext>
                </a:extLst>
              </p14:cNvPr>
              <p14:cNvContentPartPr/>
              <p14:nvPr/>
            </p14:nvContentPartPr>
            <p14:xfrm>
              <a:off x="5081651" y="2048617"/>
              <a:ext cx="161280" cy="9432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569E7872-9562-36B5-8E35-A8307ADB002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075531" y="2042497"/>
                <a:ext cx="1735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C7A6EFD2-7640-4C0B-28A4-6207BD26048C}"/>
                  </a:ext>
                </a:extLst>
              </p14:cNvPr>
              <p14:cNvContentPartPr/>
              <p14:nvPr/>
            </p14:nvContentPartPr>
            <p14:xfrm>
              <a:off x="5177411" y="2092177"/>
              <a:ext cx="141480" cy="7380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C7A6EFD2-7640-4C0B-28A4-6207BD26048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71291" y="2086057"/>
                <a:ext cx="1537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C996DE96-4008-F313-7B91-FA81464800E1}"/>
                  </a:ext>
                </a:extLst>
              </p14:cNvPr>
              <p14:cNvContentPartPr/>
              <p14:nvPr/>
            </p14:nvContentPartPr>
            <p14:xfrm>
              <a:off x="4099571" y="1904617"/>
              <a:ext cx="98280" cy="35820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C996DE96-4008-F313-7B91-FA81464800E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093451" y="1898497"/>
                <a:ext cx="1105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581C126B-A293-7DDA-0B66-A4BFB46EF586}"/>
                  </a:ext>
                </a:extLst>
              </p14:cNvPr>
              <p14:cNvContentPartPr/>
              <p14:nvPr/>
            </p14:nvContentPartPr>
            <p14:xfrm>
              <a:off x="4313411" y="1838017"/>
              <a:ext cx="208080" cy="22932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581C126B-A293-7DDA-0B66-A4BFB46EF58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307291" y="1831897"/>
                <a:ext cx="2203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A1FFCACF-2B7B-EF7D-B51F-1C8BD9F05990}"/>
                  </a:ext>
                </a:extLst>
              </p14:cNvPr>
              <p14:cNvContentPartPr/>
              <p14:nvPr/>
            </p14:nvContentPartPr>
            <p14:xfrm>
              <a:off x="4251131" y="2215657"/>
              <a:ext cx="215640" cy="12204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A1FFCACF-2B7B-EF7D-B51F-1C8BD9F0599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245011" y="2209537"/>
                <a:ext cx="2278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7C5DEF25-FF86-055A-C4FB-5C6AA12881C1}"/>
                  </a:ext>
                </a:extLst>
              </p14:cNvPr>
              <p14:cNvContentPartPr/>
              <p14:nvPr/>
            </p14:nvContentPartPr>
            <p14:xfrm>
              <a:off x="4660091" y="1780777"/>
              <a:ext cx="163800" cy="40788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7C5DEF25-FF86-055A-C4FB-5C6AA12881C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653971" y="1774657"/>
                <a:ext cx="1760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9BC08831-1568-F74A-1CEE-06B7A930F3E5}"/>
                  </a:ext>
                </a:extLst>
              </p14:cNvPr>
              <p14:cNvContentPartPr/>
              <p14:nvPr/>
            </p14:nvContentPartPr>
            <p14:xfrm>
              <a:off x="4616531" y="1771777"/>
              <a:ext cx="11160" cy="3024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9BC08831-1568-F74A-1CEE-06B7A930F3E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610411" y="1765657"/>
                <a:ext cx="234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4DDF8462-D6FA-9831-66A1-130350D51012}"/>
                  </a:ext>
                </a:extLst>
              </p14:cNvPr>
              <p14:cNvContentPartPr/>
              <p14:nvPr/>
            </p14:nvContentPartPr>
            <p14:xfrm>
              <a:off x="4584131" y="2177137"/>
              <a:ext cx="21960" cy="2520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4DDF8462-D6FA-9831-66A1-130350D5101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578011" y="2171017"/>
                <a:ext cx="34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F79CB541-D346-D0DE-8E54-D5A9F859969D}"/>
                  </a:ext>
                </a:extLst>
              </p14:cNvPr>
              <p14:cNvContentPartPr/>
              <p14:nvPr/>
            </p14:nvContentPartPr>
            <p14:xfrm>
              <a:off x="4099211" y="1856017"/>
              <a:ext cx="55080" cy="8532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F79CB541-D346-D0DE-8E54-D5A9F859969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093091" y="1849897"/>
                <a:ext cx="673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E7D8ECDE-307D-D431-83E5-6586A4207571}"/>
                  </a:ext>
                </a:extLst>
              </p14:cNvPr>
              <p14:cNvContentPartPr/>
              <p14:nvPr/>
            </p14:nvContentPartPr>
            <p14:xfrm>
              <a:off x="4133771" y="1808497"/>
              <a:ext cx="103680" cy="57276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E7D8ECDE-307D-D431-83E5-6586A420757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127651" y="1802377"/>
                <a:ext cx="11592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902A1F32-7BF5-535D-C75D-FF44491A8051}"/>
                  </a:ext>
                </a:extLst>
              </p14:cNvPr>
              <p14:cNvContentPartPr/>
              <p14:nvPr/>
            </p14:nvContentPartPr>
            <p14:xfrm>
              <a:off x="4616531" y="1750897"/>
              <a:ext cx="207000" cy="47844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902A1F32-7BF5-535D-C75D-FF44491A805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610411" y="1744777"/>
                <a:ext cx="21924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BDC385CC-D32A-4101-DA85-E6219B63090B}"/>
                  </a:ext>
                </a:extLst>
              </p14:cNvPr>
              <p14:cNvContentPartPr/>
              <p14:nvPr/>
            </p14:nvContentPartPr>
            <p14:xfrm>
              <a:off x="4444811" y="1858177"/>
              <a:ext cx="33120" cy="2124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BDC385CC-D32A-4101-DA85-E6219B63090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438691" y="1852057"/>
                <a:ext cx="453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B88F0587-3227-2179-1C71-A62602190664}"/>
                  </a:ext>
                </a:extLst>
              </p14:cNvPr>
              <p14:cNvContentPartPr/>
              <p14:nvPr/>
            </p14:nvContentPartPr>
            <p14:xfrm>
              <a:off x="4801571" y="1899577"/>
              <a:ext cx="84960" cy="3024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B88F0587-3227-2179-1C71-A6260219066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795451" y="1893457"/>
                <a:ext cx="97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3E5678F5-7DEA-51FC-900D-5BE665CD9A1F}"/>
                  </a:ext>
                </a:extLst>
              </p14:cNvPr>
              <p14:cNvContentPartPr/>
              <p14:nvPr/>
            </p14:nvContentPartPr>
            <p14:xfrm>
              <a:off x="4531931" y="1920457"/>
              <a:ext cx="30960" cy="1404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3E5678F5-7DEA-51FC-900D-5BE665CD9A1F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525811" y="1914337"/>
                <a:ext cx="43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0E3C70A1-3132-CAF9-564A-8BB70406D4EC}"/>
                  </a:ext>
                </a:extLst>
              </p14:cNvPr>
              <p14:cNvContentPartPr/>
              <p14:nvPr/>
            </p14:nvContentPartPr>
            <p14:xfrm>
              <a:off x="4477571" y="2226817"/>
              <a:ext cx="21960" cy="3708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0E3C70A1-3132-CAF9-564A-8BB70406D4E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471451" y="2220697"/>
                <a:ext cx="342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78DC03D9-9816-B57C-A9CB-A4C273A58BBB}"/>
                  </a:ext>
                </a:extLst>
              </p14:cNvPr>
              <p14:cNvContentPartPr/>
              <p14:nvPr/>
            </p14:nvContentPartPr>
            <p14:xfrm>
              <a:off x="4605731" y="2158417"/>
              <a:ext cx="21960" cy="504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78DC03D9-9816-B57C-A9CB-A4C273A58BB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599611" y="2152297"/>
                <a:ext cx="342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C9FEB625-6D02-2E2F-B31D-47B52B7A1F1B}"/>
                  </a:ext>
                </a:extLst>
              </p14:cNvPr>
              <p14:cNvContentPartPr/>
              <p14:nvPr/>
            </p14:nvContentPartPr>
            <p14:xfrm>
              <a:off x="4875371" y="2016577"/>
              <a:ext cx="360" cy="1404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C9FEB625-6D02-2E2F-B31D-47B52B7A1F1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869251" y="2010457"/>
                <a:ext cx="126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5BB03F5F-E07E-6EF0-130E-02F8204F3ADA}"/>
                  </a:ext>
                </a:extLst>
              </p14:cNvPr>
              <p14:cNvContentPartPr/>
              <p14:nvPr/>
            </p14:nvContentPartPr>
            <p14:xfrm>
              <a:off x="4444811" y="2071297"/>
              <a:ext cx="11160" cy="1404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5BB03F5F-E07E-6EF0-130E-02F8204F3AD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438691" y="2065177"/>
                <a:ext cx="23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6519A5BE-2975-47A2-5A97-8D14784530C6}"/>
                  </a:ext>
                </a:extLst>
              </p14:cNvPr>
              <p14:cNvContentPartPr/>
              <p14:nvPr/>
            </p14:nvContentPartPr>
            <p14:xfrm>
              <a:off x="4379651" y="2421937"/>
              <a:ext cx="11160" cy="2304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6519A5BE-2975-47A2-5A97-8D14784530C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373531" y="2415817"/>
                <a:ext cx="2340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54C77764-0CB9-FE39-D5A1-59CE9376F900}"/>
              </a:ext>
            </a:extLst>
          </p:cNvPr>
          <p:cNvGrpSpPr/>
          <p:nvPr/>
        </p:nvGrpSpPr>
        <p:grpSpPr>
          <a:xfrm>
            <a:off x="4455971" y="2327977"/>
            <a:ext cx="258840" cy="158760"/>
            <a:chOff x="4455971" y="2327977"/>
            <a:chExt cx="25884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4A452502-EEA7-6987-8303-1D9D52445A63}"/>
                    </a:ext>
                  </a:extLst>
                </p14:cNvPr>
                <p14:cNvContentPartPr/>
                <p14:nvPr/>
              </p14:nvContentPartPr>
              <p14:xfrm>
                <a:off x="4455971" y="2449657"/>
                <a:ext cx="21960" cy="370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4A452502-EEA7-6987-8303-1D9D52445A6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449851" y="2443537"/>
                  <a:ext cx="34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5B6EA1CD-F36D-7B55-D729-EA6C3E90010D}"/>
                    </a:ext>
                  </a:extLst>
                </p14:cNvPr>
                <p14:cNvContentPartPr/>
                <p14:nvPr/>
              </p14:nvContentPartPr>
              <p14:xfrm>
                <a:off x="4692851" y="2327977"/>
                <a:ext cx="21960" cy="302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5B6EA1CD-F36D-7B55-D729-EA6C3E9001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86731" y="2321857"/>
                  <a:ext cx="3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B3F0FBB5-4F7C-9F51-B36D-23CEE165009B}"/>
                    </a:ext>
                  </a:extLst>
                </p14:cNvPr>
                <p14:cNvContentPartPr/>
                <p14:nvPr/>
              </p14:nvContentPartPr>
              <p14:xfrm>
                <a:off x="4499171" y="2383417"/>
                <a:ext cx="11160" cy="72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B3F0FBB5-4F7C-9F51-B36D-23CEE165009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493051" y="237729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EEFA2F38-3E13-C104-F500-E17D24469C8A}"/>
                  </a:ext>
                </a:extLst>
              </p14:cNvPr>
              <p14:cNvContentPartPr/>
              <p14:nvPr/>
            </p14:nvContentPartPr>
            <p14:xfrm>
              <a:off x="6179291" y="1894897"/>
              <a:ext cx="11160" cy="1692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EEFA2F38-3E13-C104-F500-E17D24469C8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173171" y="1888777"/>
                <a:ext cx="234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A3B34520-2703-3838-BD68-51A6A5F6F16D}"/>
                  </a:ext>
                </a:extLst>
              </p14:cNvPr>
              <p14:cNvContentPartPr/>
              <p14:nvPr/>
            </p14:nvContentPartPr>
            <p14:xfrm>
              <a:off x="6418331" y="2426977"/>
              <a:ext cx="21960" cy="252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A3B34520-2703-3838-BD68-51A6A5F6F16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412211" y="2420857"/>
                <a:ext cx="342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7B2D4DFC-2B15-AD75-26AE-FFDE8C4903CF}"/>
                  </a:ext>
                </a:extLst>
              </p14:cNvPr>
              <p14:cNvContentPartPr/>
              <p14:nvPr/>
            </p14:nvContentPartPr>
            <p14:xfrm>
              <a:off x="9726371" y="2504377"/>
              <a:ext cx="33120" cy="1404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7B2D4DFC-2B15-AD75-26AE-FFDE8C4903C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720251" y="2498257"/>
                <a:ext cx="453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609BCDBA-E7B1-03C1-8538-58C09BC830FE}"/>
              </a:ext>
            </a:extLst>
          </p:cNvPr>
          <p:cNvGrpSpPr/>
          <p:nvPr/>
        </p:nvGrpSpPr>
        <p:grpSpPr>
          <a:xfrm>
            <a:off x="8001611" y="3528937"/>
            <a:ext cx="1164600" cy="588600"/>
            <a:chOff x="8001611" y="3528937"/>
            <a:chExt cx="1164600" cy="58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36550D13-2A19-7825-6068-6D2C9311C61C}"/>
                    </a:ext>
                  </a:extLst>
                </p14:cNvPr>
                <p14:cNvContentPartPr/>
                <p14:nvPr/>
              </p14:nvContentPartPr>
              <p14:xfrm>
                <a:off x="8001611" y="3535417"/>
                <a:ext cx="228600" cy="58212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36550D13-2A19-7825-6068-6D2C9311C61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95491" y="3529297"/>
                  <a:ext cx="24084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CDADF201-E0AE-7E52-8404-FFA33FE1E0A5}"/>
                    </a:ext>
                  </a:extLst>
                </p14:cNvPr>
                <p14:cNvContentPartPr/>
                <p14:nvPr/>
              </p14:nvContentPartPr>
              <p14:xfrm>
                <a:off x="8378891" y="3591937"/>
                <a:ext cx="217800" cy="1432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CDADF201-E0AE-7E52-8404-FFA33FE1E0A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72771" y="3585817"/>
                  <a:ext cx="2300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9C0219F-0B55-E297-582F-992C96EE32C7}"/>
                    </a:ext>
                  </a:extLst>
                </p14:cNvPr>
                <p14:cNvContentPartPr/>
                <p14:nvPr/>
              </p14:nvContentPartPr>
              <p14:xfrm>
                <a:off x="8464211" y="3904417"/>
                <a:ext cx="45720" cy="19836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9C0219F-0B55-E297-582F-992C96EE32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58091" y="3898297"/>
                  <a:ext cx="57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92C50335-7938-9D58-C0FB-140067E5A592}"/>
                    </a:ext>
                  </a:extLst>
                </p14:cNvPr>
                <p14:cNvContentPartPr/>
                <p14:nvPr/>
              </p14:nvContentPartPr>
              <p14:xfrm>
                <a:off x="8500211" y="3895417"/>
                <a:ext cx="86040" cy="6048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92C50335-7938-9D58-C0FB-140067E5A59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494091" y="3889297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FA27CCE-B1A5-FEE1-8C8C-E400B44563B1}"/>
                    </a:ext>
                  </a:extLst>
                </p14:cNvPr>
                <p14:cNvContentPartPr/>
                <p14:nvPr/>
              </p14:nvContentPartPr>
              <p14:xfrm>
                <a:off x="8680571" y="3528937"/>
                <a:ext cx="212040" cy="5299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FA27CCE-B1A5-FEE1-8C8C-E400B44563B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74451" y="3522817"/>
                  <a:ext cx="2242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0C22DA22-E353-D597-30B1-1D4ED4AD5D76}"/>
                    </a:ext>
                  </a:extLst>
                </p14:cNvPr>
                <p14:cNvContentPartPr/>
                <p14:nvPr/>
              </p14:nvContentPartPr>
              <p14:xfrm>
                <a:off x="8907011" y="3704977"/>
                <a:ext cx="163440" cy="2556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0C22DA22-E353-D597-30B1-1D4ED4AD5D7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00891" y="3698857"/>
                  <a:ext cx="175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BF74934-D1E9-B4C3-E9D9-1CE3ACAC3AE7}"/>
                    </a:ext>
                  </a:extLst>
                </p14:cNvPr>
                <p14:cNvContentPartPr/>
                <p14:nvPr/>
              </p14:nvContentPartPr>
              <p14:xfrm>
                <a:off x="8885411" y="3794257"/>
                <a:ext cx="280800" cy="280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BF74934-D1E9-B4C3-E9D9-1CE3ACAC3AE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879291" y="3788137"/>
                  <a:ext cx="2930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F2613EE9-8FB4-CAEC-49AE-36548C2222ED}"/>
              </a:ext>
            </a:extLst>
          </p:cNvPr>
          <p:cNvGrpSpPr/>
          <p:nvPr/>
        </p:nvGrpSpPr>
        <p:grpSpPr>
          <a:xfrm>
            <a:off x="10042091" y="3440737"/>
            <a:ext cx="441000" cy="343440"/>
            <a:chOff x="10042091" y="3440737"/>
            <a:chExt cx="44100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77A9FF91-3F0E-1AC2-0D3A-A78A1F83BE57}"/>
                    </a:ext>
                  </a:extLst>
                </p14:cNvPr>
                <p14:cNvContentPartPr/>
                <p14:nvPr/>
              </p14:nvContentPartPr>
              <p14:xfrm>
                <a:off x="10042091" y="3587617"/>
                <a:ext cx="202320" cy="1965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77A9FF91-3F0E-1AC2-0D3A-A78A1F83BE5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035971" y="3581497"/>
                  <a:ext cx="214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9ADD84E-FDBC-5BED-BD74-386D597B030E}"/>
                    </a:ext>
                  </a:extLst>
                </p14:cNvPr>
                <p14:cNvContentPartPr/>
                <p14:nvPr/>
              </p14:nvContentPartPr>
              <p14:xfrm>
                <a:off x="10374371" y="3440737"/>
                <a:ext cx="87120" cy="2001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9ADD84E-FDBC-5BED-BD74-386D597B030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368251" y="3434617"/>
                  <a:ext cx="99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9613DF8-95BB-F3AF-E90C-E3EF4FF071B5}"/>
                    </a:ext>
                  </a:extLst>
                </p14:cNvPr>
                <p14:cNvContentPartPr/>
                <p14:nvPr/>
              </p14:nvContentPartPr>
              <p14:xfrm>
                <a:off x="10428371" y="3755377"/>
                <a:ext cx="54720" cy="2736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9613DF8-95BB-F3AF-E90C-E3EF4FF071B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422251" y="3749257"/>
                  <a:ext cx="6696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76" name="Tinta 175">
                <a:extLst>
                  <a:ext uri="{FF2B5EF4-FFF2-40B4-BE49-F238E27FC236}">
                    <a16:creationId xmlns:a16="http://schemas.microsoft.com/office/drawing/2014/main" id="{F5E8BC99-2DBA-F2A7-2D99-C6D0A33436A0}"/>
                  </a:ext>
                </a:extLst>
              </p14:cNvPr>
              <p14:cNvContentPartPr/>
              <p14:nvPr/>
            </p14:nvContentPartPr>
            <p14:xfrm>
              <a:off x="9587411" y="3907657"/>
              <a:ext cx="1368000" cy="74520"/>
            </p14:xfrm>
          </p:contentPart>
        </mc:Choice>
        <mc:Fallback>
          <p:pic>
            <p:nvPicPr>
              <p:cNvPr id="176" name="Tinta 175">
                <a:extLst>
                  <a:ext uri="{FF2B5EF4-FFF2-40B4-BE49-F238E27FC236}">
                    <a16:creationId xmlns:a16="http://schemas.microsoft.com/office/drawing/2014/main" id="{F5E8BC99-2DBA-F2A7-2D99-C6D0A33436A0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581291" y="3901537"/>
                <a:ext cx="1380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5EFD76CE-0DF3-D031-87DC-B91C414CECB1}"/>
                  </a:ext>
                </a:extLst>
              </p14:cNvPr>
              <p14:cNvContentPartPr/>
              <p14:nvPr/>
            </p14:nvContentPartPr>
            <p14:xfrm>
              <a:off x="4358051" y="2866177"/>
              <a:ext cx="33120" cy="14040"/>
            </p14:xfrm>
          </p:contentPart>
        </mc:Choice>
        <mc:Fallback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5EFD76CE-0DF3-D031-87DC-B91C414CECB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351931" y="2860057"/>
                <a:ext cx="453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26EF35E8-9DC3-935A-EFB2-43E064E5C354}"/>
                  </a:ext>
                </a:extLst>
              </p14:cNvPr>
              <p14:cNvContentPartPr/>
              <p14:nvPr/>
            </p14:nvContentPartPr>
            <p14:xfrm>
              <a:off x="5631731" y="2974177"/>
              <a:ext cx="128520" cy="20160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26EF35E8-9DC3-935A-EFB2-43E064E5C35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625611" y="2968057"/>
                <a:ext cx="140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1379D772-29CC-E605-6AC9-5BB6ED25D849}"/>
                  </a:ext>
                </a:extLst>
              </p14:cNvPr>
              <p14:cNvContentPartPr/>
              <p14:nvPr/>
            </p14:nvContentPartPr>
            <p14:xfrm>
              <a:off x="5631731" y="3008017"/>
              <a:ext cx="161280" cy="18360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1379D772-29CC-E605-6AC9-5BB6ED25D849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625611" y="3001897"/>
                <a:ext cx="1735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15BE95F5-009E-0B6C-9C51-6741B0F8E254}"/>
                  </a:ext>
                </a:extLst>
              </p14:cNvPr>
              <p14:cNvContentPartPr/>
              <p14:nvPr/>
            </p14:nvContentPartPr>
            <p14:xfrm>
              <a:off x="6222491" y="2727577"/>
              <a:ext cx="56160" cy="30816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15BE95F5-009E-0B6C-9C51-6741B0F8E25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216371" y="2721457"/>
                <a:ext cx="684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679F66EE-8DCA-6958-3A1F-BD62A65B6778}"/>
                  </a:ext>
                </a:extLst>
              </p14:cNvPr>
              <p14:cNvContentPartPr/>
              <p14:nvPr/>
            </p14:nvContentPartPr>
            <p14:xfrm>
              <a:off x="6345971" y="2742337"/>
              <a:ext cx="180360" cy="195120"/>
            </p14:xfrm>
          </p:contentPart>
        </mc:Choice>
        <mc:Fallback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679F66EE-8DCA-6958-3A1F-BD62A65B6778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339851" y="2736217"/>
                <a:ext cx="1926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7D9B8D1B-E74B-0433-B504-42B73700D0E3}"/>
                  </a:ext>
                </a:extLst>
              </p14:cNvPr>
              <p14:cNvContentPartPr/>
              <p14:nvPr/>
            </p14:nvContentPartPr>
            <p14:xfrm>
              <a:off x="6655211" y="2609497"/>
              <a:ext cx="43920" cy="163080"/>
            </p14:xfrm>
          </p:contentPart>
        </mc:Choice>
        <mc:Fallback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7D9B8D1B-E74B-0433-B504-42B73700D0E3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649091" y="2603377"/>
                <a:ext cx="561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8D9A8E95-7345-EFC8-1EEB-EAB268371F85}"/>
                  </a:ext>
                </a:extLst>
              </p14:cNvPr>
              <p14:cNvContentPartPr/>
              <p14:nvPr/>
            </p14:nvContentPartPr>
            <p14:xfrm>
              <a:off x="6729371" y="2921617"/>
              <a:ext cx="54720" cy="6696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8D9A8E95-7345-EFC8-1EEB-EAB268371F8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6723251" y="2915497"/>
                <a:ext cx="669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A6C483FE-E85D-EF17-5E49-1B22FF2B97A5}"/>
                  </a:ext>
                </a:extLst>
              </p14:cNvPr>
              <p14:cNvContentPartPr/>
              <p14:nvPr/>
            </p14:nvContentPartPr>
            <p14:xfrm>
              <a:off x="5941691" y="3051937"/>
              <a:ext cx="1141200" cy="9504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A6C483FE-E85D-EF17-5E49-1B22FF2B97A5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935571" y="3045817"/>
                <a:ext cx="11534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02EC4259-0DE5-1CB7-B348-D361F053FF87}"/>
                  </a:ext>
                </a:extLst>
              </p14:cNvPr>
              <p14:cNvContentPartPr/>
              <p14:nvPr/>
            </p14:nvContentPartPr>
            <p14:xfrm>
              <a:off x="6396731" y="3322297"/>
              <a:ext cx="33120" cy="2808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02EC4259-0DE5-1CB7-B348-D361F053FF8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390611" y="3316177"/>
                <a:ext cx="45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01" name="Tinta 200">
                <a:extLst>
                  <a:ext uri="{FF2B5EF4-FFF2-40B4-BE49-F238E27FC236}">
                    <a16:creationId xmlns:a16="http://schemas.microsoft.com/office/drawing/2014/main" id="{72991FAC-2C1B-4A16-F224-181BA139A3F6}"/>
                  </a:ext>
                </a:extLst>
              </p14:cNvPr>
              <p14:cNvContentPartPr/>
              <p14:nvPr/>
            </p14:nvContentPartPr>
            <p14:xfrm>
              <a:off x="6396731" y="2738377"/>
              <a:ext cx="11160" cy="18360"/>
            </p14:xfrm>
          </p:contentPart>
        </mc:Choice>
        <mc:Fallback>
          <p:pic>
            <p:nvPicPr>
              <p:cNvPr id="201" name="Tinta 200">
                <a:extLst>
                  <a:ext uri="{FF2B5EF4-FFF2-40B4-BE49-F238E27FC236}">
                    <a16:creationId xmlns:a16="http://schemas.microsoft.com/office/drawing/2014/main" id="{72991FAC-2C1B-4A16-F224-181BA139A3F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390611" y="2732257"/>
                <a:ext cx="23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649930F9-091B-05D7-1FE9-8B589E448689}"/>
                  </a:ext>
                </a:extLst>
              </p14:cNvPr>
              <p14:cNvContentPartPr/>
              <p14:nvPr/>
            </p14:nvContentPartPr>
            <p14:xfrm>
              <a:off x="6459731" y="2825497"/>
              <a:ext cx="11160" cy="1836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649930F9-091B-05D7-1FE9-8B589E44868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453611" y="2819377"/>
                <a:ext cx="23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DA2C59AE-05DF-750B-6014-47AA8191593F}"/>
                  </a:ext>
                </a:extLst>
              </p14:cNvPr>
              <p14:cNvContentPartPr/>
              <p14:nvPr/>
            </p14:nvContentPartPr>
            <p14:xfrm>
              <a:off x="7216091" y="3498697"/>
              <a:ext cx="41760" cy="3924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DA2C59AE-05DF-750B-6014-47AA8191593F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209971" y="3492577"/>
                <a:ext cx="540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FFDE9A75-3D5F-49CC-F617-54D75B47E280}"/>
              </a:ext>
            </a:extLst>
          </p:cNvPr>
          <p:cNvGrpSpPr/>
          <p:nvPr/>
        </p:nvGrpSpPr>
        <p:grpSpPr>
          <a:xfrm>
            <a:off x="9393731" y="4138057"/>
            <a:ext cx="1549080" cy="501480"/>
            <a:chOff x="9393731" y="4138057"/>
            <a:chExt cx="154908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8FAF8154-5F4F-6653-338E-086098846D61}"/>
                    </a:ext>
                  </a:extLst>
                </p14:cNvPr>
                <p14:cNvContentPartPr/>
                <p14:nvPr/>
              </p14:nvContentPartPr>
              <p14:xfrm>
                <a:off x="9393731" y="4138057"/>
                <a:ext cx="204840" cy="3200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8FAF8154-5F4F-6653-338E-086098846D6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87611" y="4131937"/>
                  <a:ext cx="217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F69FF22-2FCB-5486-8629-63BBE5ABFE2E}"/>
                    </a:ext>
                  </a:extLst>
                </p14:cNvPr>
                <p14:cNvContentPartPr/>
                <p14:nvPr/>
              </p14:nvContentPartPr>
              <p14:xfrm>
                <a:off x="9663371" y="4327417"/>
                <a:ext cx="182880" cy="986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F69FF22-2FCB-5486-8629-63BBE5ABFE2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657251" y="4321297"/>
                  <a:ext cx="195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16FBE06-D588-62D6-FC23-EE4F995D0570}"/>
                    </a:ext>
                  </a:extLst>
                </p14:cNvPr>
                <p14:cNvContentPartPr/>
                <p14:nvPr/>
              </p14:nvContentPartPr>
              <p14:xfrm>
                <a:off x="9924011" y="4362697"/>
                <a:ext cx="137520" cy="1584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16FBE06-D588-62D6-FC23-EE4F995D057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917891" y="4356577"/>
                  <a:ext cx="149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1B23BD88-3A2F-E0F2-79A7-B715820623A5}"/>
                    </a:ext>
                  </a:extLst>
                </p14:cNvPr>
                <p14:cNvContentPartPr/>
                <p14:nvPr/>
              </p14:nvContentPartPr>
              <p14:xfrm>
                <a:off x="10169531" y="4374577"/>
                <a:ext cx="44280" cy="1976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1B23BD88-3A2F-E0F2-79A7-B715820623A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163411" y="4368457"/>
                  <a:ext cx="56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89232BCE-F056-B72F-701C-1108D16E1867}"/>
                    </a:ext>
                  </a:extLst>
                </p14:cNvPr>
                <p14:cNvContentPartPr/>
                <p14:nvPr/>
              </p14:nvContentPartPr>
              <p14:xfrm>
                <a:off x="10222091" y="4387897"/>
                <a:ext cx="75240" cy="7164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89232BCE-F056-B72F-701C-1108D16E186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15971" y="4381777"/>
                  <a:ext cx="87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B48AB0F3-EC61-6DA8-C09B-D81B9376971B}"/>
                    </a:ext>
                  </a:extLst>
                </p14:cNvPr>
                <p14:cNvContentPartPr/>
                <p14:nvPr/>
              </p14:nvContentPartPr>
              <p14:xfrm>
                <a:off x="10275731" y="4174777"/>
                <a:ext cx="216000" cy="34776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B48AB0F3-EC61-6DA8-C09B-D81B9376971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69611" y="4168657"/>
                  <a:ext cx="2282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E097800C-E61D-CFC8-1037-F595117E9B02}"/>
                    </a:ext>
                  </a:extLst>
                </p14:cNvPr>
                <p14:cNvContentPartPr/>
                <p14:nvPr/>
              </p14:nvContentPartPr>
              <p14:xfrm>
                <a:off x="10600091" y="4161097"/>
                <a:ext cx="109080" cy="16308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E097800C-E61D-CFC8-1037-F595117E9B0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593971" y="4154977"/>
                  <a:ext cx="121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7F5B46FA-1D6D-DE35-09CF-EC43011DD0E4}"/>
                    </a:ext>
                  </a:extLst>
                </p14:cNvPr>
                <p14:cNvContentPartPr/>
                <p14:nvPr/>
              </p14:nvContentPartPr>
              <p14:xfrm>
                <a:off x="10665611" y="4444777"/>
                <a:ext cx="54720" cy="284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7F5B46FA-1D6D-DE35-09CF-EC43011DD0E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59491" y="4438657"/>
                  <a:ext cx="66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66DBE2E7-32A6-9C11-A024-2D726C4E6C4A}"/>
                    </a:ext>
                  </a:extLst>
                </p14:cNvPr>
                <p14:cNvContentPartPr/>
                <p14:nvPr/>
              </p14:nvContentPartPr>
              <p14:xfrm>
                <a:off x="10761011" y="4349017"/>
                <a:ext cx="181800" cy="1008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66DBE2E7-32A6-9C11-A024-2D726C4E6C4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754891" y="4342897"/>
                  <a:ext cx="194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DF7FFBE2-7838-967C-85C0-137F18710E0B}"/>
                    </a:ext>
                  </a:extLst>
                </p14:cNvPr>
                <p14:cNvContentPartPr/>
                <p14:nvPr/>
              </p14:nvContentPartPr>
              <p14:xfrm>
                <a:off x="10771811" y="4332457"/>
                <a:ext cx="141480" cy="8748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DF7FFBE2-7838-967C-85C0-137F18710E0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765691" y="4326337"/>
                  <a:ext cx="153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9D64AFE0-E262-95DC-46CC-5BED921728A2}"/>
                    </a:ext>
                  </a:extLst>
                </p14:cNvPr>
                <p14:cNvContentPartPr/>
                <p14:nvPr/>
              </p14:nvContentPartPr>
              <p14:xfrm>
                <a:off x="9665171" y="4545217"/>
                <a:ext cx="911880" cy="9432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9D64AFE0-E262-95DC-46CC-5BED921728A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59051" y="4539097"/>
                  <a:ext cx="924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DB6A4AF1-B48C-52A6-7ED4-C85AE38D3AD2}"/>
                    </a:ext>
                  </a:extLst>
                </p14:cNvPr>
                <p14:cNvContentPartPr/>
                <p14:nvPr/>
              </p14:nvContentPartPr>
              <p14:xfrm>
                <a:off x="9867851" y="4337497"/>
                <a:ext cx="11160" cy="720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DB6A4AF1-B48C-52A6-7ED4-C85AE38D3AD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61731" y="433137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B7EFB594-165A-F670-DE1C-E999D9A779EF}"/>
                  </a:ext>
                </a:extLst>
              </p14:cNvPr>
              <p14:cNvContentPartPr/>
              <p14:nvPr/>
            </p14:nvContentPartPr>
            <p14:xfrm>
              <a:off x="10093931" y="3807937"/>
              <a:ext cx="21960" cy="4680"/>
            </p14:xfrm>
          </p:contentPart>
        </mc:Choice>
        <mc:Fallback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B7EFB594-165A-F670-DE1C-E999D9A779E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087811" y="3801817"/>
                <a:ext cx="342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Agrupar 218">
            <a:extLst>
              <a:ext uri="{FF2B5EF4-FFF2-40B4-BE49-F238E27FC236}">
                <a16:creationId xmlns:a16="http://schemas.microsoft.com/office/drawing/2014/main" id="{2CCB9D7E-083D-D45B-E6D3-256341753E5C}"/>
              </a:ext>
            </a:extLst>
          </p:cNvPr>
          <p:cNvGrpSpPr/>
          <p:nvPr/>
        </p:nvGrpSpPr>
        <p:grpSpPr>
          <a:xfrm>
            <a:off x="8734211" y="1922977"/>
            <a:ext cx="2385000" cy="1115280"/>
            <a:chOff x="8734211" y="1922977"/>
            <a:chExt cx="2385000" cy="11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096B1772-8BE2-6159-FBB3-252670924BCB}"/>
                    </a:ext>
                  </a:extLst>
                </p14:cNvPr>
                <p14:cNvContentPartPr/>
                <p14:nvPr/>
              </p14:nvContentPartPr>
              <p14:xfrm>
                <a:off x="8895851" y="2098657"/>
                <a:ext cx="422280" cy="77508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096B1772-8BE2-6159-FBB3-252670924BC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89731" y="2092537"/>
                  <a:ext cx="43452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B2BDB513-DEE2-F385-7668-5703AD87181F}"/>
                    </a:ext>
                  </a:extLst>
                </p14:cNvPr>
                <p14:cNvContentPartPr/>
                <p14:nvPr/>
              </p14:nvContentPartPr>
              <p14:xfrm>
                <a:off x="10546091" y="2161657"/>
                <a:ext cx="169200" cy="6710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B2BDB513-DEE2-F385-7668-5703AD87181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539971" y="2155537"/>
                  <a:ext cx="18144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826654DA-724C-EFCA-344D-CE661715EFDD}"/>
                    </a:ext>
                  </a:extLst>
                </p14:cNvPr>
                <p14:cNvContentPartPr/>
                <p14:nvPr/>
              </p14:nvContentPartPr>
              <p14:xfrm>
                <a:off x="9758411" y="2094337"/>
                <a:ext cx="259560" cy="2257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826654DA-724C-EFCA-344D-CE661715EFD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52291" y="2088217"/>
                  <a:ext cx="271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25ED2C76-D585-B0FC-EB4B-66493594A43E}"/>
                    </a:ext>
                  </a:extLst>
                </p14:cNvPr>
                <p14:cNvContentPartPr/>
                <p14:nvPr/>
              </p14:nvContentPartPr>
              <p14:xfrm>
                <a:off x="9952451" y="2225017"/>
                <a:ext cx="21960" cy="280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25ED2C76-D585-B0FC-EB4B-66493594A43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946331" y="2218897"/>
                  <a:ext cx="34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76AE4FAF-52F3-18EB-4066-C7F8EC809B70}"/>
                    </a:ext>
                  </a:extLst>
                </p14:cNvPr>
                <p14:cNvContentPartPr/>
                <p14:nvPr/>
              </p14:nvContentPartPr>
              <p14:xfrm>
                <a:off x="9932651" y="2225737"/>
                <a:ext cx="20520" cy="320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76AE4FAF-52F3-18EB-4066-C7F8EC809B7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926531" y="2219617"/>
                  <a:ext cx="32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E4750AE4-B481-CAA3-0294-F91E0AF16947}"/>
                    </a:ext>
                  </a:extLst>
                </p14:cNvPr>
                <p14:cNvContentPartPr/>
                <p14:nvPr/>
              </p14:nvContentPartPr>
              <p14:xfrm>
                <a:off x="9963251" y="2247697"/>
                <a:ext cx="11160" cy="349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E4750AE4-B481-CAA3-0294-F91E0AF1694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957131" y="2241577"/>
                  <a:ext cx="23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8770346-B4B7-E884-BDC6-4FFD6AB6F65F}"/>
                    </a:ext>
                  </a:extLst>
                </p14:cNvPr>
                <p14:cNvContentPartPr/>
                <p14:nvPr/>
              </p14:nvContentPartPr>
              <p14:xfrm>
                <a:off x="8734211" y="1922977"/>
                <a:ext cx="2385000" cy="11152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8770346-B4B7-E884-BDC6-4FFD6AB6F65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728091" y="1916857"/>
                  <a:ext cx="2397240" cy="11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14F1ED4D-F64E-C926-04E1-1B11CBCB223F}"/>
                    </a:ext>
                  </a:extLst>
                </p14:cNvPr>
                <p14:cNvContentPartPr/>
                <p14:nvPr/>
              </p14:nvContentPartPr>
              <p14:xfrm>
                <a:off x="9963251" y="2195137"/>
                <a:ext cx="11160" cy="230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14F1ED4D-F64E-C926-04E1-1B11CBCB223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957131" y="2189017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25099DEB-5E46-4E6B-2F05-28F4891F3498}"/>
                    </a:ext>
                  </a:extLst>
                </p14:cNvPr>
                <p14:cNvContentPartPr/>
                <p14:nvPr/>
              </p14:nvContentPartPr>
              <p14:xfrm>
                <a:off x="9952451" y="2520217"/>
                <a:ext cx="65520" cy="2592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25099DEB-5E46-4E6B-2F05-28F4891F34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946331" y="2514097"/>
                  <a:ext cx="77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B87D8E63-FB72-AF41-28A6-3FBE59DF71BE}"/>
                    </a:ext>
                  </a:extLst>
                </p14:cNvPr>
                <p14:cNvContentPartPr/>
                <p14:nvPr/>
              </p14:nvContentPartPr>
              <p14:xfrm>
                <a:off x="9889451" y="2090017"/>
                <a:ext cx="21960" cy="720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B87D8E63-FB72-AF41-28A6-3FBE59DF71B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83331" y="208389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4DAD82AC-EA93-E040-397A-CFC274949C79}"/>
                    </a:ext>
                  </a:extLst>
                </p14:cNvPr>
                <p14:cNvContentPartPr/>
                <p14:nvPr/>
              </p14:nvContentPartPr>
              <p14:xfrm>
                <a:off x="10028771" y="2167417"/>
                <a:ext cx="54720" cy="169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4DAD82AC-EA93-E040-397A-CFC274949C7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22651" y="2161297"/>
                  <a:ext cx="66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A01F0345-C13B-9D6D-5FA8-EBC52D5F4A96}"/>
                    </a:ext>
                  </a:extLst>
                </p14:cNvPr>
                <p14:cNvContentPartPr/>
                <p14:nvPr/>
              </p14:nvContentPartPr>
              <p14:xfrm>
                <a:off x="9889451" y="2101177"/>
                <a:ext cx="43920" cy="3492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A01F0345-C13B-9D6D-5FA8-EBC52D5F4A9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883331" y="2095057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12644EE5-8D85-CCF4-3D6E-2D050276E779}"/>
                    </a:ext>
                  </a:extLst>
                </p14:cNvPr>
                <p14:cNvContentPartPr/>
                <p14:nvPr/>
              </p14:nvContentPartPr>
              <p14:xfrm>
                <a:off x="9790451" y="2610937"/>
                <a:ext cx="88560" cy="1558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12644EE5-8D85-CCF4-3D6E-2D050276E77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784331" y="2604817"/>
                  <a:ext cx="100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2C44F373-A16A-5DD9-100C-1AC23A9478E7}"/>
                    </a:ext>
                  </a:extLst>
                </p14:cNvPr>
                <p14:cNvContentPartPr/>
                <p14:nvPr/>
              </p14:nvContentPartPr>
              <p14:xfrm>
                <a:off x="9780731" y="2590057"/>
                <a:ext cx="172440" cy="982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2C44F373-A16A-5DD9-100C-1AC23A9478E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74611" y="2583937"/>
                  <a:ext cx="1846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589D9344-B405-29B4-816F-E4A64C491397}"/>
                    </a:ext>
                  </a:extLst>
                </p14:cNvPr>
                <p14:cNvContentPartPr/>
                <p14:nvPr/>
              </p14:nvContentPartPr>
              <p14:xfrm>
                <a:off x="9943811" y="2600497"/>
                <a:ext cx="30960" cy="1224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589D9344-B405-29B4-816F-E4A64C49139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37691" y="2594377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CFC2784-D783-10BF-4D81-1A1BDC373105}"/>
                    </a:ext>
                  </a:extLst>
                </p14:cNvPr>
                <p14:cNvContentPartPr/>
                <p14:nvPr/>
              </p14:nvContentPartPr>
              <p14:xfrm>
                <a:off x="9922211" y="2550097"/>
                <a:ext cx="21960" cy="190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CFC2784-D783-10BF-4D81-1A1BDC37310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16091" y="2543977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8ACC9476-EDC1-3C6A-94F3-FA34BD7A6C82}"/>
                    </a:ext>
                  </a:extLst>
                </p14:cNvPr>
                <p14:cNvContentPartPr/>
                <p14:nvPr/>
              </p14:nvContentPartPr>
              <p14:xfrm>
                <a:off x="9943811" y="2619217"/>
                <a:ext cx="30960" cy="93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8ACC9476-EDC1-3C6A-94F3-FA34BD7A6C8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937691" y="2613097"/>
                  <a:ext cx="43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E10EB595-391E-4B78-AD80-68EE35F0877F}"/>
                    </a:ext>
                  </a:extLst>
                </p14:cNvPr>
                <p14:cNvContentPartPr/>
                <p14:nvPr/>
              </p14:nvContentPartPr>
              <p14:xfrm>
                <a:off x="9952451" y="2579977"/>
                <a:ext cx="22680" cy="2160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E10EB595-391E-4B78-AD80-68EE35F0877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946331" y="2573857"/>
                  <a:ext cx="34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2EF5D8A2-0407-191B-3CF8-100965485955}"/>
                    </a:ext>
                  </a:extLst>
                </p14:cNvPr>
                <p14:cNvContentPartPr/>
                <p14:nvPr/>
              </p14:nvContentPartPr>
              <p14:xfrm>
                <a:off x="9943811" y="2593657"/>
                <a:ext cx="19800" cy="1908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2EF5D8A2-0407-191B-3CF8-10096548595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937691" y="2587537"/>
                  <a:ext cx="32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74D23378-8E74-122B-CBFC-03BBBA747652}"/>
                    </a:ext>
                  </a:extLst>
                </p14:cNvPr>
                <p14:cNvContentPartPr/>
                <p14:nvPr/>
              </p14:nvContentPartPr>
              <p14:xfrm>
                <a:off x="9911411" y="2532097"/>
                <a:ext cx="52560" cy="11952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74D23378-8E74-122B-CBFC-03BBBA74765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905291" y="2525977"/>
                  <a:ext cx="6480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0711304C-6699-F8CB-6697-87F4FD778F44}"/>
                  </a:ext>
                </a:extLst>
              </p14:cNvPr>
              <p14:cNvContentPartPr/>
              <p14:nvPr/>
            </p14:nvContentPartPr>
            <p14:xfrm>
              <a:off x="9824291" y="3951937"/>
              <a:ext cx="33120" cy="43920"/>
            </p14:xfrm>
          </p:contentPart>
        </mc:Choice>
        <mc:Fallback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0711304C-6699-F8CB-6697-87F4FD778F4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818171" y="3945817"/>
                <a:ext cx="4536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Agrupar 221">
            <a:extLst>
              <a:ext uri="{FF2B5EF4-FFF2-40B4-BE49-F238E27FC236}">
                <a16:creationId xmlns:a16="http://schemas.microsoft.com/office/drawing/2014/main" id="{01827C05-A8E5-018B-6074-F6681D751E33}"/>
              </a:ext>
            </a:extLst>
          </p:cNvPr>
          <p:cNvGrpSpPr/>
          <p:nvPr/>
        </p:nvGrpSpPr>
        <p:grpSpPr>
          <a:xfrm>
            <a:off x="11225771" y="4091617"/>
            <a:ext cx="937440" cy="415440"/>
            <a:chOff x="11225771" y="4091617"/>
            <a:chExt cx="93744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53212E09-5824-0444-16C6-48772D5128F2}"/>
                    </a:ext>
                  </a:extLst>
                </p14:cNvPr>
                <p14:cNvContentPartPr/>
                <p14:nvPr/>
              </p14:nvContentPartPr>
              <p14:xfrm>
                <a:off x="11225771" y="4238497"/>
                <a:ext cx="106920" cy="25236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53212E09-5824-0444-16C6-48772D5128F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219651" y="4232377"/>
                  <a:ext cx="119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90C26440-3458-98B1-294E-03C9BCD72F86}"/>
                    </a:ext>
                  </a:extLst>
                </p14:cNvPr>
                <p14:cNvContentPartPr/>
                <p14:nvPr/>
              </p14:nvContentPartPr>
              <p14:xfrm>
                <a:off x="11291291" y="4268017"/>
                <a:ext cx="182160" cy="7740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90C26440-3458-98B1-294E-03C9BCD72F8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285171" y="4261897"/>
                  <a:ext cx="194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BC3A39EB-2D19-3E40-696D-0C46E2529446}"/>
                    </a:ext>
                  </a:extLst>
                </p14:cNvPr>
                <p14:cNvContentPartPr/>
                <p14:nvPr/>
              </p14:nvContentPartPr>
              <p14:xfrm>
                <a:off x="11539331" y="4091617"/>
                <a:ext cx="226440" cy="21816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BC3A39EB-2D19-3E40-696D-0C46E252944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33211" y="4085497"/>
                  <a:ext cx="238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12E7BA49-DBE7-69F3-C693-F5DFDFEB31FC}"/>
                    </a:ext>
                  </a:extLst>
                </p14:cNvPr>
                <p14:cNvContentPartPr/>
                <p14:nvPr/>
              </p14:nvContentPartPr>
              <p14:xfrm>
                <a:off x="11797811" y="4437577"/>
                <a:ext cx="84960" cy="6948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12E7BA49-DBE7-69F3-C693-F5DFDFEB31F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791691" y="4431457"/>
                  <a:ext cx="97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48ED524E-8E75-1850-288B-C459022098FF}"/>
                    </a:ext>
                  </a:extLst>
                </p14:cNvPr>
                <p14:cNvContentPartPr/>
                <p14:nvPr/>
              </p14:nvContentPartPr>
              <p14:xfrm>
                <a:off x="11365451" y="4222657"/>
                <a:ext cx="21960" cy="349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48ED524E-8E75-1850-288B-C459022098F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359331" y="4216537"/>
                  <a:ext cx="34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43C76C1E-B859-2B06-49D2-67DFEDB1EA87}"/>
                    </a:ext>
                  </a:extLst>
                </p14:cNvPr>
                <p14:cNvContentPartPr/>
                <p14:nvPr/>
              </p14:nvContentPartPr>
              <p14:xfrm>
                <a:off x="12089051" y="4346497"/>
                <a:ext cx="74160" cy="10332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43C76C1E-B859-2B06-49D2-67DFEDB1EA8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2082931" y="4340377"/>
                  <a:ext cx="864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Agrupar 223">
            <a:extLst>
              <a:ext uri="{FF2B5EF4-FFF2-40B4-BE49-F238E27FC236}">
                <a16:creationId xmlns:a16="http://schemas.microsoft.com/office/drawing/2014/main" id="{2A354228-7072-7404-23E9-5F61F37D9A3A}"/>
              </a:ext>
            </a:extLst>
          </p:cNvPr>
          <p:cNvGrpSpPr/>
          <p:nvPr/>
        </p:nvGrpSpPr>
        <p:grpSpPr>
          <a:xfrm>
            <a:off x="4240691" y="2698777"/>
            <a:ext cx="398160" cy="319320"/>
            <a:chOff x="4240691" y="2698777"/>
            <a:chExt cx="3981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0FE9EE1E-09C8-3F66-71C0-4343220F9215}"/>
                    </a:ext>
                  </a:extLst>
                </p14:cNvPr>
                <p14:cNvContentPartPr/>
                <p14:nvPr/>
              </p14:nvContentPartPr>
              <p14:xfrm>
                <a:off x="4240691" y="2738377"/>
                <a:ext cx="162000" cy="2361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0FE9EE1E-09C8-3F66-71C0-4343220F921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234571" y="2732257"/>
                  <a:ext cx="174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86CBF422-72E5-C1A3-93E2-30E6960920FD}"/>
                    </a:ext>
                  </a:extLst>
                </p14:cNvPr>
                <p14:cNvContentPartPr/>
                <p14:nvPr/>
              </p14:nvContentPartPr>
              <p14:xfrm>
                <a:off x="4542731" y="2698777"/>
                <a:ext cx="41760" cy="13320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86CBF422-72E5-C1A3-93E2-30E6960920F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536611" y="2692657"/>
                  <a:ext cx="54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8DD8DF05-B538-C592-EADB-2DC6BE40DE8C}"/>
                    </a:ext>
                  </a:extLst>
                </p14:cNvPr>
                <p14:cNvContentPartPr/>
                <p14:nvPr/>
              </p14:nvContentPartPr>
              <p14:xfrm>
                <a:off x="4594931" y="2946457"/>
                <a:ext cx="43920" cy="716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8DD8DF05-B538-C592-EADB-2DC6BE40DE8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88811" y="2940337"/>
                  <a:ext cx="56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D60E06E2-7D26-8182-5351-E37D62E8BACD}"/>
                    </a:ext>
                  </a:extLst>
                </p14:cNvPr>
                <p14:cNvContentPartPr/>
                <p14:nvPr/>
              </p14:nvContentPartPr>
              <p14:xfrm>
                <a:off x="4314491" y="2752057"/>
                <a:ext cx="54720" cy="4392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D60E06E2-7D26-8182-5351-E37D62E8BAC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308371" y="2745937"/>
                  <a:ext cx="669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Agrupar 227">
            <a:extLst>
              <a:ext uri="{FF2B5EF4-FFF2-40B4-BE49-F238E27FC236}">
                <a16:creationId xmlns:a16="http://schemas.microsoft.com/office/drawing/2014/main" id="{091BB94D-3337-8B77-69C2-97297E662603}"/>
              </a:ext>
            </a:extLst>
          </p:cNvPr>
          <p:cNvGrpSpPr/>
          <p:nvPr/>
        </p:nvGrpSpPr>
        <p:grpSpPr>
          <a:xfrm>
            <a:off x="3840371" y="3173617"/>
            <a:ext cx="1078920" cy="419760"/>
            <a:chOff x="3840371" y="3173617"/>
            <a:chExt cx="107892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02CD20AD-DBC8-7020-CFE5-3A73BF55912E}"/>
                    </a:ext>
                  </a:extLst>
                </p14:cNvPr>
                <p14:cNvContentPartPr/>
                <p14:nvPr/>
              </p14:nvContentPartPr>
              <p14:xfrm>
                <a:off x="3927851" y="3287737"/>
                <a:ext cx="182880" cy="2343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02CD20AD-DBC8-7020-CFE5-3A73BF55912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21731" y="3281617"/>
                  <a:ext cx="195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FEC0EF71-7464-60B0-C444-ECC7243B716A}"/>
                    </a:ext>
                  </a:extLst>
                </p14:cNvPr>
                <p14:cNvContentPartPr/>
                <p14:nvPr/>
              </p14:nvContentPartPr>
              <p14:xfrm>
                <a:off x="4186331" y="3271897"/>
                <a:ext cx="54720" cy="9936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FEC0EF71-7464-60B0-C444-ECC7243B716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80211" y="3265777"/>
                  <a:ext cx="66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75AB939-FAEE-C1CF-CBE3-8464D34E7A87}"/>
                    </a:ext>
                  </a:extLst>
                </p14:cNvPr>
                <p14:cNvContentPartPr/>
                <p14:nvPr/>
              </p14:nvContentPartPr>
              <p14:xfrm>
                <a:off x="4303691" y="3526417"/>
                <a:ext cx="76320" cy="320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75AB939-FAEE-C1CF-CBE3-8464D34E7A8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297571" y="3520297"/>
                  <a:ext cx="88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B4B9B15D-A70A-6F52-CA0C-A545FD4DCE95}"/>
                    </a:ext>
                  </a:extLst>
                </p14:cNvPr>
                <p14:cNvContentPartPr/>
                <p14:nvPr/>
              </p14:nvContentPartPr>
              <p14:xfrm>
                <a:off x="3840371" y="3173617"/>
                <a:ext cx="347040" cy="40644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B4B9B15D-A70A-6F52-CA0C-A545FD4DCE9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834251" y="3167497"/>
                  <a:ext cx="359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F3EF6A39-E865-33E8-5DF9-582E308BC2DA}"/>
                    </a:ext>
                  </a:extLst>
                </p14:cNvPr>
                <p14:cNvContentPartPr/>
                <p14:nvPr/>
              </p14:nvContentPartPr>
              <p14:xfrm>
                <a:off x="4842611" y="3450457"/>
                <a:ext cx="21960" cy="3492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F3EF6A39-E865-33E8-5DF9-582E308BC2D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836491" y="3444337"/>
                  <a:ext cx="34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84D4AABB-B67B-E467-6859-63A80CFE8DAF}"/>
                    </a:ext>
                  </a:extLst>
                </p14:cNvPr>
                <p14:cNvContentPartPr/>
                <p14:nvPr/>
              </p14:nvContentPartPr>
              <p14:xfrm>
                <a:off x="4045211" y="3437857"/>
                <a:ext cx="360" cy="864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84D4AABB-B67B-E467-6859-63A80CFE8DA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39091" y="3431737"/>
                  <a:ext cx="12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39CEB3E-142E-D49B-4649-AE8D625ED2FC}"/>
                    </a:ext>
                  </a:extLst>
                </p14:cNvPr>
                <p14:cNvContentPartPr/>
                <p14:nvPr/>
              </p14:nvContentPartPr>
              <p14:xfrm>
                <a:off x="4594931" y="3351457"/>
                <a:ext cx="163440" cy="1738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39CEB3E-142E-D49B-4649-AE8D625ED2F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588811" y="3345337"/>
                  <a:ext cx="175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1456A63F-3A79-3542-B16F-F2254051D381}"/>
                    </a:ext>
                  </a:extLst>
                </p14:cNvPr>
                <p14:cNvContentPartPr/>
                <p14:nvPr/>
              </p14:nvContentPartPr>
              <p14:xfrm>
                <a:off x="4823171" y="3317617"/>
                <a:ext cx="52560" cy="1627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1456A63F-3A79-3542-B16F-F2254051D3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817051" y="3311497"/>
                  <a:ext cx="64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6E289561-293E-0BA5-0A05-3166E11311E6}"/>
                    </a:ext>
                  </a:extLst>
                </p14:cNvPr>
                <p14:cNvContentPartPr/>
                <p14:nvPr/>
              </p14:nvContentPartPr>
              <p14:xfrm>
                <a:off x="4864571" y="3530737"/>
                <a:ext cx="54720" cy="626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6E289561-293E-0BA5-0A05-3166E11311E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858451" y="3524617"/>
                  <a:ext cx="66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0598ED89-614A-B453-DB3F-218BB8CD4EFA}"/>
                    </a:ext>
                  </a:extLst>
                </p14:cNvPr>
                <p14:cNvContentPartPr/>
                <p14:nvPr/>
              </p14:nvContentPartPr>
              <p14:xfrm>
                <a:off x="4660091" y="3446137"/>
                <a:ext cx="11160" cy="1152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0598ED89-614A-B453-DB3F-218BB8CD4EF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653971" y="3440017"/>
                  <a:ext cx="2340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32" name="Tinta 231">
                <a:extLst>
                  <a:ext uri="{FF2B5EF4-FFF2-40B4-BE49-F238E27FC236}">
                    <a16:creationId xmlns:a16="http://schemas.microsoft.com/office/drawing/2014/main" id="{C2E393B3-61A7-CD80-4A6D-4B7AFCD62A12}"/>
                  </a:ext>
                </a:extLst>
              </p14:cNvPr>
              <p14:cNvContentPartPr/>
              <p14:nvPr/>
            </p14:nvContentPartPr>
            <p14:xfrm>
              <a:off x="6503291" y="2868337"/>
              <a:ext cx="21960" cy="7200"/>
            </p14:xfrm>
          </p:contentPart>
        </mc:Choice>
        <mc:Fallback>
          <p:pic>
            <p:nvPicPr>
              <p:cNvPr id="232" name="Tinta 231">
                <a:extLst>
                  <a:ext uri="{FF2B5EF4-FFF2-40B4-BE49-F238E27FC236}">
                    <a16:creationId xmlns:a16="http://schemas.microsoft.com/office/drawing/2014/main" id="{C2E393B3-61A7-CD80-4A6D-4B7AFCD62A1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497171" y="2862217"/>
                <a:ext cx="342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4215DDA4-AD67-FA52-6EA4-3D572B3E5684}"/>
              </a:ext>
            </a:extLst>
          </p:cNvPr>
          <p:cNvGrpSpPr/>
          <p:nvPr/>
        </p:nvGrpSpPr>
        <p:grpSpPr>
          <a:xfrm>
            <a:off x="5748731" y="1723177"/>
            <a:ext cx="798120" cy="581760"/>
            <a:chOff x="5748731" y="1723177"/>
            <a:chExt cx="798120" cy="58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5A79EE0-DC81-F848-9823-94DE447FF015}"/>
                    </a:ext>
                  </a:extLst>
                </p14:cNvPr>
                <p14:cNvContentPartPr/>
                <p14:nvPr/>
              </p14:nvContentPartPr>
              <p14:xfrm>
                <a:off x="5868611" y="1828297"/>
                <a:ext cx="106920" cy="2012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5A79EE0-DC81-F848-9823-94DE447FF01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62491" y="1822177"/>
                  <a:ext cx="119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9127A695-D0C2-3554-1760-69BA91145037}"/>
                    </a:ext>
                  </a:extLst>
                </p14:cNvPr>
                <p14:cNvContentPartPr/>
                <p14:nvPr/>
              </p14:nvContentPartPr>
              <p14:xfrm>
                <a:off x="5974811" y="1842337"/>
                <a:ext cx="259560" cy="1656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9127A695-D0C2-3554-1760-69BA9114503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968691" y="1836217"/>
                  <a:ext cx="271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595E1E2-E919-5F1F-A7D2-880EE9465D7C}"/>
                    </a:ext>
                  </a:extLst>
                </p14:cNvPr>
                <p14:cNvContentPartPr/>
                <p14:nvPr/>
              </p14:nvContentPartPr>
              <p14:xfrm>
                <a:off x="5985971" y="2128537"/>
                <a:ext cx="109080" cy="507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595E1E2-E919-5F1F-A7D2-880EE9465D7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79851" y="2122417"/>
                  <a:ext cx="121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8B2CB45-414A-A06D-6251-68D108F794B2}"/>
                    </a:ext>
                  </a:extLst>
                </p14:cNvPr>
                <p14:cNvContentPartPr/>
                <p14:nvPr/>
              </p14:nvContentPartPr>
              <p14:xfrm>
                <a:off x="5924411" y="2142577"/>
                <a:ext cx="265320" cy="1623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8B2CB45-414A-A06D-6251-68D108F794B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918291" y="2136457"/>
                  <a:ext cx="277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1D66639-BC71-8039-1C0C-5B4EDE4FDB71}"/>
                    </a:ext>
                  </a:extLst>
                </p14:cNvPr>
                <p14:cNvContentPartPr/>
                <p14:nvPr/>
              </p14:nvContentPartPr>
              <p14:xfrm>
                <a:off x="5748731" y="1731097"/>
                <a:ext cx="152640" cy="4532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1D66639-BC71-8039-1C0C-5B4EDE4FDB7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42611" y="1724977"/>
                  <a:ext cx="1648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494EC9B-F7BB-0539-9D9F-C13FBC086ACB}"/>
                    </a:ext>
                  </a:extLst>
                </p14:cNvPr>
                <p14:cNvContentPartPr/>
                <p14:nvPr/>
              </p14:nvContentPartPr>
              <p14:xfrm>
                <a:off x="6378731" y="1723177"/>
                <a:ext cx="168120" cy="4946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494EC9B-F7BB-0539-9D9F-C13FBC086AC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72611" y="1717057"/>
                  <a:ext cx="1803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1A317984-B824-FFC1-9EED-03A3C33742D3}"/>
                    </a:ext>
                  </a:extLst>
                </p14:cNvPr>
                <p14:cNvContentPartPr/>
                <p14:nvPr/>
              </p14:nvContentPartPr>
              <p14:xfrm>
                <a:off x="6138251" y="1856017"/>
                <a:ext cx="11160" cy="190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1A317984-B824-FFC1-9EED-03A3C33742D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132131" y="1849897"/>
                  <a:ext cx="2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FFBB648C-126F-7D7A-3722-22B47C3FB4E8}"/>
                    </a:ext>
                  </a:extLst>
                </p14:cNvPr>
                <p14:cNvContentPartPr/>
                <p14:nvPr/>
              </p14:nvContentPartPr>
              <p14:xfrm>
                <a:off x="6201251" y="2199817"/>
                <a:ext cx="21960" cy="115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FFBB648C-126F-7D7A-3722-22B47C3FB4E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195131" y="2193697"/>
                  <a:ext cx="34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5DD568BC-3741-361B-B0B8-9C0B1603F69C}"/>
                    </a:ext>
                  </a:extLst>
                </p14:cNvPr>
                <p14:cNvContentPartPr/>
                <p14:nvPr/>
              </p14:nvContentPartPr>
              <p14:xfrm>
                <a:off x="6266411" y="1966177"/>
                <a:ext cx="21960" cy="72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5DD568BC-3741-361B-B0B8-9C0B1603F69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0291" y="196005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56C9CD20-A31A-37B4-1FFE-73C0DCE4086A}"/>
                    </a:ext>
                  </a:extLst>
                </p14:cNvPr>
                <p14:cNvContentPartPr/>
                <p14:nvPr/>
              </p14:nvContentPartPr>
              <p14:xfrm>
                <a:off x="6170651" y="2259577"/>
                <a:ext cx="9000" cy="93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56C9CD20-A31A-37B4-1FFE-73C0DCE408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64531" y="2253457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4C620C52-ED86-5760-80BF-A16276BC6C4B}"/>
                    </a:ext>
                  </a:extLst>
                </p14:cNvPr>
                <p14:cNvContentPartPr/>
                <p14:nvPr/>
              </p14:nvContentPartPr>
              <p14:xfrm>
                <a:off x="6116291" y="1952137"/>
                <a:ext cx="33120" cy="3024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4C620C52-ED86-5760-80BF-A16276BC6C4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10171" y="1946017"/>
                  <a:ext cx="45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5EFAE2BA-9610-284E-27D9-A18164B9E368}"/>
                    </a:ext>
                  </a:extLst>
                </p14:cNvPr>
                <p14:cNvContentPartPr/>
                <p14:nvPr/>
              </p14:nvContentPartPr>
              <p14:xfrm>
                <a:off x="6201251" y="2105857"/>
                <a:ext cx="21960" cy="5292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5EFAE2BA-9610-284E-27D9-A18164B9E36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195131" y="2099737"/>
                  <a:ext cx="34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CF67E425-90BA-F650-757A-1D675ACA4F9B}"/>
                    </a:ext>
                  </a:extLst>
                </p14:cNvPr>
                <p14:cNvContentPartPr/>
                <p14:nvPr/>
              </p14:nvContentPartPr>
              <p14:xfrm>
                <a:off x="6116291" y="1833337"/>
                <a:ext cx="33120" cy="349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CF67E425-90BA-F650-757A-1D675ACA4F9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110171" y="1827217"/>
                  <a:ext cx="45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6D1DD2C5-41F0-37E9-F3AE-3940A754C561}"/>
                    </a:ext>
                  </a:extLst>
                </p14:cNvPr>
                <p14:cNvContentPartPr/>
                <p14:nvPr/>
              </p14:nvContentPartPr>
              <p14:xfrm>
                <a:off x="6138251" y="2121697"/>
                <a:ext cx="360" cy="504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6D1DD2C5-41F0-37E9-F3AE-3940A754C56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132131" y="2115577"/>
                  <a:ext cx="1260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Agrupar 236">
            <a:extLst>
              <a:ext uri="{FF2B5EF4-FFF2-40B4-BE49-F238E27FC236}">
                <a16:creationId xmlns:a16="http://schemas.microsoft.com/office/drawing/2014/main" id="{B85FDFD8-F05A-BD2F-8411-759917A28BB3}"/>
              </a:ext>
            </a:extLst>
          </p:cNvPr>
          <p:cNvGrpSpPr/>
          <p:nvPr/>
        </p:nvGrpSpPr>
        <p:grpSpPr>
          <a:xfrm>
            <a:off x="5985971" y="3212137"/>
            <a:ext cx="561240" cy="288000"/>
            <a:chOff x="5985971" y="3212137"/>
            <a:chExt cx="5612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87A0D7F2-1FFE-4A6C-0D27-2A04125A9293}"/>
                    </a:ext>
                  </a:extLst>
                </p14:cNvPr>
                <p14:cNvContentPartPr/>
                <p14:nvPr/>
              </p14:nvContentPartPr>
              <p14:xfrm>
                <a:off x="5985971" y="3271897"/>
                <a:ext cx="215640" cy="22824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87A0D7F2-1FFE-4A6C-0D27-2A04125A929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979851" y="3265777"/>
                  <a:ext cx="227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7D23986-CD90-CAD2-37D4-D0A900CB4179}"/>
                    </a:ext>
                  </a:extLst>
                </p14:cNvPr>
                <p14:cNvContentPartPr/>
                <p14:nvPr/>
              </p14:nvContentPartPr>
              <p14:xfrm>
                <a:off x="6222131" y="3306457"/>
                <a:ext cx="185400" cy="1216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7D23986-CD90-CAD2-37D4-D0A900CB417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216011" y="3300337"/>
                  <a:ext cx="197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94F70775-5200-9399-3046-67B8E575E7CD}"/>
                    </a:ext>
                  </a:extLst>
                </p14:cNvPr>
                <p14:cNvContentPartPr/>
                <p14:nvPr/>
              </p14:nvContentPartPr>
              <p14:xfrm>
                <a:off x="6470531" y="3212137"/>
                <a:ext cx="21960" cy="1220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94F70775-5200-9399-3046-67B8E575E7C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64411" y="3206017"/>
                  <a:ext cx="34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E4137199-1F53-73AB-06D3-3D26D877A1CF}"/>
                    </a:ext>
                  </a:extLst>
                </p14:cNvPr>
                <p14:cNvContentPartPr/>
                <p14:nvPr/>
              </p14:nvContentPartPr>
              <p14:xfrm>
                <a:off x="6492491" y="3448297"/>
                <a:ext cx="54720" cy="370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E4137199-1F53-73AB-06D3-3D26D877A1C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486371" y="3442177"/>
                  <a:ext cx="66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796BD775-3967-A40D-468A-679FEF3E5058}"/>
                    </a:ext>
                  </a:extLst>
                </p14:cNvPr>
                <p14:cNvContentPartPr/>
                <p14:nvPr/>
              </p14:nvContentPartPr>
              <p14:xfrm>
                <a:off x="6470531" y="3310417"/>
                <a:ext cx="21960" cy="2124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796BD775-3967-A40D-468A-679FEF3E505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464411" y="3304297"/>
                  <a:ext cx="342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39" name="Tinta 238">
                <a:extLst>
                  <a:ext uri="{FF2B5EF4-FFF2-40B4-BE49-F238E27FC236}">
                    <a16:creationId xmlns:a16="http://schemas.microsoft.com/office/drawing/2014/main" id="{F9D06B03-95D5-72BF-9B04-78F9E46CB543}"/>
                  </a:ext>
                </a:extLst>
              </p14:cNvPr>
              <p14:cNvContentPartPr/>
              <p14:nvPr/>
            </p14:nvContentPartPr>
            <p14:xfrm>
              <a:off x="6083891" y="2440657"/>
              <a:ext cx="65520" cy="18720"/>
            </p14:xfrm>
          </p:contentPart>
        </mc:Choice>
        <mc:Fallback>
          <p:pic>
            <p:nvPicPr>
              <p:cNvPr id="239" name="Tinta 238">
                <a:extLst>
                  <a:ext uri="{FF2B5EF4-FFF2-40B4-BE49-F238E27FC236}">
                    <a16:creationId xmlns:a16="http://schemas.microsoft.com/office/drawing/2014/main" id="{F9D06B03-95D5-72BF-9B04-78F9E46CB54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6077771" y="2434537"/>
                <a:ext cx="7776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409FAE4D-EB79-ECEA-A36A-FFE3C987D270}"/>
              </a:ext>
            </a:extLst>
          </p:cNvPr>
          <p:cNvGrpSpPr/>
          <p:nvPr/>
        </p:nvGrpSpPr>
        <p:grpSpPr>
          <a:xfrm>
            <a:off x="6788051" y="3128617"/>
            <a:ext cx="396000" cy="287280"/>
            <a:chOff x="6788051" y="3128617"/>
            <a:chExt cx="39600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96D4E79-7E9F-7B3B-DBF0-5396A9CF464F}"/>
                    </a:ext>
                  </a:extLst>
                </p14:cNvPr>
                <p14:cNvContentPartPr/>
                <p14:nvPr/>
              </p14:nvContentPartPr>
              <p14:xfrm>
                <a:off x="6788051" y="3244537"/>
                <a:ext cx="200160" cy="17136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96D4E79-7E9F-7B3B-DBF0-5396A9CF464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781931" y="3238417"/>
                  <a:ext cx="212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C16F1CCC-54C1-63CA-0A00-10F9E7F05CFA}"/>
                    </a:ext>
                  </a:extLst>
                </p14:cNvPr>
                <p14:cNvContentPartPr/>
                <p14:nvPr/>
              </p14:nvContentPartPr>
              <p14:xfrm>
                <a:off x="7129331" y="3198457"/>
                <a:ext cx="54720" cy="1310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C16F1CCC-54C1-63CA-0A00-10F9E7F05CF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123211" y="3192337"/>
                  <a:ext cx="66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B5B1FBF2-1337-C248-521B-A33BE11DD688}"/>
                    </a:ext>
                  </a:extLst>
                </p14:cNvPr>
                <p14:cNvContentPartPr/>
                <p14:nvPr/>
              </p14:nvContentPartPr>
              <p14:xfrm>
                <a:off x="6987851" y="3377017"/>
                <a:ext cx="43920" cy="327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B5B1FBF2-1337-C248-521B-A33BE11DD68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981731" y="3370897"/>
                  <a:ext cx="56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A8074CED-6681-BDB3-EE73-1DA8BAB27696}"/>
                    </a:ext>
                  </a:extLst>
                </p14:cNvPr>
                <p14:cNvContentPartPr/>
                <p14:nvPr/>
              </p14:nvContentPartPr>
              <p14:xfrm>
                <a:off x="7009811" y="3280897"/>
                <a:ext cx="11160" cy="3492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A8074CED-6681-BDB3-EE73-1DA8BAB2769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003691" y="3274777"/>
                  <a:ext cx="23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C280224E-3DEF-E4AB-2C06-3A849816EC49}"/>
                    </a:ext>
                  </a:extLst>
                </p14:cNvPr>
                <p14:cNvContentPartPr/>
                <p14:nvPr/>
              </p14:nvContentPartPr>
              <p14:xfrm>
                <a:off x="6946811" y="3262897"/>
                <a:ext cx="21960" cy="1404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C280224E-3DEF-E4AB-2C06-3A849816EC4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940691" y="3256777"/>
                  <a:ext cx="3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A8EB8F04-BA9D-A550-7ED4-5720B6BD16F5}"/>
                    </a:ext>
                  </a:extLst>
                </p14:cNvPr>
                <p14:cNvContentPartPr/>
                <p14:nvPr/>
              </p14:nvContentPartPr>
              <p14:xfrm>
                <a:off x="6848171" y="3128617"/>
                <a:ext cx="150840" cy="15228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A8EB8F04-BA9D-A550-7ED4-5720B6BD16F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42051" y="3122497"/>
                  <a:ext cx="16308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63" name="Tinta 262">
                <a:extLst>
                  <a:ext uri="{FF2B5EF4-FFF2-40B4-BE49-F238E27FC236}">
                    <a16:creationId xmlns:a16="http://schemas.microsoft.com/office/drawing/2014/main" id="{145E01D1-B6DB-4536-ECB3-21E2C350618F}"/>
                  </a:ext>
                </a:extLst>
              </p14:cNvPr>
              <p14:cNvContentPartPr/>
              <p14:nvPr/>
            </p14:nvContentPartPr>
            <p14:xfrm>
              <a:off x="6459731" y="2889217"/>
              <a:ext cx="21960" cy="14040"/>
            </p14:xfrm>
          </p:contentPart>
        </mc:Choice>
        <mc:Fallback>
          <p:pic>
            <p:nvPicPr>
              <p:cNvPr id="263" name="Tinta 262">
                <a:extLst>
                  <a:ext uri="{FF2B5EF4-FFF2-40B4-BE49-F238E27FC236}">
                    <a16:creationId xmlns:a16="http://schemas.microsoft.com/office/drawing/2014/main" id="{145E01D1-B6DB-4536-ECB3-21E2C350618F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6453611" y="2883097"/>
                <a:ext cx="34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Agrupar 336">
            <a:extLst>
              <a:ext uri="{FF2B5EF4-FFF2-40B4-BE49-F238E27FC236}">
                <a16:creationId xmlns:a16="http://schemas.microsoft.com/office/drawing/2014/main" id="{95BF4BDA-50EF-8C4C-5819-22A3D25C679F}"/>
              </a:ext>
            </a:extLst>
          </p:cNvPr>
          <p:cNvGrpSpPr/>
          <p:nvPr/>
        </p:nvGrpSpPr>
        <p:grpSpPr>
          <a:xfrm>
            <a:off x="6718211" y="4829257"/>
            <a:ext cx="6297120" cy="1883880"/>
            <a:chOff x="6718211" y="4829257"/>
            <a:chExt cx="6297120" cy="18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95C7777A-E645-1573-113C-0015F193F1EC}"/>
                    </a:ext>
                  </a:extLst>
                </p14:cNvPr>
                <p14:cNvContentPartPr/>
                <p14:nvPr/>
              </p14:nvContentPartPr>
              <p14:xfrm>
                <a:off x="7216091" y="4919257"/>
                <a:ext cx="334080" cy="26388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95C7777A-E645-1573-113C-0015F193F1E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09971" y="4913137"/>
                  <a:ext cx="346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2A91D726-B8A5-F22C-8003-FB982232A413}"/>
                    </a:ext>
                  </a:extLst>
                </p14:cNvPr>
                <p14:cNvContentPartPr/>
                <p14:nvPr/>
              </p14:nvContentPartPr>
              <p14:xfrm>
                <a:off x="7767971" y="4829257"/>
                <a:ext cx="105120" cy="21096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2A91D726-B8A5-F22C-8003-FB982232A41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761851" y="4823137"/>
                  <a:ext cx="117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7BE0BC2D-AE72-41F3-04D3-401B0546B783}"/>
                    </a:ext>
                  </a:extLst>
                </p14:cNvPr>
                <p14:cNvContentPartPr/>
                <p14:nvPr/>
              </p14:nvContentPartPr>
              <p14:xfrm>
                <a:off x="7796411" y="5093137"/>
                <a:ext cx="54720" cy="1224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7BE0BC2D-AE72-41F3-04D3-401B0546B78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90291" y="5087017"/>
                  <a:ext cx="66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F753ABD1-4694-C4B4-13AA-B8D7DEF23D18}"/>
                    </a:ext>
                  </a:extLst>
                </p14:cNvPr>
                <p14:cNvContentPartPr/>
                <p14:nvPr/>
              </p14:nvContentPartPr>
              <p14:xfrm>
                <a:off x="6718211" y="5208697"/>
                <a:ext cx="1898280" cy="7632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F753ABD1-4694-C4B4-13AA-B8D7DEF23D1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712091" y="5202577"/>
                  <a:ext cx="1910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D8198EC1-79AA-0ACF-4530-173788047265}"/>
                    </a:ext>
                  </a:extLst>
                </p14:cNvPr>
                <p14:cNvContentPartPr/>
                <p14:nvPr/>
              </p14:nvContentPartPr>
              <p14:xfrm>
                <a:off x="6805331" y="5422897"/>
                <a:ext cx="121320" cy="26532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D8198EC1-79AA-0ACF-4530-17378804726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799211" y="5416777"/>
                  <a:ext cx="133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15D92EC6-1DE9-3283-2AF8-2040AD51E0AF}"/>
                    </a:ext>
                  </a:extLst>
                </p14:cNvPr>
                <p14:cNvContentPartPr/>
                <p14:nvPr/>
              </p14:nvContentPartPr>
              <p14:xfrm>
                <a:off x="7011611" y="5439097"/>
                <a:ext cx="183240" cy="18288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15D92EC6-1DE9-3283-2AF8-2040AD51E0A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005491" y="5432977"/>
                  <a:ext cx="195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95FC26F1-36C0-129B-8885-5A32D92E2337}"/>
                    </a:ext>
                  </a:extLst>
                </p14:cNvPr>
                <p14:cNvContentPartPr/>
                <p14:nvPr/>
              </p14:nvContentPartPr>
              <p14:xfrm>
                <a:off x="7302491" y="5510377"/>
                <a:ext cx="243000" cy="2772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95FC26F1-36C0-129B-8885-5A32D92E233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296371" y="5504257"/>
                  <a:ext cx="255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A97AA1A3-A25E-B983-2730-9E662C94F56F}"/>
                    </a:ext>
                  </a:extLst>
                </p14:cNvPr>
                <p14:cNvContentPartPr/>
                <p14:nvPr/>
              </p14:nvContentPartPr>
              <p14:xfrm>
                <a:off x="7635491" y="5466817"/>
                <a:ext cx="194040" cy="17856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A97AA1A3-A25E-B983-2730-9E662C94F56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29371" y="5460697"/>
                  <a:ext cx="206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32353870-5016-17DC-9277-550C400E6E97}"/>
                    </a:ext>
                  </a:extLst>
                </p14:cNvPr>
                <p14:cNvContentPartPr/>
                <p14:nvPr/>
              </p14:nvContentPartPr>
              <p14:xfrm>
                <a:off x="7894331" y="5397337"/>
                <a:ext cx="130680" cy="25020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32353870-5016-17DC-9277-550C400E6E9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88211" y="5391217"/>
                  <a:ext cx="142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8B201023-D330-EA11-6AC4-3CF1DE9E8182}"/>
                    </a:ext>
                  </a:extLst>
                </p14:cNvPr>
                <p14:cNvContentPartPr/>
                <p14:nvPr/>
              </p14:nvContentPartPr>
              <p14:xfrm>
                <a:off x="8141651" y="5393377"/>
                <a:ext cx="131040" cy="14436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8B201023-D330-EA11-6AC4-3CF1DE9E818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35531" y="5387257"/>
                  <a:ext cx="143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3D9221BF-6FB5-9EB7-573D-4293E51F252B}"/>
                    </a:ext>
                  </a:extLst>
                </p14:cNvPr>
                <p14:cNvContentPartPr/>
                <p14:nvPr/>
              </p14:nvContentPartPr>
              <p14:xfrm>
                <a:off x="8228771" y="5661217"/>
                <a:ext cx="106920" cy="5112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3D9221BF-6FB5-9EB7-573D-4293E51F252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22651" y="5655097"/>
                  <a:ext cx="119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0A9CFAD1-A9DA-049E-1E60-1AE58BE813CF}"/>
                    </a:ext>
                  </a:extLst>
                </p14:cNvPr>
                <p14:cNvContentPartPr/>
                <p14:nvPr/>
              </p14:nvContentPartPr>
              <p14:xfrm>
                <a:off x="8499851" y="5493457"/>
                <a:ext cx="235440" cy="16164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0A9CFAD1-A9DA-049E-1E60-1AE58BE813C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493731" y="5487337"/>
                  <a:ext cx="247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66E78B63-A322-88E9-A12E-F60F8244D476}"/>
                    </a:ext>
                  </a:extLst>
                </p14:cNvPr>
                <p14:cNvContentPartPr/>
                <p14:nvPr/>
              </p14:nvContentPartPr>
              <p14:xfrm>
                <a:off x="8509211" y="5535217"/>
                <a:ext cx="172080" cy="7596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66E78B63-A322-88E9-A12E-F60F8244D47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03091" y="5529097"/>
                  <a:ext cx="18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38936A1E-1679-C50C-1E65-CA88EF6B6673}"/>
                    </a:ext>
                  </a:extLst>
                </p14:cNvPr>
                <p14:cNvContentPartPr/>
                <p14:nvPr/>
              </p14:nvContentPartPr>
              <p14:xfrm>
                <a:off x="8821691" y="5487337"/>
                <a:ext cx="344880" cy="16812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38936A1E-1679-C50C-1E65-CA88EF6B667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15571" y="5481217"/>
                  <a:ext cx="357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3F71E8C7-E631-464B-0160-396DE6AD33F7}"/>
                    </a:ext>
                  </a:extLst>
                </p14:cNvPr>
                <p14:cNvContentPartPr/>
                <p14:nvPr/>
              </p14:nvContentPartPr>
              <p14:xfrm>
                <a:off x="9285371" y="5411377"/>
                <a:ext cx="128520" cy="21348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3F71E8C7-E631-464B-0160-396DE6AD33F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279251" y="5405257"/>
                  <a:ext cx="140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D557F998-C047-CA61-29DD-134ED0BA366A}"/>
                    </a:ext>
                  </a:extLst>
                </p14:cNvPr>
                <p14:cNvContentPartPr/>
                <p14:nvPr/>
              </p14:nvContentPartPr>
              <p14:xfrm>
                <a:off x="9435131" y="5643217"/>
                <a:ext cx="54720" cy="8460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D557F998-C047-CA61-29DD-134ED0BA366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429011" y="5637097"/>
                  <a:ext cx="66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56B45BD4-E9A6-3972-5E66-31018EBB2847}"/>
                    </a:ext>
                  </a:extLst>
                </p14:cNvPr>
                <p14:cNvContentPartPr/>
                <p14:nvPr/>
              </p14:nvContentPartPr>
              <p14:xfrm>
                <a:off x="9576251" y="5170897"/>
                <a:ext cx="226800" cy="18036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56B45BD4-E9A6-3972-5E66-31018EBB284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570131" y="5164777"/>
                  <a:ext cx="239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32E49047-04FA-3CB8-25FD-74C284C93315}"/>
                    </a:ext>
                  </a:extLst>
                </p14:cNvPr>
                <p14:cNvContentPartPr/>
                <p14:nvPr/>
              </p14:nvContentPartPr>
              <p14:xfrm>
                <a:off x="9652571" y="5202937"/>
                <a:ext cx="215640" cy="14508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32E49047-04FA-3CB8-25FD-74C284C9331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646451" y="5196817"/>
                  <a:ext cx="227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17DD8C75-3794-F733-DDC8-E043973C83B9}"/>
                    </a:ext>
                  </a:extLst>
                </p14:cNvPr>
                <p14:cNvContentPartPr/>
                <p14:nvPr/>
              </p14:nvContentPartPr>
              <p14:xfrm>
                <a:off x="7087008" y="5640337"/>
                <a:ext cx="41760" cy="2124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17DD8C75-3794-F733-DDC8-E043973C83B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080888" y="5634217"/>
                  <a:ext cx="54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0EA5A0D9-CBA8-7DDB-CF65-2CE12242DEDD}"/>
                    </a:ext>
                  </a:extLst>
                </p14:cNvPr>
                <p14:cNvContentPartPr/>
                <p14:nvPr/>
              </p14:nvContentPartPr>
              <p14:xfrm>
                <a:off x="7117248" y="5686777"/>
                <a:ext cx="11160" cy="468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0EA5A0D9-CBA8-7DDB-CF65-2CE12242DED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111128" y="5680657"/>
                  <a:ext cx="23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252DF355-667F-20B6-016B-DA6CA0060020}"/>
                    </a:ext>
                  </a:extLst>
                </p14:cNvPr>
                <p14:cNvContentPartPr/>
                <p14:nvPr/>
              </p14:nvContentPartPr>
              <p14:xfrm>
                <a:off x="7625928" y="5677057"/>
                <a:ext cx="21960" cy="2124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252DF355-667F-20B6-016B-DA6CA0060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619808" y="5670937"/>
                  <a:ext cx="34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60005CBE-01F5-D07E-4655-D30F7B69D9DD}"/>
                    </a:ext>
                  </a:extLst>
                </p14:cNvPr>
                <p14:cNvContentPartPr/>
                <p14:nvPr/>
              </p14:nvContentPartPr>
              <p14:xfrm>
                <a:off x="7236768" y="5629177"/>
                <a:ext cx="65520" cy="2808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60005CBE-01F5-D07E-4655-D30F7B69D9D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230648" y="5623057"/>
                  <a:ext cx="77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7B034301-DE1D-CF72-E08E-6A50F517FB0E}"/>
                    </a:ext>
                  </a:extLst>
                </p14:cNvPr>
                <p14:cNvContentPartPr/>
                <p14:nvPr/>
              </p14:nvContentPartPr>
              <p14:xfrm>
                <a:off x="7434048" y="5939137"/>
                <a:ext cx="214200" cy="17928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7B034301-DE1D-CF72-E08E-6A50F517FB0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427928" y="5933017"/>
                  <a:ext cx="226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A0AF6B46-2C66-F598-CF7A-43151EE3D12D}"/>
                    </a:ext>
                  </a:extLst>
                </p14:cNvPr>
                <p14:cNvContentPartPr/>
                <p14:nvPr/>
              </p14:nvContentPartPr>
              <p14:xfrm>
                <a:off x="7852008" y="5932297"/>
                <a:ext cx="96120" cy="14328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A0AF6B46-2C66-F598-CF7A-43151EE3D12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845888" y="5926177"/>
                  <a:ext cx="108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8221C5EF-2C0B-EF81-DD22-439C151B8211}"/>
                    </a:ext>
                  </a:extLst>
                </p14:cNvPr>
                <p14:cNvContentPartPr/>
                <p14:nvPr/>
              </p14:nvContentPartPr>
              <p14:xfrm>
                <a:off x="7917168" y="6128857"/>
                <a:ext cx="63360" cy="230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8221C5EF-2C0B-EF81-DD22-439C151B82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911048" y="6122737"/>
                  <a:ext cx="75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9E2C1354-6829-E0A3-35BE-B3BC078CDDD0}"/>
                    </a:ext>
                  </a:extLst>
                </p14:cNvPr>
                <p14:cNvContentPartPr/>
                <p14:nvPr/>
              </p14:nvContentPartPr>
              <p14:xfrm>
                <a:off x="7034448" y="6204097"/>
                <a:ext cx="891720" cy="2988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9E2C1354-6829-E0A3-35BE-B3BC078CDDD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028328" y="6197977"/>
                  <a:ext cx="903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D1CEB8B4-C63B-BA7A-5C74-533053D3BC79}"/>
                    </a:ext>
                  </a:extLst>
                </p14:cNvPr>
                <p14:cNvContentPartPr/>
                <p14:nvPr/>
              </p14:nvContentPartPr>
              <p14:xfrm>
                <a:off x="7356288" y="6419377"/>
                <a:ext cx="30960" cy="3204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D1CEB8B4-C63B-BA7A-5C74-533053D3BC7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350168" y="6413257"/>
                  <a:ext cx="432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CE846107-D1BB-915F-B8C0-4E48A7E3A124}"/>
                    </a:ext>
                  </a:extLst>
                </p14:cNvPr>
                <p14:cNvContentPartPr/>
                <p14:nvPr/>
              </p14:nvContentPartPr>
              <p14:xfrm>
                <a:off x="7076208" y="6346297"/>
                <a:ext cx="270000" cy="21312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CE846107-D1BB-915F-B8C0-4E48A7E3A12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070088" y="6340177"/>
                  <a:ext cx="282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DBA5C30A-528D-73B9-D084-C8B3CDAE5C14}"/>
                    </a:ext>
                  </a:extLst>
                </p14:cNvPr>
                <p14:cNvContentPartPr/>
                <p14:nvPr/>
              </p14:nvContentPartPr>
              <p14:xfrm>
                <a:off x="7440528" y="6314257"/>
                <a:ext cx="87840" cy="14328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DBA5C30A-528D-73B9-D084-C8B3CDAE5C1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434408" y="6308137"/>
                  <a:ext cx="100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8074EA85-14F9-A30C-9150-15F56FC7DAD4}"/>
                    </a:ext>
                  </a:extLst>
                </p14:cNvPr>
                <p14:cNvContentPartPr/>
                <p14:nvPr/>
              </p14:nvContentPartPr>
              <p14:xfrm>
                <a:off x="7538808" y="6545377"/>
                <a:ext cx="98280" cy="6264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8074EA85-14F9-A30C-9150-15F56FC7DAD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532688" y="6539257"/>
                  <a:ext cx="110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FD69F6D0-1649-5296-25AE-7104C655B2B4}"/>
                    </a:ext>
                  </a:extLst>
                </p14:cNvPr>
                <p14:cNvContentPartPr/>
                <p14:nvPr/>
              </p14:nvContentPartPr>
              <p14:xfrm>
                <a:off x="7745088" y="6396697"/>
                <a:ext cx="213840" cy="16488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FD69F6D0-1649-5296-25AE-7104C655B2B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38968" y="6390577"/>
                  <a:ext cx="226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0937A67D-6FAB-3FDD-BE52-0790E759B0E6}"/>
                    </a:ext>
                  </a:extLst>
                </p14:cNvPr>
                <p14:cNvContentPartPr/>
                <p14:nvPr/>
              </p14:nvContentPartPr>
              <p14:xfrm>
                <a:off x="7786848" y="6414697"/>
                <a:ext cx="161280" cy="12024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0937A67D-6FAB-3FDD-BE52-0790E759B0E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780728" y="6408577"/>
                  <a:ext cx="173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C8748E85-8E1D-DA90-65BD-1A5CFD0DD729}"/>
                    </a:ext>
                  </a:extLst>
                </p14:cNvPr>
                <p14:cNvContentPartPr/>
                <p14:nvPr/>
              </p14:nvContentPartPr>
              <p14:xfrm>
                <a:off x="8088888" y="6302377"/>
                <a:ext cx="226440" cy="20844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C8748E85-8E1D-DA90-65BD-1A5CFD0DD72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082768" y="6296257"/>
                  <a:ext cx="238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D63AFD0E-0468-DCB9-6F55-52AFDDF80E2C}"/>
                    </a:ext>
                  </a:extLst>
                </p14:cNvPr>
                <p14:cNvContentPartPr/>
                <p14:nvPr/>
              </p14:nvContentPartPr>
              <p14:xfrm>
                <a:off x="8390928" y="6270697"/>
                <a:ext cx="128520" cy="16488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D63AFD0E-0468-DCB9-6F55-52AFDDF80E2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384808" y="6264577"/>
                  <a:ext cx="140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18D5F677-1E2E-0233-3075-B06988AF3488}"/>
                    </a:ext>
                  </a:extLst>
                </p14:cNvPr>
                <p14:cNvContentPartPr/>
                <p14:nvPr/>
              </p14:nvContentPartPr>
              <p14:xfrm>
                <a:off x="8562648" y="6566257"/>
                <a:ext cx="43920" cy="2124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18D5F677-1E2E-0233-3075-B06988AF348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556528" y="6560137"/>
                  <a:ext cx="56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01922A0D-297D-5930-82D5-8412513511DD}"/>
                    </a:ext>
                  </a:extLst>
                </p14:cNvPr>
                <p14:cNvContentPartPr/>
                <p14:nvPr/>
              </p14:nvContentPartPr>
              <p14:xfrm>
                <a:off x="8886648" y="6025897"/>
                <a:ext cx="246240" cy="15948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01922A0D-297D-5930-82D5-8412513511D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80528" y="6019777"/>
                  <a:ext cx="258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6A2D9854-38F6-D388-B2AC-06912F5E9750}"/>
                    </a:ext>
                  </a:extLst>
                </p14:cNvPr>
                <p14:cNvContentPartPr/>
                <p14:nvPr/>
              </p14:nvContentPartPr>
              <p14:xfrm>
                <a:off x="8951808" y="6098977"/>
                <a:ext cx="248040" cy="20376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6A2D9854-38F6-D388-B2AC-06912F5E975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945688" y="6092857"/>
                  <a:ext cx="260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CFDB6FE5-2A6C-6AB0-2F62-53BD8D3C649F}"/>
                    </a:ext>
                  </a:extLst>
                </p14:cNvPr>
                <p14:cNvContentPartPr/>
                <p14:nvPr/>
              </p14:nvContentPartPr>
              <p14:xfrm>
                <a:off x="10698011" y="4957777"/>
                <a:ext cx="139320" cy="21924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CFDB6FE5-2A6C-6AB0-2F62-53BD8D3C649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691891" y="4951657"/>
                  <a:ext cx="151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327F1A16-5692-FE35-EED6-C68ECD89EEAE}"/>
                    </a:ext>
                  </a:extLst>
                </p14:cNvPr>
                <p14:cNvContentPartPr/>
                <p14:nvPr/>
              </p14:nvContentPartPr>
              <p14:xfrm>
                <a:off x="10913291" y="5001697"/>
                <a:ext cx="237600" cy="1501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327F1A16-5692-FE35-EED6-C68ECD89EEA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07171" y="4995577"/>
                  <a:ext cx="249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D44E984D-E713-5F0D-4DBE-DFE2CDC7DB6D}"/>
                    </a:ext>
                  </a:extLst>
                </p14:cNvPr>
                <p14:cNvContentPartPr/>
                <p14:nvPr/>
              </p14:nvContentPartPr>
              <p14:xfrm>
                <a:off x="11247731" y="4895137"/>
                <a:ext cx="75240" cy="1803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D44E984D-E713-5F0D-4DBE-DFE2CDC7DB6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241611" y="4889017"/>
                  <a:ext cx="87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174D89BF-2275-FAD0-1717-F7B1AC949EE3}"/>
                    </a:ext>
                  </a:extLst>
                </p14:cNvPr>
                <p14:cNvContentPartPr/>
                <p14:nvPr/>
              </p14:nvContentPartPr>
              <p14:xfrm>
                <a:off x="11387051" y="5189257"/>
                <a:ext cx="54720" cy="3996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174D89BF-2275-FAD0-1717-F7B1AC949EE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380931" y="5183137"/>
                  <a:ext cx="66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82F36540-8B39-B6E9-73C5-5EBBEBCC3C76}"/>
                    </a:ext>
                  </a:extLst>
                </p14:cNvPr>
                <p14:cNvContentPartPr/>
                <p14:nvPr/>
              </p14:nvContentPartPr>
              <p14:xfrm>
                <a:off x="10330811" y="5224897"/>
                <a:ext cx="1816920" cy="1069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82F36540-8B39-B6E9-73C5-5EBBEBCC3C7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324691" y="5218777"/>
                  <a:ext cx="1829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4FDC595E-EF4B-8C77-181A-D8C8F9B11ABC}"/>
                    </a:ext>
                  </a:extLst>
                </p14:cNvPr>
                <p14:cNvContentPartPr/>
                <p14:nvPr/>
              </p14:nvContentPartPr>
              <p14:xfrm>
                <a:off x="11182571" y="5010697"/>
                <a:ext cx="33120" cy="504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4FDC595E-EF4B-8C77-181A-D8C8F9B11AB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176451" y="5004577"/>
                  <a:ext cx="453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C09FDA0A-F470-0EB1-3984-76AE3CA2F229}"/>
                    </a:ext>
                  </a:extLst>
                </p14:cNvPr>
                <p14:cNvContentPartPr/>
                <p14:nvPr/>
              </p14:nvContentPartPr>
              <p14:xfrm>
                <a:off x="10491371" y="5364577"/>
                <a:ext cx="120240" cy="29628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C09FDA0A-F470-0EB1-3984-76AE3CA2F22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85251" y="5358457"/>
                  <a:ext cx="1324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84DBA553-B689-4B5A-4DC6-87905DCE7449}"/>
                    </a:ext>
                  </a:extLst>
                </p14:cNvPr>
                <p14:cNvContentPartPr/>
                <p14:nvPr/>
              </p14:nvContentPartPr>
              <p14:xfrm>
                <a:off x="10740851" y="5394097"/>
                <a:ext cx="118440" cy="19692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84DBA553-B689-4B5A-4DC6-87905DCE744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734731" y="5387977"/>
                  <a:ext cx="130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92C0369E-D79F-4AC9-836F-74A54F7CA088}"/>
                    </a:ext>
                  </a:extLst>
                </p14:cNvPr>
                <p14:cNvContentPartPr/>
                <p14:nvPr/>
              </p14:nvContentPartPr>
              <p14:xfrm>
                <a:off x="10967651" y="5451337"/>
                <a:ext cx="117360" cy="10296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92C0369E-D79F-4AC9-836F-74A54F7CA08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961531" y="5445217"/>
                  <a:ext cx="129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147A6A56-311A-7E54-5FC0-ED8C0C2EEB36}"/>
                    </a:ext>
                  </a:extLst>
                </p14:cNvPr>
                <p14:cNvContentPartPr/>
                <p14:nvPr/>
              </p14:nvContentPartPr>
              <p14:xfrm>
                <a:off x="11160971" y="5496337"/>
                <a:ext cx="190080" cy="3204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147A6A56-311A-7E54-5FC0-ED8C0C2EEB3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154851" y="5490217"/>
                  <a:ext cx="202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827A3CC9-56DC-0F36-DC3A-FBB5C5A4482C}"/>
                    </a:ext>
                  </a:extLst>
                </p14:cNvPr>
                <p14:cNvContentPartPr/>
                <p14:nvPr/>
              </p14:nvContentPartPr>
              <p14:xfrm>
                <a:off x="11517371" y="5461777"/>
                <a:ext cx="63720" cy="212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827A3CC9-56DC-0F36-DC3A-FBB5C5A4482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511251" y="5455657"/>
                  <a:ext cx="75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854FFC58-223A-97BE-3DAC-EF1A50BB09BC}"/>
                    </a:ext>
                  </a:extLst>
                </p14:cNvPr>
                <p14:cNvContentPartPr/>
                <p14:nvPr/>
              </p14:nvContentPartPr>
              <p14:xfrm>
                <a:off x="11366891" y="5397337"/>
                <a:ext cx="194760" cy="18252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854FFC58-223A-97BE-3DAC-EF1A50BB09B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360771" y="5391217"/>
                  <a:ext cx="207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D2759E22-6A62-7A0D-EAE3-0048B02C44A3}"/>
                    </a:ext>
                  </a:extLst>
                </p14:cNvPr>
                <p14:cNvContentPartPr/>
                <p14:nvPr/>
              </p14:nvContentPartPr>
              <p14:xfrm>
                <a:off x="11627891" y="5348377"/>
                <a:ext cx="128160" cy="24660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D2759E22-6A62-7A0D-EAE3-0048B02C44A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621771" y="5342257"/>
                  <a:ext cx="140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59947BAF-3A03-DC8C-ED90-077B59A9002F}"/>
                    </a:ext>
                  </a:extLst>
                </p14:cNvPr>
                <p14:cNvContentPartPr/>
                <p14:nvPr/>
              </p14:nvContentPartPr>
              <p14:xfrm>
                <a:off x="11871611" y="5349817"/>
                <a:ext cx="33120" cy="13104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59947BAF-3A03-DC8C-ED90-077B59A9002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865491" y="5343697"/>
                  <a:ext cx="45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D80912A5-525E-AA06-D975-29B3247E9745}"/>
                    </a:ext>
                  </a:extLst>
                </p14:cNvPr>
                <p14:cNvContentPartPr/>
                <p14:nvPr/>
              </p14:nvContentPartPr>
              <p14:xfrm>
                <a:off x="11936771" y="5661217"/>
                <a:ext cx="43920" cy="3708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D80912A5-525E-AA06-D975-29B3247E974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930651" y="5655097"/>
                  <a:ext cx="56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C617FA9B-69D7-5CF1-AD98-AB2213A9E519}"/>
                    </a:ext>
                  </a:extLst>
                </p14:cNvPr>
                <p14:cNvContentPartPr/>
                <p14:nvPr/>
              </p14:nvContentPartPr>
              <p14:xfrm>
                <a:off x="12056651" y="5535217"/>
                <a:ext cx="117720" cy="6480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C617FA9B-69D7-5CF1-AD98-AB2213A9E51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2050531" y="5529097"/>
                  <a:ext cx="129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52B70A44-125A-B648-E821-6FFE9E6B1C77}"/>
                    </a:ext>
                  </a:extLst>
                </p14:cNvPr>
                <p14:cNvContentPartPr/>
                <p14:nvPr/>
              </p14:nvContentPartPr>
              <p14:xfrm>
                <a:off x="12078251" y="5482657"/>
                <a:ext cx="280800" cy="12852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52B70A44-125A-B648-E821-6FFE9E6B1C7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2072131" y="5476537"/>
                  <a:ext cx="29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67C3043F-2DCA-4182-2F9F-F74DE8F22214}"/>
                    </a:ext>
                  </a:extLst>
                </p14:cNvPr>
                <p14:cNvContentPartPr/>
                <p14:nvPr/>
              </p14:nvContentPartPr>
              <p14:xfrm>
                <a:off x="12422771" y="5418937"/>
                <a:ext cx="321840" cy="18504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67C3043F-2DCA-4182-2F9F-F74DE8F2221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2416651" y="5412817"/>
                  <a:ext cx="334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67702E83-65AD-D691-03D8-8C58A336489D}"/>
                    </a:ext>
                  </a:extLst>
                </p14:cNvPr>
                <p14:cNvContentPartPr/>
                <p14:nvPr/>
              </p14:nvContentPartPr>
              <p14:xfrm>
                <a:off x="12702131" y="5264497"/>
                <a:ext cx="109080" cy="15192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67702E83-65AD-D691-03D8-8C58A336489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2696011" y="5258377"/>
                  <a:ext cx="121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0D45C2CA-0ACE-4B3B-579C-E2B5D8529537}"/>
                    </a:ext>
                  </a:extLst>
                </p14:cNvPr>
                <p14:cNvContentPartPr/>
                <p14:nvPr/>
              </p14:nvContentPartPr>
              <p14:xfrm>
                <a:off x="12939011" y="5636017"/>
                <a:ext cx="76320" cy="6192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0D45C2CA-0ACE-4B3B-579C-E2B5D852953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2932891" y="5629897"/>
                  <a:ext cx="8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C5E7AA2C-86BC-E9E9-E8A9-83CCAB790692}"/>
                    </a:ext>
                  </a:extLst>
                </p14:cNvPr>
                <p14:cNvContentPartPr/>
                <p14:nvPr/>
              </p14:nvContentPartPr>
              <p14:xfrm>
                <a:off x="10773048" y="5500657"/>
                <a:ext cx="21960" cy="2808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C5E7AA2C-86BC-E9E9-E8A9-83CCAB79069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766928" y="5494537"/>
                  <a:ext cx="34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C770C9F7-A013-4A53-9555-7DCBBB455240}"/>
                    </a:ext>
                  </a:extLst>
                </p14:cNvPr>
                <p14:cNvContentPartPr/>
                <p14:nvPr/>
              </p14:nvContentPartPr>
              <p14:xfrm>
                <a:off x="10740648" y="5482657"/>
                <a:ext cx="54720" cy="4896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C770C9F7-A013-4A53-9555-7DCBBB45524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734528" y="5476537"/>
                  <a:ext cx="66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966079A8-E22B-5698-4837-492D21B56F93}"/>
                    </a:ext>
                  </a:extLst>
                </p14:cNvPr>
                <p14:cNvContentPartPr/>
                <p14:nvPr/>
              </p14:nvContentPartPr>
              <p14:xfrm>
                <a:off x="12186048" y="5556097"/>
                <a:ext cx="21960" cy="1836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966079A8-E22B-5698-4837-492D21B56F9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179928" y="5549977"/>
                  <a:ext cx="3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534435FE-042C-D8C9-C029-3DBFE8A16775}"/>
                    </a:ext>
                  </a:extLst>
                </p14:cNvPr>
                <p14:cNvContentPartPr/>
                <p14:nvPr/>
              </p14:nvContentPartPr>
              <p14:xfrm>
                <a:off x="9792768" y="5952457"/>
                <a:ext cx="136080" cy="18936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534435FE-042C-D8C9-C029-3DBFE8A1677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786648" y="5946337"/>
                  <a:ext cx="148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85E01705-FDD5-3743-1590-99E9AFE7AD25}"/>
                    </a:ext>
                  </a:extLst>
                </p14:cNvPr>
                <p14:cNvContentPartPr/>
                <p14:nvPr/>
              </p14:nvContentPartPr>
              <p14:xfrm>
                <a:off x="10040808" y="5930857"/>
                <a:ext cx="237240" cy="22932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85E01705-FDD5-3743-1590-99E9AFE7AD2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034688" y="5924737"/>
                  <a:ext cx="249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88176CF8-4055-A051-2989-01728227EE82}"/>
                    </a:ext>
                  </a:extLst>
                </p14:cNvPr>
                <p14:cNvContentPartPr/>
                <p14:nvPr/>
              </p14:nvContentPartPr>
              <p14:xfrm>
                <a:off x="10460208" y="5863537"/>
                <a:ext cx="109080" cy="17856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88176CF8-4055-A051-2989-01728227EE8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454088" y="5857417"/>
                  <a:ext cx="121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5EE03FF7-36FE-57A7-1A51-65B909EE45C6}"/>
                    </a:ext>
                  </a:extLst>
                </p14:cNvPr>
                <p14:cNvContentPartPr/>
                <p14:nvPr/>
              </p14:nvContentPartPr>
              <p14:xfrm>
                <a:off x="10579728" y="6146857"/>
                <a:ext cx="52560" cy="2304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5EE03FF7-36FE-57A7-1A51-65B909EE45C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73608" y="6140737"/>
                  <a:ext cx="64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9136D15C-920B-FD0D-B03C-3BC068793216}"/>
                    </a:ext>
                  </a:extLst>
                </p14:cNvPr>
                <p14:cNvContentPartPr/>
                <p14:nvPr/>
              </p14:nvContentPartPr>
              <p14:xfrm>
                <a:off x="9535728" y="6213097"/>
                <a:ext cx="1286640" cy="3708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9136D15C-920B-FD0D-B03C-3BC06879321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529608" y="6206977"/>
                  <a:ext cx="1298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66124E3B-2A71-8796-B983-100630E5808B}"/>
                    </a:ext>
                  </a:extLst>
                </p14:cNvPr>
                <p14:cNvContentPartPr/>
                <p14:nvPr/>
              </p14:nvContentPartPr>
              <p14:xfrm>
                <a:off x="9640488" y="6508657"/>
                <a:ext cx="55080" cy="3240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66124E3B-2A71-8796-B983-100630E5808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634368" y="6502537"/>
                  <a:ext cx="67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91A283A7-9048-D094-648F-9ACECA668B3F}"/>
                    </a:ext>
                  </a:extLst>
                </p14:cNvPr>
                <p14:cNvContentPartPr/>
                <p14:nvPr/>
              </p14:nvContentPartPr>
              <p14:xfrm>
                <a:off x="9673248" y="6467977"/>
                <a:ext cx="226800" cy="15012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91A283A7-9048-D094-648F-9ACECA668B3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667128" y="6461857"/>
                  <a:ext cx="239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DEDC8FB0-E80E-22C6-0FDE-63AE554981B8}"/>
                    </a:ext>
                  </a:extLst>
                </p14:cNvPr>
                <p14:cNvContentPartPr/>
                <p14:nvPr/>
              </p14:nvContentPartPr>
              <p14:xfrm>
                <a:off x="9920568" y="6424417"/>
                <a:ext cx="162720" cy="12132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DEDC8FB0-E80E-22C6-0FDE-63AE554981B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14448" y="6418297"/>
                  <a:ext cx="17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4C5BC1BD-1C38-380B-23E5-C486FA5D4531}"/>
                    </a:ext>
                  </a:extLst>
                </p14:cNvPr>
                <p14:cNvContentPartPr/>
                <p14:nvPr/>
              </p14:nvContentPartPr>
              <p14:xfrm>
                <a:off x="10201368" y="6339097"/>
                <a:ext cx="130680" cy="13284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4C5BC1BD-1C38-380B-23E5-C486FA5D453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195248" y="6332977"/>
                  <a:ext cx="142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1DDE368A-527B-C5A9-B597-7A2FD821FFB0}"/>
                    </a:ext>
                  </a:extLst>
                </p14:cNvPr>
                <p14:cNvContentPartPr/>
                <p14:nvPr/>
              </p14:nvContentPartPr>
              <p14:xfrm>
                <a:off x="10351488" y="6538537"/>
                <a:ext cx="21960" cy="4896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1DDE368A-527B-C5A9-B597-7A2FD821FFB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345368" y="6532417"/>
                  <a:ext cx="34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DFF723DF-365B-3AC9-F50A-986D4A4FB87E}"/>
                    </a:ext>
                  </a:extLst>
                </p14:cNvPr>
                <p14:cNvContentPartPr/>
                <p14:nvPr/>
              </p14:nvContentPartPr>
              <p14:xfrm>
                <a:off x="10525368" y="6396697"/>
                <a:ext cx="270000" cy="7596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DFF723DF-365B-3AC9-F50A-986D4A4FB87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519248" y="6390577"/>
                  <a:ext cx="282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5093E422-863C-9477-59D9-FE9FC32CC471}"/>
                    </a:ext>
                  </a:extLst>
                </p14:cNvPr>
                <p14:cNvContentPartPr/>
                <p14:nvPr/>
              </p14:nvContentPartPr>
              <p14:xfrm>
                <a:off x="10612128" y="6387697"/>
                <a:ext cx="161280" cy="11052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5093E422-863C-9477-59D9-FE9FC32CC47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606008" y="6381577"/>
                  <a:ext cx="173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0871EEBC-FD50-4F50-837F-F6E3610AAE91}"/>
                    </a:ext>
                  </a:extLst>
                </p14:cNvPr>
                <p14:cNvContentPartPr/>
                <p14:nvPr/>
              </p14:nvContentPartPr>
              <p14:xfrm>
                <a:off x="10967448" y="6398857"/>
                <a:ext cx="312480" cy="13248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0871EEBC-FD50-4F50-837F-F6E3610AAE9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961328" y="6392737"/>
                  <a:ext cx="324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BEBA991A-3F5E-F640-2AE4-D989D23F90DD}"/>
                    </a:ext>
                  </a:extLst>
                </p14:cNvPr>
                <p14:cNvContentPartPr/>
                <p14:nvPr/>
              </p14:nvContentPartPr>
              <p14:xfrm>
                <a:off x="11279568" y="6288697"/>
                <a:ext cx="161280" cy="12636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BEBA991A-3F5E-F640-2AE4-D989D23F90D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273448" y="6282577"/>
                  <a:ext cx="173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9F55E95C-C606-00C7-3B70-5F375282E996}"/>
                    </a:ext>
                  </a:extLst>
                </p14:cNvPr>
                <p14:cNvContentPartPr/>
                <p14:nvPr/>
              </p14:nvContentPartPr>
              <p14:xfrm>
                <a:off x="11603208" y="6575257"/>
                <a:ext cx="54720" cy="230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9F55E95C-C606-00C7-3B70-5F375282E99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597088" y="6569137"/>
                  <a:ext cx="66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5BD3D6C1-283F-96A2-11DD-2A9433DC9A60}"/>
                    </a:ext>
                  </a:extLst>
                </p14:cNvPr>
                <p14:cNvContentPartPr/>
                <p14:nvPr/>
              </p14:nvContentPartPr>
              <p14:xfrm>
                <a:off x="6806568" y="5758777"/>
                <a:ext cx="5121000" cy="95436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5BD3D6C1-283F-96A2-11DD-2A9433DC9A6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00448" y="5752657"/>
                  <a:ext cx="5133240" cy="9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38" name="Tinta 337">
                <a:extLst>
                  <a:ext uri="{FF2B5EF4-FFF2-40B4-BE49-F238E27FC236}">
                    <a16:creationId xmlns:a16="http://schemas.microsoft.com/office/drawing/2014/main" id="{D5671AAA-2287-CDCF-8664-848D5FB846EE}"/>
                  </a:ext>
                </a:extLst>
              </p14:cNvPr>
              <p14:cNvContentPartPr/>
              <p14:nvPr/>
            </p14:nvContentPartPr>
            <p14:xfrm>
              <a:off x="70608" y="1270657"/>
              <a:ext cx="1357200" cy="404640"/>
            </p14:xfrm>
          </p:contentPart>
        </mc:Choice>
        <mc:Fallback>
          <p:pic>
            <p:nvPicPr>
              <p:cNvPr id="338" name="Tinta 337">
                <a:extLst>
                  <a:ext uri="{FF2B5EF4-FFF2-40B4-BE49-F238E27FC236}">
                    <a16:creationId xmlns:a16="http://schemas.microsoft.com/office/drawing/2014/main" id="{D5671AAA-2287-CDCF-8664-848D5FB846EE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64488" y="1264537"/>
                <a:ext cx="1369440" cy="4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481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7047D-2A2C-22AC-A168-EC98E8B5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E1C8201-69DE-F77F-B716-38DA3CCA0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574" y="221374"/>
            <a:ext cx="4553777" cy="368639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27DED5EA-E312-864F-9E89-5317CB3776DB}"/>
                  </a:ext>
                </a:extLst>
              </p14:cNvPr>
              <p14:cNvContentPartPr/>
              <p14:nvPr/>
            </p14:nvContentPartPr>
            <p14:xfrm>
              <a:off x="1954331" y="2050777"/>
              <a:ext cx="1143000" cy="7812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27DED5EA-E312-864F-9E89-5317CB377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8211" y="2044657"/>
                <a:ext cx="1155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AD58625C-5D71-C099-CBAD-CDC5AEDB2F2F}"/>
                  </a:ext>
                </a:extLst>
              </p14:cNvPr>
              <p14:cNvContentPartPr/>
              <p14:nvPr/>
            </p14:nvContentPartPr>
            <p14:xfrm>
              <a:off x="180611" y="2623537"/>
              <a:ext cx="663480" cy="6264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AD58625C-5D71-C099-CBAD-CDC5AEDB2F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491" y="2617417"/>
                <a:ext cx="6757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8CB285BE-C033-9FD0-F007-09DBAE135E3E}"/>
                  </a:ext>
                </a:extLst>
              </p14:cNvPr>
              <p14:cNvContentPartPr/>
              <p14:nvPr/>
            </p14:nvContentPartPr>
            <p14:xfrm>
              <a:off x="810971" y="2637217"/>
              <a:ext cx="907200" cy="4716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8CB285BE-C033-9FD0-F007-09DBAE135E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851" y="2631097"/>
                <a:ext cx="9194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FBA5B92E-A02E-9827-40B3-004B3C91DE10}"/>
                  </a:ext>
                </a:extLst>
              </p14:cNvPr>
              <p14:cNvContentPartPr/>
              <p14:nvPr/>
            </p14:nvContentPartPr>
            <p14:xfrm>
              <a:off x="131651" y="2451457"/>
              <a:ext cx="679320" cy="24552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FBA5B92E-A02E-9827-40B3-004B3C91DE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531" y="2445337"/>
                <a:ext cx="6915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CE784830-F802-0AC8-6FE2-0C2FE089C171}"/>
                  </a:ext>
                </a:extLst>
              </p14:cNvPr>
              <p14:cNvContentPartPr/>
              <p14:nvPr/>
            </p14:nvContentPartPr>
            <p14:xfrm>
              <a:off x="736451" y="2348137"/>
              <a:ext cx="982440" cy="34560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CE784830-F802-0AC8-6FE2-0C2FE089C1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0331" y="2342017"/>
                <a:ext cx="994680" cy="35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9AC0605-7D57-9E28-ECDD-C25A9B778E1F}"/>
              </a:ext>
            </a:extLst>
          </p:cNvPr>
          <p:cNvGrpSpPr/>
          <p:nvPr/>
        </p:nvGrpSpPr>
        <p:grpSpPr>
          <a:xfrm>
            <a:off x="3010571" y="2752057"/>
            <a:ext cx="501480" cy="383040"/>
            <a:chOff x="3010571" y="2752057"/>
            <a:chExt cx="50148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FB71226-F0DA-9BF4-1B3E-F440E0B5F6F2}"/>
                    </a:ext>
                  </a:extLst>
                </p14:cNvPr>
                <p14:cNvContentPartPr/>
                <p14:nvPr/>
              </p14:nvContentPartPr>
              <p14:xfrm>
                <a:off x="3042971" y="2946817"/>
                <a:ext cx="43920" cy="1674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FB71226-F0DA-9BF4-1B3E-F440E0B5F6F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36851" y="2940697"/>
                  <a:ext cx="56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92994763-ACA7-B5B0-ECF9-48D863EE42F7}"/>
                    </a:ext>
                  </a:extLst>
                </p14:cNvPr>
                <p14:cNvContentPartPr/>
                <p14:nvPr/>
              </p14:nvContentPartPr>
              <p14:xfrm>
                <a:off x="3010571" y="2830897"/>
                <a:ext cx="33120" cy="244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92994763-ACA7-B5B0-ECF9-48D863EE42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04451" y="2824777"/>
                  <a:ext cx="45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96D689AC-0A52-09F1-1CF2-3EFAEF8C98FD}"/>
                    </a:ext>
                  </a:extLst>
                </p14:cNvPr>
                <p14:cNvContentPartPr/>
                <p14:nvPr/>
              </p14:nvContentPartPr>
              <p14:xfrm>
                <a:off x="3399011" y="2752057"/>
                <a:ext cx="113040" cy="3830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96D689AC-0A52-09F1-1CF2-3EFAEF8C98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92891" y="2745937"/>
                  <a:ext cx="125280" cy="39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F136AFA5-2319-0C47-F030-3A3BFE249876}"/>
                  </a:ext>
                </a:extLst>
              </p14:cNvPr>
              <p14:cNvContentPartPr/>
              <p14:nvPr/>
            </p14:nvContentPartPr>
            <p14:xfrm>
              <a:off x="2416931" y="1045297"/>
              <a:ext cx="992160" cy="14904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F136AFA5-2319-0C47-F030-3A3BFE24987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10811" y="1039177"/>
                <a:ext cx="1004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1AEC07BC-C2AF-BF73-D339-E8C709259588}"/>
                  </a:ext>
                </a:extLst>
              </p14:cNvPr>
              <p14:cNvContentPartPr/>
              <p14:nvPr/>
            </p14:nvContentPartPr>
            <p14:xfrm>
              <a:off x="260891" y="1256977"/>
              <a:ext cx="1001880" cy="1332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1AEC07BC-C2AF-BF73-D339-E8C70925958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4771" y="1250857"/>
                <a:ext cx="101412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53EF1AE-013F-4E3B-885B-15305C5E6028}"/>
              </a:ext>
            </a:extLst>
          </p:cNvPr>
          <p:cNvGrpSpPr/>
          <p:nvPr/>
        </p:nvGrpSpPr>
        <p:grpSpPr>
          <a:xfrm>
            <a:off x="4302971" y="2799577"/>
            <a:ext cx="907560" cy="273240"/>
            <a:chOff x="4302971" y="2799577"/>
            <a:chExt cx="90756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72A25BF-0853-1718-8B4E-5ACDF763E222}"/>
                    </a:ext>
                  </a:extLst>
                </p14:cNvPr>
                <p14:cNvContentPartPr/>
                <p14:nvPr/>
              </p14:nvContentPartPr>
              <p14:xfrm>
                <a:off x="4302971" y="2799577"/>
                <a:ext cx="218520" cy="1771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72A25BF-0853-1718-8B4E-5ACDF763E2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96851" y="2793457"/>
                  <a:ext cx="230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AD86DEB-9CFC-82D5-7FBC-2748A6703B34}"/>
                    </a:ext>
                  </a:extLst>
                </p14:cNvPr>
                <p14:cNvContentPartPr/>
                <p14:nvPr/>
              </p14:nvContentPartPr>
              <p14:xfrm>
                <a:off x="4713371" y="2915857"/>
                <a:ext cx="12960" cy="1569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AD86DEB-9CFC-82D5-7FBC-2748A6703B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07251" y="2909737"/>
                  <a:ext cx="25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8B4A2AD3-172C-0B10-ADDA-7A09CCA0997C}"/>
                    </a:ext>
                  </a:extLst>
                </p14:cNvPr>
                <p14:cNvContentPartPr/>
                <p14:nvPr/>
              </p14:nvContentPartPr>
              <p14:xfrm>
                <a:off x="4692851" y="2836657"/>
                <a:ext cx="54720" cy="302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8B4A2AD3-172C-0B10-ADDA-7A09CCA0997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86731" y="2830537"/>
                  <a:ext cx="66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2FD3DCE-39C3-FCDF-006E-5DCE5DF4B08F}"/>
                    </a:ext>
                  </a:extLst>
                </p14:cNvPr>
                <p14:cNvContentPartPr/>
                <p14:nvPr/>
              </p14:nvContentPartPr>
              <p14:xfrm>
                <a:off x="5005691" y="2887057"/>
                <a:ext cx="117720" cy="72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2FD3DCE-39C3-FCDF-006E-5DCE5DF4B08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99571" y="2880937"/>
                  <a:ext cx="1299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D7D9386B-1880-B138-C597-659D7D1FD623}"/>
                    </a:ext>
                  </a:extLst>
                </p14:cNvPr>
                <p14:cNvContentPartPr/>
                <p14:nvPr/>
              </p14:nvContentPartPr>
              <p14:xfrm>
                <a:off x="4984091" y="2889217"/>
                <a:ext cx="226440" cy="100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D7D9386B-1880-B138-C597-659D7D1FD6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77971" y="2883097"/>
                  <a:ext cx="23868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4F7EF0C8-F97F-072C-06A3-EDF866D8EFE6}"/>
                  </a:ext>
                </a:extLst>
              </p14:cNvPr>
              <p14:cNvContentPartPr/>
              <p14:nvPr/>
            </p14:nvContentPartPr>
            <p14:xfrm>
              <a:off x="4973291" y="3026737"/>
              <a:ext cx="302040" cy="2520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4F7EF0C8-F97F-072C-06A3-EDF866D8EFE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67171" y="3020617"/>
                <a:ext cx="314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16088060-D4E1-E3EB-47E8-416E7B99295E}"/>
                  </a:ext>
                </a:extLst>
              </p14:cNvPr>
              <p14:cNvContentPartPr/>
              <p14:nvPr/>
            </p14:nvContentPartPr>
            <p14:xfrm>
              <a:off x="639251" y="1263097"/>
              <a:ext cx="21960" cy="720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16088060-D4E1-E3EB-47E8-416E7B9929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3131" y="1256977"/>
                <a:ext cx="34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A5219512-1417-CE7A-AAB1-65B1A4242D47}"/>
                  </a:ext>
                </a:extLst>
              </p14:cNvPr>
              <p14:cNvContentPartPr/>
              <p14:nvPr/>
            </p14:nvContentPartPr>
            <p14:xfrm>
              <a:off x="1043531" y="1035217"/>
              <a:ext cx="717480" cy="22968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A5219512-1417-CE7A-AAB1-65B1A4242D4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37411" y="1029097"/>
                <a:ext cx="7297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69656CBB-74E7-05BD-D4FA-EB523C333EFE}"/>
                  </a:ext>
                </a:extLst>
              </p14:cNvPr>
              <p14:cNvContentPartPr/>
              <p14:nvPr/>
            </p14:nvContentPartPr>
            <p14:xfrm>
              <a:off x="489131" y="2380537"/>
              <a:ext cx="21960" cy="3276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69656CBB-74E7-05BD-D4FA-EB523C333EF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83011" y="2374417"/>
                <a:ext cx="3420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Agrupar 56">
            <a:extLst>
              <a:ext uri="{FF2B5EF4-FFF2-40B4-BE49-F238E27FC236}">
                <a16:creationId xmlns:a16="http://schemas.microsoft.com/office/drawing/2014/main" id="{6291B13C-22EC-0B04-262F-E8A87416C2AC}"/>
              </a:ext>
            </a:extLst>
          </p:cNvPr>
          <p:cNvGrpSpPr/>
          <p:nvPr/>
        </p:nvGrpSpPr>
        <p:grpSpPr>
          <a:xfrm>
            <a:off x="4875371" y="3267577"/>
            <a:ext cx="356760" cy="103320"/>
            <a:chOff x="4875371" y="3267577"/>
            <a:chExt cx="35676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9589C2B6-6067-0FFB-B102-ACBA84479F92}"/>
                    </a:ext>
                  </a:extLst>
                </p14:cNvPr>
                <p14:cNvContentPartPr/>
                <p14:nvPr/>
              </p14:nvContentPartPr>
              <p14:xfrm>
                <a:off x="4886171" y="3267577"/>
                <a:ext cx="207360" cy="385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9589C2B6-6067-0FFB-B102-ACBA84479F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80051" y="3261457"/>
                  <a:ext cx="219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E889FC02-6E16-C28F-034A-6EC2DCDE2837}"/>
                    </a:ext>
                  </a:extLst>
                </p14:cNvPr>
                <p14:cNvContentPartPr/>
                <p14:nvPr/>
              </p14:nvContentPartPr>
              <p14:xfrm>
                <a:off x="4875371" y="3356857"/>
                <a:ext cx="356760" cy="140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E889FC02-6E16-C28F-034A-6EC2DCDE28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69251" y="3350737"/>
                  <a:ext cx="369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5E64A200-CA6A-5D3D-1377-C39D350CC0BE}"/>
              </a:ext>
            </a:extLst>
          </p:cNvPr>
          <p:cNvGrpSpPr/>
          <p:nvPr/>
        </p:nvGrpSpPr>
        <p:grpSpPr>
          <a:xfrm>
            <a:off x="7085771" y="3285577"/>
            <a:ext cx="625680" cy="140760"/>
            <a:chOff x="7085771" y="3285577"/>
            <a:chExt cx="62568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4E263DCC-2E35-E6C9-CAC9-2C88B0211A90}"/>
                    </a:ext>
                  </a:extLst>
                </p14:cNvPr>
                <p14:cNvContentPartPr/>
                <p14:nvPr/>
              </p14:nvContentPartPr>
              <p14:xfrm>
                <a:off x="7085771" y="3292777"/>
                <a:ext cx="163440" cy="1152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4E263DCC-2E35-E6C9-CAC9-2C88B0211A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79651" y="3286657"/>
                  <a:ext cx="175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2CF107D-8C59-BCA1-D12B-F049985D4302}"/>
                    </a:ext>
                  </a:extLst>
                </p14:cNvPr>
                <p14:cNvContentPartPr/>
                <p14:nvPr/>
              </p14:nvContentPartPr>
              <p14:xfrm>
                <a:off x="7311851" y="3294577"/>
                <a:ext cx="207000" cy="1317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2CF107D-8C59-BCA1-D12B-F049985D430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05731" y="3288457"/>
                  <a:ext cx="219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802E4C21-F966-DA24-A8BA-2238CE9407DF}"/>
                    </a:ext>
                  </a:extLst>
                </p14:cNvPr>
                <p14:cNvContentPartPr/>
                <p14:nvPr/>
              </p14:nvContentPartPr>
              <p14:xfrm>
                <a:off x="7570331" y="3285577"/>
                <a:ext cx="141120" cy="1263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802E4C21-F966-DA24-A8BA-2238CE9407D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64211" y="3279457"/>
                  <a:ext cx="15336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ABE93780-D21F-6739-BAF8-F02604A9E1C3}"/>
                  </a:ext>
                </a:extLst>
              </p14:cNvPr>
              <p14:cNvContentPartPr/>
              <p14:nvPr/>
            </p14:nvContentPartPr>
            <p14:xfrm>
              <a:off x="10115531" y="2896057"/>
              <a:ext cx="21960" cy="1404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ABE93780-D21F-6739-BAF8-F02604A9E1C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109411" y="2889937"/>
                <a:ext cx="34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Agrupar 73">
            <a:extLst>
              <a:ext uri="{FF2B5EF4-FFF2-40B4-BE49-F238E27FC236}">
                <a16:creationId xmlns:a16="http://schemas.microsoft.com/office/drawing/2014/main" id="{828326CA-0BBB-F8C6-DC05-2F89DA7447DA}"/>
              </a:ext>
            </a:extLst>
          </p:cNvPr>
          <p:cNvGrpSpPr/>
          <p:nvPr/>
        </p:nvGrpSpPr>
        <p:grpSpPr>
          <a:xfrm>
            <a:off x="8091251" y="3324457"/>
            <a:ext cx="299160" cy="172800"/>
            <a:chOff x="8091251" y="3324457"/>
            <a:chExt cx="2991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0B8E9DD-42B3-35A4-64A0-F65F707323D1}"/>
                    </a:ext>
                  </a:extLst>
                </p14:cNvPr>
                <p14:cNvContentPartPr/>
                <p14:nvPr/>
              </p14:nvContentPartPr>
              <p14:xfrm>
                <a:off x="8091251" y="3357217"/>
                <a:ext cx="234360" cy="248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0B8E9DD-42B3-35A4-64A0-F65F707323D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85131" y="3351097"/>
                  <a:ext cx="246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5F09D8AC-2A20-5EF0-F27B-CF9F07E300A4}"/>
                    </a:ext>
                  </a:extLst>
                </p14:cNvPr>
                <p14:cNvContentPartPr/>
                <p14:nvPr/>
              </p14:nvContentPartPr>
              <p14:xfrm>
                <a:off x="8283491" y="3324457"/>
                <a:ext cx="106920" cy="1728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5F09D8AC-2A20-5EF0-F27B-CF9F07E300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77371" y="3318337"/>
                  <a:ext cx="11916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F1570970-6018-813B-8406-7058EE7D9836}"/>
              </a:ext>
            </a:extLst>
          </p:cNvPr>
          <p:cNvGrpSpPr/>
          <p:nvPr/>
        </p:nvGrpSpPr>
        <p:grpSpPr>
          <a:xfrm>
            <a:off x="8648531" y="3259297"/>
            <a:ext cx="993960" cy="235080"/>
            <a:chOff x="8648531" y="3259297"/>
            <a:chExt cx="99396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08A961B3-2211-C4F9-D975-C2F4F35BB069}"/>
                    </a:ext>
                  </a:extLst>
                </p14:cNvPr>
                <p14:cNvContentPartPr/>
                <p14:nvPr/>
              </p14:nvContentPartPr>
              <p14:xfrm>
                <a:off x="8648531" y="3273697"/>
                <a:ext cx="313200" cy="1987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08A961B3-2211-C4F9-D975-C2F4F35BB06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42411" y="3267577"/>
                  <a:ext cx="325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D50E20F-C77C-5A4E-1E7C-7DAC62F5654F}"/>
                    </a:ext>
                  </a:extLst>
                </p14:cNvPr>
                <p14:cNvContentPartPr/>
                <p14:nvPr/>
              </p14:nvContentPartPr>
              <p14:xfrm>
                <a:off x="9015371" y="3259297"/>
                <a:ext cx="205200" cy="2120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D50E20F-C77C-5A4E-1E7C-7DAC62F5654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009251" y="3253177"/>
                  <a:ext cx="217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E6E6402-EFFD-9C0E-5B70-B1108926C5C6}"/>
                    </a:ext>
                  </a:extLst>
                </p14:cNvPr>
                <p14:cNvContentPartPr/>
                <p14:nvPr/>
              </p14:nvContentPartPr>
              <p14:xfrm>
                <a:off x="9257651" y="3311497"/>
                <a:ext cx="244440" cy="1796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E6E6402-EFFD-9C0E-5B70-B1108926C5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51531" y="3305377"/>
                  <a:ext cx="256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21054C08-4C48-15CC-0122-59B95E722F93}"/>
                    </a:ext>
                  </a:extLst>
                </p14:cNvPr>
                <p14:cNvContentPartPr/>
                <p14:nvPr/>
              </p14:nvContentPartPr>
              <p14:xfrm>
                <a:off x="9587411" y="3439297"/>
                <a:ext cx="55080" cy="550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21054C08-4C48-15CC-0122-59B95E722F9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81291" y="3433177"/>
                  <a:ext cx="67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78CB153F-2D7D-D156-BEF9-A9D60A704BAB}"/>
              </a:ext>
            </a:extLst>
          </p:cNvPr>
          <p:cNvGrpSpPr/>
          <p:nvPr/>
        </p:nvGrpSpPr>
        <p:grpSpPr>
          <a:xfrm>
            <a:off x="9888371" y="3264337"/>
            <a:ext cx="729000" cy="212760"/>
            <a:chOff x="9888371" y="3264337"/>
            <a:chExt cx="72900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A71D0C5-26D4-4C94-D108-CF4C1F00CFA0}"/>
                    </a:ext>
                  </a:extLst>
                </p14:cNvPr>
                <p14:cNvContentPartPr/>
                <p14:nvPr/>
              </p14:nvContentPartPr>
              <p14:xfrm>
                <a:off x="9888371" y="3320137"/>
                <a:ext cx="150480" cy="1494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A71D0C5-26D4-4C94-D108-CF4C1F00CFA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2251" y="3314017"/>
                  <a:ext cx="162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E3278AC-C210-791F-1041-5986BBED89D0}"/>
                    </a:ext>
                  </a:extLst>
                </p14:cNvPr>
                <p14:cNvContentPartPr/>
                <p14:nvPr/>
              </p14:nvContentPartPr>
              <p14:xfrm>
                <a:off x="10147571" y="3308617"/>
                <a:ext cx="216360" cy="168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E3278AC-C210-791F-1041-5986BBED89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41451" y="3302497"/>
                  <a:ext cx="228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4724748-F6D1-6C2D-8398-711BAAB0EE03}"/>
                    </a:ext>
                  </a:extLst>
                </p14:cNvPr>
                <p14:cNvContentPartPr/>
                <p14:nvPr/>
              </p14:nvContentPartPr>
              <p14:xfrm>
                <a:off x="10340891" y="3264337"/>
                <a:ext cx="276480" cy="1965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4724748-F6D1-6C2D-8398-711BAAB0EE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34771" y="3258217"/>
                  <a:ext cx="288720" cy="20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C65FAAC-55D2-CD60-1219-B2ED1F37E87F}"/>
                  </a:ext>
                </a:extLst>
              </p14:cNvPr>
              <p14:cNvContentPartPr/>
              <p14:nvPr/>
            </p14:nvContentPartPr>
            <p14:xfrm>
              <a:off x="4888691" y="3975337"/>
              <a:ext cx="343800" cy="3456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C65FAAC-55D2-CD60-1219-B2ED1F37E87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82571" y="3969217"/>
                <a:ext cx="356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46511D3A-49B5-3A1E-E09C-12121CDCFB8F}"/>
                  </a:ext>
                </a:extLst>
              </p14:cNvPr>
              <p14:cNvContentPartPr/>
              <p14:nvPr/>
            </p14:nvContentPartPr>
            <p14:xfrm>
              <a:off x="5005691" y="4114657"/>
              <a:ext cx="226440" cy="2808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46511D3A-49B5-3A1E-E09C-12121CDCFB8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999571" y="4108537"/>
                <a:ext cx="2386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19FBBB6E-B4E6-ABD6-C7B5-4F46226E089A}"/>
                  </a:ext>
                </a:extLst>
              </p14:cNvPr>
              <p14:cNvContentPartPr/>
              <p14:nvPr/>
            </p14:nvContentPartPr>
            <p14:xfrm>
              <a:off x="252251" y="763417"/>
              <a:ext cx="41760" cy="2808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19FBBB6E-B4E6-ABD6-C7B5-4F46226E089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46131" y="757297"/>
                <a:ext cx="5400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Agrupar 85">
            <a:extLst>
              <a:ext uri="{FF2B5EF4-FFF2-40B4-BE49-F238E27FC236}">
                <a16:creationId xmlns:a16="http://schemas.microsoft.com/office/drawing/2014/main" id="{517CF659-D216-B9D3-D889-8C3203AEBC26}"/>
              </a:ext>
            </a:extLst>
          </p:cNvPr>
          <p:cNvGrpSpPr/>
          <p:nvPr/>
        </p:nvGrpSpPr>
        <p:grpSpPr>
          <a:xfrm>
            <a:off x="6040331" y="3226177"/>
            <a:ext cx="848160" cy="215640"/>
            <a:chOff x="6040331" y="3226177"/>
            <a:chExt cx="8481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985508E-73B7-BCB5-D988-64304638B12A}"/>
                    </a:ext>
                  </a:extLst>
                </p14:cNvPr>
                <p14:cNvContentPartPr/>
                <p14:nvPr/>
              </p14:nvContentPartPr>
              <p14:xfrm>
                <a:off x="6040331" y="3226177"/>
                <a:ext cx="65880" cy="2145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985508E-73B7-BCB5-D988-64304638B12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34211" y="3220057"/>
                  <a:ext cx="78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9222CFE-39BB-0D33-B08C-E64C67E7E338}"/>
                    </a:ext>
                  </a:extLst>
                </p14:cNvPr>
                <p14:cNvContentPartPr/>
                <p14:nvPr/>
              </p14:nvContentPartPr>
              <p14:xfrm>
                <a:off x="6233291" y="3251017"/>
                <a:ext cx="186480" cy="1537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9222CFE-39BB-0D33-B08C-E64C67E7E33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27171" y="3244897"/>
                  <a:ext cx="198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73A014F3-5B89-116E-44ED-ADA4513B0B51}"/>
                    </a:ext>
                  </a:extLst>
                </p14:cNvPr>
                <p14:cNvContentPartPr/>
                <p14:nvPr/>
              </p14:nvContentPartPr>
              <p14:xfrm>
                <a:off x="6512651" y="3280897"/>
                <a:ext cx="122760" cy="1537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73A014F3-5B89-116E-44ED-ADA4513B0B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06531" y="3274777"/>
                  <a:ext cx="135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D572052-3023-D4EE-D7C6-3D62126CB382}"/>
                    </a:ext>
                  </a:extLst>
                </p14:cNvPr>
                <p14:cNvContentPartPr/>
                <p14:nvPr/>
              </p14:nvContentPartPr>
              <p14:xfrm>
                <a:off x="6815051" y="3402577"/>
                <a:ext cx="73440" cy="392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D572052-3023-D4EE-D7C6-3D62126CB38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08931" y="3396457"/>
                  <a:ext cx="85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817DABF-46FB-5C6B-69D8-F9971100D4E4}"/>
                    </a:ext>
                  </a:extLst>
                </p14:cNvPr>
                <p14:cNvContentPartPr/>
                <p14:nvPr/>
              </p14:nvContentPartPr>
              <p14:xfrm>
                <a:off x="6633611" y="3308617"/>
                <a:ext cx="65520" cy="230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817DABF-46FB-5C6B-69D8-F9971100D4E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27491" y="3302497"/>
                  <a:ext cx="777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0A6F58F6-E919-B721-0DF2-0FFDE1AC1D18}"/>
                  </a:ext>
                </a:extLst>
              </p14:cNvPr>
              <p14:cNvContentPartPr/>
              <p14:nvPr/>
            </p14:nvContentPartPr>
            <p14:xfrm>
              <a:off x="154331" y="916057"/>
              <a:ext cx="1056240" cy="15444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0A6F58F6-E919-B721-0DF2-0FFDE1AC1D1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48211" y="909937"/>
                <a:ext cx="106848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19A542E-2553-6DC0-AF2B-A4C6F3C91095}"/>
              </a:ext>
            </a:extLst>
          </p:cNvPr>
          <p:cNvGrpSpPr/>
          <p:nvPr/>
        </p:nvGrpSpPr>
        <p:grpSpPr>
          <a:xfrm>
            <a:off x="4099931" y="4534057"/>
            <a:ext cx="1153800" cy="314280"/>
            <a:chOff x="4099931" y="4534057"/>
            <a:chExt cx="115380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70CC3CF-AA06-9E34-0F2E-2CE0D31E49F8}"/>
                    </a:ext>
                  </a:extLst>
                </p14:cNvPr>
                <p14:cNvContentPartPr/>
                <p14:nvPr/>
              </p14:nvContentPartPr>
              <p14:xfrm>
                <a:off x="4099931" y="4606417"/>
                <a:ext cx="323640" cy="1479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70CC3CF-AA06-9E34-0F2E-2CE0D31E49F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93811" y="4600297"/>
                  <a:ext cx="335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A6A2F1DA-B69F-BECB-B897-7F139601F52C}"/>
                    </a:ext>
                  </a:extLst>
                </p14:cNvPr>
                <p14:cNvContentPartPr/>
                <p14:nvPr/>
              </p14:nvContentPartPr>
              <p14:xfrm>
                <a:off x="4510331" y="4646737"/>
                <a:ext cx="43920" cy="137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A6A2F1DA-B69F-BECB-B897-7F139601F52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04211" y="4640617"/>
                  <a:ext cx="56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E0E3F6B-1FFB-7475-7988-DE9333AEE7A1}"/>
                    </a:ext>
                  </a:extLst>
                </p14:cNvPr>
                <p14:cNvContentPartPr/>
                <p14:nvPr/>
              </p14:nvContentPartPr>
              <p14:xfrm>
                <a:off x="4466771" y="4534057"/>
                <a:ext cx="33120" cy="536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E0E3F6B-1FFB-7475-7988-DE9333AEE7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460651" y="4527937"/>
                  <a:ext cx="45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5E0CF04-183A-B6D5-0311-3B7CF38EB6C1}"/>
                    </a:ext>
                  </a:extLst>
                </p14:cNvPr>
                <p14:cNvContentPartPr/>
                <p14:nvPr/>
              </p14:nvContentPartPr>
              <p14:xfrm>
                <a:off x="4594571" y="4811257"/>
                <a:ext cx="22680" cy="3708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5E0CF04-183A-B6D5-0311-3B7CF38EB6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88451" y="4805137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F6FFFC8-A565-9020-82FF-F8950C47ACC6}"/>
                    </a:ext>
                  </a:extLst>
                </p14:cNvPr>
                <p14:cNvContentPartPr/>
                <p14:nvPr/>
              </p14:nvContentPartPr>
              <p14:xfrm>
                <a:off x="4284251" y="4802257"/>
                <a:ext cx="333360" cy="72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F6FFFC8-A565-9020-82FF-F8950C47AC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78131" y="4796137"/>
                  <a:ext cx="345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2F2B6410-B438-FB57-FC6B-B890168AA078}"/>
                    </a:ext>
                  </a:extLst>
                </p14:cNvPr>
                <p14:cNvContentPartPr/>
                <p14:nvPr/>
              </p14:nvContentPartPr>
              <p14:xfrm>
                <a:off x="4175531" y="4841137"/>
                <a:ext cx="360" cy="3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2F2B6410-B438-FB57-FC6B-B890168AA07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169411" y="48350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AC5E5F27-8E0D-A52F-C933-A8CC16CBE964}"/>
                    </a:ext>
                  </a:extLst>
                </p14:cNvPr>
                <p14:cNvContentPartPr/>
                <p14:nvPr/>
              </p14:nvContentPartPr>
              <p14:xfrm>
                <a:off x="4626971" y="4745017"/>
                <a:ext cx="197280" cy="9108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AC5E5F27-8E0D-A52F-C933-A8CC16CBE96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20851" y="4738897"/>
                  <a:ext cx="209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AE4C695E-1814-EA94-3AF7-1A7D1AC43916}"/>
                    </a:ext>
                  </a:extLst>
                </p14:cNvPr>
                <p14:cNvContentPartPr/>
                <p14:nvPr/>
              </p14:nvContentPartPr>
              <p14:xfrm>
                <a:off x="4988051" y="4653577"/>
                <a:ext cx="146520" cy="252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AE4C695E-1814-EA94-3AF7-1A7D1AC4391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81931" y="4647457"/>
                  <a:ext cx="158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47D1B448-094F-77BE-572E-5DB216745469}"/>
                    </a:ext>
                  </a:extLst>
                </p14:cNvPr>
                <p14:cNvContentPartPr/>
                <p14:nvPr/>
              </p14:nvContentPartPr>
              <p14:xfrm>
                <a:off x="4994891" y="4715137"/>
                <a:ext cx="258840" cy="230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47D1B448-094F-77BE-572E-5DB2167454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88771" y="4709017"/>
                  <a:ext cx="27108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573F5410-543C-EB65-2615-0C6D926E80E3}"/>
              </a:ext>
            </a:extLst>
          </p:cNvPr>
          <p:cNvGrpSpPr/>
          <p:nvPr/>
        </p:nvGrpSpPr>
        <p:grpSpPr>
          <a:xfrm>
            <a:off x="6200891" y="3923137"/>
            <a:ext cx="1738080" cy="228240"/>
            <a:chOff x="6200891" y="3923137"/>
            <a:chExt cx="17380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E0D063E-FADA-F35E-4644-68C1E7B8EC7D}"/>
                    </a:ext>
                  </a:extLst>
                </p14:cNvPr>
                <p14:cNvContentPartPr/>
                <p14:nvPr/>
              </p14:nvContentPartPr>
              <p14:xfrm>
                <a:off x="6200891" y="3956977"/>
                <a:ext cx="65880" cy="302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E0D063E-FADA-F35E-4644-68C1E7B8EC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94771" y="3950857"/>
                  <a:ext cx="78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C5C66C80-1AC7-2BE9-274D-FD36E8C30353}"/>
                    </a:ext>
                  </a:extLst>
                </p14:cNvPr>
                <p14:cNvContentPartPr/>
                <p14:nvPr/>
              </p14:nvContentPartPr>
              <p14:xfrm>
                <a:off x="6288011" y="3956977"/>
                <a:ext cx="21960" cy="392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C5C66C80-1AC7-2BE9-274D-FD36E8C3035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281891" y="3950857"/>
                  <a:ext cx="3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582765A9-6FE9-C483-F8E5-204C105897DC}"/>
                    </a:ext>
                  </a:extLst>
                </p14:cNvPr>
                <p14:cNvContentPartPr/>
                <p14:nvPr/>
              </p14:nvContentPartPr>
              <p14:xfrm>
                <a:off x="6277211" y="3923137"/>
                <a:ext cx="215640" cy="2282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582765A9-6FE9-C483-F8E5-204C105897D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271091" y="3917017"/>
                  <a:ext cx="227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AEAC9D9D-F3FA-043F-6687-F606943913C4}"/>
                    </a:ext>
                  </a:extLst>
                </p14:cNvPr>
                <p14:cNvContentPartPr/>
                <p14:nvPr/>
              </p14:nvContentPartPr>
              <p14:xfrm>
                <a:off x="6546491" y="3956257"/>
                <a:ext cx="141840" cy="1677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AEAC9D9D-F3FA-043F-6687-F606943913C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40371" y="3950137"/>
                  <a:ext cx="1540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6DC2768E-437A-33CD-9694-1E6094385630}"/>
                    </a:ext>
                  </a:extLst>
                </p14:cNvPr>
                <p14:cNvContentPartPr/>
                <p14:nvPr/>
              </p14:nvContentPartPr>
              <p14:xfrm>
                <a:off x="6761411" y="3951217"/>
                <a:ext cx="196200" cy="1918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6DC2768E-437A-33CD-9694-1E609438563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55291" y="3945097"/>
                  <a:ext cx="208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3594A60-A2CE-67A1-E106-7727B23865B8}"/>
                    </a:ext>
                  </a:extLst>
                </p14:cNvPr>
                <p14:cNvContentPartPr/>
                <p14:nvPr/>
              </p14:nvContentPartPr>
              <p14:xfrm>
                <a:off x="7085051" y="4103497"/>
                <a:ext cx="66240" cy="306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3594A60-A2CE-67A1-E106-7727B23865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78931" y="4097377"/>
                  <a:ext cx="78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8B6B31AF-C5D3-3927-08F7-5C1C2045A603}"/>
                    </a:ext>
                  </a:extLst>
                </p14:cNvPr>
                <p14:cNvContentPartPr/>
                <p14:nvPr/>
              </p14:nvContentPartPr>
              <p14:xfrm>
                <a:off x="7247411" y="3988657"/>
                <a:ext cx="270000" cy="13608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8B6B31AF-C5D3-3927-08F7-5C1C2045A60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41291" y="3982537"/>
                  <a:ext cx="282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C497CBDA-B44A-1A23-D159-18E01FDCC0E8}"/>
                    </a:ext>
                  </a:extLst>
                </p14:cNvPr>
                <p14:cNvContentPartPr/>
                <p14:nvPr/>
              </p14:nvContentPartPr>
              <p14:xfrm>
                <a:off x="7537211" y="3975697"/>
                <a:ext cx="120240" cy="1494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C497CBDA-B44A-1A23-D159-18E01FDCC0E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31091" y="3969577"/>
                  <a:ext cx="132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087BD21-3934-68D2-D714-FBF1DED20224}"/>
                    </a:ext>
                  </a:extLst>
                </p14:cNvPr>
                <p14:cNvContentPartPr/>
                <p14:nvPr/>
              </p14:nvContentPartPr>
              <p14:xfrm>
                <a:off x="7743851" y="3972817"/>
                <a:ext cx="195120" cy="1479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087BD21-3934-68D2-D714-FBF1DED2022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37731" y="3966697"/>
                  <a:ext cx="2073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C31E1BB3-03B2-A1C0-0E1C-284B58F5EE45}"/>
                    </a:ext>
                  </a:extLst>
                </p14:cNvPr>
                <p14:cNvContentPartPr/>
                <p14:nvPr/>
              </p14:nvContentPartPr>
              <p14:xfrm>
                <a:off x="6859691" y="4053097"/>
                <a:ext cx="33120" cy="1908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C31E1BB3-03B2-A1C0-0E1C-284B58F5EE4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53571" y="4046977"/>
                  <a:ext cx="453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7982BADD-DEFC-90C4-28B4-DE3C5DEA82F2}"/>
              </a:ext>
            </a:extLst>
          </p:cNvPr>
          <p:cNvGrpSpPr/>
          <p:nvPr/>
        </p:nvGrpSpPr>
        <p:grpSpPr>
          <a:xfrm>
            <a:off x="208691" y="1027297"/>
            <a:ext cx="1119960" cy="84600"/>
            <a:chOff x="208691" y="1027297"/>
            <a:chExt cx="1119960" cy="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9EEA777-145F-D276-72BB-58ECBA99020E}"/>
                    </a:ext>
                  </a:extLst>
                </p14:cNvPr>
                <p14:cNvContentPartPr/>
                <p14:nvPr/>
              </p14:nvContentPartPr>
              <p14:xfrm>
                <a:off x="369611" y="1027297"/>
                <a:ext cx="33120" cy="25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9EEA777-145F-D276-72BB-58ECBA9902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3491" y="1021177"/>
                  <a:ext cx="45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FA8024AB-576B-90C1-EA31-08AEA6625F95}"/>
                    </a:ext>
                  </a:extLst>
                </p14:cNvPr>
                <p14:cNvContentPartPr/>
                <p14:nvPr/>
              </p14:nvContentPartPr>
              <p14:xfrm>
                <a:off x="208691" y="1065817"/>
                <a:ext cx="1119960" cy="460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FA8024AB-576B-90C1-EA31-08AEA6625F9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2571" y="1059697"/>
                  <a:ext cx="1132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F975B65-A53E-24D1-3010-38807A3B51E1}"/>
                    </a:ext>
                  </a:extLst>
                </p14:cNvPr>
                <p14:cNvContentPartPr/>
                <p14:nvPr/>
              </p14:nvContentPartPr>
              <p14:xfrm>
                <a:off x="326051" y="1054297"/>
                <a:ext cx="21960" cy="190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F975B65-A53E-24D1-3010-38807A3B51E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9931" y="1048177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69FC54FA-AD08-BE34-45CA-A6F514CA68F7}"/>
                  </a:ext>
                </a:extLst>
              </p14:cNvPr>
              <p14:cNvContentPartPr/>
              <p14:nvPr/>
            </p14:nvContentPartPr>
            <p14:xfrm>
              <a:off x="8530451" y="4154257"/>
              <a:ext cx="4123800" cy="93276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69FC54FA-AD08-BE34-45CA-A6F514CA68F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524331" y="4148137"/>
                <a:ext cx="4136040" cy="9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D89F4498-BC47-3FE3-4FDF-57F7FD338CA8}"/>
                  </a:ext>
                </a:extLst>
              </p14:cNvPr>
              <p14:cNvContentPartPr/>
              <p14:nvPr/>
            </p14:nvContentPartPr>
            <p14:xfrm>
              <a:off x="6061931" y="2946457"/>
              <a:ext cx="1948320" cy="14868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D89F4498-BC47-3FE3-4FDF-57F7FD338CA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055811" y="2940337"/>
                <a:ext cx="19605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D7260478-645D-F1CA-1758-CFD6D720E8A1}"/>
                  </a:ext>
                </a:extLst>
              </p14:cNvPr>
              <p14:cNvContentPartPr/>
              <p14:nvPr/>
            </p14:nvContentPartPr>
            <p14:xfrm>
              <a:off x="8778491" y="3028897"/>
              <a:ext cx="1305000" cy="45720"/>
            </p14:xfrm>
          </p:contentPart>
        </mc:Choice>
        <mc:Fallback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D7260478-645D-F1CA-1758-CFD6D720E8A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772371" y="3022777"/>
                <a:ext cx="131724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6162688E-7B39-2861-FB08-0386FE977BF8}"/>
              </a:ext>
            </a:extLst>
          </p:cNvPr>
          <p:cNvGrpSpPr/>
          <p:nvPr/>
        </p:nvGrpSpPr>
        <p:grpSpPr>
          <a:xfrm>
            <a:off x="6052571" y="2772577"/>
            <a:ext cx="1771200" cy="187920"/>
            <a:chOff x="6052571" y="2772577"/>
            <a:chExt cx="177120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AE98A682-1A41-A568-83E1-579E1E08E397}"/>
                    </a:ext>
                  </a:extLst>
                </p14:cNvPr>
                <p14:cNvContentPartPr/>
                <p14:nvPr/>
              </p14:nvContentPartPr>
              <p14:xfrm>
                <a:off x="6052571" y="2772577"/>
                <a:ext cx="64080" cy="1879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AE98A682-1A41-A568-83E1-579E1E08E3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46451" y="2766457"/>
                  <a:ext cx="76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75D64E9-EA4B-0955-4605-B96CB23ADCF1}"/>
                    </a:ext>
                  </a:extLst>
                </p14:cNvPr>
                <p14:cNvContentPartPr/>
                <p14:nvPr/>
              </p14:nvContentPartPr>
              <p14:xfrm>
                <a:off x="6243731" y="2779057"/>
                <a:ext cx="196920" cy="1375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75D64E9-EA4B-0955-4605-B96CB23ADCF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237611" y="2772937"/>
                  <a:ext cx="20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D6781EE-516C-7AFC-96F9-EE66F1DBAC7B}"/>
                    </a:ext>
                  </a:extLst>
                </p14:cNvPr>
                <p14:cNvContentPartPr/>
                <p14:nvPr/>
              </p14:nvContentPartPr>
              <p14:xfrm>
                <a:off x="6482051" y="2774017"/>
                <a:ext cx="213480" cy="1288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D6781EE-516C-7AFC-96F9-EE66F1DBAC7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75931" y="2767897"/>
                  <a:ext cx="225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56302BF4-F1BE-E3DA-4489-3B4B4C9B39D7}"/>
                    </a:ext>
                  </a:extLst>
                </p14:cNvPr>
                <p14:cNvContentPartPr/>
                <p14:nvPr/>
              </p14:nvContentPartPr>
              <p14:xfrm>
                <a:off x="6840971" y="2905417"/>
                <a:ext cx="95400" cy="252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56302BF4-F1BE-E3DA-4489-3B4B4C9B39D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34851" y="2899297"/>
                  <a:ext cx="107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EABFA7E-4BA0-9A64-2B94-08E3D8790EC7}"/>
                    </a:ext>
                  </a:extLst>
                </p14:cNvPr>
                <p14:cNvContentPartPr/>
                <p14:nvPr/>
              </p14:nvContentPartPr>
              <p14:xfrm>
                <a:off x="7139771" y="2804977"/>
                <a:ext cx="194400" cy="1098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EABFA7E-4BA0-9A64-2B94-08E3D8790E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133651" y="2798857"/>
                  <a:ext cx="206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2991023-A3C0-C51E-69F0-AA5C11161FEE}"/>
                    </a:ext>
                  </a:extLst>
                </p14:cNvPr>
                <p14:cNvContentPartPr/>
                <p14:nvPr/>
              </p14:nvContentPartPr>
              <p14:xfrm>
                <a:off x="7432451" y="2806777"/>
                <a:ext cx="138960" cy="939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2991023-A3C0-C51E-69F0-AA5C11161FE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426331" y="2800657"/>
                  <a:ext cx="151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70915AE-A2CA-97B7-B353-D0B9165F3743}"/>
                    </a:ext>
                  </a:extLst>
                </p14:cNvPr>
                <p14:cNvContentPartPr/>
                <p14:nvPr/>
              </p14:nvContentPartPr>
              <p14:xfrm>
                <a:off x="7679051" y="2776897"/>
                <a:ext cx="144720" cy="1080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70915AE-A2CA-97B7-B353-D0B9165F374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672931" y="2770777"/>
                  <a:ext cx="156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14C77BB6-1B4D-D768-1A16-07D25A30D4A8}"/>
                    </a:ext>
                  </a:extLst>
                </p14:cNvPr>
                <p14:cNvContentPartPr/>
                <p14:nvPr/>
              </p14:nvContentPartPr>
              <p14:xfrm>
                <a:off x="7172531" y="2923777"/>
                <a:ext cx="22320" cy="140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14C77BB6-1B4D-D768-1A16-07D25A30D4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66411" y="2917657"/>
                  <a:ext cx="345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76" name="Tinta 175">
                <a:extLst>
                  <a:ext uri="{FF2B5EF4-FFF2-40B4-BE49-F238E27FC236}">
                    <a16:creationId xmlns:a16="http://schemas.microsoft.com/office/drawing/2014/main" id="{2FDF1DF8-9C8A-63E6-78D4-0BD9AADA1B1C}"/>
                  </a:ext>
                </a:extLst>
              </p14:cNvPr>
              <p14:cNvContentPartPr/>
              <p14:nvPr/>
            </p14:nvContentPartPr>
            <p14:xfrm>
              <a:off x="208691" y="2455057"/>
              <a:ext cx="645480" cy="168840"/>
            </p14:xfrm>
          </p:contentPart>
        </mc:Choice>
        <mc:Fallback>
          <p:pic>
            <p:nvPicPr>
              <p:cNvPr id="176" name="Tinta 175">
                <a:extLst>
                  <a:ext uri="{FF2B5EF4-FFF2-40B4-BE49-F238E27FC236}">
                    <a16:creationId xmlns:a16="http://schemas.microsoft.com/office/drawing/2014/main" id="{2FDF1DF8-9C8A-63E6-78D4-0BD9AADA1B1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02571" y="2448937"/>
                <a:ext cx="65772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3554536B-0CD4-8EA8-E8CB-71A7D63EBE5D}"/>
              </a:ext>
            </a:extLst>
          </p:cNvPr>
          <p:cNvGrpSpPr/>
          <p:nvPr/>
        </p:nvGrpSpPr>
        <p:grpSpPr>
          <a:xfrm>
            <a:off x="8178011" y="2505097"/>
            <a:ext cx="3038400" cy="595800"/>
            <a:chOff x="8178011" y="2505097"/>
            <a:chExt cx="303840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CD3CE123-4A40-A6FC-54E4-4B27B48FABB9}"/>
                    </a:ext>
                  </a:extLst>
                </p14:cNvPr>
                <p14:cNvContentPartPr/>
                <p14:nvPr/>
              </p14:nvContentPartPr>
              <p14:xfrm>
                <a:off x="8736371" y="2772217"/>
                <a:ext cx="204480" cy="2048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CD3CE123-4A40-A6FC-54E4-4B27B48FABB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730251" y="2766097"/>
                  <a:ext cx="216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B6041A93-0469-692B-748E-CF1B5D03061A}"/>
                    </a:ext>
                  </a:extLst>
                </p14:cNvPr>
                <p14:cNvContentPartPr/>
                <p14:nvPr/>
              </p14:nvContentPartPr>
              <p14:xfrm>
                <a:off x="8982611" y="2795617"/>
                <a:ext cx="205200" cy="1555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B6041A93-0469-692B-748E-CF1B5D03061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76491" y="2789497"/>
                  <a:ext cx="217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6B4F47B-DF6C-8F18-3BDD-864D7D7C51D3}"/>
                    </a:ext>
                  </a:extLst>
                </p14:cNvPr>
                <p14:cNvContentPartPr/>
                <p14:nvPr/>
              </p14:nvContentPartPr>
              <p14:xfrm>
                <a:off x="9321371" y="2909017"/>
                <a:ext cx="73080" cy="241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6B4F47B-DF6C-8F18-3BDD-864D7D7C51D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15251" y="2902897"/>
                  <a:ext cx="85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A824DB5-C7A4-64B1-28DA-339CDA8AA187}"/>
                    </a:ext>
                  </a:extLst>
                </p14:cNvPr>
                <p14:cNvContentPartPr/>
                <p14:nvPr/>
              </p14:nvContentPartPr>
              <p14:xfrm>
                <a:off x="9558971" y="2820817"/>
                <a:ext cx="146160" cy="1126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A824DB5-C7A4-64B1-28DA-339CDA8AA18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52851" y="2814697"/>
                  <a:ext cx="158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8DD19A04-C548-C67A-39EF-A58BB7B42146}"/>
                    </a:ext>
                  </a:extLst>
                </p14:cNvPr>
                <p14:cNvContentPartPr/>
                <p14:nvPr/>
              </p14:nvContentPartPr>
              <p14:xfrm>
                <a:off x="9780011" y="2790937"/>
                <a:ext cx="173880" cy="1411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8DD19A04-C548-C67A-39EF-A58BB7B4214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773891" y="2784817"/>
                  <a:ext cx="186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84DABE7-2F84-7EAD-7E1D-74A9F3EBEBF1}"/>
                    </a:ext>
                  </a:extLst>
                </p14:cNvPr>
                <p14:cNvContentPartPr/>
                <p14:nvPr/>
              </p14:nvContentPartPr>
              <p14:xfrm>
                <a:off x="9911411" y="2788777"/>
                <a:ext cx="248040" cy="1422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84DABE7-2F84-7EAD-7E1D-74A9F3EBEBF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905291" y="2782657"/>
                  <a:ext cx="260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D7882E1D-3618-9772-49A9-A07FA0353843}"/>
                    </a:ext>
                  </a:extLst>
                </p14:cNvPr>
                <p14:cNvContentPartPr/>
                <p14:nvPr/>
              </p14:nvContentPartPr>
              <p14:xfrm>
                <a:off x="8178011" y="2871217"/>
                <a:ext cx="294840" cy="414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D7882E1D-3618-9772-49A9-A07FA035384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71891" y="2865097"/>
                  <a:ext cx="307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6576B86-91F0-6167-AE69-5D82AB8486B8}"/>
                    </a:ext>
                  </a:extLst>
                </p14:cNvPr>
                <p14:cNvContentPartPr/>
                <p14:nvPr/>
              </p14:nvContentPartPr>
              <p14:xfrm>
                <a:off x="8261531" y="2822617"/>
                <a:ext cx="84960" cy="1836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6576B86-91F0-6167-AE69-5D82AB8486B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255411" y="2816497"/>
                  <a:ext cx="97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219DD68-2C3B-ED7F-8D15-43B53E11A877}"/>
                    </a:ext>
                  </a:extLst>
                </p14:cNvPr>
                <p14:cNvContentPartPr/>
                <p14:nvPr/>
              </p14:nvContentPartPr>
              <p14:xfrm>
                <a:off x="8972171" y="2868337"/>
                <a:ext cx="11160" cy="1008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219DD68-2C3B-ED7F-8D15-43B53E11A87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966051" y="2862217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FFD214D7-B3EF-B190-C63A-7EB14B7615FE}"/>
                    </a:ext>
                  </a:extLst>
                </p14:cNvPr>
                <p14:cNvContentPartPr/>
                <p14:nvPr/>
              </p14:nvContentPartPr>
              <p14:xfrm>
                <a:off x="9135251" y="2848177"/>
                <a:ext cx="360" cy="46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FFD214D7-B3EF-B190-C63A-7EB14B7615F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29131" y="2842057"/>
                  <a:ext cx="126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504876F4-C3A2-794F-63EC-54DF8F6241E1}"/>
                    </a:ext>
                  </a:extLst>
                </p14:cNvPr>
                <p14:cNvContentPartPr/>
                <p14:nvPr/>
              </p14:nvContentPartPr>
              <p14:xfrm>
                <a:off x="10276091" y="2798137"/>
                <a:ext cx="320040" cy="1008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504876F4-C3A2-794F-63EC-54DF8F6241E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69971" y="2792017"/>
                  <a:ext cx="332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CCFB0E6-140F-2F8F-5E7D-969BD644DDCF}"/>
                    </a:ext>
                  </a:extLst>
                </p14:cNvPr>
                <p14:cNvContentPartPr/>
                <p14:nvPr/>
              </p14:nvContentPartPr>
              <p14:xfrm>
                <a:off x="10298051" y="2820817"/>
                <a:ext cx="226440" cy="943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CCFB0E6-140F-2F8F-5E7D-969BD644DDC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91931" y="2814697"/>
                  <a:ext cx="238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78C92EE-8A7B-AC13-363F-4D2FBBED8710}"/>
                    </a:ext>
                  </a:extLst>
                </p14:cNvPr>
                <p14:cNvContentPartPr/>
                <p14:nvPr/>
              </p14:nvContentPartPr>
              <p14:xfrm>
                <a:off x="10588931" y="2717497"/>
                <a:ext cx="131400" cy="1810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78C92EE-8A7B-AC13-363F-4D2FBBED871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582811" y="2711377"/>
                  <a:ext cx="143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7355EC2B-76DE-F169-F9B6-3F023D9B5892}"/>
                    </a:ext>
                  </a:extLst>
                </p14:cNvPr>
                <p14:cNvContentPartPr/>
                <p14:nvPr/>
              </p14:nvContentPartPr>
              <p14:xfrm>
                <a:off x="10276451" y="2795617"/>
                <a:ext cx="344160" cy="1296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7355EC2B-76DE-F169-F9B6-3F023D9B589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70331" y="2789497"/>
                  <a:ext cx="356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21399B2B-D1F2-5057-B319-89AF15EDAFD6}"/>
                    </a:ext>
                  </a:extLst>
                </p14:cNvPr>
                <p14:cNvContentPartPr/>
                <p14:nvPr/>
              </p14:nvContentPartPr>
              <p14:xfrm>
                <a:off x="10330811" y="2788777"/>
                <a:ext cx="172080" cy="12780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21399B2B-D1F2-5057-B319-89AF15EDAF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24691" y="2782657"/>
                  <a:ext cx="18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8C9A8CFC-3BF3-9247-1A69-FECC1A5D3B1A}"/>
                    </a:ext>
                  </a:extLst>
                </p14:cNvPr>
                <p14:cNvContentPartPr/>
                <p14:nvPr/>
              </p14:nvContentPartPr>
              <p14:xfrm>
                <a:off x="8669411" y="2505097"/>
                <a:ext cx="2547000" cy="5958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8C9A8CFC-3BF3-9247-1A69-FECC1A5D3B1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63291" y="2498977"/>
                  <a:ext cx="25592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A3CD819-416F-8EC7-4778-0427146DE71A}"/>
                    </a:ext>
                  </a:extLst>
                </p14:cNvPr>
                <p14:cNvContentPartPr/>
                <p14:nvPr/>
              </p14:nvContentPartPr>
              <p14:xfrm>
                <a:off x="9285371" y="2843497"/>
                <a:ext cx="11160" cy="50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A3CD819-416F-8EC7-4778-0427146DE7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79251" y="2837377"/>
                  <a:ext cx="234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E6CD6BD3-9AD7-7043-AA57-FB22CFE81280}"/>
                    </a:ext>
                  </a:extLst>
                </p14:cNvPr>
                <p14:cNvContentPartPr/>
                <p14:nvPr/>
              </p14:nvContentPartPr>
              <p14:xfrm>
                <a:off x="10665611" y="2859337"/>
                <a:ext cx="21960" cy="32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E6CD6BD3-9AD7-7043-AA57-FB22CFE812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59491" y="2853217"/>
                  <a:ext cx="3420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BDD839C4-B748-3C63-5D24-47BB6993205E}"/>
              </a:ext>
            </a:extLst>
          </p:cNvPr>
          <p:cNvGrpSpPr/>
          <p:nvPr/>
        </p:nvGrpSpPr>
        <p:grpSpPr>
          <a:xfrm>
            <a:off x="595331" y="5026537"/>
            <a:ext cx="1187640" cy="183600"/>
            <a:chOff x="595331" y="5026537"/>
            <a:chExt cx="118764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5C81253C-4209-218F-156A-B62BE2AC7C64}"/>
                    </a:ext>
                  </a:extLst>
                </p14:cNvPr>
                <p14:cNvContentPartPr/>
                <p14:nvPr/>
              </p14:nvContentPartPr>
              <p14:xfrm>
                <a:off x="595331" y="5026537"/>
                <a:ext cx="507240" cy="14184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5C81253C-4209-218F-156A-B62BE2AC7C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9211" y="5020417"/>
                  <a:ext cx="519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536C74BD-5091-A2BC-B1CB-213E84F87F5B}"/>
                    </a:ext>
                  </a:extLst>
                </p14:cNvPr>
                <p14:cNvContentPartPr/>
                <p14:nvPr/>
              </p14:nvContentPartPr>
              <p14:xfrm>
                <a:off x="1178171" y="5070097"/>
                <a:ext cx="54720" cy="1400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536C74BD-5091-A2BC-B1CB-213E84F87F5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72051" y="5063977"/>
                  <a:ext cx="66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AB2CCB8-C3E7-6B36-AF78-E5051134970D}"/>
                    </a:ext>
                  </a:extLst>
                </p14:cNvPr>
                <p14:cNvContentPartPr/>
                <p14:nvPr/>
              </p14:nvContentPartPr>
              <p14:xfrm>
                <a:off x="1382651" y="5056417"/>
                <a:ext cx="109080" cy="1400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AB2CCB8-C3E7-6B36-AF78-E505113497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76531" y="5050297"/>
                  <a:ext cx="121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1E04201D-93AC-D0A3-906D-CD3A8079A347}"/>
                    </a:ext>
                  </a:extLst>
                </p14:cNvPr>
                <p14:cNvContentPartPr/>
                <p14:nvPr/>
              </p14:nvContentPartPr>
              <p14:xfrm>
                <a:off x="1567331" y="5085937"/>
                <a:ext cx="161280" cy="93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1E04201D-93AC-D0A3-906D-CD3A8079A34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61211" y="5079817"/>
                  <a:ext cx="173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A68D7901-AF1F-AB7A-D071-2FC05336C323}"/>
                    </a:ext>
                  </a:extLst>
                </p14:cNvPr>
                <p14:cNvContentPartPr/>
                <p14:nvPr/>
              </p14:nvContentPartPr>
              <p14:xfrm>
                <a:off x="1579931" y="5094937"/>
                <a:ext cx="203040" cy="331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A68D7901-AF1F-AB7A-D071-2FC05336C3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73811" y="5088817"/>
                  <a:ext cx="2152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3B734F9F-C28B-7DEE-7524-6A638E8253E2}"/>
              </a:ext>
            </a:extLst>
          </p:cNvPr>
          <p:cNvGrpSpPr/>
          <p:nvPr/>
        </p:nvGrpSpPr>
        <p:grpSpPr>
          <a:xfrm>
            <a:off x="1447091" y="1572337"/>
            <a:ext cx="1862280" cy="164160"/>
            <a:chOff x="1447091" y="1572337"/>
            <a:chExt cx="186228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4945C747-68A8-3DB2-ADB9-F5F1F0774DE3}"/>
                    </a:ext>
                  </a:extLst>
                </p14:cNvPr>
                <p14:cNvContentPartPr/>
                <p14:nvPr/>
              </p14:nvContentPartPr>
              <p14:xfrm>
                <a:off x="2365091" y="1572337"/>
                <a:ext cx="944280" cy="669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4945C747-68A8-3DB2-ADB9-F5F1F0774DE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58971" y="1566217"/>
                  <a:ext cx="956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43E98F3C-65B8-A87D-A352-684F5A386446}"/>
                    </a:ext>
                  </a:extLst>
                </p14:cNvPr>
                <p14:cNvContentPartPr/>
                <p14:nvPr/>
              </p14:nvContentPartPr>
              <p14:xfrm>
                <a:off x="1447091" y="1676017"/>
                <a:ext cx="1325160" cy="604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43E98F3C-65B8-A87D-A352-684F5A3864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40971" y="1669897"/>
                  <a:ext cx="13374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9CD22D41-748C-6686-CD90-150B527E20AC}"/>
              </a:ext>
            </a:extLst>
          </p:cNvPr>
          <p:cNvGrpSpPr/>
          <p:nvPr/>
        </p:nvGrpSpPr>
        <p:grpSpPr>
          <a:xfrm>
            <a:off x="2355731" y="5180257"/>
            <a:ext cx="1766160" cy="274320"/>
            <a:chOff x="2355731" y="5180257"/>
            <a:chExt cx="176616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563C4BF-BEAF-2E86-8D00-ECC2F5B77C6C}"/>
                    </a:ext>
                  </a:extLst>
                </p14:cNvPr>
                <p14:cNvContentPartPr/>
                <p14:nvPr/>
              </p14:nvContentPartPr>
              <p14:xfrm>
                <a:off x="2355731" y="5248297"/>
                <a:ext cx="159480" cy="2062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563C4BF-BEAF-2E86-8D00-ECC2F5B77C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49611" y="5242177"/>
                  <a:ext cx="171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71221D64-CEB2-3DA2-89D4-142019AFC2C8}"/>
                    </a:ext>
                  </a:extLst>
                </p14:cNvPr>
                <p14:cNvContentPartPr/>
                <p14:nvPr/>
              </p14:nvContentPartPr>
              <p14:xfrm>
                <a:off x="2644811" y="5180257"/>
                <a:ext cx="150840" cy="2559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71221D64-CEB2-3DA2-89D4-142019AFC2C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38691" y="5174137"/>
                  <a:ext cx="16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97071473-0848-A663-569E-8F06F9F594E5}"/>
                    </a:ext>
                  </a:extLst>
                </p14:cNvPr>
                <p14:cNvContentPartPr/>
                <p14:nvPr/>
              </p14:nvContentPartPr>
              <p14:xfrm>
                <a:off x="2843171" y="5268097"/>
                <a:ext cx="177840" cy="1335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97071473-0848-A663-569E-8F06F9F594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37051" y="5261977"/>
                  <a:ext cx="190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6E707B38-9C46-E309-FCA6-FC2A46953434}"/>
                    </a:ext>
                  </a:extLst>
                </p14:cNvPr>
                <p14:cNvContentPartPr/>
                <p14:nvPr/>
              </p14:nvContentPartPr>
              <p14:xfrm>
                <a:off x="3181571" y="5391217"/>
                <a:ext cx="65880" cy="3708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6E707B38-9C46-E309-FCA6-FC2A4695343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75451" y="5385097"/>
                  <a:ext cx="78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6295262E-21FA-28FA-69E7-6C519B33A436}"/>
                    </a:ext>
                  </a:extLst>
                </p14:cNvPr>
                <p14:cNvContentPartPr/>
                <p14:nvPr/>
              </p14:nvContentPartPr>
              <p14:xfrm>
                <a:off x="3453731" y="5335777"/>
                <a:ext cx="117360" cy="7812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6295262E-21FA-28FA-69E7-6C519B33A43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447611" y="5329657"/>
                  <a:ext cx="129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6D37127F-A631-C9BB-B411-BB595CA1EE28}"/>
                    </a:ext>
                  </a:extLst>
                </p14:cNvPr>
                <p14:cNvContentPartPr/>
                <p14:nvPr/>
              </p14:nvContentPartPr>
              <p14:xfrm>
                <a:off x="3646691" y="5306617"/>
                <a:ext cx="172440" cy="9504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6D37127F-A631-C9BB-B411-BB595CA1EE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40571" y="5300497"/>
                  <a:ext cx="184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764C2F23-155F-0ECE-477B-8CA68075AA72}"/>
                    </a:ext>
                  </a:extLst>
                </p14:cNvPr>
                <p14:cNvContentPartPr/>
                <p14:nvPr/>
              </p14:nvContentPartPr>
              <p14:xfrm>
                <a:off x="3915611" y="5304097"/>
                <a:ext cx="206280" cy="1238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764C2F23-155F-0ECE-477B-8CA68075AA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09491" y="5297977"/>
                  <a:ext cx="2185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9D9BE601-048B-5CDD-C6BF-F02068E11C9D}"/>
              </a:ext>
            </a:extLst>
          </p:cNvPr>
          <p:cNvGrpSpPr/>
          <p:nvPr/>
        </p:nvGrpSpPr>
        <p:grpSpPr>
          <a:xfrm>
            <a:off x="4390451" y="5349817"/>
            <a:ext cx="356400" cy="204480"/>
            <a:chOff x="4390451" y="5349817"/>
            <a:chExt cx="35640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176E22A4-E2EB-C8A2-8FFA-BD4F4A180399}"/>
                    </a:ext>
                  </a:extLst>
                </p14:cNvPr>
                <p14:cNvContentPartPr/>
                <p14:nvPr/>
              </p14:nvContentPartPr>
              <p14:xfrm>
                <a:off x="4390451" y="5404537"/>
                <a:ext cx="356400" cy="698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176E22A4-E2EB-C8A2-8FFA-BD4F4A18039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384331" y="5398417"/>
                  <a:ext cx="368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7979F290-0641-8C22-E43B-C181DC86AD7C}"/>
                    </a:ext>
                  </a:extLst>
                </p14:cNvPr>
                <p14:cNvContentPartPr/>
                <p14:nvPr/>
              </p14:nvContentPartPr>
              <p14:xfrm>
                <a:off x="4542731" y="5349817"/>
                <a:ext cx="74160" cy="20448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7979F290-0641-8C22-E43B-C181DC86AD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36611" y="5343697"/>
                  <a:ext cx="8640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40A5F11A-DF2A-384D-4FEC-3D031B0F5AE5}"/>
                  </a:ext>
                </a:extLst>
              </p14:cNvPr>
              <p14:cNvContentPartPr/>
              <p14:nvPr/>
            </p14:nvContentPartPr>
            <p14:xfrm>
              <a:off x="1578131" y="1744057"/>
              <a:ext cx="63360" cy="21240"/>
            </p14:xfrm>
          </p:contentPart>
        </mc:Choice>
        <mc:Fallback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40A5F11A-DF2A-384D-4FEC-3D031B0F5AE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572011" y="1737937"/>
                <a:ext cx="756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DE8C1956-2B36-4D6B-2A16-ACCA0BB52D5E}"/>
                  </a:ext>
                </a:extLst>
              </p14:cNvPr>
              <p14:cNvContentPartPr/>
              <p14:nvPr/>
            </p14:nvContentPartPr>
            <p14:xfrm>
              <a:off x="639251" y="2575657"/>
              <a:ext cx="21960" cy="16200"/>
            </p14:xfrm>
          </p:contentPart>
        </mc:Choice>
        <mc:Fallback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DE8C1956-2B36-4D6B-2A16-ACCA0BB52D5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33131" y="2569537"/>
                <a:ext cx="3420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66AC6A2B-1227-6E76-CC0B-250DA3C6CEC0}"/>
              </a:ext>
            </a:extLst>
          </p:cNvPr>
          <p:cNvGrpSpPr/>
          <p:nvPr/>
        </p:nvGrpSpPr>
        <p:grpSpPr>
          <a:xfrm>
            <a:off x="5074451" y="5429737"/>
            <a:ext cx="1730880" cy="334800"/>
            <a:chOff x="5074451" y="5429737"/>
            <a:chExt cx="17308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AEA02F85-A81A-BFCC-4D62-B76EEF4881B4}"/>
                    </a:ext>
                  </a:extLst>
                </p14:cNvPr>
                <p14:cNvContentPartPr/>
                <p14:nvPr/>
              </p14:nvContentPartPr>
              <p14:xfrm>
                <a:off x="5220971" y="5505337"/>
                <a:ext cx="33120" cy="302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AEA02F85-A81A-BFCC-4D62-B76EEF4881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14851" y="5499217"/>
                  <a:ext cx="45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DCF1C6D8-F451-6F19-83E1-8F1C26DF9B5F}"/>
                    </a:ext>
                  </a:extLst>
                </p14:cNvPr>
                <p14:cNvContentPartPr/>
                <p14:nvPr/>
              </p14:nvContentPartPr>
              <p14:xfrm>
                <a:off x="5074451" y="5450977"/>
                <a:ext cx="362160" cy="3135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DCF1C6D8-F451-6F19-83E1-8F1C26DF9B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68331" y="5444857"/>
                  <a:ext cx="374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BD4BA84F-038A-8887-62D3-51B0C10D0B4B}"/>
                    </a:ext>
                  </a:extLst>
                </p14:cNvPr>
                <p14:cNvContentPartPr/>
                <p14:nvPr/>
              </p14:nvContentPartPr>
              <p14:xfrm>
                <a:off x="5488811" y="5459977"/>
                <a:ext cx="122760" cy="23148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BD4BA84F-038A-8887-62D3-51B0C10D0B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82691" y="5453857"/>
                  <a:ext cx="135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D56F8C5B-3646-109E-4788-03089C9C32F4}"/>
                    </a:ext>
                  </a:extLst>
                </p14:cNvPr>
                <p14:cNvContentPartPr/>
                <p14:nvPr/>
              </p14:nvContentPartPr>
              <p14:xfrm>
                <a:off x="5835491" y="5652577"/>
                <a:ext cx="55080" cy="3168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D56F8C5B-3646-109E-4788-03089C9C32F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29371" y="5646457"/>
                  <a:ext cx="67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95D70B2A-1FD3-88C6-D0C0-C833EFD1E828}"/>
                    </a:ext>
                  </a:extLst>
                </p14:cNvPr>
                <p14:cNvContentPartPr/>
                <p14:nvPr/>
              </p14:nvContentPartPr>
              <p14:xfrm>
                <a:off x="6051491" y="5519737"/>
                <a:ext cx="183600" cy="15372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95D70B2A-1FD3-88C6-D0C0-C833EFD1E82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45371" y="5513617"/>
                  <a:ext cx="195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838E6BA5-E765-E1F8-1B4D-1D0CE41EB31D}"/>
                    </a:ext>
                  </a:extLst>
                </p14:cNvPr>
                <p14:cNvContentPartPr/>
                <p14:nvPr/>
              </p14:nvContentPartPr>
              <p14:xfrm>
                <a:off x="6334091" y="5429737"/>
                <a:ext cx="244440" cy="19548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838E6BA5-E765-E1F8-1B4D-1D0CE41EB3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27971" y="5423617"/>
                  <a:ext cx="256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C37AB356-EB7A-DAA8-E88D-2B60299D7116}"/>
                    </a:ext>
                  </a:extLst>
                </p14:cNvPr>
                <p14:cNvContentPartPr/>
                <p14:nvPr/>
              </p14:nvContentPartPr>
              <p14:xfrm>
                <a:off x="6645851" y="5433337"/>
                <a:ext cx="159480" cy="1875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C37AB356-EB7A-DAA8-E88D-2B60299D711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639731" y="5427217"/>
                  <a:ext cx="17172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Agrupar 221">
            <a:extLst>
              <a:ext uri="{FF2B5EF4-FFF2-40B4-BE49-F238E27FC236}">
                <a16:creationId xmlns:a16="http://schemas.microsoft.com/office/drawing/2014/main" id="{1C227E10-1D0D-83CA-6F54-466C66AEBE85}"/>
              </a:ext>
            </a:extLst>
          </p:cNvPr>
          <p:cNvGrpSpPr/>
          <p:nvPr/>
        </p:nvGrpSpPr>
        <p:grpSpPr>
          <a:xfrm>
            <a:off x="7118171" y="5480497"/>
            <a:ext cx="367200" cy="197280"/>
            <a:chOff x="7118171" y="5480497"/>
            <a:chExt cx="36720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A117414F-89AE-F47D-1C49-4786AE104D4F}"/>
                    </a:ext>
                  </a:extLst>
                </p14:cNvPr>
                <p14:cNvContentPartPr/>
                <p14:nvPr/>
              </p14:nvContentPartPr>
              <p14:xfrm>
                <a:off x="7118171" y="5522257"/>
                <a:ext cx="367200" cy="1555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A117414F-89AE-F47D-1C49-4786AE104D4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12051" y="5516137"/>
                  <a:ext cx="379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13606788-CB8D-1D31-F226-9CAD42D78040}"/>
                    </a:ext>
                  </a:extLst>
                </p14:cNvPr>
                <p14:cNvContentPartPr/>
                <p14:nvPr/>
              </p14:nvContentPartPr>
              <p14:xfrm>
                <a:off x="7140131" y="5480497"/>
                <a:ext cx="204840" cy="1490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13606788-CB8D-1D31-F226-9CAD42D7804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134011" y="5474377"/>
                  <a:ext cx="21708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914D991D-145E-D955-A8BB-09A0580BAF90}"/>
                  </a:ext>
                </a:extLst>
              </p14:cNvPr>
              <p14:cNvContentPartPr/>
              <p14:nvPr/>
            </p14:nvContentPartPr>
            <p14:xfrm>
              <a:off x="8141291" y="5255857"/>
              <a:ext cx="303120" cy="298440"/>
            </p14:xfrm>
          </p:contentPart>
        </mc:Choice>
        <mc:Fallback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914D991D-145E-D955-A8BB-09A0580BAF9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135171" y="5249737"/>
                <a:ext cx="315360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1C971AA9-74F8-A64E-6526-C7AE4C5A941A}"/>
              </a:ext>
            </a:extLst>
          </p:cNvPr>
          <p:cNvGrpSpPr/>
          <p:nvPr/>
        </p:nvGrpSpPr>
        <p:grpSpPr>
          <a:xfrm>
            <a:off x="2416571" y="5725657"/>
            <a:ext cx="2373840" cy="262080"/>
            <a:chOff x="2416571" y="5725657"/>
            <a:chExt cx="237384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7B8FAD68-455B-8DBF-8974-7DFAA4D26F1B}"/>
                    </a:ext>
                  </a:extLst>
                </p14:cNvPr>
                <p14:cNvContentPartPr/>
                <p14:nvPr/>
              </p14:nvContentPartPr>
              <p14:xfrm>
                <a:off x="2416571" y="5725657"/>
                <a:ext cx="185760" cy="21276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7B8FAD68-455B-8DBF-8974-7DFAA4D26F1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10451" y="5719537"/>
                  <a:ext cx="198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6ECE8EC5-4E63-0FDE-FB80-5B258EBA2115}"/>
                    </a:ext>
                  </a:extLst>
                </p14:cNvPr>
                <p14:cNvContentPartPr/>
                <p14:nvPr/>
              </p14:nvContentPartPr>
              <p14:xfrm>
                <a:off x="2718611" y="5750137"/>
                <a:ext cx="185760" cy="15336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6ECE8EC5-4E63-0FDE-FB80-5B258EBA211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12491" y="5744017"/>
                  <a:ext cx="198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B31CC532-0BCD-5629-CE91-497BDE900DCF}"/>
                    </a:ext>
                  </a:extLst>
                </p14:cNvPr>
                <p14:cNvContentPartPr/>
                <p14:nvPr/>
              </p14:nvContentPartPr>
              <p14:xfrm>
                <a:off x="2893571" y="5785057"/>
                <a:ext cx="182520" cy="11088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B31CC532-0BCD-5629-CE91-497BDE900DC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887451" y="5778937"/>
                  <a:ext cx="194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4B764C27-5757-3352-FF28-2F7C5C3B4F0B}"/>
                    </a:ext>
                  </a:extLst>
                </p14:cNvPr>
                <p14:cNvContentPartPr/>
                <p14:nvPr/>
              </p14:nvContentPartPr>
              <p14:xfrm>
                <a:off x="3269051" y="5926897"/>
                <a:ext cx="54720" cy="1404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4B764C27-5757-3352-FF28-2F7C5C3B4F0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62931" y="5920777"/>
                  <a:ext cx="66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857CDB5E-FAA1-C534-233C-FCBCCFAD9199}"/>
                    </a:ext>
                  </a:extLst>
                </p14:cNvPr>
                <p14:cNvContentPartPr/>
                <p14:nvPr/>
              </p14:nvContentPartPr>
              <p14:xfrm>
                <a:off x="3527171" y="5807737"/>
                <a:ext cx="229320" cy="12420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857CDB5E-FAA1-C534-233C-FCBCCFAD91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21051" y="5801617"/>
                  <a:ext cx="241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04CC62B8-099C-1930-3EA1-528122972C02}"/>
                    </a:ext>
                  </a:extLst>
                </p14:cNvPr>
                <p14:cNvContentPartPr/>
                <p14:nvPr/>
              </p14:nvContentPartPr>
              <p14:xfrm>
                <a:off x="3885731" y="5816737"/>
                <a:ext cx="215640" cy="15912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04CC62B8-099C-1930-3EA1-528122972C0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879611" y="5810617"/>
                  <a:ext cx="227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7F8BB235-71CC-F053-0A69-2A873715A1CA}"/>
                    </a:ext>
                  </a:extLst>
                </p14:cNvPr>
                <p14:cNvContentPartPr/>
                <p14:nvPr/>
              </p14:nvContentPartPr>
              <p14:xfrm>
                <a:off x="4109291" y="5839777"/>
                <a:ext cx="227880" cy="1479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7F8BB235-71CC-F053-0A69-2A873715A1C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03171" y="5833657"/>
                  <a:ext cx="240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832224B4-26AF-C882-F15B-D5BCC0003580}"/>
                    </a:ext>
                  </a:extLst>
                </p14:cNvPr>
                <p14:cNvContentPartPr/>
                <p14:nvPr/>
              </p14:nvContentPartPr>
              <p14:xfrm>
                <a:off x="4566491" y="5853457"/>
                <a:ext cx="223920" cy="295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832224B4-26AF-C882-F15B-D5BCC000358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60371" y="5847337"/>
                  <a:ext cx="23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B897A5C4-32EF-DB66-494F-69DE938E18F0}"/>
                    </a:ext>
                  </a:extLst>
                </p14:cNvPr>
                <p14:cNvContentPartPr/>
                <p14:nvPr/>
              </p14:nvContentPartPr>
              <p14:xfrm>
                <a:off x="4660091" y="5812777"/>
                <a:ext cx="54720" cy="15120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B897A5C4-32EF-DB66-494F-69DE938E18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53971" y="5806657"/>
                  <a:ext cx="6696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40B7C2F4-812D-1066-4889-EEC3EE596F4B}"/>
                  </a:ext>
                </a:extLst>
              </p14:cNvPr>
              <p14:cNvContentPartPr/>
              <p14:nvPr/>
            </p14:nvContentPartPr>
            <p14:xfrm>
              <a:off x="7818371" y="5475817"/>
              <a:ext cx="360" cy="360"/>
            </p14:xfrm>
          </p:contentPart>
        </mc:Choice>
        <mc:Fallback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40B7C2F4-812D-1066-4889-EEC3EE596F4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812251" y="546969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BB8DE245-9255-BC7A-E6BB-29237184030E}"/>
              </a:ext>
            </a:extLst>
          </p:cNvPr>
          <p:cNvGrpSpPr/>
          <p:nvPr/>
        </p:nvGrpSpPr>
        <p:grpSpPr>
          <a:xfrm>
            <a:off x="5631731" y="4514977"/>
            <a:ext cx="2521800" cy="675720"/>
            <a:chOff x="5631731" y="4514977"/>
            <a:chExt cx="2521800" cy="67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0A374872-88DD-E35C-0129-28C99AF2200C}"/>
                    </a:ext>
                  </a:extLst>
                </p14:cNvPr>
                <p14:cNvContentPartPr/>
                <p14:nvPr/>
              </p14:nvContentPartPr>
              <p14:xfrm>
                <a:off x="5631731" y="4514977"/>
                <a:ext cx="278640" cy="2491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0A374872-88DD-E35C-0129-28C99AF2200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625611" y="4508857"/>
                  <a:ext cx="290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B09CBA7-28CF-3127-7366-22684076189E}"/>
                    </a:ext>
                  </a:extLst>
                </p14:cNvPr>
                <p14:cNvContentPartPr/>
                <p14:nvPr/>
              </p14:nvContentPartPr>
              <p14:xfrm>
                <a:off x="6083171" y="4554937"/>
                <a:ext cx="172800" cy="1915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B09CBA7-28CF-3127-7366-22684076189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077051" y="4548817"/>
                  <a:ext cx="185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4852A736-9772-9B0D-570D-C4F2C31DCB11}"/>
                    </a:ext>
                  </a:extLst>
                </p14:cNvPr>
                <p14:cNvContentPartPr/>
                <p14:nvPr/>
              </p14:nvContentPartPr>
              <p14:xfrm>
                <a:off x="6282611" y="4577977"/>
                <a:ext cx="205560" cy="1429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4852A736-9772-9B0D-570D-C4F2C31DCB1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76491" y="4571857"/>
                  <a:ext cx="217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73F8C445-5DD6-85EF-3D10-3A067D52228A}"/>
                    </a:ext>
                  </a:extLst>
                </p14:cNvPr>
                <p14:cNvContentPartPr/>
                <p14:nvPr/>
              </p14:nvContentPartPr>
              <p14:xfrm>
                <a:off x="6546851" y="4689577"/>
                <a:ext cx="87120" cy="601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73F8C445-5DD6-85EF-3D10-3A067D52228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540731" y="4683457"/>
                  <a:ext cx="99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C941456E-E354-6154-5D58-22BE949A0DBD}"/>
                    </a:ext>
                  </a:extLst>
                </p14:cNvPr>
                <p14:cNvContentPartPr/>
                <p14:nvPr/>
              </p14:nvContentPartPr>
              <p14:xfrm>
                <a:off x="6750251" y="4616857"/>
                <a:ext cx="313560" cy="1458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C941456E-E354-6154-5D58-22BE949A0DB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44131" y="4610737"/>
                  <a:ext cx="325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02B8B1FE-EC20-98D7-73E3-78FFB990FCF3}"/>
                    </a:ext>
                  </a:extLst>
                </p14:cNvPr>
                <p14:cNvContentPartPr/>
                <p14:nvPr/>
              </p14:nvContentPartPr>
              <p14:xfrm>
                <a:off x="7064171" y="4576177"/>
                <a:ext cx="193680" cy="1558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02B8B1FE-EC20-98D7-73E3-78FFB990FCF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058051" y="4570057"/>
                  <a:ext cx="205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FD022EA-7DFA-7A09-89CE-51F87443257F}"/>
                    </a:ext>
                  </a:extLst>
                </p14:cNvPr>
                <p14:cNvContentPartPr/>
                <p14:nvPr/>
              </p14:nvContentPartPr>
              <p14:xfrm>
                <a:off x="7107371" y="4570417"/>
                <a:ext cx="442440" cy="1479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FD022EA-7DFA-7A09-89CE-51F87443257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101251" y="4564297"/>
                  <a:ext cx="454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5BD51DE4-6BFE-9709-89DD-3145BCCC0499}"/>
                    </a:ext>
                  </a:extLst>
                </p14:cNvPr>
                <p14:cNvContentPartPr/>
                <p14:nvPr/>
              </p14:nvContentPartPr>
              <p14:xfrm>
                <a:off x="5694731" y="4810537"/>
                <a:ext cx="1874160" cy="723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5BD51DE4-6BFE-9709-89DD-3145BCCC049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688611" y="4804417"/>
                  <a:ext cx="1886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6574382-68CD-30B3-B3D5-30A5D18F422E}"/>
                    </a:ext>
                  </a:extLst>
                </p14:cNvPr>
                <p14:cNvContentPartPr/>
                <p14:nvPr/>
              </p14:nvContentPartPr>
              <p14:xfrm>
                <a:off x="6212051" y="4967497"/>
                <a:ext cx="174240" cy="2232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6574382-68CD-30B3-B3D5-30A5D18F422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205931" y="4961377"/>
                  <a:ext cx="186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DA4E106-1E9F-B37A-57A5-026F556E20B6}"/>
                    </a:ext>
                  </a:extLst>
                </p14:cNvPr>
                <p14:cNvContentPartPr/>
                <p14:nvPr/>
              </p14:nvContentPartPr>
              <p14:xfrm>
                <a:off x="6459371" y="4976137"/>
                <a:ext cx="333000" cy="15372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DA4E106-1E9F-B37A-57A5-026F556E20B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453251" y="4970017"/>
                  <a:ext cx="345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EE3261B1-F6BE-26F6-CD49-6C81060C5650}"/>
                    </a:ext>
                  </a:extLst>
                </p14:cNvPr>
                <p14:cNvContentPartPr/>
                <p14:nvPr/>
              </p14:nvContentPartPr>
              <p14:xfrm>
                <a:off x="6804971" y="4917817"/>
                <a:ext cx="203400" cy="2199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EE3261B1-F6BE-26F6-CD49-6C81060C565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798851" y="4911697"/>
                  <a:ext cx="215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AE400287-00D4-33A1-F117-C63B6BE5BBD2}"/>
                    </a:ext>
                  </a:extLst>
                </p14:cNvPr>
                <p14:cNvContentPartPr/>
                <p14:nvPr/>
              </p14:nvContentPartPr>
              <p14:xfrm>
                <a:off x="6783731" y="4872817"/>
                <a:ext cx="451440" cy="2923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AE400287-00D4-33A1-F117-C63B6BE5BBD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777611" y="4866697"/>
                  <a:ext cx="463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C6BD4524-D6C9-A67A-C258-C93C83672371}"/>
                    </a:ext>
                  </a:extLst>
                </p14:cNvPr>
                <p14:cNvContentPartPr/>
                <p14:nvPr/>
              </p14:nvContentPartPr>
              <p14:xfrm>
                <a:off x="7257491" y="4540897"/>
                <a:ext cx="443880" cy="20664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C6BD4524-D6C9-A67A-C258-C93C8367237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251371" y="4534777"/>
                  <a:ext cx="456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2B18E83-D26E-B5CC-D346-E38D6931BB06}"/>
                    </a:ext>
                  </a:extLst>
                </p14:cNvPr>
                <p14:cNvContentPartPr/>
                <p14:nvPr/>
              </p14:nvContentPartPr>
              <p14:xfrm>
                <a:off x="6666371" y="4962097"/>
                <a:ext cx="117720" cy="1976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2B18E83-D26E-B5CC-D346-E38D6931BB0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60251" y="4955977"/>
                  <a:ext cx="129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A732B13-8FBD-8934-7701-920AD1EC1AF8}"/>
                    </a:ext>
                  </a:extLst>
                </p14:cNvPr>
                <p14:cNvContentPartPr/>
                <p14:nvPr/>
              </p14:nvContentPartPr>
              <p14:xfrm>
                <a:off x="7107371" y="4534057"/>
                <a:ext cx="119880" cy="2836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A732B13-8FBD-8934-7701-920AD1EC1AF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101251" y="4527937"/>
                  <a:ext cx="132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6CCFA68-4FA2-169F-5EDA-A09C917AA6AB}"/>
                    </a:ext>
                  </a:extLst>
                </p14:cNvPr>
                <p14:cNvContentPartPr/>
                <p14:nvPr/>
              </p14:nvContentPartPr>
              <p14:xfrm>
                <a:off x="7959491" y="4790737"/>
                <a:ext cx="194040" cy="378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6CCFA68-4FA2-169F-5EDA-A09C917AA6A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953371" y="4784617"/>
                  <a:ext cx="206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634551B3-1C58-661E-F4FB-8D9EC534D122}"/>
                    </a:ext>
                  </a:extLst>
                </p14:cNvPr>
                <p14:cNvContentPartPr/>
                <p14:nvPr/>
              </p14:nvContentPartPr>
              <p14:xfrm>
                <a:off x="7883531" y="4862017"/>
                <a:ext cx="258840" cy="370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634551B3-1C58-661E-F4FB-8D9EC534D12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77411" y="4855897"/>
                  <a:ext cx="271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2D4CF941-9720-AD3A-F8D2-97FD10DD9DC5}"/>
                    </a:ext>
                  </a:extLst>
                </p14:cNvPr>
                <p14:cNvContentPartPr/>
                <p14:nvPr/>
              </p14:nvContentPartPr>
              <p14:xfrm>
                <a:off x="6503291" y="5157217"/>
                <a:ext cx="11160" cy="720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2D4CF941-9720-AD3A-F8D2-97FD10DD9DC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497171" y="515109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2DD8CDE6-B092-B589-E50B-6DFA97883748}"/>
              </a:ext>
            </a:extLst>
          </p:cNvPr>
          <p:cNvGrpSpPr/>
          <p:nvPr/>
        </p:nvGrpSpPr>
        <p:grpSpPr>
          <a:xfrm>
            <a:off x="5351291" y="5875777"/>
            <a:ext cx="1971360" cy="274680"/>
            <a:chOff x="5351291" y="5875777"/>
            <a:chExt cx="197136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C93C5673-A211-F131-C607-AD35943197A5}"/>
                    </a:ext>
                  </a:extLst>
                </p14:cNvPr>
                <p14:cNvContentPartPr/>
                <p14:nvPr/>
              </p14:nvContentPartPr>
              <p14:xfrm>
                <a:off x="5351291" y="5881177"/>
                <a:ext cx="204120" cy="21492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C93C5673-A211-F131-C607-AD35943197A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345171" y="5875057"/>
                  <a:ext cx="216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6E2542B9-DB31-29FE-D5D9-6CA6E9225FA0}"/>
                    </a:ext>
                  </a:extLst>
                </p14:cNvPr>
                <p14:cNvContentPartPr/>
                <p14:nvPr/>
              </p14:nvContentPartPr>
              <p14:xfrm>
                <a:off x="5641091" y="5875777"/>
                <a:ext cx="388800" cy="27468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6E2542B9-DB31-29FE-D5D9-6CA6E9225FA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634971" y="5869657"/>
                  <a:ext cx="401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DE2A9017-38A9-CDB7-617B-BBCF0B106C25}"/>
                    </a:ext>
                  </a:extLst>
                </p14:cNvPr>
                <p14:cNvContentPartPr/>
                <p14:nvPr/>
              </p14:nvContentPartPr>
              <p14:xfrm>
                <a:off x="6118091" y="6078457"/>
                <a:ext cx="31320" cy="3204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DE2A9017-38A9-CDB7-617B-BBCF0B106C2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111971" y="6072337"/>
                  <a:ext cx="43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870D49E8-D459-D55E-D6EF-CE6CA1C8B905}"/>
                    </a:ext>
                  </a:extLst>
                </p14:cNvPr>
                <p14:cNvContentPartPr/>
                <p14:nvPr/>
              </p14:nvContentPartPr>
              <p14:xfrm>
                <a:off x="6352811" y="5885857"/>
                <a:ext cx="243720" cy="16524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870D49E8-D459-D55E-D6EF-CE6CA1C8B90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346691" y="5879737"/>
                  <a:ext cx="255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F9D90821-2C55-1756-8AAC-435F67E5B4BE}"/>
                    </a:ext>
                  </a:extLst>
                </p14:cNvPr>
                <p14:cNvContentPartPr/>
                <p14:nvPr/>
              </p14:nvContentPartPr>
              <p14:xfrm>
                <a:off x="6717851" y="5911057"/>
                <a:ext cx="219600" cy="1371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F9D90821-2C55-1756-8AAC-435F67E5B4B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711731" y="5904937"/>
                  <a:ext cx="231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1CCE08F9-C7D5-E8D9-559F-3A595AB2535E}"/>
                    </a:ext>
                  </a:extLst>
                </p14:cNvPr>
                <p14:cNvContentPartPr/>
                <p14:nvPr/>
              </p14:nvContentPartPr>
              <p14:xfrm>
                <a:off x="7051931" y="5933737"/>
                <a:ext cx="270720" cy="13284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1CCE08F9-C7D5-E8D9-559F-3A595AB2535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045811" y="5927617"/>
                  <a:ext cx="282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C3A6434B-28EC-E8DC-A797-75EC2E2849B9}"/>
                    </a:ext>
                  </a:extLst>
                </p14:cNvPr>
                <p14:cNvContentPartPr/>
                <p14:nvPr/>
              </p14:nvContentPartPr>
              <p14:xfrm>
                <a:off x="5953211" y="6133177"/>
                <a:ext cx="21960" cy="1620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C3A6434B-28EC-E8DC-A797-75EC2E2849B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947091" y="6127057"/>
                  <a:ext cx="342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51" name="Tinta 250">
                <a:extLst>
                  <a:ext uri="{FF2B5EF4-FFF2-40B4-BE49-F238E27FC236}">
                    <a16:creationId xmlns:a16="http://schemas.microsoft.com/office/drawing/2014/main" id="{7C17515E-6432-2867-9A32-BD21CBF48449}"/>
                  </a:ext>
                </a:extLst>
              </p14:cNvPr>
              <p14:cNvContentPartPr/>
              <p14:nvPr/>
            </p14:nvContentPartPr>
            <p14:xfrm>
              <a:off x="3657131" y="6467977"/>
              <a:ext cx="34200" cy="42840"/>
            </p14:xfrm>
          </p:contentPart>
        </mc:Choice>
        <mc:Fallback>
          <p:pic>
            <p:nvPicPr>
              <p:cNvPr id="251" name="Tinta 250">
                <a:extLst>
                  <a:ext uri="{FF2B5EF4-FFF2-40B4-BE49-F238E27FC236}">
                    <a16:creationId xmlns:a16="http://schemas.microsoft.com/office/drawing/2014/main" id="{7C17515E-6432-2867-9A32-BD21CBF48449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651011" y="6461857"/>
                <a:ext cx="4644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AC3D72C4-5003-4DEE-0D00-64887347A033}"/>
              </a:ext>
            </a:extLst>
          </p:cNvPr>
          <p:cNvGrpSpPr/>
          <p:nvPr/>
        </p:nvGrpSpPr>
        <p:grpSpPr>
          <a:xfrm>
            <a:off x="3948731" y="6231817"/>
            <a:ext cx="911520" cy="253800"/>
            <a:chOff x="3948731" y="6231817"/>
            <a:chExt cx="9115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6214BFF5-65D2-07D3-475C-84A807D0D273}"/>
                    </a:ext>
                  </a:extLst>
                </p14:cNvPr>
                <p14:cNvContentPartPr/>
                <p14:nvPr/>
              </p14:nvContentPartPr>
              <p14:xfrm>
                <a:off x="3948731" y="6261697"/>
                <a:ext cx="233280" cy="21204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6214BFF5-65D2-07D3-475C-84A807D0D27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942611" y="6255577"/>
                  <a:ext cx="245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AC1BF5BB-3BA9-B3CC-00C4-AF2DCF5A10D9}"/>
                    </a:ext>
                  </a:extLst>
                </p14:cNvPr>
                <p14:cNvContentPartPr/>
                <p14:nvPr/>
              </p14:nvContentPartPr>
              <p14:xfrm>
                <a:off x="4272011" y="6231817"/>
                <a:ext cx="262080" cy="19872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AC1BF5BB-3BA9-B3CC-00C4-AF2DCF5A10D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265891" y="6225697"/>
                  <a:ext cx="274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B16CF6CB-B25A-D23B-E392-3DF26C3CDB3D}"/>
                    </a:ext>
                  </a:extLst>
                </p14:cNvPr>
                <p14:cNvContentPartPr/>
                <p14:nvPr/>
              </p14:nvContentPartPr>
              <p14:xfrm>
                <a:off x="4498451" y="6251977"/>
                <a:ext cx="361800" cy="23364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B16CF6CB-B25A-D23B-E392-3DF26C3CDB3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492331" y="6245857"/>
                  <a:ext cx="37404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Agrupar 264">
            <a:extLst>
              <a:ext uri="{FF2B5EF4-FFF2-40B4-BE49-F238E27FC236}">
                <a16:creationId xmlns:a16="http://schemas.microsoft.com/office/drawing/2014/main" id="{B1EB8733-E191-4525-72F4-917073788D9B}"/>
              </a:ext>
            </a:extLst>
          </p:cNvPr>
          <p:cNvGrpSpPr/>
          <p:nvPr/>
        </p:nvGrpSpPr>
        <p:grpSpPr>
          <a:xfrm>
            <a:off x="7842131" y="6206617"/>
            <a:ext cx="1767600" cy="240840"/>
            <a:chOff x="7842131" y="6206617"/>
            <a:chExt cx="17676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1F102D3E-CE49-D317-4E5A-C861F7BE48DF}"/>
                    </a:ext>
                  </a:extLst>
                </p14:cNvPr>
                <p14:cNvContentPartPr/>
                <p14:nvPr/>
              </p14:nvContentPartPr>
              <p14:xfrm>
                <a:off x="7842131" y="6222097"/>
                <a:ext cx="417960" cy="12636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1F102D3E-CE49-D317-4E5A-C861F7BE48D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836011" y="6215977"/>
                  <a:ext cx="430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A31DFAE5-874B-B764-D78B-3EE3C3C71724}"/>
                    </a:ext>
                  </a:extLst>
                </p14:cNvPr>
                <p14:cNvContentPartPr/>
                <p14:nvPr/>
              </p14:nvContentPartPr>
              <p14:xfrm>
                <a:off x="8294291" y="6288697"/>
                <a:ext cx="150480" cy="15876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A31DFAE5-874B-B764-D78B-3EE3C3C7172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288171" y="6282577"/>
                  <a:ext cx="162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C582BC6E-BFD6-5887-F992-9623FB354B2A}"/>
                    </a:ext>
                  </a:extLst>
                </p14:cNvPr>
                <p14:cNvContentPartPr/>
                <p14:nvPr/>
              </p14:nvContentPartPr>
              <p14:xfrm>
                <a:off x="8584811" y="6206617"/>
                <a:ext cx="194400" cy="1724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C582BC6E-BFD6-5887-F992-9623FB354B2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578691" y="6200497"/>
                  <a:ext cx="206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A1CE6EFA-DAA3-FB64-D9DE-E6E4782DC340}"/>
                    </a:ext>
                  </a:extLst>
                </p14:cNvPr>
                <p14:cNvContentPartPr/>
                <p14:nvPr/>
              </p14:nvContentPartPr>
              <p14:xfrm>
                <a:off x="8865971" y="6227137"/>
                <a:ext cx="41760" cy="14112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A1CE6EFA-DAA3-FB64-D9DE-E6E4782DC34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59851" y="6221017"/>
                  <a:ext cx="54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8FCBF7D8-FD4E-B15B-5F04-7704BD9B06F0}"/>
                    </a:ext>
                  </a:extLst>
                </p14:cNvPr>
                <p14:cNvContentPartPr/>
                <p14:nvPr/>
              </p14:nvContentPartPr>
              <p14:xfrm>
                <a:off x="8939771" y="6218137"/>
                <a:ext cx="109080" cy="12636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8FCBF7D8-FD4E-B15B-5F04-7704BD9B06F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933651" y="6212017"/>
                  <a:ext cx="121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D681CE98-DBE9-7972-4C2F-405288577C55}"/>
                    </a:ext>
                  </a:extLst>
                </p14:cNvPr>
                <p14:cNvContentPartPr/>
                <p14:nvPr/>
              </p14:nvContentPartPr>
              <p14:xfrm>
                <a:off x="9154331" y="6318937"/>
                <a:ext cx="142200" cy="7308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D681CE98-DBE9-7972-4C2F-405288577C5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148211" y="6312817"/>
                  <a:ext cx="154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B62C12A4-A175-3EFA-C53C-264267892C93}"/>
                    </a:ext>
                  </a:extLst>
                </p14:cNvPr>
                <p14:cNvContentPartPr/>
                <p14:nvPr/>
              </p14:nvContentPartPr>
              <p14:xfrm>
                <a:off x="9415331" y="6245137"/>
                <a:ext cx="150840" cy="3096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B62C12A4-A175-3EFA-C53C-264267892C9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409211" y="6239017"/>
                  <a:ext cx="163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AC6E0D59-181C-F34C-4E42-736E8CF61CD8}"/>
                    </a:ext>
                  </a:extLst>
                </p14:cNvPr>
                <p14:cNvContentPartPr/>
                <p14:nvPr/>
              </p14:nvContentPartPr>
              <p14:xfrm>
                <a:off x="9328931" y="6272857"/>
                <a:ext cx="280800" cy="2592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AC6E0D59-181C-F34C-4E42-736E8CF61CD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322811" y="6266737"/>
                  <a:ext cx="2930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8580D140-2A45-0390-FEC5-ECF6E498CB7C}"/>
              </a:ext>
            </a:extLst>
          </p:cNvPr>
          <p:cNvGrpSpPr/>
          <p:nvPr/>
        </p:nvGrpSpPr>
        <p:grpSpPr>
          <a:xfrm>
            <a:off x="2686571" y="6254497"/>
            <a:ext cx="767880" cy="249840"/>
            <a:chOff x="2686571" y="6254497"/>
            <a:chExt cx="76788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D65D818E-F726-F324-F516-8DD978A6635D}"/>
                    </a:ext>
                  </a:extLst>
                </p14:cNvPr>
                <p14:cNvContentPartPr/>
                <p14:nvPr/>
              </p14:nvContentPartPr>
              <p14:xfrm>
                <a:off x="2686571" y="6287977"/>
                <a:ext cx="185400" cy="2163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D65D818E-F726-F324-F516-8DD978A6635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680451" y="6281857"/>
                  <a:ext cx="197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2E87FB82-530F-7077-BE5C-FDB49B24D907}"/>
                    </a:ext>
                  </a:extLst>
                </p14:cNvPr>
                <p14:cNvContentPartPr/>
                <p14:nvPr/>
              </p14:nvContentPartPr>
              <p14:xfrm>
                <a:off x="2947931" y="6254497"/>
                <a:ext cx="285480" cy="18612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2E87FB82-530F-7077-BE5C-FDB49B24D90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941811" y="6248377"/>
                  <a:ext cx="297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1B9ABAA1-F79E-8338-513A-5932289D0259}"/>
                    </a:ext>
                  </a:extLst>
                </p14:cNvPr>
                <p14:cNvContentPartPr/>
                <p14:nvPr/>
              </p14:nvContentPartPr>
              <p14:xfrm>
                <a:off x="3216851" y="6286897"/>
                <a:ext cx="237600" cy="20988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1B9ABAA1-F79E-8338-513A-5932289D025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210731" y="6280777"/>
                  <a:ext cx="249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735F8B89-8CB5-6FD7-314A-1173B617CBEB}"/>
                    </a:ext>
                  </a:extLst>
                </p14:cNvPr>
                <p14:cNvContentPartPr/>
                <p14:nvPr/>
              </p14:nvContentPartPr>
              <p14:xfrm>
                <a:off x="3119291" y="6344137"/>
                <a:ext cx="87120" cy="507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735F8B89-8CB5-6FD7-314A-1173B617CBE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113171" y="6338017"/>
                  <a:ext cx="993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68" name="Tinta 267">
                <a:extLst>
                  <a:ext uri="{FF2B5EF4-FFF2-40B4-BE49-F238E27FC236}">
                    <a16:creationId xmlns:a16="http://schemas.microsoft.com/office/drawing/2014/main" id="{11DB3271-EA4B-2BC2-05C6-6D888E74A577}"/>
                  </a:ext>
                </a:extLst>
              </p14:cNvPr>
              <p14:cNvContentPartPr/>
              <p14:nvPr/>
            </p14:nvContentPartPr>
            <p14:xfrm>
              <a:off x="145331" y="1549297"/>
              <a:ext cx="1205640" cy="48240"/>
            </p14:xfrm>
          </p:contentPart>
        </mc:Choice>
        <mc:Fallback>
          <p:pic>
            <p:nvPicPr>
              <p:cNvPr id="268" name="Tinta 267">
                <a:extLst>
                  <a:ext uri="{FF2B5EF4-FFF2-40B4-BE49-F238E27FC236}">
                    <a16:creationId xmlns:a16="http://schemas.microsoft.com/office/drawing/2014/main" id="{11DB3271-EA4B-2BC2-05C6-6D888E74A577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39211" y="1543177"/>
                <a:ext cx="121788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B42A6CCB-5436-2DC9-AB46-ABD7A28AABD1}"/>
              </a:ext>
            </a:extLst>
          </p:cNvPr>
          <p:cNvGrpSpPr/>
          <p:nvPr/>
        </p:nvGrpSpPr>
        <p:grpSpPr>
          <a:xfrm>
            <a:off x="10008611" y="5787577"/>
            <a:ext cx="2263680" cy="550080"/>
            <a:chOff x="10008611" y="5787577"/>
            <a:chExt cx="2263680" cy="55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81E95E00-7287-9B05-2CE9-02859746C510}"/>
                    </a:ext>
                  </a:extLst>
                </p14:cNvPr>
                <p14:cNvContentPartPr/>
                <p14:nvPr/>
              </p14:nvContentPartPr>
              <p14:xfrm>
                <a:off x="10008611" y="5965777"/>
                <a:ext cx="194400" cy="25272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81E95E00-7287-9B05-2CE9-02859746C51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02491" y="5959657"/>
                  <a:ext cx="206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0D735A4C-0862-BC84-6936-A36B04E75D19}"/>
                    </a:ext>
                  </a:extLst>
                </p14:cNvPr>
                <p14:cNvContentPartPr/>
                <p14:nvPr/>
              </p14:nvContentPartPr>
              <p14:xfrm>
                <a:off x="10341611" y="5920057"/>
                <a:ext cx="150840" cy="17280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0D735A4C-0862-BC84-6936-A36B04E75D1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335491" y="5913937"/>
                  <a:ext cx="163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87AD3BB9-0CC0-1188-A50B-2683852344F8}"/>
                    </a:ext>
                  </a:extLst>
                </p14:cNvPr>
                <p14:cNvContentPartPr/>
                <p14:nvPr/>
              </p14:nvContentPartPr>
              <p14:xfrm>
                <a:off x="10555091" y="5849857"/>
                <a:ext cx="176040" cy="22356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87AD3BB9-0CC0-1188-A50B-2683852344F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548971" y="5843737"/>
                  <a:ext cx="188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97E94301-CD35-0E00-FB09-998087CDC190}"/>
                    </a:ext>
                  </a:extLst>
                </p14:cNvPr>
                <p14:cNvContentPartPr/>
                <p14:nvPr/>
              </p14:nvContentPartPr>
              <p14:xfrm>
                <a:off x="10891331" y="6038857"/>
                <a:ext cx="43920" cy="4608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97E94301-CD35-0E00-FB09-998087CDC19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885211" y="6032737"/>
                  <a:ext cx="56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6EAC64FC-13A4-487F-0FFE-D9E658AE8BA7}"/>
                    </a:ext>
                  </a:extLst>
                </p14:cNvPr>
                <p14:cNvContentPartPr/>
                <p14:nvPr/>
              </p14:nvContentPartPr>
              <p14:xfrm>
                <a:off x="11085011" y="5859937"/>
                <a:ext cx="195480" cy="1756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6EAC64FC-13A4-487F-0FFE-D9E658AE8BA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078891" y="5853817"/>
                  <a:ext cx="207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55147912-80DB-DC74-6406-E0787CDEEA25}"/>
                    </a:ext>
                  </a:extLst>
                </p14:cNvPr>
                <p14:cNvContentPartPr/>
                <p14:nvPr/>
              </p14:nvContentPartPr>
              <p14:xfrm>
                <a:off x="11354651" y="5891257"/>
                <a:ext cx="248760" cy="1537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55147912-80DB-DC74-6406-E0787CDEEA2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348531" y="5885137"/>
                  <a:ext cx="261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09951232-6BF2-AA69-E6C2-87631253E150}"/>
                    </a:ext>
                  </a:extLst>
                </p14:cNvPr>
                <p14:cNvContentPartPr/>
                <p14:nvPr/>
              </p14:nvContentPartPr>
              <p14:xfrm>
                <a:off x="11634011" y="5856697"/>
                <a:ext cx="330840" cy="11016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09951232-6BF2-AA69-E6C2-87631253E15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627891" y="5850577"/>
                  <a:ext cx="343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6E538065-6CF2-DBBE-02AE-990A57AC92EA}"/>
                    </a:ext>
                  </a:extLst>
                </p14:cNvPr>
                <p14:cNvContentPartPr/>
                <p14:nvPr/>
              </p14:nvContentPartPr>
              <p14:xfrm>
                <a:off x="10223891" y="6124177"/>
                <a:ext cx="1595880" cy="6444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6E538065-6CF2-DBBE-02AE-990A57AC92E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217771" y="6118057"/>
                  <a:ext cx="1608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1B30CBEF-80A3-4781-E6A3-0D2AF7C65CF0}"/>
                    </a:ext>
                  </a:extLst>
                </p14:cNvPr>
                <p14:cNvContentPartPr/>
                <p14:nvPr/>
              </p14:nvContentPartPr>
              <p14:xfrm>
                <a:off x="10890971" y="6160537"/>
                <a:ext cx="214920" cy="14184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1B30CBEF-80A3-4781-E6A3-0D2AF7C65CF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884851" y="6154417"/>
                  <a:ext cx="227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9E45BA50-1149-7528-849D-D00A2CA15DCB}"/>
                    </a:ext>
                  </a:extLst>
                </p14:cNvPr>
                <p14:cNvContentPartPr/>
                <p14:nvPr/>
              </p14:nvContentPartPr>
              <p14:xfrm>
                <a:off x="11182571" y="6211297"/>
                <a:ext cx="150120" cy="10800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9E45BA50-1149-7528-849D-D00A2CA15DC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176451" y="6205177"/>
                  <a:ext cx="162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067CEF96-CA31-BCEC-B393-CA2B88DF6054}"/>
                    </a:ext>
                  </a:extLst>
                </p14:cNvPr>
                <p14:cNvContentPartPr/>
                <p14:nvPr/>
              </p14:nvContentPartPr>
              <p14:xfrm>
                <a:off x="11142251" y="6218137"/>
                <a:ext cx="305280" cy="11952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067CEF96-CA31-BCEC-B393-CA2B88DF605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136131" y="6212017"/>
                  <a:ext cx="31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ECC64F6D-8973-24F5-1578-F17DA9B7F278}"/>
                    </a:ext>
                  </a:extLst>
                </p14:cNvPr>
                <p14:cNvContentPartPr/>
                <p14:nvPr/>
              </p14:nvContentPartPr>
              <p14:xfrm>
                <a:off x="11517371" y="5787577"/>
                <a:ext cx="754920" cy="25092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ECC64F6D-8973-24F5-1578-F17DA9B7F27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511251" y="5781457"/>
                  <a:ext cx="767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FD8B44E6-F4C9-66D4-FB19-4AF6F9E62116}"/>
                    </a:ext>
                  </a:extLst>
                </p14:cNvPr>
                <p14:cNvContentPartPr/>
                <p14:nvPr/>
              </p14:nvContentPartPr>
              <p14:xfrm>
                <a:off x="11311091" y="6174577"/>
                <a:ext cx="11160" cy="1404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FD8B44E6-F4C9-66D4-FB19-4AF6F9E6211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304971" y="6168457"/>
                  <a:ext cx="2340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87" name="Tinta 286">
                <a:extLst>
                  <a:ext uri="{FF2B5EF4-FFF2-40B4-BE49-F238E27FC236}">
                    <a16:creationId xmlns:a16="http://schemas.microsoft.com/office/drawing/2014/main" id="{99CF80A9-4BB9-4BDD-2B2E-AE6249FB6447}"/>
                  </a:ext>
                </a:extLst>
              </p14:cNvPr>
              <p14:cNvContentPartPr/>
              <p14:nvPr/>
            </p14:nvContentPartPr>
            <p14:xfrm>
              <a:off x="9363131" y="6546097"/>
              <a:ext cx="284760" cy="8640"/>
            </p14:xfrm>
          </p:contentPart>
        </mc:Choice>
        <mc:Fallback>
          <p:pic>
            <p:nvPicPr>
              <p:cNvPr id="287" name="Tinta 286">
                <a:extLst>
                  <a:ext uri="{FF2B5EF4-FFF2-40B4-BE49-F238E27FC236}">
                    <a16:creationId xmlns:a16="http://schemas.microsoft.com/office/drawing/2014/main" id="{99CF80A9-4BB9-4BDD-2B2E-AE6249FB6447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357011" y="6539977"/>
                <a:ext cx="2970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88" name="Tinta 287">
                <a:extLst>
                  <a:ext uri="{FF2B5EF4-FFF2-40B4-BE49-F238E27FC236}">
                    <a16:creationId xmlns:a16="http://schemas.microsoft.com/office/drawing/2014/main" id="{BFDD1463-56D9-A454-E5ED-666DE6C7DE45}"/>
                  </a:ext>
                </a:extLst>
              </p14:cNvPr>
              <p14:cNvContentPartPr/>
              <p14:nvPr/>
            </p14:nvContentPartPr>
            <p14:xfrm>
              <a:off x="9404891" y="6726817"/>
              <a:ext cx="343800" cy="37080"/>
            </p14:xfrm>
          </p:contentPart>
        </mc:Choice>
        <mc:Fallback>
          <p:pic>
            <p:nvPicPr>
              <p:cNvPr id="288" name="Tinta 287">
                <a:extLst>
                  <a:ext uri="{FF2B5EF4-FFF2-40B4-BE49-F238E27FC236}">
                    <a16:creationId xmlns:a16="http://schemas.microsoft.com/office/drawing/2014/main" id="{BFDD1463-56D9-A454-E5ED-666DE6C7DE45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98771" y="6720697"/>
                <a:ext cx="35604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Agrupar 301">
            <a:extLst>
              <a:ext uri="{FF2B5EF4-FFF2-40B4-BE49-F238E27FC236}">
                <a16:creationId xmlns:a16="http://schemas.microsoft.com/office/drawing/2014/main" id="{4B3432BB-EFA0-493F-5FD3-738BB208E94D}"/>
              </a:ext>
            </a:extLst>
          </p:cNvPr>
          <p:cNvGrpSpPr/>
          <p:nvPr/>
        </p:nvGrpSpPr>
        <p:grpSpPr>
          <a:xfrm>
            <a:off x="10264571" y="6428377"/>
            <a:ext cx="2568240" cy="412560"/>
            <a:chOff x="10264571" y="6428377"/>
            <a:chExt cx="256824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8CDFA833-D3DB-2553-3C0D-0DE5E218254F}"/>
                    </a:ext>
                  </a:extLst>
                </p14:cNvPr>
                <p14:cNvContentPartPr/>
                <p14:nvPr/>
              </p14:nvContentPartPr>
              <p14:xfrm>
                <a:off x="10264571" y="6529897"/>
                <a:ext cx="316800" cy="27720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8CDFA833-D3DB-2553-3C0D-0DE5E218254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258451" y="6523777"/>
                  <a:ext cx="329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497071AC-5FBA-F8A7-6400-12FE5F80807B}"/>
                    </a:ext>
                  </a:extLst>
                </p14:cNvPr>
                <p14:cNvContentPartPr/>
                <p14:nvPr/>
              </p14:nvContentPartPr>
              <p14:xfrm>
                <a:off x="10674611" y="6582097"/>
                <a:ext cx="213120" cy="15948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497071AC-5FBA-F8A7-6400-12FE5F80807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68491" y="6575977"/>
                  <a:ext cx="225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6D0922BE-191A-78FD-7E70-05AFC87DF45F}"/>
                    </a:ext>
                  </a:extLst>
                </p14:cNvPr>
                <p14:cNvContentPartPr/>
                <p14:nvPr/>
              </p14:nvContentPartPr>
              <p14:xfrm>
                <a:off x="10912571" y="6611977"/>
                <a:ext cx="248400" cy="17208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6D0922BE-191A-78FD-7E70-05AFC87DF45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906451" y="6605857"/>
                  <a:ext cx="2606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BF1E6D37-CEB0-72D7-E925-2E8CB0C7BA18}"/>
                    </a:ext>
                  </a:extLst>
                </p14:cNvPr>
                <p14:cNvContentPartPr/>
                <p14:nvPr/>
              </p14:nvContentPartPr>
              <p14:xfrm>
                <a:off x="11171771" y="6639337"/>
                <a:ext cx="194040" cy="15588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BF1E6D37-CEB0-72D7-E925-2E8CB0C7BA1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165651" y="6633217"/>
                  <a:ext cx="206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87330DF2-49B5-33FE-0EE0-78235010D6A5}"/>
                    </a:ext>
                  </a:extLst>
                </p14:cNvPr>
                <p14:cNvContentPartPr/>
                <p14:nvPr/>
              </p14:nvContentPartPr>
              <p14:xfrm>
                <a:off x="11559491" y="6570577"/>
                <a:ext cx="271080" cy="20448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87330DF2-49B5-33FE-0EE0-78235010D6A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553371" y="6564457"/>
                  <a:ext cx="283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8BAB488B-2C4A-CDBF-9B18-001EC48A6B2A}"/>
                    </a:ext>
                  </a:extLst>
                </p14:cNvPr>
                <p14:cNvContentPartPr/>
                <p14:nvPr/>
              </p14:nvContentPartPr>
              <p14:xfrm>
                <a:off x="11753171" y="6597937"/>
                <a:ext cx="227880" cy="19044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8BAB488B-2C4A-CDBF-9B18-001EC48A6B2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747051" y="6591817"/>
                  <a:ext cx="240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0E7F4303-295B-B6FF-2D36-C70B26C89C8B}"/>
                    </a:ext>
                  </a:extLst>
                </p14:cNvPr>
                <p14:cNvContentPartPr/>
                <p14:nvPr/>
              </p14:nvContentPartPr>
              <p14:xfrm>
                <a:off x="11850731" y="6508657"/>
                <a:ext cx="75600" cy="25632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0E7F4303-295B-B6FF-2D36-C70B26C89C8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844611" y="6502537"/>
                  <a:ext cx="87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80C14774-2521-C253-AA08-BF43D16B3973}"/>
                    </a:ext>
                  </a:extLst>
                </p14:cNvPr>
                <p14:cNvContentPartPr/>
                <p14:nvPr/>
              </p14:nvContentPartPr>
              <p14:xfrm>
                <a:off x="11904371" y="6488137"/>
                <a:ext cx="141480" cy="22932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80C14774-2521-C253-AA08-BF43D16B397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898251" y="6482017"/>
                  <a:ext cx="153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AE2F40CF-D632-6AEA-1523-0B83755DE2E7}"/>
                    </a:ext>
                  </a:extLst>
                </p14:cNvPr>
                <p14:cNvContentPartPr/>
                <p14:nvPr/>
              </p14:nvContentPartPr>
              <p14:xfrm>
                <a:off x="12141251" y="6428377"/>
                <a:ext cx="76320" cy="40392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AE2F40CF-D632-6AEA-1523-0B83755DE2E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2135131" y="6422257"/>
                  <a:ext cx="885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4646BF2F-D6CF-D6E6-1D9D-ECEE73DF8343}"/>
                    </a:ext>
                  </a:extLst>
                </p14:cNvPr>
                <p14:cNvContentPartPr/>
                <p14:nvPr/>
              </p14:nvContentPartPr>
              <p14:xfrm>
                <a:off x="12336731" y="6623497"/>
                <a:ext cx="33120" cy="720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4646BF2F-D6CF-D6E6-1D9D-ECEE73DF834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2330611" y="661737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F9ABA9C1-FBB5-3600-6A6A-3B977937DECD}"/>
                    </a:ext>
                  </a:extLst>
                </p14:cNvPr>
                <p14:cNvContentPartPr/>
                <p14:nvPr/>
              </p14:nvContentPartPr>
              <p14:xfrm>
                <a:off x="12195611" y="6585337"/>
                <a:ext cx="292680" cy="21132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F9ABA9C1-FBB5-3600-6A6A-3B977937DEC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2189491" y="6579217"/>
                  <a:ext cx="304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F1A0EA18-89E9-4D63-B1D9-263E5BF5F1CA}"/>
                    </a:ext>
                  </a:extLst>
                </p14:cNvPr>
                <p14:cNvContentPartPr/>
                <p14:nvPr/>
              </p14:nvContentPartPr>
              <p14:xfrm>
                <a:off x="12539771" y="6620977"/>
                <a:ext cx="185400" cy="21996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F1A0EA18-89E9-4D63-B1D9-263E5BF5F1C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2533651" y="6614857"/>
                  <a:ext cx="197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4E706FC2-BCF8-A1E3-67B2-58D3ADF0E10D}"/>
                    </a:ext>
                  </a:extLst>
                </p14:cNvPr>
                <p14:cNvContentPartPr/>
                <p14:nvPr/>
              </p14:nvContentPartPr>
              <p14:xfrm>
                <a:off x="12712931" y="6650497"/>
                <a:ext cx="119880" cy="14256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4E706FC2-BCF8-A1E3-67B2-58D3ADF0E10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2706811" y="6644377"/>
                  <a:ext cx="1321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Agrupar 303">
            <a:extLst>
              <a:ext uri="{FF2B5EF4-FFF2-40B4-BE49-F238E27FC236}">
                <a16:creationId xmlns:a16="http://schemas.microsoft.com/office/drawing/2014/main" id="{DE89F384-1234-1482-8280-1C6FD055D8B2}"/>
              </a:ext>
            </a:extLst>
          </p:cNvPr>
          <p:cNvGrpSpPr/>
          <p:nvPr/>
        </p:nvGrpSpPr>
        <p:grpSpPr>
          <a:xfrm>
            <a:off x="8596331" y="4385017"/>
            <a:ext cx="3752280" cy="500040"/>
            <a:chOff x="8596331" y="4385017"/>
            <a:chExt cx="375228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D4F2750C-90E1-520B-1B41-9A05FD8AFB2C}"/>
                    </a:ext>
                  </a:extLst>
                </p14:cNvPr>
                <p14:cNvContentPartPr/>
                <p14:nvPr/>
              </p14:nvContentPartPr>
              <p14:xfrm>
                <a:off x="8596331" y="4576177"/>
                <a:ext cx="278640" cy="21240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D4F2750C-90E1-520B-1B41-9A05FD8AFB2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590211" y="4570057"/>
                  <a:ext cx="290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B735204E-EF35-E77F-1576-B87CB2DC2767}"/>
                    </a:ext>
                  </a:extLst>
                </p14:cNvPr>
                <p14:cNvContentPartPr/>
                <p14:nvPr/>
              </p14:nvContentPartPr>
              <p14:xfrm>
                <a:off x="8874251" y="4600297"/>
                <a:ext cx="313560" cy="1861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B735204E-EF35-E77F-1576-B87CB2DC276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868131" y="4594177"/>
                  <a:ext cx="325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0DA59DF6-B8A9-A12C-AA24-652D04C84FE3}"/>
                    </a:ext>
                  </a:extLst>
                </p14:cNvPr>
                <p14:cNvContentPartPr/>
                <p14:nvPr/>
              </p14:nvContentPartPr>
              <p14:xfrm>
                <a:off x="9155771" y="4559977"/>
                <a:ext cx="334080" cy="2257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0DA59DF6-B8A9-A12C-AA24-652D04C84FE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149651" y="4553857"/>
                  <a:ext cx="346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B1836BE5-D357-86F2-97F4-780E511FFBB2}"/>
                    </a:ext>
                  </a:extLst>
                </p14:cNvPr>
                <p14:cNvContentPartPr/>
                <p14:nvPr/>
              </p14:nvContentPartPr>
              <p14:xfrm>
                <a:off x="9471491" y="4620097"/>
                <a:ext cx="395640" cy="1738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B1836BE5-D357-86F2-97F4-780E511FFBB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465371" y="4613977"/>
                  <a:ext cx="407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6A138D06-C095-22FC-1D82-42EB2ECC4EA7}"/>
                    </a:ext>
                  </a:extLst>
                </p14:cNvPr>
                <p14:cNvContentPartPr/>
                <p14:nvPr/>
              </p14:nvContentPartPr>
              <p14:xfrm>
                <a:off x="10104371" y="4573297"/>
                <a:ext cx="280800" cy="1972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6A138D06-C095-22FC-1D82-42EB2ECC4EA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098251" y="4567177"/>
                  <a:ext cx="293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A1FC346A-C9D0-D49F-DB88-BDADFF87FC94}"/>
                    </a:ext>
                  </a:extLst>
                </p14:cNvPr>
                <p14:cNvContentPartPr/>
                <p14:nvPr/>
              </p14:nvContentPartPr>
              <p14:xfrm>
                <a:off x="10319291" y="4581937"/>
                <a:ext cx="238680" cy="18396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A1FC346A-C9D0-D49F-DB88-BDADFF87FC9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313171" y="4575817"/>
                  <a:ext cx="250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FF5DC700-2C4E-4479-603D-C258E779FA85}"/>
                    </a:ext>
                  </a:extLst>
                </p14:cNvPr>
                <p14:cNvContentPartPr/>
                <p14:nvPr/>
              </p14:nvContentPartPr>
              <p14:xfrm>
                <a:off x="10395611" y="4516057"/>
                <a:ext cx="151920" cy="31428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FF5DC700-2C4E-4479-603D-C258E779FA8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389491" y="4509937"/>
                  <a:ext cx="1641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A5B93CB6-2109-F0A2-0413-7504EBFE411F}"/>
                    </a:ext>
                  </a:extLst>
                </p14:cNvPr>
                <p14:cNvContentPartPr/>
                <p14:nvPr/>
              </p14:nvContentPartPr>
              <p14:xfrm>
                <a:off x="10395971" y="4499857"/>
                <a:ext cx="237240" cy="2840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A5B93CB6-2109-F0A2-0413-7504EBFE411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389851" y="4493737"/>
                  <a:ext cx="249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B6795EDE-44DB-B25B-1452-C7885B818F1E}"/>
                    </a:ext>
                  </a:extLst>
                </p14:cNvPr>
                <p14:cNvContentPartPr/>
                <p14:nvPr/>
              </p14:nvContentPartPr>
              <p14:xfrm>
                <a:off x="10761011" y="4493017"/>
                <a:ext cx="87120" cy="3920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B6795EDE-44DB-B25B-1452-C7885B818F1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754891" y="4486897"/>
                  <a:ext cx="993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EA75CD99-074D-55A3-9621-03FF0B953AD2}"/>
                    </a:ext>
                  </a:extLst>
                </p14:cNvPr>
                <p14:cNvContentPartPr/>
                <p14:nvPr/>
              </p14:nvContentPartPr>
              <p14:xfrm>
                <a:off x="10892771" y="4553497"/>
                <a:ext cx="159840" cy="20484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EA75CD99-074D-55A3-9621-03FF0B953AD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886651" y="4547377"/>
                  <a:ext cx="172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3C47DC24-50FB-9740-0E93-D808B18D2517}"/>
                    </a:ext>
                  </a:extLst>
                </p14:cNvPr>
                <p14:cNvContentPartPr/>
                <p14:nvPr/>
              </p14:nvContentPartPr>
              <p14:xfrm>
                <a:off x="11089691" y="4568617"/>
                <a:ext cx="260280" cy="1645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3C47DC24-50FB-9740-0E93-D808B18D251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083571" y="4562497"/>
                  <a:ext cx="272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733A5881-F9D2-8997-4408-AF75D917BC70}"/>
                    </a:ext>
                  </a:extLst>
                </p14:cNvPr>
                <p14:cNvContentPartPr/>
                <p14:nvPr/>
              </p14:nvContentPartPr>
              <p14:xfrm>
                <a:off x="11262131" y="4563577"/>
                <a:ext cx="255960" cy="12240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733A5881-F9D2-8997-4408-AF75D917BC7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256011" y="4557457"/>
                  <a:ext cx="268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AF37C4EB-AA65-123F-351D-31070B8778D0}"/>
                    </a:ext>
                  </a:extLst>
                </p14:cNvPr>
                <p14:cNvContentPartPr/>
                <p14:nvPr/>
              </p14:nvContentPartPr>
              <p14:xfrm>
                <a:off x="11484251" y="4555297"/>
                <a:ext cx="259560" cy="19800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AF37C4EB-AA65-123F-351D-31070B8778D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478131" y="4549177"/>
                  <a:ext cx="271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AD6C0DF1-401E-1272-3D5F-7CB6D43CC3F7}"/>
                    </a:ext>
                  </a:extLst>
                </p14:cNvPr>
                <p14:cNvContentPartPr/>
                <p14:nvPr/>
              </p14:nvContentPartPr>
              <p14:xfrm>
                <a:off x="11580371" y="4385017"/>
                <a:ext cx="87120" cy="9252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AD6C0DF1-401E-1272-3D5F-7CB6D43CC3F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574251" y="4378897"/>
                  <a:ext cx="99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AC1D77A5-FB1B-1E18-D732-C98D2E19052C}"/>
                    </a:ext>
                  </a:extLst>
                </p14:cNvPr>
                <p14:cNvContentPartPr/>
                <p14:nvPr/>
              </p14:nvContentPartPr>
              <p14:xfrm>
                <a:off x="11808611" y="4643497"/>
                <a:ext cx="248040" cy="972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AC1D77A5-FB1B-1E18-D732-C98D2E19052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802491" y="4637377"/>
                  <a:ext cx="260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F1FB019B-4F48-CF67-DE10-8D65BC58E60A}"/>
                    </a:ext>
                  </a:extLst>
                </p14:cNvPr>
                <p14:cNvContentPartPr/>
                <p14:nvPr/>
              </p14:nvContentPartPr>
              <p14:xfrm>
                <a:off x="12045491" y="4621177"/>
                <a:ext cx="96120" cy="10332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F1FB019B-4F48-CF67-DE10-8D65BC58E60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2039371" y="4615057"/>
                  <a:ext cx="108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FFA2EF18-480E-ED60-BDC3-6AA4219E27D9}"/>
                    </a:ext>
                  </a:extLst>
                </p14:cNvPr>
                <p14:cNvContentPartPr/>
                <p14:nvPr/>
              </p14:nvContentPartPr>
              <p14:xfrm>
                <a:off x="12108491" y="4657897"/>
                <a:ext cx="240120" cy="1090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FFA2EF18-480E-ED60-BDC3-6AA4219E27D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2102371" y="4651777"/>
                  <a:ext cx="252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452EFA20-9F57-1F14-1A49-BF70978E1436}"/>
                    </a:ext>
                  </a:extLst>
                </p14:cNvPr>
                <p14:cNvContentPartPr/>
                <p14:nvPr/>
              </p14:nvContentPartPr>
              <p14:xfrm>
                <a:off x="8833211" y="4589137"/>
                <a:ext cx="237240" cy="4824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452EFA20-9F57-1F14-1A49-BF70978E143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27091" y="4583017"/>
                  <a:ext cx="24948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305" name="Tinta 304">
                <a:extLst>
                  <a:ext uri="{FF2B5EF4-FFF2-40B4-BE49-F238E27FC236}">
                    <a16:creationId xmlns:a16="http://schemas.microsoft.com/office/drawing/2014/main" id="{D1919233-E709-FC3F-2E4E-FFB7B0BB9555}"/>
                  </a:ext>
                </a:extLst>
              </p14:cNvPr>
              <p14:cNvContentPartPr/>
              <p14:nvPr/>
            </p14:nvContentPartPr>
            <p14:xfrm>
              <a:off x="1113011" y="1952137"/>
              <a:ext cx="226440" cy="94320"/>
            </p14:xfrm>
          </p:contentPart>
        </mc:Choice>
        <mc:Fallback>
          <p:pic>
            <p:nvPicPr>
              <p:cNvPr id="305" name="Tinta 304">
                <a:extLst>
                  <a:ext uri="{FF2B5EF4-FFF2-40B4-BE49-F238E27FC236}">
                    <a16:creationId xmlns:a16="http://schemas.microsoft.com/office/drawing/2014/main" id="{D1919233-E709-FC3F-2E4E-FFB7B0BB9555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106891" y="1946017"/>
                <a:ext cx="2386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06" name="Tinta 305">
                <a:extLst>
                  <a:ext uri="{FF2B5EF4-FFF2-40B4-BE49-F238E27FC236}">
                    <a16:creationId xmlns:a16="http://schemas.microsoft.com/office/drawing/2014/main" id="{30ABF522-9D27-D81A-81BD-3FE7E91E179D}"/>
                  </a:ext>
                </a:extLst>
              </p14:cNvPr>
              <p14:cNvContentPartPr/>
              <p14:nvPr/>
            </p14:nvContentPartPr>
            <p14:xfrm>
              <a:off x="326051" y="2080657"/>
              <a:ext cx="798840" cy="257040"/>
            </p14:xfrm>
          </p:contentPart>
        </mc:Choice>
        <mc:Fallback>
          <p:pic>
            <p:nvPicPr>
              <p:cNvPr id="306" name="Tinta 305">
                <a:extLst>
                  <a:ext uri="{FF2B5EF4-FFF2-40B4-BE49-F238E27FC236}">
                    <a16:creationId xmlns:a16="http://schemas.microsoft.com/office/drawing/2014/main" id="{30ABF522-9D27-D81A-81BD-3FE7E91E179D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319931" y="2074537"/>
                <a:ext cx="8110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07" name="Tinta 306">
                <a:extLst>
                  <a:ext uri="{FF2B5EF4-FFF2-40B4-BE49-F238E27FC236}">
                    <a16:creationId xmlns:a16="http://schemas.microsoft.com/office/drawing/2014/main" id="{18E8090F-FE6C-2814-B35D-86B17E0AA159}"/>
                  </a:ext>
                </a:extLst>
              </p14:cNvPr>
              <p14:cNvContentPartPr/>
              <p14:nvPr/>
            </p14:nvContentPartPr>
            <p14:xfrm>
              <a:off x="-89749" y="5938417"/>
              <a:ext cx="18360" cy="52920"/>
            </p14:xfrm>
          </p:contentPart>
        </mc:Choice>
        <mc:Fallback>
          <p:pic>
            <p:nvPicPr>
              <p:cNvPr id="307" name="Tinta 306">
                <a:extLst>
                  <a:ext uri="{FF2B5EF4-FFF2-40B4-BE49-F238E27FC236}">
                    <a16:creationId xmlns:a16="http://schemas.microsoft.com/office/drawing/2014/main" id="{18E8090F-FE6C-2814-B35D-86B17E0AA159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-95869" y="5932297"/>
                <a:ext cx="3060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Agrupar 347">
            <a:extLst>
              <a:ext uri="{FF2B5EF4-FFF2-40B4-BE49-F238E27FC236}">
                <a16:creationId xmlns:a16="http://schemas.microsoft.com/office/drawing/2014/main" id="{298CFF56-FBB2-B37A-0CC7-73BA0BB157B3}"/>
              </a:ext>
            </a:extLst>
          </p:cNvPr>
          <p:cNvGrpSpPr/>
          <p:nvPr/>
        </p:nvGrpSpPr>
        <p:grpSpPr>
          <a:xfrm>
            <a:off x="4211" y="5662297"/>
            <a:ext cx="1961280" cy="852840"/>
            <a:chOff x="4211" y="5662297"/>
            <a:chExt cx="1961280" cy="85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72F5ECEA-EB9C-B4AA-20AB-786A2BEA7623}"/>
                    </a:ext>
                  </a:extLst>
                </p14:cNvPr>
                <p14:cNvContentPartPr/>
                <p14:nvPr/>
              </p14:nvContentPartPr>
              <p14:xfrm>
                <a:off x="4211" y="6205897"/>
                <a:ext cx="162000" cy="2916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72F5ECEA-EB9C-B4AA-20AB-786A2BEA762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-1909" y="6199777"/>
                  <a:ext cx="174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ACFF3840-4326-8874-B88F-2050AB083F94}"/>
                    </a:ext>
                  </a:extLst>
                </p14:cNvPr>
                <p14:cNvContentPartPr/>
                <p14:nvPr/>
              </p14:nvContentPartPr>
              <p14:xfrm>
                <a:off x="456011" y="6139657"/>
                <a:ext cx="281160" cy="13428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ACFF3840-4326-8874-B88F-2050AB083F9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49891" y="6133537"/>
                  <a:ext cx="293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9DF8D4C7-024B-E151-8100-2D409F00FEA2}"/>
                    </a:ext>
                  </a:extLst>
                </p14:cNvPr>
                <p14:cNvContentPartPr/>
                <p14:nvPr/>
              </p14:nvContentPartPr>
              <p14:xfrm>
                <a:off x="763091" y="6151537"/>
                <a:ext cx="173880" cy="11196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9DF8D4C7-024B-E151-8100-2D409F00FEA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56971" y="6145417"/>
                  <a:ext cx="186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365A7930-3A9B-BDCB-B394-0EFE2965716A}"/>
                    </a:ext>
                  </a:extLst>
                </p14:cNvPr>
                <p14:cNvContentPartPr/>
                <p14:nvPr/>
              </p14:nvContentPartPr>
              <p14:xfrm>
                <a:off x="995291" y="6109777"/>
                <a:ext cx="302760" cy="10152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365A7930-3A9B-BDCB-B394-0EFE2965716A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89171" y="6103657"/>
                  <a:ext cx="315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9AEAC4E2-643D-804E-73F4-4A4711F0CC75}"/>
                    </a:ext>
                  </a:extLst>
                </p14:cNvPr>
                <p14:cNvContentPartPr/>
                <p14:nvPr/>
              </p14:nvContentPartPr>
              <p14:xfrm>
                <a:off x="1276091" y="6052897"/>
                <a:ext cx="280440" cy="13680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9AEAC4E2-643D-804E-73F4-4A4711F0CC7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269971" y="6046777"/>
                  <a:ext cx="292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C0D199A1-29D2-BD10-DC8D-502EE72E37DC}"/>
                    </a:ext>
                  </a:extLst>
                </p14:cNvPr>
                <p14:cNvContentPartPr/>
                <p14:nvPr/>
              </p14:nvContentPartPr>
              <p14:xfrm>
                <a:off x="277091" y="6242617"/>
                <a:ext cx="1688400" cy="14724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C0D199A1-29D2-BD10-DC8D-502EE72E37D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70971" y="6236497"/>
                  <a:ext cx="1700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EA1263FA-931F-3079-218B-1B75B73C0CA5}"/>
                    </a:ext>
                  </a:extLst>
                </p14:cNvPr>
                <p14:cNvContentPartPr/>
                <p14:nvPr/>
              </p14:nvContentPartPr>
              <p14:xfrm>
                <a:off x="1469411" y="6256657"/>
                <a:ext cx="183240" cy="17280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EA1263FA-931F-3079-218B-1B75B73C0CA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463291" y="6250537"/>
                  <a:ext cx="195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9A419A28-52BD-A95E-EEA0-B449304BC4B6}"/>
                    </a:ext>
                  </a:extLst>
                </p14:cNvPr>
                <p14:cNvContentPartPr/>
                <p14:nvPr/>
              </p14:nvContentPartPr>
              <p14:xfrm>
                <a:off x="1134611" y="6116617"/>
                <a:ext cx="43920" cy="4392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9A419A28-52BD-A95E-EEA0-B449304BC4B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28491" y="6110497"/>
                  <a:ext cx="5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F68133DE-4DDA-E7E0-48DA-8BCEA6F619AE}"/>
                    </a:ext>
                  </a:extLst>
                </p14:cNvPr>
                <p14:cNvContentPartPr/>
                <p14:nvPr/>
              </p14:nvContentPartPr>
              <p14:xfrm>
                <a:off x="1146491" y="6249457"/>
                <a:ext cx="216000" cy="16848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F68133DE-4DDA-E7E0-48DA-8BCEA6F619A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40371" y="6243337"/>
                  <a:ext cx="228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24F8A500-E4D4-FDB9-C89D-D54A7EC9BE0C}"/>
                    </a:ext>
                  </a:extLst>
                </p14:cNvPr>
                <p14:cNvContentPartPr/>
                <p14:nvPr/>
              </p14:nvContentPartPr>
              <p14:xfrm>
                <a:off x="800171" y="6174217"/>
                <a:ext cx="65520" cy="3708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24F8A500-E4D4-FDB9-C89D-D54A7EC9BE0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94051" y="6168097"/>
                  <a:ext cx="77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EC887B7C-1CBC-42DE-DE1E-11EF413BBB62}"/>
                    </a:ext>
                  </a:extLst>
                </p14:cNvPr>
                <p14:cNvContentPartPr/>
                <p14:nvPr/>
              </p14:nvContentPartPr>
              <p14:xfrm>
                <a:off x="952091" y="6174217"/>
                <a:ext cx="43920" cy="4104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EC887B7C-1CBC-42DE-DE1E-11EF413BBB6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45971" y="6168097"/>
                  <a:ext cx="56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F58016A7-2E01-B149-1353-B58D1EB6D79B}"/>
                    </a:ext>
                  </a:extLst>
                </p14:cNvPr>
                <p14:cNvContentPartPr/>
                <p14:nvPr/>
              </p14:nvContentPartPr>
              <p14:xfrm>
                <a:off x="869651" y="6259177"/>
                <a:ext cx="298440" cy="18324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F58016A7-2E01-B149-1353-B58D1EB6D79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63531" y="6253057"/>
                  <a:ext cx="310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DC555607-FF7B-76B1-7FEE-5A1019FD0FBA}"/>
                    </a:ext>
                  </a:extLst>
                </p14:cNvPr>
                <p14:cNvContentPartPr/>
                <p14:nvPr/>
              </p14:nvContentPartPr>
              <p14:xfrm>
                <a:off x="1123451" y="6279337"/>
                <a:ext cx="174600" cy="22320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DC555607-FF7B-76B1-7FEE-5A1019FD0FB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17331" y="6273217"/>
                  <a:ext cx="186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4D866541-EF06-5927-A211-74640CD3E62E}"/>
                    </a:ext>
                  </a:extLst>
                </p14:cNvPr>
                <p14:cNvContentPartPr/>
                <p14:nvPr/>
              </p14:nvContentPartPr>
              <p14:xfrm>
                <a:off x="252251" y="5818897"/>
                <a:ext cx="333000" cy="15876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4D866541-EF06-5927-A211-74640CD3E62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46131" y="5812777"/>
                  <a:ext cx="345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4FBEBA77-8D83-BD9B-39B4-B8AACAB97FEA}"/>
                    </a:ext>
                  </a:extLst>
                </p14:cNvPr>
                <p14:cNvContentPartPr/>
                <p14:nvPr/>
              </p14:nvContentPartPr>
              <p14:xfrm>
                <a:off x="628091" y="5811337"/>
                <a:ext cx="270000" cy="17856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4FBEBA77-8D83-BD9B-39B4-B8AACAB97FE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21971" y="5805217"/>
                  <a:ext cx="282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20A20D2E-5A9B-2769-2DBF-2C30764CCCF3}"/>
                    </a:ext>
                  </a:extLst>
                </p14:cNvPr>
                <p14:cNvContentPartPr/>
                <p14:nvPr/>
              </p14:nvContentPartPr>
              <p14:xfrm>
                <a:off x="966491" y="5802697"/>
                <a:ext cx="190080" cy="13572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20A20D2E-5A9B-2769-2DBF-2C30764CCCF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60371" y="5796577"/>
                  <a:ext cx="202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EEB79313-F529-659E-5EC1-04C37605DB3C}"/>
                    </a:ext>
                  </a:extLst>
                </p14:cNvPr>
                <p14:cNvContentPartPr/>
                <p14:nvPr/>
              </p14:nvContentPartPr>
              <p14:xfrm>
                <a:off x="1211291" y="5810977"/>
                <a:ext cx="301680" cy="12708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EEB79313-F529-659E-5EC1-04C37605DB3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205171" y="5804857"/>
                  <a:ext cx="313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196E90FA-547B-E9B3-C85C-B796C28CBEE4}"/>
                    </a:ext>
                  </a:extLst>
                </p14:cNvPr>
                <p14:cNvContentPartPr/>
                <p14:nvPr/>
              </p14:nvContentPartPr>
              <p14:xfrm>
                <a:off x="810971" y="5830417"/>
                <a:ext cx="65520" cy="2520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196E90FA-547B-E9B3-C85C-B796C28CBEE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04851" y="5824297"/>
                  <a:ext cx="77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201D4661-2FF4-244C-4BBE-8AAE12811675}"/>
                    </a:ext>
                  </a:extLst>
                </p14:cNvPr>
                <p14:cNvContentPartPr/>
                <p14:nvPr/>
              </p14:nvContentPartPr>
              <p14:xfrm>
                <a:off x="682811" y="5821417"/>
                <a:ext cx="54720" cy="1152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201D4661-2FF4-244C-4BBE-8AAE1281167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76691" y="5815297"/>
                  <a:ext cx="66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DE0B5B92-6E43-4541-F56E-1EA3A5FFAA28}"/>
                    </a:ext>
                  </a:extLst>
                </p14:cNvPr>
                <p14:cNvContentPartPr/>
                <p14:nvPr/>
              </p14:nvContentPartPr>
              <p14:xfrm>
                <a:off x="380411" y="5891977"/>
                <a:ext cx="76320" cy="7776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DE0B5B92-6E43-4541-F56E-1EA3A5FFAA2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74291" y="5885857"/>
                  <a:ext cx="88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915A3EF7-7100-356C-89CA-FF87979C6FC3}"/>
                    </a:ext>
                  </a:extLst>
                </p14:cNvPr>
                <p14:cNvContentPartPr/>
                <p14:nvPr/>
              </p14:nvContentPartPr>
              <p14:xfrm>
                <a:off x="121931" y="5678857"/>
                <a:ext cx="218520" cy="6480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915A3EF7-7100-356C-89CA-FF87979C6FC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5811" y="5672737"/>
                  <a:ext cx="230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E5D45269-2160-C19F-E819-A3EFF84155F2}"/>
                    </a:ext>
                  </a:extLst>
                </p14:cNvPr>
                <p14:cNvContentPartPr/>
                <p14:nvPr/>
              </p14:nvContentPartPr>
              <p14:xfrm>
                <a:off x="99611" y="5662297"/>
                <a:ext cx="237600" cy="8280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E5D45269-2160-C19F-E819-A3EFF84155F2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3491" y="5656177"/>
                  <a:ext cx="249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46F95F45-E4AC-44DD-D8A4-19EAC6E79613}"/>
                    </a:ext>
                  </a:extLst>
                </p14:cNvPr>
                <p14:cNvContentPartPr/>
                <p14:nvPr/>
              </p14:nvContentPartPr>
              <p14:xfrm>
                <a:off x="434771" y="5773177"/>
                <a:ext cx="54720" cy="2390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46F95F45-E4AC-44DD-D8A4-19EAC6E7961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28651" y="5767057"/>
                  <a:ext cx="66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9B08A501-8D9D-1676-A884-F675CB378869}"/>
                    </a:ext>
                  </a:extLst>
                </p14:cNvPr>
                <p14:cNvContentPartPr/>
                <p14:nvPr/>
              </p14:nvContentPartPr>
              <p14:xfrm>
                <a:off x="541331" y="5781817"/>
                <a:ext cx="109080" cy="18756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9B08A501-8D9D-1676-A884-F675CB37886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35211" y="5775697"/>
                  <a:ext cx="121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A47D4B2C-1754-B857-A0F3-1ECECF8F59B5}"/>
                    </a:ext>
                  </a:extLst>
                </p14:cNvPr>
                <p14:cNvContentPartPr/>
                <p14:nvPr/>
              </p14:nvContentPartPr>
              <p14:xfrm>
                <a:off x="489131" y="5802697"/>
                <a:ext cx="63360" cy="2304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A47D4B2C-1754-B857-A0F3-1ECECF8F59B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83011" y="5796577"/>
                  <a:ext cx="75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6ECD9585-99D1-08E1-E203-7543A3766AEB}"/>
                    </a:ext>
                  </a:extLst>
                </p14:cNvPr>
                <p14:cNvContentPartPr/>
                <p14:nvPr/>
              </p14:nvContentPartPr>
              <p14:xfrm>
                <a:off x="176291" y="5665537"/>
                <a:ext cx="33120" cy="2520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6ECD9585-99D1-08E1-E203-7543A3766AEB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70171" y="5659417"/>
                  <a:ext cx="45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B8BC65AA-43E5-14EF-EB26-D9B7BC07EA1F}"/>
                    </a:ext>
                  </a:extLst>
                </p14:cNvPr>
                <p14:cNvContentPartPr/>
                <p14:nvPr/>
              </p14:nvContentPartPr>
              <p14:xfrm>
                <a:off x="671651" y="6487777"/>
                <a:ext cx="270000" cy="2736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B8BC65AA-43E5-14EF-EB26-D9B7BC07EA1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65531" y="6481657"/>
                  <a:ext cx="28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2E2CA093-8CEE-CA08-0CAC-B858A2992F96}"/>
                    </a:ext>
                  </a:extLst>
                </p14:cNvPr>
                <p14:cNvContentPartPr/>
                <p14:nvPr/>
              </p14:nvContentPartPr>
              <p14:xfrm>
                <a:off x="848411" y="6359617"/>
                <a:ext cx="757440" cy="11052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2E2CA093-8CEE-CA08-0CAC-B858A2992F96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42291" y="6353497"/>
                  <a:ext cx="7696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Agrupar 352">
            <a:extLst>
              <a:ext uri="{FF2B5EF4-FFF2-40B4-BE49-F238E27FC236}">
                <a16:creationId xmlns:a16="http://schemas.microsoft.com/office/drawing/2014/main" id="{76878DB3-525B-0A58-144C-33D2ECA7A7F2}"/>
              </a:ext>
            </a:extLst>
          </p:cNvPr>
          <p:cNvGrpSpPr/>
          <p:nvPr/>
        </p:nvGrpSpPr>
        <p:grpSpPr>
          <a:xfrm>
            <a:off x="693251" y="6622017"/>
            <a:ext cx="1212840" cy="263920"/>
            <a:chOff x="693251" y="6622017"/>
            <a:chExt cx="1212840" cy="26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1EBD25F5-B3D0-3E7E-7FC5-053FCA575725}"/>
                    </a:ext>
                  </a:extLst>
                </p14:cNvPr>
                <p14:cNvContentPartPr/>
                <p14:nvPr/>
              </p14:nvContentPartPr>
              <p14:xfrm>
                <a:off x="693251" y="6646177"/>
                <a:ext cx="216000" cy="23976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1EBD25F5-B3D0-3E7E-7FC5-053FCA57572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87131" y="6640057"/>
                  <a:ext cx="228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9C8ABFA9-5E06-30FD-8907-69BB70ECAACF}"/>
                    </a:ext>
                  </a:extLst>
                </p14:cNvPr>
                <p14:cNvContentPartPr/>
                <p14:nvPr/>
              </p14:nvContentPartPr>
              <p14:xfrm>
                <a:off x="951371" y="6628857"/>
                <a:ext cx="335880" cy="20772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9C8ABFA9-5E06-30FD-8907-69BB70ECAAC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45251" y="6622737"/>
                  <a:ext cx="348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0E9C61DE-3CD6-B147-7125-A994F42544FB}"/>
                    </a:ext>
                  </a:extLst>
                </p14:cNvPr>
                <p14:cNvContentPartPr/>
                <p14:nvPr/>
              </p14:nvContentPartPr>
              <p14:xfrm>
                <a:off x="1309211" y="6622017"/>
                <a:ext cx="225720" cy="16236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0E9C61DE-3CD6-B147-7125-A994F42544FB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303091" y="6615897"/>
                  <a:ext cx="237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135C49E8-C89C-908D-F1B6-01F1EFE81431}"/>
                    </a:ext>
                  </a:extLst>
                </p14:cNvPr>
                <p14:cNvContentPartPr/>
                <p14:nvPr/>
              </p14:nvContentPartPr>
              <p14:xfrm>
                <a:off x="1572371" y="6623817"/>
                <a:ext cx="333720" cy="20952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135C49E8-C89C-908D-F1B6-01F1EFE8143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566251" y="6617697"/>
                  <a:ext cx="34596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54" name="Tinta 353">
                <a:extLst>
                  <a:ext uri="{FF2B5EF4-FFF2-40B4-BE49-F238E27FC236}">
                    <a16:creationId xmlns:a16="http://schemas.microsoft.com/office/drawing/2014/main" id="{09C91B6B-304B-A615-B7E4-50070F878CAE}"/>
                  </a:ext>
                </a:extLst>
              </p14:cNvPr>
              <p14:cNvContentPartPr/>
              <p14:nvPr/>
            </p14:nvContentPartPr>
            <p14:xfrm>
              <a:off x="132011" y="2898897"/>
              <a:ext cx="1607760" cy="264240"/>
            </p14:xfrm>
          </p:contentPart>
        </mc:Choice>
        <mc:Fallback>
          <p:pic>
            <p:nvPicPr>
              <p:cNvPr id="354" name="Tinta 353">
                <a:extLst>
                  <a:ext uri="{FF2B5EF4-FFF2-40B4-BE49-F238E27FC236}">
                    <a16:creationId xmlns:a16="http://schemas.microsoft.com/office/drawing/2014/main" id="{09C91B6B-304B-A615-B7E4-50070F878CAE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125891" y="2892777"/>
                <a:ext cx="1620000" cy="2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0425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F4211-E3F8-83F6-8C57-7DDD065F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C411183-2616-5D7E-E4C9-8DBD5FE8F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391" y="83640"/>
            <a:ext cx="3002540" cy="422946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2F5A758F-BAA8-F0AE-13D6-F9B5A94322AA}"/>
                  </a:ext>
                </a:extLst>
              </p14:cNvPr>
              <p14:cNvContentPartPr/>
              <p14:nvPr/>
            </p14:nvContentPartPr>
            <p14:xfrm>
              <a:off x="1060811" y="2520937"/>
              <a:ext cx="1369080" cy="2898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2F5A758F-BAA8-F0AE-13D6-F9B5A94322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691" y="2514817"/>
                <a:ext cx="13813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CE72811F-534B-CB7B-C5A4-AFBFF679D5D2}"/>
                  </a:ext>
                </a:extLst>
              </p14:cNvPr>
              <p14:cNvContentPartPr/>
              <p14:nvPr/>
            </p14:nvContentPartPr>
            <p14:xfrm>
              <a:off x="1651931" y="228457"/>
              <a:ext cx="380160" cy="23544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CE72811F-534B-CB7B-C5A4-AFBFF679D5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5811" y="222337"/>
                <a:ext cx="3924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733B23BE-806F-BB95-49F7-A2BB39BAC35E}"/>
                  </a:ext>
                </a:extLst>
              </p14:cNvPr>
              <p14:cNvContentPartPr/>
              <p14:nvPr/>
            </p14:nvContentPartPr>
            <p14:xfrm>
              <a:off x="8981891" y="1925497"/>
              <a:ext cx="1014840" cy="51660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733B23BE-806F-BB95-49F7-A2BB39BAC3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75771" y="1919377"/>
                <a:ext cx="102708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4D4EDF0B-03F6-0F6F-B172-7D0DFB2DEF0C}"/>
                  </a:ext>
                </a:extLst>
              </p14:cNvPr>
              <p14:cNvContentPartPr/>
              <p14:nvPr/>
            </p14:nvContentPartPr>
            <p14:xfrm>
              <a:off x="2062691" y="2261737"/>
              <a:ext cx="76320" cy="1620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4D4EDF0B-03F6-0F6F-B172-7D0DFB2DEF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56571" y="2255617"/>
                <a:ext cx="88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C641D20B-F70C-09C9-4BEE-EB0DE9C62019}"/>
                  </a:ext>
                </a:extLst>
              </p14:cNvPr>
              <p14:cNvContentPartPr/>
              <p14:nvPr/>
            </p14:nvContentPartPr>
            <p14:xfrm>
              <a:off x="2299211" y="2140417"/>
              <a:ext cx="766080" cy="25020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C641D20B-F70C-09C9-4BEE-EB0DE9C620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93091" y="2134297"/>
                <a:ext cx="778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E9C1E806-56AA-F1BD-B0D8-0377F9455FCF}"/>
                  </a:ext>
                </a:extLst>
              </p14:cNvPr>
              <p14:cNvContentPartPr/>
              <p14:nvPr/>
            </p14:nvContentPartPr>
            <p14:xfrm>
              <a:off x="3988691" y="2030617"/>
              <a:ext cx="326520" cy="2404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E9C1E806-56AA-F1BD-B0D8-0377F9455F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2571" y="2024497"/>
                <a:ext cx="3387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E4835285-411B-628C-812F-FAD018AF4B7C}"/>
                  </a:ext>
                </a:extLst>
              </p14:cNvPr>
              <p14:cNvContentPartPr/>
              <p14:nvPr/>
            </p14:nvContentPartPr>
            <p14:xfrm>
              <a:off x="4003811" y="2177137"/>
              <a:ext cx="172080" cy="1620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E4835285-411B-628C-812F-FAD018AF4B7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97691" y="2171017"/>
                <a:ext cx="1843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1CBE423C-9118-DF4F-8F76-A0A0282E0E8D}"/>
                  </a:ext>
                </a:extLst>
              </p14:cNvPr>
              <p14:cNvContentPartPr/>
              <p14:nvPr/>
            </p14:nvContentPartPr>
            <p14:xfrm>
              <a:off x="4185611" y="2251657"/>
              <a:ext cx="129600" cy="7452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1CBE423C-9118-DF4F-8F76-A0A0282E0E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79491" y="2245537"/>
                <a:ext cx="1418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981D3DD7-4EC8-A245-48F4-BA6E5BD9B121}"/>
                  </a:ext>
                </a:extLst>
              </p14:cNvPr>
              <p14:cNvContentPartPr/>
              <p14:nvPr/>
            </p14:nvContentPartPr>
            <p14:xfrm>
              <a:off x="4476491" y="2298097"/>
              <a:ext cx="129600" cy="5796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981D3DD7-4EC8-A245-48F4-BA6E5BD9B1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70371" y="2291977"/>
                <a:ext cx="1418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5D3AD52-16AC-0E52-F6E1-5AA791C442E4}"/>
                  </a:ext>
                </a:extLst>
              </p14:cNvPr>
              <p14:cNvContentPartPr/>
              <p14:nvPr/>
            </p14:nvContentPartPr>
            <p14:xfrm>
              <a:off x="4636691" y="2268577"/>
              <a:ext cx="110520" cy="12420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5D3AD52-16AC-0E52-F6E1-5AA791C442E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0571" y="2262457"/>
                <a:ext cx="1227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6078A3DB-4BD0-AAC2-306E-E2D9A0CAAE32}"/>
                  </a:ext>
                </a:extLst>
              </p14:cNvPr>
              <p14:cNvContentPartPr/>
              <p14:nvPr/>
            </p14:nvContentPartPr>
            <p14:xfrm>
              <a:off x="4747211" y="2147257"/>
              <a:ext cx="84960" cy="6408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6078A3DB-4BD0-AAC2-306E-E2D9A0CAAE3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41091" y="2141137"/>
                <a:ext cx="972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F0BE2572-C192-07BA-AE0D-307AB9BCDCBB}"/>
                  </a:ext>
                </a:extLst>
              </p14:cNvPr>
              <p14:cNvContentPartPr/>
              <p14:nvPr/>
            </p14:nvContentPartPr>
            <p14:xfrm>
              <a:off x="4779971" y="2300257"/>
              <a:ext cx="161280" cy="7668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F0BE2572-C192-07BA-AE0D-307AB9BCDCB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73851" y="2294137"/>
                <a:ext cx="1735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4CA9D2A1-01AD-DFB5-239C-E0DC5A75AC29}"/>
                  </a:ext>
                </a:extLst>
              </p14:cNvPr>
              <p14:cNvContentPartPr/>
              <p14:nvPr/>
            </p14:nvContentPartPr>
            <p14:xfrm>
              <a:off x="5027291" y="2287297"/>
              <a:ext cx="74160" cy="12132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4CA9D2A1-01AD-DFB5-239C-E0DC5A75AC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21171" y="2281177"/>
                <a:ext cx="864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7A29F84D-8C22-EE2C-80CC-AC415695BD33}"/>
                  </a:ext>
                </a:extLst>
              </p14:cNvPr>
              <p14:cNvContentPartPr/>
              <p14:nvPr/>
            </p14:nvContentPartPr>
            <p14:xfrm>
              <a:off x="5231771" y="2183977"/>
              <a:ext cx="270000" cy="2016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7A29F84D-8C22-EE2C-80CC-AC415695BD3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25651" y="2177857"/>
                <a:ext cx="2822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06AA15E1-E626-6436-F4EB-38EF2E2791B8}"/>
                  </a:ext>
                </a:extLst>
              </p14:cNvPr>
              <p14:cNvContentPartPr/>
              <p14:nvPr/>
            </p14:nvContentPartPr>
            <p14:xfrm>
              <a:off x="5318531" y="2275417"/>
              <a:ext cx="172080" cy="2808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06AA15E1-E626-6436-F4EB-38EF2E2791B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12411" y="2269297"/>
                <a:ext cx="184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880545B8-5485-D498-6110-70728D23FEB3}"/>
                  </a:ext>
                </a:extLst>
              </p14:cNvPr>
              <p14:cNvContentPartPr/>
              <p14:nvPr/>
            </p14:nvContentPartPr>
            <p14:xfrm>
              <a:off x="7677611" y="2087857"/>
              <a:ext cx="228600" cy="23256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880545B8-5485-D498-6110-70728D23FEB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71491" y="2081737"/>
                <a:ext cx="2408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BDFE07C1-7F5E-E077-AEBB-214E204E2076}"/>
                  </a:ext>
                </a:extLst>
              </p14:cNvPr>
              <p14:cNvContentPartPr/>
              <p14:nvPr/>
            </p14:nvContentPartPr>
            <p14:xfrm>
              <a:off x="8065691" y="2133217"/>
              <a:ext cx="76680" cy="12348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BDFE07C1-7F5E-E077-AEBB-214E204E207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59571" y="2127097"/>
                <a:ext cx="889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10D1297A-B4F3-990C-1C41-236C4DA4717C}"/>
                  </a:ext>
                </a:extLst>
              </p14:cNvPr>
              <p14:cNvContentPartPr/>
              <p14:nvPr/>
            </p14:nvContentPartPr>
            <p14:xfrm>
              <a:off x="8283491" y="2216017"/>
              <a:ext cx="161280" cy="4392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10D1297A-B4F3-990C-1C41-236C4DA4717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77371" y="2209897"/>
                <a:ext cx="1735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7D89DC2-0082-11AE-BAFF-E1A5F39F3703}"/>
                  </a:ext>
                </a:extLst>
              </p14:cNvPr>
              <p14:cNvContentPartPr/>
              <p14:nvPr/>
            </p14:nvContentPartPr>
            <p14:xfrm>
              <a:off x="8283491" y="2238697"/>
              <a:ext cx="365400" cy="3204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7D89DC2-0082-11AE-BAFF-E1A5F39F370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77371" y="2232577"/>
                <a:ext cx="3776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4ACFD8A9-DABA-C235-295D-959A584D7373}"/>
                  </a:ext>
                </a:extLst>
              </p14:cNvPr>
              <p14:cNvContentPartPr/>
              <p14:nvPr/>
            </p14:nvContentPartPr>
            <p14:xfrm>
              <a:off x="8294291" y="2083177"/>
              <a:ext cx="281520" cy="7308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4ACFD8A9-DABA-C235-295D-959A584D737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88171" y="2077057"/>
                <a:ext cx="2937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677F8EA6-987A-4838-F383-B3829F8F8E5A}"/>
                  </a:ext>
                </a:extLst>
              </p14:cNvPr>
              <p14:cNvContentPartPr/>
              <p14:nvPr/>
            </p14:nvContentPartPr>
            <p14:xfrm>
              <a:off x="9080891" y="2105857"/>
              <a:ext cx="117720" cy="17892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677F8EA6-987A-4838-F383-B3829F8F8E5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074771" y="2099737"/>
                <a:ext cx="1299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326CD504-966E-316F-CB0B-E74E75A302EB}"/>
                  </a:ext>
                </a:extLst>
              </p14:cNvPr>
              <p14:cNvContentPartPr/>
              <p14:nvPr/>
            </p14:nvContentPartPr>
            <p14:xfrm>
              <a:off x="9317051" y="2115217"/>
              <a:ext cx="140760" cy="11916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326CD504-966E-316F-CB0B-E74E75A302E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310931" y="2109097"/>
                <a:ext cx="1530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0E6005C1-9A3F-EA68-7A87-9F8E648B28BB}"/>
                  </a:ext>
                </a:extLst>
              </p14:cNvPr>
              <p14:cNvContentPartPr/>
              <p14:nvPr/>
            </p14:nvContentPartPr>
            <p14:xfrm>
              <a:off x="9444491" y="2084977"/>
              <a:ext cx="230400" cy="24336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0E6005C1-9A3F-EA68-7A87-9F8E648B28B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38371" y="2078857"/>
                <a:ext cx="2426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4BFC6DF-5874-9961-32D3-A89647531ECC}"/>
                  </a:ext>
                </a:extLst>
              </p14:cNvPr>
              <p14:cNvContentPartPr/>
              <p14:nvPr/>
            </p14:nvContentPartPr>
            <p14:xfrm>
              <a:off x="3851171" y="1758097"/>
              <a:ext cx="6437160" cy="89784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4BFC6DF-5874-9961-32D3-A89647531EC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845051" y="1751977"/>
                <a:ext cx="6449400" cy="9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1A5A12E3-4CFC-BA4C-98E4-939B4F539969}"/>
                  </a:ext>
                </a:extLst>
              </p14:cNvPr>
              <p14:cNvContentPartPr/>
              <p14:nvPr/>
            </p14:nvContentPartPr>
            <p14:xfrm>
              <a:off x="1888811" y="282457"/>
              <a:ext cx="21960" cy="3420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1A5A12E3-4CFC-BA4C-98E4-939B4F53996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82691" y="276337"/>
                <a:ext cx="34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538321E9-C6E5-777D-479A-C68FCEB58BFB}"/>
                  </a:ext>
                </a:extLst>
              </p14:cNvPr>
              <p14:cNvContentPartPr/>
              <p14:nvPr/>
            </p14:nvContentPartPr>
            <p14:xfrm>
              <a:off x="5500691" y="3441457"/>
              <a:ext cx="894600" cy="14184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538321E9-C6E5-777D-479A-C68FCEB58BF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494571" y="3435337"/>
                <a:ext cx="9068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6FE3F89E-B6E5-44C4-F318-62DE07E52DD0}"/>
                  </a:ext>
                </a:extLst>
              </p14:cNvPr>
              <p14:cNvContentPartPr/>
              <p14:nvPr/>
            </p14:nvContentPartPr>
            <p14:xfrm>
              <a:off x="6179291" y="3500857"/>
              <a:ext cx="152640" cy="21564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6FE3F89E-B6E5-44C4-F318-62DE07E52DD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173171" y="3494737"/>
                <a:ext cx="1648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69AAED52-42AC-E2C7-3B5F-D5154AF7F161}"/>
                  </a:ext>
                </a:extLst>
              </p14:cNvPr>
              <p14:cNvContentPartPr/>
              <p14:nvPr/>
            </p14:nvContentPartPr>
            <p14:xfrm>
              <a:off x="3872051" y="3180457"/>
              <a:ext cx="4995720" cy="82908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69AAED52-42AC-E2C7-3B5F-D5154AF7F16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865931" y="3174337"/>
                <a:ext cx="500796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A5117C3C-6B90-2295-8AF2-E4F39ED20238}"/>
                  </a:ext>
                </a:extLst>
              </p14:cNvPr>
              <p14:cNvContentPartPr/>
              <p14:nvPr/>
            </p14:nvContentPartPr>
            <p14:xfrm>
              <a:off x="2579651" y="1345537"/>
              <a:ext cx="107280" cy="6480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A5117C3C-6B90-2295-8AF2-E4F39ED2023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573531" y="1339417"/>
                <a:ext cx="1195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898BDAC2-EC8E-6525-C1CB-82636CA9725A}"/>
                  </a:ext>
                </a:extLst>
              </p14:cNvPr>
              <p14:cNvContentPartPr/>
              <p14:nvPr/>
            </p14:nvContentPartPr>
            <p14:xfrm>
              <a:off x="4562171" y="3489697"/>
              <a:ext cx="21960" cy="1404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898BDAC2-EC8E-6525-C1CB-82636CA9725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556051" y="3483577"/>
                <a:ext cx="34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8BD931A8-05D1-F461-BEA6-09EF044B2300}"/>
                  </a:ext>
                </a:extLst>
              </p14:cNvPr>
              <p14:cNvContentPartPr/>
              <p14:nvPr/>
            </p14:nvContentPartPr>
            <p14:xfrm>
              <a:off x="2581811" y="1569457"/>
              <a:ext cx="116280" cy="5976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8BD931A8-05D1-F461-BEA6-09EF044B23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75691" y="1563337"/>
                <a:ext cx="128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3BA8429F-54D2-0183-5AF0-32103457FDEA}"/>
                  </a:ext>
                </a:extLst>
              </p14:cNvPr>
              <p14:cNvContentPartPr/>
              <p14:nvPr/>
            </p14:nvContentPartPr>
            <p14:xfrm>
              <a:off x="4994891" y="3617857"/>
              <a:ext cx="54720" cy="3024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3BA8429F-54D2-0183-5AF0-32103457FDE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988771" y="3611737"/>
                <a:ext cx="66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2C582A92-C441-6FC2-0F5C-6BF1495C53C7}"/>
                  </a:ext>
                </a:extLst>
              </p14:cNvPr>
              <p14:cNvContentPartPr/>
              <p14:nvPr/>
            </p14:nvContentPartPr>
            <p14:xfrm>
              <a:off x="7570331" y="3537577"/>
              <a:ext cx="76320" cy="4392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2C582A92-C441-6FC2-0F5C-6BF1495C53C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564211" y="3531457"/>
                <a:ext cx="885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7DF34115-D1DF-F183-2A29-5EFF245856E2}"/>
                  </a:ext>
                </a:extLst>
              </p14:cNvPr>
              <p14:cNvContentPartPr/>
              <p14:nvPr/>
            </p14:nvContentPartPr>
            <p14:xfrm>
              <a:off x="2612411" y="1718497"/>
              <a:ext cx="128880" cy="5580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7DF34115-D1DF-F183-2A29-5EFF245856E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06291" y="1712377"/>
                <a:ext cx="14112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7219580F-323A-2647-9D4C-F27376712936}"/>
              </a:ext>
            </a:extLst>
          </p:cNvPr>
          <p:cNvGrpSpPr/>
          <p:nvPr/>
        </p:nvGrpSpPr>
        <p:grpSpPr>
          <a:xfrm>
            <a:off x="175931" y="3524257"/>
            <a:ext cx="3372120" cy="125640"/>
            <a:chOff x="175931" y="3524257"/>
            <a:chExt cx="337212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AF4A279-A48B-B1F5-5041-FF0D63B22607}"/>
                    </a:ext>
                  </a:extLst>
                </p14:cNvPr>
                <p14:cNvContentPartPr/>
                <p14:nvPr/>
              </p14:nvContentPartPr>
              <p14:xfrm>
                <a:off x="693611" y="3546577"/>
                <a:ext cx="54720" cy="468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AF4A279-A48B-B1F5-5041-FF0D63B2260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7491" y="3540457"/>
                  <a:ext cx="66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44CAFD03-5B0D-D2E5-EA20-D3EF33CE84F6}"/>
                    </a:ext>
                  </a:extLst>
                </p14:cNvPr>
                <p14:cNvContentPartPr/>
                <p14:nvPr/>
              </p14:nvContentPartPr>
              <p14:xfrm>
                <a:off x="337211" y="3647377"/>
                <a:ext cx="21960" cy="25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44CAFD03-5B0D-D2E5-EA20-D3EF33CE84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1091" y="3641257"/>
                  <a:ext cx="342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859960BB-31CB-88B5-9493-C1436565A1D7}"/>
                    </a:ext>
                  </a:extLst>
                </p14:cNvPr>
                <p14:cNvContentPartPr/>
                <p14:nvPr/>
              </p14:nvContentPartPr>
              <p14:xfrm>
                <a:off x="175931" y="3524257"/>
                <a:ext cx="3372120" cy="9180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859960BB-31CB-88B5-9493-C1436565A1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9811" y="3518137"/>
                  <a:ext cx="33843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86B8ADAF-19FB-313E-2F55-1BC2983A2468}"/>
                  </a:ext>
                </a:extLst>
              </p14:cNvPr>
              <p14:cNvContentPartPr/>
              <p14:nvPr/>
            </p14:nvContentPartPr>
            <p14:xfrm>
              <a:off x="230291" y="3911617"/>
              <a:ext cx="2703960" cy="8460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86B8ADAF-19FB-313E-2F55-1BC2983A246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4171" y="3905497"/>
                <a:ext cx="271620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5BFBC6DA-E5BE-0AAA-B4EB-3A73DB8B8C1B}"/>
              </a:ext>
            </a:extLst>
          </p:cNvPr>
          <p:cNvGrpSpPr/>
          <p:nvPr/>
        </p:nvGrpSpPr>
        <p:grpSpPr>
          <a:xfrm>
            <a:off x="6039251" y="2023777"/>
            <a:ext cx="1067400" cy="265320"/>
            <a:chOff x="6039251" y="2023777"/>
            <a:chExt cx="106740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1667A1B7-CBDF-0A99-2E29-88407F37396A}"/>
                    </a:ext>
                  </a:extLst>
                </p14:cNvPr>
                <p14:cNvContentPartPr/>
                <p14:nvPr/>
              </p14:nvContentPartPr>
              <p14:xfrm>
                <a:off x="6039251" y="2023777"/>
                <a:ext cx="314280" cy="2365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1667A1B7-CBDF-0A99-2E29-88407F37396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33131" y="2017657"/>
                  <a:ext cx="326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F724646-C176-D28B-5262-10393C3D9383}"/>
                    </a:ext>
                  </a:extLst>
                </p14:cNvPr>
                <p14:cNvContentPartPr/>
                <p14:nvPr/>
              </p14:nvContentPartPr>
              <p14:xfrm>
                <a:off x="6429131" y="2069137"/>
                <a:ext cx="172440" cy="1918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F724646-C176-D28B-5262-10393C3D93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23011" y="2063017"/>
                  <a:ext cx="184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B01E22BA-A26C-655E-8EC7-E20D6F6AE1A6}"/>
                    </a:ext>
                  </a:extLst>
                </p14:cNvPr>
                <p14:cNvContentPartPr/>
                <p14:nvPr/>
              </p14:nvContentPartPr>
              <p14:xfrm>
                <a:off x="6610571" y="2113777"/>
                <a:ext cx="259200" cy="1753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B01E22BA-A26C-655E-8EC7-E20D6F6AE1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04451" y="2107657"/>
                  <a:ext cx="271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5AD8D36-CA54-CB91-995A-86FC4A1681CB}"/>
                    </a:ext>
                  </a:extLst>
                </p14:cNvPr>
                <p14:cNvContentPartPr/>
                <p14:nvPr/>
              </p14:nvContentPartPr>
              <p14:xfrm>
                <a:off x="6892091" y="2188297"/>
                <a:ext cx="214560" cy="342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5AD8D36-CA54-CB91-995A-86FC4A1681C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85971" y="2182177"/>
                  <a:ext cx="22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2C957B6B-344E-8402-4EDB-6DDF4C0CB4B6}"/>
                    </a:ext>
                  </a:extLst>
                </p14:cNvPr>
                <p14:cNvContentPartPr/>
                <p14:nvPr/>
              </p14:nvContentPartPr>
              <p14:xfrm>
                <a:off x="6105491" y="2099017"/>
                <a:ext cx="43920" cy="190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2C957B6B-344E-8402-4EDB-6DDF4C0CB4B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99371" y="2092897"/>
                  <a:ext cx="56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00A9E756-C090-7011-8025-F63C99014A30}"/>
                    </a:ext>
                  </a:extLst>
                </p14:cNvPr>
                <p14:cNvContentPartPr/>
                <p14:nvPr/>
              </p14:nvContentPartPr>
              <p14:xfrm>
                <a:off x="6590051" y="2220697"/>
                <a:ext cx="21960" cy="115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00A9E756-C090-7011-8025-F63C99014A3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83931" y="2214577"/>
                  <a:ext cx="3420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0C45CD77-9447-C592-75E2-BE9C5DE5B32A}"/>
                  </a:ext>
                </a:extLst>
              </p14:cNvPr>
              <p14:cNvContentPartPr/>
              <p14:nvPr/>
            </p14:nvContentPartPr>
            <p14:xfrm>
              <a:off x="7646651" y="2298097"/>
              <a:ext cx="65520" cy="2304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0C45CD77-9447-C592-75E2-BE9C5DE5B32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640531" y="2291977"/>
                <a:ext cx="777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46AE0B57-7EA5-81AA-E17B-E6FFB5ADB45D}"/>
                  </a:ext>
                </a:extLst>
              </p14:cNvPr>
              <p14:cNvContentPartPr/>
              <p14:nvPr/>
            </p14:nvContentPartPr>
            <p14:xfrm>
              <a:off x="1232531" y="2330137"/>
              <a:ext cx="54720" cy="504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46AE0B57-7EA5-81AA-E17B-E6FFB5ADB45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226411" y="2324017"/>
                <a:ext cx="6696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9DA2CCAC-E09E-E361-6498-456CFB1DE9D1}"/>
              </a:ext>
            </a:extLst>
          </p:cNvPr>
          <p:cNvGrpSpPr/>
          <p:nvPr/>
        </p:nvGrpSpPr>
        <p:grpSpPr>
          <a:xfrm>
            <a:off x="2256371" y="2087857"/>
            <a:ext cx="935280" cy="307440"/>
            <a:chOff x="2256371" y="2087857"/>
            <a:chExt cx="9352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AFB8128-6B20-8839-6C87-8825D9D91B80}"/>
                    </a:ext>
                  </a:extLst>
                </p14:cNvPr>
                <p14:cNvContentPartPr/>
                <p14:nvPr/>
              </p14:nvContentPartPr>
              <p14:xfrm>
                <a:off x="2276891" y="2087857"/>
                <a:ext cx="914760" cy="3024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AFB8128-6B20-8839-6C87-8825D9D91B8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270771" y="2081737"/>
                  <a:ext cx="927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5618EF02-88B6-3FAF-05A0-7F2E2053238B}"/>
                    </a:ext>
                  </a:extLst>
                </p14:cNvPr>
                <p14:cNvContentPartPr/>
                <p14:nvPr/>
              </p14:nvContentPartPr>
              <p14:xfrm>
                <a:off x="2449691" y="2330137"/>
                <a:ext cx="65520" cy="169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5618EF02-88B6-3FAF-05A0-7F2E205323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443571" y="2324017"/>
                  <a:ext cx="77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1A6FE88E-877E-E3C4-C628-F21FF3A5476C}"/>
                    </a:ext>
                  </a:extLst>
                </p14:cNvPr>
                <p14:cNvContentPartPr/>
                <p14:nvPr/>
              </p14:nvContentPartPr>
              <p14:xfrm>
                <a:off x="2893211" y="2289097"/>
                <a:ext cx="43920" cy="162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1A6FE88E-877E-E3C4-C628-F21FF3A5476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87091" y="2282977"/>
                  <a:ext cx="56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82A086ED-7463-9C3D-038F-8E0FB9A04AC6}"/>
                    </a:ext>
                  </a:extLst>
                </p14:cNvPr>
                <p14:cNvContentPartPr/>
                <p14:nvPr/>
              </p14:nvContentPartPr>
              <p14:xfrm>
                <a:off x="2321171" y="2181457"/>
                <a:ext cx="172800" cy="1746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82A086ED-7463-9C3D-038F-8E0FB9A04AC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15051" y="2175337"/>
                  <a:ext cx="185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1AD9A65-8C4B-AE86-86F0-D1E013CE22E8}"/>
                    </a:ext>
                  </a:extLst>
                </p14:cNvPr>
                <p14:cNvContentPartPr/>
                <p14:nvPr/>
              </p14:nvContentPartPr>
              <p14:xfrm>
                <a:off x="2386691" y="2263537"/>
                <a:ext cx="21960" cy="30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1AD9A65-8C4B-AE86-86F0-D1E013CE22E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80571" y="2257417"/>
                  <a:ext cx="3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81193F3-52B2-1354-4AD3-D3C19C304A07}"/>
                    </a:ext>
                  </a:extLst>
                </p14:cNvPr>
                <p14:cNvContentPartPr/>
                <p14:nvPr/>
              </p14:nvContentPartPr>
              <p14:xfrm>
                <a:off x="2256371" y="2179297"/>
                <a:ext cx="463680" cy="2160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81193F3-52B2-1354-4AD3-D3C19C304A0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50251" y="2173177"/>
                  <a:ext cx="475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8B07FDD9-70D0-2681-21BE-C4414241F14C}"/>
                    </a:ext>
                  </a:extLst>
                </p14:cNvPr>
                <p14:cNvContentPartPr/>
                <p14:nvPr/>
              </p14:nvContentPartPr>
              <p14:xfrm>
                <a:off x="2784131" y="2133577"/>
                <a:ext cx="311760" cy="2444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8B07FDD9-70D0-2681-21BE-C4414241F14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78011" y="2127457"/>
                  <a:ext cx="32400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5CB7E3E1-ED88-BAC4-F493-70698D04A8DC}"/>
                  </a:ext>
                </a:extLst>
              </p14:cNvPr>
              <p14:cNvContentPartPr/>
              <p14:nvPr/>
            </p14:nvContentPartPr>
            <p14:xfrm>
              <a:off x="5975171" y="2797777"/>
              <a:ext cx="957960" cy="10548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5CB7E3E1-ED88-BAC4-F493-70698D04A8D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969051" y="2791657"/>
                <a:ext cx="9702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5B0467DE-C32C-71EB-3502-0A0D5D3B5F3F}"/>
                  </a:ext>
                </a:extLst>
              </p14:cNvPr>
              <p14:cNvContentPartPr/>
              <p14:nvPr/>
            </p14:nvContentPartPr>
            <p14:xfrm>
              <a:off x="6870491" y="2905057"/>
              <a:ext cx="98280" cy="12420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5B0467DE-C32C-71EB-3502-0A0D5D3B5F3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864371" y="2898937"/>
                <a:ext cx="1105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084AC4F6-FC85-6ECC-5EC3-18814504ABDC}"/>
                  </a:ext>
                </a:extLst>
              </p14:cNvPr>
              <p14:cNvContentPartPr/>
              <p14:nvPr/>
            </p14:nvContentPartPr>
            <p14:xfrm>
              <a:off x="3756131" y="2856817"/>
              <a:ext cx="106920" cy="22212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084AC4F6-FC85-6ECC-5EC3-18814504ABD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750011" y="2850697"/>
                <a:ext cx="1191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209231E8-735F-9323-0C94-8E5AD2485AEA}"/>
                  </a:ext>
                </a:extLst>
              </p14:cNvPr>
              <p14:cNvContentPartPr/>
              <p14:nvPr/>
            </p14:nvContentPartPr>
            <p14:xfrm>
              <a:off x="3981131" y="2878417"/>
              <a:ext cx="127440" cy="12816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209231E8-735F-9323-0C94-8E5AD2485AEA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975011" y="2872297"/>
                <a:ext cx="1396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5FD5F2B9-19FB-CBDC-CA0F-05A39ED5C37D}"/>
                  </a:ext>
                </a:extLst>
              </p14:cNvPr>
              <p14:cNvContentPartPr/>
              <p14:nvPr/>
            </p14:nvContentPartPr>
            <p14:xfrm>
              <a:off x="4130531" y="2827297"/>
              <a:ext cx="195480" cy="27648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5FD5F2B9-19FB-CBDC-CA0F-05A39ED5C37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124411" y="2821177"/>
                <a:ext cx="207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7F851953-8F01-1BE8-BB7C-DD4FFA0348AE}"/>
                  </a:ext>
                </a:extLst>
              </p14:cNvPr>
              <p14:cNvContentPartPr/>
              <p14:nvPr/>
            </p14:nvContentPartPr>
            <p14:xfrm>
              <a:off x="4400531" y="2905057"/>
              <a:ext cx="144000" cy="10548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7F851953-8F01-1BE8-BB7C-DD4FFA0348A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394411" y="2898937"/>
                <a:ext cx="15624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2A54B2B7-E20F-61C6-3E25-06246A3553D6}"/>
                  </a:ext>
                </a:extLst>
              </p14:cNvPr>
              <p14:cNvContentPartPr/>
              <p14:nvPr/>
            </p14:nvContentPartPr>
            <p14:xfrm>
              <a:off x="4434011" y="2902897"/>
              <a:ext cx="109080" cy="14508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2A54B2B7-E20F-61C6-3E25-06246A3553D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427891" y="2896777"/>
                <a:ext cx="121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AD86A6CF-D47C-48E3-540F-FAB222622532}"/>
                  </a:ext>
                </a:extLst>
              </p14:cNvPr>
              <p14:cNvContentPartPr/>
              <p14:nvPr/>
            </p14:nvContentPartPr>
            <p14:xfrm>
              <a:off x="4034051" y="2928457"/>
              <a:ext cx="43920" cy="1620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AD86A6CF-D47C-48E3-540F-FAB22262253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027931" y="2922337"/>
                <a:ext cx="56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8089EDDD-E7D2-EF79-8D0B-4835F00A52D8}"/>
                  </a:ext>
                </a:extLst>
              </p14:cNvPr>
              <p14:cNvContentPartPr/>
              <p14:nvPr/>
            </p14:nvContentPartPr>
            <p14:xfrm>
              <a:off x="4842611" y="2806417"/>
              <a:ext cx="190080" cy="20160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8089EDDD-E7D2-EF79-8D0B-4835F00A52D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836491" y="2800297"/>
                <a:ext cx="2023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E4F3BF8C-33C9-7DDB-9050-FCA3EDDB6F0B}"/>
                  </a:ext>
                </a:extLst>
              </p14:cNvPr>
              <p14:cNvContentPartPr/>
              <p14:nvPr/>
            </p14:nvContentPartPr>
            <p14:xfrm>
              <a:off x="5091731" y="2853937"/>
              <a:ext cx="139680" cy="12744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E4F3BF8C-33C9-7DDB-9050-FCA3EDDB6F0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085611" y="2847817"/>
                <a:ext cx="1519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A1E187FF-E67D-8870-84C4-53A86FB18C91}"/>
                  </a:ext>
                </a:extLst>
              </p14:cNvPr>
              <p14:cNvContentPartPr/>
              <p14:nvPr/>
            </p14:nvContentPartPr>
            <p14:xfrm>
              <a:off x="5403491" y="2807137"/>
              <a:ext cx="65880" cy="16380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A1E187FF-E67D-8870-84C4-53A86FB18C9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397371" y="2801017"/>
                <a:ext cx="781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3BDD84CD-9481-2E86-C3DE-BC290C297423}"/>
                  </a:ext>
                </a:extLst>
              </p14:cNvPr>
              <p14:cNvContentPartPr/>
              <p14:nvPr/>
            </p14:nvContentPartPr>
            <p14:xfrm>
              <a:off x="5242571" y="2829817"/>
              <a:ext cx="119880" cy="2304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3BDD84CD-9481-2E86-C3DE-BC290C297423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236451" y="2823697"/>
                <a:ext cx="1321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3CCEE0BD-E122-C72A-C88A-86DD41D40789}"/>
                  </a:ext>
                </a:extLst>
              </p14:cNvPr>
              <p14:cNvContentPartPr/>
              <p14:nvPr/>
            </p14:nvContentPartPr>
            <p14:xfrm>
              <a:off x="5631731" y="2914777"/>
              <a:ext cx="52560" cy="2304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3CCEE0BD-E122-C72A-C88A-86DD41D4078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25611" y="2908657"/>
                <a:ext cx="648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D3435C22-956D-5BAB-995B-9FC337DB8AAD}"/>
                  </a:ext>
                </a:extLst>
              </p14:cNvPr>
              <p14:cNvContentPartPr/>
              <p14:nvPr/>
            </p14:nvContentPartPr>
            <p14:xfrm>
              <a:off x="5112251" y="3004057"/>
              <a:ext cx="33120" cy="28080"/>
            </p14:xfrm>
          </p:contentPart>
        </mc:Choice>
        <mc:Fallback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D3435C22-956D-5BAB-995B-9FC337DB8AA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106131" y="2997937"/>
                <a:ext cx="45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FF632E0D-A616-1035-EA81-D06A5EB71F70}"/>
                  </a:ext>
                </a:extLst>
              </p14:cNvPr>
              <p14:cNvContentPartPr/>
              <p14:nvPr/>
            </p14:nvContentPartPr>
            <p14:xfrm>
              <a:off x="7635491" y="2708497"/>
              <a:ext cx="87120" cy="2736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FF632E0D-A616-1035-EA81-D06A5EB71F7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629371" y="2702377"/>
                <a:ext cx="99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81B9ACBD-C242-E5EC-205A-D31B695341DC}"/>
                  </a:ext>
                </a:extLst>
              </p14:cNvPr>
              <p14:cNvContentPartPr/>
              <p14:nvPr/>
            </p14:nvContentPartPr>
            <p14:xfrm>
              <a:off x="8563571" y="2730097"/>
              <a:ext cx="249480" cy="17136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81B9ACBD-C242-E5EC-205A-D31B695341D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557451" y="2723977"/>
                <a:ext cx="2617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232D3060-74AC-28C5-D993-E6B112BE2E5E}"/>
                  </a:ext>
                </a:extLst>
              </p14:cNvPr>
              <p14:cNvContentPartPr/>
              <p14:nvPr/>
            </p14:nvContentPartPr>
            <p14:xfrm>
              <a:off x="8837891" y="2717497"/>
              <a:ext cx="253440" cy="17028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232D3060-74AC-28C5-D993-E6B112BE2E5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831771" y="2711377"/>
                <a:ext cx="2656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41711C39-180E-73D0-BEB1-490E8FEEF18E}"/>
                  </a:ext>
                </a:extLst>
              </p14:cNvPr>
              <p14:cNvContentPartPr/>
              <p14:nvPr/>
            </p14:nvContentPartPr>
            <p14:xfrm>
              <a:off x="9220211" y="2729377"/>
              <a:ext cx="163440" cy="17388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41711C39-180E-73D0-BEB1-490E8FEEF18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214091" y="2723257"/>
                <a:ext cx="1756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9297F071-AD88-E30F-5E7F-0FBB16291A05}"/>
                  </a:ext>
                </a:extLst>
              </p14:cNvPr>
              <p14:cNvContentPartPr/>
              <p14:nvPr/>
            </p14:nvContentPartPr>
            <p14:xfrm>
              <a:off x="9080891" y="2703817"/>
              <a:ext cx="139320" cy="4176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9297F071-AD88-E30F-5E7F-0FBB16291A05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074771" y="2697697"/>
                <a:ext cx="151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0ADAE65D-E956-4F80-EFE8-C36E9C76B4BB}"/>
                  </a:ext>
                </a:extLst>
              </p14:cNvPr>
              <p14:cNvContentPartPr/>
              <p14:nvPr/>
            </p14:nvContentPartPr>
            <p14:xfrm>
              <a:off x="9435131" y="2848177"/>
              <a:ext cx="109080" cy="4824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0ADAE65D-E956-4F80-EFE8-C36E9C76B4B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9429011" y="2842057"/>
                <a:ext cx="1213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57DBA3CB-A783-3EA7-0C26-8332A18CB578}"/>
                  </a:ext>
                </a:extLst>
              </p14:cNvPr>
              <p14:cNvContentPartPr/>
              <p14:nvPr/>
            </p14:nvContentPartPr>
            <p14:xfrm>
              <a:off x="8768051" y="2731537"/>
              <a:ext cx="43920" cy="2520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57DBA3CB-A783-3EA7-0C26-8332A18CB57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761931" y="2725417"/>
                <a:ext cx="561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3B3CDC43-291E-2781-8637-00909BF1D5FC}"/>
                  </a:ext>
                </a:extLst>
              </p14:cNvPr>
              <p14:cNvContentPartPr/>
              <p14:nvPr/>
            </p14:nvContentPartPr>
            <p14:xfrm>
              <a:off x="3701771" y="2513737"/>
              <a:ext cx="6004080" cy="63432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3B3CDC43-291E-2781-8637-00909BF1D5F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695651" y="2507617"/>
                <a:ext cx="601632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BC1C47CA-E526-AAFC-537B-BFC04C8FB13D}"/>
                  </a:ext>
                </a:extLst>
              </p14:cNvPr>
              <p14:cNvContentPartPr/>
              <p14:nvPr/>
            </p14:nvContentPartPr>
            <p14:xfrm>
              <a:off x="4542731" y="3684097"/>
              <a:ext cx="41760" cy="2304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BC1C47CA-E526-AAFC-537B-BFC04C8FB13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536611" y="3677977"/>
                <a:ext cx="54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4996F332-AF83-D86D-214D-5317FCAE3ECD}"/>
                  </a:ext>
                </a:extLst>
              </p14:cNvPr>
              <p14:cNvContentPartPr/>
              <p14:nvPr/>
            </p14:nvContentPartPr>
            <p14:xfrm>
              <a:off x="7850411" y="3575737"/>
              <a:ext cx="185400" cy="32724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4996F332-AF83-D86D-214D-5317FCAE3EC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844291" y="3569617"/>
                <a:ext cx="1976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4A2F91DA-26B6-3271-C306-D0C6E06FEC82}"/>
                  </a:ext>
                </a:extLst>
              </p14:cNvPr>
              <p14:cNvContentPartPr/>
              <p14:nvPr/>
            </p14:nvContentPartPr>
            <p14:xfrm>
              <a:off x="821771" y="1359217"/>
              <a:ext cx="33120" cy="3024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4A2F91DA-26B6-3271-C306-D0C6E06FEC82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15651" y="1353097"/>
                <a:ext cx="45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747D6AB2-A5E3-9626-26E5-D41CFED4C4A5}"/>
                  </a:ext>
                </a:extLst>
              </p14:cNvPr>
              <p14:cNvContentPartPr/>
              <p14:nvPr/>
            </p14:nvContentPartPr>
            <p14:xfrm>
              <a:off x="2460491" y="997417"/>
              <a:ext cx="44640" cy="6192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747D6AB2-A5E3-9626-26E5-D41CFED4C4A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454371" y="991297"/>
                <a:ext cx="568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4DBCE3FE-B6E9-5024-04DC-1290217ADE0C}"/>
                  </a:ext>
                </a:extLst>
              </p14:cNvPr>
              <p14:cNvContentPartPr/>
              <p14:nvPr/>
            </p14:nvContentPartPr>
            <p14:xfrm>
              <a:off x="1610531" y="960697"/>
              <a:ext cx="1660320" cy="300240"/>
            </p14:xfrm>
          </p:contentPart>
        </mc:Choice>
        <mc:Fallback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4DBCE3FE-B6E9-5024-04DC-1290217ADE0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604411" y="954577"/>
                <a:ext cx="16725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10B7A5A8-04A7-AFBB-D731-4EF84E0FC3A2}"/>
                  </a:ext>
                </a:extLst>
              </p14:cNvPr>
              <p14:cNvContentPartPr/>
              <p14:nvPr/>
            </p14:nvContentPartPr>
            <p14:xfrm>
              <a:off x="521891" y="1399897"/>
              <a:ext cx="926280" cy="5508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10B7A5A8-04A7-AFBB-D731-4EF84E0FC3A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15771" y="1393777"/>
                <a:ext cx="9385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E3D5AAB5-0B54-5BC3-D46D-3FF80727E081}"/>
                  </a:ext>
                </a:extLst>
              </p14:cNvPr>
              <p14:cNvContentPartPr/>
              <p14:nvPr/>
            </p14:nvContentPartPr>
            <p14:xfrm>
              <a:off x="2309651" y="1237177"/>
              <a:ext cx="303840" cy="211680"/>
            </p14:xfrm>
          </p:contentPart>
        </mc:Choice>
        <mc:Fallback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E3D5AAB5-0B54-5BC3-D46D-3FF80727E08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303531" y="1231057"/>
                <a:ext cx="3160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B15EC5D7-D834-D9ED-6DAD-FF2AFA44E959}"/>
                  </a:ext>
                </a:extLst>
              </p14:cNvPr>
              <p14:cNvContentPartPr/>
              <p14:nvPr/>
            </p14:nvContentPartPr>
            <p14:xfrm>
              <a:off x="4531931" y="3647377"/>
              <a:ext cx="11160" cy="2304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B15EC5D7-D834-D9ED-6DAD-FF2AFA44E95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525811" y="3641257"/>
                <a:ext cx="234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5F34AA39-0A13-0D0A-1BEC-24771009A6BA}"/>
                  </a:ext>
                </a:extLst>
              </p14:cNvPr>
              <p14:cNvContentPartPr/>
              <p14:nvPr/>
            </p14:nvContentPartPr>
            <p14:xfrm>
              <a:off x="2290931" y="1485217"/>
              <a:ext cx="300600" cy="154440"/>
            </p14:xfrm>
          </p:contentPart>
        </mc:Choice>
        <mc:Fallback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5F34AA39-0A13-0D0A-1BEC-24771009A6B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284811" y="1479097"/>
                <a:ext cx="3128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B97B116B-1D12-E1A8-F3C7-D06B7FE06CAE}"/>
                  </a:ext>
                </a:extLst>
              </p14:cNvPr>
              <p14:cNvContentPartPr/>
              <p14:nvPr/>
            </p14:nvContentPartPr>
            <p14:xfrm>
              <a:off x="4681691" y="3448297"/>
              <a:ext cx="65520" cy="19080"/>
            </p14:xfrm>
          </p:contentPart>
        </mc:Choice>
        <mc:Fallback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B97B116B-1D12-E1A8-F3C7-D06B7FE06CA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675571" y="3442177"/>
                <a:ext cx="777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4C55080E-C7CC-3F0D-3A45-C7036F66486D}"/>
                  </a:ext>
                </a:extLst>
              </p14:cNvPr>
              <p14:cNvContentPartPr/>
              <p14:nvPr/>
            </p14:nvContentPartPr>
            <p14:xfrm>
              <a:off x="7452971" y="3599857"/>
              <a:ext cx="21960" cy="25200"/>
            </p14:xfrm>
          </p:contentPart>
        </mc:Choice>
        <mc:Fallback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4C55080E-C7CC-3F0D-3A45-C7036F66486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446851" y="3593737"/>
                <a:ext cx="34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F9FF80D1-1234-69F2-8CC3-3D32CBD89F87}"/>
                  </a:ext>
                </a:extLst>
              </p14:cNvPr>
              <p14:cNvContentPartPr/>
              <p14:nvPr/>
            </p14:nvContentPartPr>
            <p14:xfrm>
              <a:off x="337211" y="1482337"/>
              <a:ext cx="360" cy="720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F9FF80D1-1234-69F2-8CC3-3D32CBD89F8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31091" y="1476217"/>
                <a:ext cx="126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8C273153-88D2-69A0-74D0-72EFDE2617D2}"/>
              </a:ext>
            </a:extLst>
          </p:cNvPr>
          <p:cNvGrpSpPr/>
          <p:nvPr/>
        </p:nvGrpSpPr>
        <p:grpSpPr>
          <a:xfrm>
            <a:off x="413171" y="1861777"/>
            <a:ext cx="2941560" cy="156600"/>
            <a:chOff x="413171" y="1861777"/>
            <a:chExt cx="294156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DFDCCA35-F432-A77B-C714-AA8422460CF1}"/>
                    </a:ext>
                  </a:extLst>
                </p14:cNvPr>
                <p14:cNvContentPartPr/>
                <p14:nvPr/>
              </p14:nvContentPartPr>
              <p14:xfrm>
                <a:off x="2460491" y="1901737"/>
                <a:ext cx="43920" cy="100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DFDCCA35-F432-A77B-C714-AA8422460CF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454371" y="1895617"/>
                  <a:ext cx="56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9713B12E-CAC5-C7D3-62DA-E1D512DA3B6C}"/>
                    </a:ext>
                  </a:extLst>
                </p14:cNvPr>
                <p14:cNvContentPartPr/>
                <p14:nvPr/>
              </p14:nvContentPartPr>
              <p14:xfrm>
                <a:off x="2504051" y="1906777"/>
                <a:ext cx="11160" cy="25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9713B12E-CAC5-C7D3-62DA-E1D512DA3B6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97931" y="1900657"/>
                  <a:ext cx="234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70BF546-2B56-9C21-985C-D3F5D9BBAE0D}"/>
                    </a:ext>
                  </a:extLst>
                </p14:cNvPr>
                <p14:cNvContentPartPr/>
                <p14:nvPr/>
              </p14:nvContentPartPr>
              <p14:xfrm>
                <a:off x="2580011" y="1915417"/>
                <a:ext cx="21960" cy="230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70BF546-2B56-9C21-985C-D3F5D9BBAE0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573891" y="1909297"/>
                  <a:ext cx="34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1E788934-6D11-DD7E-4BDC-DE0D8DAA1F47}"/>
                    </a:ext>
                  </a:extLst>
                </p14:cNvPr>
                <p14:cNvContentPartPr/>
                <p14:nvPr/>
              </p14:nvContentPartPr>
              <p14:xfrm>
                <a:off x="2558411" y="1861777"/>
                <a:ext cx="65880" cy="1566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1E788934-6D11-DD7E-4BDC-DE0D8DAA1F4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552291" y="1855657"/>
                  <a:ext cx="78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78EBF66F-4EF0-E910-6134-FD727890AF33}"/>
                    </a:ext>
                  </a:extLst>
                </p14:cNvPr>
                <p14:cNvContentPartPr/>
                <p14:nvPr/>
              </p14:nvContentPartPr>
              <p14:xfrm>
                <a:off x="2547611" y="1913617"/>
                <a:ext cx="360" cy="25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78EBF66F-4EF0-E910-6134-FD727890AF3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541491" y="1907497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47109233-6A37-7057-EDA0-2D7E31BD05CA}"/>
                    </a:ext>
                  </a:extLst>
                </p14:cNvPr>
                <p14:cNvContentPartPr/>
                <p14:nvPr/>
              </p14:nvContentPartPr>
              <p14:xfrm>
                <a:off x="413171" y="1897777"/>
                <a:ext cx="2941560" cy="932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47109233-6A37-7057-EDA0-2D7E31BD05C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07051" y="1891657"/>
                  <a:ext cx="2953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6F6CE1FD-319C-7143-ABEA-8A2637E5B024}"/>
                    </a:ext>
                  </a:extLst>
                </p14:cNvPr>
                <p14:cNvContentPartPr/>
                <p14:nvPr/>
              </p14:nvContentPartPr>
              <p14:xfrm>
                <a:off x="2438891" y="1991017"/>
                <a:ext cx="11160" cy="122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6F6CE1FD-319C-7143-ABEA-8A2637E5B02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32771" y="1984897"/>
                  <a:ext cx="2340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7FF211CC-FFCB-4CBA-F23C-2D8BD7DB5C88}"/>
                  </a:ext>
                </a:extLst>
              </p14:cNvPr>
              <p14:cNvContentPartPr/>
              <p14:nvPr/>
            </p14:nvContentPartPr>
            <p14:xfrm>
              <a:off x="348011" y="3470977"/>
              <a:ext cx="1968480" cy="9396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7FF211CC-FFCB-4CBA-F23C-2D8BD7DB5C88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41891" y="3464857"/>
                <a:ext cx="19807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AE7C760B-CDAE-1181-D9B5-9198D8C08CC5}"/>
                  </a:ext>
                </a:extLst>
              </p14:cNvPr>
              <p14:cNvContentPartPr/>
              <p14:nvPr/>
            </p14:nvContentPartPr>
            <p14:xfrm>
              <a:off x="639251" y="3888217"/>
              <a:ext cx="1898280" cy="82800"/>
            </p14:xfrm>
          </p:contentPart>
        </mc:Choice>
        <mc:Fallback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AE7C760B-CDAE-1181-D9B5-9198D8C08CC5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33131" y="3882097"/>
                <a:ext cx="19105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8F4B738B-2C5A-9613-E014-B240F6F9DE20}"/>
                  </a:ext>
                </a:extLst>
              </p14:cNvPr>
              <p14:cNvContentPartPr/>
              <p14:nvPr/>
            </p14:nvContentPartPr>
            <p14:xfrm>
              <a:off x="584891" y="4089817"/>
              <a:ext cx="360" cy="2520"/>
            </p14:xfrm>
          </p:contentPart>
        </mc:Choice>
        <mc:Fallback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8F4B738B-2C5A-9613-E014-B240F6F9DE20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78771" y="4083697"/>
                <a:ext cx="126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13B0BDBD-F74E-BF44-7AC3-22713BC9C0AE}"/>
                  </a:ext>
                </a:extLst>
              </p14:cNvPr>
              <p14:cNvContentPartPr/>
              <p14:nvPr/>
            </p14:nvContentPartPr>
            <p14:xfrm>
              <a:off x="260171" y="3979657"/>
              <a:ext cx="2081880" cy="237960"/>
            </p14:xfrm>
          </p:contentPart>
        </mc:Choice>
        <mc:Fallback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13B0BDBD-F74E-BF44-7AC3-22713BC9C0A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54051" y="3973537"/>
                <a:ext cx="2094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F043CF77-7431-FD05-2E22-D483DAE07548}"/>
                  </a:ext>
                </a:extLst>
              </p14:cNvPr>
              <p14:cNvContentPartPr/>
              <p14:nvPr/>
            </p14:nvContentPartPr>
            <p14:xfrm>
              <a:off x="1847771" y="1240417"/>
              <a:ext cx="139320" cy="30240"/>
            </p14:xfrm>
          </p:contentPart>
        </mc:Choice>
        <mc:Fallback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F043CF77-7431-FD05-2E22-D483DAE0754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841651" y="1234297"/>
                <a:ext cx="151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8085C63E-40E1-DD13-E2E6-B19F470AB452}"/>
                  </a:ext>
                </a:extLst>
              </p14:cNvPr>
              <p14:cNvContentPartPr/>
              <p14:nvPr/>
            </p14:nvContentPartPr>
            <p14:xfrm>
              <a:off x="1123811" y="1530937"/>
              <a:ext cx="119880" cy="55080"/>
            </p14:xfrm>
          </p:contentPart>
        </mc:Choice>
        <mc:Fallback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8085C63E-40E1-DD13-E2E6-B19F470AB45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17691" y="1524817"/>
                <a:ext cx="1321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8C91BC62-B873-B800-9C9C-A4C817DC86AF}"/>
                  </a:ext>
                </a:extLst>
              </p14:cNvPr>
              <p14:cNvContentPartPr/>
              <p14:nvPr/>
            </p14:nvContentPartPr>
            <p14:xfrm>
              <a:off x="7926731" y="3596977"/>
              <a:ext cx="130680" cy="12420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8C91BC62-B873-B800-9C9C-A4C817DC86A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920611" y="3590857"/>
                <a:ext cx="1429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D647C2CB-0735-3BA6-AF4E-B8859AE4CFF9}"/>
                  </a:ext>
                </a:extLst>
              </p14:cNvPr>
              <p14:cNvContentPartPr/>
              <p14:nvPr/>
            </p14:nvContentPartPr>
            <p14:xfrm>
              <a:off x="8206091" y="3455497"/>
              <a:ext cx="151560" cy="27792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D647C2CB-0735-3BA6-AF4E-B8859AE4CFF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99971" y="3449377"/>
                <a:ext cx="1638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932EC1DE-84F6-1A2A-DA4A-92764F0485E1}"/>
                  </a:ext>
                </a:extLst>
              </p14:cNvPr>
              <p14:cNvContentPartPr/>
              <p14:nvPr/>
            </p14:nvContentPartPr>
            <p14:xfrm>
              <a:off x="8335331" y="3450457"/>
              <a:ext cx="335880" cy="23040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932EC1DE-84F6-1A2A-DA4A-92764F0485E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329211" y="3444337"/>
                <a:ext cx="3481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071532C7-D93C-E882-F99B-CC4107444F2B}"/>
                  </a:ext>
                </a:extLst>
              </p14:cNvPr>
              <p14:cNvContentPartPr/>
              <p14:nvPr/>
            </p14:nvContentPartPr>
            <p14:xfrm>
              <a:off x="7031411" y="3537577"/>
              <a:ext cx="65520" cy="7200"/>
            </p14:xfrm>
          </p:contentPart>
        </mc:Choice>
        <mc:Fallback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071532C7-D93C-E882-F99B-CC4107444F2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025291" y="3531457"/>
                <a:ext cx="7776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5DD3DF5F-3800-D1B6-74B4-5186344F96F2}"/>
              </a:ext>
            </a:extLst>
          </p:cNvPr>
          <p:cNvGrpSpPr/>
          <p:nvPr/>
        </p:nvGrpSpPr>
        <p:grpSpPr>
          <a:xfrm>
            <a:off x="2245211" y="1238977"/>
            <a:ext cx="551160" cy="248760"/>
            <a:chOff x="2245211" y="1238977"/>
            <a:chExt cx="5511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02820E17-965A-8028-0B2F-CC4EF259EB44}"/>
                    </a:ext>
                  </a:extLst>
                </p14:cNvPr>
                <p14:cNvContentPartPr/>
                <p14:nvPr/>
              </p14:nvContentPartPr>
              <p14:xfrm>
                <a:off x="2353931" y="1455337"/>
                <a:ext cx="11160" cy="93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02820E17-965A-8028-0B2F-CC4EF259EB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47811" y="144921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09C8655D-3E2B-FA2F-50D1-01C448BD2C82}"/>
                    </a:ext>
                  </a:extLst>
                </p14:cNvPr>
                <p14:cNvContentPartPr/>
                <p14:nvPr/>
              </p14:nvContentPartPr>
              <p14:xfrm>
                <a:off x="2245211" y="1238977"/>
                <a:ext cx="551160" cy="24876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09C8655D-3E2B-FA2F-50D1-01C448BD2C8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9091" y="1232857"/>
                  <a:ext cx="56340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2EDD7B21-79B1-5F03-1295-98FEC2C6468B}"/>
                  </a:ext>
                </a:extLst>
              </p14:cNvPr>
              <p14:cNvContentPartPr/>
              <p14:nvPr/>
            </p14:nvContentPartPr>
            <p14:xfrm>
              <a:off x="4703651" y="3530737"/>
              <a:ext cx="54720" cy="1224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2EDD7B21-79B1-5F03-1295-98FEC2C6468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697531" y="3524617"/>
                <a:ext cx="6696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C4A04029-5CFF-02A0-0537-682C1E19E6BE}"/>
              </a:ext>
            </a:extLst>
          </p:cNvPr>
          <p:cNvGrpSpPr/>
          <p:nvPr/>
        </p:nvGrpSpPr>
        <p:grpSpPr>
          <a:xfrm>
            <a:off x="6750971" y="3425257"/>
            <a:ext cx="1132560" cy="267480"/>
            <a:chOff x="6750971" y="3425257"/>
            <a:chExt cx="113256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36648EDE-68C1-8A49-F44D-7D9E6C911276}"/>
                    </a:ext>
                  </a:extLst>
                </p14:cNvPr>
                <p14:cNvContentPartPr/>
                <p14:nvPr/>
              </p14:nvContentPartPr>
              <p14:xfrm>
                <a:off x="6750971" y="3425257"/>
                <a:ext cx="163440" cy="267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36648EDE-68C1-8A49-F44D-7D9E6C91127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44851" y="3419137"/>
                  <a:ext cx="175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C13804F2-365C-6185-94C4-FAD4ECCEED2F}"/>
                    </a:ext>
                  </a:extLst>
                </p14:cNvPr>
                <p14:cNvContentPartPr/>
                <p14:nvPr/>
              </p14:nvContentPartPr>
              <p14:xfrm>
                <a:off x="7041851" y="3490417"/>
                <a:ext cx="279720" cy="1562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C13804F2-365C-6185-94C4-FAD4ECCEED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35731" y="3484297"/>
                  <a:ext cx="2919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8C52BE36-1FDA-31DE-541B-E4254BD4F684}"/>
                    </a:ext>
                  </a:extLst>
                </p14:cNvPr>
                <p14:cNvContentPartPr/>
                <p14:nvPr/>
              </p14:nvContentPartPr>
              <p14:xfrm>
                <a:off x="7301411" y="3498697"/>
                <a:ext cx="313560" cy="173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8C52BE36-1FDA-31DE-541B-E4254BD4F68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95291" y="3492577"/>
                  <a:ext cx="325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9FD5F123-4519-B131-4A07-AE7D71316AA4}"/>
                    </a:ext>
                  </a:extLst>
                </p14:cNvPr>
                <p14:cNvContentPartPr/>
                <p14:nvPr/>
              </p14:nvContentPartPr>
              <p14:xfrm>
                <a:off x="7766171" y="3576097"/>
                <a:ext cx="63360" cy="2808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9FD5F123-4519-B131-4A07-AE7D71316AA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760051" y="3569977"/>
                  <a:ext cx="75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7DE7D88-0436-159D-8E20-A3984C66202D}"/>
                    </a:ext>
                  </a:extLst>
                </p14:cNvPr>
                <p14:cNvContentPartPr/>
                <p14:nvPr/>
              </p14:nvContentPartPr>
              <p14:xfrm>
                <a:off x="7872371" y="3537577"/>
                <a:ext cx="11160" cy="93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7DE7D88-0436-159D-8E20-A3984C66202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66251" y="353145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068E4FC1-9A46-BF5A-8CB6-FD96847C99C6}"/>
                    </a:ext>
                  </a:extLst>
                </p14:cNvPr>
                <p14:cNvContentPartPr/>
                <p14:nvPr/>
              </p14:nvContentPartPr>
              <p14:xfrm>
                <a:off x="7507331" y="3590137"/>
                <a:ext cx="311040" cy="417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068E4FC1-9A46-BF5A-8CB6-FD96847C99C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501211" y="3584017"/>
                  <a:ext cx="3232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Agrupar 185">
            <a:extLst>
              <a:ext uri="{FF2B5EF4-FFF2-40B4-BE49-F238E27FC236}">
                <a16:creationId xmlns:a16="http://schemas.microsoft.com/office/drawing/2014/main" id="{637B8E4C-AF1C-5776-EC2D-DFF5FB5AE65A}"/>
              </a:ext>
            </a:extLst>
          </p:cNvPr>
          <p:cNvGrpSpPr/>
          <p:nvPr/>
        </p:nvGrpSpPr>
        <p:grpSpPr>
          <a:xfrm>
            <a:off x="243251" y="3999457"/>
            <a:ext cx="2229480" cy="290520"/>
            <a:chOff x="243251" y="3999457"/>
            <a:chExt cx="222948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29BC75D7-616B-41F4-C74A-2B8E1E7F0D37}"/>
                    </a:ext>
                  </a:extLst>
                </p14:cNvPr>
                <p14:cNvContentPartPr/>
                <p14:nvPr/>
              </p14:nvContentPartPr>
              <p14:xfrm>
                <a:off x="1480211" y="4211497"/>
                <a:ext cx="21960" cy="27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29BC75D7-616B-41F4-C74A-2B8E1E7F0D3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74091" y="4205377"/>
                  <a:ext cx="3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027F9059-5CA3-3653-9C17-309DB4FF3C6F}"/>
                    </a:ext>
                  </a:extLst>
                </p14:cNvPr>
                <p14:cNvContentPartPr/>
                <p14:nvPr/>
              </p14:nvContentPartPr>
              <p14:xfrm>
                <a:off x="243251" y="4241377"/>
                <a:ext cx="2062440" cy="486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027F9059-5CA3-3653-9C17-309DB4FF3C6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7131" y="4235257"/>
                  <a:ext cx="2074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11A20B05-7AF0-8AFA-C1DF-B92AE1BC02A4}"/>
                    </a:ext>
                  </a:extLst>
                </p14:cNvPr>
                <p14:cNvContentPartPr/>
                <p14:nvPr/>
              </p14:nvContentPartPr>
              <p14:xfrm>
                <a:off x="271331" y="3999457"/>
                <a:ext cx="2201400" cy="20052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11A20B05-7AF0-8AFA-C1DF-B92AE1BC02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5211" y="3993337"/>
                  <a:ext cx="221364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F4E92AF9-0FE9-361E-DFE2-00289438784C}"/>
                  </a:ext>
                </a:extLst>
              </p14:cNvPr>
              <p14:cNvContentPartPr/>
              <p14:nvPr/>
            </p14:nvContentPartPr>
            <p14:xfrm>
              <a:off x="4790411" y="2843497"/>
              <a:ext cx="21960" cy="1620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F4E92AF9-0FE9-361E-DFE2-00289438784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784291" y="2837377"/>
                <a:ext cx="3420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CF4F7CE1-6214-E2D5-2402-FE721EFA2EAF}"/>
              </a:ext>
            </a:extLst>
          </p:cNvPr>
          <p:cNvGrpSpPr/>
          <p:nvPr/>
        </p:nvGrpSpPr>
        <p:grpSpPr>
          <a:xfrm>
            <a:off x="7344251" y="2747377"/>
            <a:ext cx="885600" cy="255600"/>
            <a:chOff x="7344251" y="2747377"/>
            <a:chExt cx="8856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ADEBF25F-28CD-EF64-9B95-41A36C8E483F}"/>
                    </a:ext>
                  </a:extLst>
                </p14:cNvPr>
                <p14:cNvContentPartPr/>
                <p14:nvPr/>
              </p14:nvContentPartPr>
              <p14:xfrm>
                <a:off x="7344251" y="2747377"/>
                <a:ext cx="141480" cy="2502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ADEBF25F-28CD-EF64-9B95-41A36C8E483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38131" y="2741257"/>
                  <a:ext cx="153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44C8F105-6144-AF94-F558-FAEEFAD00763}"/>
                    </a:ext>
                  </a:extLst>
                </p14:cNvPr>
                <p14:cNvContentPartPr/>
                <p14:nvPr/>
              </p14:nvContentPartPr>
              <p14:xfrm>
                <a:off x="7591571" y="2795617"/>
                <a:ext cx="142560" cy="1904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44C8F105-6144-AF94-F558-FAEEFAD007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85451" y="2789497"/>
                  <a:ext cx="154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E0D8FE2-34EB-633D-7C05-B4B34DC4BD59}"/>
                    </a:ext>
                  </a:extLst>
                </p14:cNvPr>
                <p14:cNvContentPartPr/>
                <p14:nvPr/>
              </p14:nvContentPartPr>
              <p14:xfrm>
                <a:off x="7794251" y="2795977"/>
                <a:ext cx="154800" cy="2070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E0D8FE2-34EB-633D-7C05-B4B34DC4BD5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88131" y="2789857"/>
                  <a:ext cx="167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7CBEFF95-7AE6-D8E6-CB14-D0E23BFA79BD}"/>
                    </a:ext>
                  </a:extLst>
                </p14:cNvPr>
                <p14:cNvContentPartPr/>
                <p14:nvPr/>
              </p14:nvContentPartPr>
              <p14:xfrm>
                <a:off x="8055971" y="2862217"/>
                <a:ext cx="173880" cy="943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7CBEFF95-7AE6-D8E6-CB14-D0E23BFA79B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49851" y="2856097"/>
                  <a:ext cx="186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B5B7B667-D507-3112-95B7-5C717FB63B58}"/>
                    </a:ext>
                  </a:extLst>
                </p14:cNvPr>
                <p14:cNvContentPartPr/>
                <p14:nvPr/>
              </p14:nvContentPartPr>
              <p14:xfrm>
                <a:off x="8035451" y="2887057"/>
                <a:ext cx="182880" cy="1083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B5B7B667-D507-3112-95B7-5C717FB63B5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29331" y="2880937"/>
                  <a:ext cx="195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88B51290-A0A0-65AA-EA70-62970A517A47}"/>
                    </a:ext>
                  </a:extLst>
                </p14:cNvPr>
                <p14:cNvContentPartPr/>
                <p14:nvPr/>
              </p14:nvContentPartPr>
              <p14:xfrm>
                <a:off x="7603091" y="2788777"/>
                <a:ext cx="33120" cy="205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88B51290-A0A0-65AA-EA70-62970A517A4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96971" y="2782657"/>
                  <a:ext cx="453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Agrupar 194">
            <a:extLst>
              <a:ext uri="{FF2B5EF4-FFF2-40B4-BE49-F238E27FC236}">
                <a16:creationId xmlns:a16="http://schemas.microsoft.com/office/drawing/2014/main" id="{3F5138E1-9C13-6E54-BCDA-4F6D9AB98EA1}"/>
              </a:ext>
            </a:extLst>
          </p:cNvPr>
          <p:cNvGrpSpPr/>
          <p:nvPr/>
        </p:nvGrpSpPr>
        <p:grpSpPr>
          <a:xfrm>
            <a:off x="3927131" y="3510937"/>
            <a:ext cx="1176480" cy="271800"/>
            <a:chOff x="3927131" y="3510937"/>
            <a:chExt cx="117648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0844669-3064-85BD-90CC-00FEE412BB24}"/>
                    </a:ext>
                  </a:extLst>
                </p14:cNvPr>
                <p14:cNvContentPartPr/>
                <p14:nvPr/>
              </p14:nvContentPartPr>
              <p14:xfrm>
                <a:off x="3927131" y="3510937"/>
                <a:ext cx="194400" cy="1994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0844669-3064-85BD-90CC-00FEE412BB2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21011" y="3504817"/>
                  <a:ext cx="206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3D3339B-9E6A-DA74-0F19-9B935A712B53}"/>
                    </a:ext>
                  </a:extLst>
                </p14:cNvPr>
                <p14:cNvContentPartPr/>
                <p14:nvPr/>
              </p14:nvContentPartPr>
              <p14:xfrm>
                <a:off x="4164011" y="3554137"/>
                <a:ext cx="205920" cy="1371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3D3339B-9E6A-DA74-0F19-9B935A712B5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57891" y="3548017"/>
                  <a:ext cx="218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8481284D-2A22-CF5C-71BF-56885F9075F3}"/>
                    </a:ext>
                  </a:extLst>
                </p14:cNvPr>
                <p14:cNvContentPartPr/>
                <p14:nvPr/>
              </p14:nvContentPartPr>
              <p14:xfrm>
                <a:off x="4426811" y="3536137"/>
                <a:ext cx="105840" cy="2142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8481284D-2A22-CF5C-71BF-56885F9075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420691" y="3530017"/>
                  <a:ext cx="118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19A3A46-DB63-BFBE-500D-EA2E05ADDF8F}"/>
                    </a:ext>
                  </a:extLst>
                </p14:cNvPr>
                <p14:cNvContentPartPr/>
                <p14:nvPr/>
              </p14:nvContentPartPr>
              <p14:xfrm>
                <a:off x="4703651" y="3652417"/>
                <a:ext cx="43920" cy="1303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19A3A46-DB63-BFBE-500D-EA2E05ADDF8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97531" y="3646297"/>
                  <a:ext cx="56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34A8DE79-7032-3DF6-FD08-91ADC0282C31}"/>
                    </a:ext>
                  </a:extLst>
                </p14:cNvPr>
                <p14:cNvContentPartPr/>
                <p14:nvPr/>
              </p14:nvContentPartPr>
              <p14:xfrm>
                <a:off x="4749011" y="3533257"/>
                <a:ext cx="137520" cy="1314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34A8DE79-7032-3DF6-FD08-91ADC0282C3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42891" y="3527137"/>
                  <a:ext cx="149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C279F8EC-3A47-8796-9E7D-13695071C28B}"/>
                    </a:ext>
                  </a:extLst>
                </p14:cNvPr>
                <p14:cNvContentPartPr/>
                <p14:nvPr/>
              </p14:nvContentPartPr>
              <p14:xfrm>
                <a:off x="4896611" y="3537577"/>
                <a:ext cx="207000" cy="2199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C279F8EC-3A47-8796-9E7D-13695071C28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890491" y="3531457"/>
                  <a:ext cx="219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A08FCFAF-B37C-D980-4A6A-2DEB603DB4BB}"/>
                    </a:ext>
                  </a:extLst>
                </p14:cNvPr>
                <p14:cNvContentPartPr/>
                <p14:nvPr/>
              </p14:nvContentPartPr>
              <p14:xfrm>
                <a:off x="4153571" y="3594817"/>
                <a:ext cx="76320" cy="252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A08FCFAF-B37C-D980-4A6A-2DEB603DB4B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47451" y="3588697"/>
                  <a:ext cx="88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7C174C2D-BF1F-975D-30BD-593F23D8757B}"/>
                    </a:ext>
                  </a:extLst>
                </p14:cNvPr>
                <p14:cNvContentPartPr/>
                <p14:nvPr/>
              </p14:nvContentPartPr>
              <p14:xfrm>
                <a:off x="4638491" y="3620017"/>
                <a:ext cx="54720" cy="370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7C174C2D-BF1F-975D-30BD-593F23D8757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32371" y="3613897"/>
                  <a:ext cx="66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20CD513F-DEC0-C1C0-C998-E256C2EBFFEF}"/>
                    </a:ext>
                  </a:extLst>
                </p14:cNvPr>
                <p14:cNvContentPartPr/>
                <p14:nvPr/>
              </p14:nvContentPartPr>
              <p14:xfrm>
                <a:off x="4649291" y="3626857"/>
                <a:ext cx="11160" cy="190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20CD513F-DEC0-C1C0-C998-E256C2EBFFE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643171" y="3620737"/>
                  <a:ext cx="2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2F16E070-CF4E-C6A7-3B8C-92C046B05E58}"/>
                    </a:ext>
                  </a:extLst>
                </p14:cNvPr>
                <p14:cNvContentPartPr/>
                <p14:nvPr/>
              </p14:nvContentPartPr>
              <p14:xfrm>
                <a:off x="4670891" y="3720817"/>
                <a:ext cx="237240" cy="4896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2F16E070-CF4E-C6A7-3B8C-92C046B05E5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664771" y="3714697"/>
                  <a:ext cx="2494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4335441B-C8C0-7C59-8A24-1DD88107BF79}"/>
              </a:ext>
            </a:extLst>
          </p:cNvPr>
          <p:cNvGrpSpPr/>
          <p:nvPr/>
        </p:nvGrpSpPr>
        <p:grpSpPr>
          <a:xfrm>
            <a:off x="7668251" y="3652417"/>
            <a:ext cx="87120" cy="84960"/>
            <a:chOff x="7668251" y="3652417"/>
            <a:chExt cx="87120" cy="8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ACCB346F-2CDD-C185-1F2F-B2CF2C60EC57}"/>
                    </a:ext>
                  </a:extLst>
                </p14:cNvPr>
                <p14:cNvContentPartPr/>
                <p14:nvPr/>
              </p14:nvContentPartPr>
              <p14:xfrm>
                <a:off x="7679051" y="3734857"/>
                <a:ext cx="33120" cy="252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ACCB346F-2CDD-C185-1F2F-B2CF2C60EC5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72931" y="3728737"/>
                  <a:ext cx="45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D1F7EA6A-79C8-070D-6568-1D82BCBC1D83}"/>
                    </a:ext>
                  </a:extLst>
                </p14:cNvPr>
                <p14:cNvContentPartPr/>
                <p14:nvPr/>
              </p14:nvContentPartPr>
              <p14:xfrm>
                <a:off x="7668251" y="3652417"/>
                <a:ext cx="87120" cy="6192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D1F7EA6A-79C8-070D-6568-1D82BCBC1D8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662131" y="3646297"/>
                  <a:ext cx="9936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2E655D96-755F-7FB7-60B8-014128938A62}"/>
                  </a:ext>
                </a:extLst>
              </p14:cNvPr>
              <p14:cNvContentPartPr/>
              <p14:nvPr/>
            </p14:nvContentPartPr>
            <p14:xfrm>
              <a:off x="7722611" y="2105857"/>
              <a:ext cx="54720" cy="25200"/>
            </p14:xfrm>
          </p:contentPart>
        </mc:Choice>
        <mc:Fallback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2E655D96-755F-7FB7-60B8-014128938A6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716491" y="2099737"/>
                <a:ext cx="669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2A0E8501-487C-B84B-3898-FD0D2BBE94A8}"/>
                  </a:ext>
                </a:extLst>
              </p14:cNvPr>
              <p14:cNvContentPartPr/>
              <p14:nvPr/>
            </p14:nvContentPartPr>
            <p14:xfrm>
              <a:off x="1771451" y="355897"/>
              <a:ext cx="11160" cy="4680"/>
            </p14:xfrm>
          </p:contentPart>
        </mc:Choice>
        <mc:Fallback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2A0E8501-487C-B84B-3898-FD0D2BBE94A8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765331" y="349777"/>
                <a:ext cx="234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Agrupar 206">
            <a:extLst>
              <a:ext uri="{FF2B5EF4-FFF2-40B4-BE49-F238E27FC236}">
                <a16:creationId xmlns:a16="http://schemas.microsoft.com/office/drawing/2014/main" id="{48C460B7-2D3A-6641-352F-8F66D39B8E29}"/>
              </a:ext>
            </a:extLst>
          </p:cNvPr>
          <p:cNvGrpSpPr/>
          <p:nvPr/>
        </p:nvGrpSpPr>
        <p:grpSpPr>
          <a:xfrm>
            <a:off x="897731" y="2488537"/>
            <a:ext cx="1585440" cy="326520"/>
            <a:chOff x="897731" y="2488537"/>
            <a:chExt cx="158544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A30333A7-1AC4-2436-AD0E-49EBFCCB1F86}"/>
                    </a:ext>
                  </a:extLst>
                </p14:cNvPr>
                <p14:cNvContentPartPr/>
                <p14:nvPr/>
              </p14:nvContentPartPr>
              <p14:xfrm>
                <a:off x="1469411" y="2488537"/>
                <a:ext cx="43920" cy="320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A30333A7-1AC4-2436-AD0E-49EBFCCB1F8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463291" y="2482417"/>
                  <a:ext cx="56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9DFBE6F4-C58E-C32C-DD2F-62216190FB99}"/>
                    </a:ext>
                  </a:extLst>
                </p14:cNvPr>
                <p14:cNvContentPartPr/>
                <p14:nvPr/>
              </p14:nvContentPartPr>
              <p14:xfrm>
                <a:off x="1534571" y="2676097"/>
                <a:ext cx="65520" cy="190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9DFBE6F4-C58E-C32C-DD2F-62216190FB9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528451" y="2669977"/>
                  <a:ext cx="77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9977F7C1-76B2-3EB7-C65F-55DCD3854600}"/>
                    </a:ext>
                  </a:extLst>
                </p14:cNvPr>
                <p14:cNvContentPartPr/>
                <p14:nvPr/>
              </p14:nvContentPartPr>
              <p14:xfrm>
                <a:off x="1069451" y="2692657"/>
                <a:ext cx="109080" cy="342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9977F7C1-76B2-3EB7-C65F-55DCD385460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3331" y="2686537"/>
                  <a:ext cx="121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791D03B6-9F8A-A33F-A776-DCA35E622466}"/>
                    </a:ext>
                  </a:extLst>
                </p14:cNvPr>
                <p14:cNvContentPartPr/>
                <p14:nvPr/>
              </p14:nvContentPartPr>
              <p14:xfrm>
                <a:off x="1308491" y="2655937"/>
                <a:ext cx="52560" cy="936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791D03B6-9F8A-A33F-A776-DCA35E62246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302371" y="2649817"/>
                  <a:ext cx="64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D99E604-1358-C769-2EBE-641D82D9C68A}"/>
                    </a:ext>
                  </a:extLst>
                </p14:cNvPr>
                <p14:cNvContentPartPr/>
                <p14:nvPr/>
              </p14:nvContentPartPr>
              <p14:xfrm>
                <a:off x="1339091" y="2758897"/>
                <a:ext cx="109080" cy="1620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D99E604-1358-C769-2EBE-641D82D9C68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332971" y="2752777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08BB6E04-0722-131A-EA34-E4D09ADFEFBE}"/>
                    </a:ext>
                  </a:extLst>
                </p14:cNvPr>
                <p14:cNvContentPartPr/>
                <p14:nvPr/>
              </p14:nvContentPartPr>
              <p14:xfrm>
                <a:off x="1382651" y="2740537"/>
                <a:ext cx="33120" cy="72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08BB6E04-0722-131A-EA34-E4D09ADFEFB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76531" y="273441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202F6CA4-37EB-DC45-EDC6-929B2F6A26C3}"/>
                    </a:ext>
                  </a:extLst>
                </p14:cNvPr>
                <p14:cNvContentPartPr/>
                <p14:nvPr/>
              </p14:nvContentPartPr>
              <p14:xfrm>
                <a:off x="1545371" y="2747377"/>
                <a:ext cx="11160" cy="720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202F6CA4-37EB-DC45-EDC6-929B2F6A26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39251" y="274125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F6DA771A-05C4-58A5-5369-D93C62E20714}"/>
                    </a:ext>
                  </a:extLst>
                </p14:cNvPr>
                <p14:cNvContentPartPr/>
                <p14:nvPr/>
              </p14:nvContentPartPr>
              <p14:xfrm>
                <a:off x="1599731" y="2747377"/>
                <a:ext cx="9000" cy="720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F6DA771A-05C4-58A5-5369-D93C62E2071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593611" y="2741257"/>
                  <a:ext cx="21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88935096-7B28-A56C-51B4-24D481644A23}"/>
                    </a:ext>
                  </a:extLst>
                </p14:cNvPr>
                <p14:cNvContentPartPr/>
                <p14:nvPr/>
              </p14:nvContentPartPr>
              <p14:xfrm>
                <a:off x="897731" y="2497897"/>
                <a:ext cx="1585440" cy="31716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88935096-7B28-A56C-51B4-24D481644A2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91611" y="2491777"/>
                  <a:ext cx="1597680" cy="32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876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2D74D-D781-B4A1-E088-BAF3B854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D884879-34A1-B45E-DB12-3B7B7ECFF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988" y="299592"/>
            <a:ext cx="3825572" cy="2469094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2E9941A2-936D-4159-EF4A-A5175B6D8568}"/>
                  </a:ext>
                </a:extLst>
              </p14:cNvPr>
              <p14:cNvContentPartPr/>
              <p14:nvPr/>
            </p14:nvContentPartPr>
            <p14:xfrm>
              <a:off x="1512251" y="1322857"/>
              <a:ext cx="810000" cy="2430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2E9941A2-936D-4159-EF4A-A5175B6D8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6131" y="1316737"/>
                <a:ext cx="8222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5C1DB877-3C61-D7C0-B879-8B97246D3FC6}"/>
                  </a:ext>
                </a:extLst>
              </p14:cNvPr>
              <p14:cNvContentPartPr/>
              <p14:nvPr/>
            </p14:nvContentPartPr>
            <p14:xfrm>
              <a:off x="2773331" y="787897"/>
              <a:ext cx="809280" cy="27612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5C1DB877-3C61-D7C0-B879-8B97246D3F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67211" y="781777"/>
                <a:ext cx="82152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3FBB2BB1-5D74-76B5-BAEB-54082E1639C0}"/>
              </a:ext>
            </a:extLst>
          </p:cNvPr>
          <p:cNvGrpSpPr/>
          <p:nvPr/>
        </p:nvGrpSpPr>
        <p:grpSpPr>
          <a:xfrm>
            <a:off x="3442931" y="653617"/>
            <a:ext cx="645840" cy="199800"/>
            <a:chOff x="3442931" y="653617"/>
            <a:chExt cx="645840" cy="1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87B740EA-077E-4E8D-4915-7E7E8F4221C9}"/>
                    </a:ext>
                  </a:extLst>
                </p14:cNvPr>
                <p14:cNvContentPartPr/>
                <p14:nvPr/>
              </p14:nvContentPartPr>
              <p14:xfrm>
                <a:off x="4056011" y="653617"/>
                <a:ext cx="11160" cy="3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87B740EA-077E-4E8D-4915-7E7E8F4221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9891" y="647497"/>
                  <a:ext cx="23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005675D-4133-6565-3FD4-01A66D6F941E}"/>
                    </a:ext>
                  </a:extLst>
                </p14:cNvPr>
                <p14:cNvContentPartPr/>
                <p14:nvPr/>
              </p14:nvContentPartPr>
              <p14:xfrm>
                <a:off x="3442931" y="733897"/>
                <a:ext cx="645840" cy="1195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005675D-4133-6565-3FD4-01A66D6F94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6811" y="727777"/>
                  <a:ext cx="65808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EF0342D9-1A36-1F75-8CF0-E66B0998742C}"/>
                  </a:ext>
                </a:extLst>
              </p14:cNvPr>
              <p14:cNvContentPartPr/>
              <p14:nvPr/>
            </p14:nvContentPartPr>
            <p14:xfrm>
              <a:off x="7161371" y="2165257"/>
              <a:ext cx="734400" cy="49968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EF0342D9-1A36-1F75-8CF0-E66B099874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55251" y="2159137"/>
                <a:ext cx="74664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5AAA7A1C-CD0C-C666-78F4-E32E642140E6}"/>
                  </a:ext>
                </a:extLst>
              </p14:cNvPr>
              <p14:cNvContentPartPr/>
              <p14:nvPr/>
            </p14:nvContentPartPr>
            <p14:xfrm>
              <a:off x="649331" y="2216017"/>
              <a:ext cx="648720" cy="18576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5AAA7A1C-CD0C-C666-78F4-E32E642140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3211" y="2209897"/>
                <a:ext cx="6609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8DE4C62E-0632-0C9D-34A3-3F1ABE98D0C6}"/>
                  </a:ext>
                </a:extLst>
              </p14:cNvPr>
              <p14:cNvContentPartPr/>
              <p14:nvPr/>
            </p14:nvContentPartPr>
            <p14:xfrm>
              <a:off x="3807971" y="768457"/>
              <a:ext cx="33120" cy="2052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8DE4C62E-0632-0C9D-34A3-3F1ABE98D0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01851" y="762337"/>
                <a:ext cx="453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C6284CDA-6015-A92F-36ED-3B627DEE44E2}"/>
                  </a:ext>
                </a:extLst>
              </p14:cNvPr>
              <p14:cNvContentPartPr/>
              <p14:nvPr/>
            </p14:nvContentPartPr>
            <p14:xfrm>
              <a:off x="3334211" y="985537"/>
              <a:ext cx="21960" cy="936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C6284CDA-6015-A92F-36ED-3B627DEE44E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28091" y="979417"/>
                <a:ext cx="342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CC5F2FB1-3EC7-5885-18A3-E85D40ADEACE}"/>
                  </a:ext>
                </a:extLst>
              </p14:cNvPr>
              <p14:cNvContentPartPr/>
              <p14:nvPr/>
            </p14:nvContentPartPr>
            <p14:xfrm>
              <a:off x="1332971" y="2509417"/>
              <a:ext cx="219240" cy="2268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CC5F2FB1-3EC7-5885-18A3-E85D40ADEAC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26851" y="2503297"/>
                <a:ext cx="231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Agrupar 49">
            <a:extLst>
              <a:ext uri="{FF2B5EF4-FFF2-40B4-BE49-F238E27FC236}">
                <a16:creationId xmlns:a16="http://schemas.microsoft.com/office/drawing/2014/main" id="{93722179-BDD8-1DF6-135F-E6E278D6374A}"/>
              </a:ext>
            </a:extLst>
          </p:cNvPr>
          <p:cNvGrpSpPr/>
          <p:nvPr/>
        </p:nvGrpSpPr>
        <p:grpSpPr>
          <a:xfrm>
            <a:off x="2655971" y="4450177"/>
            <a:ext cx="540360" cy="212400"/>
            <a:chOff x="2655971" y="4450177"/>
            <a:chExt cx="54036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3F49100A-B427-F77A-898D-553D98B166BA}"/>
                    </a:ext>
                  </a:extLst>
                </p14:cNvPr>
                <p14:cNvContentPartPr/>
                <p14:nvPr/>
              </p14:nvContentPartPr>
              <p14:xfrm>
                <a:off x="2655971" y="4450177"/>
                <a:ext cx="300600" cy="2124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3F49100A-B427-F77A-898D-553D98B166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49851" y="4444057"/>
                  <a:ext cx="312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B769D00-59E9-BA32-B297-CD5B5A716B27}"/>
                    </a:ext>
                  </a:extLst>
                </p14:cNvPr>
                <p14:cNvContentPartPr/>
                <p14:nvPr/>
              </p14:nvContentPartPr>
              <p14:xfrm>
                <a:off x="2977811" y="4473577"/>
                <a:ext cx="218520" cy="1839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B769D00-59E9-BA32-B297-CD5B5A716B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71691" y="4467457"/>
                  <a:ext cx="2307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0F5D5B2-1314-46C5-60EE-A31300AD3937}"/>
              </a:ext>
            </a:extLst>
          </p:cNvPr>
          <p:cNvGrpSpPr/>
          <p:nvPr/>
        </p:nvGrpSpPr>
        <p:grpSpPr>
          <a:xfrm>
            <a:off x="1986731" y="3766537"/>
            <a:ext cx="3105000" cy="479520"/>
            <a:chOff x="1986731" y="3766537"/>
            <a:chExt cx="310500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A1BCF484-6356-CC7F-9228-2F08F1A05FEE}"/>
                    </a:ext>
                  </a:extLst>
                </p14:cNvPr>
                <p14:cNvContentPartPr/>
                <p14:nvPr/>
              </p14:nvContentPartPr>
              <p14:xfrm>
                <a:off x="1986731" y="3860857"/>
                <a:ext cx="421920" cy="2268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A1BCF484-6356-CC7F-9228-2F08F1A05F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80611" y="3854737"/>
                  <a:ext cx="434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162ED4C9-5473-FFC6-1466-A1D58FC2F6CA}"/>
                    </a:ext>
                  </a:extLst>
                </p14:cNvPr>
                <p14:cNvContentPartPr/>
                <p14:nvPr/>
              </p14:nvContentPartPr>
              <p14:xfrm>
                <a:off x="2387771" y="3837097"/>
                <a:ext cx="276120" cy="1900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162ED4C9-5473-FFC6-1466-A1D58FC2F6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81651" y="3830977"/>
                  <a:ext cx="288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0EC72DAD-9030-C356-705A-41190C507A31}"/>
                    </a:ext>
                  </a:extLst>
                </p14:cNvPr>
                <p14:cNvContentPartPr/>
                <p14:nvPr/>
              </p14:nvContentPartPr>
              <p14:xfrm>
                <a:off x="2602331" y="3829897"/>
                <a:ext cx="587880" cy="2196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0EC72DAD-9030-C356-705A-41190C507A3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6211" y="3823777"/>
                  <a:ext cx="600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0E7347A8-893D-5B0A-5FD8-061950435C48}"/>
                    </a:ext>
                  </a:extLst>
                </p14:cNvPr>
                <p14:cNvContentPartPr/>
                <p14:nvPr/>
              </p14:nvContentPartPr>
              <p14:xfrm>
                <a:off x="2141531" y="4105657"/>
                <a:ext cx="1259280" cy="1404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0E7347A8-893D-5B0A-5FD8-061950435C4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35411" y="4099537"/>
                  <a:ext cx="1271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0244C504-BE61-DF5D-33EF-1F12DC682DFC}"/>
                    </a:ext>
                  </a:extLst>
                </p14:cNvPr>
                <p14:cNvContentPartPr/>
                <p14:nvPr/>
              </p14:nvContentPartPr>
              <p14:xfrm>
                <a:off x="3594851" y="4087657"/>
                <a:ext cx="279000" cy="147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0244C504-BE61-DF5D-33EF-1F12DC682DF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88731" y="4081537"/>
                  <a:ext cx="291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719568E-CB55-DF10-2EDB-AA08B088858F}"/>
                    </a:ext>
                  </a:extLst>
                </p14:cNvPr>
                <p14:cNvContentPartPr/>
                <p14:nvPr/>
              </p14:nvContentPartPr>
              <p14:xfrm>
                <a:off x="3495131" y="4162897"/>
                <a:ext cx="324360" cy="828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719568E-CB55-DF10-2EDB-AA08B08885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9011" y="4156777"/>
                  <a:ext cx="336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5D209928-01EA-A4C5-48EA-72C1ED50B310}"/>
                    </a:ext>
                  </a:extLst>
                </p14:cNvPr>
                <p14:cNvContentPartPr/>
                <p14:nvPr/>
              </p14:nvContentPartPr>
              <p14:xfrm>
                <a:off x="4197131" y="3890377"/>
                <a:ext cx="193680" cy="2509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5D209928-01EA-A4C5-48EA-72C1ED50B31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91011" y="3884257"/>
                  <a:ext cx="205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D9937F9-74AE-7309-1662-31E6EFCCE104}"/>
                    </a:ext>
                  </a:extLst>
                </p14:cNvPr>
                <p14:cNvContentPartPr/>
                <p14:nvPr/>
              </p14:nvContentPartPr>
              <p14:xfrm>
                <a:off x="4434011" y="3914857"/>
                <a:ext cx="213840" cy="2041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D9937F9-74AE-7309-1662-31E6EFCCE1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27891" y="3908737"/>
                  <a:ext cx="226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0FD1FF8-6AF8-E7F2-2D53-547BB94FCDE1}"/>
                    </a:ext>
                  </a:extLst>
                </p14:cNvPr>
                <p14:cNvContentPartPr/>
                <p14:nvPr/>
              </p14:nvContentPartPr>
              <p14:xfrm>
                <a:off x="4109291" y="3766537"/>
                <a:ext cx="982440" cy="4716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0FD1FF8-6AF8-E7F2-2D53-547BB94FCDE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03171" y="3760417"/>
                  <a:ext cx="9946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DAFD325-B9C7-4C56-6BFA-D3B0AA8F12F7}"/>
                    </a:ext>
                  </a:extLst>
                </p14:cNvPr>
                <p14:cNvContentPartPr/>
                <p14:nvPr/>
              </p14:nvContentPartPr>
              <p14:xfrm>
                <a:off x="4521131" y="4084777"/>
                <a:ext cx="41760" cy="72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DAFD325-B9C7-4C56-6BFA-D3B0AA8F12F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15011" y="4078657"/>
                  <a:ext cx="54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1C39BA0-0CA4-B5EF-F633-6C7ADB2C5F7C}"/>
                    </a:ext>
                  </a:extLst>
                </p14:cNvPr>
                <p14:cNvContentPartPr/>
                <p14:nvPr/>
              </p14:nvContentPartPr>
              <p14:xfrm>
                <a:off x="4358051" y="4197457"/>
                <a:ext cx="360" cy="72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1C39BA0-0CA4-B5EF-F633-6C7ADB2C5F7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51931" y="4191337"/>
                  <a:ext cx="126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6BCA4392-B21C-82C8-4D2E-2CC8B4CF2E14}"/>
                  </a:ext>
                </a:extLst>
              </p14:cNvPr>
              <p14:cNvContentPartPr/>
              <p14:nvPr/>
            </p14:nvContentPartPr>
            <p14:xfrm>
              <a:off x="7183691" y="3152737"/>
              <a:ext cx="11160" cy="2124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6BCA4392-B21C-82C8-4D2E-2CC8B4CF2E1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77571" y="3146617"/>
                <a:ext cx="2340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9886B676-019C-380B-BCF9-6C9DD42FC22E}"/>
              </a:ext>
            </a:extLst>
          </p:cNvPr>
          <p:cNvGrpSpPr/>
          <p:nvPr/>
        </p:nvGrpSpPr>
        <p:grpSpPr>
          <a:xfrm>
            <a:off x="4480811" y="2179297"/>
            <a:ext cx="1451160" cy="596520"/>
            <a:chOff x="4480811" y="2179297"/>
            <a:chExt cx="1451160" cy="5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54B3091E-64DB-823C-8CD8-EED9C4177CF0}"/>
                    </a:ext>
                  </a:extLst>
                </p14:cNvPr>
                <p14:cNvContentPartPr/>
                <p14:nvPr/>
              </p14:nvContentPartPr>
              <p14:xfrm>
                <a:off x="4480811" y="2212777"/>
                <a:ext cx="180360" cy="1940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54B3091E-64DB-823C-8CD8-EED9C4177C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74691" y="2206657"/>
                  <a:ext cx="192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C3518A27-8E8C-D641-0EA4-4CDF97924CD3}"/>
                    </a:ext>
                  </a:extLst>
                </p14:cNvPr>
                <p14:cNvContentPartPr/>
                <p14:nvPr/>
              </p14:nvContentPartPr>
              <p14:xfrm>
                <a:off x="4779251" y="2181457"/>
                <a:ext cx="275040" cy="1897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C3518A27-8E8C-D641-0EA4-4CDF97924C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73131" y="2175337"/>
                  <a:ext cx="287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D6F2EF2-D96B-1C44-0934-9DC915322E63}"/>
                    </a:ext>
                  </a:extLst>
                </p14:cNvPr>
                <p14:cNvContentPartPr/>
                <p14:nvPr/>
              </p14:nvContentPartPr>
              <p14:xfrm>
                <a:off x="5028371" y="2179297"/>
                <a:ext cx="371880" cy="1807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D6F2EF2-D96B-1C44-0934-9DC915322E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22251" y="2173177"/>
                  <a:ext cx="38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A03C811-C7F6-ACA8-F105-E39C06DAB140}"/>
                    </a:ext>
                  </a:extLst>
                </p14:cNvPr>
                <p14:cNvContentPartPr/>
                <p14:nvPr/>
              </p14:nvContentPartPr>
              <p14:xfrm>
                <a:off x="4500971" y="2484937"/>
                <a:ext cx="850680" cy="475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A03C811-C7F6-ACA8-F105-E39C06DAB1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94851" y="2478817"/>
                  <a:ext cx="862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CCE27E7A-151B-19EB-4CA4-5574E440E8FD}"/>
                    </a:ext>
                  </a:extLst>
                </p14:cNvPr>
                <p14:cNvContentPartPr/>
                <p14:nvPr/>
              </p14:nvContentPartPr>
              <p14:xfrm>
                <a:off x="4758011" y="2667457"/>
                <a:ext cx="275400" cy="1083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CCE27E7A-151B-19EB-4CA4-5574E440E8F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751891" y="2661337"/>
                  <a:ext cx="287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82BE7D9-4385-3450-70ED-97D9DC8D52B0}"/>
                    </a:ext>
                  </a:extLst>
                </p14:cNvPr>
                <p14:cNvContentPartPr/>
                <p14:nvPr/>
              </p14:nvContentPartPr>
              <p14:xfrm>
                <a:off x="5016491" y="2597257"/>
                <a:ext cx="183600" cy="1753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82BE7D9-4385-3450-70ED-97D9DC8D52B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10371" y="2591137"/>
                  <a:ext cx="195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50F3665A-6D2F-0DEC-ABF2-5C2C209ACE65}"/>
                    </a:ext>
                  </a:extLst>
                </p14:cNvPr>
                <p14:cNvContentPartPr/>
                <p14:nvPr/>
              </p14:nvContentPartPr>
              <p14:xfrm>
                <a:off x="5533811" y="2421937"/>
                <a:ext cx="368280" cy="255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50F3665A-6D2F-0DEC-ABF2-5C2C209ACE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27691" y="2415817"/>
                  <a:ext cx="380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6FA2244B-2326-74C0-EADA-FACF916B5536}"/>
                    </a:ext>
                  </a:extLst>
                </p14:cNvPr>
                <p14:cNvContentPartPr/>
                <p14:nvPr/>
              </p14:nvContentPartPr>
              <p14:xfrm>
                <a:off x="5577371" y="2527417"/>
                <a:ext cx="354600" cy="327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6FA2244B-2326-74C0-EADA-FACF916B553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71251" y="2521297"/>
                  <a:ext cx="366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D07B9610-D128-F719-04E3-DD2C6EF14810}"/>
                    </a:ext>
                  </a:extLst>
                </p14:cNvPr>
                <p14:cNvContentPartPr/>
                <p14:nvPr/>
              </p14:nvContentPartPr>
              <p14:xfrm>
                <a:off x="4703651" y="2259577"/>
                <a:ext cx="98280" cy="392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D07B9610-D128-F719-04E3-DD2C6EF148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97531" y="2253457"/>
                  <a:ext cx="110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CF4A24EC-7360-6CDD-B3E4-492F387031DE}"/>
                    </a:ext>
                  </a:extLst>
                </p14:cNvPr>
                <p14:cNvContentPartPr/>
                <p14:nvPr/>
              </p14:nvContentPartPr>
              <p14:xfrm>
                <a:off x="5166611" y="2671777"/>
                <a:ext cx="43920" cy="183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CF4A24EC-7360-6CDD-B3E4-492F387031D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60491" y="2665657"/>
                  <a:ext cx="561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16F8A0B5-29E9-1282-E4F7-E0E2C629F5A3}"/>
              </a:ext>
            </a:extLst>
          </p:cNvPr>
          <p:cNvGrpSpPr/>
          <p:nvPr/>
        </p:nvGrpSpPr>
        <p:grpSpPr>
          <a:xfrm>
            <a:off x="6557651" y="2210977"/>
            <a:ext cx="1337040" cy="484200"/>
            <a:chOff x="6557651" y="2210977"/>
            <a:chExt cx="133704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6C6C5F9C-093E-35F6-9282-775354A56AE6}"/>
                    </a:ext>
                  </a:extLst>
                </p14:cNvPr>
                <p14:cNvContentPartPr/>
                <p14:nvPr/>
              </p14:nvContentPartPr>
              <p14:xfrm>
                <a:off x="6557651" y="2299897"/>
                <a:ext cx="298800" cy="2638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6C6C5F9C-093E-35F6-9282-775354A56AE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51531" y="2293777"/>
                  <a:ext cx="311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787991B-534B-3A90-A462-F950E54BDF5A}"/>
                    </a:ext>
                  </a:extLst>
                </p14:cNvPr>
                <p14:cNvContentPartPr/>
                <p14:nvPr/>
              </p14:nvContentPartPr>
              <p14:xfrm>
                <a:off x="7064171" y="2563777"/>
                <a:ext cx="33120" cy="1263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787991B-534B-3A90-A462-F950E54BDF5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58051" y="2557657"/>
                  <a:ext cx="45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61F18EF5-58D7-5E70-025E-A9DFF314A909}"/>
                    </a:ext>
                  </a:extLst>
                </p14:cNvPr>
                <p14:cNvContentPartPr/>
                <p14:nvPr/>
              </p14:nvContentPartPr>
              <p14:xfrm>
                <a:off x="7205291" y="2382337"/>
                <a:ext cx="209880" cy="1821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61F18EF5-58D7-5E70-025E-A9DFF314A90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99171" y="2376217"/>
                  <a:ext cx="222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43FBFC48-0B01-7C6B-EEC3-9D19A4418A52}"/>
                    </a:ext>
                  </a:extLst>
                </p14:cNvPr>
                <p14:cNvContentPartPr/>
                <p14:nvPr/>
              </p14:nvContentPartPr>
              <p14:xfrm>
                <a:off x="7509131" y="2333017"/>
                <a:ext cx="127080" cy="1944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43FBFC48-0B01-7C6B-EEC3-9D19A4418A5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03011" y="2326897"/>
                  <a:ext cx="139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07657230-10BB-8E9D-0D0B-E1911CA06AD5}"/>
                    </a:ext>
                  </a:extLst>
                </p14:cNvPr>
                <p14:cNvContentPartPr/>
                <p14:nvPr/>
              </p14:nvContentPartPr>
              <p14:xfrm>
                <a:off x="7496531" y="2444977"/>
                <a:ext cx="226440" cy="252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07657230-10BB-8E9D-0D0B-E1911CA06AD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90411" y="2438857"/>
                  <a:ext cx="238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77BE70F-376E-B2B9-2710-069366B58CC6}"/>
                    </a:ext>
                  </a:extLst>
                </p14:cNvPr>
                <p14:cNvContentPartPr/>
                <p14:nvPr/>
              </p14:nvContentPartPr>
              <p14:xfrm>
                <a:off x="7172531" y="2210977"/>
                <a:ext cx="722160" cy="4842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77BE70F-376E-B2B9-2710-069366B58C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66411" y="2204857"/>
                  <a:ext cx="734400" cy="49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63A1EDBE-B622-8D83-6D5D-952B1BEAACFE}"/>
                  </a:ext>
                </a:extLst>
              </p14:cNvPr>
              <p14:cNvContentPartPr/>
              <p14:nvPr/>
            </p14:nvContentPartPr>
            <p14:xfrm>
              <a:off x="6331571" y="2460817"/>
              <a:ext cx="21960" cy="720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63A1EDBE-B622-8D83-6D5D-952B1BEAACF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325451" y="2454697"/>
                <a:ext cx="342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Agrupar 63">
            <a:extLst>
              <a:ext uri="{FF2B5EF4-FFF2-40B4-BE49-F238E27FC236}">
                <a16:creationId xmlns:a16="http://schemas.microsoft.com/office/drawing/2014/main" id="{D9B8EC7D-A95A-D1C6-675F-4BA60B655CF4}"/>
              </a:ext>
            </a:extLst>
          </p:cNvPr>
          <p:cNvGrpSpPr/>
          <p:nvPr/>
        </p:nvGrpSpPr>
        <p:grpSpPr>
          <a:xfrm>
            <a:off x="6621731" y="2939617"/>
            <a:ext cx="788760" cy="578160"/>
            <a:chOff x="6621731" y="2939617"/>
            <a:chExt cx="78876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F5460A4-9377-B45E-1163-E821BEBA149D}"/>
                    </a:ext>
                  </a:extLst>
                </p14:cNvPr>
                <p14:cNvContentPartPr/>
                <p14:nvPr/>
              </p14:nvContentPartPr>
              <p14:xfrm>
                <a:off x="6772211" y="3047257"/>
                <a:ext cx="206640" cy="3700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F5460A4-9377-B45E-1163-E821BEBA149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66091" y="3041137"/>
                  <a:ext cx="2188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7AC739A2-85D7-098C-6714-4582515F1A4A}"/>
                    </a:ext>
                  </a:extLst>
                </p14:cNvPr>
                <p14:cNvContentPartPr/>
                <p14:nvPr/>
              </p14:nvContentPartPr>
              <p14:xfrm>
                <a:off x="6621731" y="2939617"/>
                <a:ext cx="690840" cy="5781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7AC739A2-85D7-098C-6714-4582515F1A4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15611" y="2933497"/>
                  <a:ext cx="70308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117B287A-C284-60F9-1F00-D77C10A3CF04}"/>
                    </a:ext>
                  </a:extLst>
                </p14:cNvPr>
                <p14:cNvContentPartPr/>
                <p14:nvPr/>
              </p14:nvContentPartPr>
              <p14:xfrm>
                <a:off x="6913691" y="2944657"/>
                <a:ext cx="496800" cy="3153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117B287A-C284-60F9-1F00-D77C10A3CF0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07571" y="2938537"/>
                  <a:ext cx="509040" cy="32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6E3297C7-6E43-9BCD-3397-6D08EF6E859A}"/>
                  </a:ext>
                </a:extLst>
              </p14:cNvPr>
              <p14:cNvContentPartPr/>
              <p14:nvPr/>
            </p14:nvContentPartPr>
            <p14:xfrm>
              <a:off x="8157131" y="3253897"/>
              <a:ext cx="287280" cy="31428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6E3297C7-6E43-9BCD-3397-6D08EF6E859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151011" y="3247777"/>
                <a:ext cx="2995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9C703ECC-9B6C-8211-11FA-9A5D2F45BD67}"/>
                  </a:ext>
                </a:extLst>
              </p14:cNvPr>
              <p14:cNvContentPartPr/>
              <p14:nvPr/>
            </p14:nvContentPartPr>
            <p14:xfrm>
              <a:off x="8596331" y="3446137"/>
              <a:ext cx="204840" cy="43200"/>
            </p14:xfrm>
          </p:contentPart>
        </mc:Choice>
        <mc:Fallback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9C703ECC-9B6C-8211-11FA-9A5D2F45BD6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590211" y="3440017"/>
                <a:ext cx="2170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E7C8DC91-DBF8-BC48-2E8B-5945E7AC7E3F}"/>
                  </a:ext>
                </a:extLst>
              </p14:cNvPr>
              <p14:cNvContentPartPr/>
              <p14:nvPr/>
            </p14:nvContentPartPr>
            <p14:xfrm>
              <a:off x="8102771" y="2941057"/>
              <a:ext cx="2370600" cy="73224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E7C8DC91-DBF8-BC48-2E8B-5945E7AC7E3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96651" y="2934937"/>
                <a:ext cx="2382840" cy="7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4EFC8977-1C06-C2EA-F45F-EB2411E3EA4D}"/>
                  </a:ext>
                </a:extLst>
              </p14:cNvPr>
              <p14:cNvContentPartPr/>
              <p14:nvPr/>
            </p14:nvContentPartPr>
            <p14:xfrm>
              <a:off x="8207171" y="3778417"/>
              <a:ext cx="302760" cy="24984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4EFC8977-1C06-C2EA-F45F-EB2411E3EA4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201051" y="3772297"/>
                <a:ext cx="3150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B40D535D-9EAA-058F-2770-F47470B75D8E}"/>
                  </a:ext>
                </a:extLst>
              </p14:cNvPr>
              <p14:cNvContentPartPr/>
              <p14:nvPr/>
            </p14:nvContentPartPr>
            <p14:xfrm>
              <a:off x="8588051" y="3862657"/>
              <a:ext cx="330120" cy="50400"/>
            </p14:xfrm>
          </p:contentPart>
        </mc:Choice>
        <mc:Fallback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B40D535D-9EAA-058F-2770-F47470B75D8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581931" y="3856537"/>
                <a:ext cx="3423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60D90BD7-7466-BE3F-3F90-0027838AC8F3}"/>
                  </a:ext>
                </a:extLst>
              </p14:cNvPr>
              <p14:cNvContentPartPr/>
              <p14:nvPr/>
            </p14:nvContentPartPr>
            <p14:xfrm>
              <a:off x="9176651" y="3857977"/>
              <a:ext cx="335160" cy="13356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60D90BD7-7466-BE3F-3F90-0027838AC8F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170531" y="3851857"/>
                <a:ext cx="3474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1EE038F8-3B5A-BA53-ACAA-DCBFEBE4FC53}"/>
                  </a:ext>
                </a:extLst>
              </p14:cNvPr>
              <p14:cNvContentPartPr/>
              <p14:nvPr/>
            </p14:nvContentPartPr>
            <p14:xfrm>
              <a:off x="9533771" y="3807577"/>
              <a:ext cx="182520" cy="160920"/>
            </p14:xfrm>
          </p:contentPart>
        </mc:Choice>
        <mc:Fallback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1EE038F8-3B5A-BA53-ACAA-DCBFEBE4FC5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527651" y="3801457"/>
                <a:ext cx="1947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A514EDFB-3D18-774D-8619-F2D0313EB9D9}"/>
                  </a:ext>
                </a:extLst>
              </p14:cNvPr>
              <p14:cNvContentPartPr/>
              <p14:nvPr/>
            </p14:nvContentPartPr>
            <p14:xfrm>
              <a:off x="9726371" y="3872377"/>
              <a:ext cx="237240" cy="10656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A514EDFB-3D18-774D-8619-F2D0313EB9D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720251" y="3866257"/>
                <a:ext cx="249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8237BF90-2987-3946-F495-E23894677821}"/>
                  </a:ext>
                </a:extLst>
              </p14:cNvPr>
              <p14:cNvContentPartPr/>
              <p14:nvPr/>
            </p14:nvContentPartPr>
            <p14:xfrm>
              <a:off x="7958771" y="3653137"/>
              <a:ext cx="2274480" cy="564840"/>
            </p14:xfrm>
          </p:contentPart>
        </mc:Choice>
        <mc:Fallback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8237BF90-2987-3946-F495-E2389467782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952651" y="3647017"/>
                <a:ext cx="228672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6ACBB78C-DFB0-BFC3-1900-41A7A849AC4A}"/>
                  </a:ext>
                </a:extLst>
              </p14:cNvPr>
              <p14:cNvContentPartPr/>
              <p14:nvPr/>
            </p14:nvContentPartPr>
            <p14:xfrm>
              <a:off x="8466011" y="3299617"/>
              <a:ext cx="109080" cy="1404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6ACBB78C-DFB0-BFC3-1900-41A7A849AC4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459891" y="3293497"/>
                <a:ext cx="1213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DB567B4B-BECE-B438-CFF6-77A6341291CA}"/>
                  </a:ext>
                </a:extLst>
              </p14:cNvPr>
              <p14:cNvContentPartPr/>
              <p14:nvPr/>
            </p14:nvContentPartPr>
            <p14:xfrm>
              <a:off x="2871251" y="815977"/>
              <a:ext cx="43920" cy="936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DB567B4B-BECE-B438-CFF6-77A6341291C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865131" y="809857"/>
                <a:ext cx="5616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93C71C2-A1B5-0E7D-1C9E-F0A91ED5A594}"/>
              </a:ext>
            </a:extLst>
          </p:cNvPr>
          <p:cNvGrpSpPr/>
          <p:nvPr/>
        </p:nvGrpSpPr>
        <p:grpSpPr>
          <a:xfrm>
            <a:off x="9084491" y="3061297"/>
            <a:ext cx="1025640" cy="390600"/>
            <a:chOff x="9084491" y="3061297"/>
            <a:chExt cx="102564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C33983DB-6B05-F577-14D5-F0ACFCCCE791}"/>
                    </a:ext>
                  </a:extLst>
                </p14:cNvPr>
                <p14:cNvContentPartPr/>
                <p14:nvPr/>
              </p14:nvContentPartPr>
              <p14:xfrm>
                <a:off x="9084491" y="3212857"/>
                <a:ext cx="329400" cy="2390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C33983DB-6B05-F577-14D5-F0ACFCCCE79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78371" y="3206737"/>
                  <a:ext cx="341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F8645F02-E008-B5F4-C42A-D182D1281FC2}"/>
                    </a:ext>
                  </a:extLst>
                </p14:cNvPr>
                <p14:cNvContentPartPr/>
                <p14:nvPr/>
              </p14:nvContentPartPr>
              <p14:xfrm>
                <a:off x="9493451" y="3084697"/>
                <a:ext cx="242640" cy="2372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F8645F02-E008-B5F4-C42A-D182D1281FC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487331" y="3078577"/>
                  <a:ext cx="254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E898E20B-7B0B-B0BB-DDEA-CC1EB892914D}"/>
                    </a:ext>
                  </a:extLst>
                </p14:cNvPr>
                <p14:cNvContentPartPr/>
                <p14:nvPr/>
              </p14:nvContentPartPr>
              <p14:xfrm>
                <a:off x="9739331" y="3161737"/>
                <a:ext cx="370800" cy="1940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E898E20B-7B0B-B0BB-DDEA-CC1EB892914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33211" y="3155617"/>
                  <a:ext cx="383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FD03355-FA5B-1287-05D3-7D6D2C0D1211}"/>
                    </a:ext>
                  </a:extLst>
                </p14:cNvPr>
                <p14:cNvContentPartPr/>
                <p14:nvPr/>
              </p14:nvContentPartPr>
              <p14:xfrm>
                <a:off x="9565811" y="3061297"/>
                <a:ext cx="21960" cy="93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FD03355-FA5B-1287-05D3-7D6D2C0D121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59691" y="3055177"/>
                  <a:ext cx="342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6CF34E69-A1D6-98D1-5579-C45C50850B11}"/>
                  </a:ext>
                </a:extLst>
              </p14:cNvPr>
              <p14:cNvContentPartPr/>
              <p14:nvPr/>
            </p14:nvContentPartPr>
            <p14:xfrm>
              <a:off x="6385931" y="3037897"/>
              <a:ext cx="43920" cy="2124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6CF34E69-A1D6-98D1-5579-C45C50850B1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379811" y="3031777"/>
                <a:ext cx="5616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5CB35FE2-8CBB-C30A-B036-91F58B743160}"/>
              </a:ext>
            </a:extLst>
          </p:cNvPr>
          <p:cNvGrpSpPr/>
          <p:nvPr/>
        </p:nvGrpSpPr>
        <p:grpSpPr>
          <a:xfrm>
            <a:off x="10017611" y="3629377"/>
            <a:ext cx="196200" cy="82800"/>
            <a:chOff x="10017611" y="3629377"/>
            <a:chExt cx="19620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3DDBDE9F-C5AD-9D34-266C-4C37C9A4ED9E}"/>
                    </a:ext>
                  </a:extLst>
                </p14:cNvPr>
                <p14:cNvContentPartPr/>
                <p14:nvPr/>
              </p14:nvContentPartPr>
              <p14:xfrm>
                <a:off x="10039571" y="3629377"/>
                <a:ext cx="174240" cy="828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3DDBDE9F-C5AD-9D34-266C-4C37C9A4ED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33451" y="3623257"/>
                  <a:ext cx="186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3A5BEED-A18A-8AC3-FC05-5C2CEC8ED006}"/>
                    </a:ext>
                  </a:extLst>
                </p14:cNvPr>
                <p14:cNvContentPartPr/>
                <p14:nvPr/>
              </p14:nvContentPartPr>
              <p14:xfrm>
                <a:off x="10017611" y="3656377"/>
                <a:ext cx="21960" cy="50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3A5BEED-A18A-8AC3-FC05-5C2CEC8ED00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11491" y="3650257"/>
                  <a:ext cx="34200" cy="1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625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9D1C0-CF20-8D7E-A13C-626C82AC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36C6BA9-8971-E2CE-3C10-507DD7928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24" y="365125"/>
            <a:ext cx="3901778" cy="2095682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CD3945A-F7E2-84C1-2E39-0B8B56768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92" y="2652063"/>
            <a:ext cx="3802710" cy="34902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B6D5FC53-04F1-B64C-FE30-47CAB76D0DA2}"/>
                  </a:ext>
                </a:extLst>
              </p14:cNvPr>
              <p14:cNvContentPartPr/>
              <p14:nvPr/>
            </p14:nvContentPartPr>
            <p14:xfrm>
              <a:off x="1469411" y="3924937"/>
              <a:ext cx="552240" cy="25272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B6D5FC53-04F1-B64C-FE30-47CAB76D0D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3291" y="3918817"/>
                <a:ext cx="5644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0CD69730-A7E3-A7B5-A3F4-253D963732B1}"/>
                  </a:ext>
                </a:extLst>
              </p14:cNvPr>
              <p14:cNvContentPartPr/>
              <p14:nvPr/>
            </p14:nvContentPartPr>
            <p14:xfrm>
              <a:off x="2353931" y="4916737"/>
              <a:ext cx="360" cy="936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0CD69730-A7E3-A7B5-A3F4-253D963732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47811" y="4910617"/>
                <a:ext cx="12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D8FB82C7-A6C0-3710-9AD2-40DFE45F36C0}"/>
                  </a:ext>
                </a:extLst>
              </p14:cNvPr>
              <p14:cNvContentPartPr/>
              <p14:nvPr/>
            </p14:nvContentPartPr>
            <p14:xfrm>
              <a:off x="5287211" y="2268577"/>
              <a:ext cx="75240" cy="1908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D8FB82C7-A6C0-3710-9AD2-40DFE45F36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81091" y="2262457"/>
                <a:ext cx="874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3A27E3EF-0095-2966-1F00-84BFD6B027DD}"/>
                  </a:ext>
                </a:extLst>
              </p14:cNvPr>
              <p14:cNvContentPartPr/>
              <p14:nvPr/>
            </p14:nvContentPartPr>
            <p14:xfrm>
              <a:off x="2925611" y="4176937"/>
              <a:ext cx="182880" cy="4392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3A27E3EF-0095-2966-1F00-84BFD6B027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19491" y="4170817"/>
                <a:ext cx="1951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B182C0B5-FE93-8ED2-2549-37EB363CB2F0}"/>
                  </a:ext>
                </a:extLst>
              </p14:cNvPr>
              <p14:cNvContentPartPr/>
              <p14:nvPr/>
            </p14:nvContentPartPr>
            <p14:xfrm>
              <a:off x="1847771" y="1815337"/>
              <a:ext cx="52560" cy="3204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B182C0B5-FE93-8ED2-2549-37EB363CB2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1651" y="1809217"/>
                <a:ext cx="64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18B71CAB-B255-08AD-2D01-A86BA8678E93}"/>
                  </a:ext>
                </a:extLst>
              </p14:cNvPr>
              <p14:cNvContentPartPr/>
              <p14:nvPr/>
            </p14:nvContentPartPr>
            <p14:xfrm>
              <a:off x="2838851" y="1861057"/>
              <a:ext cx="33120" cy="468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18B71CAB-B255-08AD-2D01-A86BA8678E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32731" y="1854937"/>
                <a:ext cx="4536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5495B779-3808-0FA8-9655-7322012CE379}"/>
                  </a:ext>
                </a:extLst>
              </p14:cNvPr>
              <p14:cNvContentPartPr/>
              <p14:nvPr/>
            </p14:nvContentPartPr>
            <p14:xfrm>
              <a:off x="3075731" y="5342977"/>
              <a:ext cx="360" cy="2520"/>
            </p14:xfrm>
          </p:contentPart>
        </mc:Choice>
        <mc:Fallback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5495B779-3808-0FA8-9655-7322012CE3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69611" y="5336857"/>
                <a:ext cx="126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AFA9EF47-B2E1-926F-D67B-6B9DAF570046}"/>
                  </a:ext>
                </a:extLst>
              </p14:cNvPr>
              <p14:cNvContentPartPr/>
              <p14:nvPr/>
            </p14:nvContentPartPr>
            <p14:xfrm>
              <a:off x="3551291" y="2346697"/>
              <a:ext cx="63720" cy="1620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AFA9EF47-B2E1-926F-D67B-6B9DAF5700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45171" y="2340577"/>
                <a:ext cx="75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AB3A6A7D-BE91-2F6F-837A-BEE08F453F07}"/>
                  </a:ext>
                </a:extLst>
              </p14:cNvPr>
              <p14:cNvContentPartPr/>
              <p14:nvPr/>
            </p14:nvContentPartPr>
            <p14:xfrm>
              <a:off x="3097331" y="3136897"/>
              <a:ext cx="43920" cy="48240"/>
            </p14:xfrm>
          </p:contentPart>
        </mc:Choice>
        <mc:Fallback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AB3A6A7D-BE91-2F6F-837A-BEE08F453F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91211" y="3130777"/>
                <a:ext cx="56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9AD7489E-3140-3287-BB8A-EF125368B437}"/>
                  </a:ext>
                </a:extLst>
              </p14:cNvPr>
              <p14:cNvContentPartPr/>
              <p14:nvPr/>
            </p14:nvContentPartPr>
            <p14:xfrm>
              <a:off x="1910771" y="2034577"/>
              <a:ext cx="21960" cy="10080"/>
            </p14:xfrm>
          </p:contentPart>
        </mc:Choice>
        <mc:Fallback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9AD7489E-3140-3287-BB8A-EF125368B4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04651" y="2028457"/>
                <a:ext cx="342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166E9ADD-096C-DC1E-FFB5-3E052A4DE166}"/>
                  </a:ext>
                </a:extLst>
              </p14:cNvPr>
              <p14:cNvContentPartPr/>
              <p14:nvPr/>
            </p14:nvContentPartPr>
            <p14:xfrm>
              <a:off x="1997531" y="2140417"/>
              <a:ext cx="11160" cy="2520"/>
            </p14:xfrm>
          </p:contentPart>
        </mc:Choice>
        <mc:Fallback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166E9ADD-096C-DC1E-FFB5-3E052A4DE1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91411" y="2134297"/>
                <a:ext cx="234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A380E838-9119-35DD-AFF1-19D1E8212BEC}"/>
                  </a:ext>
                </a:extLst>
              </p14:cNvPr>
              <p14:cNvContentPartPr/>
              <p14:nvPr/>
            </p14:nvContentPartPr>
            <p14:xfrm>
              <a:off x="5565851" y="1752697"/>
              <a:ext cx="193680" cy="94680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A380E838-9119-35DD-AFF1-19D1E8212B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59731" y="1746577"/>
                <a:ext cx="205920" cy="9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5CA0C415-1D85-7D4E-AB1D-A1D717A17F6E}"/>
                  </a:ext>
                </a:extLst>
              </p14:cNvPr>
              <p14:cNvContentPartPr/>
              <p14:nvPr/>
            </p14:nvContentPartPr>
            <p14:xfrm>
              <a:off x="5274971" y="1759897"/>
              <a:ext cx="44280" cy="14904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5CA0C415-1D85-7D4E-AB1D-A1D717A17F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68851" y="1753777"/>
                <a:ext cx="56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800F255C-8D36-2029-619C-231722B0ED6E}"/>
                  </a:ext>
                </a:extLst>
              </p14:cNvPr>
              <p14:cNvContentPartPr/>
              <p14:nvPr/>
            </p14:nvContentPartPr>
            <p14:xfrm>
              <a:off x="5296931" y="2144377"/>
              <a:ext cx="161280" cy="22176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800F255C-8D36-2029-619C-231722B0ED6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90811" y="2138257"/>
                <a:ext cx="1735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E617F345-E879-490F-6535-37E88A82C67B}"/>
                  </a:ext>
                </a:extLst>
              </p14:cNvPr>
              <p14:cNvContentPartPr/>
              <p14:nvPr/>
            </p14:nvContentPartPr>
            <p14:xfrm>
              <a:off x="5220971" y="2505817"/>
              <a:ext cx="334440" cy="16200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E617F345-E879-490F-6535-37E88A82C6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14851" y="2499697"/>
                <a:ext cx="3466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A146A418-2120-01BB-FB2E-D6FA24AA33D8}"/>
                  </a:ext>
                </a:extLst>
              </p14:cNvPr>
              <p14:cNvContentPartPr/>
              <p14:nvPr/>
            </p14:nvContentPartPr>
            <p14:xfrm>
              <a:off x="4929731" y="1844857"/>
              <a:ext cx="2987280" cy="21600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A146A418-2120-01BB-FB2E-D6FA24AA33D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23611" y="1838737"/>
                <a:ext cx="29995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48E3A37D-1F91-D7D6-66CD-BA87383122FB}"/>
                  </a:ext>
                </a:extLst>
              </p14:cNvPr>
              <p14:cNvContentPartPr/>
              <p14:nvPr/>
            </p14:nvContentPartPr>
            <p14:xfrm>
              <a:off x="5070851" y="2306737"/>
              <a:ext cx="2574000" cy="15444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48E3A37D-1F91-D7D6-66CD-BA87383122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64731" y="2300617"/>
                <a:ext cx="25862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AC6255EF-8CEA-569C-5B3B-50D4E0174AB3}"/>
                  </a:ext>
                </a:extLst>
              </p14:cNvPr>
              <p14:cNvContentPartPr/>
              <p14:nvPr/>
            </p14:nvContentPartPr>
            <p14:xfrm>
              <a:off x="5042771" y="2627857"/>
              <a:ext cx="3141720" cy="17028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AC6255EF-8CEA-569C-5B3B-50D4E0174AB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36651" y="2621737"/>
                <a:ext cx="31539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32888076-8545-974D-64F1-550FBE44825E}"/>
                  </a:ext>
                </a:extLst>
              </p14:cNvPr>
              <p14:cNvContentPartPr/>
              <p14:nvPr/>
            </p14:nvContentPartPr>
            <p14:xfrm>
              <a:off x="5770331" y="1349497"/>
              <a:ext cx="259920" cy="10332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32888076-8545-974D-64F1-550FBE44825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764211" y="1343377"/>
                <a:ext cx="2721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0D59C97E-CF7D-A6D6-440C-ED1DD9679DE9}"/>
                  </a:ext>
                </a:extLst>
              </p14:cNvPr>
              <p14:cNvContentPartPr/>
              <p14:nvPr/>
            </p14:nvContentPartPr>
            <p14:xfrm>
              <a:off x="5835851" y="1450657"/>
              <a:ext cx="237240" cy="9864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0D59C97E-CF7D-A6D6-440C-ED1DD9679DE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29731" y="1444537"/>
                <a:ext cx="2494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AF041EE1-3E93-4597-A803-51A159CE3B22}"/>
                  </a:ext>
                </a:extLst>
              </p14:cNvPr>
              <p14:cNvContentPartPr/>
              <p14:nvPr/>
            </p14:nvContentPartPr>
            <p14:xfrm>
              <a:off x="5910011" y="1394857"/>
              <a:ext cx="356760" cy="14472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AF041EE1-3E93-4597-A803-51A159CE3B2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03891" y="1388737"/>
                <a:ext cx="3690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A360A47E-FB09-3252-F249-405DB2D12C75}"/>
                  </a:ext>
                </a:extLst>
              </p14:cNvPr>
              <p14:cNvContentPartPr/>
              <p14:nvPr/>
            </p14:nvContentPartPr>
            <p14:xfrm>
              <a:off x="6007571" y="1411777"/>
              <a:ext cx="194040" cy="15588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A360A47E-FB09-3252-F249-405DB2D12C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1451" y="1405657"/>
                <a:ext cx="2062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A825854C-1D88-9F91-5062-07A5AB1D8DC2}"/>
                  </a:ext>
                </a:extLst>
              </p14:cNvPr>
              <p14:cNvContentPartPr/>
              <p14:nvPr/>
            </p14:nvContentPartPr>
            <p14:xfrm>
              <a:off x="6557651" y="1501057"/>
              <a:ext cx="65520" cy="17892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A825854C-1D88-9F91-5062-07A5AB1D8DC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51531" y="1494937"/>
                <a:ext cx="777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600B0727-D734-7408-52F4-2684AB3CDBF3}"/>
                  </a:ext>
                </a:extLst>
              </p14:cNvPr>
              <p14:cNvContentPartPr/>
              <p14:nvPr/>
            </p14:nvContentPartPr>
            <p14:xfrm>
              <a:off x="6590051" y="1337977"/>
              <a:ext cx="336600" cy="180216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600B0727-D734-7408-52F4-2684AB3CDBF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83931" y="1331857"/>
                <a:ext cx="348840" cy="18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C796EDCF-9167-E4BB-0D8C-AB514BAF177E}"/>
                  </a:ext>
                </a:extLst>
              </p14:cNvPr>
              <p14:cNvContentPartPr/>
              <p14:nvPr/>
            </p14:nvContentPartPr>
            <p14:xfrm>
              <a:off x="6859691" y="1331857"/>
              <a:ext cx="238320" cy="2278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C796EDCF-9167-E4BB-0D8C-AB514BAF177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53571" y="1325737"/>
                <a:ext cx="2505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789BEF6-10E9-4F3B-7C73-D27E5676AAB4}"/>
                  </a:ext>
                </a:extLst>
              </p14:cNvPr>
              <p14:cNvContentPartPr/>
              <p14:nvPr/>
            </p14:nvContentPartPr>
            <p14:xfrm>
              <a:off x="7408691" y="1274257"/>
              <a:ext cx="347040" cy="168228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789BEF6-10E9-4F3B-7C73-D27E5676AAB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02571" y="1268137"/>
                <a:ext cx="359280" cy="16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F2DC1FF8-4945-0293-60BC-0BA2842B5CCF}"/>
                  </a:ext>
                </a:extLst>
              </p14:cNvPr>
              <p14:cNvContentPartPr/>
              <p14:nvPr/>
            </p14:nvContentPartPr>
            <p14:xfrm>
              <a:off x="7827371" y="1360297"/>
              <a:ext cx="310680" cy="24552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F2DC1FF8-4945-0293-60BC-0BA2842B5CC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21251" y="1354177"/>
                <a:ext cx="3229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7BAF24F2-C9F8-75CA-9334-23953C777BF3}"/>
                  </a:ext>
                </a:extLst>
              </p14:cNvPr>
              <p14:cNvContentPartPr/>
              <p14:nvPr/>
            </p14:nvContentPartPr>
            <p14:xfrm>
              <a:off x="8486171" y="1248697"/>
              <a:ext cx="238680" cy="170604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7BAF24F2-C9F8-75CA-9334-23953C777BF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80051" y="1242577"/>
                <a:ext cx="250920" cy="17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CDA5E0EB-D615-131D-F3EF-9D86D8F9D8E9}"/>
                  </a:ext>
                </a:extLst>
              </p14:cNvPr>
              <p14:cNvContentPartPr/>
              <p14:nvPr/>
            </p14:nvContentPartPr>
            <p14:xfrm>
              <a:off x="7894331" y="1354537"/>
              <a:ext cx="378720" cy="27288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CDA5E0EB-D615-131D-F3EF-9D86D8F9D8E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88211" y="1348417"/>
                <a:ext cx="3909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7D86B2E8-279A-7487-C162-BBD33C6A2588}"/>
                  </a:ext>
                </a:extLst>
              </p14:cNvPr>
              <p14:cNvContentPartPr/>
              <p14:nvPr/>
            </p14:nvContentPartPr>
            <p14:xfrm>
              <a:off x="7498331" y="2298097"/>
              <a:ext cx="1539720" cy="6408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7D86B2E8-279A-7487-C162-BBD33C6A258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92211" y="2291977"/>
                <a:ext cx="1551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04356D38-A09E-2CDF-19A3-398DB45B4713}"/>
                  </a:ext>
                </a:extLst>
              </p14:cNvPr>
              <p14:cNvContentPartPr/>
              <p14:nvPr/>
            </p14:nvContentPartPr>
            <p14:xfrm>
              <a:off x="5974811" y="2112697"/>
              <a:ext cx="174600" cy="19296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04356D38-A09E-2CDF-19A3-398DB45B471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68691" y="2106577"/>
                <a:ext cx="1868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CC6EF5EA-A6DC-B342-42B2-C1224D8A8590}"/>
                  </a:ext>
                </a:extLst>
              </p14:cNvPr>
              <p14:cNvContentPartPr/>
              <p14:nvPr/>
            </p14:nvContentPartPr>
            <p14:xfrm>
              <a:off x="6244451" y="2162377"/>
              <a:ext cx="142200" cy="12276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CC6EF5EA-A6DC-B342-42B2-C1224D8A859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38331" y="2156257"/>
                <a:ext cx="1544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5A76E49D-97E1-D5F1-63B0-E906DC43FDC7}"/>
                  </a:ext>
                </a:extLst>
              </p14:cNvPr>
              <p14:cNvContentPartPr/>
              <p14:nvPr/>
            </p14:nvContentPartPr>
            <p14:xfrm>
              <a:off x="6979211" y="2019817"/>
              <a:ext cx="75240" cy="18288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5A76E49D-97E1-D5F1-63B0-E906DC43FD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73091" y="2013697"/>
                <a:ext cx="874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3D309683-BA90-B722-2AAC-648BEA6E88BC}"/>
                  </a:ext>
                </a:extLst>
              </p14:cNvPr>
              <p14:cNvContentPartPr/>
              <p14:nvPr/>
            </p14:nvContentPartPr>
            <p14:xfrm>
              <a:off x="7096571" y="2075617"/>
              <a:ext cx="160560" cy="11304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3D309683-BA90-B722-2AAC-648BEA6E88B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90451" y="2069497"/>
                <a:ext cx="1728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EB1433E3-EBA7-436E-D8E1-6656879599C5}"/>
                  </a:ext>
                </a:extLst>
              </p14:cNvPr>
              <p14:cNvContentPartPr/>
              <p14:nvPr/>
            </p14:nvContentPartPr>
            <p14:xfrm>
              <a:off x="7786691" y="2023417"/>
              <a:ext cx="129600" cy="17028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EB1433E3-EBA7-436E-D8E1-6656879599C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80571" y="2017297"/>
                <a:ext cx="1418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0846679F-1720-D211-F67C-E6B7887FD897}"/>
                  </a:ext>
                </a:extLst>
              </p14:cNvPr>
              <p14:cNvContentPartPr/>
              <p14:nvPr/>
            </p14:nvContentPartPr>
            <p14:xfrm>
              <a:off x="8075411" y="2078137"/>
              <a:ext cx="213840" cy="9792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0846679F-1720-D211-F67C-E6B7887FD89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69291" y="2072017"/>
                <a:ext cx="226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13F905F7-EF8F-619B-D972-56CA1C5C97AE}"/>
                  </a:ext>
                </a:extLst>
              </p14:cNvPr>
              <p14:cNvContentPartPr/>
              <p14:nvPr/>
            </p14:nvContentPartPr>
            <p14:xfrm>
              <a:off x="5726771" y="1585657"/>
              <a:ext cx="3285360" cy="18828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13F905F7-EF8F-619B-D972-56CA1C5C97A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20651" y="1579537"/>
                <a:ext cx="32976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8E41C69E-741F-1859-2053-A6085347ABFF}"/>
                  </a:ext>
                </a:extLst>
              </p14:cNvPr>
              <p14:cNvContentPartPr/>
              <p14:nvPr/>
            </p14:nvContentPartPr>
            <p14:xfrm>
              <a:off x="9522251" y="1228537"/>
              <a:ext cx="280800" cy="4500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8E41C69E-741F-1859-2053-A6085347ABF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516131" y="1222417"/>
                <a:ext cx="2930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396B2DA9-8E1D-C722-28CD-53BF68D537B9}"/>
                  </a:ext>
                </a:extLst>
              </p14:cNvPr>
              <p14:cNvContentPartPr/>
              <p14:nvPr/>
            </p14:nvContentPartPr>
            <p14:xfrm>
              <a:off x="9533051" y="1200817"/>
              <a:ext cx="65520" cy="21348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396B2DA9-8E1D-C722-28CD-53BF68D537B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26931" y="1194697"/>
                <a:ext cx="777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BC49F879-6355-2CF3-5319-DABBAD747328}"/>
                  </a:ext>
                </a:extLst>
              </p14:cNvPr>
              <p14:cNvContentPartPr/>
              <p14:nvPr/>
            </p14:nvContentPartPr>
            <p14:xfrm>
              <a:off x="9779291" y="1315657"/>
              <a:ext cx="133560" cy="10548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BC49F879-6355-2CF3-5319-DABBAD74732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73171" y="1309537"/>
                <a:ext cx="1458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BB37F11E-2E23-F147-EE0A-8B8B2081AE2D}"/>
                  </a:ext>
                </a:extLst>
              </p14:cNvPr>
              <p14:cNvContentPartPr/>
              <p14:nvPr/>
            </p14:nvContentPartPr>
            <p14:xfrm>
              <a:off x="10093931" y="1095697"/>
              <a:ext cx="87120" cy="26100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BB37F11E-2E23-F147-EE0A-8B8B2081AE2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87811" y="1089577"/>
                <a:ext cx="99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930ECB3A-AA7C-80E9-5F35-9AFD63FBDA92}"/>
                  </a:ext>
                </a:extLst>
              </p14:cNvPr>
              <p14:cNvContentPartPr/>
              <p14:nvPr/>
            </p14:nvContentPartPr>
            <p14:xfrm>
              <a:off x="10006811" y="1283257"/>
              <a:ext cx="248040" cy="2124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930ECB3A-AA7C-80E9-5F35-9AFD63FBDA9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00691" y="1277137"/>
                <a:ext cx="2602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425E2A64-D7A0-86C5-729B-575EB6556D43}"/>
                  </a:ext>
                </a:extLst>
              </p14:cNvPr>
              <p14:cNvContentPartPr/>
              <p14:nvPr/>
            </p14:nvContentPartPr>
            <p14:xfrm>
              <a:off x="10202291" y="1290097"/>
              <a:ext cx="150840" cy="10224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425E2A64-D7A0-86C5-729B-575EB6556D4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196171" y="1283977"/>
                <a:ext cx="1630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1B8FFE36-39DC-B665-6C97-D227736C4CBF}"/>
                  </a:ext>
                </a:extLst>
              </p14:cNvPr>
              <p14:cNvContentPartPr/>
              <p14:nvPr/>
            </p14:nvContentPartPr>
            <p14:xfrm>
              <a:off x="10475531" y="1074817"/>
              <a:ext cx="103320" cy="29340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1B8FFE36-39DC-B665-6C97-D227736C4CB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69411" y="1068697"/>
                <a:ext cx="1155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C06DC496-A754-F7A7-EBBE-BFBD5CA4A368}"/>
                  </a:ext>
                </a:extLst>
              </p14:cNvPr>
              <p14:cNvContentPartPr/>
              <p14:nvPr/>
            </p14:nvContentPartPr>
            <p14:xfrm>
              <a:off x="8928971" y="1675657"/>
              <a:ext cx="1747800" cy="8496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C06DC496-A754-F7A7-EBBE-BFBD5CA4A36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922851" y="1669537"/>
                <a:ext cx="17600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7EAC82FC-B8E5-DA9F-B014-23D7B1964A5C}"/>
                  </a:ext>
                </a:extLst>
              </p14:cNvPr>
              <p14:cNvContentPartPr/>
              <p14:nvPr/>
            </p14:nvContentPartPr>
            <p14:xfrm>
              <a:off x="7904771" y="1906777"/>
              <a:ext cx="3213360" cy="6444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7EAC82FC-B8E5-DA9F-B014-23D7B1964A5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98651" y="1900657"/>
                <a:ext cx="32256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B50F76E3-6548-159C-25E1-AEADDA485C14}"/>
                  </a:ext>
                </a:extLst>
              </p14:cNvPr>
              <p14:cNvContentPartPr/>
              <p14:nvPr/>
            </p14:nvContentPartPr>
            <p14:xfrm>
              <a:off x="6018011" y="1725337"/>
              <a:ext cx="194400" cy="24336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B50F76E3-6548-159C-25E1-AEADDA485C1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11891" y="1719217"/>
                <a:ext cx="2066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7FF7371C-9747-D1B4-4284-0D8FB5C1EB87}"/>
                  </a:ext>
                </a:extLst>
              </p14:cNvPr>
              <p14:cNvContentPartPr/>
              <p14:nvPr/>
            </p14:nvContentPartPr>
            <p14:xfrm>
              <a:off x="6298811" y="1780417"/>
              <a:ext cx="146520" cy="14004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7FF7371C-9747-D1B4-4284-0D8FB5C1EB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292691" y="1774297"/>
                <a:ext cx="158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1F15506A-C214-D3F5-A91D-77F1CB77C6A2}"/>
                  </a:ext>
                </a:extLst>
              </p14:cNvPr>
              <p14:cNvContentPartPr/>
              <p14:nvPr/>
            </p14:nvContentPartPr>
            <p14:xfrm>
              <a:off x="6859691" y="1686097"/>
              <a:ext cx="150840" cy="11916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1F15506A-C214-D3F5-A91D-77F1CB77C6A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853571" y="1679977"/>
                <a:ext cx="1630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7D2F6C2D-56FD-CCF1-51DB-7222C3576507}"/>
                  </a:ext>
                </a:extLst>
              </p14:cNvPr>
              <p14:cNvContentPartPr/>
              <p14:nvPr/>
            </p14:nvContentPartPr>
            <p14:xfrm>
              <a:off x="7031051" y="1685737"/>
              <a:ext cx="196920" cy="11736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7D2F6C2D-56FD-CCF1-51DB-7222C357650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24931" y="1679617"/>
                <a:ext cx="2091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4EA51A41-1E60-0780-CC26-AD649EFEB78E}"/>
                  </a:ext>
                </a:extLst>
              </p14:cNvPr>
              <p14:cNvContentPartPr/>
              <p14:nvPr/>
            </p14:nvContentPartPr>
            <p14:xfrm>
              <a:off x="7915931" y="1713817"/>
              <a:ext cx="151920" cy="7200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4EA51A41-1E60-0780-CC26-AD649EFEB78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09811" y="1707697"/>
                <a:ext cx="1641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C1B2527A-A405-4CC2-A45F-0EDFFE12AD0F}"/>
                  </a:ext>
                </a:extLst>
              </p14:cNvPr>
              <p14:cNvContentPartPr/>
              <p14:nvPr/>
            </p14:nvContentPartPr>
            <p14:xfrm>
              <a:off x="8098451" y="1669897"/>
              <a:ext cx="236520" cy="15768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C1B2527A-A405-4CC2-A45F-0EDFFE12AD0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092331" y="1663777"/>
                <a:ext cx="2487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CE175827-C9CE-C945-6580-DE426658CACF}"/>
                  </a:ext>
                </a:extLst>
              </p14:cNvPr>
              <p14:cNvContentPartPr/>
              <p14:nvPr/>
            </p14:nvContentPartPr>
            <p14:xfrm>
              <a:off x="6729371" y="1780777"/>
              <a:ext cx="33120" cy="936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CE175827-C9CE-C945-6580-DE426658CAC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723251" y="1774657"/>
                <a:ext cx="45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23820A31-465A-BD72-000C-04AB511118E4}"/>
                  </a:ext>
                </a:extLst>
              </p14:cNvPr>
              <p14:cNvContentPartPr/>
              <p14:nvPr/>
            </p14:nvContentPartPr>
            <p14:xfrm>
              <a:off x="7205291" y="1801297"/>
              <a:ext cx="11160" cy="936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23820A31-465A-BD72-000C-04AB511118E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199171" y="1795177"/>
                <a:ext cx="23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41B24285-EE7C-71F0-CD92-1C3EEDF6635B}"/>
                  </a:ext>
                </a:extLst>
              </p14:cNvPr>
              <p14:cNvContentPartPr/>
              <p14:nvPr/>
            </p14:nvContentPartPr>
            <p14:xfrm>
              <a:off x="9663371" y="1769257"/>
              <a:ext cx="118080" cy="15264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41B24285-EE7C-71F0-CD92-1C3EEDF6635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657251" y="1763137"/>
                <a:ext cx="1303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A6B9E6E6-DA1A-2D9E-B28F-02A97BB2EB08}"/>
                  </a:ext>
                </a:extLst>
              </p14:cNvPr>
              <p14:cNvContentPartPr/>
              <p14:nvPr/>
            </p14:nvContentPartPr>
            <p14:xfrm>
              <a:off x="9780731" y="1782217"/>
              <a:ext cx="171000" cy="123480"/>
            </p14:xfrm>
          </p:contentPart>
        </mc:Choice>
        <mc:Fallback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A6B9E6E6-DA1A-2D9E-B28F-02A97BB2EB0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774611" y="1776097"/>
                <a:ext cx="1832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20F520E4-5462-18DE-0059-4EAE36719AC2}"/>
                  </a:ext>
                </a:extLst>
              </p14:cNvPr>
              <p14:cNvContentPartPr/>
              <p14:nvPr/>
            </p14:nvContentPartPr>
            <p14:xfrm>
              <a:off x="9943811" y="1753057"/>
              <a:ext cx="236160" cy="15192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20F520E4-5462-18DE-0059-4EAE36719AC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937691" y="1746937"/>
                <a:ext cx="2484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352F472B-C574-C397-B9AC-7F6A7CD89FEC}"/>
                  </a:ext>
                </a:extLst>
              </p14:cNvPr>
              <p14:cNvContentPartPr/>
              <p14:nvPr/>
            </p14:nvContentPartPr>
            <p14:xfrm>
              <a:off x="6407531" y="1943137"/>
              <a:ext cx="33120" cy="30240"/>
            </p14:xfrm>
          </p:contentPart>
        </mc:Choice>
        <mc:Fallback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352F472B-C574-C397-B9AC-7F6A7CD89FE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401411" y="1937017"/>
                <a:ext cx="45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73B7DB16-F729-70D2-4508-291F82DE6268}"/>
                  </a:ext>
                </a:extLst>
              </p14:cNvPr>
              <p14:cNvContentPartPr/>
              <p14:nvPr/>
            </p14:nvContentPartPr>
            <p14:xfrm>
              <a:off x="7161731" y="2186137"/>
              <a:ext cx="11160" cy="936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73B7DB16-F729-70D2-4508-291F82DE626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155611" y="2180017"/>
                <a:ext cx="23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9874AA91-1A0C-1650-91D6-332E5BEC8334}"/>
                  </a:ext>
                </a:extLst>
              </p14:cNvPr>
              <p14:cNvContentPartPr/>
              <p14:nvPr/>
            </p14:nvContentPartPr>
            <p14:xfrm>
              <a:off x="7787771" y="2149417"/>
              <a:ext cx="19800" cy="1152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9874AA91-1A0C-1650-91D6-332E5BEC833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781651" y="2143297"/>
                <a:ext cx="32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0E3C6F0A-D834-D468-602F-EB9AC0A6A7FE}"/>
                  </a:ext>
                </a:extLst>
              </p14:cNvPr>
              <p14:cNvContentPartPr/>
              <p14:nvPr/>
            </p14:nvContentPartPr>
            <p14:xfrm>
              <a:off x="9692891" y="2070937"/>
              <a:ext cx="110160" cy="15012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0E3C6F0A-D834-D468-602F-EB9AC0A6A7F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686771" y="2064817"/>
                <a:ext cx="1224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5589DAA9-F2ED-6303-6DB8-31005D7C99D3}"/>
                  </a:ext>
                </a:extLst>
              </p14:cNvPr>
              <p14:cNvContentPartPr/>
              <p14:nvPr/>
            </p14:nvContentPartPr>
            <p14:xfrm>
              <a:off x="9899891" y="2085337"/>
              <a:ext cx="161640" cy="10584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5589DAA9-F2ED-6303-6DB8-31005D7C99D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893771" y="2079217"/>
                <a:ext cx="1738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09C53139-A53C-66F5-548F-68E9562DC647}"/>
                  </a:ext>
                </a:extLst>
              </p14:cNvPr>
              <p14:cNvContentPartPr/>
              <p14:nvPr/>
            </p14:nvContentPartPr>
            <p14:xfrm>
              <a:off x="10159091" y="2087857"/>
              <a:ext cx="167760" cy="9288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09C53139-A53C-66F5-548F-68E9562DC64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152971" y="2081737"/>
                <a:ext cx="180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A64EA7C9-09E5-51C7-AE3C-BF80015BCEA7}"/>
                  </a:ext>
                </a:extLst>
              </p14:cNvPr>
              <p14:cNvContentPartPr/>
              <p14:nvPr/>
            </p14:nvContentPartPr>
            <p14:xfrm>
              <a:off x="5997131" y="2471977"/>
              <a:ext cx="190440" cy="17748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A64EA7C9-09E5-51C7-AE3C-BF80015BCEA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991011" y="2465857"/>
                <a:ext cx="2026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01E6D1CF-86A0-31B2-AD4F-C2761239A6E4}"/>
                  </a:ext>
                </a:extLst>
              </p14:cNvPr>
              <p14:cNvContentPartPr/>
              <p14:nvPr/>
            </p14:nvContentPartPr>
            <p14:xfrm>
              <a:off x="6190091" y="2497897"/>
              <a:ext cx="184320" cy="13824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01E6D1CF-86A0-31B2-AD4F-C2761239A6E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183971" y="2491777"/>
                <a:ext cx="1965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16B0B257-7586-B98B-8ADD-E66A7FDF30F1}"/>
                  </a:ext>
                </a:extLst>
              </p14:cNvPr>
              <p14:cNvContentPartPr/>
              <p14:nvPr/>
            </p14:nvContentPartPr>
            <p14:xfrm>
              <a:off x="7084331" y="2364697"/>
              <a:ext cx="217080" cy="20592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16B0B257-7586-B98B-8ADD-E66A7FDF30F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078211" y="2358577"/>
                <a:ext cx="2293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0EFB3052-93F7-AD63-BE3A-E3C4DE0B107E}"/>
                  </a:ext>
                </a:extLst>
              </p14:cNvPr>
              <p14:cNvContentPartPr/>
              <p14:nvPr/>
            </p14:nvContentPartPr>
            <p14:xfrm>
              <a:off x="7333451" y="2440657"/>
              <a:ext cx="141480" cy="9144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0EFB3052-93F7-AD63-BE3A-E3C4DE0B107E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327331" y="2434537"/>
                <a:ext cx="1537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0B8ACF4A-3F21-9A43-0A62-0D9D0B7286B5}"/>
                  </a:ext>
                </a:extLst>
              </p14:cNvPr>
              <p14:cNvContentPartPr/>
              <p14:nvPr/>
            </p14:nvContentPartPr>
            <p14:xfrm>
              <a:off x="8024651" y="2465857"/>
              <a:ext cx="171720" cy="12816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0B8ACF4A-3F21-9A43-0A62-0D9D0B7286B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018531" y="2459737"/>
                <a:ext cx="183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F6D2307A-855E-5385-7836-285EB970308E}"/>
                  </a:ext>
                </a:extLst>
              </p14:cNvPr>
              <p14:cNvContentPartPr/>
              <p14:nvPr/>
            </p14:nvContentPartPr>
            <p14:xfrm>
              <a:off x="8207171" y="2438497"/>
              <a:ext cx="109080" cy="10800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F6D2307A-855E-5385-7836-285EB970308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201051" y="2432377"/>
                <a:ext cx="1213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2B629941-23EA-BD68-F4DC-0B1BBD630BAC}"/>
                  </a:ext>
                </a:extLst>
              </p14:cNvPr>
              <p14:cNvContentPartPr/>
              <p14:nvPr/>
            </p14:nvContentPartPr>
            <p14:xfrm>
              <a:off x="8109611" y="2656657"/>
              <a:ext cx="1416600" cy="3636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2B629941-23EA-BD68-F4DC-0B1BBD630BA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103491" y="2650537"/>
                <a:ext cx="1428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61C53438-8F18-B2B3-753A-A04181253703}"/>
                  </a:ext>
                </a:extLst>
              </p14:cNvPr>
              <p14:cNvContentPartPr/>
              <p14:nvPr/>
            </p14:nvContentPartPr>
            <p14:xfrm>
              <a:off x="7333451" y="2490697"/>
              <a:ext cx="98280" cy="1908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61C53438-8F18-B2B3-753A-A0418125370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327331" y="2484577"/>
                <a:ext cx="1105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CC472B78-2933-BBBE-AED7-19C7DFAFC4C8}"/>
                  </a:ext>
                </a:extLst>
              </p14:cNvPr>
              <p14:cNvContentPartPr/>
              <p14:nvPr/>
            </p14:nvContentPartPr>
            <p14:xfrm>
              <a:off x="8185571" y="2563777"/>
              <a:ext cx="11160" cy="2592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CC472B78-2933-BBBE-AED7-19C7DFAFC4C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179451" y="2557657"/>
                <a:ext cx="23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233EAA5A-13EC-3AF6-3432-281209735E54}"/>
                  </a:ext>
                </a:extLst>
              </p14:cNvPr>
              <p14:cNvContentPartPr/>
              <p14:nvPr/>
            </p14:nvContentPartPr>
            <p14:xfrm>
              <a:off x="6448931" y="2635057"/>
              <a:ext cx="21960" cy="1152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233EAA5A-13EC-3AF6-3432-281209735E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42811" y="2628937"/>
                <a:ext cx="342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ADBB7CAB-EE31-C911-3C1B-A3CE2C94C680}"/>
                  </a:ext>
                </a:extLst>
              </p14:cNvPr>
              <p14:cNvContentPartPr/>
              <p14:nvPr/>
            </p14:nvContentPartPr>
            <p14:xfrm>
              <a:off x="9296171" y="2416897"/>
              <a:ext cx="117720" cy="15624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ADBB7CAB-EE31-C911-3C1B-A3CE2C94C68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290051" y="2410777"/>
                <a:ext cx="1299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EE6FC9A8-221C-AF17-F719-8F7D65AAF33D}"/>
                  </a:ext>
                </a:extLst>
              </p14:cNvPr>
              <p14:cNvContentPartPr/>
              <p14:nvPr/>
            </p14:nvContentPartPr>
            <p14:xfrm>
              <a:off x="9489491" y="2385577"/>
              <a:ext cx="193680" cy="18756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EE6FC9A8-221C-AF17-F719-8F7D65AAF33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483371" y="2379457"/>
                <a:ext cx="2059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F0014BD1-74B5-BF97-1821-F6E0BC9AAA6A}"/>
                  </a:ext>
                </a:extLst>
              </p14:cNvPr>
              <p14:cNvContentPartPr/>
              <p14:nvPr/>
            </p14:nvContentPartPr>
            <p14:xfrm>
              <a:off x="9748331" y="2429857"/>
              <a:ext cx="120960" cy="14328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F0014BD1-74B5-BF97-1821-F6E0BC9AAA6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742211" y="2423737"/>
                <a:ext cx="1332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C28C0813-7CD7-2C83-4DDA-39F794305B1F}"/>
                  </a:ext>
                </a:extLst>
              </p14:cNvPr>
              <p14:cNvContentPartPr/>
              <p14:nvPr/>
            </p14:nvContentPartPr>
            <p14:xfrm>
              <a:off x="5878331" y="1998937"/>
              <a:ext cx="669600" cy="36504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C28C0813-7CD7-2C83-4DDA-39F794305B1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872211" y="1992817"/>
                <a:ext cx="6818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AF83081B-B33E-C6A1-2F3C-1793A922DDC1}"/>
                  </a:ext>
                </a:extLst>
              </p14:cNvPr>
              <p14:cNvContentPartPr/>
              <p14:nvPr/>
            </p14:nvContentPartPr>
            <p14:xfrm>
              <a:off x="6858611" y="1972657"/>
              <a:ext cx="700920" cy="27576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AF83081B-B33E-C6A1-2F3C-1793A922DDC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852491" y="1966537"/>
                <a:ext cx="713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4C49F106-05FC-07A8-2789-7B6E646AFE38}"/>
                  </a:ext>
                </a:extLst>
              </p14:cNvPr>
              <p14:cNvContentPartPr/>
              <p14:nvPr/>
            </p14:nvContentPartPr>
            <p14:xfrm>
              <a:off x="10482731" y="2000737"/>
              <a:ext cx="30960" cy="3024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4C49F106-05FC-07A8-2789-7B6E646AFE3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476611" y="1994617"/>
                <a:ext cx="43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9EC0675D-088A-D353-8180-C7C3EBE36081}"/>
                  </a:ext>
                </a:extLst>
              </p14:cNvPr>
              <p14:cNvContentPartPr/>
              <p14:nvPr/>
            </p14:nvContentPartPr>
            <p14:xfrm>
              <a:off x="5857811" y="1585657"/>
              <a:ext cx="63360" cy="1224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9EC0675D-088A-D353-8180-C7C3EBE3608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851691" y="1579537"/>
                <a:ext cx="75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5A4BFAB2-8CBA-8BB6-FD5F-922ED6D3C7F5}"/>
                  </a:ext>
                </a:extLst>
              </p14:cNvPr>
              <p14:cNvContentPartPr/>
              <p14:nvPr/>
            </p14:nvContentPartPr>
            <p14:xfrm>
              <a:off x="6998651" y="1308817"/>
              <a:ext cx="21960" cy="36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5A4BFAB2-8CBA-8BB6-FD5F-922ED6D3C7F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992531" y="1302697"/>
                <a:ext cx="34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71ADEE4A-C5D1-F19D-08EB-6DB434FEC8CA}"/>
                  </a:ext>
                </a:extLst>
              </p14:cNvPr>
              <p14:cNvContentPartPr/>
              <p14:nvPr/>
            </p14:nvContentPartPr>
            <p14:xfrm>
              <a:off x="8207171" y="1389097"/>
              <a:ext cx="65520" cy="1836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71ADEE4A-C5D1-F19D-08EB-6DB434FEC8C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01051" y="1382977"/>
                <a:ext cx="777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BA8FBB83-3E80-A5AA-ABA8-C6F42ED86497}"/>
                  </a:ext>
                </a:extLst>
              </p14:cNvPr>
              <p14:cNvContentPartPr/>
              <p14:nvPr/>
            </p14:nvContentPartPr>
            <p14:xfrm>
              <a:off x="6222851" y="2167417"/>
              <a:ext cx="43920" cy="360"/>
            </p14:xfrm>
          </p:contentPart>
        </mc:Choice>
        <mc:Fallback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BA8FBB83-3E80-A5AA-ABA8-C6F42ED8649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216731" y="2161297"/>
                <a:ext cx="56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02D69DD3-D4CE-BFE0-2C59-591B2E0DEDD0}"/>
                  </a:ext>
                </a:extLst>
              </p14:cNvPr>
              <p14:cNvContentPartPr/>
              <p14:nvPr/>
            </p14:nvContentPartPr>
            <p14:xfrm>
              <a:off x="3042971" y="2324017"/>
              <a:ext cx="43920" cy="36360"/>
            </p14:xfrm>
          </p:contentPart>
        </mc:Choice>
        <mc:Fallback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02D69DD3-D4CE-BFE0-2C59-591B2E0DEDD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036851" y="2317897"/>
                <a:ext cx="561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B0372F9E-F6AE-680F-3082-99B5ACE1FCBF}"/>
                  </a:ext>
                </a:extLst>
              </p14:cNvPr>
              <p14:cNvContentPartPr/>
              <p14:nvPr/>
            </p14:nvContentPartPr>
            <p14:xfrm>
              <a:off x="3625451" y="2348857"/>
              <a:ext cx="33120" cy="11520"/>
            </p14:xfrm>
          </p:contentPart>
        </mc:Choice>
        <mc:Fallback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B0372F9E-F6AE-680F-3082-99B5ACE1FCB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619331" y="2342737"/>
                <a:ext cx="453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06DD2905-ADB6-33F2-B279-5298FC85A16A}"/>
                  </a:ext>
                </a:extLst>
              </p14:cNvPr>
              <p14:cNvContentPartPr/>
              <p14:nvPr/>
            </p14:nvContentPartPr>
            <p14:xfrm>
              <a:off x="2292011" y="6059737"/>
              <a:ext cx="1256040" cy="46440"/>
            </p14:xfrm>
          </p:contentPart>
        </mc:Choice>
        <mc:Fallback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06DD2905-ADB6-33F2-B279-5298FC85A16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285891" y="6053617"/>
                <a:ext cx="12682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37" name="Tinta 236">
                <a:extLst>
                  <a:ext uri="{FF2B5EF4-FFF2-40B4-BE49-F238E27FC236}">
                    <a16:creationId xmlns:a16="http://schemas.microsoft.com/office/drawing/2014/main" id="{890938C5-903D-86FA-94A1-B41602B3677F}"/>
                  </a:ext>
                </a:extLst>
              </p14:cNvPr>
              <p14:cNvContentPartPr/>
              <p14:nvPr/>
            </p14:nvContentPartPr>
            <p14:xfrm>
              <a:off x="638171" y="3670417"/>
              <a:ext cx="3773880" cy="618840"/>
            </p14:xfrm>
          </p:contentPart>
        </mc:Choice>
        <mc:Fallback>
          <p:pic>
            <p:nvPicPr>
              <p:cNvPr id="237" name="Tinta 236">
                <a:extLst>
                  <a:ext uri="{FF2B5EF4-FFF2-40B4-BE49-F238E27FC236}">
                    <a16:creationId xmlns:a16="http://schemas.microsoft.com/office/drawing/2014/main" id="{890938C5-903D-86FA-94A1-B41602B3677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2051" y="3664297"/>
                <a:ext cx="3786120" cy="63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Agrupar 245">
            <a:extLst>
              <a:ext uri="{FF2B5EF4-FFF2-40B4-BE49-F238E27FC236}">
                <a16:creationId xmlns:a16="http://schemas.microsoft.com/office/drawing/2014/main" id="{B19033D4-DFEF-8BA8-7604-4FF21F6D9E0A}"/>
              </a:ext>
            </a:extLst>
          </p:cNvPr>
          <p:cNvGrpSpPr/>
          <p:nvPr/>
        </p:nvGrpSpPr>
        <p:grpSpPr>
          <a:xfrm>
            <a:off x="9331811" y="3224377"/>
            <a:ext cx="1181520" cy="325080"/>
            <a:chOff x="9331811" y="3224377"/>
            <a:chExt cx="11815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C1DC9F20-03CA-A5EC-F193-106377F812C9}"/>
                    </a:ext>
                  </a:extLst>
                </p14:cNvPr>
                <p14:cNvContentPartPr/>
                <p14:nvPr/>
              </p14:nvContentPartPr>
              <p14:xfrm>
                <a:off x="9331811" y="3224377"/>
                <a:ext cx="266760" cy="26424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C1DC9F20-03CA-A5EC-F193-106377F812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25691" y="3218257"/>
                  <a:ext cx="279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6307B824-1D86-994E-3AFD-D9CCF463471D}"/>
                    </a:ext>
                  </a:extLst>
                </p14:cNvPr>
                <p14:cNvContentPartPr/>
                <p14:nvPr/>
              </p14:nvContentPartPr>
              <p14:xfrm>
                <a:off x="9688211" y="3272617"/>
                <a:ext cx="180000" cy="22068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6307B824-1D86-994E-3AFD-D9CCF463471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82091" y="3266497"/>
                  <a:ext cx="192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C5AB010-30A8-1644-F7CF-1D8AF31F1444}"/>
                    </a:ext>
                  </a:extLst>
                </p14:cNvPr>
                <p14:cNvContentPartPr/>
                <p14:nvPr/>
              </p14:nvContentPartPr>
              <p14:xfrm>
                <a:off x="9932651" y="3349657"/>
                <a:ext cx="146880" cy="15840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C5AB010-30A8-1644-F7CF-1D8AF31F14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26531" y="3343537"/>
                  <a:ext cx="159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3A1743E5-5B43-58C0-5411-8764F2CA767E}"/>
                    </a:ext>
                  </a:extLst>
                </p14:cNvPr>
                <p14:cNvContentPartPr/>
                <p14:nvPr/>
              </p14:nvContentPartPr>
              <p14:xfrm>
                <a:off x="10275731" y="3406897"/>
                <a:ext cx="107640" cy="7380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3A1743E5-5B43-58C0-5411-8764F2CA76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69611" y="3400777"/>
                  <a:ext cx="119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173E3524-DD2B-5994-4612-B88635A298CD}"/>
                    </a:ext>
                  </a:extLst>
                </p14:cNvPr>
                <p14:cNvContentPartPr/>
                <p14:nvPr/>
              </p14:nvContentPartPr>
              <p14:xfrm>
                <a:off x="10254491" y="3381697"/>
                <a:ext cx="258840" cy="16776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173E3524-DD2B-5994-4612-B88635A298C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48371" y="3375577"/>
                  <a:ext cx="27108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244" name="Tinta 243">
                <a:extLst>
                  <a:ext uri="{FF2B5EF4-FFF2-40B4-BE49-F238E27FC236}">
                    <a16:creationId xmlns:a16="http://schemas.microsoft.com/office/drawing/2014/main" id="{2D161A04-5211-71DB-3D4D-0B063A80C8B7}"/>
                  </a:ext>
                </a:extLst>
              </p14:cNvPr>
              <p14:cNvContentPartPr/>
              <p14:nvPr/>
            </p14:nvContentPartPr>
            <p14:xfrm>
              <a:off x="11332691" y="2362537"/>
              <a:ext cx="11160" cy="37080"/>
            </p14:xfrm>
          </p:contentPart>
        </mc:Choice>
        <mc:Fallback>
          <p:pic>
            <p:nvPicPr>
              <p:cNvPr id="244" name="Tinta 243">
                <a:extLst>
                  <a:ext uri="{FF2B5EF4-FFF2-40B4-BE49-F238E27FC236}">
                    <a16:creationId xmlns:a16="http://schemas.microsoft.com/office/drawing/2014/main" id="{2D161A04-5211-71DB-3D4D-0B063A80C8B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326571" y="2356417"/>
                <a:ext cx="234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AE238A78-1AF7-46AA-5F1E-EA8E66F0231C}"/>
              </a:ext>
            </a:extLst>
          </p:cNvPr>
          <p:cNvGrpSpPr/>
          <p:nvPr/>
        </p:nvGrpSpPr>
        <p:grpSpPr>
          <a:xfrm>
            <a:off x="10741571" y="3201337"/>
            <a:ext cx="1443240" cy="347760"/>
            <a:chOff x="10741571" y="3201337"/>
            <a:chExt cx="14432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1D02A56C-710B-BFDF-A01B-89FBEB198507}"/>
                    </a:ext>
                  </a:extLst>
                </p14:cNvPr>
                <p14:cNvContentPartPr/>
                <p14:nvPr/>
              </p14:nvContentPartPr>
              <p14:xfrm>
                <a:off x="10815371" y="3304297"/>
                <a:ext cx="29520" cy="2268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1D02A56C-710B-BFDF-A01B-89FBEB19850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09251" y="3298177"/>
                  <a:ext cx="41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8C2B7163-428F-428C-D70D-94622ECE16D5}"/>
                    </a:ext>
                  </a:extLst>
                </p14:cNvPr>
                <p14:cNvContentPartPr/>
                <p14:nvPr/>
              </p14:nvContentPartPr>
              <p14:xfrm>
                <a:off x="10782971" y="3279817"/>
                <a:ext cx="88200" cy="16380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8C2B7163-428F-428C-D70D-94622ECE16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776851" y="3273697"/>
                  <a:ext cx="100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2028BFB9-3C93-7660-22ED-F1AB657C38E4}"/>
                    </a:ext>
                  </a:extLst>
                </p14:cNvPr>
                <p14:cNvContentPartPr/>
                <p14:nvPr/>
              </p14:nvContentPartPr>
              <p14:xfrm>
                <a:off x="10741571" y="3201337"/>
                <a:ext cx="96120" cy="3477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2028BFB9-3C93-7660-22ED-F1AB657C38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35451" y="3195217"/>
                  <a:ext cx="108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585D8E6E-35D5-12E6-9583-7F469C83D0CB}"/>
                    </a:ext>
                  </a:extLst>
                </p14:cNvPr>
                <p14:cNvContentPartPr/>
                <p14:nvPr/>
              </p14:nvContentPartPr>
              <p14:xfrm>
                <a:off x="11011211" y="3395737"/>
                <a:ext cx="258840" cy="2520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585D8E6E-35D5-12E6-9583-7F469C83D0C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005091" y="3389617"/>
                  <a:ext cx="271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C3B4BD38-602D-13AA-7702-165CB815D19E}"/>
                    </a:ext>
                  </a:extLst>
                </p14:cNvPr>
                <p14:cNvContentPartPr/>
                <p14:nvPr/>
              </p14:nvContentPartPr>
              <p14:xfrm>
                <a:off x="11321891" y="3349297"/>
                <a:ext cx="280080" cy="11952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C3B4BD38-602D-13AA-7702-165CB815D19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15771" y="3343177"/>
                  <a:ext cx="292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BA331160-22E0-25BB-BCF6-068FDDCE9B26}"/>
                    </a:ext>
                  </a:extLst>
                </p14:cNvPr>
                <p14:cNvContentPartPr/>
                <p14:nvPr/>
              </p14:nvContentPartPr>
              <p14:xfrm>
                <a:off x="11711051" y="3455137"/>
                <a:ext cx="76320" cy="806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BA331160-22E0-25BB-BCF6-068FDDCE9B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704931" y="3449017"/>
                  <a:ext cx="88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AF39468E-6370-0280-25B9-0F03D4D3FF62}"/>
                    </a:ext>
                  </a:extLst>
                </p14:cNvPr>
                <p14:cNvContentPartPr/>
                <p14:nvPr/>
              </p14:nvContentPartPr>
              <p14:xfrm>
                <a:off x="11627531" y="3374137"/>
                <a:ext cx="407520" cy="16380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AF39468E-6370-0280-25B9-0F03D4D3FF6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21411" y="3368017"/>
                  <a:ext cx="419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64D8CE6-BC3D-2556-2AF8-1238AA1B7866}"/>
                    </a:ext>
                  </a:extLst>
                </p14:cNvPr>
                <p14:cNvContentPartPr/>
                <p14:nvPr/>
              </p14:nvContentPartPr>
              <p14:xfrm>
                <a:off x="12108491" y="3257857"/>
                <a:ext cx="76320" cy="25920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64D8CE6-BC3D-2556-2AF8-1238AA1B786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102371" y="3251737"/>
                  <a:ext cx="885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Agrupar 267">
            <a:extLst>
              <a:ext uri="{FF2B5EF4-FFF2-40B4-BE49-F238E27FC236}">
                <a16:creationId xmlns:a16="http://schemas.microsoft.com/office/drawing/2014/main" id="{EB681F40-D2DE-696B-D1E4-96C92EE82942}"/>
              </a:ext>
            </a:extLst>
          </p:cNvPr>
          <p:cNvGrpSpPr/>
          <p:nvPr/>
        </p:nvGrpSpPr>
        <p:grpSpPr>
          <a:xfrm>
            <a:off x="10140371" y="2300617"/>
            <a:ext cx="2864880" cy="600840"/>
            <a:chOff x="10140371" y="2300617"/>
            <a:chExt cx="286488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80FB08C8-06D9-0C61-4D0F-DB93102B85D9}"/>
                    </a:ext>
                  </a:extLst>
                </p14:cNvPr>
                <p14:cNvContentPartPr/>
                <p14:nvPr/>
              </p14:nvContentPartPr>
              <p14:xfrm>
                <a:off x="10140371" y="2435977"/>
                <a:ext cx="264960" cy="10260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80FB08C8-06D9-0C61-4D0F-DB93102B85D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34251" y="2429857"/>
                  <a:ext cx="277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BB2D6F7-B425-A936-63E7-5286A3A974CA}"/>
                    </a:ext>
                  </a:extLst>
                </p14:cNvPr>
                <p14:cNvContentPartPr/>
                <p14:nvPr/>
              </p14:nvContentPartPr>
              <p14:xfrm>
                <a:off x="10222091" y="2420137"/>
                <a:ext cx="119880" cy="1076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BB2D6F7-B425-A936-63E7-5286A3A974C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15971" y="2414017"/>
                  <a:ext cx="132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10EC8FC-F366-FD18-AFD9-858DE4F37B5A}"/>
                    </a:ext>
                  </a:extLst>
                </p14:cNvPr>
                <p14:cNvContentPartPr/>
                <p14:nvPr/>
              </p14:nvContentPartPr>
              <p14:xfrm>
                <a:off x="10571291" y="2383057"/>
                <a:ext cx="61920" cy="1674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10EC8FC-F366-FD18-AFD9-858DE4F37B5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65171" y="2376937"/>
                  <a:ext cx="74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802D073B-39CC-867E-4179-E1423C0A0F19}"/>
                    </a:ext>
                  </a:extLst>
                </p14:cNvPr>
                <p14:cNvContentPartPr/>
                <p14:nvPr/>
              </p14:nvContentPartPr>
              <p14:xfrm>
                <a:off x="10686851" y="2415457"/>
                <a:ext cx="55080" cy="1443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802D073B-39CC-867E-4179-E1423C0A0F1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80731" y="2409337"/>
                  <a:ext cx="67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46D5EC79-582D-338A-BDCF-D6E33B650F57}"/>
                    </a:ext>
                  </a:extLst>
                </p14:cNvPr>
                <p14:cNvContentPartPr/>
                <p14:nvPr/>
              </p14:nvContentPartPr>
              <p14:xfrm>
                <a:off x="10761011" y="2516257"/>
                <a:ext cx="163440" cy="72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46D5EC79-582D-338A-BDCF-D6E33B650F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754891" y="2510137"/>
                  <a:ext cx="1756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FCF854D9-83B0-AFB4-D850-7837E5EB3F79}"/>
                    </a:ext>
                  </a:extLst>
                </p14:cNvPr>
                <p14:cNvContentPartPr/>
                <p14:nvPr/>
              </p14:nvContentPartPr>
              <p14:xfrm>
                <a:off x="10980251" y="2429137"/>
                <a:ext cx="101520" cy="900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FCF854D9-83B0-AFB4-D850-7837E5EB3F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74131" y="2423017"/>
                  <a:ext cx="113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F85698C5-203E-8294-671C-2F6446F53B00}"/>
                    </a:ext>
                  </a:extLst>
                </p14:cNvPr>
                <p14:cNvContentPartPr/>
                <p14:nvPr/>
              </p14:nvContentPartPr>
              <p14:xfrm>
                <a:off x="11150171" y="2401777"/>
                <a:ext cx="142200" cy="954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F85698C5-203E-8294-671C-2F6446F53B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4051" y="2395657"/>
                  <a:ext cx="154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D02DF9ED-B886-A462-44CC-F0000E89FB93}"/>
                    </a:ext>
                  </a:extLst>
                </p14:cNvPr>
                <p14:cNvContentPartPr/>
                <p14:nvPr/>
              </p14:nvContentPartPr>
              <p14:xfrm>
                <a:off x="10988531" y="2538937"/>
                <a:ext cx="239760" cy="3168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D02DF9ED-B886-A462-44CC-F0000E89FB9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82411" y="2532817"/>
                  <a:ext cx="252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D60B4F0C-1B8A-C8F7-1A82-DCE8D99CE7F0}"/>
                    </a:ext>
                  </a:extLst>
                </p14:cNvPr>
                <p14:cNvContentPartPr/>
                <p14:nvPr/>
              </p14:nvContentPartPr>
              <p14:xfrm>
                <a:off x="11030651" y="2623537"/>
                <a:ext cx="54720" cy="849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D60B4F0C-1B8A-C8F7-1A82-DCE8D99CE7F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24531" y="2617417"/>
                  <a:ext cx="66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5F127CBE-B064-C544-D9E8-3459332C4D99}"/>
                    </a:ext>
                  </a:extLst>
                </p14:cNvPr>
                <p14:cNvContentPartPr/>
                <p14:nvPr/>
              </p14:nvContentPartPr>
              <p14:xfrm>
                <a:off x="11117411" y="2628217"/>
                <a:ext cx="76320" cy="615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5F127CBE-B064-C544-D9E8-3459332C4D9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111291" y="2622097"/>
                  <a:ext cx="88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4795088F-0055-0441-7BB3-9FC31F4DA22E}"/>
                    </a:ext>
                  </a:extLst>
                </p14:cNvPr>
                <p14:cNvContentPartPr/>
                <p14:nvPr/>
              </p14:nvContentPartPr>
              <p14:xfrm>
                <a:off x="11269331" y="2609497"/>
                <a:ext cx="182880" cy="1396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4795088F-0055-0441-7BB3-9FC31F4DA2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263211" y="2603377"/>
                  <a:ext cx="195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B08FB5DD-4F41-3A59-8F71-3A7DF181D868}"/>
                    </a:ext>
                  </a:extLst>
                </p14:cNvPr>
                <p14:cNvContentPartPr/>
                <p14:nvPr/>
              </p14:nvContentPartPr>
              <p14:xfrm>
                <a:off x="11517371" y="2325817"/>
                <a:ext cx="161280" cy="4168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B08FB5DD-4F41-3A59-8F71-3A7DF181D86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11251" y="2319697"/>
                  <a:ext cx="1735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72F1BD10-DEF9-5EB9-595F-BB4B3F422C97}"/>
                    </a:ext>
                  </a:extLst>
                </p14:cNvPr>
                <p14:cNvContentPartPr/>
                <p14:nvPr/>
              </p14:nvContentPartPr>
              <p14:xfrm>
                <a:off x="11776211" y="2527417"/>
                <a:ext cx="139320" cy="3276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72F1BD10-DEF9-5EB9-595F-BB4B3F422C9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770091" y="2521297"/>
                  <a:ext cx="151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17B1ECCA-7AD8-EA97-A559-8FC82B457BED}"/>
                    </a:ext>
                  </a:extLst>
                </p14:cNvPr>
                <p14:cNvContentPartPr/>
                <p14:nvPr/>
              </p14:nvContentPartPr>
              <p14:xfrm>
                <a:off x="11539331" y="2626057"/>
                <a:ext cx="376200" cy="2736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17B1ECCA-7AD8-EA97-A559-8FC82B457BE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33211" y="2619937"/>
                  <a:ext cx="388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17B88801-77DB-5391-D967-EEA8E09D02C4}"/>
                    </a:ext>
                  </a:extLst>
                </p14:cNvPr>
                <p14:cNvContentPartPr/>
                <p14:nvPr/>
              </p14:nvContentPartPr>
              <p14:xfrm>
                <a:off x="12162851" y="2481697"/>
                <a:ext cx="97560" cy="2800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17B88801-77DB-5391-D967-EEA8E09D02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2156731" y="2475577"/>
                  <a:ext cx="109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6BD39944-8B2C-A43A-5F2C-7E092EFDBD02}"/>
                    </a:ext>
                  </a:extLst>
                </p14:cNvPr>
                <p14:cNvContentPartPr/>
                <p14:nvPr/>
              </p14:nvContentPartPr>
              <p14:xfrm>
                <a:off x="12342491" y="2532097"/>
                <a:ext cx="123120" cy="2203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6BD39944-8B2C-A43A-5F2C-7E092EFDBD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336371" y="2525977"/>
                  <a:ext cx="135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0FD75B9-9465-8A35-2016-7D02866444D4}"/>
                    </a:ext>
                  </a:extLst>
                </p14:cNvPr>
                <p14:cNvContentPartPr/>
                <p14:nvPr/>
              </p14:nvContentPartPr>
              <p14:xfrm>
                <a:off x="12421691" y="2511577"/>
                <a:ext cx="237600" cy="22680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0FD75B9-9465-8A35-2016-7D02866444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415571" y="2505457"/>
                  <a:ext cx="249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F367C10C-B150-B9BC-161B-20C73A53B17D}"/>
                    </a:ext>
                  </a:extLst>
                </p14:cNvPr>
                <p14:cNvContentPartPr/>
                <p14:nvPr/>
              </p14:nvContentPartPr>
              <p14:xfrm>
                <a:off x="11884571" y="2300617"/>
                <a:ext cx="1120680" cy="60084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F367C10C-B150-B9BC-161B-20C73A53B17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878451" y="2294497"/>
                  <a:ext cx="1132920" cy="61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Agrupar 274">
            <a:extLst>
              <a:ext uri="{FF2B5EF4-FFF2-40B4-BE49-F238E27FC236}">
                <a16:creationId xmlns:a16="http://schemas.microsoft.com/office/drawing/2014/main" id="{F2B3EE49-7D0E-A647-9B10-BFD732D82FB7}"/>
              </a:ext>
            </a:extLst>
          </p:cNvPr>
          <p:cNvGrpSpPr/>
          <p:nvPr/>
        </p:nvGrpSpPr>
        <p:grpSpPr>
          <a:xfrm>
            <a:off x="9652571" y="3771217"/>
            <a:ext cx="2855520" cy="893880"/>
            <a:chOff x="9652571" y="3771217"/>
            <a:chExt cx="2855520" cy="89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31AE6F12-34E1-BFD3-C7CA-00C536730AA9}"/>
                    </a:ext>
                  </a:extLst>
                </p14:cNvPr>
                <p14:cNvContentPartPr/>
                <p14:nvPr/>
              </p14:nvContentPartPr>
              <p14:xfrm>
                <a:off x="9652571" y="3888217"/>
                <a:ext cx="280800" cy="2736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31AE6F12-34E1-BFD3-C7CA-00C536730A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646451" y="3882097"/>
                  <a:ext cx="293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3F8954B4-851D-D5CC-8359-4540DBDDDD6A}"/>
                    </a:ext>
                  </a:extLst>
                </p14:cNvPr>
                <p14:cNvContentPartPr/>
                <p14:nvPr/>
              </p14:nvContentPartPr>
              <p14:xfrm>
                <a:off x="9683171" y="4030057"/>
                <a:ext cx="280800" cy="3924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3F8954B4-851D-D5CC-8359-4540DBDDDD6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677051" y="4023937"/>
                  <a:ext cx="293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70D73326-D959-AA9D-BD9F-5AC69395513C}"/>
                    </a:ext>
                  </a:extLst>
                </p14:cNvPr>
                <p14:cNvContentPartPr/>
                <p14:nvPr/>
              </p14:nvContentPartPr>
              <p14:xfrm>
                <a:off x="10330811" y="3909097"/>
                <a:ext cx="87120" cy="15804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70D73326-D959-AA9D-BD9F-5AC69395513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24691" y="3902977"/>
                  <a:ext cx="99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F8671900-C700-9292-AD48-275ECCEB7B13}"/>
                    </a:ext>
                  </a:extLst>
                </p14:cNvPr>
                <p14:cNvContentPartPr/>
                <p14:nvPr/>
              </p14:nvContentPartPr>
              <p14:xfrm>
                <a:off x="10450331" y="3895417"/>
                <a:ext cx="302400" cy="13752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F8671900-C700-9292-AD48-275ECCEB7B1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44211" y="3889297"/>
                  <a:ext cx="314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238F1E52-341D-16A8-3F71-5CAC3DF1EF70}"/>
                    </a:ext>
                  </a:extLst>
                </p14:cNvPr>
                <p14:cNvContentPartPr/>
                <p14:nvPr/>
              </p14:nvContentPartPr>
              <p14:xfrm>
                <a:off x="10730411" y="3923497"/>
                <a:ext cx="290880" cy="1436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238F1E52-341D-16A8-3F71-5CAC3DF1EF7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24291" y="3917377"/>
                  <a:ext cx="303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0A56C88D-8435-BB1A-A720-F1301199014E}"/>
                    </a:ext>
                  </a:extLst>
                </p14:cNvPr>
                <p14:cNvContentPartPr/>
                <p14:nvPr/>
              </p14:nvContentPartPr>
              <p14:xfrm>
                <a:off x="11139371" y="3986497"/>
                <a:ext cx="226440" cy="6192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0A56C88D-8435-BB1A-A720-F1301199014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133251" y="3980377"/>
                  <a:ext cx="2386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9A08A17B-6EAB-C641-2E20-5B29EB4BD338}"/>
                    </a:ext>
                  </a:extLst>
                </p14:cNvPr>
                <p14:cNvContentPartPr/>
                <p14:nvPr/>
              </p14:nvContentPartPr>
              <p14:xfrm>
                <a:off x="11128571" y="3961657"/>
                <a:ext cx="152640" cy="1375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9A08A17B-6EAB-C641-2E20-5B29EB4BD33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122451" y="3955537"/>
                  <a:ext cx="164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FCE889FE-1154-EB83-1E92-C822D033796B}"/>
                    </a:ext>
                  </a:extLst>
                </p14:cNvPr>
                <p14:cNvContentPartPr/>
                <p14:nvPr/>
              </p14:nvContentPartPr>
              <p14:xfrm>
                <a:off x="11506571" y="3771217"/>
                <a:ext cx="398520" cy="24336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FCE889FE-1154-EB83-1E92-C822D03379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500451" y="3765097"/>
                  <a:ext cx="410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A86C25A8-4CED-2415-C277-C4F08A85C9C9}"/>
                    </a:ext>
                  </a:extLst>
                </p14:cNvPr>
                <p14:cNvContentPartPr/>
                <p14:nvPr/>
              </p14:nvContentPartPr>
              <p14:xfrm>
                <a:off x="11991131" y="3942937"/>
                <a:ext cx="161280" cy="2156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A86C25A8-4CED-2415-C277-C4F08A85C9C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985011" y="3936817"/>
                  <a:ext cx="173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9D0FE2A4-F112-8951-9B43-221F9F72B07A}"/>
                    </a:ext>
                  </a:extLst>
                </p14:cNvPr>
                <p14:cNvContentPartPr/>
                <p14:nvPr/>
              </p14:nvContentPartPr>
              <p14:xfrm>
                <a:off x="12089051" y="3830977"/>
                <a:ext cx="419040" cy="21168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9D0FE2A4-F112-8951-9B43-221F9F72B0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082931" y="3824857"/>
                  <a:ext cx="431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8C162FF4-DACF-A2A0-AABA-7E8A25B985A1}"/>
                    </a:ext>
                  </a:extLst>
                </p14:cNvPr>
                <p14:cNvContentPartPr/>
                <p14:nvPr/>
              </p14:nvContentPartPr>
              <p14:xfrm>
                <a:off x="9693971" y="4479337"/>
                <a:ext cx="280800" cy="3924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8C162FF4-DACF-A2A0-AABA-7E8A25B985A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87851" y="4473217"/>
                  <a:ext cx="293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F99D65F5-D2B1-8EF9-7B7D-45D023262012}"/>
                    </a:ext>
                  </a:extLst>
                </p14:cNvPr>
                <p14:cNvContentPartPr/>
                <p14:nvPr/>
              </p14:nvContentPartPr>
              <p14:xfrm>
                <a:off x="9737531" y="4616857"/>
                <a:ext cx="378720" cy="4824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F99D65F5-D2B1-8EF9-7B7D-45D02326201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31411" y="4610737"/>
                  <a:ext cx="390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A4927F62-2D9F-6273-3868-A4BB24E47AF9}"/>
                    </a:ext>
                  </a:extLst>
                </p14:cNvPr>
                <p14:cNvContentPartPr/>
                <p14:nvPr/>
              </p14:nvContentPartPr>
              <p14:xfrm>
                <a:off x="10462381" y="4284577"/>
                <a:ext cx="248040" cy="27972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A4927F62-2D9F-6273-3868-A4BB24E47AF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456261" y="4278457"/>
                  <a:ext cx="260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F3819BFB-7951-D69C-0A4E-8FFE122C96BA}"/>
                    </a:ext>
                  </a:extLst>
                </p14:cNvPr>
                <p14:cNvContentPartPr/>
                <p14:nvPr/>
              </p14:nvContentPartPr>
              <p14:xfrm>
                <a:off x="10840381" y="4320937"/>
                <a:ext cx="193680" cy="14004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F3819BFB-7951-D69C-0A4E-8FFE122C96B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34261" y="4314817"/>
                  <a:ext cx="205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04381B1D-ADFD-D218-113C-3C773E89203C}"/>
                    </a:ext>
                  </a:extLst>
                </p14:cNvPr>
                <p14:cNvContentPartPr/>
                <p14:nvPr/>
              </p14:nvContentPartPr>
              <p14:xfrm>
                <a:off x="11001301" y="4266217"/>
                <a:ext cx="324360" cy="2368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04381B1D-ADFD-D218-113C-3C773E89203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95181" y="4260097"/>
                  <a:ext cx="336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FA14686F-9D72-5A08-FE70-966C6B000988}"/>
                    </a:ext>
                  </a:extLst>
                </p14:cNvPr>
                <p14:cNvContentPartPr/>
                <p14:nvPr/>
              </p14:nvContentPartPr>
              <p14:xfrm>
                <a:off x="10237021" y="4135177"/>
                <a:ext cx="1529280" cy="49176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FA14686F-9D72-5A08-FE70-966C6B00098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30901" y="4129057"/>
                  <a:ext cx="1541520" cy="50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91CE89A0-FCEB-7D0C-1C48-D6CDEE98C093}"/>
                  </a:ext>
                </a:extLst>
              </p14:cNvPr>
              <p14:cNvContentPartPr/>
              <p14:nvPr/>
            </p14:nvContentPartPr>
            <p14:xfrm>
              <a:off x="358811" y="5104657"/>
              <a:ext cx="2217600" cy="128520"/>
            </p14:xfrm>
          </p:contentPart>
        </mc:Choice>
        <mc:Fallback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91CE89A0-FCEB-7D0C-1C48-D6CDEE98C09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52691" y="5098537"/>
                <a:ext cx="2229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CAA9399E-A373-4A02-B820-53B2CB385038}"/>
                  </a:ext>
                </a:extLst>
              </p14:cNvPr>
              <p14:cNvContentPartPr/>
              <p14:nvPr/>
            </p14:nvContentPartPr>
            <p14:xfrm>
              <a:off x="243251" y="5267377"/>
              <a:ext cx="2293920" cy="7596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CAA9399E-A373-4A02-B820-53B2CB38503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37131" y="5261257"/>
                <a:ext cx="23061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467DBAD3-8F92-E402-B672-8D67398032A0}"/>
                  </a:ext>
                </a:extLst>
              </p14:cNvPr>
              <p14:cNvContentPartPr/>
              <p14:nvPr/>
            </p14:nvContentPartPr>
            <p14:xfrm>
              <a:off x="3323051" y="5418217"/>
              <a:ext cx="153000" cy="1944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467DBAD3-8F92-E402-B672-8D67398032A0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3316931" y="5412097"/>
                <a:ext cx="1652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6A2EAAC5-241B-46CC-8CC6-685189DCE013}"/>
                  </a:ext>
                </a:extLst>
              </p14:cNvPr>
              <p14:cNvContentPartPr/>
              <p14:nvPr/>
            </p14:nvContentPartPr>
            <p14:xfrm>
              <a:off x="2988611" y="5622337"/>
              <a:ext cx="152640" cy="48240"/>
            </p14:xfrm>
          </p:contentPart>
        </mc:Choice>
        <mc:Fallback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6A2EAAC5-241B-46CC-8CC6-685189DCE01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982491" y="5616217"/>
                <a:ext cx="1648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AAB6C67A-7B95-6403-E694-9ABC458B3584}"/>
                  </a:ext>
                </a:extLst>
              </p14:cNvPr>
              <p14:cNvContentPartPr/>
              <p14:nvPr/>
            </p14:nvContentPartPr>
            <p14:xfrm>
              <a:off x="5155811" y="5354497"/>
              <a:ext cx="33120" cy="1620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AAB6C67A-7B95-6403-E694-9ABC458B358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149691" y="5348377"/>
                <a:ext cx="45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A4B8774F-1CE1-5B3F-FA81-48DE353F6B52}"/>
                  </a:ext>
                </a:extLst>
              </p14:cNvPr>
              <p14:cNvContentPartPr/>
              <p14:nvPr/>
            </p14:nvContentPartPr>
            <p14:xfrm>
              <a:off x="7527851" y="5081617"/>
              <a:ext cx="129960" cy="232200"/>
            </p14:xfrm>
          </p:contentPart>
        </mc:Choice>
        <mc:Fallback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A4B8774F-1CE1-5B3F-FA81-48DE353F6B5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521731" y="5075497"/>
                <a:ext cx="1422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59402A0F-A74C-9D3C-FBB5-32D3BD7388A0}"/>
                  </a:ext>
                </a:extLst>
              </p14:cNvPr>
              <p14:cNvContentPartPr/>
              <p14:nvPr/>
            </p14:nvContentPartPr>
            <p14:xfrm>
              <a:off x="7688771" y="5090977"/>
              <a:ext cx="271080" cy="19548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59402A0F-A74C-9D3C-FBB5-32D3BD7388A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682651" y="5084857"/>
                <a:ext cx="2833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8F0011FF-D793-0200-EF53-5274E80D1176}"/>
                  </a:ext>
                </a:extLst>
              </p14:cNvPr>
              <p14:cNvContentPartPr/>
              <p14:nvPr/>
            </p14:nvContentPartPr>
            <p14:xfrm>
              <a:off x="8037251" y="5114017"/>
              <a:ext cx="176400" cy="113400"/>
            </p14:xfrm>
          </p:contentPart>
        </mc:Choice>
        <mc:Fallback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8F0011FF-D793-0200-EF53-5274E80D117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031131" y="5107897"/>
                <a:ext cx="1886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211B1D4B-0128-AB54-60A3-9970281A1201}"/>
                  </a:ext>
                </a:extLst>
              </p14:cNvPr>
              <p14:cNvContentPartPr/>
              <p14:nvPr/>
            </p14:nvContentPartPr>
            <p14:xfrm>
              <a:off x="7570331" y="5404177"/>
              <a:ext cx="205200" cy="148680"/>
            </p14:xfrm>
          </p:contentPart>
        </mc:Choice>
        <mc:Fallback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211B1D4B-0128-AB54-60A3-9970281A120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564211" y="5398057"/>
                <a:ext cx="217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4DA2F1E6-CAE8-8813-07CA-0E70D34200C3}"/>
                  </a:ext>
                </a:extLst>
              </p14:cNvPr>
              <p14:cNvContentPartPr/>
              <p14:nvPr/>
            </p14:nvContentPartPr>
            <p14:xfrm>
              <a:off x="7817651" y="5430457"/>
              <a:ext cx="249120" cy="13320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4DA2F1E6-CAE8-8813-07CA-0E70D34200C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811531" y="5424337"/>
                <a:ext cx="2613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01" name="Tinta 200">
                <a:extLst>
                  <a:ext uri="{FF2B5EF4-FFF2-40B4-BE49-F238E27FC236}">
                    <a16:creationId xmlns:a16="http://schemas.microsoft.com/office/drawing/2014/main" id="{A366D8F2-97C2-6798-6252-94F44FF70A45}"/>
                  </a:ext>
                </a:extLst>
              </p14:cNvPr>
              <p14:cNvContentPartPr/>
              <p14:nvPr/>
            </p14:nvContentPartPr>
            <p14:xfrm>
              <a:off x="8024291" y="5418577"/>
              <a:ext cx="273240" cy="172080"/>
            </p14:xfrm>
          </p:contentPart>
        </mc:Choice>
        <mc:Fallback>
          <p:pic>
            <p:nvPicPr>
              <p:cNvPr id="201" name="Tinta 200">
                <a:extLst>
                  <a:ext uri="{FF2B5EF4-FFF2-40B4-BE49-F238E27FC236}">
                    <a16:creationId xmlns:a16="http://schemas.microsoft.com/office/drawing/2014/main" id="{A366D8F2-97C2-6798-6252-94F44FF70A4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018171" y="5412457"/>
                <a:ext cx="2854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9A57CA41-E05C-86D6-A352-46CF81D4323C}"/>
                  </a:ext>
                </a:extLst>
              </p14:cNvPr>
              <p14:cNvContentPartPr/>
              <p14:nvPr/>
            </p14:nvContentPartPr>
            <p14:xfrm>
              <a:off x="3257171" y="5814577"/>
              <a:ext cx="401400" cy="2808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9A57CA41-E05C-86D6-A352-46CF81D4323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251051" y="5808457"/>
                <a:ext cx="413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C4DACBB5-ED6F-13C5-342B-89D166F24E89}"/>
                  </a:ext>
                </a:extLst>
              </p14:cNvPr>
              <p14:cNvContentPartPr/>
              <p14:nvPr/>
            </p14:nvContentPartPr>
            <p14:xfrm>
              <a:off x="1749851" y="5885857"/>
              <a:ext cx="54720" cy="18360"/>
            </p14:xfrm>
          </p:contentPart>
        </mc:Choice>
        <mc:Fallback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C4DACBB5-ED6F-13C5-342B-89D166F24E89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743731" y="5879737"/>
                <a:ext cx="669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3BD4D3A9-BB22-0FF5-1172-64D39704A093}"/>
                  </a:ext>
                </a:extLst>
              </p14:cNvPr>
              <p14:cNvContentPartPr/>
              <p14:nvPr/>
            </p14:nvContentPartPr>
            <p14:xfrm>
              <a:off x="1308491" y="5785057"/>
              <a:ext cx="30960" cy="30240"/>
            </p14:xfrm>
          </p:contentPart>
        </mc:Choice>
        <mc:Fallback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3BD4D3A9-BB22-0FF5-1172-64D39704A093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302371" y="5778937"/>
                <a:ext cx="43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13" name="Tinta 212">
                <a:extLst>
                  <a:ext uri="{FF2B5EF4-FFF2-40B4-BE49-F238E27FC236}">
                    <a16:creationId xmlns:a16="http://schemas.microsoft.com/office/drawing/2014/main" id="{CF763375-15B2-8A69-7680-903C5567C62B}"/>
                  </a:ext>
                </a:extLst>
              </p14:cNvPr>
              <p14:cNvContentPartPr/>
              <p14:nvPr/>
            </p14:nvContentPartPr>
            <p14:xfrm>
              <a:off x="2612771" y="5902057"/>
              <a:ext cx="21960" cy="9360"/>
            </p14:xfrm>
          </p:contentPart>
        </mc:Choice>
        <mc:Fallback>
          <p:pic>
            <p:nvPicPr>
              <p:cNvPr id="213" name="Tinta 212">
                <a:extLst>
                  <a:ext uri="{FF2B5EF4-FFF2-40B4-BE49-F238E27FC236}">
                    <a16:creationId xmlns:a16="http://schemas.microsoft.com/office/drawing/2014/main" id="{CF763375-15B2-8A69-7680-903C5567C62B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606651" y="5895937"/>
                <a:ext cx="342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672D9012-8E38-B6CB-D678-F2FFA12CA753}"/>
                  </a:ext>
                </a:extLst>
              </p14:cNvPr>
              <p14:cNvContentPartPr/>
              <p14:nvPr/>
            </p14:nvContentPartPr>
            <p14:xfrm>
              <a:off x="4207931" y="5322097"/>
              <a:ext cx="11160" cy="5796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672D9012-8E38-B6CB-D678-F2FFA12CA75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201811" y="5315977"/>
                <a:ext cx="234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9178D2DA-24E6-101F-7C77-7212F555A81D}"/>
                  </a:ext>
                </a:extLst>
              </p14:cNvPr>
              <p14:cNvContentPartPr/>
              <p14:nvPr/>
            </p14:nvContentPartPr>
            <p14:xfrm>
              <a:off x="3807971" y="5322097"/>
              <a:ext cx="270000" cy="151200"/>
            </p14:xfrm>
          </p:contentPart>
        </mc:Choice>
        <mc:Fallback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9178D2DA-24E6-101F-7C77-7212F555A81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801851" y="5315977"/>
                <a:ext cx="2822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C43E5FDF-5DFB-9C04-2CE7-8CD7B61C84E1}"/>
                  </a:ext>
                </a:extLst>
              </p14:cNvPr>
              <p14:cNvContentPartPr/>
              <p14:nvPr/>
            </p14:nvContentPartPr>
            <p14:xfrm>
              <a:off x="4077251" y="5264497"/>
              <a:ext cx="186120" cy="204120"/>
            </p14:xfrm>
          </p:contentPart>
        </mc:Choice>
        <mc:Fallback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C43E5FDF-5DFB-9C04-2CE7-8CD7B61C84E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071131" y="5258377"/>
                <a:ext cx="1983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7988FD11-8476-7FEE-67BD-88CC9EB4F205}"/>
                  </a:ext>
                </a:extLst>
              </p14:cNvPr>
              <p14:cNvContentPartPr/>
              <p14:nvPr/>
            </p14:nvContentPartPr>
            <p14:xfrm>
              <a:off x="4388651" y="5290057"/>
              <a:ext cx="184680" cy="59400"/>
            </p14:xfrm>
          </p:contentPart>
        </mc:Choice>
        <mc:Fallback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7988FD11-8476-7FEE-67BD-88CC9EB4F20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382531" y="5283937"/>
                <a:ext cx="1969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804EC34B-C88C-E0BA-1411-EAC7E0F57E0B}"/>
                  </a:ext>
                </a:extLst>
              </p14:cNvPr>
              <p14:cNvContentPartPr/>
              <p14:nvPr/>
            </p14:nvContentPartPr>
            <p14:xfrm>
              <a:off x="4423211" y="5211937"/>
              <a:ext cx="98280" cy="20664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804EC34B-C88C-E0BA-1411-EAC7E0F57E0B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417091" y="5205817"/>
                <a:ext cx="1105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BFC7A346-DA43-CEEF-A836-34C10DEB9EA1}"/>
                  </a:ext>
                </a:extLst>
              </p14:cNvPr>
              <p14:cNvContentPartPr/>
              <p14:nvPr/>
            </p14:nvContentPartPr>
            <p14:xfrm>
              <a:off x="4649291" y="5215177"/>
              <a:ext cx="226080" cy="18576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BFC7A346-DA43-CEEF-A836-34C10DEB9EA1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643171" y="5209057"/>
                <a:ext cx="2383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4D5D1471-595A-5B86-8434-0D112FE05EE4}"/>
                  </a:ext>
                </a:extLst>
              </p14:cNvPr>
              <p14:cNvContentPartPr/>
              <p14:nvPr/>
            </p14:nvContentPartPr>
            <p14:xfrm>
              <a:off x="4961411" y="5222737"/>
              <a:ext cx="258840" cy="13752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4D5D1471-595A-5B86-8434-0D112FE05EE4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4955291" y="5216617"/>
                <a:ext cx="2710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B7D8AC9C-8923-F6C9-F272-C2A7774B2D2E}"/>
                  </a:ext>
                </a:extLst>
              </p14:cNvPr>
              <p14:cNvContentPartPr/>
              <p14:nvPr/>
            </p14:nvContentPartPr>
            <p14:xfrm>
              <a:off x="5328971" y="5340817"/>
              <a:ext cx="453240" cy="2484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B7D8AC9C-8923-F6C9-F272-C2A7774B2D2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322851" y="5334697"/>
                <a:ext cx="4654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D6036836-FBE4-A3FC-E83F-D93D4B0F10AD}"/>
                  </a:ext>
                </a:extLst>
              </p14:cNvPr>
              <p14:cNvContentPartPr/>
              <p14:nvPr/>
            </p14:nvContentPartPr>
            <p14:xfrm>
              <a:off x="5468651" y="5267377"/>
              <a:ext cx="54720" cy="13536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D6036836-FBE4-A3FC-E83F-D93D4B0F10A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5462531" y="5261257"/>
                <a:ext cx="669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E794C6E0-3AB4-6320-FED3-BD0D5105B0C5}"/>
                  </a:ext>
                </a:extLst>
              </p14:cNvPr>
              <p14:cNvContentPartPr/>
              <p14:nvPr/>
            </p14:nvContentPartPr>
            <p14:xfrm>
              <a:off x="6119531" y="5114737"/>
              <a:ext cx="351360" cy="217080"/>
            </p14:xfrm>
          </p:contentPart>
        </mc:Choice>
        <mc:Fallback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E794C6E0-3AB4-6320-FED3-BD0D5105B0C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113411" y="5108617"/>
                <a:ext cx="3636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CCFEE229-C82C-C289-278C-AC47F5F22EC8}"/>
                  </a:ext>
                </a:extLst>
              </p14:cNvPr>
              <p14:cNvContentPartPr/>
              <p14:nvPr/>
            </p14:nvContentPartPr>
            <p14:xfrm>
              <a:off x="6530651" y="5081617"/>
              <a:ext cx="238320" cy="18756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CCFEE229-C82C-C289-278C-AC47F5F22EC8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524531" y="5075497"/>
                <a:ext cx="2505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2E92FD8F-045E-5120-ACA3-96240E119C7E}"/>
                  </a:ext>
                </a:extLst>
              </p14:cNvPr>
              <p14:cNvContentPartPr/>
              <p14:nvPr/>
            </p14:nvContentPartPr>
            <p14:xfrm>
              <a:off x="6935651" y="5118697"/>
              <a:ext cx="193680" cy="10080"/>
            </p14:xfrm>
          </p:contentPart>
        </mc:Choice>
        <mc:Fallback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2E92FD8F-045E-5120-ACA3-96240E119C7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929531" y="5112577"/>
                <a:ext cx="2059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02D87666-0199-369B-81A8-AA6A847D6C32}"/>
                  </a:ext>
                </a:extLst>
              </p14:cNvPr>
              <p14:cNvContentPartPr/>
              <p14:nvPr/>
            </p14:nvContentPartPr>
            <p14:xfrm>
              <a:off x="6987851" y="5161537"/>
              <a:ext cx="239400" cy="48960"/>
            </p14:xfrm>
          </p:contentPart>
        </mc:Choice>
        <mc:Fallback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02D87666-0199-369B-81A8-AA6A847D6C32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6981731" y="5155417"/>
                <a:ext cx="2516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F0E7A6CF-E129-9840-0766-DED3947B6F07}"/>
                  </a:ext>
                </a:extLst>
              </p14:cNvPr>
              <p14:cNvContentPartPr/>
              <p14:nvPr/>
            </p14:nvContentPartPr>
            <p14:xfrm>
              <a:off x="6492491" y="5141377"/>
              <a:ext cx="11160" cy="32040"/>
            </p14:xfrm>
          </p:contentPart>
        </mc:Choice>
        <mc:Fallback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F0E7A6CF-E129-9840-0766-DED3947B6F0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6486371" y="5135257"/>
                <a:ext cx="23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BBA8BC6C-6F34-A26C-16AA-329534ED0E33}"/>
                  </a:ext>
                </a:extLst>
              </p14:cNvPr>
              <p14:cNvContentPartPr/>
              <p14:nvPr/>
            </p14:nvContentPartPr>
            <p14:xfrm>
              <a:off x="3895091" y="5542777"/>
              <a:ext cx="335160" cy="176760"/>
            </p14:xfrm>
          </p:contentPart>
        </mc:Choice>
        <mc:Fallback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BBA8BC6C-6F34-A26C-16AA-329534ED0E33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888971" y="5536657"/>
                <a:ext cx="3474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176" name="Tinta 175">
                <a:extLst>
                  <a:ext uri="{FF2B5EF4-FFF2-40B4-BE49-F238E27FC236}">
                    <a16:creationId xmlns:a16="http://schemas.microsoft.com/office/drawing/2014/main" id="{E18D6BB8-6D2F-8134-B8A2-C2B3F909FEC7}"/>
                  </a:ext>
                </a:extLst>
              </p14:cNvPr>
              <p14:cNvContentPartPr/>
              <p14:nvPr/>
            </p14:nvContentPartPr>
            <p14:xfrm>
              <a:off x="4211891" y="5592817"/>
              <a:ext cx="134640" cy="140040"/>
            </p14:xfrm>
          </p:contentPart>
        </mc:Choice>
        <mc:Fallback>
          <p:pic>
            <p:nvPicPr>
              <p:cNvPr id="176" name="Tinta 175">
                <a:extLst>
                  <a:ext uri="{FF2B5EF4-FFF2-40B4-BE49-F238E27FC236}">
                    <a16:creationId xmlns:a16="http://schemas.microsoft.com/office/drawing/2014/main" id="{E18D6BB8-6D2F-8134-B8A2-C2B3F909FEC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205771" y="5586697"/>
                <a:ext cx="146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177" name="Tinta 176">
                <a:extLst>
                  <a:ext uri="{FF2B5EF4-FFF2-40B4-BE49-F238E27FC236}">
                    <a16:creationId xmlns:a16="http://schemas.microsoft.com/office/drawing/2014/main" id="{7BC205FA-923A-8B86-2573-49163A7479F8}"/>
                  </a:ext>
                </a:extLst>
              </p14:cNvPr>
              <p14:cNvContentPartPr/>
              <p14:nvPr/>
            </p14:nvContentPartPr>
            <p14:xfrm>
              <a:off x="4434011" y="5677057"/>
              <a:ext cx="215640" cy="16920"/>
            </p14:xfrm>
          </p:contentPart>
        </mc:Choice>
        <mc:Fallback>
          <p:pic>
            <p:nvPicPr>
              <p:cNvPr id="177" name="Tinta 176">
                <a:extLst>
                  <a:ext uri="{FF2B5EF4-FFF2-40B4-BE49-F238E27FC236}">
                    <a16:creationId xmlns:a16="http://schemas.microsoft.com/office/drawing/2014/main" id="{7BC205FA-923A-8B86-2573-49163A7479F8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427891" y="5670937"/>
                <a:ext cx="227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62660446-323C-82A2-01AC-0BC0BA22EA35}"/>
                  </a:ext>
                </a:extLst>
              </p14:cNvPr>
              <p14:cNvContentPartPr/>
              <p14:nvPr/>
            </p14:nvContentPartPr>
            <p14:xfrm>
              <a:off x="4499171" y="5608657"/>
              <a:ext cx="117720" cy="160920"/>
            </p14:xfrm>
          </p:contentPart>
        </mc:Choice>
        <mc:Fallback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62660446-323C-82A2-01AC-0BC0BA22EA35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493051" y="5602537"/>
                <a:ext cx="1299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79" name="Tinta 178">
                <a:extLst>
                  <a:ext uri="{FF2B5EF4-FFF2-40B4-BE49-F238E27FC236}">
                    <a16:creationId xmlns:a16="http://schemas.microsoft.com/office/drawing/2014/main" id="{8A4B2CE9-E673-A1A0-DFCE-68387C1400D5}"/>
                  </a:ext>
                </a:extLst>
              </p14:cNvPr>
              <p14:cNvContentPartPr/>
              <p14:nvPr/>
            </p14:nvContentPartPr>
            <p14:xfrm>
              <a:off x="4714091" y="5556457"/>
              <a:ext cx="324360" cy="136440"/>
            </p14:xfrm>
          </p:contentPart>
        </mc:Choice>
        <mc:Fallback>
          <p:pic>
            <p:nvPicPr>
              <p:cNvPr id="179" name="Tinta 178">
                <a:extLst>
                  <a:ext uri="{FF2B5EF4-FFF2-40B4-BE49-F238E27FC236}">
                    <a16:creationId xmlns:a16="http://schemas.microsoft.com/office/drawing/2014/main" id="{8A4B2CE9-E673-A1A0-DFCE-68387C1400D5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707971" y="5550337"/>
                <a:ext cx="336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4E4F3178-14A3-BCBA-D22F-D24F7957CED0}"/>
                  </a:ext>
                </a:extLst>
              </p14:cNvPr>
              <p14:cNvContentPartPr/>
              <p14:nvPr/>
            </p14:nvContentPartPr>
            <p14:xfrm>
              <a:off x="5081651" y="5573737"/>
              <a:ext cx="182160" cy="135000"/>
            </p14:xfrm>
          </p:contentPart>
        </mc:Choice>
        <mc:Fallback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4E4F3178-14A3-BCBA-D22F-D24F7957CED0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075531" y="5567617"/>
                <a:ext cx="1944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A9F6130C-66EC-EA79-3894-5779EE27C1BB}"/>
                  </a:ext>
                </a:extLst>
              </p14:cNvPr>
              <p14:cNvContentPartPr/>
              <p14:nvPr/>
            </p14:nvContentPartPr>
            <p14:xfrm>
              <a:off x="5222411" y="5573737"/>
              <a:ext cx="439920" cy="29880"/>
            </p14:xfrm>
          </p:contentPart>
        </mc:Choice>
        <mc:Fallback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A9F6130C-66EC-EA79-3894-5779EE27C1B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216291" y="5567617"/>
                <a:ext cx="452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85" name="Tinta 184">
                <a:extLst>
                  <a:ext uri="{FF2B5EF4-FFF2-40B4-BE49-F238E27FC236}">
                    <a16:creationId xmlns:a16="http://schemas.microsoft.com/office/drawing/2014/main" id="{6E5599B0-DF2B-F054-284F-597CAFE1E5ED}"/>
                  </a:ext>
                </a:extLst>
              </p14:cNvPr>
              <p14:cNvContentPartPr/>
              <p14:nvPr/>
            </p14:nvContentPartPr>
            <p14:xfrm>
              <a:off x="5381891" y="5473657"/>
              <a:ext cx="195840" cy="158040"/>
            </p14:xfrm>
          </p:contentPart>
        </mc:Choice>
        <mc:Fallback>
          <p:pic>
            <p:nvPicPr>
              <p:cNvPr id="185" name="Tinta 184">
                <a:extLst>
                  <a:ext uri="{FF2B5EF4-FFF2-40B4-BE49-F238E27FC236}">
                    <a16:creationId xmlns:a16="http://schemas.microsoft.com/office/drawing/2014/main" id="{6E5599B0-DF2B-F054-284F-597CAFE1E5E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375771" y="5467537"/>
                <a:ext cx="20808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9AF144E4-4523-7070-9ACB-C993DDA25559}"/>
                  </a:ext>
                </a:extLst>
              </p14:cNvPr>
              <p14:cNvContentPartPr/>
              <p14:nvPr/>
            </p14:nvContentPartPr>
            <p14:xfrm>
              <a:off x="5910011" y="5481217"/>
              <a:ext cx="203040" cy="149040"/>
            </p14:xfrm>
          </p:contentPart>
        </mc:Choice>
        <mc:Fallback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9AF144E4-4523-7070-9ACB-C993DDA25559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903891" y="5475097"/>
                <a:ext cx="2152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B16AE205-C77C-56DF-1EE8-F576B2B17C50}"/>
                  </a:ext>
                </a:extLst>
              </p14:cNvPr>
              <p14:cNvContentPartPr/>
              <p14:nvPr/>
            </p14:nvContentPartPr>
            <p14:xfrm>
              <a:off x="6222851" y="5477617"/>
              <a:ext cx="237240" cy="15732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B16AE205-C77C-56DF-1EE8-F576B2B17C5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6216731" y="5471497"/>
                <a:ext cx="2494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0D1363E0-FAB6-4B68-4C98-844F065EB5B0}"/>
                  </a:ext>
                </a:extLst>
              </p14:cNvPr>
              <p14:cNvContentPartPr/>
              <p14:nvPr/>
            </p14:nvContentPartPr>
            <p14:xfrm>
              <a:off x="4292891" y="5580937"/>
              <a:ext cx="65520" cy="5076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0D1363E0-FAB6-4B68-4C98-844F065EB5B0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286771" y="5574817"/>
                <a:ext cx="777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190" name="Tinta 189">
                <a:extLst>
                  <a:ext uri="{FF2B5EF4-FFF2-40B4-BE49-F238E27FC236}">
                    <a16:creationId xmlns:a16="http://schemas.microsoft.com/office/drawing/2014/main" id="{2A912830-5DC4-899B-936A-64DA58BEABE5}"/>
                  </a:ext>
                </a:extLst>
              </p14:cNvPr>
              <p14:cNvContentPartPr/>
              <p14:nvPr/>
            </p14:nvContentPartPr>
            <p14:xfrm>
              <a:off x="5242571" y="5571937"/>
              <a:ext cx="33120" cy="23040"/>
            </p14:xfrm>
          </p:contentPart>
        </mc:Choice>
        <mc:Fallback>
          <p:pic>
            <p:nvPicPr>
              <p:cNvPr id="190" name="Tinta 189">
                <a:extLst>
                  <a:ext uri="{FF2B5EF4-FFF2-40B4-BE49-F238E27FC236}">
                    <a16:creationId xmlns:a16="http://schemas.microsoft.com/office/drawing/2014/main" id="{2A912830-5DC4-899B-936A-64DA58BEABE5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236451" y="5565817"/>
                <a:ext cx="453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9776763E-F6B3-DB82-1D5D-0421B602716C}"/>
                  </a:ext>
                </a:extLst>
              </p14:cNvPr>
              <p14:cNvContentPartPr/>
              <p14:nvPr/>
            </p14:nvContentPartPr>
            <p14:xfrm>
              <a:off x="5188211" y="5690737"/>
              <a:ext cx="11160" cy="7200"/>
            </p14:xfrm>
          </p:contentPart>
        </mc:Choice>
        <mc:Fallback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9776763E-F6B3-DB82-1D5D-0421B602716C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182091" y="5684617"/>
                <a:ext cx="2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2F1EFA9B-E73C-4306-3795-22B75E6610C2}"/>
                  </a:ext>
                </a:extLst>
              </p14:cNvPr>
              <p14:cNvContentPartPr/>
              <p14:nvPr/>
            </p14:nvContentPartPr>
            <p14:xfrm>
              <a:off x="6018731" y="5656897"/>
              <a:ext cx="76320" cy="11520"/>
            </p14:xfrm>
          </p:contentPart>
        </mc:Choice>
        <mc:Fallback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2F1EFA9B-E73C-4306-3795-22B75E6610C2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6012611" y="5650777"/>
                <a:ext cx="885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0E9CFE31-0659-A362-13A0-CD931D75B7B8}"/>
                  </a:ext>
                </a:extLst>
              </p14:cNvPr>
              <p14:cNvContentPartPr/>
              <p14:nvPr/>
            </p14:nvContentPartPr>
            <p14:xfrm>
              <a:off x="6838091" y="5461777"/>
              <a:ext cx="258840" cy="30960"/>
            </p14:xfrm>
          </p:contentPart>
        </mc:Choice>
        <mc:Fallback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0E9CFE31-0659-A362-13A0-CD931D75B7B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6831971" y="5455657"/>
                <a:ext cx="2710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197" name="Tinta 196">
                <a:extLst>
                  <a:ext uri="{FF2B5EF4-FFF2-40B4-BE49-F238E27FC236}">
                    <a16:creationId xmlns:a16="http://schemas.microsoft.com/office/drawing/2014/main" id="{5D1F98F9-7022-50A0-EFE1-09DEF2E5292A}"/>
                  </a:ext>
                </a:extLst>
              </p14:cNvPr>
              <p14:cNvContentPartPr/>
              <p14:nvPr/>
            </p14:nvContentPartPr>
            <p14:xfrm>
              <a:off x="6872291" y="5477617"/>
              <a:ext cx="289800" cy="53640"/>
            </p14:xfrm>
          </p:contentPart>
        </mc:Choice>
        <mc:Fallback>
          <p:pic>
            <p:nvPicPr>
              <p:cNvPr id="197" name="Tinta 196">
                <a:extLst>
                  <a:ext uri="{FF2B5EF4-FFF2-40B4-BE49-F238E27FC236}">
                    <a16:creationId xmlns:a16="http://schemas.microsoft.com/office/drawing/2014/main" id="{5D1F98F9-7022-50A0-EFE1-09DEF2E5292A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6866171" y="5471497"/>
                <a:ext cx="3020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EE6C9D97-64FC-4773-A4D5-70B09E2CD595}"/>
                  </a:ext>
                </a:extLst>
              </p14:cNvPr>
              <p14:cNvContentPartPr/>
              <p14:nvPr/>
            </p14:nvContentPartPr>
            <p14:xfrm>
              <a:off x="4142771" y="5786497"/>
              <a:ext cx="248040" cy="176760"/>
            </p14:xfrm>
          </p:contentPart>
        </mc:Choice>
        <mc:Fallback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EE6C9D97-64FC-4773-A4D5-70B09E2CD595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4136651" y="5780377"/>
                <a:ext cx="2602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A3A76428-F921-33F1-ED50-E74E4139DA1A}"/>
                  </a:ext>
                </a:extLst>
              </p14:cNvPr>
              <p14:cNvContentPartPr/>
              <p14:nvPr/>
            </p14:nvContentPartPr>
            <p14:xfrm>
              <a:off x="4444811" y="5807377"/>
              <a:ext cx="172440" cy="156600"/>
            </p14:xfrm>
          </p:contentPart>
        </mc:Choice>
        <mc:Fallback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A3A76428-F921-33F1-ED50-E74E4139DA1A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438691" y="5801257"/>
                <a:ext cx="1846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FAA9C9D7-6A2D-2078-D8C0-C11B0735AD20}"/>
                  </a:ext>
                </a:extLst>
              </p14:cNvPr>
              <p14:cNvContentPartPr/>
              <p14:nvPr/>
            </p14:nvContentPartPr>
            <p14:xfrm>
              <a:off x="4831811" y="5902057"/>
              <a:ext cx="280800" cy="57960"/>
            </p14:xfrm>
          </p:contentPart>
        </mc:Choice>
        <mc:Fallback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FAA9C9D7-6A2D-2078-D8C0-C11B0735AD20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4825691" y="5895937"/>
                <a:ext cx="2930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6F1137C8-9A0F-C103-8BF0-DDF5FAE8B262}"/>
                  </a:ext>
                </a:extLst>
              </p14:cNvPr>
              <p14:cNvContentPartPr/>
              <p14:nvPr/>
            </p14:nvContentPartPr>
            <p14:xfrm>
              <a:off x="4994891" y="5863177"/>
              <a:ext cx="204840" cy="192600"/>
            </p14:xfrm>
          </p:contentPart>
        </mc:Choice>
        <mc:Fallback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6F1137C8-9A0F-C103-8BF0-DDF5FAE8B262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4988771" y="5857057"/>
                <a:ext cx="2170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C730C70C-8D09-A325-4119-164A2A6F8BD8}"/>
                  </a:ext>
                </a:extLst>
              </p14:cNvPr>
              <p14:cNvContentPartPr/>
              <p14:nvPr/>
            </p14:nvContentPartPr>
            <p14:xfrm>
              <a:off x="5190011" y="5826817"/>
              <a:ext cx="322560" cy="187200"/>
            </p14:xfrm>
          </p:contentPart>
        </mc:Choice>
        <mc:Fallback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C730C70C-8D09-A325-4119-164A2A6F8BD8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183891" y="5820697"/>
                <a:ext cx="3348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D76B154A-4605-802A-8119-27A0D8ED3099}"/>
                  </a:ext>
                </a:extLst>
              </p14:cNvPr>
              <p14:cNvContentPartPr/>
              <p14:nvPr/>
            </p14:nvContentPartPr>
            <p14:xfrm>
              <a:off x="5532731" y="5851657"/>
              <a:ext cx="150480" cy="143640"/>
            </p14:xfrm>
          </p:contentPart>
        </mc:Choice>
        <mc:Fallback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D76B154A-4605-802A-8119-27A0D8ED3099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526611" y="5845537"/>
                <a:ext cx="162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706162BE-DF01-C376-5F0F-2765F0B57909}"/>
                  </a:ext>
                </a:extLst>
              </p14:cNvPr>
              <p14:cNvContentPartPr/>
              <p14:nvPr/>
            </p14:nvContentPartPr>
            <p14:xfrm>
              <a:off x="5814251" y="5851297"/>
              <a:ext cx="270000" cy="61920"/>
            </p14:xfrm>
          </p:contentPart>
        </mc:Choice>
        <mc:Fallback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706162BE-DF01-C376-5F0F-2765F0B57909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808131" y="5845177"/>
                <a:ext cx="2822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21" name="Tinta 220">
                <a:extLst>
                  <a:ext uri="{FF2B5EF4-FFF2-40B4-BE49-F238E27FC236}">
                    <a16:creationId xmlns:a16="http://schemas.microsoft.com/office/drawing/2014/main" id="{F75A9D1B-B432-153C-CB9E-7720B323AA5B}"/>
                  </a:ext>
                </a:extLst>
              </p14:cNvPr>
              <p14:cNvContentPartPr/>
              <p14:nvPr/>
            </p14:nvContentPartPr>
            <p14:xfrm>
              <a:off x="5953211" y="5879017"/>
              <a:ext cx="11160" cy="117360"/>
            </p14:xfrm>
          </p:contentPart>
        </mc:Choice>
        <mc:Fallback>
          <p:pic>
            <p:nvPicPr>
              <p:cNvPr id="221" name="Tinta 220">
                <a:extLst>
                  <a:ext uri="{FF2B5EF4-FFF2-40B4-BE49-F238E27FC236}">
                    <a16:creationId xmlns:a16="http://schemas.microsoft.com/office/drawing/2014/main" id="{F75A9D1B-B432-153C-CB9E-7720B323AA5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5947091" y="5872897"/>
                <a:ext cx="234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A0D6C83A-E451-F2B2-748D-3AB6A04257D6}"/>
                  </a:ext>
                </a:extLst>
              </p14:cNvPr>
              <p14:cNvContentPartPr/>
              <p14:nvPr/>
            </p14:nvContentPartPr>
            <p14:xfrm>
              <a:off x="6212051" y="5839057"/>
              <a:ext cx="196200" cy="83520"/>
            </p14:xfrm>
          </p:contentPart>
        </mc:Choice>
        <mc:Fallback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A0D6C83A-E451-F2B2-748D-3AB6A04257D6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205931" y="5832937"/>
                <a:ext cx="2084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58B03EB6-63CD-9E62-68DF-4E25C32EB133}"/>
                  </a:ext>
                </a:extLst>
              </p14:cNvPr>
              <p14:cNvContentPartPr/>
              <p14:nvPr/>
            </p14:nvContentPartPr>
            <p14:xfrm>
              <a:off x="6396731" y="5806297"/>
              <a:ext cx="204840" cy="114840"/>
            </p14:xfrm>
          </p:contentPart>
        </mc:Choice>
        <mc:Fallback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58B03EB6-63CD-9E62-68DF-4E25C32EB133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390611" y="5800177"/>
                <a:ext cx="2170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F6EAB3EC-CD02-4E06-96F9-D5E4F37E67D8}"/>
                  </a:ext>
                </a:extLst>
              </p14:cNvPr>
              <p14:cNvContentPartPr/>
              <p14:nvPr/>
            </p14:nvContentPartPr>
            <p14:xfrm>
              <a:off x="5640371" y="5929417"/>
              <a:ext cx="119880" cy="11520"/>
            </p14:xfrm>
          </p:contentPart>
        </mc:Choice>
        <mc:Fallback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F6EAB3EC-CD02-4E06-96F9-D5E4F37E67D8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5634251" y="5923297"/>
                <a:ext cx="1321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26" name="Tinta 225">
                <a:extLst>
                  <a:ext uri="{FF2B5EF4-FFF2-40B4-BE49-F238E27FC236}">
                    <a16:creationId xmlns:a16="http://schemas.microsoft.com/office/drawing/2014/main" id="{C43EC9C1-07D0-7862-352B-5891079CA1D5}"/>
                  </a:ext>
                </a:extLst>
              </p14:cNvPr>
              <p14:cNvContentPartPr/>
              <p14:nvPr/>
            </p14:nvContentPartPr>
            <p14:xfrm>
              <a:off x="6375131" y="5894857"/>
              <a:ext cx="43920" cy="34920"/>
            </p14:xfrm>
          </p:contentPart>
        </mc:Choice>
        <mc:Fallback>
          <p:pic>
            <p:nvPicPr>
              <p:cNvPr id="226" name="Tinta 225">
                <a:extLst>
                  <a:ext uri="{FF2B5EF4-FFF2-40B4-BE49-F238E27FC236}">
                    <a16:creationId xmlns:a16="http://schemas.microsoft.com/office/drawing/2014/main" id="{C43EC9C1-07D0-7862-352B-5891079CA1D5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369011" y="5888737"/>
                <a:ext cx="561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E7783D51-6E5E-7E9A-E274-614B2D0E37E0}"/>
                  </a:ext>
                </a:extLst>
              </p14:cNvPr>
              <p14:cNvContentPartPr/>
              <p14:nvPr/>
            </p14:nvContentPartPr>
            <p14:xfrm>
              <a:off x="4477571" y="5947417"/>
              <a:ext cx="76320" cy="12240"/>
            </p14:xfrm>
          </p:contentPart>
        </mc:Choice>
        <mc:Fallback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E7783D51-6E5E-7E9A-E274-614B2D0E37E0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4471451" y="5941297"/>
                <a:ext cx="885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30" name="Tinta 229">
                <a:extLst>
                  <a:ext uri="{FF2B5EF4-FFF2-40B4-BE49-F238E27FC236}">
                    <a16:creationId xmlns:a16="http://schemas.microsoft.com/office/drawing/2014/main" id="{E86A28CA-D332-7688-71CA-7F47584F5F4E}"/>
                  </a:ext>
                </a:extLst>
              </p14:cNvPr>
              <p14:cNvContentPartPr/>
              <p14:nvPr/>
            </p14:nvContentPartPr>
            <p14:xfrm>
              <a:off x="6968411" y="5718457"/>
              <a:ext cx="172440" cy="46080"/>
            </p14:xfrm>
          </p:contentPart>
        </mc:Choice>
        <mc:Fallback>
          <p:pic>
            <p:nvPicPr>
              <p:cNvPr id="230" name="Tinta 229">
                <a:extLst>
                  <a:ext uri="{FF2B5EF4-FFF2-40B4-BE49-F238E27FC236}">
                    <a16:creationId xmlns:a16="http://schemas.microsoft.com/office/drawing/2014/main" id="{E86A28CA-D332-7688-71CA-7F47584F5F4E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962291" y="5712337"/>
                <a:ext cx="1846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1" name="Tinta 230">
                <a:extLst>
                  <a:ext uri="{FF2B5EF4-FFF2-40B4-BE49-F238E27FC236}">
                    <a16:creationId xmlns:a16="http://schemas.microsoft.com/office/drawing/2014/main" id="{26041E93-FF87-35AA-2AE1-BABF02DABC7A}"/>
                  </a:ext>
                </a:extLst>
              </p14:cNvPr>
              <p14:cNvContentPartPr/>
              <p14:nvPr/>
            </p14:nvContentPartPr>
            <p14:xfrm>
              <a:off x="7011611" y="5807737"/>
              <a:ext cx="289800" cy="39240"/>
            </p14:xfrm>
          </p:contentPart>
        </mc:Choice>
        <mc:Fallback>
          <p:pic>
            <p:nvPicPr>
              <p:cNvPr id="231" name="Tinta 230">
                <a:extLst>
                  <a:ext uri="{FF2B5EF4-FFF2-40B4-BE49-F238E27FC236}">
                    <a16:creationId xmlns:a16="http://schemas.microsoft.com/office/drawing/2014/main" id="{26041E93-FF87-35AA-2AE1-BABF02DABC7A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005491" y="5801617"/>
                <a:ext cx="3020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32" name="Tinta 231">
                <a:extLst>
                  <a:ext uri="{FF2B5EF4-FFF2-40B4-BE49-F238E27FC236}">
                    <a16:creationId xmlns:a16="http://schemas.microsoft.com/office/drawing/2014/main" id="{F020B52A-4526-F8C9-C7A7-523364B59A4E}"/>
                  </a:ext>
                </a:extLst>
              </p14:cNvPr>
              <p14:cNvContentPartPr/>
              <p14:nvPr/>
            </p14:nvContentPartPr>
            <p14:xfrm>
              <a:off x="7569251" y="5734657"/>
              <a:ext cx="175320" cy="129240"/>
            </p14:xfrm>
          </p:contentPart>
        </mc:Choice>
        <mc:Fallback>
          <p:pic>
            <p:nvPicPr>
              <p:cNvPr id="232" name="Tinta 231">
                <a:extLst>
                  <a:ext uri="{FF2B5EF4-FFF2-40B4-BE49-F238E27FC236}">
                    <a16:creationId xmlns:a16="http://schemas.microsoft.com/office/drawing/2014/main" id="{F020B52A-4526-F8C9-C7A7-523364B59A4E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563131" y="5728537"/>
                <a:ext cx="1875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33" name="Tinta 232">
                <a:extLst>
                  <a:ext uri="{FF2B5EF4-FFF2-40B4-BE49-F238E27FC236}">
                    <a16:creationId xmlns:a16="http://schemas.microsoft.com/office/drawing/2014/main" id="{FDA653F3-8DC7-6B22-6F8F-FC0E11D651D2}"/>
                  </a:ext>
                </a:extLst>
              </p14:cNvPr>
              <p14:cNvContentPartPr/>
              <p14:nvPr/>
            </p14:nvContentPartPr>
            <p14:xfrm>
              <a:off x="7766171" y="5745097"/>
              <a:ext cx="300600" cy="106920"/>
            </p14:xfrm>
          </p:contentPart>
        </mc:Choice>
        <mc:Fallback>
          <p:pic>
            <p:nvPicPr>
              <p:cNvPr id="233" name="Tinta 232">
                <a:extLst>
                  <a:ext uri="{FF2B5EF4-FFF2-40B4-BE49-F238E27FC236}">
                    <a16:creationId xmlns:a16="http://schemas.microsoft.com/office/drawing/2014/main" id="{FDA653F3-8DC7-6B22-6F8F-FC0E11D651D2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760051" y="5738977"/>
                <a:ext cx="3128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34" name="Tinta 233">
                <a:extLst>
                  <a:ext uri="{FF2B5EF4-FFF2-40B4-BE49-F238E27FC236}">
                    <a16:creationId xmlns:a16="http://schemas.microsoft.com/office/drawing/2014/main" id="{7A7A4413-40DF-471C-2C34-93F81359030F}"/>
                  </a:ext>
                </a:extLst>
              </p14:cNvPr>
              <p14:cNvContentPartPr/>
              <p14:nvPr/>
            </p14:nvContentPartPr>
            <p14:xfrm>
              <a:off x="8035091" y="5741497"/>
              <a:ext cx="405360" cy="91440"/>
            </p14:xfrm>
          </p:contentPart>
        </mc:Choice>
        <mc:Fallback>
          <p:pic>
            <p:nvPicPr>
              <p:cNvPr id="234" name="Tinta 233">
                <a:extLst>
                  <a:ext uri="{FF2B5EF4-FFF2-40B4-BE49-F238E27FC236}">
                    <a16:creationId xmlns:a16="http://schemas.microsoft.com/office/drawing/2014/main" id="{7A7A4413-40DF-471C-2C34-93F81359030F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028971" y="5735377"/>
                <a:ext cx="4176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76" name="Tinta 275">
                <a:extLst>
                  <a:ext uri="{FF2B5EF4-FFF2-40B4-BE49-F238E27FC236}">
                    <a16:creationId xmlns:a16="http://schemas.microsoft.com/office/drawing/2014/main" id="{7D001A6F-627A-76CD-85FF-AB9AD4960F32}"/>
                  </a:ext>
                </a:extLst>
              </p14:cNvPr>
              <p14:cNvContentPartPr/>
              <p14:nvPr/>
            </p14:nvContentPartPr>
            <p14:xfrm>
              <a:off x="4372261" y="6190417"/>
              <a:ext cx="11160" cy="5040"/>
            </p14:xfrm>
          </p:contentPart>
        </mc:Choice>
        <mc:Fallback>
          <p:pic>
            <p:nvPicPr>
              <p:cNvPr id="276" name="Tinta 275">
                <a:extLst>
                  <a:ext uri="{FF2B5EF4-FFF2-40B4-BE49-F238E27FC236}">
                    <a16:creationId xmlns:a16="http://schemas.microsoft.com/office/drawing/2014/main" id="{7D001A6F-627A-76CD-85FF-AB9AD4960F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66141" y="6184297"/>
                <a:ext cx="234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77" name="Tinta 276">
                <a:extLst>
                  <a:ext uri="{FF2B5EF4-FFF2-40B4-BE49-F238E27FC236}">
                    <a16:creationId xmlns:a16="http://schemas.microsoft.com/office/drawing/2014/main" id="{46DFE106-0BB5-B3A9-7035-4A9D66DA9C41}"/>
                  </a:ext>
                </a:extLst>
              </p14:cNvPr>
              <p14:cNvContentPartPr/>
              <p14:nvPr/>
            </p14:nvContentPartPr>
            <p14:xfrm>
              <a:off x="3368221" y="6103297"/>
              <a:ext cx="3987360" cy="188640"/>
            </p14:xfrm>
          </p:contentPart>
        </mc:Choice>
        <mc:Fallback>
          <p:pic>
            <p:nvPicPr>
              <p:cNvPr id="277" name="Tinta 276">
                <a:extLst>
                  <a:ext uri="{FF2B5EF4-FFF2-40B4-BE49-F238E27FC236}">
                    <a16:creationId xmlns:a16="http://schemas.microsoft.com/office/drawing/2014/main" id="{46DFE106-0BB5-B3A9-7035-4A9D66DA9C41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3362101" y="6097177"/>
                <a:ext cx="3999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79" name="Tinta 278">
                <a:extLst>
                  <a:ext uri="{FF2B5EF4-FFF2-40B4-BE49-F238E27FC236}">
                    <a16:creationId xmlns:a16="http://schemas.microsoft.com/office/drawing/2014/main" id="{B5309531-2788-CBE0-EEE2-DD5C53A2B66E}"/>
                  </a:ext>
                </a:extLst>
              </p14:cNvPr>
              <p14:cNvContentPartPr/>
              <p14:nvPr/>
            </p14:nvContentPartPr>
            <p14:xfrm>
              <a:off x="7873981" y="5975497"/>
              <a:ext cx="249840" cy="274320"/>
            </p14:xfrm>
          </p:contentPart>
        </mc:Choice>
        <mc:Fallback>
          <p:pic>
            <p:nvPicPr>
              <p:cNvPr id="279" name="Tinta 278">
                <a:extLst>
                  <a:ext uri="{FF2B5EF4-FFF2-40B4-BE49-F238E27FC236}">
                    <a16:creationId xmlns:a16="http://schemas.microsoft.com/office/drawing/2014/main" id="{B5309531-2788-CBE0-EEE2-DD5C53A2B66E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7867861" y="5969377"/>
                <a:ext cx="2620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80" name="Tinta 279">
                <a:extLst>
                  <a:ext uri="{FF2B5EF4-FFF2-40B4-BE49-F238E27FC236}">
                    <a16:creationId xmlns:a16="http://schemas.microsoft.com/office/drawing/2014/main" id="{E0828249-000E-E665-88E4-760650D7A153}"/>
                  </a:ext>
                </a:extLst>
              </p14:cNvPr>
              <p14:cNvContentPartPr/>
              <p14:nvPr/>
            </p14:nvContentPartPr>
            <p14:xfrm>
              <a:off x="8316781" y="5983057"/>
              <a:ext cx="237600" cy="311040"/>
            </p14:xfrm>
          </p:contentPart>
        </mc:Choice>
        <mc:Fallback>
          <p:pic>
            <p:nvPicPr>
              <p:cNvPr id="280" name="Tinta 279">
                <a:extLst>
                  <a:ext uri="{FF2B5EF4-FFF2-40B4-BE49-F238E27FC236}">
                    <a16:creationId xmlns:a16="http://schemas.microsoft.com/office/drawing/2014/main" id="{E0828249-000E-E665-88E4-760650D7A153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8310661" y="5976937"/>
                <a:ext cx="2498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81" name="Tinta 280">
                <a:extLst>
                  <a:ext uri="{FF2B5EF4-FFF2-40B4-BE49-F238E27FC236}">
                    <a16:creationId xmlns:a16="http://schemas.microsoft.com/office/drawing/2014/main" id="{56D95E63-C375-228F-3EAB-F95863BEB3EE}"/>
                  </a:ext>
                </a:extLst>
              </p14:cNvPr>
              <p14:cNvContentPartPr/>
              <p14:nvPr/>
            </p14:nvContentPartPr>
            <p14:xfrm>
              <a:off x="8478061" y="6023017"/>
              <a:ext cx="379080" cy="290880"/>
            </p14:xfrm>
          </p:contentPart>
        </mc:Choice>
        <mc:Fallback>
          <p:pic>
            <p:nvPicPr>
              <p:cNvPr id="281" name="Tinta 280">
                <a:extLst>
                  <a:ext uri="{FF2B5EF4-FFF2-40B4-BE49-F238E27FC236}">
                    <a16:creationId xmlns:a16="http://schemas.microsoft.com/office/drawing/2014/main" id="{56D95E63-C375-228F-3EAB-F95863BEB3EE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8471941" y="6016897"/>
                <a:ext cx="391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83" name="Tinta 282">
                <a:extLst>
                  <a:ext uri="{FF2B5EF4-FFF2-40B4-BE49-F238E27FC236}">
                    <a16:creationId xmlns:a16="http://schemas.microsoft.com/office/drawing/2014/main" id="{9D40F3F0-4542-CD64-E439-BD2498B956EC}"/>
                  </a:ext>
                </a:extLst>
              </p14:cNvPr>
              <p14:cNvContentPartPr/>
              <p14:nvPr/>
            </p14:nvContentPartPr>
            <p14:xfrm>
              <a:off x="3885541" y="5387977"/>
              <a:ext cx="4519440" cy="406080"/>
            </p14:xfrm>
          </p:contentPart>
        </mc:Choice>
        <mc:Fallback>
          <p:pic>
            <p:nvPicPr>
              <p:cNvPr id="283" name="Tinta 282">
                <a:extLst>
                  <a:ext uri="{FF2B5EF4-FFF2-40B4-BE49-F238E27FC236}">
                    <a16:creationId xmlns:a16="http://schemas.microsoft.com/office/drawing/2014/main" id="{9D40F3F0-4542-CD64-E439-BD2498B956EC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3879421" y="5381857"/>
                <a:ext cx="4531680" cy="41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DA16225E-C880-0AF2-DBF6-D2F4C1B57A94}"/>
              </a:ext>
            </a:extLst>
          </p:cNvPr>
          <p:cNvGrpSpPr/>
          <p:nvPr/>
        </p:nvGrpSpPr>
        <p:grpSpPr>
          <a:xfrm>
            <a:off x="329821" y="5491297"/>
            <a:ext cx="3101230" cy="239400"/>
            <a:chOff x="329821" y="5491297"/>
            <a:chExt cx="310123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7B272187-3B21-DD66-79BA-C013797951D7}"/>
                    </a:ext>
                  </a:extLst>
                </p14:cNvPr>
                <p14:cNvContentPartPr/>
                <p14:nvPr/>
              </p14:nvContentPartPr>
              <p14:xfrm>
                <a:off x="2008331" y="5656897"/>
                <a:ext cx="11160" cy="46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7B272187-3B21-DD66-79BA-C013797951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02211" y="5650777"/>
                  <a:ext cx="23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752A899-3ABE-3616-347B-D101C9F3466B}"/>
                    </a:ext>
                  </a:extLst>
                </p14:cNvPr>
                <p14:cNvContentPartPr/>
                <p14:nvPr/>
              </p14:nvContentPartPr>
              <p14:xfrm>
                <a:off x="1921571" y="5634217"/>
                <a:ext cx="43920" cy="273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752A899-3ABE-3616-347B-D101C9F3466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15451" y="5628097"/>
                  <a:ext cx="56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5E14CD7-6C6E-509F-8ECE-5A01D56650EE}"/>
                    </a:ext>
                  </a:extLst>
                </p14:cNvPr>
                <p14:cNvContentPartPr/>
                <p14:nvPr/>
              </p14:nvContentPartPr>
              <p14:xfrm>
                <a:off x="2030291" y="5661217"/>
                <a:ext cx="21960" cy="324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5E14CD7-6C6E-509F-8ECE-5A01D56650E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24171" y="5655097"/>
                  <a:ext cx="34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711F17B6-E862-A1BA-AD03-4F385B72C7CA}"/>
                    </a:ext>
                  </a:extLst>
                </p14:cNvPr>
                <p14:cNvContentPartPr/>
                <p14:nvPr/>
              </p14:nvContentPartPr>
              <p14:xfrm>
                <a:off x="2893211" y="5610457"/>
                <a:ext cx="33120" cy="190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711F17B6-E862-A1BA-AD03-4F385B72C7C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887091" y="5604337"/>
                  <a:ext cx="4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7D29A88B-6C52-DC66-8093-E359A2370CBD}"/>
                    </a:ext>
                  </a:extLst>
                </p14:cNvPr>
                <p14:cNvContentPartPr/>
                <p14:nvPr/>
              </p14:nvContentPartPr>
              <p14:xfrm>
                <a:off x="3225491" y="5562937"/>
                <a:ext cx="205560" cy="1317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7D29A88B-6C52-DC66-8093-E359A2370CB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219371" y="5556817"/>
                  <a:ext cx="217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B9E37AF2-4ABC-3BFC-8092-C76AA6728FA1}"/>
                    </a:ext>
                  </a:extLst>
                </p14:cNvPr>
                <p14:cNvContentPartPr/>
                <p14:nvPr/>
              </p14:nvContentPartPr>
              <p14:xfrm>
                <a:off x="329821" y="5491297"/>
                <a:ext cx="2900160" cy="23940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B9E37AF2-4ABC-3BFC-8092-C76AA6728FA1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23701" y="5485177"/>
                  <a:ext cx="2912400" cy="25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62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AD3A7-8FF4-76B6-6FAE-14F9E1DC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20" y="364688"/>
            <a:ext cx="10515600" cy="1325563"/>
          </a:xfrm>
        </p:spPr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3D52F33-5CD6-672A-3581-A9F33C3E3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38" y="365125"/>
            <a:ext cx="2895158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3653E240-AF0C-7BF0-95A3-FAFB8284CC66}"/>
                  </a:ext>
                </a:extLst>
              </p14:cNvPr>
              <p14:cNvContentPartPr/>
              <p14:nvPr/>
            </p14:nvContentPartPr>
            <p14:xfrm>
              <a:off x="2331251" y="1203697"/>
              <a:ext cx="669240" cy="26604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3653E240-AF0C-7BF0-95A3-FAFB8284CC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5131" y="1197577"/>
                <a:ext cx="6814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E45FAC9C-41B4-9993-1543-0E5DE286396E}"/>
                  </a:ext>
                </a:extLst>
              </p14:cNvPr>
              <p14:cNvContentPartPr/>
              <p14:nvPr/>
            </p14:nvContentPartPr>
            <p14:xfrm>
              <a:off x="1447451" y="2602297"/>
              <a:ext cx="572400" cy="17964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E45FAC9C-41B4-9993-1543-0E5DE2863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1331" y="2596177"/>
                <a:ext cx="5846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9CE87E77-0E6D-3E77-D620-6D093C680D0B}"/>
                  </a:ext>
                </a:extLst>
              </p14:cNvPr>
              <p14:cNvContentPartPr/>
              <p14:nvPr/>
            </p14:nvContentPartPr>
            <p14:xfrm>
              <a:off x="315251" y="3411577"/>
              <a:ext cx="1671120" cy="4608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9CE87E77-0E6D-3E77-D620-6D093C680D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9131" y="3405457"/>
                <a:ext cx="16833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AE57B960-FF05-189B-2540-C6CFE764D047}"/>
                  </a:ext>
                </a:extLst>
              </p14:cNvPr>
              <p14:cNvContentPartPr/>
              <p14:nvPr/>
            </p14:nvContentPartPr>
            <p14:xfrm>
              <a:off x="3021371" y="3383857"/>
              <a:ext cx="21960" cy="1008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AE57B960-FF05-189B-2540-C6CFE764D0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15251" y="3377737"/>
                <a:ext cx="342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D5BBEB51-ABFE-FCDF-FBB4-AD1D9C5159CC}"/>
                  </a:ext>
                </a:extLst>
              </p14:cNvPr>
              <p14:cNvContentPartPr/>
              <p14:nvPr/>
            </p14:nvContentPartPr>
            <p14:xfrm>
              <a:off x="1113011" y="3636577"/>
              <a:ext cx="11160" cy="648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D5BBEB51-ABFE-FCDF-FBB4-AD1D9C5159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6891" y="3630457"/>
                <a:ext cx="234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B1997F4E-D205-BA00-45E2-C67C18750BB6}"/>
                  </a:ext>
                </a:extLst>
              </p14:cNvPr>
              <p14:cNvContentPartPr/>
              <p14:nvPr/>
            </p14:nvContentPartPr>
            <p14:xfrm>
              <a:off x="6891731" y="2489977"/>
              <a:ext cx="3923280" cy="10908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B1997F4E-D205-BA00-45E2-C67C18750B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5611" y="2483857"/>
                <a:ext cx="3935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3811BEE9-8C5C-9A47-6BBC-BF80B931AF2E}"/>
                  </a:ext>
                </a:extLst>
              </p14:cNvPr>
              <p14:cNvContentPartPr/>
              <p14:nvPr/>
            </p14:nvContentPartPr>
            <p14:xfrm>
              <a:off x="1877291" y="1133857"/>
              <a:ext cx="326880" cy="564840"/>
            </p14:xfrm>
          </p:contentPart>
        </mc:Choice>
        <mc:Fallback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3811BEE9-8C5C-9A47-6BBC-BF80B931AF2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71171" y="1127737"/>
                <a:ext cx="339120" cy="57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E6FE37E7-41BF-5116-06A7-CBA7B139D199}"/>
              </a:ext>
            </a:extLst>
          </p:cNvPr>
          <p:cNvGrpSpPr/>
          <p:nvPr/>
        </p:nvGrpSpPr>
        <p:grpSpPr>
          <a:xfrm>
            <a:off x="1599731" y="1058977"/>
            <a:ext cx="991800" cy="750600"/>
            <a:chOff x="1599731" y="1058977"/>
            <a:chExt cx="99180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76DCF5A-A13B-25E6-80FF-7708C0820964}"/>
                    </a:ext>
                  </a:extLst>
                </p14:cNvPr>
                <p14:cNvContentPartPr/>
                <p14:nvPr/>
              </p14:nvContentPartPr>
              <p14:xfrm>
                <a:off x="1975211" y="1065817"/>
                <a:ext cx="572400" cy="6922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76DCF5A-A13B-25E6-80FF-7708C082096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9091" y="1059697"/>
                  <a:ext cx="58464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DBA7D2BE-F139-5F93-C3F2-8CD168289A36}"/>
                    </a:ext>
                  </a:extLst>
                </p14:cNvPr>
                <p14:cNvContentPartPr/>
                <p14:nvPr/>
              </p14:nvContentPartPr>
              <p14:xfrm>
                <a:off x="1641491" y="1058977"/>
                <a:ext cx="454320" cy="74700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DBA7D2BE-F139-5F93-C3F2-8CD168289A3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5371" y="1052857"/>
                  <a:ext cx="46656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49E65837-FD19-BBDE-E38F-D13227275D18}"/>
                    </a:ext>
                  </a:extLst>
                </p14:cNvPr>
                <p14:cNvContentPartPr/>
                <p14:nvPr/>
              </p14:nvContentPartPr>
              <p14:xfrm>
                <a:off x="1599731" y="1647937"/>
                <a:ext cx="991800" cy="1616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49E65837-FD19-BBDE-E38F-D13227275D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93611" y="1641817"/>
                  <a:ext cx="100404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971CE972-1C7D-152B-3868-8B90091371FE}"/>
                  </a:ext>
                </a:extLst>
              </p14:cNvPr>
              <p14:cNvContentPartPr/>
              <p14:nvPr/>
            </p14:nvContentPartPr>
            <p14:xfrm>
              <a:off x="3829571" y="2192617"/>
              <a:ext cx="2050560" cy="129744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971CE972-1C7D-152B-3868-8B90091371F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23451" y="2186497"/>
                <a:ext cx="2062800" cy="13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07B13BC0-3071-594E-ACFB-282FFD4509D9}"/>
                  </a:ext>
                </a:extLst>
              </p14:cNvPr>
              <p14:cNvContentPartPr/>
              <p14:nvPr/>
            </p14:nvContentPartPr>
            <p14:xfrm>
              <a:off x="7355411" y="3739537"/>
              <a:ext cx="324360" cy="877680"/>
            </p14:xfrm>
          </p:contentPart>
        </mc:Choice>
        <mc:Fallback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07B13BC0-3071-594E-ACFB-282FFD4509D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49291" y="3733417"/>
                <a:ext cx="336600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C6D5E24E-DBC8-5D4A-EBA5-2D8514D3E808}"/>
                  </a:ext>
                </a:extLst>
              </p14:cNvPr>
              <p14:cNvContentPartPr/>
              <p14:nvPr/>
            </p14:nvContentPartPr>
            <p14:xfrm>
              <a:off x="7377011" y="3691297"/>
              <a:ext cx="1806120" cy="70380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C6D5E24E-DBC8-5D4A-EBA5-2D8514D3E80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70891" y="3685177"/>
                <a:ext cx="181836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8" name="Tinta 187">
                <a:extLst>
                  <a:ext uri="{FF2B5EF4-FFF2-40B4-BE49-F238E27FC236}">
                    <a16:creationId xmlns:a16="http://schemas.microsoft.com/office/drawing/2014/main" id="{1E7D652F-77DA-B8B7-629C-2CB47E2B6516}"/>
                  </a:ext>
                </a:extLst>
              </p14:cNvPr>
              <p14:cNvContentPartPr/>
              <p14:nvPr/>
            </p14:nvContentPartPr>
            <p14:xfrm>
              <a:off x="7646651" y="4520017"/>
              <a:ext cx="1850400" cy="46080"/>
            </p14:xfrm>
          </p:contentPart>
        </mc:Choice>
        <mc:Fallback>
          <p:pic>
            <p:nvPicPr>
              <p:cNvPr id="188" name="Tinta 187">
                <a:extLst>
                  <a:ext uri="{FF2B5EF4-FFF2-40B4-BE49-F238E27FC236}">
                    <a16:creationId xmlns:a16="http://schemas.microsoft.com/office/drawing/2014/main" id="{1E7D652F-77DA-B8B7-629C-2CB47E2B65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40531" y="4513897"/>
                <a:ext cx="18626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397319C3-895A-30C0-4388-B2E3F8B95549}"/>
                  </a:ext>
                </a:extLst>
              </p14:cNvPr>
              <p14:cNvContentPartPr/>
              <p14:nvPr/>
            </p14:nvContentPartPr>
            <p14:xfrm>
              <a:off x="9143891" y="4351177"/>
              <a:ext cx="852480" cy="29808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397319C3-895A-30C0-4388-B2E3F8B9554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37771" y="4345057"/>
                <a:ext cx="8647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1" name="Tinta 190">
                <a:extLst>
                  <a:ext uri="{FF2B5EF4-FFF2-40B4-BE49-F238E27FC236}">
                    <a16:creationId xmlns:a16="http://schemas.microsoft.com/office/drawing/2014/main" id="{28D2E2C1-F4B1-62D4-C467-BE3AA3A5B2A9}"/>
                  </a:ext>
                </a:extLst>
              </p14:cNvPr>
              <p14:cNvContentPartPr/>
              <p14:nvPr/>
            </p14:nvContentPartPr>
            <p14:xfrm>
              <a:off x="7226891" y="4037257"/>
              <a:ext cx="299160" cy="232200"/>
            </p14:xfrm>
          </p:contentPart>
        </mc:Choice>
        <mc:Fallback>
          <p:pic>
            <p:nvPicPr>
              <p:cNvPr id="191" name="Tinta 190">
                <a:extLst>
                  <a:ext uri="{FF2B5EF4-FFF2-40B4-BE49-F238E27FC236}">
                    <a16:creationId xmlns:a16="http://schemas.microsoft.com/office/drawing/2014/main" id="{28D2E2C1-F4B1-62D4-C467-BE3AA3A5B2A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20771" y="4031137"/>
                <a:ext cx="3114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488D5939-D653-7130-708C-46A64B42984B}"/>
                  </a:ext>
                </a:extLst>
              </p14:cNvPr>
              <p14:cNvContentPartPr/>
              <p14:nvPr/>
            </p14:nvContentPartPr>
            <p14:xfrm>
              <a:off x="9176291" y="4381057"/>
              <a:ext cx="87840" cy="17784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488D5939-D653-7130-708C-46A64B42984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170171" y="4374937"/>
                <a:ext cx="1000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3E9257CB-62EF-9562-3F70-F61B9FB85315}"/>
                  </a:ext>
                </a:extLst>
              </p14:cNvPr>
              <p14:cNvContentPartPr/>
              <p14:nvPr/>
            </p14:nvContentPartPr>
            <p14:xfrm>
              <a:off x="8648531" y="4352617"/>
              <a:ext cx="217800" cy="94680"/>
            </p14:xfrm>
          </p:contentPart>
        </mc:Choice>
        <mc:Fallback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3E9257CB-62EF-9562-3F70-F61B9FB8531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42411" y="4346497"/>
                <a:ext cx="2300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07436575-8CE4-2E3E-B443-4348E6073C17}"/>
                  </a:ext>
                </a:extLst>
              </p14:cNvPr>
              <p14:cNvContentPartPr/>
              <p14:nvPr/>
            </p14:nvContentPartPr>
            <p14:xfrm>
              <a:off x="8896211" y="4347217"/>
              <a:ext cx="154080" cy="97920"/>
            </p14:xfrm>
          </p:contentPart>
        </mc:Choice>
        <mc:Fallback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07436575-8CE4-2E3E-B443-4348E6073C1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90091" y="4341097"/>
                <a:ext cx="1663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D0B08A2C-5A77-71A1-96B6-038ECE56D0AE}"/>
                  </a:ext>
                </a:extLst>
              </p14:cNvPr>
              <p14:cNvContentPartPr/>
              <p14:nvPr/>
            </p14:nvContentPartPr>
            <p14:xfrm>
              <a:off x="8272331" y="3578977"/>
              <a:ext cx="630000" cy="42336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D0B08A2C-5A77-71A1-96B6-038ECE56D0A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66211" y="3572857"/>
                <a:ext cx="64224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02" name="Tinta 201">
                <a:extLst>
                  <a:ext uri="{FF2B5EF4-FFF2-40B4-BE49-F238E27FC236}">
                    <a16:creationId xmlns:a16="http://schemas.microsoft.com/office/drawing/2014/main" id="{5BF97129-2CDC-7CE7-046D-7716F17433E2}"/>
                  </a:ext>
                </a:extLst>
              </p14:cNvPr>
              <p14:cNvContentPartPr/>
              <p14:nvPr/>
            </p14:nvContentPartPr>
            <p14:xfrm>
              <a:off x="7290611" y="3942937"/>
              <a:ext cx="362160" cy="340200"/>
            </p14:xfrm>
          </p:contentPart>
        </mc:Choice>
        <mc:Fallback>
          <p:pic>
            <p:nvPicPr>
              <p:cNvPr id="202" name="Tinta 201">
                <a:extLst>
                  <a:ext uri="{FF2B5EF4-FFF2-40B4-BE49-F238E27FC236}">
                    <a16:creationId xmlns:a16="http://schemas.microsoft.com/office/drawing/2014/main" id="{5BF97129-2CDC-7CE7-046D-7716F17433E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284491" y="3936817"/>
                <a:ext cx="3744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B21CD05C-682B-3186-83C4-FBFD0326B70B}"/>
                  </a:ext>
                </a:extLst>
              </p14:cNvPr>
              <p14:cNvContentPartPr/>
              <p14:nvPr/>
            </p14:nvContentPartPr>
            <p14:xfrm>
              <a:off x="8702531" y="4261177"/>
              <a:ext cx="529560" cy="226080"/>
            </p14:xfrm>
          </p:contentPart>
        </mc:Choice>
        <mc:Fallback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B21CD05C-682B-3186-83C4-FBFD0326B70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96411" y="4255057"/>
                <a:ext cx="5418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32" name="Tinta 231">
                <a:extLst>
                  <a:ext uri="{FF2B5EF4-FFF2-40B4-BE49-F238E27FC236}">
                    <a16:creationId xmlns:a16="http://schemas.microsoft.com/office/drawing/2014/main" id="{A21F7114-C694-EE3C-7715-3DE1F3C59100}"/>
                  </a:ext>
                </a:extLst>
              </p14:cNvPr>
              <p14:cNvContentPartPr/>
              <p14:nvPr/>
            </p14:nvContentPartPr>
            <p14:xfrm>
              <a:off x="7548731" y="4094497"/>
              <a:ext cx="65520" cy="59760"/>
            </p14:xfrm>
          </p:contentPart>
        </mc:Choice>
        <mc:Fallback>
          <p:pic>
            <p:nvPicPr>
              <p:cNvPr id="232" name="Tinta 231">
                <a:extLst>
                  <a:ext uri="{FF2B5EF4-FFF2-40B4-BE49-F238E27FC236}">
                    <a16:creationId xmlns:a16="http://schemas.microsoft.com/office/drawing/2014/main" id="{A21F7114-C694-EE3C-7715-3DE1F3C5910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42611" y="4088377"/>
                <a:ext cx="777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34" name="Tinta 233">
                <a:extLst>
                  <a:ext uri="{FF2B5EF4-FFF2-40B4-BE49-F238E27FC236}">
                    <a16:creationId xmlns:a16="http://schemas.microsoft.com/office/drawing/2014/main" id="{8C757CBB-C441-4ED7-9833-91AE9D0B31D1}"/>
                  </a:ext>
                </a:extLst>
              </p14:cNvPr>
              <p14:cNvContentPartPr/>
              <p14:nvPr/>
            </p14:nvContentPartPr>
            <p14:xfrm>
              <a:off x="9037691" y="4458457"/>
              <a:ext cx="11160" cy="59760"/>
            </p14:xfrm>
          </p:contentPart>
        </mc:Choice>
        <mc:Fallback>
          <p:pic>
            <p:nvPicPr>
              <p:cNvPr id="234" name="Tinta 233">
                <a:extLst>
                  <a:ext uri="{FF2B5EF4-FFF2-40B4-BE49-F238E27FC236}">
                    <a16:creationId xmlns:a16="http://schemas.microsoft.com/office/drawing/2014/main" id="{8C757CBB-C441-4ED7-9833-91AE9D0B31D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031571" y="4452337"/>
                <a:ext cx="23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501AE3B3-4BDB-355A-B93F-B5B23B84B401}"/>
                  </a:ext>
                </a:extLst>
              </p14:cNvPr>
              <p14:cNvContentPartPr/>
              <p14:nvPr/>
            </p14:nvContentPartPr>
            <p14:xfrm>
              <a:off x="9070091" y="4417777"/>
              <a:ext cx="11160" cy="11520"/>
            </p14:xfrm>
          </p:contentPart>
        </mc:Choice>
        <mc:Fallback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501AE3B3-4BDB-355A-B93F-B5B23B84B40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063971" y="4411657"/>
                <a:ext cx="23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37" name="Tinta 236">
                <a:extLst>
                  <a:ext uri="{FF2B5EF4-FFF2-40B4-BE49-F238E27FC236}">
                    <a16:creationId xmlns:a16="http://schemas.microsoft.com/office/drawing/2014/main" id="{505CDF10-9E01-0378-B267-73EA48151698}"/>
                  </a:ext>
                </a:extLst>
              </p14:cNvPr>
              <p14:cNvContentPartPr/>
              <p14:nvPr/>
            </p14:nvContentPartPr>
            <p14:xfrm>
              <a:off x="7603091" y="4144897"/>
              <a:ext cx="65520" cy="25200"/>
            </p14:xfrm>
          </p:contentPart>
        </mc:Choice>
        <mc:Fallback>
          <p:pic>
            <p:nvPicPr>
              <p:cNvPr id="237" name="Tinta 236">
                <a:extLst>
                  <a:ext uri="{FF2B5EF4-FFF2-40B4-BE49-F238E27FC236}">
                    <a16:creationId xmlns:a16="http://schemas.microsoft.com/office/drawing/2014/main" id="{505CDF10-9E01-0378-B267-73EA4815169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596971" y="4138777"/>
                <a:ext cx="777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42" name="Tinta 241">
                <a:extLst>
                  <a:ext uri="{FF2B5EF4-FFF2-40B4-BE49-F238E27FC236}">
                    <a16:creationId xmlns:a16="http://schemas.microsoft.com/office/drawing/2014/main" id="{CA32ABA3-89A9-C248-95F0-3BDFA498194E}"/>
                  </a:ext>
                </a:extLst>
              </p14:cNvPr>
              <p14:cNvContentPartPr/>
              <p14:nvPr/>
            </p14:nvContentPartPr>
            <p14:xfrm>
              <a:off x="7613531" y="4337497"/>
              <a:ext cx="302760" cy="112320"/>
            </p14:xfrm>
          </p:contentPart>
        </mc:Choice>
        <mc:Fallback>
          <p:pic>
            <p:nvPicPr>
              <p:cNvPr id="242" name="Tinta 241">
                <a:extLst>
                  <a:ext uri="{FF2B5EF4-FFF2-40B4-BE49-F238E27FC236}">
                    <a16:creationId xmlns:a16="http://schemas.microsoft.com/office/drawing/2014/main" id="{CA32ABA3-89A9-C248-95F0-3BDFA498194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607411" y="4331377"/>
                <a:ext cx="3150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43" name="Tinta 242">
                <a:extLst>
                  <a:ext uri="{FF2B5EF4-FFF2-40B4-BE49-F238E27FC236}">
                    <a16:creationId xmlns:a16="http://schemas.microsoft.com/office/drawing/2014/main" id="{B5D3693B-5136-20E3-D794-50CF23E65D57}"/>
                  </a:ext>
                </a:extLst>
              </p14:cNvPr>
              <p14:cNvContentPartPr/>
              <p14:nvPr/>
            </p14:nvContentPartPr>
            <p14:xfrm>
              <a:off x="7713611" y="4437577"/>
              <a:ext cx="74520" cy="35640"/>
            </p14:xfrm>
          </p:contentPart>
        </mc:Choice>
        <mc:Fallback>
          <p:pic>
            <p:nvPicPr>
              <p:cNvPr id="243" name="Tinta 242">
                <a:extLst>
                  <a:ext uri="{FF2B5EF4-FFF2-40B4-BE49-F238E27FC236}">
                    <a16:creationId xmlns:a16="http://schemas.microsoft.com/office/drawing/2014/main" id="{B5D3693B-5136-20E3-D794-50CF23E65D5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707491" y="4431457"/>
                <a:ext cx="86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C85CD37A-A3EF-58CC-1B00-19E05DAEDAC0}"/>
                  </a:ext>
                </a:extLst>
              </p14:cNvPr>
              <p14:cNvContentPartPr/>
              <p14:nvPr/>
            </p14:nvContentPartPr>
            <p14:xfrm>
              <a:off x="9015371" y="1922617"/>
              <a:ext cx="255240" cy="116352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C85CD37A-A3EF-58CC-1B00-19E05DAEDAC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009251" y="1916497"/>
                <a:ext cx="267480" cy="11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D5D660C8-D7F0-F914-9BA5-F4E17034FBA7}"/>
                  </a:ext>
                </a:extLst>
              </p14:cNvPr>
              <p14:cNvContentPartPr/>
              <p14:nvPr/>
            </p14:nvContentPartPr>
            <p14:xfrm>
              <a:off x="7407971" y="1887697"/>
              <a:ext cx="206280" cy="127800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D5D660C8-D7F0-F914-9BA5-F4E17034FBA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401851" y="1881577"/>
                <a:ext cx="218520" cy="12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E6D8AEE2-2C23-DC08-5D7D-14E7FBA4A1F1}"/>
                  </a:ext>
                </a:extLst>
              </p14:cNvPr>
              <p14:cNvContentPartPr/>
              <p14:nvPr/>
            </p14:nvContentPartPr>
            <p14:xfrm>
              <a:off x="8238491" y="1922617"/>
              <a:ext cx="184320" cy="106596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E6D8AEE2-2C23-DC08-5D7D-14E7FBA4A1F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232371" y="1916497"/>
                <a:ext cx="196560" cy="10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39C29230-ECE7-1DEE-91C3-CD116EC8611C}"/>
                  </a:ext>
                </a:extLst>
              </p14:cNvPr>
              <p14:cNvContentPartPr/>
              <p14:nvPr/>
            </p14:nvContentPartPr>
            <p14:xfrm>
              <a:off x="8367731" y="2785897"/>
              <a:ext cx="44280" cy="5112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39C29230-ECE7-1DEE-91C3-CD116EC8611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361611" y="2779777"/>
                <a:ext cx="56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4EB994FB-024C-EE19-468C-E5365221BF02}"/>
                  </a:ext>
                </a:extLst>
              </p14:cNvPr>
              <p14:cNvContentPartPr/>
              <p14:nvPr/>
            </p14:nvContentPartPr>
            <p14:xfrm>
              <a:off x="8388611" y="2761057"/>
              <a:ext cx="88560" cy="51984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4EB994FB-024C-EE19-468C-E5365221BF0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82491" y="2754937"/>
                <a:ext cx="10080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9A9829D5-732A-783F-AED6-24AD7D14FCA5}"/>
                  </a:ext>
                </a:extLst>
              </p14:cNvPr>
              <p14:cNvContentPartPr/>
              <p14:nvPr/>
            </p14:nvContentPartPr>
            <p14:xfrm>
              <a:off x="7463771" y="1824337"/>
              <a:ext cx="84960" cy="252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9A9829D5-732A-783F-AED6-24AD7D14FCA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457651" y="1818217"/>
                <a:ext cx="972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2FF9D173-146E-CF96-B647-4B01ACC6CBC7}"/>
                  </a:ext>
                </a:extLst>
              </p14:cNvPr>
              <p14:cNvContentPartPr/>
              <p14:nvPr/>
            </p14:nvContentPartPr>
            <p14:xfrm>
              <a:off x="7624691" y="1882297"/>
              <a:ext cx="192960" cy="17136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2FF9D173-146E-CF96-B647-4B01ACC6CBC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618571" y="1876177"/>
                <a:ext cx="2052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E4AE7471-37A7-C07A-7A52-BED1DBDDE3C4}"/>
                  </a:ext>
                </a:extLst>
              </p14:cNvPr>
              <p14:cNvContentPartPr/>
              <p14:nvPr/>
            </p14:nvContentPartPr>
            <p14:xfrm>
              <a:off x="7797851" y="1777537"/>
              <a:ext cx="322200" cy="26208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E4AE7471-37A7-C07A-7A52-BED1DBDDE3C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91731" y="1771417"/>
                <a:ext cx="3344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75C207DA-A9E2-A22D-49BB-A9B27A427EFE}"/>
                  </a:ext>
                </a:extLst>
              </p14:cNvPr>
              <p14:cNvContentPartPr/>
              <p14:nvPr/>
            </p14:nvContentPartPr>
            <p14:xfrm>
              <a:off x="8412011" y="1824337"/>
              <a:ext cx="247680" cy="23508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75C207DA-A9E2-A22D-49BB-A9B27A427EF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405891" y="1818217"/>
                <a:ext cx="2599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1B268BEF-2BFA-0E46-45BE-197AD9EDADB0}"/>
                  </a:ext>
                </a:extLst>
              </p14:cNvPr>
              <p14:cNvContentPartPr/>
              <p14:nvPr/>
            </p14:nvContentPartPr>
            <p14:xfrm>
              <a:off x="8658251" y="1856017"/>
              <a:ext cx="249120" cy="19764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1B268BEF-2BFA-0E46-45BE-197AD9EDADB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652131" y="1849897"/>
                <a:ext cx="2613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58F453B3-B645-9D16-500A-463DDD4D401E}"/>
                  </a:ext>
                </a:extLst>
              </p14:cNvPr>
              <p14:cNvContentPartPr/>
              <p14:nvPr/>
            </p14:nvContentPartPr>
            <p14:xfrm>
              <a:off x="9329651" y="1780417"/>
              <a:ext cx="386640" cy="24192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58F453B3-B645-9D16-500A-463DDD4D401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323531" y="1774297"/>
                <a:ext cx="398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6D8BA9FA-1FF9-B6FB-D3C5-C5375068D320}"/>
                  </a:ext>
                </a:extLst>
              </p14:cNvPr>
              <p14:cNvContentPartPr/>
              <p14:nvPr/>
            </p14:nvContentPartPr>
            <p14:xfrm>
              <a:off x="9692531" y="1803457"/>
              <a:ext cx="408960" cy="17172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6D8BA9FA-1FF9-B6FB-D3C5-C5375068D32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86411" y="1797337"/>
                <a:ext cx="4212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D6EB27B6-CFE3-D79E-66FA-6FC06599D993}"/>
                  </a:ext>
                </a:extLst>
              </p14:cNvPr>
              <p14:cNvContentPartPr/>
              <p14:nvPr/>
            </p14:nvContentPartPr>
            <p14:xfrm>
              <a:off x="6980651" y="2099017"/>
              <a:ext cx="3983400" cy="10800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D6EB27B6-CFE3-D79E-66FA-6FC06599D99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974531" y="2092897"/>
                <a:ext cx="3995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0C3B0940-9877-565E-38DF-07E89D467F4C}"/>
                  </a:ext>
                </a:extLst>
              </p14:cNvPr>
              <p14:cNvContentPartPr/>
              <p14:nvPr/>
            </p14:nvContentPartPr>
            <p14:xfrm>
              <a:off x="7743851" y="2210977"/>
              <a:ext cx="74880" cy="10008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0C3B0940-9877-565E-38DF-07E89D467F4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37731" y="2204857"/>
                <a:ext cx="871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D0315203-3188-5944-F4B8-5818FC0D2C20}"/>
                  </a:ext>
                </a:extLst>
              </p14:cNvPr>
              <p14:cNvContentPartPr/>
              <p14:nvPr/>
            </p14:nvContentPartPr>
            <p14:xfrm>
              <a:off x="8541971" y="2250577"/>
              <a:ext cx="270000" cy="83520"/>
            </p14:xfrm>
          </p:contentPart>
        </mc:Choice>
        <mc:Fallback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D0315203-3188-5944-F4B8-5818FC0D2C2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535851" y="2244457"/>
                <a:ext cx="2822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8B8A9398-860A-56B4-48FA-EF96F9AAC9B2}"/>
                  </a:ext>
                </a:extLst>
              </p14:cNvPr>
              <p14:cNvContentPartPr/>
              <p14:nvPr/>
            </p14:nvContentPartPr>
            <p14:xfrm>
              <a:off x="9576611" y="2186137"/>
              <a:ext cx="237960" cy="13392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8B8A9398-860A-56B4-48FA-EF96F9AAC9B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570491" y="2180017"/>
                <a:ext cx="2502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1977828F-A774-979B-4260-86BFEE52F1F9}"/>
                  </a:ext>
                </a:extLst>
              </p14:cNvPr>
              <p14:cNvContentPartPr/>
              <p14:nvPr/>
            </p14:nvContentPartPr>
            <p14:xfrm>
              <a:off x="7766171" y="2570257"/>
              <a:ext cx="114120" cy="70200"/>
            </p14:xfrm>
          </p:contentPart>
        </mc:Choice>
        <mc:Fallback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1977828F-A774-979B-4260-86BFEE52F1F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760051" y="2564137"/>
                <a:ext cx="126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58955823-C4F7-0CE2-2CE0-E76669038ECB}"/>
                  </a:ext>
                </a:extLst>
              </p14:cNvPr>
              <p14:cNvContentPartPr/>
              <p14:nvPr/>
            </p14:nvContentPartPr>
            <p14:xfrm>
              <a:off x="8573291" y="2532097"/>
              <a:ext cx="195120" cy="10872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58955823-C4F7-0CE2-2CE0-E76669038EC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567171" y="2525977"/>
                <a:ext cx="207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BB08EE10-1757-5695-6474-A109CED30DAB}"/>
                  </a:ext>
                </a:extLst>
              </p14:cNvPr>
              <p14:cNvContentPartPr/>
              <p14:nvPr/>
            </p14:nvContentPartPr>
            <p14:xfrm>
              <a:off x="9676691" y="2507617"/>
              <a:ext cx="137160" cy="15696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BB08EE10-1757-5695-6474-A109CED30DA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670571" y="2501497"/>
                <a:ext cx="1494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55D7F7CD-1A03-B123-F501-552A0B50BDE0}"/>
                  </a:ext>
                </a:extLst>
              </p14:cNvPr>
              <p14:cNvContentPartPr/>
              <p14:nvPr/>
            </p14:nvContentPartPr>
            <p14:xfrm>
              <a:off x="7758251" y="2572777"/>
              <a:ext cx="201960" cy="11556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55D7F7CD-1A03-B123-F501-552A0B50BDE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752131" y="2566657"/>
                <a:ext cx="2142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8DDB17C9-1080-513B-00B1-443C08E7863E}"/>
                  </a:ext>
                </a:extLst>
              </p14:cNvPr>
              <p14:cNvContentPartPr/>
              <p14:nvPr/>
            </p14:nvContentPartPr>
            <p14:xfrm>
              <a:off x="7776971" y="2293417"/>
              <a:ext cx="41760" cy="1224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8DDB17C9-1080-513B-00B1-443C08E7863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770851" y="2287297"/>
                <a:ext cx="54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6F729141-2F9A-C5F1-F433-0FF8244E7434}"/>
                  </a:ext>
                </a:extLst>
              </p14:cNvPr>
              <p14:cNvContentPartPr/>
              <p14:nvPr/>
            </p14:nvContentPartPr>
            <p14:xfrm>
              <a:off x="8454851" y="2296297"/>
              <a:ext cx="109080" cy="8064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6F729141-2F9A-C5F1-F433-0FF8244E743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448731" y="2290177"/>
                <a:ext cx="121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93E14A12-20F3-248D-DAB5-1CC3D6734B3F}"/>
                  </a:ext>
                </a:extLst>
              </p14:cNvPr>
              <p14:cNvContentPartPr/>
              <p14:nvPr/>
            </p14:nvContentPartPr>
            <p14:xfrm>
              <a:off x="7668251" y="2320417"/>
              <a:ext cx="270000" cy="1476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93E14A12-20F3-248D-DAB5-1CC3D6734B3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662131" y="2314297"/>
                <a:ext cx="2822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0D50E6D2-1A59-9289-374F-7F43B9235A10}"/>
                  </a:ext>
                </a:extLst>
              </p14:cNvPr>
              <p14:cNvContentPartPr/>
              <p14:nvPr/>
            </p14:nvContentPartPr>
            <p14:xfrm>
              <a:off x="7702811" y="2401417"/>
              <a:ext cx="257040" cy="13428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0D50E6D2-1A59-9289-374F-7F43B9235A1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696691" y="2395297"/>
                <a:ext cx="269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1629F778-659D-B552-48EB-5D4E9415622E}"/>
                  </a:ext>
                </a:extLst>
              </p14:cNvPr>
              <p14:cNvContentPartPr/>
              <p14:nvPr/>
            </p14:nvContentPartPr>
            <p14:xfrm>
              <a:off x="8424251" y="2364697"/>
              <a:ext cx="396720" cy="3816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1629F778-659D-B552-48EB-5D4E9415622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418131" y="2358577"/>
                <a:ext cx="4089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04BEBAF4-29B1-4052-B805-3FADE064FB34}"/>
                  </a:ext>
                </a:extLst>
              </p14:cNvPr>
              <p14:cNvContentPartPr/>
              <p14:nvPr/>
            </p14:nvContentPartPr>
            <p14:xfrm>
              <a:off x="8596331" y="2429137"/>
              <a:ext cx="248040" cy="6516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04BEBAF4-29B1-4052-B805-3FADE064FB3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590211" y="2423017"/>
                <a:ext cx="2602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7019B64A-072A-D68B-6000-1135C8D17101}"/>
                  </a:ext>
                </a:extLst>
              </p14:cNvPr>
              <p14:cNvContentPartPr/>
              <p14:nvPr/>
            </p14:nvContentPartPr>
            <p14:xfrm>
              <a:off x="7754651" y="2779057"/>
              <a:ext cx="398520" cy="1692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7019B64A-072A-D68B-6000-1135C8D1710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748531" y="2772937"/>
                <a:ext cx="4107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D0FAB8D9-38C1-F286-2027-FDB2883EC881}"/>
                  </a:ext>
                </a:extLst>
              </p14:cNvPr>
              <p14:cNvContentPartPr/>
              <p14:nvPr/>
            </p14:nvContentPartPr>
            <p14:xfrm>
              <a:off x="7796051" y="2829817"/>
              <a:ext cx="411480" cy="172080"/>
            </p14:xfrm>
          </p:contentPart>
        </mc:Choice>
        <mc:Fallback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D0FAB8D9-38C1-F286-2027-FDB2883EC88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789931" y="2823697"/>
                <a:ext cx="423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916CE9B7-AB4C-CF32-4037-13CC1B2C9D76}"/>
                  </a:ext>
                </a:extLst>
              </p14:cNvPr>
              <p14:cNvContentPartPr/>
              <p14:nvPr/>
            </p14:nvContentPartPr>
            <p14:xfrm>
              <a:off x="8552771" y="2731537"/>
              <a:ext cx="387360" cy="1836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916CE9B7-AB4C-CF32-4037-13CC1B2C9D7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546651" y="2725417"/>
                <a:ext cx="3996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C58CC0D7-E306-DA06-F119-777C22A92FDD}"/>
                  </a:ext>
                </a:extLst>
              </p14:cNvPr>
              <p14:cNvContentPartPr/>
              <p14:nvPr/>
            </p14:nvContentPartPr>
            <p14:xfrm>
              <a:off x="8648531" y="2842057"/>
              <a:ext cx="389520" cy="8604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C58CC0D7-E306-DA06-F119-777C22A92FD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642411" y="2835937"/>
                <a:ext cx="4017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04DC674C-0A74-5F23-0D0D-F25A7CE2FD50}"/>
                  </a:ext>
                </a:extLst>
              </p14:cNvPr>
              <p14:cNvContentPartPr/>
              <p14:nvPr/>
            </p14:nvContentPartPr>
            <p14:xfrm>
              <a:off x="8433251" y="2135017"/>
              <a:ext cx="484920" cy="22284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04DC674C-0A74-5F23-0D0D-F25A7CE2FD5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427131" y="2128897"/>
                <a:ext cx="4971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D4C9F535-BAA1-FE93-C3BB-CAF026AE5CA3}"/>
                  </a:ext>
                </a:extLst>
              </p14:cNvPr>
              <p14:cNvContentPartPr/>
              <p14:nvPr/>
            </p14:nvContentPartPr>
            <p14:xfrm>
              <a:off x="9425051" y="2083177"/>
              <a:ext cx="647280" cy="24012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D4C9F535-BAA1-FE93-C3BB-CAF026AE5CA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418931" y="2077057"/>
                <a:ext cx="6595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833F57A3-E212-D2C8-2878-470A3671AEB4}"/>
                  </a:ext>
                </a:extLst>
              </p14:cNvPr>
              <p14:cNvContentPartPr/>
              <p14:nvPr/>
            </p14:nvContentPartPr>
            <p14:xfrm>
              <a:off x="7635131" y="2481697"/>
              <a:ext cx="452880" cy="27288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833F57A3-E212-D2C8-2878-470A3671AEB4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629011" y="2475577"/>
                <a:ext cx="4651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7E507C15-D4FA-00C1-88F8-455DEB2A90E7}"/>
                  </a:ext>
                </a:extLst>
              </p14:cNvPr>
              <p14:cNvContentPartPr/>
              <p14:nvPr/>
            </p14:nvContentPartPr>
            <p14:xfrm>
              <a:off x="8519651" y="2477377"/>
              <a:ext cx="375480" cy="28188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7E507C15-D4FA-00C1-88F8-455DEB2A90E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513531" y="2471257"/>
                <a:ext cx="3877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1F966969-EB1B-E474-EF04-1121D1DA86CA}"/>
                  </a:ext>
                </a:extLst>
              </p14:cNvPr>
              <p14:cNvContentPartPr/>
              <p14:nvPr/>
            </p14:nvContentPartPr>
            <p14:xfrm>
              <a:off x="9641411" y="2779057"/>
              <a:ext cx="431280" cy="1404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1F966969-EB1B-E474-EF04-1121D1DA86C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635291" y="2772937"/>
                <a:ext cx="4435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75BB3279-890A-1AE7-2702-40F452DB035C}"/>
                  </a:ext>
                </a:extLst>
              </p14:cNvPr>
              <p14:cNvContentPartPr/>
              <p14:nvPr/>
            </p14:nvContentPartPr>
            <p14:xfrm>
              <a:off x="9801971" y="2878057"/>
              <a:ext cx="369000" cy="16992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75BB3279-890A-1AE7-2702-40F452DB035C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795851" y="2871937"/>
                <a:ext cx="3812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C44EA18A-D085-3C83-051A-3108DE1DDB6D}"/>
                  </a:ext>
                </a:extLst>
              </p14:cNvPr>
              <p14:cNvContentPartPr/>
              <p14:nvPr/>
            </p14:nvContentPartPr>
            <p14:xfrm>
              <a:off x="9759131" y="2802097"/>
              <a:ext cx="152640" cy="7380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C44EA18A-D085-3C83-051A-3108DE1DDB6D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753011" y="2795977"/>
                <a:ext cx="164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6280FF20-46E9-8772-26F8-5303E72411E4}"/>
                  </a:ext>
                </a:extLst>
              </p14:cNvPr>
              <p14:cNvContentPartPr/>
              <p14:nvPr/>
            </p14:nvContentPartPr>
            <p14:xfrm>
              <a:off x="7787771" y="2380537"/>
              <a:ext cx="360" cy="1908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6280FF20-46E9-8772-26F8-5303E72411E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781651" y="2374417"/>
                <a:ext cx="126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19C07B57-7F75-1213-36CE-5E3D07500828}"/>
                  </a:ext>
                </a:extLst>
              </p14:cNvPr>
              <p14:cNvContentPartPr/>
              <p14:nvPr/>
            </p14:nvContentPartPr>
            <p14:xfrm>
              <a:off x="8422451" y="1840177"/>
              <a:ext cx="119880" cy="936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19C07B57-7F75-1213-36CE-5E3D0750082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416331" y="1834057"/>
                <a:ext cx="1321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D58C8FD3-A838-3DA8-630A-81B8FE5396F5}"/>
                  </a:ext>
                </a:extLst>
              </p14:cNvPr>
              <p14:cNvContentPartPr/>
              <p14:nvPr/>
            </p14:nvContentPartPr>
            <p14:xfrm>
              <a:off x="8574731" y="2408257"/>
              <a:ext cx="21960" cy="1908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D58C8FD3-A838-3DA8-630A-81B8FE5396F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568611" y="2402137"/>
                <a:ext cx="34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556322FB-ECD9-742C-210D-EE5334F1A3D2}"/>
                  </a:ext>
                </a:extLst>
              </p14:cNvPr>
              <p14:cNvContentPartPr/>
              <p14:nvPr/>
            </p14:nvContentPartPr>
            <p14:xfrm>
              <a:off x="8702891" y="2543257"/>
              <a:ext cx="360" cy="7200"/>
            </p14:xfrm>
          </p:contentPart>
        </mc:Choice>
        <mc:Fallback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556322FB-ECD9-742C-210D-EE5334F1A3D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696771" y="2537137"/>
                <a:ext cx="12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B545451E-ECA7-355C-6F8D-6B5A2CD2401B}"/>
                  </a:ext>
                </a:extLst>
              </p14:cNvPr>
              <p14:cNvContentPartPr/>
              <p14:nvPr/>
            </p14:nvContentPartPr>
            <p14:xfrm>
              <a:off x="6628931" y="2234737"/>
              <a:ext cx="241560" cy="16056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B545451E-ECA7-355C-6F8D-6B5A2CD2401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622811" y="2228617"/>
                <a:ext cx="2538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B82639E1-D850-7055-F68A-4383E05764F1}"/>
                  </a:ext>
                </a:extLst>
              </p14:cNvPr>
              <p14:cNvContentPartPr/>
              <p14:nvPr/>
            </p14:nvContentPartPr>
            <p14:xfrm>
              <a:off x="6874091" y="2276497"/>
              <a:ext cx="212400" cy="15300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B82639E1-D850-7055-F68A-4383E05764F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867971" y="2270377"/>
                <a:ext cx="2246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168D3A1B-4106-FF58-419A-6D7BA0015312}"/>
                  </a:ext>
                </a:extLst>
              </p14:cNvPr>
              <p14:cNvContentPartPr/>
              <p14:nvPr/>
            </p14:nvContentPartPr>
            <p14:xfrm>
              <a:off x="7063811" y="2307097"/>
              <a:ext cx="270000" cy="108720"/>
            </p14:xfrm>
          </p:contentPart>
        </mc:Choice>
        <mc:Fallback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168D3A1B-4106-FF58-419A-6D7BA001531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057691" y="2300977"/>
                <a:ext cx="2822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A598F653-426F-AE76-D864-1A6412393C7C}"/>
                  </a:ext>
                </a:extLst>
              </p14:cNvPr>
              <p14:cNvContentPartPr/>
              <p14:nvPr/>
            </p14:nvContentPartPr>
            <p14:xfrm>
              <a:off x="7183691" y="2371537"/>
              <a:ext cx="84960" cy="28080"/>
            </p14:xfrm>
          </p:contentPart>
        </mc:Choice>
        <mc:Fallback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A598F653-426F-AE76-D864-1A6412393C7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177571" y="2365417"/>
                <a:ext cx="97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53293713-E342-3B00-6371-302542D0EA29}"/>
                  </a:ext>
                </a:extLst>
              </p14:cNvPr>
              <p14:cNvContentPartPr/>
              <p14:nvPr/>
            </p14:nvContentPartPr>
            <p14:xfrm>
              <a:off x="7776971" y="1948177"/>
              <a:ext cx="84960" cy="3204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53293713-E342-3B00-6371-302542D0EA2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770851" y="1942057"/>
                <a:ext cx="972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059B0D23-44B5-A945-7158-754E95E81903}"/>
                  </a:ext>
                </a:extLst>
              </p14:cNvPr>
              <p14:cNvContentPartPr/>
              <p14:nvPr/>
            </p14:nvContentPartPr>
            <p14:xfrm>
              <a:off x="7850771" y="2600497"/>
              <a:ext cx="65520" cy="720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059B0D23-44B5-A945-7158-754E95E8190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844651" y="2594377"/>
                <a:ext cx="777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7EF471A3-5246-1A78-63E0-93FE37182C19}"/>
                  </a:ext>
                </a:extLst>
              </p14:cNvPr>
              <p14:cNvContentPartPr/>
              <p14:nvPr/>
            </p14:nvContentPartPr>
            <p14:xfrm>
              <a:off x="8131211" y="2857177"/>
              <a:ext cx="11160" cy="504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7EF471A3-5246-1A78-63E0-93FE37182C1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125091" y="2851057"/>
                <a:ext cx="234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ED53B90C-7D4E-286C-A798-A9E77999EC0D}"/>
                  </a:ext>
                </a:extLst>
              </p14:cNvPr>
              <p14:cNvContentPartPr/>
              <p14:nvPr/>
            </p14:nvContentPartPr>
            <p14:xfrm>
              <a:off x="6687251" y="2792737"/>
              <a:ext cx="248760" cy="138600"/>
            </p14:xfrm>
          </p:contentPart>
        </mc:Choice>
        <mc:Fallback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ED53B90C-7D4E-286C-A798-A9E77999EC0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681131" y="2786617"/>
                <a:ext cx="2610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00B1840F-ED03-5B2D-2245-29B3BC0F3253}"/>
                  </a:ext>
                </a:extLst>
              </p14:cNvPr>
              <p14:cNvContentPartPr/>
              <p14:nvPr/>
            </p14:nvContentPartPr>
            <p14:xfrm>
              <a:off x="6925931" y="2756377"/>
              <a:ext cx="182520" cy="114480"/>
            </p14:xfrm>
          </p:contentPart>
        </mc:Choice>
        <mc:Fallback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00B1840F-ED03-5B2D-2245-29B3BC0F325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919811" y="2750257"/>
                <a:ext cx="1947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B6AB61CC-A540-271B-3151-5243EBA5D7F7}"/>
                  </a:ext>
                </a:extLst>
              </p14:cNvPr>
              <p14:cNvContentPartPr/>
              <p14:nvPr/>
            </p14:nvContentPartPr>
            <p14:xfrm>
              <a:off x="6956891" y="2729377"/>
              <a:ext cx="162720" cy="13140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B6AB61CC-A540-271B-3151-5243EBA5D7F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950771" y="2723257"/>
                <a:ext cx="174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6F1BDCA3-B880-D63D-43FE-AA3D61AFD450}"/>
                  </a:ext>
                </a:extLst>
              </p14:cNvPr>
              <p14:cNvContentPartPr/>
              <p14:nvPr/>
            </p14:nvContentPartPr>
            <p14:xfrm>
              <a:off x="7162811" y="2689777"/>
              <a:ext cx="359640" cy="23760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6F1BDCA3-B880-D63D-43FE-AA3D61AFD45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156691" y="2683657"/>
                <a:ext cx="3718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EE6393DD-5A8F-1CE7-DF36-EB5A9D40701A}"/>
                  </a:ext>
                </a:extLst>
              </p14:cNvPr>
              <p14:cNvContentPartPr/>
              <p14:nvPr/>
            </p14:nvContentPartPr>
            <p14:xfrm>
              <a:off x="7322651" y="2855377"/>
              <a:ext cx="65520" cy="1368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EE6393DD-5A8F-1CE7-DF36-EB5A9D40701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16531" y="2849257"/>
                <a:ext cx="777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08C7D4FD-BAA3-B4C3-419D-89FF03EF990F}"/>
                  </a:ext>
                </a:extLst>
              </p14:cNvPr>
              <p14:cNvContentPartPr/>
              <p14:nvPr/>
            </p14:nvContentPartPr>
            <p14:xfrm>
              <a:off x="6968411" y="2644057"/>
              <a:ext cx="63360" cy="504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08C7D4FD-BAA3-B4C3-419D-89FF03EF990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962291" y="2637937"/>
                <a:ext cx="756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BE25336E-6D8C-5843-D731-1BA37E49FAE6}"/>
                  </a:ext>
                </a:extLst>
              </p14:cNvPr>
              <p14:cNvContentPartPr/>
              <p14:nvPr/>
            </p14:nvContentPartPr>
            <p14:xfrm>
              <a:off x="8735291" y="2532097"/>
              <a:ext cx="98280" cy="1836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BE25336E-6D8C-5843-D731-1BA37E49FAE6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729171" y="2525977"/>
                <a:ext cx="1105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3AEC5EB3-A411-7ED5-D56E-D1AC632F4A82}"/>
                  </a:ext>
                </a:extLst>
              </p14:cNvPr>
              <p14:cNvContentPartPr/>
              <p14:nvPr/>
            </p14:nvContentPartPr>
            <p14:xfrm>
              <a:off x="8917811" y="2754217"/>
              <a:ext cx="21960" cy="1152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3AEC5EB3-A411-7ED5-D56E-D1AC632F4A82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911691" y="2748097"/>
                <a:ext cx="342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C3F13851-A213-7DD2-23FF-4C7B9B31ECFD}"/>
                  </a:ext>
                </a:extLst>
              </p14:cNvPr>
              <p14:cNvContentPartPr/>
              <p14:nvPr/>
            </p14:nvContentPartPr>
            <p14:xfrm>
              <a:off x="9641771" y="1888057"/>
              <a:ext cx="360" cy="3240"/>
            </p14:xfrm>
          </p:contentPart>
        </mc:Choice>
        <mc:Fallback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C3F13851-A213-7DD2-23FF-4C7B9B31ECFD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635651" y="1881937"/>
                <a:ext cx="1260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7BDD5811-7D58-F915-FA61-0D4681091772}"/>
                  </a:ext>
                </a:extLst>
              </p14:cNvPr>
              <p14:cNvContentPartPr/>
              <p14:nvPr/>
            </p14:nvContentPartPr>
            <p14:xfrm>
              <a:off x="8174771" y="1861057"/>
              <a:ext cx="360" cy="468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7BDD5811-7D58-F915-FA61-0D468109177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168651" y="1854937"/>
                <a:ext cx="126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A61D6485-AE65-ACB7-768C-B5673E9F5889}"/>
                  </a:ext>
                </a:extLst>
              </p14:cNvPr>
              <p14:cNvContentPartPr/>
              <p14:nvPr/>
            </p14:nvContentPartPr>
            <p14:xfrm>
              <a:off x="8735291" y="1881577"/>
              <a:ext cx="98280" cy="1152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A61D6485-AE65-ACB7-768C-B5673E9F588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729171" y="1875457"/>
                <a:ext cx="1105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3F04D3D5-3AFE-6AC5-DC52-159B9708344A}"/>
                  </a:ext>
                </a:extLst>
              </p14:cNvPr>
              <p14:cNvContentPartPr/>
              <p14:nvPr/>
            </p14:nvContentPartPr>
            <p14:xfrm>
              <a:off x="9693971" y="1911457"/>
              <a:ext cx="87480" cy="4608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3F04D3D5-3AFE-6AC5-DC52-159B9708344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687851" y="1905337"/>
                <a:ext cx="997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E3DE315C-888E-8D51-0B44-74BD1A4AEAEF}"/>
                  </a:ext>
                </a:extLst>
              </p14:cNvPr>
              <p14:cNvContentPartPr/>
              <p14:nvPr/>
            </p14:nvContentPartPr>
            <p14:xfrm>
              <a:off x="7798211" y="1785097"/>
              <a:ext cx="129240" cy="25488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E3DE315C-888E-8D51-0B44-74BD1A4AEAE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792091" y="1778977"/>
                <a:ext cx="1414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A9A8065A-B599-9919-C8E8-DDC8F44937E3}"/>
                  </a:ext>
                </a:extLst>
              </p14:cNvPr>
              <p14:cNvContentPartPr/>
              <p14:nvPr/>
            </p14:nvContentPartPr>
            <p14:xfrm>
              <a:off x="7420571" y="2296297"/>
              <a:ext cx="33120" cy="9360"/>
            </p14:xfrm>
          </p:contentPart>
        </mc:Choice>
        <mc:Fallback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A9A8065A-B599-9919-C8E8-DDC8F44937E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414451" y="2290177"/>
                <a:ext cx="45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AFF1FB9E-70CA-456F-732D-4B9C8F33BF4C}"/>
                  </a:ext>
                </a:extLst>
              </p14:cNvPr>
              <p14:cNvContentPartPr/>
              <p14:nvPr/>
            </p14:nvContentPartPr>
            <p14:xfrm>
              <a:off x="7981091" y="1748737"/>
              <a:ext cx="21960" cy="30240"/>
            </p14:xfrm>
          </p:contentPart>
        </mc:Choice>
        <mc:Fallback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AFF1FB9E-70CA-456F-732D-4B9C8F33BF4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974971" y="1742617"/>
                <a:ext cx="34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C9E489F9-F1A9-6061-E628-1226F228745A}"/>
                  </a:ext>
                </a:extLst>
              </p14:cNvPr>
              <p14:cNvContentPartPr/>
              <p14:nvPr/>
            </p14:nvContentPartPr>
            <p14:xfrm>
              <a:off x="8013851" y="2238697"/>
              <a:ext cx="43920" cy="14040"/>
            </p14:xfrm>
          </p:contentPart>
        </mc:Choice>
        <mc:Fallback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C9E489F9-F1A9-6061-E628-1226F228745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007731" y="2232577"/>
                <a:ext cx="56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E8D2C85E-025A-F806-3C24-1C23A781AD75}"/>
                  </a:ext>
                </a:extLst>
              </p14:cNvPr>
              <p14:cNvContentPartPr/>
              <p14:nvPr/>
            </p14:nvContentPartPr>
            <p14:xfrm>
              <a:off x="7172531" y="2273257"/>
              <a:ext cx="43920" cy="3420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E8D2C85E-025A-F806-3C24-1C23A781AD7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166411" y="2267137"/>
                <a:ext cx="56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74B78FCC-C0F8-F8E1-678E-7D7BF6758EE3}"/>
                  </a:ext>
                </a:extLst>
              </p14:cNvPr>
              <p14:cNvContentPartPr/>
              <p14:nvPr/>
            </p14:nvContentPartPr>
            <p14:xfrm>
              <a:off x="8680931" y="2261737"/>
              <a:ext cx="54720" cy="3924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74B78FCC-C0F8-F8E1-678E-7D7BF6758EE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674811" y="2255617"/>
                <a:ext cx="669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2F9A7A37-C87F-8156-2086-A97FD4DB2A36}"/>
                  </a:ext>
                </a:extLst>
              </p14:cNvPr>
              <p14:cNvContentPartPr/>
              <p14:nvPr/>
            </p14:nvContentPartPr>
            <p14:xfrm>
              <a:off x="7279091" y="2298097"/>
              <a:ext cx="98280" cy="1908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2F9A7A37-C87F-8156-2086-A97FD4DB2A36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272971" y="2291977"/>
                <a:ext cx="1105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11150868-21F9-3F56-FCA7-2A2DD40545D9}"/>
                  </a:ext>
                </a:extLst>
              </p14:cNvPr>
              <p14:cNvContentPartPr/>
              <p14:nvPr/>
            </p14:nvContentPartPr>
            <p14:xfrm>
              <a:off x="7818371" y="1897777"/>
              <a:ext cx="65520" cy="16200"/>
            </p14:xfrm>
          </p:contentPart>
        </mc:Choice>
        <mc:Fallback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11150868-21F9-3F56-FCA7-2A2DD40545D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812251" y="1891657"/>
                <a:ext cx="777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DA5A4838-44A6-92B3-4566-976CC4F632B7}"/>
                  </a:ext>
                </a:extLst>
              </p14:cNvPr>
              <p14:cNvContentPartPr/>
              <p14:nvPr/>
            </p14:nvContentPartPr>
            <p14:xfrm>
              <a:off x="7322651" y="2270737"/>
              <a:ext cx="163440" cy="57960"/>
            </p14:xfrm>
          </p:contentPart>
        </mc:Choice>
        <mc:Fallback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DA5A4838-44A6-92B3-4566-976CC4F632B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316531" y="2264617"/>
                <a:ext cx="1756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83" name="Tinta 182">
                <a:extLst>
                  <a:ext uri="{FF2B5EF4-FFF2-40B4-BE49-F238E27FC236}">
                    <a16:creationId xmlns:a16="http://schemas.microsoft.com/office/drawing/2014/main" id="{4CFBDAFF-3464-565C-C9CE-98862374AB1C}"/>
                  </a:ext>
                </a:extLst>
              </p14:cNvPr>
              <p14:cNvContentPartPr/>
              <p14:nvPr/>
            </p14:nvContentPartPr>
            <p14:xfrm>
              <a:off x="9274571" y="1791577"/>
              <a:ext cx="11160" cy="10080"/>
            </p14:xfrm>
          </p:contentPart>
        </mc:Choice>
        <mc:Fallback>
          <p:pic>
            <p:nvPicPr>
              <p:cNvPr id="183" name="Tinta 182">
                <a:extLst>
                  <a:ext uri="{FF2B5EF4-FFF2-40B4-BE49-F238E27FC236}">
                    <a16:creationId xmlns:a16="http://schemas.microsoft.com/office/drawing/2014/main" id="{4CFBDAFF-3464-565C-C9CE-98862374AB1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268451" y="1785457"/>
                <a:ext cx="234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CB8CEEC8-2938-3166-6AAA-2E901A5E85AD}"/>
                  </a:ext>
                </a:extLst>
              </p14:cNvPr>
              <p14:cNvContentPartPr/>
              <p14:nvPr/>
            </p14:nvContentPartPr>
            <p14:xfrm>
              <a:off x="7796411" y="2866177"/>
              <a:ext cx="163440" cy="66960"/>
            </p14:xfrm>
          </p:contentPart>
        </mc:Choice>
        <mc:Fallback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CB8CEEC8-2938-3166-6AAA-2E901A5E85A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90291" y="2860057"/>
                <a:ext cx="175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49" name="Tinta 248">
                <a:extLst>
                  <a:ext uri="{FF2B5EF4-FFF2-40B4-BE49-F238E27FC236}">
                    <a16:creationId xmlns:a16="http://schemas.microsoft.com/office/drawing/2014/main" id="{93C2EBFD-073B-29D6-2C6F-59C0BD21330A}"/>
                  </a:ext>
                </a:extLst>
              </p14:cNvPr>
              <p14:cNvContentPartPr/>
              <p14:nvPr/>
            </p14:nvContentPartPr>
            <p14:xfrm>
              <a:off x="7129331" y="2420137"/>
              <a:ext cx="65520" cy="41040"/>
            </p14:xfrm>
          </p:contentPart>
        </mc:Choice>
        <mc:Fallback>
          <p:pic>
            <p:nvPicPr>
              <p:cNvPr id="249" name="Tinta 248">
                <a:extLst>
                  <a:ext uri="{FF2B5EF4-FFF2-40B4-BE49-F238E27FC236}">
                    <a16:creationId xmlns:a16="http://schemas.microsoft.com/office/drawing/2014/main" id="{93C2EBFD-073B-29D6-2C6F-59C0BD21330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123211" y="2414017"/>
                <a:ext cx="777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50" name="Tinta 249">
                <a:extLst>
                  <a:ext uri="{FF2B5EF4-FFF2-40B4-BE49-F238E27FC236}">
                    <a16:creationId xmlns:a16="http://schemas.microsoft.com/office/drawing/2014/main" id="{BD116C50-8BE0-5C56-C75F-693F9B61CFE3}"/>
                  </a:ext>
                </a:extLst>
              </p14:cNvPr>
              <p14:cNvContentPartPr/>
              <p14:nvPr/>
            </p14:nvContentPartPr>
            <p14:xfrm>
              <a:off x="8789651" y="1876897"/>
              <a:ext cx="21960" cy="32040"/>
            </p14:xfrm>
          </p:contentPart>
        </mc:Choice>
        <mc:Fallback>
          <p:pic>
            <p:nvPicPr>
              <p:cNvPr id="250" name="Tinta 249">
                <a:extLst>
                  <a:ext uri="{FF2B5EF4-FFF2-40B4-BE49-F238E27FC236}">
                    <a16:creationId xmlns:a16="http://schemas.microsoft.com/office/drawing/2014/main" id="{BD116C50-8BE0-5C56-C75F-693F9B61CFE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783531" y="1870777"/>
                <a:ext cx="3420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894B005D-782C-BA28-5B8C-9BA1F39ECA22}"/>
              </a:ext>
            </a:extLst>
          </p:cNvPr>
          <p:cNvGrpSpPr/>
          <p:nvPr/>
        </p:nvGrpSpPr>
        <p:grpSpPr>
          <a:xfrm>
            <a:off x="9545291" y="2199817"/>
            <a:ext cx="483840" cy="237600"/>
            <a:chOff x="9545291" y="2199817"/>
            <a:chExt cx="48384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EE6C4725-DF14-593B-DC3E-43F06D39EBF3}"/>
                    </a:ext>
                  </a:extLst>
                </p14:cNvPr>
                <p14:cNvContentPartPr/>
                <p14:nvPr/>
              </p14:nvContentPartPr>
              <p14:xfrm>
                <a:off x="9545291" y="2280097"/>
                <a:ext cx="429480" cy="640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EE6C4725-DF14-593B-DC3E-43F06D39EBF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39171" y="2273977"/>
                  <a:ext cx="441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C5010ED-5972-4CA4-C1E4-E56CDFB42F46}"/>
                    </a:ext>
                  </a:extLst>
                </p14:cNvPr>
                <p14:cNvContentPartPr/>
                <p14:nvPr/>
              </p14:nvContentPartPr>
              <p14:xfrm>
                <a:off x="9555011" y="2357137"/>
                <a:ext cx="474120" cy="802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C5010ED-5972-4CA4-C1E4-E56CDFB42F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48891" y="2351017"/>
                  <a:ext cx="486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3263D613-1156-AB98-C7F1-CD234034D60F}"/>
                    </a:ext>
                  </a:extLst>
                </p14:cNvPr>
                <p14:cNvContentPartPr/>
                <p14:nvPr/>
              </p14:nvContentPartPr>
              <p14:xfrm>
                <a:off x="9791891" y="2199817"/>
                <a:ext cx="33120" cy="252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3263D613-1156-AB98-C7F1-CD234034D60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85771" y="2193697"/>
                  <a:ext cx="45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C8F25846-4995-6C2F-6256-26BBED797E3E}"/>
                    </a:ext>
                  </a:extLst>
                </p14:cNvPr>
                <p14:cNvContentPartPr/>
                <p14:nvPr/>
              </p14:nvContentPartPr>
              <p14:xfrm>
                <a:off x="9791891" y="2396377"/>
                <a:ext cx="76320" cy="169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C8F25846-4995-6C2F-6256-26BBED797E3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85771" y="2390257"/>
                  <a:ext cx="88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8292E8B1-16C4-54DB-1936-28A188B5D110}"/>
                    </a:ext>
                  </a:extLst>
                </p14:cNvPr>
                <p14:cNvContentPartPr/>
                <p14:nvPr/>
              </p14:nvContentPartPr>
              <p14:xfrm>
                <a:off x="9715571" y="2373697"/>
                <a:ext cx="119880" cy="1224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8292E8B1-16C4-54DB-1936-28A188B5D11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09451" y="2367577"/>
                  <a:ext cx="1321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83C29845-C04B-D558-C035-B491C0884178}"/>
              </a:ext>
            </a:extLst>
          </p:cNvPr>
          <p:cNvGrpSpPr/>
          <p:nvPr/>
        </p:nvGrpSpPr>
        <p:grpSpPr>
          <a:xfrm>
            <a:off x="8254331" y="3461977"/>
            <a:ext cx="804600" cy="719280"/>
            <a:chOff x="8254331" y="3461977"/>
            <a:chExt cx="804600" cy="7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E2BF66F5-4748-DD24-E9C1-D61C3738EA46}"/>
                    </a:ext>
                  </a:extLst>
                </p14:cNvPr>
                <p14:cNvContentPartPr/>
                <p14:nvPr/>
              </p14:nvContentPartPr>
              <p14:xfrm>
                <a:off x="8411651" y="3704977"/>
                <a:ext cx="87480" cy="16992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E2BF66F5-4748-DD24-E9C1-D61C3738EA4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05531" y="3698857"/>
                  <a:ext cx="99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7397DC8D-CD42-11AC-B0AB-E9ECEE8FCC98}"/>
                    </a:ext>
                  </a:extLst>
                </p14:cNvPr>
                <p14:cNvContentPartPr/>
                <p14:nvPr/>
              </p14:nvContentPartPr>
              <p14:xfrm>
                <a:off x="8348291" y="3727297"/>
                <a:ext cx="387360" cy="2581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7397DC8D-CD42-11AC-B0AB-E9ECEE8FCC9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42171" y="3721177"/>
                  <a:ext cx="399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C54A3217-37FB-C222-ABBB-3573E42513DC}"/>
                    </a:ext>
                  </a:extLst>
                </p14:cNvPr>
                <p14:cNvContentPartPr/>
                <p14:nvPr/>
              </p14:nvContentPartPr>
              <p14:xfrm>
                <a:off x="8254331" y="3461977"/>
                <a:ext cx="804600" cy="71928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C54A3217-37FB-C222-ABBB-3573E42513D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48211" y="3455857"/>
                  <a:ext cx="816840" cy="73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Agrupar 276">
            <a:extLst>
              <a:ext uri="{FF2B5EF4-FFF2-40B4-BE49-F238E27FC236}">
                <a16:creationId xmlns:a16="http://schemas.microsoft.com/office/drawing/2014/main" id="{7946DA98-3372-E738-8747-463B3E29F161}"/>
              </a:ext>
            </a:extLst>
          </p:cNvPr>
          <p:cNvGrpSpPr/>
          <p:nvPr/>
        </p:nvGrpSpPr>
        <p:grpSpPr>
          <a:xfrm>
            <a:off x="4089491" y="3659257"/>
            <a:ext cx="2060640" cy="873000"/>
            <a:chOff x="4089491" y="3659257"/>
            <a:chExt cx="206064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A7DF8BB7-9BC9-9E76-8037-DD3D46C5D01E}"/>
                    </a:ext>
                  </a:extLst>
                </p14:cNvPr>
                <p14:cNvContentPartPr/>
                <p14:nvPr/>
              </p14:nvContentPartPr>
              <p14:xfrm>
                <a:off x="4186331" y="3833137"/>
                <a:ext cx="1583280" cy="65808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A7DF8BB7-9BC9-9E76-8037-DD3D46C5D0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180211" y="3827017"/>
                  <a:ext cx="159552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BE2D03D9-5757-9723-8143-9F7F184EF365}"/>
                    </a:ext>
                  </a:extLst>
                </p14:cNvPr>
                <p14:cNvContentPartPr/>
                <p14:nvPr/>
              </p14:nvContentPartPr>
              <p14:xfrm>
                <a:off x="4155371" y="4392577"/>
                <a:ext cx="1735560" cy="9144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BE2D03D9-5757-9723-8143-9F7F184EF36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149251" y="4386457"/>
                  <a:ext cx="1747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F59CBD06-1C7B-98B2-B943-702398CAA353}"/>
                    </a:ext>
                  </a:extLst>
                </p14:cNvPr>
                <p14:cNvContentPartPr/>
                <p14:nvPr/>
              </p14:nvContentPartPr>
              <p14:xfrm>
                <a:off x="4455971" y="4229137"/>
                <a:ext cx="194400" cy="21888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F59CBD06-1C7B-98B2-B943-702398CAA3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449851" y="4223017"/>
                  <a:ext cx="206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9D26F03-D2C5-4568-EF90-7F8B3244CB75}"/>
                    </a:ext>
                  </a:extLst>
                </p14:cNvPr>
                <p14:cNvContentPartPr/>
                <p14:nvPr/>
              </p14:nvContentPartPr>
              <p14:xfrm>
                <a:off x="4682771" y="4183777"/>
                <a:ext cx="65160" cy="1317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9D26F03-D2C5-4568-EF90-7F8B3244CB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76651" y="4177657"/>
                  <a:ext cx="77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3810722-56F7-E7CC-7292-B3088E31E827}"/>
                    </a:ext>
                  </a:extLst>
                </p14:cNvPr>
                <p14:cNvContentPartPr/>
                <p14:nvPr/>
              </p14:nvContentPartPr>
              <p14:xfrm>
                <a:off x="4843331" y="4194937"/>
                <a:ext cx="87480" cy="1058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3810722-56F7-E7CC-7292-B3088E31E8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37211" y="4188817"/>
                  <a:ext cx="99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9F956EFA-97DF-4EBC-8E47-27F683B6650F}"/>
                    </a:ext>
                  </a:extLst>
                </p14:cNvPr>
                <p14:cNvContentPartPr/>
                <p14:nvPr/>
              </p14:nvContentPartPr>
              <p14:xfrm>
                <a:off x="4907771" y="4114657"/>
                <a:ext cx="130680" cy="9720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9F956EFA-97DF-4EBC-8E47-27F683B6650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01651" y="4108537"/>
                  <a:ext cx="142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E0D5B80B-8C5D-CA47-475E-F3B28C8F341F}"/>
                    </a:ext>
                  </a:extLst>
                </p14:cNvPr>
                <p14:cNvContentPartPr/>
                <p14:nvPr/>
              </p14:nvContentPartPr>
              <p14:xfrm>
                <a:off x="4929731" y="3865537"/>
                <a:ext cx="131760" cy="56988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E0D5B80B-8C5D-CA47-475E-F3B28C8F341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23611" y="3859417"/>
                  <a:ext cx="14400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D21BE93-A475-6F2A-C8EA-33C5B9AC9014}"/>
                    </a:ext>
                  </a:extLst>
                </p14:cNvPr>
                <p14:cNvContentPartPr/>
                <p14:nvPr/>
              </p14:nvContentPartPr>
              <p14:xfrm>
                <a:off x="5490251" y="4286737"/>
                <a:ext cx="43920" cy="1123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D21BE93-A475-6F2A-C8EA-33C5B9AC901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84131" y="4280617"/>
                  <a:ext cx="56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2F34FCB-54C5-8522-6441-4E2C2E1F07CE}"/>
                    </a:ext>
                  </a:extLst>
                </p14:cNvPr>
                <p14:cNvContentPartPr/>
                <p14:nvPr/>
              </p14:nvContentPartPr>
              <p14:xfrm>
                <a:off x="5318531" y="4248217"/>
                <a:ext cx="52920" cy="5760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2F34FCB-54C5-8522-6441-4E2C2E1F07C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12411" y="4242097"/>
                  <a:ext cx="65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D4E6DDF9-FF93-FF4A-C046-89B340DBD551}"/>
                    </a:ext>
                  </a:extLst>
                </p14:cNvPr>
                <p14:cNvContentPartPr/>
                <p14:nvPr/>
              </p14:nvContentPartPr>
              <p14:xfrm>
                <a:off x="5401691" y="4248217"/>
                <a:ext cx="100080" cy="529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D4E6DDF9-FF93-FF4A-C046-89B340DBD55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95571" y="4242097"/>
                  <a:ext cx="112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583735A-DFE6-C6D9-4709-1CEAD0ECDCC8}"/>
                    </a:ext>
                  </a:extLst>
                </p14:cNvPr>
                <p14:cNvContentPartPr/>
                <p14:nvPr/>
              </p14:nvContentPartPr>
              <p14:xfrm>
                <a:off x="5418971" y="4215457"/>
                <a:ext cx="82800" cy="511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583735A-DFE6-C6D9-4709-1CEAD0ECDCC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12851" y="4209337"/>
                  <a:ext cx="95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EBE6D84A-4E6F-0BC6-9282-C6AB60FA8E8F}"/>
                    </a:ext>
                  </a:extLst>
                </p14:cNvPr>
                <p14:cNvContentPartPr/>
                <p14:nvPr/>
              </p14:nvContentPartPr>
              <p14:xfrm>
                <a:off x="4853411" y="3807577"/>
                <a:ext cx="1076400" cy="57312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EBE6D84A-4E6F-0BC6-9282-C6AB60FA8E8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47291" y="3801457"/>
                  <a:ext cx="10886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4D4C9FC4-3458-B11C-D35B-2CB8C0388BA7}"/>
                    </a:ext>
                  </a:extLst>
                </p14:cNvPr>
                <p14:cNvContentPartPr/>
                <p14:nvPr/>
              </p14:nvContentPartPr>
              <p14:xfrm>
                <a:off x="4315211" y="3659257"/>
                <a:ext cx="734400" cy="7952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4D4C9FC4-3458-B11C-D35B-2CB8C0388BA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09091" y="3653137"/>
                  <a:ext cx="74664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7354CE56-819F-FA58-F1AE-D36067FDA1CC}"/>
                    </a:ext>
                  </a:extLst>
                </p14:cNvPr>
                <p14:cNvContentPartPr/>
                <p14:nvPr/>
              </p14:nvContentPartPr>
              <p14:xfrm>
                <a:off x="4089491" y="4282417"/>
                <a:ext cx="2060640" cy="24984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7354CE56-819F-FA58-F1AE-D36067FDA1C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83371" y="4276297"/>
                  <a:ext cx="207288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Agrupar 352">
            <a:extLst>
              <a:ext uri="{FF2B5EF4-FFF2-40B4-BE49-F238E27FC236}">
                <a16:creationId xmlns:a16="http://schemas.microsoft.com/office/drawing/2014/main" id="{9AD33B60-BFEF-CE10-64BA-EED1A5908670}"/>
              </a:ext>
            </a:extLst>
          </p:cNvPr>
          <p:cNvGrpSpPr/>
          <p:nvPr/>
        </p:nvGrpSpPr>
        <p:grpSpPr>
          <a:xfrm>
            <a:off x="3334931" y="1533097"/>
            <a:ext cx="2253600" cy="1775880"/>
            <a:chOff x="3334931" y="1533097"/>
            <a:chExt cx="2253600" cy="17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46AEDBC1-5E53-F8A8-7E38-97B73548E521}"/>
                    </a:ext>
                  </a:extLst>
                </p14:cNvPr>
                <p14:cNvContentPartPr/>
                <p14:nvPr/>
              </p14:nvContentPartPr>
              <p14:xfrm>
                <a:off x="3464171" y="1821457"/>
                <a:ext cx="270360" cy="2872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46AEDBC1-5E53-F8A8-7E38-97B73548E5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58051" y="1815337"/>
                  <a:ext cx="2826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80A42A09-4AB8-C601-003D-41177060DD27}"/>
                    </a:ext>
                  </a:extLst>
                </p14:cNvPr>
                <p14:cNvContentPartPr/>
                <p14:nvPr/>
              </p14:nvContentPartPr>
              <p14:xfrm>
                <a:off x="3571091" y="1995697"/>
                <a:ext cx="302040" cy="655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80A42A09-4AB8-C601-003D-41177060DD2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64971" y="1989577"/>
                  <a:ext cx="314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78EE9324-F091-FE80-7ADF-71BD58C31BC6}"/>
                    </a:ext>
                  </a:extLst>
                </p14:cNvPr>
                <p14:cNvContentPartPr/>
                <p14:nvPr/>
              </p14:nvContentPartPr>
              <p14:xfrm>
                <a:off x="4003811" y="1970857"/>
                <a:ext cx="193680" cy="14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78EE9324-F091-FE80-7ADF-71BD58C31BC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97691" y="1964737"/>
                  <a:ext cx="205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D69EEBFC-91AD-5B4F-A3EA-A0330BF8440C}"/>
                    </a:ext>
                  </a:extLst>
                </p14:cNvPr>
                <p14:cNvContentPartPr/>
                <p14:nvPr/>
              </p14:nvContentPartPr>
              <p14:xfrm>
                <a:off x="3993011" y="2053297"/>
                <a:ext cx="333000" cy="25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D69EEBFC-91AD-5B4F-A3EA-A0330BF8440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86891" y="2047177"/>
                  <a:ext cx="3452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5083AC6-B296-6836-5F5B-59E349019BCA}"/>
                    </a:ext>
                  </a:extLst>
                </p14:cNvPr>
                <p14:cNvContentPartPr/>
                <p14:nvPr/>
              </p14:nvContentPartPr>
              <p14:xfrm>
                <a:off x="4459571" y="1888057"/>
                <a:ext cx="103680" cy="2192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5083AC6-B296-6836-5F5B-59E349019B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53451" y="1881937"/>
                  <a:ext cx="115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FDA45F4F-F68E-E702-576C-EA3180B6DBC8}"/>
                    </a:ext>
                  </a:extLst>
                </p14:cNvPr>
                <p14:cNvContentPartPr/>
                <p14:nvPr/>
              </p14:nvContentPartPr>
              <p14:xfrm>
                <a:off x="4649291" y="2055457"/>
                <a:ext cx="130680" cy="327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FDA45F4F-F68E-E702-576C-EA3180B6DBC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43171" y="2049337"/>
                  <a:ext cx="142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BB3657F-22E2-40BE-B601-ADD531A4AD46}"/>
                    </a:ext>
                  </a:extLst>
                </p14:cNvPr>
                <p14:cNvContentPartPr/>
                <p14:nvPr/>
              </p14:nvContentPartPr>
              <p14:xfrm>
                <a:off x="4638491" y="2051137"/>
                <a:ext cx="33120" cy="13320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BB3657F-22E2-40BE-B601-ADD531A4AD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32371" y="2045017"/>
                  <a:ext cx="45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A0FA363-9D06-ED0A-A5C2-160BDA8A7531}"/>
                    </a:ext>
                  </a:extLst>
                </p14:cNvPr>
                <p14:cNvContentPartPr/>
                <p14:nvPr/>
              </p14:nvContentPartPr>
              <p14:xfrm>
                <a:off x="4961771" y="1881577"/>
                <a:ext cx="131040" cy="1814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A0FA363-9D06-ED0A-A5C2-160BDA8A753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5651" y="1875457"/>
                  <a:ext cx="143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89DEC93E-9FCC-D454-7E2B-86FF3AF37FAB}"/>
                    </a:ext>
                  </a:extLst>
                </p14:cNvPr>
                <p14:cNvContentPartPr/>
                <p14:nvPr/>
              </p14:nvContentPartPr>
              <p14:xfrm>
                <a:off x="4962131" y="1957177"/>
                <a:ext cx="430560" cy="410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89DEC93E-9FCC-D454-7E2B-86FF3AF37FA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56011" y="1951057"/>
                  <a:ext cx="442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951F98C2-401F-ADDF-951A-E89CFF4EEFA5}"/>
                    </a:ext>
                  </a:extLst>
                </p14:cNvPr>
                <p14:cNvContentPartPr/>
                <p14:nvPr/>
              </p14:nvContentPartPr>
              <p14:xfrm>
                <a:off x="3920651" y="2626057"/>
                <a:ext cx="1355040" cy="6318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951F98C2-401F-ADDF-951A-E89CFF4EEF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914531" y="2619937"/>
                  <a:ext cx="136728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AF03B675-CFAC-B8D6-5DB8-D2AA6532FCD5}"/>
                    </a:ext>
                  </a:extLst>
                </p14:cNvPr>
                <p14:cNvContentPartPr/>
                <p14:nvPr/>
              </p14:nvContentPartPr>
              <p14:xfrm>
                <a:off x="3916691" y="3235177"/>
                <a:ext cx="1485360" cy="738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AF03B675-CFAC-B8D6-5DB8-D2AA6532FCD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10571" y="3229057"/>
                  <a:ext cx="1497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ED40E2D-AD07-6847-7584-C3CF5F3419D2}"/>
                    </a:ext>
                  </a:extLst>
                </p14:cNvPr>
                <p14:cNvContentPartPr/>
                <p14:nvPr/>
              </p14:nvContentPartPr>
              <p14:xfrm>
                <a:off x="5577371" y="2759257"/>
                <a:ext cx="11160" cy="93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ED40E2D-AD07-6847-7584-C3CF5F3419D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71251" y="275313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45AE0D9-F806-61FC-1711-89554FCA4F4C}"/>
                    </a:ext>
                  </a:extLst>
                </p14:cNvPr>
                <p14:cNvContentPartPr/>
                <p14:nvPr/>
              </p14:nvContentPartPr>
              <p14:xfrm>
                <a:off x="4649291" y="2655937"/>
                <a:ext cx="33840" cy="165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45AE0D9-F806-61FC-1711-89554FCA4F4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643171" y="2649817"/>
                  <a:ext cx="4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9B7C5E2-77DC-AF41-E580-A4460EAE4B80}"/>
                    </a:ext>
                  </a:extLst>
                </p14:cNvPr>
                <p14:cNvContentPartPr/>
                <p14:nvPr/>
              </p14:nvContentPartPr>
              <p14:xfrm>
                <a:off x="4599611" y="2649457"/>
                <a:ext cx="93600" cy="6120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9B7C5E2-77DC-AF41-E580-A4460EAE4B8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593491" y="2643337"/>
                  <a:ext cx="10584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2E8FABD8-5011-1490-958F-2EBB1D2C36F3}"/>
                    </a:ext>
                  </a:extLst>
                </p14:cNvPr>
                <p14:cNvContentPartPr/>
                <p14:nvPr/>
              </p14:nvContentPartPr>
              <p14:xfrm>
                <a:off x="4703651" y="2893177"/>
                <a:ext cx="109080" cy="1548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2E8FABD8-5011-1490-958F-2EBB1D2C36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97531" y="2887057"/>
                  <a:ext cx="121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63892E1C-6265-F46C-0C00-315DB9C0E2CA}"/>
                    </a:ext>
                  </a:extLst>
                </p14:cNvPr>
                <p14:cNvContentPartPr/>
                <p14:nvPr/>
              </p14:nvContentPartPr>
              <p14:xfrm>
                <a:off x="3981851" y="3056617"/>
                <a:ext cx="270360" cy="1746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63892E1C-6265-F46C-0C00-315DB9C0E2C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975731" y="3050497"/>
                  <a:ext cx="282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BFE6B33-E8BB-8AF2-623A-8FFFF9ABAE72}"/>
                    </a:ext>
                  </a:extLst>
                </p14:cNvPr>
                <p14:cNvContentPartPr/>
                <p14:nvPr/>
              </p14:nvContentPartPr>
              <p14:xfrm>
                <a:off x="4284251" y="2992177"/>
                <a:ext cx="52560" cy="212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BFE6B33-E8BB-8AF2-623A-8FFFF9ABAE7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78131" y="2986057"/>
                  <a:ext cx="64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591FF04E-3A48-62BA-9129-ADE30261CCC4}"/>
                    </a:ext>
                  </a:extLst>
                </p14:cNvPr>
                <p14:cNvContentPartPr/>
                <p14:nvPr/>
              </p14:nvContentPartPr>
              <p14:xfrm>
                <a:off x="4219091" y="3061297"/>
                <a:ext cx="55080" cy="622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591FF04E-3A48-62BA-9129-ADE30261CCC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212971" y="3055177"/>
                  <a:ext cx="67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4A4E227C-2840-2AE5-03F5-5AACE181DEAB}"/>
                    </a:ext>
                  </a:extLst>
                </p14:cNvPr>
                <p14:cNvContentPartPr/>
                <p14:nvPr/>
              </p14:nvContentPartPr>
              <p14:xfrm>
                <a:off x="4292531" y="3081457"/>
                <a:ext cx="77040" cy="475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4A4E227C-2840-2AE5-03F5-5AACE181DEA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286411" y="3075337"/>
                  <a:ext cx="89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F60F14BF-048F-E895-43FA-356C955B2B83}"/>
                    </a:ext>
                  </a:extLst>
                </p14:cNvPr>
                <p14:cNvContentPartPr/>
                <p14:nvPr/>
              </p14:nvContentPartPr>
              <p14:xfrm>
                <a:off x="4368851" y="3017737"/>
                <a:ext cx="54000" cy="547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F60F14BF-048F-E895-43FA-356C955B2B8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362731" y="3011617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CDC0C07-53A9-9855-0B0E-B24F108983B6}"/>
                    </a:ext>
                  </a:extLst>
                </p14:cNvPr>
                <p14:cNvContentPartPr/>
                <p14:nvPr/>
              </p14:nvContentPartPr>
              <p14:xfrm>
                <a:off x="5143931" y="3070297"/>
                <a:ext cx="66600" cy="1947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CDC0C07-53A9-9855-0B0E-B24F108983B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37811" y="3064177"/>
                  <a:ext cx="78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E473D810-BD26-45E4-12B0-12A7E0FA8310}"/>
                    </a:ext>
                  </a:extLst>
                </p14:cNvPr>
                <p14:cNvContentPartPr/>
                <p14:nvPr/>
              </p14:nvContentPartPr>
              <p14:xfrm>
                <a:off x="5037371" y="3123217"/>
                <a:ext cx="55440" cy="579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E473D810-BD26-45E4-12B0-12A7E0FA831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031251" y="3117097"/>
                  <a:ext cx="67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136F18EE-16E9-F7EF-2A04-567F0733118A}"/>
                    </a:ext>
                  </a:extLst>
                </p14:cNvPr>
                <p14:cNvContentPartPr/>
                <p14:nvPr/>
              </p14:nvContentPartPr>
              <p14:xfrm>
                <a:off x="5144651" y="3148057"/>
                <a:ext cx="109080" cy="738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136F18EE-16E9-F7EF-2A04-567F0733118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38531" y="3141937"/>
                  <a:ext cx="121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CBACE175-C843-B4F9-8303-0E7F119E35A2}"/>
                    </a:ext>
                  </a:extLst>
                </p14:cNvPr>
                <p14:cNvContentPartPr/>
                <p14:nvPr/>
              </p14:nvContentPartPr>
              <p14:xfrm>
                <a:off x="4594931" y="2726497"/>
                <a:ext cx="185760" cy="1098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CBACE175-C843-B4F9-8303-0E7F119E35A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88811" y="2720377"/>
                  <a:ext cx="198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1654825-13BA-B787-2C83-18962F683256}"/>
                    </a:ext>
                  </a:extLst>
                </p14:cNvPr>
                <p14:cNvContentPartPr/>
                <p14:nvPr/>
              </p14:nvContentPartPr>
              <p14:xfrm>
                <a:off x="4440131" y="2815777"/>
                <a:ext cx="198720" cy="396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1654825-13BA-B787-2C83-18962F6832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34011" y="2809657"/>
                  <a:ext cx="210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AFE4407F-11C5-A63D-6CB7-3B9301F96E9D}"/>
                    </a:ext>
                  </a:extLst>
                </p14:cNvPr>
                <p14:cNvContentPartPr/>
                <p14:nvPr/>
              </p14:nvContentPartPr>
              <p14:xfrm>
                <a:off x="4660091" y="2564497"/>
                <a:ext cx="152640" cy="1854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AFE4407F-11C5-A63D-6CB7-3B9301F96E9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653971" y="2558377"/>
                  <a:ext cx="164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0A215CC0-9B44-13BA-059A-DA193898AB8B}"/>
                    </a:ext>
                  </a:extLst>
                </p14:cNvPr>
                <p14:cNvContentPartPr/>
                <p14:nvPr/>
              </p14:nvContentPartPr>
              <p14:xfrm>
                <a:off x="4917851" y="2430577"/>
                <a:ext cx="132120" cy="1501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0A215CC0-9B44-13BA-059A-DA193898AB8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11731" y="2424457"/>
                  <a:ext cx="144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D71D28D-7234-042B-1C08-1AB6E8DE27CA}"/>
                    </a:ext>
                  </a:extLst>
                </p14:cNvPr>
                <p14:cNvContentPartPr/>
                <p14:nvPr/>
              </p14:nvContentPartPr>
              <p14:xfrm>
                <a:off x="5048891" y="2479537"/>
                <a:ext cx="106920" cy="1044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D71D28D-7234-042B-1C08-1AB6E8DE27C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042771" y="2473417"/>
                  <a:ext cx="119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3BD1B1A-DD11-6F4C-57EE-443FBFF1F9D2}"/>
                    </a:ext>
                  </a:extLst>
                </p14:cNvPr>
                <p14:cNvContentPartPr/>
                <p14:nvPr/>
              </p14:nvContentPartPr>
              <p14:xfrm>
                <a:off x="5230691" y="2355697"/>
                <a:ext cx="185040" cy="1004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3BD1B1A-DD11-6F4C-57EE-443FBFF1F9D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24571" y="2349577"/>
                  <a:ext cx="197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F6937649-54FB-AA68-CEBE-E7A2F450AC93}"/>
                    </a:ext>
                  </a:extLst>
                </p14:cNvPr>
                <p14:cNvContentPartPr/>
                <p14:nvPr/>
              </p14:nvContentPartPr>
              <p14:xfrm>
                <a:off x="3334931" y="1533097"/>
                <a:ext cx="2200320" cy="81756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F6937649-54FB-AA68-CEBE-E7A2F450AC9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328811" y="1526977"/>
                  <a:ext cx="2212560" cy="82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361" name="Tinta 360">
                <a:extLst>
                  <a:ext uri="{FF2B5EF4-FFF2-40B4-BE49-F238E27FC236}">
                    <a16:creationId xmlns:a16="http://schemas.microsoft.com/office/drawing/2014/main" id="{C6E037DB-1B72-3DB8-B1C8-4ADF1CD96B4F}"/>
                  </a:ext>
                </a:extLst>
              </p14:cNvPr>
              <p14:cNvContentPartPr/>
              <p14:nvPr/>
            </p14:nvContentPartPr>
            <p14:xfrm>
              <a:off x="6353171" y="6365350"/>
              <a:ext cx="403200" cy="363960"/>
            </p14:xfrm>
          </p:contentPart>
        </mc:Choice>
        <mc:Fallback>
          <p:pic>
            <p:nvPicPr>
              <p:cNvPr id="361" name="Tinta 360">
                <a:extLst>
                  <a:ext uri="{FF2B5EF4-FFF2-40B4-BE49-F238E27FC236}">
                    <a16:creationId xmlns:a16="http://schemas.microsoft.com/office/drawing/2014/main" id="{C6E037DB-1B72-3DB8-B1C8-4ADF1CD96B4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347051" y="6359230"/>
                <a:ext cx="415440" cy="37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FB17AC24-D393-777A-369A-76B6D41F2C6D}"/>
              </a:ext>
            </a:extLst>
          </p:cNvPr>
          <p:cNvGrpSpPr/>
          <p:nvPr/>
        </p:nvGrpSpPr>
        <p:grpSpPr>
          <a:xfrm>
            <a:off x="413171" y="4733137"/>
            <a:ext cx="11350800" cy="2184080"/>
            <a:chOff x="413171" y="4733137"/>
            <a:chExt cx="11350800" cy="21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0DF5605C-676F-A088-4145-2CB1E78B594C}"/>
                    </a:ext>
                  </a:extLst>
                </p14:cNvPr>
                <p14:cNvContentPartPr/>
                <p14:nvPr/>
              </p14:nvContentPartPr>
              <p14:xfrm>
                <a:off x="2763611" y="4802977"/>
                <a:ext cx="284400" cy="19908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0DF5605C-676F-A088-4145-2CB1E78B594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757491" y="4796857"/>
                  <a:ext cx="296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ADD1E950-1F58-396C-F52D-756933F7A9D6}"/>
                    </a:ext>
                  </a:extLst>
                </p14:cNvPr>
                <p14:cNvContentPartPr/>
                <p14:nvPr/>
              </p14:nvContentPartPr>
              <p14:xfrm>
                <a:off x="3129731" y="4836457"/>
                <a:ext cx="280800" cy="1162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ADD1E950-1F58-396C-F52D-756933F7A9D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123611" y="4830337"/>
                  <a:ext cx="293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F86AB7EE-5327-C969-C3D2-C6545144747A}"/>
                    </a:ext>
                  </a:extLst>
                </p14:cNvPr>
                <p14:cNvContentPartPr/>
                <p14:nvPr/>
              </p14:nvContentPartPr>
              <p14:xfrm>
                <a:off x="3494411" y="4914217"/>
                <a:ext cx="218520" cy="6228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F86AB7EE-5327-C969-C3D2-C6545144747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88291" y="4908097"/>
                  <a:ext cx="230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7596DD2B-D5B7-3D56-4026-3491DE625BF8}"/>
                    </a:ext>
                  </a:extLst>
                </p14:cNvPr>
                <p14:cNvContentPartPr/>
                <p14:nvPr/>
              </p14:nvContentPartPr>
              <p14:xfrm>
                <a:off x="3807971" y="4900537"/>
                <a:ext cx="141480" cy="1404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7596DD2B-D5B7-3D56-4026-3491DE625BF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801851" y="4894417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4A927FBA-FC7B-1F7D-8EA2-65A203C9AC8C}"/>
                    </a:ext>
                  </a:extLst>
                </p14:cNvPr>
                <p14:cNvContentPartPr/>
                <p14:nvPr/>
              </p14:nvContentPartPr>
              <p14:xfrm>
                <a:off x="3775571" y="4928257"/>
                <a:ext cx="280800" cy="3420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4A927FBA-FC7B-1F7D-8EA2-65A203C9AC8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69451" y="4922137"/>
                  <a:ext cx="29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292124CB-BEF2-05E3-313F-1F4A6B0A154D}"/>
                    </a:ext>
                  </a:extLst>
                </p14:cNvPr>
                <p14:cNvContentPartPr/>
                <p14:nvPr/>
              </p14:nvContentPartPr>
              <p14:xfrm>
                <a:off x="4725251" y="4759417"/>
                <a:ext cx="335160" cy="14292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292124CB-BEF2-05E3-313F-1F4A6B0A154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719131" y="4753297"/>
                  <a:ext cx="347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D2FBEC3C-B3E2-0AEF-6F99-1108093757F5}"/>
                    </a:ext>
                  </a:extLst>
                </p14:cNvPr>
                <p14:cNvContentPartPr/>
                <p14:nvPr/>
              </p14:nvContentPartPr>
              <p14:xfrm>
                <a:off x="5048891" y="4733137"/>
                <a:ext cx="354600" cy="1591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D2FBEC3C-B3E2-0AEF-6F99-1108093757F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042771" y="4727017"/>
                  <a:ext cx="366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14BBC354-921B-B54E-A5E4-EFC22D8BE38C}"/>
                    </a:ext>
                  </a:extLst>
                </p14:cNvPr>
                <p14:cNvContentPartPr/>
                <p14:nvPr/>
              </p14:nvContentPartPr>
              <p14:xfrm>
                <a:off x="4649291" y="4989817"/>
                <a:ext cx="895680" cy="626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14BBC354-921B-B54E-A5E4-EFC22D8BE38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643171" y="4983697"/>
                  <a:ext cx="907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042D3159-5008-3B7F-6E5A-7D1F47E3FE3A}"/>
                    </a:ext>
                  </a:extLst>
                </p14:cNvPr>
                <p14:cNvContentPartPr/>
                <p14:nvPr/>
              </p14:nvContentPartPr>
              <p14:xfrm>
                <a:off x="5037371" y="5120497"/>
                <a:ext cx="172440" cy="1425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042D3159-5008-3B7F-6E5A-7D1F47E3FE3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31251" y="5114377"/>
                  <a:ext cx="184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63B481F9-40C1-926F-759E-DE0915A94428}"/>
                    </a:ext>
                  </a:extLst>
                </p14:cNvPr>
                <p14:cNvContentPartPr/>
                <p14:nvPr/>
              </p14:nvContentPartPr>
              <p14:xfrm>
                <a:off x="5275331" y="5045257"/>
                <a:ext cx="193680" cy="2739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63B481F9-40C1-926F-759E-DE0915A9442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269211" y="5039137"/>
                  <a:ext cx="205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9DBCA74A-D023-BDB8-D4E9-535820AA06AB}"/>
                    </a:ext>
                  </a:extLst>
                </p14:cNvPr>
                <p14:cNvContentPartPr/>
                <p14:nvPr/>
              </p14:nvContentPartPr>
              <p14:xfrm>
                <a:off x="5016491" y="5173417"/>
                <a:ext cx="193680" cy="14904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9DBCA74A-D023-BDB8-D4E9-535820AA06A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10371" y="5167297"/>
                  <a:ext cx="205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3052B15B-592E-D56E-28DB-8103F0BD2145}"/>
                    </a:ext>
                  </a:extLst>
                </p14:cNvPr>
                <p14:cNvContentPartPr/>
                <p14:nvPr/>
              </p14:nvContentPartPr>
              <p14:xfrm>
                <a:off x="5081651" y="5191777"/>
                <a:ext cx="84960" cy="1738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3052B15B-592E-D56E-28DB-8103F0BD214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075531" y="5185657"/>
                  <a:ext cx="97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D5955564-1CB5-05FC-6D97-D67358E5EB9C}"/>
                    </a:ext>
                  </a:extLst>
                </p14:cNvPr>
                <p14:cNvContentPartPr/>
                <p14:nvPr/>
              </p14:nvContentPartPr>
              <p14:xfrm>
                <a:off x="5016491" y="5161537"/>
                <a:ext cx="624240" cy="6048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D5955564-1CB5-05FC-6D97-D67358E5EB9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010371" y="5155417"/>
                  <a:ext cx="636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7F7B042A-63D2-1435-BDCD-3762384BAEDD}"/>
                    </a:ext>
                  </a:extLst>
                </p14:cNvPr>
                <p14:cNvContentPartPr/>
                <p14:nvPr/>
              </p14:nvContentPartPr>
              <p14:xfrm>
                <a:off x="7253891" y="5173057"/>
                <a:ext cx="307080" cy="2174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7F7B042A-63D2-1435-BDCD-3762384BAED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247771" y="5166937"/>
                  <a:ext cx="319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9862C812-A0D6-5D00-4362-1C7D6A9F8BC8}"/>
                    </a:ext>
                  </a:extLst>
                </p14:cNvPr>
                <p14:cNvContentPartPr/>
                <p14:nvPr/>
              </p14:nvContentPartPr>
              <p14:xfrm>
                <a:off x="7591571" y="5184937"/>
                <a:ext cx="216000" cy="16992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9862C812-A0D6-5D00-4362-1C7D6A9F8BC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585451" y="5178817"/>
                  <a:ext cx="228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9A9CBBBE-09CF-0E64-F32D-1B48CBFB2854}"/>
                    </a:ext>
                  </a:extLst>
                </p14:cNvPr>
                <p14:cNvContentPartPr/>
                <p14:nvPr/>
              </p14:nvContentPartPr>
              <p14:xfrm>
                <a:off x="7827371" y="5271697"/>
                <a:ext cx="230040" cy="986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9A9CBBBE-09CF-0E64-F32D-1B48CBFB285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821251" y="5265577"/>
                  <a:ext cx="242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A3607952-46F3-3366-97F0-6856E0A98DCF}"/>
                    </a:ext>
                  </a:extLst>
                </p14:cNvPr>
                <p14:cNvContentPartPr/>
                <p14:nvPr/>
              </p14:nvContentPartPr>
              <p14:xfrm>
                <a:off x="8158571" y="5093137"/>
                <a:ext cx="209880" cy="3056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A3607952-46F3-3366-97F0-6856E0A98DC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152451" y="5087017"/>
                  <a:ext cx="2221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B048D2C2-110A-1ED5-1724-3000A8922398}"/>
                    </a:ext>
                  </a:extLst>
                </p14:cNvPr>
                <p14:cNvContentPartPr/>
                <p14:nvPr/>
              </p14:nvContentPartPr>
              <p14:xfrm>
                <a:off x="8453771" y="5140297"/>
                <a:ext cx="162720" cy="2041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B048D2C2-110A-1ED5-1724-3000A892239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447651" y="5134177"/>
                  <a:ext cx="174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03BA6111-381F-B8A0-8F87-7C94CB1872CF}"/>
                    </a:ext>
                  </a:extLst>
                </p14:cNvPr>
                <p14:cNvContentPartPr/>
                <p14:nvPr/>
              </p14:nvContentPartPr>
              <p14:xfrm>
                <a:off x="8680211" y="5159377"/>
                <a:ext cx="204840" cy="24516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03BA6111-381F-B8A0-8F87-7C94CB1872C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674091" y="5153257"/>
                  <a:ext cx="217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7D2556BC-2D61-9FAF-4792-7F280F07F3CF}"/>
                    </a:ext>
                  </a:extLst>
                </p14:cNvPr>
                <p14:cNvContentPartPr/>
                <p14:nvPr/>
              </p14:nvContentPartPr>
              <p14:xfrm>
                <a:off x="8822411" y="5005657"/>
                <a:ext cx="118080" cy="14832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7D2556BC-2D61-9FAF-4792-7F280F07F3C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816291" y="4999537"/>
                  <a:ext cx="130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21EC89D6-F482-B722-9651-397D7F6C32B0}"/>
                    </a:ext>
                  </a:extLst>
                </p14:cNvPr>
                <p14:cNvContentPartPr/>
                <p14:nvPr/>
              </p14:nvContentPartPr>
              <p14:xfrm>
                <a:off x="9231011" y="5097817"/>
                <a:ext cx="109080" cy="3186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21EC89D6-F482-B722-9651-397D7F6C32B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224891" y="5091697"/>
                  <a:ext cx="1213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24E328FA-99DB-207C-2BA3-78624812851A}"/>
                    </a:ext>
                  </a:extLst>
                </p14:cNvPr>
                <p14:cNvContentPartPr/>
                <p14:nvPr/>
              </p14:nvContentPartPr>
              <p14:xfrm>
                <a:off x="9413531" y="5267377"/>
                <a:ext cx="367560" cy="183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24E328FA-99DB-207C-2BA3-78624812851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07411" y="5261257"/>
                  <a:ext cx="379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DC7FFFF2-CC40-B10C-551F-54BC257BBF5E}"/>
                    </a:ext>
                  </a:extLst>
                </p14:cNvPr>
                <p14:cNvContentPartPr/>
                <p14:nvPr/>
              </p14:nvContentPartPr>
              <p14:xfrm>
                <a:off x="9587411" y="5342977"/>
                <a:ext cx="345960" cy="2520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DC7FFFF2-CC40-B10C-551F-54BC257BBF5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81291" y="5336857"/>
                  <a:ext cx="358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75B1B3ED-21CD-5ACC-8D3B-DE2D21BD86A7}"/>
                    </a:ext>
                  </a:extLst>
                </p14:cNvPr>
                <p14:cNvContentPartPr/>
                <p14:nvPr/>
              </p14:nvContentPartPr>
              <p14:xfrm>
                <a:off x="10664891" y="4967137"/>
                <a:ext cx="239400" cy="23616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75B1B3ED-21CD-5ACC-8D3B-DE2D21BD86A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658771" y="4961017"/>
                  <a:ext cx="251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5040337-4DA1-60B2-2444-6B21A5AC4322}"/>
                    </a:ext>
                  </a:extLst>
                </p14:cNvPr>
                <p14:cNvContentPartPr/>
                <p14:nvPr/>
              </p14:nvContentPartPr>
              <p14:xfrm>
                <a:off x="10590011" y="5292217"/>
                <a:ext cx="786240" cy="7164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5040337-4DA1-60B2-2444-6B21A5AC432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583891" y="5286097"/>
                  <a:ext cx="798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E36B15A7-ED40-B9A0-C045-D0E7C3E29DCC}"/>
                    </a:ext>
                  </a:extLst>
                </p14:cNvPr>
                <p14:cNvContentPartPr/>
                <p14:nvPr/>
              </p14:nvContentPartPr>
              <p14:xfrm>
                <a:off x="10862531" y="5393377"/>
                <a:ext cx="100800" cy="17712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E36B15A7-ED40-B9A0-C045-D0E7C3E29DC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856411" y="5387257"/>
                  <a:ext cx="113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EAC3B288-D3CA-A6BE-8421-03FB3A581154}"/>
                    </a:ext>
                  </a:extLst>
                </p14:cNvPr>
                <p14:cNvContentPartPr/>
                <p14:nvPr/>
              </p14:nvContentPartPr>
              <p14:xfrm>
                <a:off x="10934891" y="5395537"/>
                <a:ext cx="226440" cy="11520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EAC3B288-D3CA-A6BE-8421-03FB3A58115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928771" y="5389417"/>
                  <a:ext cx="238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289D3021-7983-4C04-4982-7F5F865B1E97}"/>
                    </a:ext>
                  </a:extLst>
                </p14:cNvPr>
                <p14:cNvContentPartPr/>
                <p14:nvPr/>
              </p14:nvContentPartPr>
              <p14:xfrm>
                <a:off x="11150171" y="5391217"/>
                <a:ext cx="76320" cy="18792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289D3021-7983-4C04-4982-7F5F865B1E9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44051" y="5385097"/>
                  <a:ext cx="88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DCD2D08C-ADBD-396C-31A1-397287921870}"/>
                    </a:ext>
                  </a:extLst>
                </p14:cNvPr>
                <p14:cNvContentPartPr/>
                <p14:nvPr/>
              </p14:nvContentPartPr>
              <p14:xfrm>
                <a:off x="9467891" y="6036697"/>
                <a:ext cx="313200" cy="6264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DCD2D08C-ADBD-396C-31A1-39728792187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461771" y="6030577"/>
                  <a:ext cx="325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AB95CF17-3AB7-4CEA-57A0-BBF24532624C}"/>
                    </a:ext>
                  </a:extLst>
                </p14:cNvPr>
                <p14:cNvContentPartPr/>
                <p14:nvPr/>
              </p14:nvContentPartPr>
              <p14:xfrm>
                <a:off x="9435131" y="6155857"/>
                <a:ext cx="509040" cy="835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AB95CF17-3AB7-4CEA-57A0-BBF24532624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429011" y="6149737"/>
                  <a:ext cx="521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16797C0D-4936-AEAB-2406-3ECC4B87CFAE}"/>
                    </a:ext>
                  </a:extLst>
                </p14:cNvPr>
                <p14:cNvContentPartPr/>
                <p14:nvPr/>
              </p14:nvContentPartPr>
              <p14:xfrm>
                <a:off x="10341251" y="5827537"/>
                <a:ext cx="307080" cy="22896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16797C0D-4936-AEAB-2406-3ECC4B87CFA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35131" y="5821417"/>
                  <a:ext cx="319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D38D15CF-F967-101E-9059-81D984EA9D24}"/>
                    </a:ext>
                  </a:extLst>
                </p14:cNvPr>
                <p14:cNvContentPartPr/>
                <p14:nvPr/>
              </p14:nvContentPartPr>
              <p14:xfrm>
                <a:off x="10395971" y="6195097"/>
                <a:ext cx="539280" cy="500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D38D15CF-F967-101E-9059-81D984EA9D2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389851" y="6188977"/>
                  <a:ext cx="551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99F7FA5C-E44A-443C-69A6-3275C578893E}"/>
                    </a:ext>
                  </a:extLst>
                </p14:cNvPr>
                <p14:cNvContentPartPr/>
                <p14:nvPr/>
              </p14:nvContentPartPr>
              <p14:xfrm>
                <a:off x="10600091" y="6305257"/>
                <a:ext cx="182880" cy="2127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99F7FA5C-E44A-443C-69A6-3275C57889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593971" y="6299137"/>
                  <a:ext cx="195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750431B2-42CC-A3A9-0830-7DA0B035BD08}"/>
                    </a:ext>
                  </a:extLst>
                </p14:cNvPr>
                <p14:cNvContentPartPr/>
                <p14:nvPr/>
              </p14:nvContentPartPr>
              <p14:xfrm>
                <a:off x="10698011" y="6330097"/>
                <a:ext cx="452520" cy="1609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750431B2-42CC-A3A9-0830-7DA0B035BD0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91891" y="6323977"/>
                  <a:ext cx="464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2F96BFF9-12DB-CCC6-193B-2C9BA45AF1E9}"/>
                    </a:ext>
                  </a:extLst>
                </p14:cNvPr>
                <p14:cNvContentPartPr/>
                <p14:nvPr/>
              </p14:nvContentPartPr>
              <p14:xfrm>
                <a:off x="10989251" y="6106177"/>
                <a:ext cx="360" cy="25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2F96BFF9-12DB-CCC6-193B-2C9BA45AF1E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983131" y="6100057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CCCA08EA-D6E9-B80D-BC7F-BB3840FFF846}"/>
                    </a:ext>
                  </a:extLst>
                </p14:cNvPr>
                <p14:cNvContentPartPr/>
                <p14:nvPr/>
              </p14:nvContentPartPr>
              <p14:xfrm>
                <a:off x="11011211" y="6124177"/>
                <a:ext cx="380160" cy="30204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CCCA08EA-D6E9-B80D-BC7F-BB3840FFF84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05091" y="6118057"/>
                  <a:ext cx="392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8FF809FD-9079-14C6-9169-6493D6C196C1}"/>
                    </a:ext>
                  </a:extLst>
                </p14:cNvPr>
                <p14:cNvContentPartPr/>
                <p14:nvPr/>
              </p14:nvContentPartPr>
              <p14:xfrm>
                <a:off x="7828811" y="5458177"/>
                <a:ext cx="3935160" cy="122832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8FF809FD-9079-14C6-9169-6493D6C196C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822691" y="5452057"/>
                  <a:ext cx="3947400" cy="12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95961C9B-B284-AF02-1379-ECBF9B69B632}"/>
                    </a:ext>
                  </a:extLst>
                </p14:cNvPr>
                <p14:cNvContentPartPr/>
                <p14:nvPr/>
              </p14:nvContentPartPr>
              <p14:xfrm>
                <a:off x="10938491" y="6214897"/>
                <a:ext cx="335160" cy="27108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95961C9B-B284-AF02-1379-ECBF9B69B63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932371" y="6208777"/>
                  <a:ext cx="347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3CA5B3CF-F14E-4423-4C9C-4569B2342DCE}"/>
                    </a:ext>
                  </a:extLst>
                </p14:cNvPr>
                <p14:cNvContentPartPr/>
                <p14:nvPr/>
              </p14:nvContentPartPr>
              <p14:xfrm>
                <a:off x="10945691" y="6337297"/>
                <a:ext cx="43920" cy="936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3CA5B3CF-F14E-4423-4C9C-4569B2342DC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939571" y="6331177"/>
                  <a:ext cx="56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B2449BC7-6A99-BDA3-F44E-617DA5821B0F}"/>
                    </a:ext>
                  </a:extLst>
                </p14:cNvPr>
                <p14:cNvContentPartPr/>
                <p14:nvPr/>
              </p14:nvContentPartPr>
              <p14:xfrm>
                <a:off x="8454851" y="5860297"/>
                <a:ext cx="21960" cy="720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B2449BC7-6A99-BDA3-F44E-617DA5821B0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448731" y="5854177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CEA3FE6D-461B-207F-ACD4-401F77E50A14}"/>
                    </a:ext>
                  </a:extLst>
                </p14:cNvPr>
                <p14:cNvContentPartPr/>
                <p14:nvPr/>
              </p14:nvContentPartPr>
              <p14:xfrm>
                <a:off x="10308851" y="6176737"/>
                <a:ext cx="894240" cy="5292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CEA3FE6D-461B-207F-ACD4-401F77E50A1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302731" y="6170617"/>
                  <a:ext cx="906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7CB359B6-90D1-2C1F-EDD8-6C6D0E37DA74}"/>
                    </a:ext>
                  </a:extLst>
                </p14:cNvPr>
                <p14:cNvContentPartPr/>
                <p14:nvPr/>
              </p14:nvContentPartPr>
              <p14:xfrm>
                <a:off x="10934891" y="6318577"/>
                <a:ext cx="43920" cy="1908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7CB359B6-90D1-2C1F-EDD8-6C6D0E37DA7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28771" y="6312457"/>
                  <a:ext cx="56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55859715-92CA-1804-B5B1-BC9ED0A8E0A3}"/>
                    </a:ext>
                  </a:extLst>
                </p14:cNvPr>
                <p14:cNvContentPartPr/>
                <p14:nvPr/>
              </p14:nvContentPartPr>
              <p14:xfrm>
                <a:off x="8789651" y="5835457"/>
                <a:ext cx="76320" cy="4608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55859715-92CA-1804-B5B1-BC9ED0A8E0A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783531" y="5829337"/>
                  <a:ext cx="88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AD512990-44D3-8F10-FA71-4277C9116A75}"/>
                    </a:ext>
                  </a:extLst>
                </p14:cNvPr>
                <p14:cNvContentPartPr/>
                <p14:nvPr/>
              </p14:nvContentPartPr>
              <p14:xfrm>
                <a:off x="11280491" y="6384817"/>
                <a:ext cx="96120" cy="9252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AD512990-44D3-8F10-FA71-4277C9116A7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74371" y="6378697"/>
                  <a:ext cx="108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472C0C98-A68F-772D-B8CF-3C206CC51B74}"/>
                    </a:ext>
                  </a:extLst>
                </p14:cNvPr>
                <p14:cNvContentPartPr/>
                <p14:nvPr/>
              </p14:nvContentPartPr>
              <p14:xfrm>
                <a:off x="10826171" y="5863177"/>
                <a:ext cx="33120" cy="468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472C0C98-A68F-772D-B8CF-3C206CC51B7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820051" y="5857057"/>
                  <a:ext cx="453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77FFF263-E0E8-98BC-5E42-F3A0270C4088}"/>
                    </a:ext>
                  </a:extLst>
                </p14:cNvPr>
                <p14:cNvContentPartPr/>
                <p14:nvPr/>
              </p14:nvContentPartPr>
              <p14:xfrm>
                <a:off x="1502171" y="5903857"/>
                <a:ext cx="430560" cy="14004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77FFF263-E0E8-98BC-5E42-F3A0270C408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496051" y="5897737"/>
                  <a:ext cx="442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EC3BE0CF-3409-05AF-E862-B20D31796F83}"/>
                    </a:ext>
                  </a:extLst>
                </p14:cNvPr>
                <p14:cNvContentPartPr/>
                <p14:nvPr/>
              </p14:nvContentPartPr>
              <p14:xfrm>
                <a:off x="1793411" y="5954617"/>
                <a:ext cx="96120" cy="13536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EC3BE0CF-3409-05AF-E862-B20D31796F8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787291" y="5948497"/>
                  <a:ext cx="108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4B21522A-E39B-5430-C23B-49CFCBC35105}"/>
                    </a:ext>
                  </a:extLst>
                </p14:cNvPr>
                <p14:cNvContentPartPr/>
                <p14:nvPr/>
              </p14:nvContentPartPr>
              <p14:xfrm>
                <a:off x="2158451" y="5746177"/>
                <a:ext cx="302400" cy="32364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4B21522A-E39B-5430-C23B-49CFCBC3510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152331" y="5740057"/>
                  <a:ext cx="3146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0A2A4F73-9005-4DCF-2DA0-77F0E0028533}"/>
                    </a:ext>
                  </a:extLst>
                </p14:cNvPr>
                <p14:cNvContentPartPr/>
                <p14:nvPr/>
              </p14:nvContentPartPr>
              <p14:xfrm>
                <a:off x="2191211" y="5716297"/>
                <a:ext cx="550080" cy="26820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0A2A4F73-9005-4DCF-2DA0-77F0E002853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185091" y="5710177"/>
                  <a:ext cx="562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B0CE1DF9-D305-F08A-91BE-D2FBEA2E0A8D}"/>
                    </a:ext>
                  </a:extLst>
                </p14:cNvPr>
                <p14:cNvContentPartPr/>
                <p14:nvPr/>
              </p14:nvContentPartPr>
              <p14:xfrm>
                <a:off x="2751731" y="5849137"/>
                <a:ext cx="226440" cy="3708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B0CE1DF9-D305-F08A-91BE-D2FBEA2E0A8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745611" y="5843017"/>
                  <a:ext cx="238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983D5732-C176-72E5-3875-8112A578DE86}"/>
                    </a:ext>
                  </a:extLst>
                </p14:cNvPr>
                <p14:cNvContentPartPr/>
                <p14:nvPr/>
              </p14:nvContentPartPr>
              <p14:xfrm>
                <a:off x="2936411" y="5989177"/>
                <a:ext cx="333000" cy="4824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983D5732-C176-72E5-3875-8112A578DE8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930291" y="5983057"/>
                  <a:ext cx="34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9B130AF3-15C9-A252-F26B-CC145FB1B8FD}"/>
                    </a:ext>
                  </a:extLst>
                </p14:cNvPr>
                <p14:cNvContentPartPr/>
                <p14:nvPr/>
              </p14:nvContentPartPr>
              <p14:xfrm>
                <a:off x="2645171" y="5656897"/>
                <a:ext cx="360" cy="36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9B130AF3-15C9-A252-F26B-CC145FB1B8F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639051" y="56507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6ECEA1FD-5A4D-6BCF-E8B2-506BDA8467F7}"/>
                    </a:ext>
                  </a:extLst>
                </p14:cNvPr>
                <p14:cNvContentPartPr/>
                <p14:nvPr/>
              </p14:nvContentPartPr>
              <p14:xfrm>
                <a:off x="3658211" y="5590297"/>
                <a:ext cx="232200" cy="25236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6ECEA1FD-5A4D-6BCF-E8B2-506BDA8467F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52091" y="5584177"/>
                  <a:ext cx="244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6278EDA2-DD79-0F8D-3808-8B5A18D7CC90}"/>
                    </a:ext>
                  </a:extLst>
                </p14:cNvPr>
                <p14:cNvContentPartPr/>
                <p14:nvPr/>
              </p14:nvContentPartPr>
              <p14:xfrm>
                <a:off x="413171" y="5613337"/>
                <a:ext cx="430560" cy="43668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6278EDA2-DD79-0F8D-3808-8B5A18D7CC9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07051" y="5607217"/>
                  <a:ext cx="4428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2AFF0349-C096-0975-EEF9-81B169506827}"/>
                    </a:ext>
                  </a:extLst>
                </p14:cNvPr>
                <p14:cNvContentPartPr/>
                <p14:nvPr/>
              </p14:nvContentPartPr>
              <p14:xfrm>
                <a:off x="864971" y="5826457"/>
                <a:ext cx="159120" cy="9360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2AFF0349-C096-0975-EEF9-81B16950682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58851" y="5820337"/>
                  <a:ext cx="171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2993E509-6236-9B70-2724-EC0D093EF525}"/>
                    </a:ext>
                  </a:extLst>
                </p14:cNvPr>
                <p14:cNvContentPartPr/>
                <p14:nvPr/>
              </p14:nvContentPartPr>
              <p14:xfrm>
                <a:off x="682811" y="6110137"/>
                <a:ext cx="572040" cy="4896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2993E509-6236-9B70-2724-EC0D093EF52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76691" y="6104017"/>
                  <a:ext cx="584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AF031D1D-A71B-A10A-6D46-94EFE7C4E48E}"/>
                    </a:ext>
                  </a:extLst>
                </p14:cNvPr>
                <p14:cNvContentPartPr/>
                <p14:nvPr/>
              </p14:nvContentPartPr>
              <p14:xfrm>
                <a:off x="660851" y="5846617"/>
                <a:ext cx="109080" cy="4176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AF031D1D-A71B-A10A-6D46-94EFE7C4E48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4731" y="5840497"/>
                  <a:ext cx="121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CFD01D63-C109-CB29-2A68-1EEE65D30312}"/>
                    </a:ext>
                  </a:extLst>
                </p14:cNvPr>
                <p14:cNvContentPartPr/>
                <p14:nvPr/>
              </p14:nvContentPartPr>
              <p14:xfrm>
                <a:off x="800171" y="5981977"/>
                <a:ext cx="33120" cy="936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CFD01D63-C109-CB29-2A68-1EEE65D3031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94051" y="5975857"/>
                  <a:ext cx="45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EC9B7F9A-9820-661D-93E4-B11811C661B5}"/>
                    </a:ext>
                  </a:extLst>
                </p14:cNvPr>
                <p14:cNvContentPartPr/>
                <p14:nvPr/>
              </p14:nvContentPartPr>
              <p14:xfrm>
                <a:off x="1200131" y="6438097"/>
                <a:ext cx="150480" cy="3708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EC9B7F9A-9820-661D-93E4-B11811C661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94011" y="6431977"/>
                  <a:ext cx="162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8EE7C747-A05B-119D-7A60-04D14D5E7F2F}"/>
                    </a:ext>
                  </a:extLst>
                </p14:cNvPr>
                <p14:cNvContentPartPr/>
                <p14:nvPr/>
              </p14:nvContentPartPr>
              <p14:xfrm>
                <a:off x="655091" y="6290497"/>
                <a:ext cx="555840" cy="26496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8EE7C747-A05B-119D-7A60-04D14D5E7F2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8971" y="6284377"/>
                  <a:ext cx="568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95FDA31D-2973-5F3C-7D64-9E992A2999B6}"/>
                    </a:ext>
                  </a:extLst>
                </p14:cNvPr>
                <p14:cNvContentPartPr/>
                <p14:nvPr/>
              </p14:nvContentPartPr>
              <p14:xfrm>
                <a:off x="1123811" y="6403537"/>
                <a:ext cx="11160" cy="720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95FDA31D-2973-5F3C-7D64-9E992A2999B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17691" y="639741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C12E76D4-5E73-E24F-CF19-219974B6FEBC}"/>
                    </a:ext>
                  </a:extLst>
                </p14:cNvPr>
                <p14:cNvContentPartPr/>
                <p14:nvPr/>
              </p14:nvContentPartPr>
              <p14:xfrm>
                <a:off x="1469411" y="6485977"/>
                <a:ext cx="43920" cy="1908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C12E76D4-5E73-E24F-CF19-219974B6FEB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463291" y="6479857"/>
                  <a:ext cx="56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E2F0010F-588A-19B6-8655-937F80318538}"/>
                    </a:ext>
                  </a:extLst>
                </p14:cNvPr>
                <p14:cNvContentPartPr/>
                <p14:nvPr/>
              </p14:nvContentPartPr>
              <p14:xfrm>
                <a:off x="3960251" y="5650057"/>
                <a:ext cx="360" cy="36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E2F0010F-588A-19B6-8655-937F8031853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954131" y="56439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C9B0BD24-E8A8-6AC9-88E0-5758B10604FB}"/>
                    </a:ext>
                  </a:extLst>
                </p14:cNvPr>
                <p14:cNvContentPartPr/>
                <p14:nvPr/>
              </p14:nvContentPartPr>
              <p14:xfrm>
                <a:off x="3725171" y="6155857"/>
                <a:ext cx="286920" cy="8064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C9B0BD24-E8A8-6AC9-88E0-5758B10604F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719051" y="6149737"/>
                  <a:ext cx="299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C9D2FED6-9D67-E236-9BD6-F994D327C726}"/>
                    </a:ext>
                  </a:extLst>
                </p14:cNvPr>
                <p14:cNvContentPartPr/>
                <p14:nvPr/>
              </p14:nvContentPartPr>
              <p14:xfrm>
                <a:off x="4273091" y="6251977"/>
                <a:ext cx="63360" cy="8532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C9D2FED6-9D67-E236-9BD6-F994D327C72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266971" y="6245857"/>
                  <a:ext cx="75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10D90187-DBF1-175C-7C2A-786874C797B9}"/>
                    </a:ext>
                  </a:extLst>
                </p14:cNvPr>
                <p14:cNvContentPartPr/>
                <p14:nvPr/>
              </p14:nvContentPartPr>
              <p14:xfrm>
                <a:off x="1588571" y="5741857"/>
                <a:ext cx="2080800" cy="79632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10D90187-DBF1-175C-7C2A-786874C797B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582451" y="5735737"/>
                  <a:ext cx="209304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26516B18-58CB-25EF-357C-70882AD36429}"/>
                    </a:ext>
                  </a:extLst>
                </p14:cNvPr>
                <p14:cNvContentPartPr/>
                <p14:nvPr/>
              </p14:nvContentPartPr>
              <p14:xfrm>
                <a:off x="1254131" y="5830777"/>
                <a:ext cx="65520" cy="212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26516B18-58CB-25EF-357C-70882AD3642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248011" y="5824657"/>
                  <a:ext cx="77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F9C05E38-9FF4-57A3-ED6B-9779F52371DA}"/>
                    </a:ext>
                  </a:extLst>
                </p14:cNvPr>
                <p14:cNvContentPartPr/>
                <p14:nvPr/>
              </p14:nvContentPartPr>
              <p14:xfrm>
                <a:off x="7920971" y="5654737"/>
                <a:ext cx="782280" cy="44136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F9C05E38-9FF4-57A3-ED6B-9779F52371D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914851" y="5648617"/>
                  <a:ext cx="794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BA5A73D4-0675-4703-3595-5D4B71850628}"/>
                    </a:ext>
                  </a:extLst>
                </p14:cNvPr>
                <p14:cNvContentPartPr/>
                <p14:nvPr/>
              </p14:nvContentPartPr>
              <p14:xfrm>
                <a:off x="8520371" y="5890897"/>
                <a:ext cx="258480" cy="16092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BA5A73D4-0675-4703-3595-5D4B7185062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514251" y="5884777"/>
                  <a:ext cx="270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C337E7B1-0802-07D0-D30F-EC7E4D6E8884}"/>
                    </a:ext>
                  </a:extLst>
                </p14:cNvPr>
                <p14:cNvContentPartPr/>
                <p14:nvPr/>
              </p14:nvContentPartPr>
              <p14:xfrm>
                <a:off x="7939691" y="6135697"/>
                <a:ext cx="872280" cy="6696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C337E7B1-0802-07D0-D30F-EC7E4D6E888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933571" y="6129577"/>
                  <a:ext cx="884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7DB2484B-34E9-4163-F99E-FC3CD63D9CC9}"/>
                    </a:ext>
                  </a:extLst>
                </p14:cNvPr>
                <p14:cNvContentPartPr/>
                <p14:nvPr/>
              </p14:nvContentPartPr>
              <p14:xfrm>
                <a:off x="8520731" y="6257017"/>
                <a:ext cx="354240" cy="22968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7DB2484B-34E9-4163-F99E-FC3CD63D9CC9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514611" y="6250897"/>
                  <a:ext cx="366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BD280406-154E-7494-B1B0-87ADFB3C1243}"/>
                    </a:ext>
                  </a:extLst>
                </p14:cNvPr>
                <p14:cNvContentPartPr/>
                <p14:nvPr/>
              </p14:nvContentPartPr>
              <p14:xfrm>
                <a:off x="4973291" y="5915737"/>
                <a:ext cx="161280" cy="29304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BD280406-154E-7494-B1B0-87ADFB3C124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967171" y="5909617"/>
                  <a:ext cx="1735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6BD5DD9E-74D8-2BC6-9F12-BF94D3E05059}"/>
                    </a:ext>
                  </a:extLst>
                </p14:cNvPr>
                <p14:cNvContentPartPr/>
                <p14:nvPr/>
              </p14:nvContentPartPr>
              <p14:xfrm>
                <a:off x="5060051" y="6011857"/>
                <a:ext cx="311040" cy="7380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6BD5DD9E-74D8-2BC6-9F12-BF94D3E0505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053931" y="6005737"/>
                  <a:ext cx="323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1BCA1517-975E-F54F-B437-7405C494E065}"/>
                    </a:ext>
                  </a:extLst>
                </p14:cNvPr>
                <p14:cNvContentPartPr/>
                <p14:nvPr/>
              </p14:nvContentPartPr>
              <p14:xfrm>
                <a:off x="5307731" y="5952457"/>
                <a:ext cx="139320" cy="19476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1BCA1517-975E-F54F-B437-7405C494E06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301611" y="5946337"/>
                  <a:ext cx="151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1B19F471-715F-B29C-0DE3-0C6E57B0ABFC}"/>
                    </a:ext>
                  </a:extLst>
                </p14:cNvPr>
                <p14:cNvContentPartPr/>
                <p14:nvPr/>
              </p14:nvContentPartPr>
              <p14:xfrm>
                <a:off x="5468651" y="6018697"/>
                <a:ext cx="172080" cy="1152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1B19F471-715F-B29C-0DE3-0C6E57B0ABF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462531" y="6012577"/>
                  <a:ext cx="184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635303DF-7EF5-CB34-519C-E28C6352AF2D}"/>
                    </a:ext>
                  </a:extLst>
                </p14:cNvPr>
                <p14:cNvContentPartPr/>
                <p14:nvPr/>
              </p14:nvContentPartPr>
              <p14:xfrm>
                <a:off x="5523011" y="6080257"/>
                <a:ext cx="291600" cy="2124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635303DF-7EF5-CB34-519C-E28C6352AF2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516891" y="6074137"/>
                  <a:ext cx="30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6E15E8C0-69CE-5DC2-3329-7D3B1A180C7F}"/>
                    </a:ext>
                  </a:extLst>
                </p14:cNvPr>
                <p14:cNvContentPartPr/>
                <p14:nvPr/>
              </p14:nvContentPartPr>
              <p14:xfrm>
                <a:off x="5892371" y="5836537"/>
                <a:ext cx="406800" cy="30276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6E15E8C0-69CE-5DC2-3329-7D3B1A180C7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886251" y="5830417"/>
                  <a:ext cx="419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855853A9-CAAF-AD3D-33C8-DE24ECBC1AD9}"/>
                    </a:ext>
                  </a:extLst>
                </p14:cNvPr>
                <p14:cNvContentPartPr/>
                <p14:nvPr/>
              </p14:nvContentPartPr>
              <p14:xfrm>
                <a:off x="6363971" y="5849137"/>
                <a:ext cx="291600" cy="18108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855853A9-CAAF-AD3D-33C8-DE24ECBC1AD9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357851" y="5843017"/>
                  <a:ext cx="303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EEA089C5-D2CF-E617-D5FB-7CFAC5125F6F}"/>
                    </a:ext>
                  </a:extLst>
                </p14:cNvPr>
                <p14:cNvContentPartPr/>
                <p14:nvPr/>
              </p14:nvContentPartPr>
              <p14:xfrm>
                <a:off x="6503291" y="5915737"/>
                <a:ext cx="109080" cy="14904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EEA089C5-D2CF-E617-D5FB-7CFAC5125F6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497171" y="5909617"/>
                  <a:ext cx="121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B3CE2044-3B0E-2E3C-2DD2-E4E24CE9CF01}"/>
                    </a:ext>
                  </a:extLst>
                </p14:cNvPr>
                <p14:cNvContentPartPr/>
                <p14:nvPr/>
              </p14:nvContentPartPr>
              <p14:xfrm>
                <a:off x="6805331" y="5805217"/>
                <a:ext cx="280440" cy="25632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B3CE2044-3B0E-2E3C-2DD2-E4E24CE9CF0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799211" y="5799097"/>
                  <a:ext cx="292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0DC3514F-4B2D-3AE6-F273-AE8E46E6330F}"/>
                    </a:ext>
                  </a:extLst>
                </p14:cNvPr>
                <p14:cNvContentPartPr/>
                <p14:nvPr/>
              </p14:nvContentPartPr>
              <p14:xfrm>
                <a:off x="5955011" y="6169537"/>
                <a:ext cx="1013040" cy="7164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0DC3514F-4B2D-3AE6-F273-AE8E46E6330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948891" y="6163417"/>
                  <a:ext cx="1025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3B80F8CC-6EE3-3975-E9F2-2B9864E54B66}"/>
                    </a:ext>
                  </a:extLst>
                </p14:cNvPr>
                <p14:cNvContentPartPr/>
                <p14:nvPr/>
              </p14:nvContentPartPr>
              <p14:xfrm>
                <a:off x="6388811" y="6178537"/>
                <a:ext cx="340560" cy="30240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3B80F8CC-6EE3-3975-E9F2-2B9864E54B66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382691" y="6172417"/>
                  <a:ext cx="3528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3D1FB05B-E3BD-94ED-DE3C-9A678E2CBEA2}"/>
                    </a:ext>
                  </a:extLst>
                </p14:cNvPr>
                <p14:cNvContentPartPr/>
                <p14:nvPr/>
              </p14:nvContentPartPr>
              <p14:xfrm>
                <a:off x="6828731" y="6341977"/>
                <a:ext cx="245520" cy="15444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3D1FB05B-E3BD-94ED-DE3C-9A678E2CBEA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822611" y="6335857"/>
                  <a:ext cx="257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DBBEBCC0-F1CB-D792-B072-8A3ECBF343FE}"/>
                    </a:ext>
                  </a:extLst>
                </p14:cNvPr>
                <p14:cNvContentPartPr/>
                <p14:nvPr/>
              </p14:nvContentPartPr>
              <p14:xfrm>
                <a:off x="5081651" y="6531697"/>
                <a:ext cx="128520" cy="24120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DBBEBCC0-F1CB-D792-B072-8A3ECBF343F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075531" y="6525577"/>
                  <a:ext cx="140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A886695E-8756-3C72-5AEA-39B6ACD6ACD4}"/>
                    </a:ext>
                  </a:extLst>
                </p14:cNvPr>
                <p14:cNvContentPartPr/>
                <p14:nvPr/>
              </p14:nvContentPartPr>
              <p14:xfrm>
                <a:off x="5070851" y="6536377"/>
                <a:ext cx="311040" cy="7164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A886695E-8756-3C72-5AEA-39B6ACD6ACD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064731" y="6530257"/>
                  <a:ext cx="323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50E3EBF8-E090-8218-9A08-B072F764D755}"/>
                    </a:ext>
                  </a:extLst>
                </p14:cNvPr>
                <p14:cNvContentPartPr/>
                <p14:nvPr/>
              </p14:nvContentPartPr>
              <p14:xfrm>
                <a:off x="5307731" y="6492817"/>
                <a:ext cx="150480" cy="27288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50E3EBF8-E090-8218-9A08-B072F764D75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301611" y="6486697"/>
                  <a:ext cx="1627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33B0F2EE-D78C-DAF5-B2C0-EA5D626C385F}"/>
                    </a:ext>
                  </a:extLst>
                </p14:cNvPr>
                <p14:cNvContentPartPr/>
                <p14:nvPr/>
              </p14:nvContentPartPr>
              <p14:xfrm>
                <a:off x="5620931" y="6625657"/>
                <a:ext cx="226440" cy="1224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33B0F2EE-D78C-DAF5-B2C0-EA5D626C385F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614811" y="6619537"/>
                  <a:ext cx="238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DB87118A-32AC-3A1E-334F-4A314B8D99F1}"/>
                    </a:ext>
                  </a:extLst>
                </p14:cNvPr>
                <p14:cNvContentPartPr/>
                <p14:nvPr/>
              </p14:nvContentPartPr>
              <p14:xfrm>
                <a:off x="5683931" y="6708097"/>
                <a:ext cx="302400" cy="6948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DB87118A-32AC-3A1E-334F-4A314B8D99F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677811" y="6701977"/>
                  <a:ext cx="314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EBF1804B-5633-3B01-0AE9-2BB437222689}"/>
                    </a:ext>
                  </a:extLst>
                </p14:cNvPr>
                <p14:cNvContentPartPr/>
                <p14:nvPr/>
              </p14:nvContentPartPr>
              <p14:xfrm>
                <a:off x="6590051" y="5940577"/>
                <a:ext cx="360" cy="36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EBF1804B-5633-3B01-0AE9-2BB43722268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583931" y="593445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E142D4EC-A3FF-9367-FB33-2D30AE4C1CA6}"/>
                    </a:ext>
                  </a:extLst>
                </p14:cNvPr>
                <p14:cNvContentPartPr/>
                <p14:nvPr/>
              </p14:nvContentPartPr>
              <p14:xfrm>
                <a:off x="7377011" y="5839777"/>
                <a:ext cx="76320" cy="2808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E142D4EC-A3FF-9367-FB33-2D30AE4C1CA6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370891" y="5833657"/>
                  <a:ext cx="88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70505CE5-1AE9-4254-6952-E70314826C81}"/>
                    </a:ext>
                  </a:extLst>
                </p14:cNvPr>
                <p14:cNvContentPartPr/>
                <p14:nvPr/>
              </p14:nvContentPartPr>
              <p14:xfrm>
                <a:off x="6201251" y="6531697"/>
                <a:ext cx="248040" cy="20232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70505CE5-1AE9-4254-6952-E70314826C8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195131" y="6525577"/>
                  <a:ext cx="260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311AA96C-99E3-568A-3DC3-B1CCBEC18665}"/>
                    </a:ext>
                  </a:extLst>
                </p14:cNvPr>
                <p14:cNvContentPartPr/>
                <p14:nvPr/>
              </p14:nvContentPartPr>
              <p14:xfrm>
                <a:off x="6448931" y="6568057"/>
                <a:ext cx="207000" cy="12924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311AA96C-99E3-568A-3DC3-B1CCBEC1866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442811" y="6561937"/>
                  <a:ext cx="219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B31626F6-5B9A-D587-820A-53398441394B}"/>
                    </a:ext>
                  </a:extLst>
                </p14:cNvPr>
                <p14:cNvContentPartPr/>
                <p14:nvPr/>
              </p14:nvContentPartPr>
              <p14:xfrm>
                <a:off x="6351731" y="6471937"/>
                <a:ext cx="206280" cy="15408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B31626F6-5B9A-D587-820A-53398441394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345611" y="6465817"/>
                  <a:ext cx="218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B400E40D-6658-0E62-B506-7F1E768AE2ED}"/>
                    </a:ext>
                  </a:extLst>
                </p14:cNvPr>
                <p14:cNvContentPartPr/>
                <p14:nvPr/>
              </p14:nvContentPartPr>
              <p14:xfrm>
                <a:off x="6823331" y="6517297"/>
                <a:ext cx="134280" cy="25560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B400E40D-6658-0E62-B506-7F1E768AE2E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817211" y="6511177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BCD5DBAC-A64E-8B94-1379-682FDEB05DFC}"/>
                    </a:ext>
                  </a:extLst>
                </p14:cNvPr>
                <p14:cNvContentPartPr/>
                <p14:nvPr/>
              </p14:nvContentPartPr>
              <p14:xfrm>
                <a:off x="7129331" y="6527377"/>
                <a:ext cx="98280" cy="3204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BCD5DBAC-A64E-8B94-1379-682FDEB05DF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123211" y="6521257"/>
                  <a:ext cx="110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870B52DD-89B4-7D88-E82E-22AC9524B8FB}"/>
                    </a:ext>
                  </a:extLst>
                </p14:cNvPr>
                <p14:cNvContentPartPr/>
                <p14:nvPr/>
              </p14:nvContentPartPr>
              <p14:xfrm>
                <a:off x="7101611" y="6566977"/>
                <a:ext cx="188640" cy="24948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870B52DD-89B4-7D88-E82E-22AC9524B8FB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095491" y="6560857"/>
                  <a:ext cx="200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0244BF1C-3829-CFAE-CBB3-09A9C92EC5F4}"/>
                    </a:ext>
                  </a:extLst>
                </p14:cNvPr>
                <p14:cNvContentPartPr/>
                <p14:nvPr/>
              </p14:nvContentPartPr>
              <p14:xfrm>
                <a:off x="7507331" y="6728617"/>
                <a:ext cx="11160" cy="11736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0244BF1C-3829-CFAE-CBB3-09A9C92EC5F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501211" y="6722497"/>
                  <a:ext cx="23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FE8EB6E1-0662-2FFA-3ACE-C4B7046EC1E5}"/>
                    </a:ext>
                  </a:extLst>
                </p14:cNvPr>
                <p14:cNvContentPartPr/>
                <p14:nvPr/>
              </p14:nvContentPartPr>
              <p14:xfrm>
                <a:off x="7496531" y="6519070"/>
                <a:ext cx="280800" cy="29592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FE8EB6E1-0662-2FFA-3ACE-C4B7046EC1E5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490411" y="6512950"/>
                  <a:ext cx="293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2CCD1E1D-CBC5-B20C-E699-BB1135EF9D16}"/>
                    </a:ext>
                  </a:extLst>
                </p14:cNvPr>
                <p14:cNvContentPartPr/>
                <p14:nvPr/>
              </p14:nvContentPartPr>
              <p14:xfrm>
                <a:off x="7624691" y="6656590"/>
                <a:ext cx="378720" cy="7380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2CCD1E1D-CBC5-B20C-E699-BB1135EF9D1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618571" y="6650470"/>
                  <a:ext cx="390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288478D3-38BE-D98B-5373-362ADB96A72F}"/>
                    </a:ext>
                  </a:extLst>
                </p14:cNvPr>
                <p14:cNvContentPartPr/>
                <p14:nvPr/>
              </p14:nvContentPartPr>
              <p14:xfrm>
                <a:off x="8268011" y="6521950"/>
                <a:ext cx="409680" cy="1800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288478D3-38BE-D98B-5373-362ADB96A72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261891" y="6515830"/>
                  <a:ext cx="421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6EF97C18-1C74-E9C3-C4C9-68375C1C3294}"/>
                    </a:ext>
                  </a:extLst>
                </p14:cNvPr>
                <p14:cNvContentPartPr/>
                <p14:nvPr/>
              </p14:nvContentPartPr>
              <p14:xfrm>
                <a:off x="8400851" y="6677470"/>
                <a:ext cx="43920" cy="1620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6EF97C18-1C74-E9C3-C4C9-68375C1C329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394731" y="6671350"/>
                  <a:ext cx="56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205515C4-1C85-2C0D-73D7-03DC27990A85}"/>
                    </a:ext>
                  </a:extLst>
                </p14:cNvPr>
                <p14:cNvContentPartPr/>
                <p14:nvPr/>
              </p14:nvContentPartPr>
              <p14:xfrm>
                <a:off x="8229131" y="6651910"/>
                <a:ext cx="345960" cy="1908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205515C4-1C85-2C0D-73D7-03DC27990A8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223011" y="6645790"/>
                  <a:ext cx="358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68DE103B-FB68-458E-5E61-9B35A66ACB63}"/>
                    </a:ext>
                  </a:extLst>
                </p14:cNvPr>
                <p14:cNvContentPartPr/>
                <p14:nvPr/>
              </p14:nvContentPartPr>
              <p14:xfrm>
                <a:off x="8368091" y="6741190"/>
                <a:ext cx="411120" cy="6264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68DE103B-FB68-458E-5E61-9B35A66ACB6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361971" y="6735070"/>
                  <a:ext cx="42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DF89E135-0A2A-1820-00EC-00518D993C4E}"/>
                    </a:ext>
                  </a:extLst>
                </p14:cNvPr>
                <p14:cNvContentPartPr/>
                <p14:nvPr/>
              </p14:nvContentPartPr>
              <p14:xfrm>
                <a:off x="9336131" y="6559030"/>
                <a:ext cx="358200" cy="27648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DF89E135-0A2A-1820-00EC-00518D993C4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330011" y="6552910"/>
                  <a:ext cx="3704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69" name="Tinta 368">
                  <a:extLst>
                    <a:ext uri="{FF2B5EF4-FFF2-40B4-BE49-F238E27FC236}">
                      <a16:creationId xmlns:a16="http://schemas.microsoft.com/office/drawing/2014/main" id="{435DA8FF-5746-8E27-BD87-F5A8CA4C7625}"/>
                    </a:ext>
                  </a:extLst>
                </p14:cNvPr>
                <p14:cNvContentPartPr/>
                <p14:nvPr/>
              </p14:nvContentPartPr>
              <p14:xfrm>
                <a:off x="9911411" y="6787630"/>
                <a:ext cx="161280" cy="70920"/>
              </p14:xfrm>
            </p:contentPart>
          </mc:Choice>
          <mc:Fallback>
            <p:pic>
              <p:nvPicPr>
                <p:cNvPr id="369" name="Tinta 368">
                  <a:extLst>
                    <a:ext uri="{FF2B5EF4-FFF2-40B4-BE49-F238E27FC236}">
                      <a16:creationId xmlns:a16="http://schemas.microsoft.com/office/drawing/2014/main" id="{435DA8FF-5746-8E27-BD87-F5A8CA4C762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05291" y="6781510"/>
                  <a:ext cx="173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0" name="Tinta 369">
                  <a:extLst>
                    <a:ext uri="{FF2B5EF4-FFF2-40B4-BE49-F238E27FC236}">
                      <a16:creationId xmlns:a16="http://schemas.microsoft.com/office/drawing/2014/main" id="{F3510AA2-EEAB-5637-A07E-DEB23F723E44}"/>
                    </a:ext>
                  </a:extLst>
                </p14:cNvPr>
                <p14:cNvContentPartPr/>
                <p14:nvPr/>
              </p14:nvContentPartPr>
              <p14:xfrm>
                <a:off x="9944891" y="6553617"/>
                <a:ext cx="397080" cy="221760"/>
              </p14:xfrm>
            </p:contentPart>
          </mc:Choice>
          <mc:Fallback>
            <p:pic>
              <p:nvPicPr>
                <p:cNvPr id="370" name="Tinta 369">
                  <a:extLst>
                    <a:ext uri="{FF2B5EF4-FFF2-40B4-BE49-F238E27FC236}">
                      <a16:creationId xmlns:a16="http://schemas.microsoft.com/office/drawing/2014/main" id="{F3510AA2-EEAB-5637-A07E-DEB23F723E4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38771" y="6547497"/>
                  <a:ext cx="409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BB34E585-20CA-3164-C828-22FE5E6ADD01}"/>
                    </a:ext>
                  </a:extLst>
                </p14:cNvPr>
                <p14:cNvContentPartPr/>
                <p14:nvPr/>
              </p14:nvContentPartPr>
              <p14:xfrm>
                <a:off x="10363211" y="6587097"/>
                <a:ext cx="204840" cy="19548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BB34E585-20CA-3164-C828-22FE5E6ADD0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357091" y="6580977"/>
                  <a:ext cx="217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29D102D3-9DA2-B363-9DDF-653F9E39290B}"/>
                    </a:ext>
                  </a:extLst>
                </p14:cNvPr>
                <p14:cNvContentPartPr/>
                <p14:nvPr/>
              </p14:nvContentPartPr>
              <p14:xfrm>
                <a:off x="9092771" y="6381537"/>
                <a:ext cx="1585080" cy="53568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29D102D3-9DA2-B363-9DDF-653F9E39290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086651" y="6375417"/>
                  <a:ext cx="1597320" cy="54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Agrupar 384">
            <a:extLst>
              <a:ext uri="{FF2B5EF4-FFF2-40B4-BE49-F238E27FC236}">
                <a16:creationId xmlns:a16="http://schemas.microsoft.com/office/drawing/2014/main" id="{2C43FC38-9574-CDBE-350F-49BEB138EEDE}"/>
              </a:ext>
            </a:extLst>
          </p:cNvPr>
          <p:cNvGrpSpPr/>
          <p:nvPr/>
        </p:nvGrpSpPr>
        <p:grpSpPr>
          <a:xfrm>
            <a:off x="10108331" y="3342057"/>
            <a:ext cx="2927520" cy="780120"/>
            <a:chOff x="10108331" y="3342057"/>
            <a:chExt cx="2927520" cy="78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A274C000-0DCE-A603-8293-59DABD974CE4}"/>
                    </a:ext>
                  </a:extLst>
                </p14:cNvPr>
                <p14:cNvContentPartPr/>
                <p14:nvPr/>
              </p14:nvContentPartPr>
              <p14:xfrm>
                <a:off x="10276451" y="3536817"/>
                <a:ext cx="389520" cy="304560"/>
              </p14:xfrm>
            </p:contentPart>
          </mc:Choice>
          <mc:Fallback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A274C000-0DCE-A603-8293-59DABD974CE4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270331" y="3530697"/>
                  <a:ext cx="401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C49F8830-0BFE-96A6-C390-55EFC09FBFAE}"/>
                    </a:ext>
                  </a:extLst>
                </p14:cNvPr>
                <p14:cNvContentPartPr/>
                <p14:nvPr/>
              </p14:nvContentPartPr>
              <p14:xfrm>
                <a:off x="10589291" y="3648417"/>
                <a:ext cx="215640" cy="52920"/>
              </p14:xfrm>
            </p:contentPart>
          </mc:Choice>
          <mc:Fallback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C49F8830-0BFE-96A6-C390-55EFC09FBFAE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583171" y="3642297"/>
                  <a:ext cx="227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417C2A93-84AA-E75F-05E1-BD5A5CF663E5}"/>
                    </a:ext>
                  </a:extLst>
                </p14:cNvPr>
                <p14:cNvContentPartPr/>
                <p14:nvPr/>
              </p14:nvContentPartPr>
              <p14:xfrm>
                <a:off x="10698011" y="3811137"/>
                <a:ext cx="313200" cy="34200"/>
              </p14:xfrm>
            </p:contentPart>
          </mc:Choice>
          <mc:Fallback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417C2A93-84AA-E75F-05E1-BD5A5CF663E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691891" y="3805017"/>
                  <a:ext cx="325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04B70568-4E7D-C238-D0B2-06D0823F7667}"/>
                    </a:ext>
                  </a:extLst>
                </p14:cNvPr>
                <p14:cNvContentPartPr/>
                <p14:nvPr/>
              </p14:nvContentPartPr>
              <p14:xfrm>
                <a:off x="11343491" y="3623217"/>
                <a:ext cx="335160" cy="28548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04B70568-4E7D-C238-D0B2-06D0823F766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337371" y="3617097"/>
                  <a:ext cx="3474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79" name="Tinta 378">
                  <a:extLst>
                    <a:ext uri="{FF2B5EF4-FFF2-40B4-BE49-F238E27FC236}">
                      <a16:creationId xmlns:a16="http://schemas.microsoft.com/office/drawing/2014/main" id="{229E70BC-2C29-BBCE-0A8A-4DBB572D90FF}"/>
                    </a:ext>
                  </a:extLst>
                </p14:cNvPr>
                <p14:cNvContentPartPr/>
                <p14:nvPr/>
              </p14:nvContentPartPr>
              <p14:xfrm>
                <a:off x="11595851" y="3664257"/>
                <a:ext cx="180360" cy="193320"/>
              </p14:xfrm>
            </p:contentPart>
          </mc:Choice>
          <mc:Fallback>
            <p:pic>
              <p:nvPicPr>
                <p:cNvPr id="379" name="Tinta 378">
                  <a:extLst>
                    <a:ext uri="{FF2B5EF4-FFF2-40B4-BE49-F238E27FC236}">
                      <a16:creationId xmlns:a16="http://schemas.microsoft.com/office/drawing/2014/main" id="{229E70BC-2C29-BBCE-0A8A-4DBB572D90F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589731" y="3658137"/>
                  <a:ext cx="1926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DC0B48B8-4021-B4F6-208C-95C8F46886AE}"/>
                    </a:ext>
                  </a:extLst>
                </p14:cNvPr>
                <p14:cNvContentPartPr/>
                <p14:nvPr/>
              </p14:nvContentPartPr>
              <p14:xfrm>
                <a:off x="11936771" y="3847857"/>
                <a:ext cx="33120" cy="11232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DC0B48B8-4021-B4F6-208C-95C8F46886A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930651" y="3841737"/>
                  <a:ext cx="45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6918DB82-C6E2-4231-79AD-D55CFB8A99B1}"/>
                    </a:ext>
                  </a:extLst>
                </p14:cNvPr>
                <p14:cNvContentPartPr/>
                <p14:nvPr/>
              </p14:nvContentPartPr>
              <p14:xfrm>
                <a:off x="12023891" y="3722577"/>
                <a:ext cx="324360" cy="260640"/>
              </p14:xfrm>
            </p:contentPart>
          </mc:Choice>
          <mc:Fallback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6918DB82-C6E2-4231-79AD-D55CFB8A99B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2017771" y="3716457"/>
                  <a:ext cx="336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2243A743-785A-832B-C5F7-B90C7A660947}"/>
                    </a:ext>
                  </a:extLst>
                </p14:cNvPr>
                <p14:cNvContentPartPr/>
                <p14:nvPr/>
              </p14:nvContentPartPr>
              <p14:xfrm>
                <a:off x="12304331" y="3751737"/>
                <a:ext cx="351000" cy="200880"/>
              </p14:xfrm>
            </p:contentPart>
          </mc:Choice>
          <mc:Fallback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2243A743-785A-832B-C5F7-B90C7A66094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2298211" y="3745617"/>
                  <a:ext cx="363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C0B4B735-D7DF-CEA4-FECE-6E47D9D132BF}"/>
                    </a:ext>
                  </a:extLst>
                </p14:cNvPr>
                <p14:cNvContentPartPr/>
                <p14:nvPr/>
              </p14:nvContentPartPr>
              <p14:xfrm>
                <a:off x="10108331" y="3342057"/>
                <a:ext cx="2927520" cy="78012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C0B4B735-D7DF-CEA4-FECE-6E47D9D132B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102211" y="3335937"/>
                  <a:ext cx="2939760" cy="79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86" name="Tinta 385">
                <a:extLst>
                  <a:ext uri="{FF2B5EF4-FFF2-40B4-BE49-F238E27FC236}">
                    <a16:creationId xmlns:a16="http://schemas.microsoft.com/office/drawing/2014/main" id="{7B0FF93E-7121-C832-5B29-837DEA0B1A0D}"/>
                  </a:ext>
                </a:extLst>
              </p14:cNvPr>
              <p14:cNvContentPartPr/>
              <p14:nvPr/>
            </p14:nvContentPartPr>
            <p14:xfrm>
              <a:off x="1697407" y="3717537"/>
              <a:ext cx="1227600" cy="127440"/>
            </p14:xfrm>
          </p:contentPart>
        </mc:Choice>
        <mc:Fallback>
          <p:pic>
            <p:nvPicPr>
              <p:cNvPr id="386" name="Tinta 385">
                <a:extLst>
                  <a:ext uri="{FF2B5EF4-FFF2-40B4-BE49-F238E27FC236}">
                    <a16:creationId xmlns:a16="http://schemas.microsoft.com/office/drawing/2014/main" id="{7B0FF93E-7121-C832-5B29-837DEA0B1A0D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1691287" y="3711417"/>
                <a:ext cx="12398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87" name="Tinta 386">
                <a:extLst>
                  <a:ext uri="{FF2B5EF4-FFF2-40B4-BE49-F238E27FC236}">
                    <a16:creationId xmlns:a16="http://schemas.microsoft.com/office/drawing/2014/main" id="{05996B84-DCF3-23BE-58EC-BDF3BB5EA155}"/>
                  </a:ext>
                </a:extLst>
              </p14:cNvPr>
              <p14:cNvContentPartPr/>
              <p14:nvPr/>
            </p14:nvContentPartPr>
            <p14:xfrm>
              <a:off x="339847" y="4348977"/>
              <a:ext cx="646200" cy="163080"/>
            </p14:xfrm>
          </p:contentPart>
        </mc:Choice>
        <mc:Fallback>
          <p:pic>
            <p:nvPicPr>
              <p:cNvPr id="387" name="Tinta 386">
                <a:extLst>
                  <a:ext uri="{FF2B5EF4-FFF2-40B4-BE49-F238E27FC236}">
                    <a16:creationId xmlns:a16="http://schemas.microsoft.com/office/drawing/2014/main" id="{05996B84-DCF3-23BE-58EC-BDF3BB5EA155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333727" y="4342857"/>
                <a:ext cx="658440" cy="1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07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0EC08-7847-B7E7-4A78-B4BC0EDE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CC500A5-9AD4-20F1-7F50-6D8A79FA4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78" y="108968"/>
            <a:ext cx="3376376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269DDE54-C5C1-108D-2BD5-F4B703660683}"/>
                  </a:ext>
                </a:extLst>
              </p14:cNvPr>
              <p14:cNvContentPartPr/>
              <p14:nvPr/>
            </p14:nvContentPartPr>
            <p14:xfrm>
              <a:off x="2053691" y="2616697"/>
              <a:ext cx="1202400" cy="5472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269DDE54-C5C1-108D-2BD5-F4B7036606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7571" y="2610577"/>
                <a:ext cx="1214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F9DC716D-C7B4-617D-8502-29D1F5D344A8}"/>
                  </a:ext>
                </a:extLst>
              </p14:cNvPr>
              <p14:cNvContentPartPr/>
              <p14:nvPr/>
            </p14:nvContentPartPr>
            <p14:xfrm>
              <a:off x="1948211" y="824977"/>
              <a:ext cx="191160" cy="874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F9DC716D-C7B4-617D-8502-29D1F5D344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42091" y="818857"/>
                <a:ext cx="203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ADC9D285-011D-6266-E21F-F73A76BE1D6A}"/>
                  </a:ext>
                </a:extLst>
              </p14:cNvPr>
              <p14:cNvContentPartPr/>
              <p14:nvPr/>
            </p14:nvContentPartPr>
            <p14:xfrm>
              <a:off x="1814651" y="2026657"/>
              <a:ext cx="140040" cy="14292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ADC9D285-011D-6266-E21F-F73A76BE1D6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8531" y="2020537"/>
                <a:ext cx="1522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877D8DE1-379E-73FF-7908-5A2264F997A6}"/>
                  </a:ext>
                </a:extLst>
              </p14:cNvPr>
              <p14:cNvContentPartPr/>
              <p14:nvPr/>
            </p14:nvContentPartPr>
            <p14:xfrm>
              <a:off x="1992851" y="806977"/>
              <a:ext cx="191880" cy="16596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877D8DE1-379E-73FF-7908-5A2264F997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6731" y="800857"/>
                <a:ext cx="2041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348CCEF7-EDF7-C248-DC11-919C0DA80BCF}"/>
                  </a:ext>
                </a:extLst>
              </p14:cNvPr>
              <p14:cNvContentPartPr/>
              <p14:nvPr/>
            </p14:nvContentPartPr>
            <p14:xfrm>
              <a:off x="6503291" y="2465857"/>
              <a:ext cx="188640" cy="18360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348CCEF7-EDF7-C248-DC11-919C0DA80BC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97171" y="2459737"/>
                <a:ext cx="2008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8BB68F38-AB2A-EFED-6121-AA768C346BAB}"/>
                  </a:ext>
                </a:extLst>
              </p14:cNvPr>
              <p14:cNvContentPartPr/>
              <p14:nvPr/>
            </p14:nvContentPartPr>
            <p14:xfrm>
              <a:off x="5415011" y="1718857"/>
              <a:ext cx="1115640" cy="49896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8BB68F38-AB2A-EFED-6121-AA768C346BA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08891" y="1712737"/>
                <a:ext cx="112788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1E29F746-0AB9-494A-27EF-54A755CA2DF1}"/>
                  </a:ext>
                </a:extLst>
              </p14:cNvPr>
              <p14:cNvContentPartPr/>
              <p14:nvPr/>
            </p14:nvContentPartPr>
            <p14:xfrm>
              <a:off x="1134611" y="2147977"/>
              <a:ext cx="421920" cy="99504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1E29F746-0AB9-494A-27EF-54A755CA2DF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8491" y="2141857"/>
                <a:ext cx="434160" cy="10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Agrupar 57">
            <a:extLst>
              <a:ext uri="{FF2B5EF4-FFF2-40B4-BE49-F238E27FC236}">
                <a16:creationId xmlns:a16="http://schemas.microsoft.com/office/drawing/2014/main" id="{9DA6B37C-AA5C-1A8F-86BA-75ABC3C0BDE9}"/>
              </a:ext>
            </a:extLst>
          </p:cNvPr>
          <p:cNvGrpSpPr/>
          <p:nvPr/>
        </p:nvGrpSpPr>
        <p:grpSpPr>
          <a:xfrm>
            <a:off x="4702211" y="3118177"/>
            <a:ext cx="875520" cy="300600"/>
            <a:chOff x="4702211" y="3118177"/>
            <a:chExt cx="87552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0DB0BB9A-2F34-89A1-733C-5F6ED395D3F1}"/>
                    </a:ext>
                  </a:extLst>
                </p14:cNvPr>
                <p14:cNvContentPartPr/>
                <p14:nvPr/>
              </p14:nvContentPartPr>
              <p14:xfrm>
                <a:off x="4702211" y="3118177"/>
                <a:ext cx="303840" cy="2203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0DB0BB9A-2F34-89A1-733C-5F6ED395D3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96091" y="3112057"/>
                  <a:ext cx="316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FD1C002-E740-CAD8-1DC8-6A57BE8F0294}"/>
                    </a:ext>
                  </a:extLst>
                </p14:cNvPr>
                <p14:cNvContentPartPr/>
                <p14:nvPr/>
              </p14:nvContentPartPr>
              <p14:xfrm>
                <a:off x="5100731" y="3350377"/>
                <a:ext cx="12240" cy="90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FD1C002-E740-CAD8-1DC8-6A57BE8F02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94611" y="3344257"/>
                  <a:ext cx="2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CA68734-F48A-8DDD-AE75-6508666F79DF}"/>
                    </a:ext>
                  </a:extLst>
                </p14:cNvPr>
                <p14:cNvContentPartPr/>
                <p14:nvPr/>
              </p14:nvContentPartPr>
              <p14:xfrm>
                <a:off x="4961771" y="3345697"/>
                <a:ext cx="131760" cy="730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CA68734-F48A-8DDD-AE75-6508666F79D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55651" y="3339577"/>
                  <a:ext cx="144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DE73132-D6C6-F3C4-51F8-560DA5B85DDD}"/>
                    </a:ext>
                  </a:extLst>
                </p14:cNvPr>
                <p14:cNvContentPartPr/>
                <p14:nvPr/>
              </p14:nvContentPartPr>
              <p14:xfrm>
                <a:off x="5242571" y="3261457"/>
                <a:ext cx="248400" cy="26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DE73132-D6C6-F3C4-51F8-560DA5B85D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36451" y="3255337"/>
                  <a:ext cx="260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95B21C02-7E5C-7F34-EAF8-13CAB2DCB5E0}"/>
                    </a:ext>
                  </a:extLst>
                </p14:cNvPr>
                <p14:cNvContentPartPr/>
                <p14:nvPr/>
              </p14:nvContentPartPr>
              <p14:xfrm>
                <a:off x="5242571" y="3331297"/>
                <a:ext cx="335160" cy="212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95B21C02-7E5C-7F34-EAF8-13CAB2DCB5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36451" y="3325177"/>
                  <a:ext cx="3474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88E259D1-DDA0-AAED-874E-4614D6D070C4}"/>
              </a:ext>
            </a:extLst>
          </p:cNvPr>
          <p:cNvGrpSpPr/>
          <p:nvPr/>
        </p:nvGrpSpPr>
        <p:grpSpPr>
          <a:xfrm>
            <a:off x="6160931" y="3058417"/>
            <a:ext cx="4083480" cy="570240"/>
            <a:chOff x="6160931" y="3058417"/>
            <a:chExt cx="408348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6884ED1-D59A-B629-B19E-57848CE561F1}"/>
                    </a:ext>
                  </a:extLst>
                </p14:cNvPr>
                <p14:cNvContentPartPr/>
                <p14:nvPr/>
              </p14:nvContentPartPr>
              <p14:xfrm>
                <a:off x="6160931" y="3201697"/>
                <a:ext cx="353520" cy="1677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6884ED1-D59A-B629-B19E-57848CE561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54811" y="3195577"/>
                  <a:ext cx="365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F324406A-E3D2-63A4-234A-301042A33B9B}"/>
                    </a:ext>
                  </a:extLst>
                </p14:cNvPr>
                <p14:cNvContentPartPr/>
                <p14:nvPr/>
              </p14:nvContentPartPr>
              <p14:xfrm>
                <a:off x="6175691" y="3147337"/>
                <a:ext cx="348840" cy="2196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F324406A-E3D2-63A4-234A-301042A33B9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69571" y="3141217"/>
                  <a:ext cx="361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6CB5948D-5F9B-0219-3246-CC6DD2534F1E}"/>
                    </a:ext>
                  </a:extLst>
                </p14:cNvPr>
                <p14:cNvContentPartPr/>
                <p14:nvPr/>
              </p14:nvContentPartPr>
              <p14:xfrm>
                <a:off x="6750971" y="3058417"/>
                <a:ext cx="400320" cy="37296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6CB5948D-5F9B-0219-3246-CC6DD2534F1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44851" y="3052297"/>
                  <a:ext cx="4125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C01BDE8-00B2-AD59-BF96-5BD62511DE7E}"/>
                    </a:ext>
                  </a:extLst>
                </p14:cNvPr>
                <p14:cNvContentPartPr/>
                <p14:nvPr/>
              </p14:nvContentPartPr>
              <p14:xfrm>
                <a:off x="7151291" y="3370537"/>
                <a:ext cx="204120" cy="7776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C01BDE8-00B2-AD59-BF96-5BD62511DE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45171" y="3364417"/>
                  <a:ext cx="216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7341E37F-51E0-A941-64D7-A6F8505D54F2}"/>
                    </a:ext>
                  </a:extLst>
                </p14:cNvPr>
                <p14:cNvContentPartPr/>
                <p14:nvPr/>
              </p14:nvContentPartPr>
              <p14:xfrm>
                <a:off x="7338131" y="3364057"/>
                <a:ext cx="227880" cy="1368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7341E37F-51E0-A941-64D7-A6F8505D54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32011" y="3357937"/>
                  <a:ext cx="240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5E8433A1-A14A-A978-6C03-C31BCEC2EF91}"/>
                    </a:ext>
                  </a:extLst>
                </p14:cNvPr>
                <p14:cNvContentPartPr/>
                <p14:nvPr/>
              </p14:nvContentPartPr>
              <p14:xfrm>
                <a:off x="7668251" y="3416977"/>
                <a:ext cx="213840" cy="662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5E8433A1-A14A-A978-6C03-C31BCEC2EF9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62131" y="3410857"/>
                  <a:ext cx="226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9A3E92B5-DF74-7A57-8F21-232BC86F1EB6}"/>
                    </a:ext>
                  </a:extLst>
                </p14:cNvPr>
                <p14:cNvContentPartPr/>
                <p14:nvPr/>
              </p14:nvContentPartPr>
              <p14:xfrm>
                <a:off x="7895411" y="3426697"/>
                <a:ext cx="246960" cy="1101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9A3E92B5-DF74-7A57-8F21-232BC86F1EB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89291" y="3420577"/>
                  <a:ext cx="259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CE83435B-A626-44F9-C301-52726AA4D242}"/>
                    </a:ext>
                  </a:extLst>
                </p14:cNvPr>
                <p14:cNvContentPartPr/>
                <p14:nvPr/>
              </p14:nvContentPartPr>
              <p14:xfrm>
                <a:off x="8142011" y="3400057"/>
                <a:ext cx="345240" cy="1983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CE83435B-A626-44F9-C301-52726AA4D24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35891" y="3393937"/>
                  <a:ext cx="357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44D49B56-7C11-1A2C-CEC4-50DCE98B037A}"/>
                    </a:ext>
                  </a:extLst>
                </p14:cNvPr>
                <p14:cNvContentPartPr/>
                <p14:nvPr/>
              </p14:nvContentPartPr>
              <p14:xfrm>
                <a:off x="8378171" y="3452257"/>
                <a:ext cx="238320" cy="817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44D49B56-7C11-1A2C-CEC4-50DCE98B03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72051" y="3446137"/>
                  <a:ext cx="250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27BB1DE-31B5-191B-8F9B-4FC3ECF31A7F}"/>
                    </a:ext>
                  </a:extLst>
                </p14:cNvPr>
                <p14:cNvContentPartPr/>
                <p14:nvPr/>
              </p14:nvContentPartPr>
              <p14:xfrm>
                <a:off x="8735291" y="3416257"/>
                <a:ext cx="54720" cy="392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27BB1DE-31B5-191B-8F9B-4FC3ECF31A7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29171" y="3410137"/>
                  <a:ext cx="66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A045F1BA-D715-F183-83C5-DF5D98197AC0}"/>
                    </a:ext>
                  </a:extLst>
                </p14:cNvPr>
                <p14:cNvContentPartPr/>
                <p14:nvPr/>
              </p14:nvContentPartPr>
              <p14:xfrm>
                <a:off x="8702891" y="3431017"/>
                <a:ext cx="215640" cy="1224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A045F1BA-D715-F183-83C5-DF5D98197A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96771" y="3424897"/>
                  <a:ext cx="227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FA864CDB-C2C4-8FF8-14AB-544DB2769FFD}"/>
                    </a:ext>
                  </a:extLst>
                </p14:cNvPr>
                <p14:cNvContentPartPr/>
                <p14:nvPr/>
              </p14:nvContentPartPr>
              <p14:xfrm>
                <a:off x="9026171" y="3479977"/>
                <a:ext cx="194400" cy="759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FA864CDB-C2C4-8FF8-14AB-544DB2769F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20051" y="3473857"/>
                  <a:ext cx="206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08BE714-80B4-98BC-55F6-8458E4AB60D8}"/>
                    </a:ext>
                  </a:extLst>
                </p14:cNvPr>
                <p14:cNvContentPartPr/>
                <p14:nvPr/>
              </p14:nvContentPartPr>
              <p14:xfrm>
                <a:off x="9187811" y="3261097"/>
                <a:ext cx="248040" cy="3186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08BE714-80B4-98BC-55F6-8458E4AB60D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81691" y="3254977"/>
                  <a:ext cx="2602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4EF54F9-D2F9-BC64-6051-FB08592F9A56}"/>
                    </a:ext>
                  </a:extLst>
                </p14:cNvPr>
                <p14:cNvContentPartPr/>
                <p14:nvPr/>
              </p14:nvContentPartPr>
              <p14:xfrm>
                <a:off x="9457091" y="3483217"/>
                <a:ext cx="389520" cy="1454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4EF54F9-D2F9-BC64-6051-FB08592F9A5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50971" y="3477097"/>
                  <a:ext cx="401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326555F-280B-D3EE-1DBA-1B4735030B8C}"/>
                    </a:ext>
                  </a:extLst>
                </p14:cNvPr>
                <p14:cNvContentPartPr/>
                <p14:nvPr/>
              </p14:nvContentPartPr>
              <p14:xfrm>
                <a:off x="9737531" y="3313297"/>
                <a:ext cx="506880" cy="828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326555F-280B-D3EE-1DBA-1B4735030B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31411" y="3307177"/>
                  <a:ext cx="51912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83F4BCFB-9B1C-2BF5-0A35-516E1269B5DE}"/>
                  </a:ext>
                </a:extLst>
              </p14:cNvPr>
              <p14:cNvContentPartPr/>
              <p14:nvPr/>
            </p14:nvContentPartPr>
            <p14:xfrm>
              <a:off x="5859014" y="1771777"/>
              <a:ext cx="43920" cy="468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83F4BCFB-9B1C-2BF5-0A35-516E1269B5D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852894" y="1765657"/>
                <a:ext cx="5616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FDB933FB-1321-055B-33EF-96F09FC9CE8F}"/>
                  </a:ext>
                </a:extLst>
              </p14:cNvPr>
              <p14:cNvContentPartPr/>
              <p14:nvPr/>
            </p14:nvContentPartPr>
            <p14:xfrm>
              <a:off x="5182451" y="1791217"/>
              <a:ext cx="686520" cy="81360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FDB933FB-1321-055B-33EF-96F09FC9CE8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76331" y="1785097"/>
                <a:ext cx="698760" cy="82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6B6E5160-BE18-88B2-82DC-7E9613A46DBD}"/>
                  </a:ext>
                </a:extLst>
              </p14:cNvPr>
              <p14:cNvContentPartPr/>
              <p14:nvPr/>
            </p14:nvContentPartPr>
            <p14:xfrm>
              <a:off x="5070491" y="2593657"/>
              <a:ext cx="1639080" cy="5904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6B6E5160-BE18-88B2-82DC-7E9613A46DB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064371" y="2587537"/>
                <a:ext cx="1651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B5FE2760-9E9B-B738-59FC-6D39DDB9EF51}"/>
                  </a:ext>
                </a:extLst>
              </p14:cNvPr>
              <p14:cNvContentPartPr/>
              <p14:nvPr/>
            </p14:nvContentPartPr>
            <p14:xfrm>
              <a:off x="5870411" y="1787617"/>
              <a:ext cx="665640" cy="75096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B5FE2760-9E9B-B738-59FC-6D39DDB9EF5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864291" y="1781497"/>
                <a:ext cx="677880" cy="76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E4F9C526-D03E-7A61-82BB-3A718A6B9F14}"/>
                  </a:ext>
                </a:extLst>
              </p14:cNvPr>
              <p14:cNvContentPartPr/>
              <p14:nvPr/>
            </p14:nvContentPartPr>
            <p14:xfrm>
              <a:off x="5457851" y="2155177"/>
              <a:ext cx="878760" cy="3276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E4F9C526-D03E-7A61-82BB-3A718A6B9F1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451731" y="2149057"/>
                <a:ext cx="891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53BB6A64-07FF-9312-929E-0F35D6E48A92}"/>
                  </a:ext>
                </a:extLst>
              </p14:cNvPr>
              <p14:cNvContentPartPr/>
              <p14:nvPr/>
            </p14:nvContentPartPr>
            <p14:xfrm>
              <a:off x="6855011" y="2144377"/>
              <a:ext cx="339840" cy="49824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53BB6A64-07FF-9312-929E-0F35D6E48A9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848891" y="2138257"/>
                <a:ext cx="35208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F44AFCE1-47BA-B0BC-B91F-D96862E9183B}"/>
                  </a:ext>
                </a:extLst>
              </p14:cNvPr>
              <p14:cNvContentPartPr/>
              <p14:nvPr/>
            </p14:nvContentPartPr>
            <p14:xfrm>
              <a:off x="5016491" y="1671697"/>
              <a:ext cx="1942560" cy="107604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F44AFCE1-47BA-B0BC-B91F-D96862E9183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010371" y="1665577"/>
                <a:ext cx="1954800" cy="10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3676EDC8-0F20-745A-D908-0470B377D004}"/>
                  </a:ext>
                </a:extLst>
              </p14:cNvPr>
              <p14:cNvContentPartPr/>
              <p14:nvPr/>
            </p14:nvContentPartPr>
            <p14:xfrm>
              <a:off x="5490251" y="2250577"/>
              <a:ext cx="33120" cy="15120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3676EDC8-0F20-745A-D908-0470B377D00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484131" y="2244457"/>
                <a:ext cx="453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D39C68BE-E4B2-EA99-78E9-2FF287083F02}"/>
                  </a:ext>
                </a:extLst>
              </p14:cNvPr>
              <p14:cNvContentPartPr/>
              <p14:nvPr/>
            </p14:nvContentPartPr>
            <p14:xfrm>
              <a:off x="5609411" y="2181457"/>
              <a:ext cx="107640" cy="28224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D39C68BE-E4B2-EA99-78E9-2FF287083F0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603291" y="2175337"/>
                <a:ext cx="1198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60A691FE-78E6-C6DD-7095-9D1FA2C53673}"/>
                  </a:ext>
                </a:extLst>
              </p14:cNvPr>
              <p14:cNvContentPartPr/>
              <p14:nvPr/>
            </p14:nvContentPartPr>
            <p14:xfrm>
              <a:off x="5814251" y="2195137"/>
              <a:ext cx="76320" cy="24516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60A691FE-78E6-C6DD-7095-9D1FA2C5367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808131" y="2189017"/>
                <a:ext cx="885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B8DD6C1D-30FA-38F5-B48F-AD4EF1F4BF5B}"/>
                  </a:ext>
                </a:extLst>
              </p14:cNvPr>
              <p14:cNvContentPartPr/>
              <p14:nvPr/>
            </p14:nvContentPartPr>
            <p14:xfrm>
              <a:off x="6007571" y="2298097"/>
              <a:ext cx="204840" cy="15588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B8DD6C1D-30FA-38F5-B48F-AD4EF1F4BF5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001451" y="2291977"/>
                <a:ext cx="2170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FDDBDAEF-166F-83C9-EEAF-74A338844F59}"/>
                  </a:ext>
                </a:extLst>
              </p14:cNvPr>
              <p14:cNvContentPartPr/>
              <p14:nvPr/>
            </p14:nvContentPartPr>
            <p14:xfrm>
              <a:off x="6288011" y="2383417"/>
              <a:ext cx="33120" cy="21276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FDDBDAEF-166F-83C9-EEAF-74A338844F5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281891" y="2377297"/>
                <a:ext cx="453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72449B87-D7E6-0E28-1FE2-966A1C8E3DA1}"/>
                  </a:ext>
                </a:extLst>
              </p14:cNvPr>
              <p14:cNvContentPartPr/>
              <p14:nvPr/>
            </p14:nvContentPartPr>
            <p14:xfrm>
              <a:off x="5942411" y="1993897"/>
              <a:ext cx="33120" cy="3024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72449B87-D7E6-0E28-1FE2-966A1C8E3DA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936291" y="1987777"/>
                <a:ext cx="45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106E5743-27F1-616E-B866-83758FEE09C2}"/>
                  </a:ext>
                </a:extLst>
              </p14:cNvPr>
              <p14:cNvContentPartPr/>
              <p14:nvPr/>
            </p14:nvContentPartPr>
            <p14:xfrm>
              <a:off x="5803451" y="1716337"/>
              <a:ext cx="193680" cy="4608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106E5743-27F1-616E-B866-83758FEE09C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97331" y="1710217"/>
                <a:ext cx="2059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B1BF2A62-46CD-D35D-73FB-986133B3CFF3}"/>
                  </a:ext>
                </a:extLst>
              </p14:cNvPr>
              <p14:cNvContentPartPr/>
              <p14:nvPr/>
            </p14:nvContentPartPr>
            <p14:xfrm>
              <a:off x="5868611" y="1768897"/>
              <a:ext cx="408960" cy="13752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B1BF2A62-46CD-D35D-73FB-986133B3CFF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862491" y="1762777"/>
                <a:ext cx="4212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3EFFB248-9D67-3F7D-F68D-E01128B2A4D2}"/>
                  </a:ext>
                </a:extLst>
              </p14:cNvPr>
              <p14:cNvContentPartPr/>
              <p14:nvPr/>
            </p14:nvContentPartPr>
            <p14:xfrm>
              <a:off x="6204614" y="2623537"/>
              <a:ext cx="54720" cy="1908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3EFFB248-9D67-3F7D-F68D-E01128B2A4D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198494" y="2617417"/>
                <a:ext cx="669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1CF5A1ED-4E6F-EF1C-6562-F71AACBB9F3A}"/>
                  </a:ext>
                </a:extLst>
              </p14:cNvPr>
              <p14:cNvContentPartPr/>
              <p14:nvPr/>
            </p14:nvContentPartPr>
            <p14:xfrm>
              <a:off x="6150254" y="2163457"/>
              <a:ext cx="33120" cy="468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1CF5A1ED-4E6F-EF1C-6562-F71AACBB9F3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144134" y="2157337"/>
                <a:ext cx="4536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8EE946CD-4F39-E60C-7A92-1A87014594A9}"/>
                  </a:ext>
                </a:extLst>
              </p14:cNvPr>
              <p14:cNvContentPartPr/>
              <p14:nvPr/>
            </p14:nvContentPartPr>
            <p14:xfrm>
              <a:off x="5750294" y="1954297"/>
              <a:ext cx="161640" cy="20664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8EE946CD-4F39-E60C-7A92-1A87014594A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744174" y="1948177"/>
                <a:ext cx="1738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DACB8E4F-B469-9113-BB0F-A783AFFCD5AA}"/>
                  </a:ext>
                </a:extLst>
              </p14:cNvPr>
              <p14:cNvContentPartPr/>
              <p14:nvPr/>
            </p14:nvContentPartPr>
            <p14:xfrm>
              <a:off x="5859014" y="1735777"/>
              <a:ext cx="109080" cy="46872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DACB8E4F-B469-9113-BB0F-A783AFFCD5A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852894" y="1729657"/>
                <a:ext cx="12132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2AC6C38D-9B8C-CF24-319A-8F697775EC1B}"/>
                  </a:ext>
                </a:extLst>
              </p14:cNvPr>
              <p14:cNvContentPartPr/>
              <p14:nvPr/>
            </p14:nvContentPartPr>
            <p14:xfrm>
              <a:off x="5938934" y="1972657"/>
              <a:ext cx="113760" cy="5328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2AC6C38D-9B8C-CF24-319A-8F697775EC1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932814" y="1966537"/>
                <a:ext cx="1260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FD516642-7D8F-9EDE-178F-3E03C412F33C}"/>
                  </a:ext>
                </a:extLst>
              </p14:cNvPr>
              <p14:cNvContentPartPr/>
              <p14:nvPr/>
            </p14:nvContentPartPr>
            <p14:xfrm>
              <a:off x="5956574" y="1425817"/>
              <a:ext cx="550800" cy="60912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FD516642-7D8F-9EDE-178F-3E03C412F33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950454" y="1419697"/>
                <a:ext cx="56304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FF7CF785-E394-E9E1-A968-B4476E34D396}"/>
                  </a:ext>
                </a:extLst>
              </p14:cNvPr>
              <p14:cNvContentPartPr/>
              <p14:nvPr/>
            </p14:nvContentPartPr>
            <p14:xfrm>
              <a:off x="6463454" y="1569457"/>
              <a:ext cx="76320" cy="10332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FF7CF785-E394-E9E1-A968-B4476E34D39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457334" y="1563337"/>
                <a:ext cx="885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BD1DB2A2-EEA1-B2E2-49C9-7FA6F5E312E4}"/>
                  </a:ext>
                </a:extLst>
              </p14:cNvPr>
              <p14:cNvContentPartPr/>
              <p14:nvPr/>
            </p14:nvContentPartPr>
            <p14:xfrm>
              <a:off x="6678374" y="1450657"/>
              <a:ext cx="182880" cy="8748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BD1DB2A2-EEA1-B2E2-49C9-7FA6F5E312E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672254" y="1444537"/>
                <a:ext cx="19512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570CA35B-39B4-A886-46B9-0B4C29F1102D}"/>
                  </a:ext>
                </a:extLst>
              </p14:cNvPr>
              <p14:cNvContentPartPr/>
              <p14:nvPr/>
            </p14:nvContentPartPr>
            <p14:xfrm>
              <a:off x="6666494" y="1409617"/>
              <a:ext cx="183240" cy="128880"/>
            </p14:xfrm>
          </p:contentPart>
        </mc:Choice>
        <mc:Fallback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570CA35B-39B4-A886-46B9-0B4C29F1102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660374" y="1403497"/>
                <a:ext cx="1954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8E181DDF-E756-4BEF-5EBB-7DA90CFFDB71}"/>
                  </a:ext>
                </a:extLst>
              </p14:cNvPr>
              <p14:cNvContentPartPr/>
              <p14:nvPr/>
            </p14:nvContentPartPr>
            <p14:xfrm>
              <a:off x="6958814" y="1361017"/>
              <a:ext cx="65520" cy="18828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8E181DDF-E756-4BEF-5EBB-7DA90CFFDB7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952694" y="1354897"/>
                <a:ext cx="777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DCEE3FDA-56F2-90C9-07F1-CB4550FB1B22}"/>
                  </a:ext>
                </a:extLst>
              </p14:cNvPr>
              <p14:cNvContentPartPr/>
              <p14:nvPr/>
            </p14:nvContentPartPr>
            <p14:xfrm>
              <a:off x="6644534" y="1375777"/>
              <a:ext cx="407880" cy="18216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DCEE3FDA-56F2-90C9-07F1-CB4550FB1B2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638414" y="1369657"/>
                <a:ext cx="4201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EDEAEC15-9090-BC2C-AD96-B1D26A940D04}"/>
                  </a:ext>
                </a:extLst>
              </p14:cNvPr>
              <p14:cNvContentPartPr/>
              <p14:nvPr/>
            </p14:nvContentPartPr>
            <p14:xfrm>
              <a:off x="7271294" y="1417897"/>
              <a:ext cx="313920" cy="27468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EDEAEC15-9090-BC2C-AD96-B1D26A940D0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265174" y="1411777"/>
                <a:ext cx="3261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071910A4-DC6C-F883-6214-882B08FAECA7}"/>
                  </a:ext>
                </a:extLst>
              </p14:cNvPr>
              <p14:cNvContentPartPr/>
              <p14:nvPr/>
            </p14:nvContentPartPr>
            <p14:xfrm>
              <a:off x="4943534" y="4954897"/>
              <a:ext cx="1548000" cy="40608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071910A4-DC6C-F883-6214-882B08FAECA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937414" y="4948777"/>
                <a:ext cx="156024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E6A80ADD-5384-7FCD-5DAD-1BBEA103204C}"/>
                  </a:ext>
                </a:extLst>
              </p14:cNvPr>
              <p14:cNvContentPartPr/>
              <p14:nvPr/>
            </p14:nvContentPartPr>
            <p14:xfrm>
              <a:off x="1116014" y="2130697"/>
              <a:ext cx="572400" cy="101628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E6A80ADD-5384-7FCD-5DAD-1BBEA103204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109894" y="2124577"/>
                <a:ext cx="584640" cy="10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8EB58B85-6658-890D-652C-344F59D7DFC0}"/>
                  </a:ext>
                </a:extLst>
              </p14:cNvPr>
              <p14:cNvContentPartPr/>
              <p14:nvPr/>
            </p14:nvContentPartPr>
            <p14:xfrm>
              <a:off x="727574" y="539857"/>
              <a:ext cx="2425320" cy="184032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8EB58B85-6658-890D-652C-344F59D7DFC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21454" y="533737"/>
                <a:ext cx="2437560" cy="18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CD8D127F-BBC8-6C76-F844-DE4D42BD44E0}"/>
                  </a:ext>
                </a:extLst>
              </p14:cNvPr>
              <p14:cNvContentPartPr/>
              <p14:nvPr/>
            </p14:nvContentPartPr>
            <p14:xfrm>
              <a:off x="4629974" y="4795417"/>
              <a:ext cx="2890080" cy="86184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CD8D127F-BBC8-6C76-F844-DE4D42BD44E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623854" y="4789297"/>
                <a:ext cx="2902320" cy="8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9B779882-237E-9AEF-E3B6-FDE72E5B2682}"/>
                  </a:ext>
                </a:extLst>
              </p14:cNvPr>
              <p14:cNvContentPartPr/>
              <p14:nvPr/>
            </p14:nvContentPartPr>
            <p14:xfrm>
              <a:off x="5567414" y="4506337"/>
              <a:ext cx="131400" cy="38088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9B779882-237E-9AEF-E3B6-FDE72E5B268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561294" y="4500217"/>
                <a:ext cx="14364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D712E208-80E7-8A4E-95DF-7E1F997C3F0B}"/>
              </a:ext>
            </a:extLst>
          </p:cNvPr>
          <p:cNvGrpSpPr/>
          <p:nvPr/>
        </p:nvGrpSpPr>
        <p:grpSpPr>
          <a:xfrm>
            <a:off x="1523771" y="946297"/>
            <a:ext cx="539280" cy="2374200"/>
            <a:chOff x="1523771" y="946297"/>
            <a:chExt cx="539280" cy="23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4378D8F3-7EBF-8988-1C33-5F26C6AEE91A}"/>
                    </a:ext>
                  </a:extLst>
                </p14:cNvPr>
                <p14:cNvContentPartPr/>
                <p14:nvPr/>
              </p14:nvContentPartPr>
              <p14:xfrm>
                <a:off x="1640771" y="2155897"/>
                <a:ext cx="422280" cy="1017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4378D8F3-7EBF-8988-1C33-5F26C6AEE91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634651" y="2149777"/>
                  <a:ext cx="43452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867F222-6481-313F-0172-A51E160BFB3D}"/>
                    </a:ext>
                  </a:extLst>
                </p14:cNvPr>
                <p14:cNvContentPartPr/>
                <p14:nvPr/>
              </p14:nvContentPartPr>
              <p14:xfrm>
                <a:off x="1567331" y="2880217"/>
                <a:ext cx="21960" cy="417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867F222-6481-313F-0172-A51E160BFB3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61211" y="2874097"/>
                  <a:ext cx="34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1CA3D3E-3E79-A70D-4EC5-D153A0A528CB}"/>
                    </a:ext>
                  </a:extLst>
                </p14:cNvPr>
                <p14:cNvContentPartPr/>
                <p14:nvPr/>
              </p14:nvContentPartPr>
              <p14:xfrm>
                <a:off x="1651931" y="2971657"/>
                <a:ext cx="152640" cy="2757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1CA3D3E-3E79-A70D-4EC5-D153A0A528C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45811" y="2965537"/>
                  <a:ext cx="164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A92DA75E-E091-5E37-C150-BE3EE6B60190}"/>
                    </a:ext>
                  </a:extLst>
                </p14:cNvPr>
                <p14:cNvContentPartPr/>
                <p14:nvPr/>
              </p14:nvContentPartPr>
              <p14:xfrm>
                <a:off x="1523771" y="2946457"/>
                <a:ext cx="360" cy="3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A92DA75E-E091-5E37-C150-BE3EE6B6019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17651" y="29403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48C981A8-2A0D-3CB1-3D78-89BF2D2AE9E8}"/>
                    </a:ext>
                  </a:extLst>
                </p14:cNvPr>
                <p14:cNvContentPartPr/>
                <p14:nvPr/>
              </p14:nvContentPartPr>
              <p14:xfrm>
                <a:off x="1534211" y="2990017"/>
                <a:ext cx="189360" cy="3304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48C981A8-2A0D-3CB1-3D78-89BF2D2AE9E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28091" y="2983897"/>
                  <a:ext cx="201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AC617A71-C9D7-8C7C-B377-3921B12ADE2F}"/>
                    </a:ext>
                  </a:extLst>
                </p14:cNvPr>
                <p14:cNvContentPartPr/>
                <p14:nvPr/>
              </p14:nvContentPartPr>
              <p14:xfrm>
                <a:off x="1858571" y="2898937"/>
                <a:ext cx="84960" cy="2977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AC617A71-C9D7-8C7C-B377-3921B12ADE2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52451" y="2892817"/>
                  <a:ext cx="97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04F3B30D-396B-7072-5C97-D80AA248751F}"/>
                    </a:ext>
                  </a:extLst>
                </p14:cNvPr>
                <p14:cNvContentPartPr/>
                <p14:nvPr/>
              </p14:nvContentPartPr>
              <p14:xfrm>
                <a:off x="1535774" y="946297"/>
                <a:ext cx="265680" cy="223704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04F3B30D-396B-7072-5C97-D80AA248751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29654" y="940177"/>
                  <a:ext cx="277920" cy="22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9ABAFED8-EEA3-746B-17E8-B0A5082A9CB3}"/>
                  </a:ext>
                </a:extLst>
              </p14:cNvPr>
              <p14:cNvContentPartPr/>
              <p14:nvPr/>
            </p14:nvContentPartPr>
            <p14:xfrm>
              <a:off x="1524614" y="5155417"/>
              <a:ext cx="271800" cy="29376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9ABAFED8-EEA3-746B-17E8-B0A5082A9CB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518494" y="5149297"/>
                <a:ext cx="2840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83B0F991-F4A6-8703-4C85-7F6C19F9092D}"/>
                  </a:ext>
                </a:extLst>
              </p14:cNvPr>
              <p14:cNvContentPartPr/>
              <p14:nvPr/>
            </p14:nvContentPartPr>
            <p14:xfrm>
              <a:off x="5222174" y="6185737"/>
              <a:ext cx="65520" cy="1404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83B0F991-F4A6-8703-4C85-7F6C19F9092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216054" y="6179617"/>
                <a:ext cx="777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Agrupar 277">
            <a:extLst>
              <a:ext uri="{FF2B5EF4-FFF2-40B4-BE49-F238E27FC236}">
                <a16:creationId xmlns:a16="http://schemas.microsoft.com/office/drawing/2014/main" id="{42B4CCED-5224-F6FD-AE4A-500ACF0B7465}"/>
              </a:ext>
            </a:extLst>
          </p:cNvPr>
          <p:cNvGrpSpPr/>
          <p:nvPr/>
        </p:nvGrpSpPr>
        <p:grpSpPr>
          <a:xfrm>
            <a:off x="931694" y="4004857"/>
            <a:ext cx="12312994" cy="3290831"/>
            <a:chOff x="931694" y="4004857"/>
            <a:chExt cx="12312994" cy="329083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9E04F65-D8D1-F740-FF24-4C0560F9B9F3}"/>
                    </a:ext>
                  </a:extLst>
                </p14:cNvPr>
                <p14:cNvContentPartPr/>
                <p14:nvPr/>
              </p14:nvContentPartPr>
              <p14:xfrm>
                <a:off x="7664774" y="4912057"/>
                <a:ext cx="470160" cy="5634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9E04F65-D8D1-F740-FF24-4C0560F9B9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58654" y="4905937"/>
                  <a:ext cx="4824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7F168A55-0F1C-5483-ED42-8D9B968EF74A}"/>
                    </a:ext>
                  </a:extLst>
                </p14:cNvPr>
                <p14:cNvContentPartPr/>
                <p14:nvPr/>
              </p14:nvContentPartPr>
              <p14:xfrm>
                <a:off x="8445254" y="5151817"/>
                <a:ext cx="207360" cy="2487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7F168A55-0F1C-5483-ED42-8D9B968EF74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39134" y="5145697"/>
                  <a:ext cx="219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C7E745C3-2DD8-D974-14DF-8A591793B5D5}"/>
                    </a:ext>
                  </a:extLst>
                </p14:cNvPr>
                <p14:cNvContentPartPr/>
                <p14:nvPr/>
              </p14:nvContentPartPr>
              <p14:xfrm>
                <a:off x="8664854" y="5136337"/>
                <a:ext cx="611280" cy="3128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C7E745C3-2DD8-D974-14DF-8A591793B5D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58734" y="5130217"/>
                  <a:ext cx="6235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D9C6B20F-5DCF-4D7B-0CE3-5237CD66F2F8}"/>
                    </a:ext>
                  </a:extLst>
                </p14:cNvPr>
                <p14:cNvContentPartPr/>
                <p14:nvPr/>
              </p14:nvContentPartPr>
              <p14:xfrm>
                <a:off x="4645454" y="4497337"/>
                <a:ext cx="2064960" cy="9432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D9C6B20F-5DCF-4D7B-0CE3-5237CD66F2F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39334" y="4491217"/>
                  <a:ext cx="2077200" cy="9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009E6BDA-166C-53A6-9D2B-DACF449BC965}"/>
                    </a:ext>
                  </a:extLst>
                </p14:cNvPr>
                <p14:cNvContentPartPr/>
                <p14:nvPr/>
              </p14:nvContentPartPr>
              <p14:xfrm>
                <a:off x="4704854" y="5307697"/>
                <a:ext cx="2432520" cy="1378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009E6BDA-166C-53A6-9D2B-DACF449BC96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98734" y="5301577"/>
                  <a:ext cx="2444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6326F22-9F6A-A247-D89F-48E87B74D5B6}"/>
                    </a:ext>
                  </a:extLst>
                </p14:cNvPr>
                <p14:cNvContentPartPr/>
                <p14:nvPr/>
              </p14:nvContentPartPr>
              <p14:xfrm>
                <a:off x="5104814" y="4840417"/>
                <a:ext cx="1195920" cy="900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6326F22-9F6A-A247-D89F-48E87B74D5B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98694" y="4834297"/>
                  <a:ext cx="1208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E207700A-6BD2-78E9-A4D9-5F74FB8D07F4}"/>
                    </a:ext>
                  </a:extLst>
                </p14:cNvPr>
                <p14:cNvContentPartPr/>
                <p14:nvPr/>
              </p14:nvContentPartPr>
              <p14:xfrm>
                <a:off x="5330894" y="4953097"/>
                <a:ext cx="43920" cy="3492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E207700A-6BD2-78E9-A4D9-5F74FB8D07F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24774" y="4946977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2A8F58F9-1BB1-205E-962D-2A3C9DF84DF3}"/>
                    </a:ext>
                  </a:extLst>
                </p14:cNvPr>
                <p14:cNvContentPartPr/>
                <p14:nvPr/>
              </p14:nvContentPartPr>
              <p14:xfrm>
                <a:off x="5254934" y="4958137"/>
                <a:ext cx="119880" cy="1332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2A8F58F9-1BB1-205E-962D-2A3C9DF84DF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248814" y="4952017"/>
                  <a:ext cx="132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79999FF9-B233-34CF-161A-E42C5611EB53}"/>
                    </a:ext>
                  </a:extLst>
                </p14:cNvPr>
                <p14:cNvContentPartPr/>
                <p14:nvPr/>
              </p14:nvContentPartPr>
              <p14:xfrm>
                <a:off x="4911494" y="5015377"/>
                <a:ext cx="496080" cy="2728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79999FF9-B233-34CF-161A-E42C5611EB5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05374" y="5009257"/>
                  <a:ext cx="508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AE52B1B0-374A-AFAF-DFF4-F07452C24EF1}"/>
                    </a:ext>
                  </a:extLst>
                </p14:cNvPr>
                <p14:cNvContentPartPr/>
                <p14:nvPr/>
              </p14:nvContentPartPr>
              <p14:xfrm>
                <a:off x="4922294" y="5033377"/>
                <a:ext cx="226440" cy="1836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AE52B1B0-374A-AFAF-DFF4-F07452C24EF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916174" y="5027257"/>
                  <a:ext cx="238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7E4744F4-6EA6-0DB1-152D-587BFEB39C7F}"/>
                    </a:ext>
                  </a:extLst>
                </p14:cNvPr>
                <p14:cNvContentPartPr/>
                <p14:nvPr/>
              </p14:nvContentPartPr>
              <p14:xfrm>
                <a:off x="5137574" y="4845817"/>
                <a:ext cx="22680" cy="93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7E4744F4-6EA6-0DB1-152D-587BFEB39C7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131454" y="4839697"/>
                  <a:ext cx="34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D22F8D46-E6C2-0EB7-0970-709EB87C05AE}"/>
                    </a:ext>
                  </a:extLst>
                </p14:cNvPr>
                <p14:cNvContentPartPr/>
                <p14:nvPr/>
              </p14:nvContentPartPr>
              <p14:xfrm>
                <a:off x="5126774" y="4884697"/>
                <a:ext cx="65520" cy="302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D22F8D46-E6C2-0EB7-0970-709EB87C05A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20654" y="4878577"/>
                  <a:ext cx="77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C6109290-57A4-73F9-CE8B-C78A4D8A4F79}"/>
                    </a:ext>
                  </a:extLst>
                </p14:cNvPr>
                <p14:cNvContentPartPr/>
                <p14:nvPr/>
              </p14:nvContentPartPr>
              <p14:xfrm>
                <a:off x="5430614" y="4926097"/>
                <a:ext cx="462600" cy="820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C6109290-57A4-73F9-CE8B-C78A4D8A4F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424494" y="4919977"/>
                  <a:ext cx="474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98C22C8C-8D1B-ADA6-E101-729D263788AE}"/>
                    </a:ext>
                  </a:extLst>
                </p14:cNvPr>
                <p14:cNvContentPartPr/>
                <p14:nvPr/>
              </p14:nvContentPartPr>
              <p14:xfrm>
                <a:off x="7723814" y="4327777"/>
                <a:ext cx="302400" cy="5601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98C22C8C-8D1B-ADA6-E101-729D263788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17694" y="4321657"/>
                  <a:ext cx="31464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4AB08FD3-A2CF-BB9D-8FB9-7FF84E348481}"/>
                    </a:ext>
                  </a:extLst>
                </p14:cNvPr>
                <p14:cNvContentPartPr/>
                <p14:nvPr/>
              </p14:nvContentPartPr>
              <p14:xfrm>
                <a:off x="8123774" y="4499497"/>
                <a:ext cx="270000" cy="2221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4AB08FD3-A2CF-BB9D-8FB9-7FF84E34848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17654" y="4493377"/>
                  <a:ext cx="282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5E029BD0-24CB-4015-9EBC-C4405D307808}"/>
                    </a:ext>
                  </a:extLst>
                </p14:cNvPr>
                <p14:cNvContentPartPr/>
                <p14:nvPr/>
              </p14:nvContentPartPr>
              <p14:xfrm>
                <a:off x="1222934" y="4467457"/>
                <a:ext cx="1876320" cy="85680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5E029BD0-24CB-4015-9EBC-C4405D30780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16814" y="4461337"/>
                  <a:ext cx="188856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25431304-7034-2ECB-1974-A5DF526F5481}"/>
                    </a:ext>
                  </a:extLst>
                </p14:cNvPr>
                <p14:cNvContentPartPr/>
                <p14:nvPr/>
              </p14:nvContentPartPr>
              <p14:xfrm>
                <a:off x="2365214" y="4772737"/>
                <a:ext cx="109800" cy="5558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25431304-7034-2ECB-1974-A5DF526F548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359094" y="4766617"/>
                  <a:ext cx="1220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652F3AAC-13B0-0598-6A5C-910EEB91612F}"/>
                    </a:ext>
                  </a:extLst>
                </p14:cNvPr>
                <p14:cNvContentPartPr/>
                <p14:nvPr/>
              </p14:nvContentPartPr>
              <p14:xfrm>
                <a:off x="3119774" y="4435777"/>
                <a:ext cx="216360" cy="8312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652F3AAC-13B0-0598-6A5C-910EEB9161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113654" y="4429657"/>
                  <a:ext cx="22860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24321701-6041-B546-5EB2-CD39B8641EFE}"/>
                    </a:ext>
                  </a:extLst>
                </p14:cNvPr>
                <p14:cNvContentPartPr/>
                <p14:nvPr/>
              </p14:nvContentPartPr>
              <p14:xfrm>
                <a:off x="1222574" y="5278537"/>
                <a:ext cx="2360880" cy="1058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24321701-6041-B546-5EB2-CD39B8641EF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16454" y="5272417"/>
                  <a:ext cx="2373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10BB5B30-84EF-F4E2-ED96-8D020DE17BE8}"/>
                    </a:ext>
                  </a:extLst>
                </p14:cNvPr>
                <p14:cNvContentPartPr/>
                <p14:nvPr/>
              </p14:nvContentPartPr>
              <p14:xfrm>
                <a:off x="2248214" y="5012857"/>
                <a:ext cx="216360" cy="21996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10BB5B30-84EF-F4E2-ED96-8D020DE17BE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42094" y="5006737"/>
                  <a:ext cx="228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D2BC986E-B8B9-4A5A-4DF4-881ECA2960E9}"/>
                    </a:ext>
                  </a:extLst>
                </p14:cNvPr>
                <p14:cNvContentPartPr/>
                <p14:nvPr/>
              </p14:nvContentPartPr>
              <p14:xfrm>
                <a:off x="3520094" y="4634497"/>
                <a:ext cx="204480" cy="1148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D2BC986E-B8B9-4A5A-4DF4-881ECA2960E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513974" y="4628377"/>
                  <a:ext cx="216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D9504BEE-EC87-AF9C-8270-8B07AC2F639A}"/>
                    </a:ext>
                  </a:extLst>
                </p14:cNvPr>
                <p14:cNvContentPartPr/>
                <p14:nvPr/>
              </p14:nvContentPartPr>
              <p14:xfrm>
                <a:off x="1622534" y="5480137"/>
                <a:ext cx="172440" cy="9648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D9504BEE-EC87-AF9C-8270-8B07AC2F639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616414" y="5474017"/>
                  <a:ext cx="184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541E3FB-79EB-7566-88B0-C64914000A96}"/>
                    </a:ext>
                  </a:extLst>
                </p14:cNvPr>
                <p14:cNvContentPartPr/>
                <p14:nvPr/>
              </p14:nvContentPartPr>
              <p14:xfrm>
                <a:off x="1859414" y="5448097"/>
                <a:ext cx="248760" cy="2091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541E3FB-79EB-7566-88B0-C64914000A9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53294" y="5441977"/>
                  <a:ext cx="261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96D54C8E-2FE7-E31E-9755-F97A35AAB460}"/>
                    </a:ext>
                  </a:extLst>
                </p14:cNvPr>
                <p14:cNvContentPartPr/>
                <p14:nvPr/>
              </p14:nvContentPartPr>
              <p14:xfrm>
                <a:off x="2894054" y="5431897"/>
                <a:ext cx="367920" cy="2066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96D54C8E-2FE7-E31E-9755-F97A35AAB46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887934" y="5425777"/>
                  <a:ext cx="380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5B633BC7-E435-E8D3-D337-8CFD85986B69}"/>
                    </a:ext>
                  </a:extLst>
                </p14:cNvPr>
                <p14:cNvContentPartPr/>
                <p14:nvPr/>
              </p14:nvContentPartPr>
              <p14:xfrm>
                <a:off x="3207614" y="5566897"/>
                <a:ext cx="119880" cy="1202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5B633BC7-E435-E8D3-D337-8CFD85986B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201494" y="5560777"/>
                  <a:ext cx="132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6416CDDF-FB69-9724-44AE-1CD659BB7AD8}"/>
                    </a:ext>
                  </a:extLst>
                </p14:cNvPr>
                <p14:cNvContentPartPr/>
                <p14:nvPr/>
              </p14:nvContentPartPr>
              <p14:xfrm>
                <a:off x="2464214" y="4971817"/>
                <a:ext cx="33120" cy="370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6416CDDF-FB69-9724-44AE-1CD659BB7AD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58094" y="4965697"/>
                  <a:ext cx="45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025E6EC8-781F-CDEC-57A6-89ADABE50456}"/>
                    </a:ext>
                  </a:extLst>
                </p14:cNvPr>
                <p14:cNvContentPartPr/>
                <p14:nvPr/>
              </p14:nvContentPartPr>
              <p14:xfrm>
                <a:off x="1999094" y="5356657"/>
                <a:ext cx="33120" cy="597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025E6EC8-781F-CDEC-57A6-89ADABE5045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92974" y="5350537"/>
                  <a:ext cx="45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D0F852B0-4ED6-AC14-857C-7A670403ED43}"/>
                    </a:ext>
                  </a:extLst>
                </p14:cNvPr>
                <p14:cNvContentPartPr/>
                <p14:nvPr/>
              </p14:nvContentPartPr>
              <p14:xfrm>
                <a:off x="3390134" y="4781737"/>
                <a:ext cx="21960" cy="183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D0F852B0-4ED6-AC14-857C-7A670403ED4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84014" y="4775617"/>
                  <a:ext cx="3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8B0D9503-3C5F-9F2A-9BDB-522EC75DB8B9}"/>
                    </a:ext>
                  </a:extLst>
                </p14:cNvPr>
                <p14:cNvContentPartPr/>
                <p14:nvPr/>
              </p14:nvContentPartPr>
              <p14:xfrm>
                <a:off x="931694" y="4737817"/>
                <a:ext cx="1672560" cy="104724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8B0D9503-3C5F-9F2A-9BDB-522EC75DB8B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5574" y="4731697"/>
                  <a:ext cx="1684800" cy="10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F32DF5BB-28D8-38DB-F82D-6D540659BBAC}"/>
                    </a:ext>
                  </a:extLst>
                </p14:cNvPr>
                <p14:cNvContentPartPr/>
                <p14:nvPr/>
              </p14:nvContentPartPr>
              <p14:xfrm>
                <a:off x="1126454" y="4004857"/>
                <a:ext cx="2512080" cy="16246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F32DF5BB-28D8-38DB-F82D-6D540659BBA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20334" y="3998737"/>
                  <a:ext cx="2524320" cy="16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7166C163-35A1-FAFD-3B10-29DC53AE324B}"/>
                    </a:ext>
                  </a:extLst>
                </p14:cNvPr>
                <p14:cNvContentPartPr/>
                <p14:nvPr/>
              </p14:nvContentPartPr>
              <p14:xfrm>
                <a:off x="2355494" y="4967137"/>
                <a:ext cx="54720" cy="230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7166C163-35A1-FAFD-3B10-29DC53AE324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349374" y="4961017"/>
                  <a:ext cx="66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FD221C18-BE95-562D-A4AA-3125C9427A9B}"/>
                    </a:ext>
                  </a:extLst>
                </p14:cNvPr>
                <p14:cNvContentPartPr/>
                <p14:nvPr/>
              </p14:nvContentPartPr>
              <p14:xfrm>
                <a:off x="1957694" y="5436937"/>
                <a:ext cx="74160" cy="280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FD221C18-BE95-562D-A4AA-3125C9427A9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951574" y="5430817"/>
                  <a:ext cx="86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8CCED556-A14E-74FB-E883-53C76A14E9D6}"/>
                    </a:ext>
                  </a:extLst>
                </p14:cNvPr>
                <p14:cNvContentPartPr/>
                <p14:nvPr/>
              </p14:nvContentPartPr>
              <p14:xfrm>
                <a:off x="3509654" y="4836457"/>
                <a:ext cx="54720" cy="2124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8CCED556-A14E-74FB-E883-53C76A14E9D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503534" y="4830337"/>
                  <a:ext cx="6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03D1EB50-177D-51BC-CA95-7BA020C17A60}"/>
                    </a:ext>
                  </a:extLst>
                </p14:cNvPr>
                <p14:cNvContentPartPr/>
                <p14:nvPr/>
              </p14:nvContentPartPr>
              <p14:xfrm>
                <a:off x="1968494" y="5482657"/>
                <a:ext cx="41760" cy="1620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03D1EB50-177D-51BC-CA95-7BA020C17A6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962374" y="5476537"/>
                  <a:ext cx="54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7640CCF7-EBE8-0934-06AD-B792CA03ABC4}"/>
                    </a:ext>
                  </a:extLst>
                </p14:cNvPr>
                <p14:cNvContentPartPr/>
                <p14:nvPr/>
              </p14:nvContentPartPr>
              <p14:xfrm>
                <a:off x="3024734" y="5457817"/>
                <a:ext cx="52560" cy="72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7640CCF7-EBE8-0934-06AD-B792CA03AB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18614" y="5451697"/>
                  <a:ext cx="648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60F2459F-9165-EF55-0D01-4716B77CDF44}"/>
                    </a:ext>
                  </a:extLst>
                </p14:cNvPr>
                <p14:cNvContentPartPr/>
                <p14:nvPr/>
              </p14:nvContentPartPr>
              <p14:xfrm>
                <a:off x="2400854" y="6106537"/>
                <a:ext cx="344160" cy="26784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60F2459F-9165-EF55-0D01-4716B77CDF4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394734" y="6100417"/>
                  <a:ext cx="356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4FA78C8-7D2A-6F1A-0E5E-7CC06B2205FA}"/>
                    </a:ext>
                  </a:extLst>
                </p14:cNvPr>
                <p14:cNvContentPartPr/>
                <p14:nvPr/>
              </p14:nvContentPartPr>
              <p14:xfrm>
                <a:off x="2441894" y="6397777"/>
                <a:ext cx="430920" cy="878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4FA78C8-7D2A-6F1A-0E5E-7CC06B2205F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435774" y="6391657"/>
                  <a:ext cx="443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72430A64-3C0B-6466-8FB3-7984F70B5149}"/>
                    </a:ext>
                  </a:extLst>
                </p14:cNvPr>
                <p14:cNvContentPartPr/>
                <p14:nvPr/>
              </p14:nvContentPartPr>
              <p14:xfrm>
                <a:off x="2700014" y="6607657"/>
                <a:ext cx="194760" cy="1908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72430A64-3C0B-6466-8FB3-7984F70B514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693894" y="6601537"/>
                  <a:ext cx="207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884F2FD9-9D59-5E9E-B52E-42D6049510C9}"/>
                    </a:ext>
                  </a:extLst>
                </p14:cNvPr>
                <p14:cNvContentPartPr/>
                <p14:nvPr/>
              </p14:nvContentPartPr>
              <p14:xfrm>
                <a:off x="2829254" y="6587137"/>
                <a:ext cx="389520" cy="21204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884F2FD9-9D59-5E9E-B52E-42D6049510C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823134" y="6581017"/>
                  <a:ext cx="401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F515F264-5581-EB19-46ED-77926714E2E6}"/>
                    </a:ext>
                  </a:extLst>
                </p14:cNvPr>
                <p14:cNvContentPartPr/>
                <p14:nvPr/>
              </p14:nvContentPartPr>
              <p14:xfrm>
                <a:off x="3606854" y="6204097"/>
                <a:ext cx="216000" cy="2160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F515F264-5581-EB19-46ED-77926714E2E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600734" y="6197977"/>
                  <a:ext cx="228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23DCB0BE-8EAB-538C-6B3A-1A5D53D3B296}"/>
                    </a:ext>
                  </a:extLst>
                </p14:cNvPr>
                <p14:cNvContentPartPr/>
                <p14:nvPr/>
              </p14:nvContentPartPr>
              <p14:xfrm>
                <a:off x="3596414" y="6305257"/>
                <a:ext cx="322200" cy="273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23DCB0BE-8EAB-538C-6B3A-1A5D53D3B29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590294" y="6299137"/>
                  <a:ext cx="334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16995813-1261-1801-B413-BE1243EF3945}"/>
                    </a:ext>
                  </a:extLst>
                </p14:cNvPr>
                <p14:cNvContentPartPr/>
                <p14:nvPr/>
              </p14:nvContentPartPr>
              <p14:xfrm>
                <a:off x="4136414" y="5871817"/>
                <a:ext cx="278280" cy="20448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16995813-1261-1801-B413-BE1243EF394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130294" y="5865697"/>
                  <a:ext cx="290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308257D8-0707-1CA9-7CA8-4D16ABE1C4EA}"/>
                    </a:ext>
                  </a:extLst>
                </p14:cNvPr>
                <p14:cNvContentPartPr/>
                <p14:nvPr/>
              </p14:nvContentPartPr>
              <p14:xfrm>
                <a:off x="4015814" y="6116977"/>
                <a:ext cx="895680" cy="644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308257D8-0707-1CA9-7CA8-4D16ABE1C4E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009694" y="6110857"/>
                  <a:ext cx="907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BC4363A-C94E-BB6B-F245-7CD4A860CCFA}"/>
                    </a:ext>
                  </a:extLst>
                </p14:cNvPr>
                <p14:cNvContentPartPr/>
                <p14:nvPr/>
              </p14:nvContentPartPr>
              <p14:xfrm>
                <a:off x="4176014" y="6337297"/>
                <a:ext cx="121320" cy="16092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BC4363A-C94E-BB6B-F245-7CD4A860CCF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169894" y="6331177"/>
                  <a:ext cx="133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233A66A3-C545-437A-2FA9-2CB5DD083126}"/>
                    </a:ext>
                  </a:extLst>
                </p14:cNvPr>
                <p14:cNvContentPartPr/>
                <p14:nvPr/>
              </p14:nvContentPartPr>
              <p14:xfrm>
                <a:off x="4361414" y="6315697"/>
                <a:ext cx="205200" cy="1994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233A66A3-C545-437A-2FA9-2CB5DD08312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355294" y="6309577"/>
                  <a:ext cx="217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EBEDA328-741D-599F-153F-32D85A2D31AD}"/>
                    </a:ext>
                  </a:extLst>
                </p14:cNvPr>
                <p14:cNvContentPartPr/>
                <p14:nvPr/>
              </p14:nvContentPartPr>
              <p14:xfrm>
                <a:off x="4672454" y="6431257"/>
                <a:ext cx="250200" cy="230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EBEDA328-741D-599F-153F-32D85A2D31A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66334" y="6425137"/>
                  <a:ext cx="262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443558B-0381-96EA-5B7A-A6ACD07BEB95}"/>
                    </a:ext>
                  </a:extLst>
                </p14:cNvPr>
                <p14:cNvContentPartPr/>
                <p14:nvPr/>
              </p14:nvContentPartPr>
              <p14:xfrm>
                <a:off x="4770014" y="6387697"/>
                <a:ext cx="21960" cy="1008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443558B-0381-96EA-5B7A-A6ACD07BEB9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63894" y="6381577"/>
                  <a:ext cx="34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5F365F6-62A7-604D-2A6E-9AEC4315E2D0}"/>
                    </a:ext>
                  </a:extLst>
                </p14:cNvPr>
                <p14:cNvContentPartPr/>
                <p14:nvPr/>
              </p14:nvContentPartPr>
              <p14:xfrm>
                <a:off x="4899254" y="6367897"/>
                <a:ext cx="323280" cy="13248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5F365F6-62A7-604D-2A6E-9AEC4315E2D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893134" y="6361777"/>
                  <a:ext cx="335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93308537-8CBD-91EE-809A-FEA280C99A23}"/>
                    </a:ext>
                  </a:extLst>
                </p14:cNvPr>
                <p14:cNvContentPartPr/>
                <p14:nvPr/>
              </p14:nvContentPartPr>
              <p14:xfrm>
                <a:off x="5222174" y="6053257"/>
                <a:ext cx="400680" cy="1198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93308537-8CBD-91EE-809A-FEA280C99A2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216054" y="6047137"/>
                  <a:ext cx="412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145CE717-0ADC-AF84-C860-0E5258D681FC}"/>
                    </a:ext>
                  </a:extLst>
                </p14:cNvPr>
                <p14:cNvContentPartPr/>
                <p14:nvPr/>
              </p14:nvContentPartPr>
              <p14:xfrm>
                <a:off x="5600534" y="6153697"/>
                <a:ext cx="43920" cy="5796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145CE717-0ADC-AF84-C860-0E5258D681F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594414" y="6147577"/>
                  <a:ext cx="56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F69613E9-19BD-8511-B9A4-B40143F32E05}"/>
                    </a:ext>
                  </a:extLst>
                </p14:cNvPr>
                <p14:cNvContentPartPr/>
                <p14:nvPr/>
              </p14:nvContentPartPr>
              <p14:xfrm>
                <a:off x="3120494" y="6492817"/>
                <a:ext cx="54720" cy="7380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F69613E9-19BD-8511-B9A4-B40143F32E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114374" y="6486697"/>
                  <a:ext cx="66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A2470195-31F5-F5B8-19A9-5224B016CFBD}"/>
                    </a:ext>
                  </a:extLst>
                </p14:cNvPr>
                <p14:cNvContentPartPr/>
                <p14:nvPr/>
              </p14:nvContentPartPr>
              <p14:xfrm>
                <a:off x="4435574" y="6032737"/>
                <a:ext cx="54720" cy="2304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A2470195-31F5-F5B8-19A9-5224B016CFB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429454" y="6026617"/>
                  <a:ext cx="66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F77925E4-4238-7661-1686-43C25E518D41}"/>
                    </a:ext>
                  </a:extLst>
                </p14:cNvPr>
                <p14:cNvContentPartPr/>
                <p14:nvPr/>
              </p14:nvContentPartPr>
              <p14:xfrm>
                <a:off x="3174854" y="6618817"/>
                <a:ext cx="65520" cy="3204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F77925E4-4238-7661-1686-43C25E518D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168734" y="6612697"/>
                  <a:ext cx="77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F9F24D78-3E7E-ACB9-97C7-BFC95B999915}"/>
                    </a:ext>
                  </a:extLst>
                </p14:cNvPr>
                <p14:cNvContentPartPr/>
                <p14:nvPr/>
              </p14:nvContentPartPr>
              <p14:xfrm>
                <a:off x="4318214" y="6052897"/>
                <a:ext cx="84960" cy="122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F9F24D78-3E7E-ACB9-97C7-BFC95B99991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312094" y="6046777"/>
                  <a:ext cx="97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F59160C2-9F29-3A24-8A61-A3ECE66FD5D2}"/>
                    </a:ext>
                  </a:extLst>
                </p14:cNvPr>
                <p14:cNvContentPartPr/>
                <p14:nvPr/>
              </p14:nvContentPartPr>
              <p14:xfrm>
                <a:off x="4070174" y="5826457"/>
                <a:ext cx="84960" cy="1368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F59160C2-9F29-3A24-8A61-A3ECE66FD5D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064054" y="5820337"/>
                  <a:ext cx="97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0507C32C-29EE-B4AC-9974-34DEC5D2EE8E}"/>
                    </a:ext>
                  </a:extLst>
                </p14:cNvPr>
                <p14:cNvContentPartPr/>
                <p14:nvPr/>
              </p14:nvContentPartPr>
              <p14:xfrm>
                <a:off x="3098894" y="6034537"/>
                <a:ext cx="1315080" cy="52020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0507C32C-29EE-B4AC-9974-34DEC5D2EE8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092774" y="6028417"/>
                  <a:ext cx="13273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721F71E2-44A4-9163-D418-CBDBCC17D24C}"/>
                    </a:ext>
                  </a:extLst>
                </p14:cNvPr>
                <p14:cNvContentPartPr/>
                <p14:nvPr/>
              </p14:nvContentPartPr>
              <p14:xfrm>
                <a:off x="2777054" y="6124177"/>
                <a:ext cx="106920" cy="1404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721F71E2-44A4-9163-D418-CBDBCC17D24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770934" y="6118057"/>
                  <a:ext cx="119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2271194A-A9F4-D7D7-BCDA-4E8393501E81}"/>
                    </a:ext>
                  </a:extLst>
                </p14:cNvPr>
                <p14:cNvContentPartPr/>
                <p14:nvPr/>
              </p14:nvContentPartPr>
              <p14:xfrm>
                <a:off x="4867934" y="6419377"/>
                <a:ext cx="43920" cy="122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2271194A-A9F4-D7D7-BCDA-4E8393501E8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61814" y="6413257"/>
                  <a:ext cx="56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1B6EC87-544A-39D0-C88E-9AA24DB9E1D3}"/>
                    </a:ext>
                  </a:extLst>
                </p14:cNvPr>
                <p14:cNvContentPartPr/>
                <p14:nvPr/>
              </p14:nvContentPartPr>
              <p14:xfrm>
                <a:off x="6456254" y="5922937"/>
                <a:ext cx="227160" cy="2293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1B6EC87-544A-39D0-C88E-9AA24DB9E1D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50134" y="5916817"/>
                  <a:ext cx="239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1FD32439-3D6D-4524-06B3-E02C97E7F5BF}"/>
                    </a:ext>
                  </a:extLst>
                </p14:cNvPr>
                <p14:cNvContentPartPr/>
                <p14:nvPr/>
              </p14:nvContentPartPr>
              <p14:xfrm>
                <a:off x="6787814" y="5945617"/>
                <a:ext cx="291240" cy="16092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1FD32439-3D6D-4524-06B3-E02C97E7F5B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81694" y="5939497"/>
                  <a:ext cx="303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12B59A8C-9947-1DD4-47C8-05465296CFD1}"/>
                    </a:ext>
                  </a:extLst>
                </p14:cNvPr>
                <p14:cNvContentPartPr/>
                <p14:nvPr/>
              </p14:nvContentPartPr>
              <p14:xfrm>
                <a:off x="7175894" y="6018697"/>
                <a:ext cx="344160" cy="5184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12B59A8C-9947-1DD4-47C8-05465296CFD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169774" y="6012577"/>
                  <a:ext cx="356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68B7BABC-6B5D-BB15-C52B-E7FD867369EB}"/>
                    </a:ext>
                  </a:extLst>
                </p14:cNvPr>
                <p14:cNvContentPartPr/>
                <p14:nvPr/>
              </p14:nvContentPartPr>
              <p14:xfrm>
                <a:off x="7174094" y="6141817"/>
                <a:ext cx="506880" cy="399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68B7BABC-6B5D-BB15-C52B-E7FD867369E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67974" y="6135697"/>
                  <a:ext cx="519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B039C434-2B10-EBDB-B258-A3DA5855904D}"/>
                    </a:ext>
                  </a:extLst>
                </p14:cNvPr>
                <p14:cNvContentPartPr/>
                <p14:nvPr/>
              </p14:nvContentPartPr>
              <p14:xfrm>
                <a:off x="6704654" y="6262057"/>
                <a:ext cx="276480" cy="1976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B039C434-2B10-EBDB-B258-A3DA5855904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698534" y="6255937"/>
                  <a:ext cx="288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CD5031B5-F015-34FE-9E07-FFDA4E1E6F26}"/>
                    </a:ext>
                  </a:extLst>
                </p14:cNvPr>
                <p14:cNvContentPartPr/>
                <p14:nvPr/>
              </p14:nvContentPartPr>
              <p14:xfrm>
                <a:off x="7119014" y="6354937"/>
                <a:ext cx="181440" cy="9252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CD5031B5-F015-34FE-9E07-FFDA4E1E6F2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12894" y="6348817"/>
                  <a:ext cx="193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27E0F6BF-4779-DE81-7B05-019ABB582AE1}"/>
                    </a:ext>
                  </a:extLst>
                </p14:cNvPr>
                <p14:cNvContentPartPr/>
                <p14:nvPr/>
              </p14:nvContentPartPr>
              <p14:xfrm>
                <a:off x="7421774" y="6387697"/>
                <a:ext cx="237240" cy="2124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27E0F6BF-4779-DE81-7B05-019ABB582AE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415654" y="6381577"/>
                  <a:ext cx="249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23550D9B-AC39-F6DC-8F05-96FB61BB69AD}"/>
                    </a:ext>
                  </a:extLst>
                </p14:cNvPr>
                <p14:cNvContentPartPr/>
                <p14:nvPr/>
              </p14:nvContentPartPr>
              <p14:xfrm>
                <a:off x="7454534" y="6511537"/>
                <a:ext cx="324360" cy="4320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23550D9B-AC39-F6DC-8F05-96FB61BB69A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448414" y="6505417"/>
                  <a:ext cx="336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C03A1141-8793-858C-314F-FDD285C85EB4}"/>
                    </a:ext>
                  </a:extLst>
                </p14:cNvPr>
                <p14:cNvContentPartPr/>
                <p14:nvPr/>
              </p14:nvContentPartPr>
              <p14:xfrm>
                <a:off x="7939094" y="5809897"/>
                <a:ext cx="367920" cy="40932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C03A1141-8793-858C-314F-FDD285C85EB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32974" y="5803777"/>
                  <a:ext cx="3801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7295C36D-3C59-BCD5-F133-5A88CC86AEB4}"/>
                    </a:ext>
                  </a:extLst>
                </p14:cNvPr>
                <p14:cNvContentPartPr/>
                <p14:nvPr/>
              </p14:nvContentPartPr>
              <p14:xfrm>
                <a:off x="8424734" y="5996017"/>
                <a:ext cx="419760" cy="17172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7295C36D-3C59-BCD5-F133-5A88CC86AEB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418614" y="5989897"/>
                  <a:ext cx="432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FDF71580-C966-D279-B013-C1A4FF2F3DAA}"/>
                    </a:ext>
                  </a:extLst>
                </p14:cNvPr>
                <p14:cNvContentPartPr/>
                <p14:nvPr/>
              </p14:nvContentPartPr>
              <p14:xfrm>
                <a:off x="8565134" y="6071257"/>
                <a:ext cx="172080" cy="1443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FDF71580-C966-D279-B013-C1A4FF2F3DA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59014" y="6065137"/>
                  <a:ext cx="184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ECF15D97-FD98-AF67-03C1-E154044E0AE2}"/>
                    </a:ext>
                  </a:extLst>
                </p14:cNvPr>
                <p14:cNvContentPartPr/>
                <p14:nvPr/>
              </p14:nvContentPartPr>
              <p14:xfrm>
                <a:off x="9223574" y="5796577"/>
                <a:ext cx="215640" cy="35748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ECF15D97-FD98-AF67-03C1-E154044E0AE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217454" y="5790457"/>
                  <a:ext cx="2278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DFC1A0B7-96B6-9583-75D6-AEDC023EB677}"/>
                    </a:ext>
                  </a:extLst>
                </p14:cNvPr>
                <p14:cNvContentPartPr/>
                <p14:nvPr/>
              </p14:nvContentPartPr>
              <p14:xfrm>
                <a:off x="9481334" y="5872537"/>
                <a:ext cx="172800" cy="2095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DFC1A0B7-96B6-9583-75D6-AEDC023EB67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75214" y="5866417"/>
                  <a:ext cx="1850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3365B81F-0714-1F73-6FA1-97E10023B429}"/>
                    </a:ext>
                  </a:extLst>
                </p14:cNvPr>
                <p14:cNvContentPartPr/>
                <p14:nvPr/>
              </p14:nvContentPartPr>
              <p14:xfrm>
                <a:off x="9686534" y="5902057"/>
                <a:ext cx="335160" cy="25596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3365B81F-0714-1F73-6FA1-97E10023B42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680414" y="5895937"/>
                  <a:ext cx="347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E9C835A6-A2DF-8838-72D2-A1D4ACDD57FA}"/>
                    </a:ext>
                  </a:extLst>
                </p14:cNvPr>
                <p14:cNvContentPartPr/>
                <p14:nvPr/>
              </p14:nvContentPartPr>
              <p14:xfrm>
                <a:off x="10010534" y="6027697"/>
                <a:ext cx="354600" cy="3708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E9C835A6-A2DF-8838-72D2-A1D4ACDD57F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04414" y="6021577"/>
                  <a:ext cx="366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9A220989-E53A-C2B8-6B49-1709A9528075}"/>
                    </a:ext>
                  </a:extLst>
                </p14:cNvPr>
                <p14:cNvContentPartPr/>
                <p14:nvPr/>
              </p14:nvContentPartPr>
              <p14:xfrm>
                <a:off x="10053734" y="5933737"/>
                <a:ext cx="150480" cy="21816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9A220989-E53A-C2B8-6B49-1709A952807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047614" y="5927617"/>
                  <a:ext cx="162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D7738908-6B12-87AD-A0DF-DFF1A6C06F33}"/>
                    </a:ext>
                  </a:extLst>
                </p14:cNvPr>
                <p14:cNvContentPartPr/>
                <p14:nvPr/>
              </p14:nvContentPartPr>
              <p14:xfrm>
                <a:off x="10397174" y="5996737"/>
                <a:ext cx="335160" cy="1641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D7738908-6B12-87AD-A0DF-DFF1A6C06F3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391054" y="5990617"/>
                  <a:ext cx="347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147B15EA-8802-70A3-E65C-9126CE62E533}"/>
                    </a:ext>
                  </a:extLst>
                </p14:cNvPr>
                <p14:cNvContentPartPr/>
                <p14:nvPr/>
              </p14:nvContentPartPr>
              <p14:xfrm>
                <a:off x="10775534" y="5858137"/>
                <a:ext cx="463320" cy="3117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147B15EA-8802-70A3-E65C-9126CE62E53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769414" y="5852017"/>
                  <a:ext cx="475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5C75D2C8-8752-A625-3168-FC11B31FEB9E}"/>
                    </a:ext>
                  </a:extLst>
                </p14:cNvPr>
                <p14:cNvContentPartPr/>
                <p14:nvPr/>
              </p14:nvContentPartPr>
              <p14:xfrm>
                <a:off x="8166974" y="5753377"/>
                <a:ext cx="1248480" cy="17820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5C75D2C8-8752-A625-3168-FC11B31FEB9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60854" y="5747257"/>
                  <a:ext cx="1260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B77A4100-5543-51F0-19AB-11962B7ACD6A}"/>
                    </a:ext>
                  </a:extLst>
                </p14:cNvPr>
                <p14:cNvContentPartPr/>
                <p14:nvPr/>
              </p14:nvContentPartPr>
              <p14:xfrm>
                <a:off x="8166974" y="5643577"/>
                <a:ext cx="2446200" cy="34596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B77A4100-5543-51F0-19AB-11962B7ACD6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160854" y="5637457"/>
                  <a:ext cx="2458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C0AF5941-6295-272E-ADCA-8D158DFE7AC1}"/>
                    </a:ext>
                  </a:extLst>
                </p14:cNvPr>
                <p14:cNvContentPartPr/>
                <p14:nvPr/>
              </p14:nvContentPartPr>
              <p14:xfrm>
                <a:off x="8080214" y="5814577"/>
                <a:ext cx="117720" cy="7164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C0AF5941-6295-272E-ADCA-8D158DFE7AC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074094" y="5808457"/>
                  <a:ext cx="129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269A0B25-CC44-7DA1-DDDD-B2EDA15305FA}"/>
                    </a:ext>
                  </a:extLst>
                </p14:cNvPr>
                <p14:cNvContentPartPr/>
                <p14:nvPr/>
              </p14:nvContentPartPr>
              <p14:xfrm>
                <a:off x="9999734" y="5805577"/>
                <a:ext cx="54720" cy="2520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269A0B25-CC44-7DA1-DDDD-B2EDA15305F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993614" y="5799457"/>
                  <a:ext cx="66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486C31B6-A1D5-D9FF-8A79-A09D8E43B240}"/>
                    </a:ext>
                  </a:extLst>
                </p14:cNvPr>
                <p14:cNvContentPartPr/>
                <p14:nvPr/>
              </p14:nvContentPartPr>
              <p14:xfrm>
                <a:off x="8230334" y="6348097"/>
                <a:ext cx="335520" cy="26136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486C31B6-A1D5-D9FF-8A79-A09D8E43B24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224214" y="6341977"/>
                  <a:ext cx="347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B385D271-C121-4194-AF53-B2BD2CC734EF}"/>
                    </a:ext>
                  </a:extLst>
                </p14:cNvPr>
                <p14:cNvContentPartPr/>
                <p14:nvPr/>
              </p14:nvContentPartPr>
              <p14:xfrm>
                <a:off x="8651894" y="6448897"/>
                <a:ext cx="183240" cy="11088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B385D271-C121-4194-AF53-B2BD2CC734E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645774" y="6442777"/>
                  <a:ext cx="1954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4C2863C5-2938-4A5D-C706-EDC083B93B11}"/>
                    </a:ext>
                  </a:extLst>
                </p14:cNvPr>
                <p14:cNvContentPartPr/>
                <p14:nvPr/>
              </p14:nvContentPartPr>
              <p14:xfrm>
                <a:off x="8241134" y="6034897"/>
                <a:ext cx="21960" cy="3924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4C2863C5-2938-4A5D-C706-EDC083B93B1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235014" y="6028777"/>
                  <a:ext cx="3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6E9314D3-55A7-89CE-BDA3-7A008B792826}"/>
                    </a:ext>
                  </a:extLst>
                </p14:cNvPr>
                <p14:cNvContentPartPr/>
                <p14:nvPr/>
              </p14:nvContentPartPr>
              <p14:xfrm>
                <a:off x="10397174" y="6011857"/>
                <a:ext cx="11160" cy="1620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6E9314D3-55A7-89CE-BDA3-7A008B79282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91054" y="6005737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11EC62D9-9E56-CE4E-761C-F67BFBD46E82}"/>
                    </a:ext>
                  </a:extLst>
                </p14:cNvPr>
                <p14:cNvContentPartPr/>
                <p14:nvPr/>
              </p14:nvContentPartPr>
              <p14:xfrm>
                <a:off x="9159854" y="6344137"/>
                <a:ext cx="330120" cy="8964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11EC62D9-9E56-CE4E-761C-F67BFBD46E8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153734" y="6338017"/>
                  <a:ext cx="342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7E62BD1A-0BAA-0CF7-4C85-555AAFA23441}"/>
                    </a:ext>
                  </a:extLst>
                </p14:cNvPr>
                <p14:cNvContentPartPr/>
                <p14:nvPr/>
              </p14:nvContentPartPr>
              <p14:xfrm>
                <a:off x="9308534" y="6288697"/>
                <a:ext cx="174240" cy="18648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7E62BD1A-0BAA-0CF7-4C85-555AAFA2344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302414" y="6282577"/>
                  <a:ext cx="186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A7593657-5FE0-9A29-C63C-4CABD2E73965}"/>
                    </a:ext>
                  </a:extLst>
                </p14:cNvPr>
                <p14:cNvContentPartPr/>
                <p14:nvPr/>
              </p14:nvContentPartPr>
              <p14:xfrm>
                <a:off x="9721094" y="6309937"/>
                <a:ext cx="374400" cy="23400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A7593657-5FE0-9A29-C63C-4CABD2E7396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714974" y="6303817"/>
                  <a:ext cx="386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36A556C5-DFF7-764C-F1A1-384E7475520A}"/>
                    </a:ext>
                  </a:extLst>
                </p14:cNvPr>
                <p14:cNvContentPartPr/>
                <p14:nvPr/>
              </p14:nvContentPartPr>
              <p14:xfrm>
                <a:off x="10236254" y="6447097"/>
                <a:ext cx="260280" cy="11700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36A556C5-DFF7-764C-F1A1-384E7475520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230134" y="6440977"/>
                  <a:ext cx="27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53649C63-CADB-E50E-65C5-68682582DD3F}"/>
                    </a:ext>
                  </a:extLst>
                </p14:cNvPr>
                <p14:cNvContentPartPr/>
                <p14:nvPr/>
              </p14:nvContentPartPr>
              <p14:xfrm>
                <a:off x="8004254" y="6295897"/>
                <a:ext cx="985680" cy="48420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53649C63-CADB-E50E-65C5-68682582DD3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998134" y="6289777"/>
                  <a:ext cx="9979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C31A452F-6DA0-CA1E-01A6-09C90B3336E3}"/>
                    </a:ext>
                  </a:extLst>
                </p14:cNvPr>
                <p14:cNvContentPartPr/>
                <p14:nvPr/>
              </p14:nvContentPartPr>
              <p14:xfrm>
                <a:off x="6721934" y="6705937"/>
                <a:ext cx="98280" cy="2520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C31A452F-6DA0-CA1E-01A6-09C90B3336E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15814" y="6699817"/>
                  <a:ext cx="110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C40F5A9C-DD8A-582B-3CE7-347BC963D15F}"/>
                    </a:ext>
                  </a:extLst>
                </p14:cNvPr>
                <p14:cNvContentPartPr/>
                <p14:nvPr/>
              </p14:nvContentPartPr>
              <p14:xfrm>
                <a:off x="6343934" y="6633937"/>
                <a:ext cx="287280" cy="26604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C40F5A9C-DD8A-582B-3CE7-347BC963D1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337814" y="6627817"/>
                  <a:ext cx="299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2B3237EF-4721-69BD-D940-3071978815D0}"/>
                    </a:ext>
                  </a:extLst>
                </p14:cNvPr>
                <p14:cNvContentPartPr/>
                <p14:nvPr/>
              </p14:nvContentPartPr>
              <p14:xfrm>
                <a:off x="6786734" y="6719937"/>
                <a:ext cx="183600" cy="13464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2B3237EF-4721-69BD-D940-3071978815D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780614" y="6713817"/>
                  <a:ext cx="195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373B5FA6-9F3D-E8C5-DD94-EC75D36E4997}"/>
                    </a:ext>
                  </a:extLst>
                </p14:cNvPr>
                <p14:cNvContentPartPr/>
                <p14:nvPr/>
              </p14:nvContentPartPr>
              <p14:xfrm>
                <a:off x="7187414" y="6789417"/>
                <a:ext cx="202320" cy="900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373B5FA6-9F3D-E8C5-DD94-EC75D36E499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181294" y="6783297"/>
                  <a:ext cx="214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48ADDAF3-ED8D-FE3C-9DB1-57AF7ACC957A}"/>
                    </a:ext>
                  </a:extLst>
                </p14:cNvPr>
                <p14:cNvContentPartPr/>
                <p14:nvPr/>
              </p14:nvContentPartPr>
              <p14:xfrm>
                <a:off x="7422134" y="6672057"/>
                <a:ext cx="258840" cy="17712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48ADDAF3-ED8D-FE3C-9DB1-57AF7ACC957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416014" y="6665937"/>
                  <a:ext cx="271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84006DF2-8F7B-9CA4-13D0-975CA27DE9DF}"/>
                    </a:ext>
                  </a:extLst>
                </p14:cNvPr>
                <p14:cNvContentPartPr/>
                <p14:nvPr/>
              </p14:nvContentPartPr>
              <p14:xfrm>
                <a:off x="7619414" y="6708057"/>
                <a:ext cx="191520" cy="14040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84006DF2-8F7B-9CA4-13D0-975CA27DE9D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613294" y="6701937"/>
                  <a:ext cx="203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B53A2429-3B8E-0FE6-D63D-218DAA0A96AA}"/>
                    </a:ext>
                  </a:extLst>
                </p14:cNvPr>
                <p14:cNvContentPartPr/>
                <p14:nvPr/>
              </p14:nvContentPartPr>
              <p14:xfrm>
                <a:off x="7940534" y="6768537"/>
                <a:ext cx="118440" cy="1836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B53A2429-3B8E-0FE6-D63D-218DAA0A96A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934414" y="6762417"/>
                  <a:ext cx="130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6A856BA-8C98-1011-1755-8F3F183A6CEF}"/>
                    </a:ext>
                  </a:extLst>
                </p14:cNvPr>
                <p14:cNvContentPartPr/>
                <p14:nvPr/>
              </p14:nvContentPartPr>
              <p14:xfrm>
                <a:off x="7949894" y="6841977"/>
                <a:ext cx="400320" cy="4608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6A856BA-8C98-1011-1755-8F3F183A6CE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943774" y="6835857"/>
                  <a:ext cx="412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82063DD7-61B8-AA64-E36F-1B83816E10D2}"/>
                    </a:ext>
                  </a:extLst>
                </p14:cNvPr>
                <p14:cNvContentPartPr/>
                <p14:nvPr/>
              </p14:nvContentPartPr>
              <p14:xfrm>
                <a:off x="9212774" y="6576297"/>
                <a:ext cx="408960" cy="24228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82063DD7-61B8-AA64-E36F-1B83816E10D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206654" y="6570177"/>
                  <a:ext cx="421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5BB830D1-C3F7-221D-6579-316000AA4548}"/>
                    </a:ext>
                  </a:extLst>
                </p14:cNvPr>
                <p14:cNvContentPartPr/>
                <p14:nvPr/>
              </p14:nvContentPartPr>
              <p14:xfrm>
                <a:off x="9793094" y="6664137"/>
                <a:ext cx="270000" cy="15840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5BB830D1-C3F7-221D-6579-316000AA454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786974" y="6658017"/>
                  <a:ext cx="282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5A22FBF7-D7F5-746D-BF41-7CCA91356B83}"/>
                    </a:ext>
                  </a:extLst>
                </p14:cNvPr>
                <p14:cNvContentPartPr/>
                <p14:nvPr/>
              </p14:nvContentPartPr>
              <p14:xfrm>
                <a:off x="6926414" y="6763497"/>
                <a:ext cx="11160" cy="1404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5A22FBF7-D7F5-746D-BF41-7CCA91356B8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920294" y="6757377"/>
                  <a:ext cx="23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24A31834-BFBD-273B-F1AC-04D19EFB995C}"/>
                    </a:ext>
                  </a:extLst>
                </p14:cNvPr>
                <p14:cNvContentPartPr/>
                <p14:nvPr/>
              </p14:nvContentPartPr>
              <p14:xfrm>
                <a:off x="7047734" y="6910737"/>
                <a:ext cx="224640" cy="5544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24A31834-BFBD-273B-F1AC-04D19EFB995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041614" y="6904617"/>
                  <a:ext cx="236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A35E5706-36C6-3A5E-A1E4-9451EFBAD143}"/>
                    </a:ext>
                  </a:extLst>
                </p14:cNvPr>
                <p14:cNvContentPartPr/>
                <p14:nvPr/>
              </p14:nvContentPartPr>
              <p14:xfrm>
                <a:off x="7378214" y="6910017"/>
                <a:ext cx="313560" cy="7848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A35E5706-36C6-3A5E-A1E4-9451EFBAD1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372094" y="6903897"/>
                  <a:ext cx="325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2FC26726-859A-EC21-E5C3-5A3919D2F219}"/>
                    </a:ext>
                  </a:extLst>
                </p14:cNvPr>
                <p14:cNvContentPartPr/>
                <p14:nvPr/>
              </p14:nvContentPartPr>
              <p14:xfrm>
                <a:off x="8080214" y="6981657"/>
                <a:ext cx="204840" cy="1404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2FC26726-859A-EC21-E5C3-5A3919D2F21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74094" y="6975537"/>
                  <a:ext cx="217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CDF11976-7F62-30E4-C026-4CF04B67A115}"/>
                    </a:ext>
                  </a:extLst>
                </p14:cNvPr>
                <p14:cNvContentPartPr/>
                <p14:nvPr/>
              </p14:nvContentPartPr>
              <p14:xfrm>
                <a:off x="9033408" y="6828408"/>
                <a:ext cx="374400" cy="15012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CDF11976-7F62-30E4-C026-4CF04B67A11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027288" y="6822288"/>
                  <a:ext cx="386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85CE94F3-3135-4FC3-6960-0645F286AFD2}"/>
                    </a:ext>
                  </a:extLst>
                </p14:cNvPr>
                <p14:cNvContentPartPr/>
                <p14:nvPr/>
              </p14:nvContentPartPr>
              <p14:xfrm>
                <a:off x="9487368" y="6882408"/>
                <a:ext cx="390600" cy="1724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85CE94F3-3135-4FC3-6960-0645F286AFD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481248" y="6876288"/>
                  <a:ext cx="402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FA2A19B4-8791-019F-0098-F6FA28DD18E1}"/>
                    </a:ext>
                  </a:extLst>
                </p14:cNvPr>
                <p14:cNvContentPartPr/>
                <p14:nvPr/>
              </p14:nvContentPartPr>
              <p14:xfrm>
                <a:off x="7455888" y="6846768"/>
                <a:ext cx="1817640" cy="4489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FA2A19B4-8791-019F-0098-F6FA28DD18E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449768" y="6840648"/>
                  <a:ext cx="18298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C5818B11-FB7B-DAFE-BFD0-B60B7F3EC0E8}"/>
                    </a:ext>
                  </a:extLst>
                </p14:cNvPr>
                <p14:cNvContentPartPr/>
                <p14:nvPr/>
              </p14:nvContentPartPr>
              <p14:xfrm>
                <a:off x="10046808" y="5417208"/>
                <a:ext cx="1040760" cy="15472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C5818B11-FB7B-DAFE-BFD0-B60B7F3EC0E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40688" y="5411088"/>
                  <a:ext cx="1053000" cy="15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94A0640D-EBCE-C09D-F41B-A988F403E435}"/>
                    </a:ext>
                  </a:extLst>
                </p14:cNvPr>
                <p14:cNvContentPartPr/>
                <p14:nvPr/>
              </p14:nvContentPartPr>
              <p14:xfrm>
                <a:off x="10824408" y="4735728"/>
                <a:ext cx="332280" cy="27612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94A0640D-EBCE-C09D-F41B-A988F403E43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818288" y="4729608"/>
                  <a:ext cx="344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8274BA72-F289-592E-AE9D-8C437963F06C}"/>
                    </a:ext>
                  </a:extLst>
                </p14:cNvPr>
                <p14:cNvContentPartPr/>
                <p14:nvPr/>
              </p14:nvContentPartPr>
              <p14:xfrm>
                <a:off x="11227248" y="4869648"/>
                <a:ext cx="168840" cy="2052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8274BA72-F289-592E-AE9D-8C437963F06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21128" y="4863528"/>
                  <a:ext cx="181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7F0304C3-A956-3E9B-0586-752020209F16}"/>
                    </a:ext>
                  </a:extLst>
                </p14:cNvPr>
                <p14:cNvContentPartPr/>
                <p14:nvPr/>
              </p14:nvContentPartPr>
              <p14:xfrm>
                <a:off x="11179368" y="5020488"/>
                <a:ext cx="753840" cy="1368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7F0304C3-A956-3E9B-0586-752020209F1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173248" y="5014368"/>
                  <a:ext cx="766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05F345B6-9219-F10A-56BC-32AE514D1150}"/>
                    </a:ext>
                  </a:extLst>
                </p14:cNvPr>
                <p14:cNvContentPartPr/>
                <p14:nvPr/>
              </p14:nvContentPartPr>
              <p14:xfrm>
                <a:off x="7499808" y="6820488"/>
                <a:ext cx="228600" cy="532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05F345B6-9219-F10A-56BC-32AE514D115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493688" y="6814368"/>
                  <a:ext cx="240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27086BD0-0748-A44A-ED41-DEEC5F150F00}"/>
                    </a:ext>
                  </a:extLst>
                </p14:cNvPr>
                <p14:cNvContentPartPr/>
                <p14:nvPr/>
              </p14:nvContentPartPr>
              <p14:xfrm>
                <a:off x="9326808" y="6820488"/>
                <a:ext cx="34920" cy="2160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27086BD0-0748-A44A-ED41-DEEC5F150F0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320688" y="6814368"/>
                  <a:ext cx="47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6B7B697A-2FC4-ECFD-7689-C1E9808957C4}"/>
                    </a:ext>
                  </a:extLst>
                </p14:cNvPr>
                <p14:cNvContentPartPr/>
                <p14:nvPr/>
              </p14:nvContentPartPr>
              <p14:xfrm>
                <a:off x="12174408" y="4780368"/>
                <a:ext cx="559440" cy="34524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6B7B697A-2FC4-ECFD-7689-C1E9808957C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2168288" y="4774248"/>
                  <a:ext cx="571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C543111C-EF6F-7790-9FC3-858F6DF78533}"/>
                    </a:ext>
                  </a:extLst>
                </p14:cNvPr>
                <p14:cNvContentPartPr/>
                <p14:nvPr/>
              </p14:nvContentPartPr>
              <p14:xfrm>
                <a:off x="10618848" y="4423248"/>
                <a:ext cx="2625840" cy="88920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C543111C-EF6F-7790-9FC3-858F6DF7853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612728" y="4417128"/>
                  <a:ext cx="2638080" cy="90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18FFFEFD-B3C9-DF3B-0772-3B2DE90522E5}"/>
                  </a:ext>
                </a:extLst>
              </p14:cNvPr>
              <p14:cNvContentPartPr/>
              <p14:nvPr/>
            </p14:nvContentPartPr>
            <p14:xfrm>
              <a:off x="7248851" y="2293777"/>
              <a:ext cx="52560" cy="12888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18FFFEFD-B3C9-DF3B-0772-3B2DE90522E5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7242731" y="2287657"/>
                <a:ext cx="648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F8DF9CAE-57DC-F606-A1BE-289A8E23A362}"/>
                  </a:ext>
                </a:extLst>
              </p14:cNvPr>
              <p14:cNvContentPartPr/>
              <p14:nvPr/>
            </p14:nvContentPartPr>
            <p14:xfrm>
              <a:off x="7366211" y="2282257"/>
              <a:ext cx="214920" cy="19440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F8DF9CAE-57DC-F606-A1BE-289A8E23A362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7360091" y="2276137"/>
                <a:ext cx="2271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79" name="Tinta 278">
                <a:extLst>
                  <a:ext uri="{FF2B5EF4-FFF2-40B4-BE49-F238E27FC236}">
                    <a16:creationId xmlns:a16="http://schemas.microsoft.com/office/drawing/2014/main" id="{CE87DBA5-08F3-B5EF-6F3C-1F0A168E6B23}"/>
                  </a:ext>
                </a:extLst>
              </p14:cNvPr>
              <p14:cNvContentPartPr/>
              <p14:nvPr/>
            </p14:nvContentPartPr>
            <p14:xfrm>
              <a:off x="7453728" y="1772568"/>
              <a:ext cx="549000" cy="720720"/>
            </p14:xfrm>
          </p:contentPart>
        </mc:Choice>
        <mc:Fallback>
          <p:pic>
            <p:nvPicPr>
              <p:cNvPr id="279" name="Tinta 278">
                <a:extLst>
                  <a:ext uri="{FF2B5EF4-FFF2-40B4-BE49-F238E27FC236}">
                    <a16:creationId xmlns:a16="http://schemas.microsoft.com/office/drawing/2014/main" id="{CE87DBA5-08F3-B5EF-6F3C-1F0A168E6B23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7447608" y="1766448"/>
                <a:ext cx="56124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80" name="Tinta 279">
                <a:extLst>
                  <a:ext uri="{FF2B5EF4-FFF2-40B4-BE49-F238E27FC236}">
                    <a16:creationId xmlns:a16="http://schemas.microsoft.com/office/drawing/2014/main" id="{1F2C6BBB-3C44-284F-E1F9-493E48AA5688}"/>
                  </a:ext>
                </a:extLst>
              </p14:cNvPr>
              <p14:cNvContentPartPr/>
              <p14:nvPr/>
            </p14:nvContentPartPr>
            <p14:xfrm>
              <a:off x="7681968" y="2352168"/>
              <a:ext cx="34920" cy="46440"/>
            </p14:xfrm>
          </p:contentPart>
        </mc:Choice>
        <mc:Fallback>
          <p:pic>
            <p:nvPicPr>
              <p:cNvPr id="280" name="Tinta 279">
                <a:extLst>
                  <a:ext uri="{FF2B5EF4-FFF2-40B4-BE49-F238E27FC236}">
                    <a16:creationId xmlns:a16="http://schemas.microsoft.com/office/drawing/2014/main" id="{1F2C6BBB-3C44-284F-E1F9-493E48AA5688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7675848" y="2346048"/>
                <a:ext cx="471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Agrupar 281">
            <a:extLst>
              <a:ext uri="{FF2B5EF4-FFF2-40B4-BE49-F238E27FC236}">
                <a16:creationId xmlns:a16="http://schemas.microsoft.com/office/drawing/2014/main" id="{ED118870-B194-718E-B936-C944C37F7549}"/>
              </a:ext>
            </a:extLst>
          </p:cNvPr>
          <p:cNvGrpSpPr/>
          <p:nvPr/>
        </p:nvGrpSpPr>
        <p:grpSpPr>
          <a:xfrm>
            <a:off x="11193371" y="3059137"/>
            <a:ext cx="2059560" cy="840600"/>
            <a:chOff x="11193371" y="3059137"/>
            <a:chExt cx="2059560" cy="8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DCFD82B-F0BB-186D-5A1F-464C517A27F8}"/>
                    </a:ext>
                  </a:extLst>
                </p14:cNvPr>
                <p14:cNvContentPartPr/>
                <p14:nvPr/>
              </p14:nvContentPartPr>
              <p14:xfrm>
                <a:off x="11193371" y="3059137"/>
                <a:ext cx="335160" cy="3484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DCFD82B-F0BB-186D-5A1F-464C517A27F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187251" y="3053017"/>
                  <a:ext cx="3474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F066521E-DF06-8130-E4CC-9CBBD2CBCC21}"/>
                    </a:ext>
                  </a:extLst>
                </p14:cNvPr>
                <p14:cNvContentPartPr/>
                <p14:nvPr/>
              </p14:nvContentPartPr>
              <p14:xfrm>
                <a:off x="11517371" y="3336337"/>
                <a:ext cx="226440" cy="1630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F066521E-DF06-8130-E4CC-9CBBD2CBCC2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511251" y="3330217"/>
                  <a:ext cx="238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2DC86667-5557-9586-313A-433373A445C8}"/>
                    </a:ext>
                  </a:extLst>
                </p14:cNvPr>
                <p14:cNvContentPartPr/>
                <p14:nvPr/>
              </p14:nvContentPartPr>
              <p14:xfrm>
                <a:off x="11819051" y="3357217"/>
                <a:ext cx="96120" cy="1393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2DC86667-5557-9586-313A-433373A445C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812931" y="3351097"/>
                  <a:ext cx="108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2C7E6E2-94FD-5F60-7255-107786D229D2}"/>
                    </a:ext>
                  </a:extLst>
                </p14:cNvPr>
                <p14:cNvContentPartPr/>
                <p14:nvPr/>
              </p14:nvContentPartPr>
              <p14:xfrm>
                <a:off x="12099851" y="3397537"/>
                <a:ext cx="248760" cy="824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2C7E6E2-94FD-5F60-7255-107786D229D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2093731" y="3391417"/>
                  <a:ext cx="261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3AC8B16-B4E6-53B5-41AE-9AC8865FAEC2}"/>
                    </a:ext>
                  </a:extLst>
                </p14:cNvPr>
                <p14:cNvContentPartPr/>
                <p14:nvPr/>
              </p14:nvContentPartPr>
              <p14:xfrm>
                <a:off x="12410891" y="3389617"/>
                <a:ext cx="119880" cy="1047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3AC8B16-B4E6-53B5-41AE-9AC8865FAEC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2404771" y="3383497"/>
                  <a:ext cx="132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183C01B4-8AD9-664C-D692-CAEFC037D5FB}"/>
                    </a:ext>
                  </a:extLst>
                </p14:cNvPr>
                <p14:cNvContentPartPr/>
                <p14:nvPr/>
              </p14:nvContentPartPr>
              <p14:xfrm>
                <a:off x="11484971" y="3473137"/>
                <a:ext cx="65520" cy="2066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183C01B4-8AD9-664C-D692-CAEFC037D5F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478851" y="3467017"/>
                  <a:ext cx="77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40CCFF83-4B59-41E2-1D98-AD7D854D9C9C}"/>
                    </a:ext>
                  </a:extLst>
                </p14:cNvPr>
                <p14:cNvContentPartPr/>
                <p14:nvPr/>
              </p14:nvContentPartPr>
              <p14:xfrm>
                <a:off x="11580371" y="3544057"/>
                <a:ext cx="174960" cy="1062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40CCFF83-4B59-41E2-1D98-AD7D854D9C9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574251" y="3537937"/>
                  <a:ext cx="187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40F7506-4F8B-A105-B5DA-FF76A13E6CA6}"/>
                    </a:ext>
                  </a:extLst>
                </p14:cNvPr>
                <p14:cNvContentPartPr/>
                <p14:nvPr/>
              </p14:nvContentPartPr>
              <p14:xfrm>
                <a:off x="11850011" y="3547297"/>
                <a:ext cx="185040" cy="1069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40F7506-4F8B-A105-B5DA-FF76A13E6CA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843891" y="3541177"/>
                  <a:ext cx="197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7CC4A402-EE25-1868-C1F0-4E7AC45A7AED}"/>
                    </a:ext>
                  </a:extLst>
                </p14:cNvPr>
                <p14:cNvContentPartPr/>
                <p14:nvPr/>
              </p14:nvContentPartPr>
              <p14:xfrm>
                <a:off x="12057731" y="3566017"/>
                <a:ext cx="246960" cy="3337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7CC4A402-EE25-1868-C1F0-4E7AC45A7AE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2051611" y="3559897"/>
                  <a:ext cx="2592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598A3EC0-46F7-DFEB-B0FA-3F243DF7247E}"/>
                    </a:ext>
                  </a:extLst>
                </p14:cNvPr>
                <p14:cNvContentPartPr/>
                <p14:nvPr/>
              </p14:nvContentPartPr>
              <p14:xfrm>
                <a:off x="12295331" y="3623617"/>
                <a:ext cx="180720" cy="1220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598A3EC0-46F7-DFEB-B0FA-3F243DF7247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2289211" y="3617497"/>
                  <a:ext cx="192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D029B26-5C19-79D6-5CED-7812A811F569}"/>
                    </a:ext>
                  </a:extLst>
                </p14:cNvPr>
                <p14:cNvContentPartPr/>
                <p14:nvPr/>
              </p14:nvContentPartPr>
              <p14:xfrm>
                <a:off x="12260771" y="3607057"/>
                <a:ext cx="324360" cy="1702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D029B26-5C19-79D6-5CED-7812A811F56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2254651" y="3600937"/>
                  <a:ext cx="336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8680521-50F3-21C7-10BF-9FC3977FEF0B}"/>
                    </a:ext>
                  </a:extLst>
                </p14:cNvPr>
                <p14:cNvContentPartPr/>
                <p14:nvPr/>
              </p14:nvContentPartPr>
              <p14:xfrm>
                <a:off x="12658211" y="3610657"/>
                <a:ext cx="152640" cy="1058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8680521-50F3-21C7-10BF-9FC3977FEF0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2652091" y="3604537"/>
                  <a:ext cx="164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22D92DB9-D326-A717-5EC2-85BCE56CA61A}"/>
                    </a:ext>
                  </a:extLst>
                </p14:cNvPr>
                <p14:cNvContentPartPr/>
                <p14:nvPr/>
              </p14:nvContentPartPr>
              <p14:xfrm>
                <a:off x="12854051" y="3631537"/>
                <a:ext cx="398880" cy="1288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22D92DB9-D326-A717-5EC2-85BCE56CA61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2847931" y="3625417"/>
                  <a:ext cx="411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F8B94D92-1A36-D58C-B003-F555EEFE4B84}"/>
                    </a:ext>
                  </a:extLst>
                </p14:cNvPr>
                <p14:cNvContentPartPr/>
                <p14:nvPr/>
              </p14:nvContentPartPr>
              <p14:xfrm>
                <a:off x="11202408" y="3667968"/>
                <a:ext cx="124920" cy="4428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F8B94D92-1A36-D58C-B003-F555EEFE4B8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196288" y="3661848"/>
                  <a:ext cx="1371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Agrupar 288">
            <a:extLst>
              <a:ext uri="{FF2B5EF4-FFF2-40B4-BE49-F238E27FC236}">
                <a16:creationId xmlns:a16="http://schemas.microsoft.com/office/drawing/2014/main" id="{4D1B1292-4930-AA28-6E89-07F184247666}"/>
              </a:ext>
            </a:extLst>
          </p:cNvPr>
          <p:cNvGrpSpPr/>
          <p:nvPr/>
        </p:nvGrpSpPr>
        <p:grpSpPr>
          <a:xfrm>
            <a:off x="8109611" y="1782288"/>
            <a:ext cx="1046197" cy="628200"/>
            <a:chOff x="8109611" y="1782288"/>
            <a:chExt cx="1046197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5FCE7E2-31F7-4777-5BC6-C263DC1025FD}"/>
                    </a:ext>
                  </a:extLst>
                </p14:cNvPr>
                <p14:cNvContentPartPr/>
                <p14:nvPr/>
              </p14:nvContentPartPr>
              <p14:xfrm>
                <a:off x="8120411" y="1853857"/>
                <a:ext cx="76320" cy="1400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5FCE7E2-31F7-4777-5BC6-C263DC1025F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114291" y="1847737"/>
                  <a:ext cx="88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63AD494-796B-2981-B559-FFF48FF547CC}"/>
                    </a:ext>
                  </a:extLst>
                </p14:cNvPr>
                <p14:cNvContentPartPr/>
                <p14:nvPr/>
              </p14:nvContentPartPr>
              <p14:xfrm>
                <a:off x="8109611" y="1840177"/>
                <a:ext cx="195840" cy="252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63AD494-796B-2981-B559-FFF48FF547C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103491" y="1834057"/>
                  <a:ext cx="208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5191314-8E90-EE49-ABEB-7EBF6CDFEE33}"/>
                    </a:ext>
                  </a:extLst>
                </p14:cNvPr>
                <p14:cNvContentPartPr/>
                <p14:nvPr/>
              </p14:nvContentPartPr>
              <p14:xfrm>
                <a:off x="8283491" y="1849177"/>
                <a:ext cx="33120" cy="2044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5191314-8E90-EE49-ABEB-7EBF6CDFEE3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277371" y="1843057"/>
                  <a:ext cx="45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3BB64FDD-650D-A54E-6D7C-D16B87818CC0}"/>
                    </a:ext>
                  </a:extLst>
                </p14:cNvPr>
                <p14:cNvContentPartPr/>
                <p14:nvPr/>
              </p14:nvContentPartPr>
              <p14:xfrm>
                <a:off x="8476811" y="1897777"/>
                <a:ext cx="172080" cy="162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3BB64FDD-650D-A54E-6D7C-D16B87818CC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470691" y="1891657"/>
                  <a:ext cx="184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9D657662-D61C-2A39-6791-BA8B0B447EC2}"/>
                    </a:ext>
                  </a:extLst>
                </p14:cNvPr>
                <p14:cNvContentPartPr/>
                <p14:nvPr/>
              </p14:nvContentPartPr>
              <p14:xfrm>
                <a:off x="8422451" y="1943137"/>
                <a:ext cx="193680" cy="320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9D657662-D61C-2A39-6791-BA8B0B447EC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416331" y="1937017"/>
                  <a:ext cx="205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5AD61AD-1CF1-A939-6AB6-BB51878065CF}"/>
                    </a:ext>
                  </a:extLst>
                </p14:cNvPr>
                <p14:cNvContentPartPr/>
                <p14:nvPr/>
              </p14:nvContentPartPr>
              <p14:xfrm>
                <a:off x="8746451" y="1881577"/>
                <a:ext cx="285480" cy="2030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5AD61AD-1CF1-A939-6AB6-BB51878065C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740331" y="1875457"/>
                  <a:ext cx="297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448D073D-A1D0-F218-2A5A-77FD9D5BB5FA}"/>
                    </a:ext>
                  </a:extLst>
                </p14:cNvPr>
                <p14:cNvContentPartPr/>
                <p14:nvPr/>
              </p14:nvContentPartPr>
              <p14:xfrm>
                <a:off x="8118648" y="1782288"/>
                <a:ext cx="740880" cy="25632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448D073D-A1D0-F218-2A5A-77FD9D5BB5F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112528" y="1776168"/>
                  <a:ext cx="753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166B7BC9-3E4E-D2EA-B6D8-941AB9A3E442}"/>
                    </a:ext>
                  </a:extLst>
                </p14:cNvPr>
                <p14:cNvContentPartPr/>
                <p14:nvPr/>
              </p14:nvContentPartPr>
              <p14:xfrm>
                <a:off x="8293248" y="1862568"/>
                <a:ext cx="862560" cy="21204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166B7BC9-3E4E-D2EA-B6D8-941AB9A3E44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287128" y="1856448"/>
                  <a:ext cx="874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C5572006-9794-1D20-C891-C8DB7267400B}"/>
                    </a:ext>
                  </a:extLst>
                </p14:cNvPr>
                <p14:cNvContentPartPr/>
                <p14:nvPr/>
              </p14:nvContentPartPr>
              <p14:xfrm>
                <a:off x="8150688" y="2104848"/>
                <a:ext cx="218520" cy="30564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C5572006-9794-1D20-C891-C8DB7267400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144568" y="2098728"/>
                  <a:ext cx="230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73C224B4-2D1C-F276-8446-6A6BCB3032DE}"/>
                    </a:ext>
                  </a:extLst>
                </p14:cNvPr>
                <p14:cNvContentPartPr/>
                <p14:nvPr/>
              </p14:nvContentPartPr>
              <p14:xfrm>
                <a:off x="8383968" y="2172168"/>
                <a:ext cx="346680" cy="2163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73C224B4-2D1C-F276-8446-6A6BCB3032D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377848" y="2166048"/>
                  <a:ext cx="35892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90" name="Tinta 289">
                <a:extLst>
                  <a:ext uri="{FF2B5EF4-FFF2-40B4-BE49-F238E27FC236}">
                    <a16:creationId xmlns:a16="http://schemas.microsoft.com/office/drawing/2014/main" id="{7EFDF739-338D-EBFB-A4B1-EAF840806FFB}"/>
                  </a:ext>
                </a:extLst>
              </p14:cNvPr>
              <p14:cNvContentPartPr/>
              <p14:nvPr/>
            </p14:nvContentPartPr>
            <p14:xfrm>
              <a:off x="3375648" y="1851768"/>
              <a:ext cx="136800" cy="274320"/>
            </p14:xfrm>
          </p:contentPart>
        </mc:Choice>
        <mc:Fallback>
          <p:pic>
            <p:nvPicPr>
              <p:cNvPr id="290" name="Tinta 289">
                <a:extLst>
                  <a:ext uri="{FF2B5EF4-FFF2-40B4-BE49-F238E27FC236}">
                    <a16:creationId xmlns:a16="http://schemas.microsoft.com/office/drawing/2014/main" id="{7EFDF739-338D-EBFB-A4B1-EAF840806FFB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3369528" y="1845648"/>
                <a:ext cx="149040" cy="2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9314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52438-4649-9E9E-DD60-C0AEFC6D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AFA9B5-D017-0693-AB2C-126B82756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43FEEC18-7CF3-FA91-E257-6D6B06D37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02" y="209552"/>
            <a:ext cx="3376376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465EDD68-79D7-E38F-85F9-2C4C8CFB20D0}"/>
                  </a:ext>
                </a:extLst>
              </p14:cNvPr>
              <p14:cNvContentPartPr/>
              <p14:nvPr/>
            </p14:nvContentPartPr>
            <p14:xfrm>
              <a:off x="7031448" y="2455776"/>
              <a:ext cx="399600" cy="48348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465EDD68-79D7-E38F-85F9-2C4C8CFB20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5328" y="2449656"/>
                <a:ext cx="41184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E4746D4D-8716-F004-ED69-238ED557ABD5}"/>
                  </a:ext>
                </a:extLst>
              </p14:cNvPr>
              <p14:cNvContentPartPr/>
              <p14:nvPr/>
            </p14:nvContentPartPr>
            <p14:xfrm>
              <a:off x="5064048" y="3039696"/>
              <a:ext cx="1659600" cy="552240"/>
            </p14:xfrm>
          </p:contentPart>
        </mc:Choice>
        <mc:Fallback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E4746D4D-8716-F004-ED69-238ED557AB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7928" y="3033576"/>
                <a:ext cx="1671840" cy="5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78AE09B9-9583-02B5-0F8C-A6727150D6CD}"/>
                  </a:ext>
                </a:extLst>
              </p14:cNvPr>
              <p14:cNvContentPartPr/>
              <p14:nvPr/>
            </p14:nvContentPartPr>
            <p14:xfrm>
              <a:off x="2275848" y="5163336"/>
              <a:ext cx="4116240" cy="1239480"/>
            </p14:xfrm>
          </p:contentPart>
        </mc:Choice>
        <mc:Fallback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78AE09B9-9583-02B5-0F8C-A6727150D6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69728" y="5157216"/>
                <a:ext cx="4128480" cy="125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51F6FC77-14EB-160E-0CF8-3950797EBA8F}"/>
              </a:ext>
            </a:extLst>
          </p:cNvPr>
          <p:cNvGrpSpPr/>
          <p:nvPr/>
        </p:nvGrpSpPr>
        <p:grpSpPr>
          <a:xfrm>
            <a:off x="9715968" y="5648616"/>
            <a:ext cx="1108440" cy="438120"/>
            <a:chOff x="9715968" y="5648616"/>
            <a:chExt cx="110844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5732E0DF-49EF-8575-30C7-469B1D5C9B6B}"/>
                    </a:ext>
                  </a:extLst>
                </p14:cNvPr>
                <p14:cNvContentPartPr/>
                <p14:nvPr/>
              </p14:nvContentPartPr>
              <p14:xfrm>
                <a:off x="9715968" y="5648616"/>
                <a:ext cx="274680" cy="2505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5732E0DF-49EF-8575-30C7-469B1D5C9B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09848" y="5642496"/>
                  <a:ext cx="286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3C9377FA-7389-FD56-D844-DC55E3828BED}"/>
                    </a:ext>
                  </a:extLst>
                </p14:cNvPr>
                <p14:cNvContentPartPr/>
                <p14:nvPr/>
              </p14:nvContentPartPr>
              <p14:xfrm>
                <a:off x="10201248" y="5891256"/>
                <a:ext cx="29160" cy="19548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3C9377FA-7389-FD56-D844-DC55E3828B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95128" y="5885136"/>
                  <a:ext cx="41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CEA9B511-F4C2-3F97-2F14-E824A4542930}"/>
                    </a:ext>
                  </a:extLst>
                </p14:cNvPr>
                <p14:cNvContentPartPr/>
                <p14:nvPr/>
              </p14:nvContentPartPr>
              <p14:xfrm>
                <a:off x="10174608" y="5835816"/>
                <a:ext cx="9720" cy="2448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CEA9B511-F4C2-3F97-2F14-E824A45429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68488" y="5829696"/>
                  <a:ext cx="21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1587FA0B-FCC2-1E6E-4421-D73C4C7130D9}"/>
                    </a:ext>
                  </a:extLst>
                </p14:cNvPr>
                <p14:cNvContentPartPr/>
                <p14:nvPr/>
              </p14:nvContentPartPr>
              <p14:xfrm>
                <a:off x="10183968" y="5857776"/>
                <a:ext cx="259560" cy="741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1587FA0B-FCC2-1E6E-4421-D73C4C7130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77848" y="5851656"/>
                  <a:ext cx="271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E96CCD5F-0858-E8B4-F015-10508173BD13}"/>
                    </a:ext>
                  </a:extLst>
                </p14:cNvPr>
                <p14:cNvContentPartPr/>
                <p14:nvPr/>
              </p14:nvContentPartPr>
              <p14:xfrm>
                <a:off x="10619208" y="5915736"/>
                <a:ext cx="81000" cy="11592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E96CCD5F-0858-E8B4-F015-10508173BD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613088" y="5909616"/>
                  <a:ext cx="93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8BC4FCE-DAA5-994C-EBC8-258652915DE9}"/>
                    </a:ext>
                  </a:extLst>
                </p14:cNvPr>
                <p14:cNvContentPartPr/>
                <p14:nvPr/>
              </p14:nvContentPartPr>
              <p14:xfrm>
                <a:off x="10702008" y="5884776"/>
                <a:ext cx="122400" cy="11160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8BC4FCE-DAA5-994C-EBC8-258652915D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95888" y="5878656"/>
                  <a:ext cx="1346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4453FBC6-BB4F-365C-E09C-97DA63748C8B}"/>
                  </a:ext>
                </a:extLst>
              </p14:cNvPr>
              <p14:cNvContentPartPr/>
              <p14:nvPr/>
            </p14:nvContentPartPr>
            <p14:xfrm>
              <a:off x="4621968" y="2575296"/>
              <a:ext cx="2200320" cy="53568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4453FBC6-BB4F-365C-E09C-97DA63748C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15848" y="2569176"/>
                <a:ext cx="22125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79A428D3-27C4-856D-31F3-89FDCA2AF3E8}"/>
                  </a:ext>
                </a:extLst>
              </p14:cNvPr>
              <p14:cNvContentPartPr/>
              <p14:nvPr/>
            </p14:nvContentPartPr>
            <p14:xfrm>
              <a:off x="4634928" y="3077136"/>
              <a:ext cx="2508840" cy="9972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79A428D3-27C4-856D-31F3-89FDCA2AF3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28808" y="3071016"/>
                <a:ext cx="25210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C825A1B2-EA1B-F22D-5BFC-7FD8802A53FB}"/>
                  </a:ext>
                </a:extLst>
              </p14:cNvPr>
              <p14:cNvContentPartPr/>
              <p14:nvPr/>
            </p14:nvContentPartPr>
            <p14:xfrm>
              <a:off x="6712128" y="2553696"/>
              <a:ext cx="90360" cy="54108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C825A1B2-EA1B-F22D-5BFC-7FD8802A53F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06008" y="2547576"/>
                <a:ext cx="10260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79F32FF7-5869-50BD-6E31-5D4D028B0C80}"/>
                  </a:ext>
                </a:extLst>
              </p14:cNvPr>
              <p14:cNvContentPartPr/>
              <p14:nvPr/>
            </p14:nvContentPartPr>
            <p14:xfrm>
              <a:off x="7087608" y="2625336"/>
              <a:ext cx="231480" cy="19296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79F32FF7-5869-50BD-6E31-5D4D028B0C8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81488" y="2619216"/>
                <a:ext cx="2437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C6DE507A-DE90-6504-6235-35B0134EDB6D}"/>
                  </a:ext>
                </a:extLst>
              </p14:cNvPr>
              <p14:cNvContentPartPr/>
              <p14:nvPr/>
            </p14:nvContentPartPr>
            <p14:xfrm>
              <a:off x="5878008" y="2778336"/>
              <a:ext cx="67320" cy="27864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C6DE507A-DE90-6504-6235-35B0134EDB6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71888" y="2772216"/>
                <a:ext cx="795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B969A6C2-3853-CDF5-7015-5293AC057477}"/>
                  </a:ext>
                </a:extLst>
              </p14:cNvPr>
              <p14:cNvContentPartPr/>
              <p14:nvPr/>
            </p14:nvContentPartPr>
            <p14:xfrm>
              <a:off x="6036408" y="2790936"/>
              <a:ext cx="148320" cy="33264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B969A6C2-3853-CDF5-7015-5293AC05747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30288" y="2784816"/>
                <a:ext cx="16056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DAC96ADF-E5C6-A3B9-3C69-07568745274D}"/>
                  </a:ext>
                </a:extLst>
              </p14:cNvPr>
              <p14:cNvContentPartPr/>
              <p14:nvPr/>
            </p14:nvContentPartPr>
            <p14:xfrm>
              <a:off x="6230448" y="3245256"/>
              <a:ext cx="161640" cy="18864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DAC96ADF-E5C6-A3B9-3C69-07568745274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24328" y="3239136"/>
                <a:ext cx="1738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AC72CBB6-4A35-A4AC-8678-BA846ED750E4}"/>
                  </a:ext>
                </a:extLst>
              </p14:cNvPr>
              <p14:cNvContentPartPr/>
              <p14:nvPr/>
            </p14:nvContentPartPr>
            <p14:xfrm>
              <a:off x="6437808" y="3216456"/>
              <a:ext cx="205560" cy="28368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AC72CBB6-4A35-A4AC-8678-BA846ED750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31688" y="3210336"/>
                <a:ext cx="2178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4D09F3C-3736-A568-A7D7-862D2F50660B}"/>
                  </a:ext>
                </a:extLst>
              </p14:cNvPr>
              <p14:cNvContentPartPr/>
              <p14:nvPr/>
            </p14:nvContentPartPr>
            <p14:xfrm>
              <a:off x="5224968" y="3266136"/>
              <a:ext cx="333360" cy="22104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4D09F3C-3736-A568-A7D7-862D2F5066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18848" y="3260016"/>
                <a:ext cx="3456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235B5E99-2FD1-083F-DCFE-1319330BC163}"/>
                  </a:ext>
                </a:extLst>
              </p14:cNvPr>
              <p14:cNvContentPartPr/>
              <p14:nvPr/>
            </p14:nvContentPartPr>
            <p14:xfrm>
              <a:off x="4986288" y="3062376"/>
              <a:ext cx="55800" cy="1296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235B5E99-2FD1-083F-DCFE-1319330BC16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80168" y="3056256"/>
                <a:ext cx="680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07B900B3-4F62-FADF-DE83-D52693B2F277}"/>
                  </a:ext>
                </a:extLst>
              </p14:cNvPr>
              <p14:cNvContentPartPr/>
              <p14:nvPr/>
            </p14:nvContentPartPr>
            <p14:xfrm>
              <a:off x="4881528" y="2953656"/>
              <a:ext cx="755640" cy="55872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07B900B3-4F62-FADF-DE83-D52693B2F27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75408" y="2947536"/>
                <a:ext cx="76788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272A0BD2-6F59-6E0D-753E-298FED746AAE}"/>
                  </a:ext>
                </a:extLst>
              </p14:cNvPr>
              <p14:cNvContentPartPr/>
              <p14:nvPr/>
            </p14:nvContentPartPr>
            <p14:xfrm>
              <a:off x="5122728" y="3246336"/>
              <a:ext cx="688320" cy="32940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272A0BD2-6F59-6E0D-753E-298FED746AA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16608" y="3240216"/>
                <a:ext cx="7005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3CAAD558-8ADE-ACDE-A497-B164B9C74AB8}"/>
                  </a:ext>
                </a:extLst>
              </p14:cNvPr>
              <p14:cNvContentPartPr/>
              <p14:nvPr/>
            </p14:nvContentPartPr>
            <p14:xfrm>
              <a:off x="6053328" y="3097296"/>
              <a:ext cx="817200" cy="40788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3CAAD558-8ADE-ACDE-A497-B164B9C74AB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47208" y="3091176"/>
                <a:ext cx="8294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29D506EC-10F7-10B7-E5BB-1BBE703E5ABE}"/>
                  </a:ext>
                </a:extLst>
              </p14:cNvPr>
              <p14:cNvContentPartPr/>
              <p14:nvPr/>
            </p14:nvContentPartPr>
            <p14:xfrm>
              <a:off x="5785848" y="2003976"/>
              <a:ext cx="468000" cy="6768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29D506EC-10F7-10B7-E5BB-1BBE703E5AB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79728" y="1997856"/>
                <a:ext cx="480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1C93C884-5A29-F5B4-816B-EE0B56B44376}"/>
                  </a:ext>
                </a:extLst>
              </p14:cNvPr>
              <p14:cNvContentPartPr/>
              <p14:nvPr/>
            </p14:nvContentPartPr>
            <p14:xfrm>
              <a:off x="5933448" y="2059776"/>
              <a:ext cx="57960" cy="243000"/>
            </p14:xfrm>
          </p:contentPart>
        </mc:Choice>
        <mc:Fallback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1C93C884-5A29-F5B4-816B-EE0B56B4437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27328" y="2053656"/>
                <a:ext cx="702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47E4B0D8-F7FC-C9A5-D9CB-918D0228823A}"/>
                  </a:ext>
                </a:extLst>
              </p14:cNvPr>
              <p14:cNvContentPartPr/>
              <p14:nvPr/>
            </p14:nvContentPartPr>
            <p14:xfrm>
              <a:off x="6094728" y="2039976"/>
              <a:ext cx="57960" cy="15156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47E4B0D8-F7FC-C9A5-D9CB-918D0228823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88608" y="2033856"/>
                <a:ext cx="702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59598393-BD13-3D37-F6FA-FC1F7ED63299}"/>
                  </a:ext>
                </a:extLst>
              </p14:cNvPr>
              <p14:cNvContentPartPr/>
              <p14:nvPr/>
            </p14:nvContentPartPr>
            <p14:xfrm>
              <a:off x="6379128" y="1987416"/>
              <a:ext cx="172080" cy="4320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59598393-BD13-3D37-F6FA-FC1F7ED6329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73008" y="1981296"/>
                <a:ext cx="1843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44FA3E5A-839B-80AB-75AA-613AE5393292}"/>
                  </a:ext>
                </a:extLst>
              </p14:cNvPr>
              <p14:cNvContentPartPr/>
              <p14:nvPr/>
            </p14:nvContentPartPr>
            <p14:xfrm>
              <a:off x="6276528" y="2096496"/>
              <a:ext cx="343800" cy="17280"/>
            </p14:xfrm>
          </p:contentPart>
        </mc:Choice>
        <mc:Fallback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44FA3E5A-839B-80AB-75AA-613AE539329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70408" y="2090376"/>
                <a:ext cx="356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D66F6771-D251-F012-FD43-4B6AF85DD268}"/>
                  </a:ext>
                </a:extLst>
              </p14:cNvPr>
              <p14:cNvContentPartPr/>
              <p14:nvPr/>
            </p14:nvContentPartPr>
            <p14:xfrm>
              <a:off x="6723648" y="1967616"/>
              <a:ext cx="273960" cy="16092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D66F6771-D251-F012-FD43-4B6AF85DD26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17528" y="1961496"/>
                <a:ext cx="2862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8C83DDD2-D3A5-E5DE-FD97-FF81B4149F4B}"/>
                  </a:ext>
                </a:extLst>
              </p14:cNvPr>
              <p14:cNvContentPartPr/>
              <p14:nvPr/>
            </p14:nvContentPartPr>
            <p14:xfrm>
              <a:off x="5682168" y="1850976"/>
              <a:ext cx="1727280" cy="461880"/>
            </p14:xfrm>
          </p:contentPart>
        </mc:Choice>
        <mc:Fallback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8C83DDD2-D3A5-E5DE-FD97-FF81B4149F4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76048" y="1844856"/>
                <a:ext cx="17395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A6B23907-3D32-B59A-9C3B-74F735926A52}"/>
                  </a:ext>
                </a:extLst>
              </p14:cNvPr>
              <p14:cNvContentPartPr/>
              <p14:nvPr/>
            </p14:nvContentPartPr>
            <p14:xfrm>
              <a:off x="980568" y="858096"/>
              <a:ext cx="1470600" cy="137268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A6B23907-3D32-B59A-9C3B-74F735926A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4448" y="851976"/>
                <a:ext cx="1482840" cy="13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F46B09F9-381A-CF43-D7D8-A419CF1AA0D2}"/>
                  </a:ext>
                </a:extLst>
              </p14:cNvPr>
              <p14:cNvContentPartPr/>
              <p14:nvPr/>
            </p14:nvContentPartPr>
            <p14:xfrm>
              <a:off x="6241968" y="1668816"/>
              <a:ext cx="34920" cy="9720"/>
            </p14:xfrm>
          </p:contentPart>
        </mc:Choice>
        <mc:Fallback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F46B09F9-381A-CF43-D7D8-A419CF1AA0D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35848" y="1662696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26023163-D5BA-6E70-59F3-BB1DD7210258}"/>
                  </a:ext>
                </a:extLst>
              </p14:cNvPr>
              <p14:cNvContentPartPr/>
              <p14:nvPr/>
            </p14:nvContentPartPr>
            <p14:xfrm>
              <a:off x="5020848" y="4258296"/>
              <a:ext cx="44280" cy="23760"/>
            </p14:xfrm>
          </p:contentPart>
        </mc:Choice>
        <mc:Fallback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26023163-D5BA-6E70-59F3-BB1DD721025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14728" y="4252176"/>
                <a:ext cx="56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86C63D61-CE10-520A-1E41-8CAE1C16D212}"/>
                  </a:ext>
                </a:extLst>
              </p14:cNvPr>
              <p14:cNvContentPartPr/>
              <p14:nvPr/>
            </p14:nvContentPartPr>
            <p14:xfrm>
              <a:off x="4526568" y="5253336"/>
              <a:ext cx="667080" cy="808560"/>
            </p14:xfrm>
          </p:contentPart>
        </mc:Choice>
        <mc:Fallback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86C63D61-CE10-520A-1E41-8CAE1C16D21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520448" y="5247216"/>
                <a:ext cx="679320" cy="82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619E4018-2773-C56E-4001-E21281647931}"/>
              </a:ext>
            </a:extLst>
          </p:cNvPr>
          <p:cNvGrpSpPr/>
          <p:nvPr/>
        </p:nvGrpSpPr>
        <p:grpSpPr>
          <a:xfrm>
            <a:off x="414648" y="893376"/>
            <a:ext cx="3715200" cy="2327040"/>
            <a:chOff x="414648" y="893376"/>
            <a:chExt cx="3715200" cy="23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ACFA39CB-C7F0-D924-A886-C103E4394F39}"/>
                    </a:ext>
                  </a:extLst>
                </p14:cNvPr>
                <p14:cNvContentPartPr/>
                <p14:nvPr/>
              </p14:nvContentPartPr>
              <p14:xfrm>
                <a:off x="2207808" y="2198376"/>
                <a:ext cx="11880" cy="298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ACFA39CB-C7F0-D924-A886-C103E4394F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01688" y="2192256"/>
                  <a:ext cx="24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27DE35D-FD97-C3DF-E6B7-A11159E4D499}"/>
                    </a:ext>
                  </a:extLst>
                </p14:cNvPr>
                <p14:cNvContentPartPr/>
                <p14:nvPr/>
              </p14:nvContentPartPr>
              <p14:xfrm>
                <a:off x="2218608" y="2234376"/>
                <a:ext cx="47520" cy="853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27DE35D-FD97-C3DF-E6B7-A11159E4D4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12488" y="2228256"/>
                  <a:ext cx="59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8FFE948-0E9C-3BF3-2816-7D165E9BCD44}"/>
                    </a:ext>
                  </a:extLst>
                </p14:cNvPr>
                <p14:cNvContentPartPr/>
                <p14:nvPr/>
              </p14:nvContentPartPr>
              <p14:xfrm>
                <a:off x="1933128" y="2234376"/>
                <a:ext cx="332640" cy="8672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8FFE948-0E9C-3BF3-2816-7D165E9BCD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27008" y="2228256"/>
                  <a:ext cx="34488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6A32B8F-82F1-A4EF-0EE7-6E23560A76B1}"/>
                    </a:ext>
                  </a:extLst>
                </p14:cNvPr>
                <p14:cNvContentPartPr/>
                <p14:nvPr/>
              </p14:nvContentPartPr>
              <p14:xfrm>
                <a:off x="1295208" y="2237256"/>
                <a:ext cx="765360" cy="9831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6A32B8F-82F1-A4EF-0EE7-6E23560A76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89088" y="2231136"/>
                  <a:ext cx="77760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E0C5F7D-1FBA-D826-7DB0-F5367D6E3982}"/>
                    </a:ext>
                  </a:extLst>
                </p14:cNvPr>
                <p14:cNvContentPartPr/>
                <p14:nvPr/>
              </p14:nvContentPartPr>
              <p14:xfrm>
                <a:off x="2689488" y="1015416"/>
                <a:ext cx="23400" cy="75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E0C5F7D-1FBA-D826-7DB0-F5367D6E39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83368" y="1009296"/>
                  <a:ext cx="35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FF91DB0-389D-0711-5807-F8A5ECD69738}"/>
                    </a:ext>
                  </a:extLst>
                </p14:cNvPr>
                <p14:cNvContentPartPr/>
                <p14:nvPr/>
              </p14:nvContentPartPr>
              <p14:xfrm>
                <a:off x="3048408" y="916416"/>
                <a:ext cx="568440" cy="9514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FF91DB0-389D-0711-5807-F8A5ECD697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42288" y="910296"/>
                  <a:ext cx="580680" cy="9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57212DE-11D4-A94D-D633-8299B7EFE81C}"/>
                    </a:ext>
                  </a:extLst>
                </p14:cNvPr>
                <p14:cNvContentPartPr/>
                <p14:nvPr/>
              </p14:nvContentPartPr>
              <p14:xfrm>
                <a:off x="3786048" y="1374696"/>
                <a:ext cx="69480" cy="1864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57212DE-11D4-A94D-D633-8299B7EFE8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79928" y="1368576"/>
                  <a:ext cx="81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0050BB9-25CA-5EFC-5B22-BAC890FCADA4}"/>
                    </a:ext>
                  </a:extLst>
                </p14:cNvPr>
                <p14:cNvContentPartPr/>
                <p14:nvPr/>
              </p14:nvContentPartPr>
              <p14:xfrm>
                <a:off x="3844728" y="1358136"/>
                <a:ext cx="285120" cy="2505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0050BB9-25CA-5EFC-5B22-BAC890FCADA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38608" y="1352016"/>
                  <a:ext cx="297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65E33ACA-3CB4-87EE-9F65-48189725CB41}"/>
                    </a:ext>
                  </a:extLst>
                </p14:cNvPr>
                <p14:cNvContentPartPr/>
                <p14:nvPr/>
              </p14:nvContentPartPr>
              <p14:xfrm>
                <a:off x="414648" y="893376"/>
                <a:ext cx="2981160" cy="20768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65E33ACA-3CB4-87EE-9F65-48189725CB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8528" y="887256"/>
                  <a:ext cx="2993400" cy="20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BA4387ED-1D85-A666-58C2-28CB67F389F7}"/>
                    </a:ext>
                  </a:extLst>
                </p14:cNvPr>
                <p14:cNvContentPartPr/>
                <p14:nvPr/>
              </p14:nvContentPartPr>
              <p14:xfrm>
                <a:off x="951408" y="2279736"/>
                <a:ext cx="2066040" cy="7380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BA4387ED-1D85-A666-58C2-28CB67F389F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5288" y="2273616"/>
                  <a:ext cx="207828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B23D0F64-4CCC-A622-8F34-BBAB3B5A8A72}"/>
                    </a:ext>
                  </a:extLst>
                </p14:cNvPr>
                <p14:cNvContentPartPr/>
                <p14:nvPr/>
              </p14:nvContentPartPr>
              <p14:xfrm>
                <a:off x="2461248" y="2897496"/>
                <a:ext cx="21240" cy="1728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B23D0F64-4CCC-A622-8F34-BBAB3B5A8A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55128" y="2891376"/>
                  <a:ext cx="3348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26" name="Tinta 225">
                <a:extLst>
                  <a:ext uri="{FF2B5EF4-FFF2-40B4-BE49-F238E27FC236}">
                    <a16:creationId xmlns:a16="http://schemas.microsoft.com/office/drawing/2014/main" id="{8F6BC1D5-7948-D329-C183-34F89F8CE31E}"/>
                  </a:ext>
                </a:extLst>
              </p14:cNvPr>
              <p14:cNvContentPartPr/>
              <p14:nvPr/>
            </p14:nvContentPartPr>
            <p14:xfrm>
              <a:off x="11283048" y="6380136"/>
              <a:ext cx="309240" cy="28440"/>
            </p14:xfrm>
          </p:contentPart>
        </mc:Choice>
        <mc:Fallback>
          <p:pic>
            <p:nvPicPr>
              <p:cNvPr id="226" name="Tinta 225">
                <a:extLst>
                  <a:ext uri="{FF2B5EF4-FFF2-40B4-BE49-F238E27FC236}">
                    <a16:creationId xmlns:a16="http://schemas.microsoft.com/office/drawing/2014/main" id="{8F6BC1D5-7948-D329-C183-34F89F8CE31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276928" y="6374016"/>
                <a:ext cx="3214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27" name="Tinta 226">
                <a:extLst>
                  <a:ext uri="{FF2B5EF4-FFF2-40B4-BE49-F238E27FC236}">
                    <a16:creationId xmlns:a16="http://schemas.microsoft.com/office/drawing/2014/main" id="{7E9905D3-B2B7-5A83-A1C5-CAEE0B223CDE}"/>
                  </a:ext>
                </a:extLst>
              </p14:cNvPr>
              <p14:cNvContentPartPr/>
              <p14:nvPr/>
            </p14:nvContentPartPr>
            <p14:xfrm>
              <a:off x="10414368" y="5683176"/>
              <a:ext cx="46440" cy="21600"/>
            </p14:xfrm>
          </p:contentPart>
        </mc:Choice>
        <mc:Fallback>
          <p:pic>
            <p:nvPicPr>
              <p:cNvPr id="227" name="Tinta 226">
                <a:extLst>
                  <a:ext uri="{FF2B5EF4-FFF2-40B4-BE49-F238E27FC236}">
                    <a16:creationId xmlns:a16="http://schemas.microsoft.com/office/drawing/2014/main" id="{7E9905D3-B2B7-5A83-A1C5-CAEE0B223CD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08248" y="5677056"/>
                <a:ext cx="586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284C8309-14ED-1EAD-800A-61FE74F0ABEF}"/>
              </a:ext>
            </a:extLst>
          </p:cNvPr>
          <p:cNvGrpSpPr/>
          <p:nvPr/>
        </p:nvGrpSpPr>
        <p:grpSpPr>
          <a:xfrm>
            <a:off x="1009728" y="4432536"/>
            <a:ext cx="5096880" cy="1864800"/>
            <a:chOff x="1009728" y="4432536"/>
            <a:chExt cx="5096880" cy="18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2D9545CB-8923-F9EC-24A1-5A9A6052E7E4}"/>
                    </a:ext>
                  </a:extLst>
                </p14:cNvPr>
                <p14:cNvContentPartPr/>
                <p14:nvPr/>
              </p14:nvContentPartPr>
              <p14:xfrm>
                <a:off x="2758608" y="4500936"/>
                <a:ext cx="2182320" cy="4438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2D9545CB-8923-F9EC-24A1-5A9A6052E7E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2488" y="4494816"/>
                  <a:ext cx="21945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59CB29E3-4078-1DD1-B5C0-065E2E11D8E1}"/>
                    </a:ext>
                  </a:extLst>
                </p14:cNvPr>
                <p14:cNvContentPartPr/>
                <p14:nvPr/>
              </p14:nvContentPartPr>
              <p14:xfrm>
                <a:off x="2735568" y="4922496"/>
                <a:ext cx="2454480" cy="7632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59CB29E3-4078-1DD1-B5C0-065E2E11D8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29448" y="4916376"/>
                  <a:ext cx="2466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4102530-AB70-B0C7-056D-D9809476F052}"/>
                    </a:ext>
                  </a:extLst>
                </p14:cNvPr>
                <p14:cNvContentPartPr/>
                <p14:nvPr/>
              </p14:nvContentPartPr>
              <p14:xfrm>
                <a:off x="4918248" y="4451616"/>
                <a:ext cx="87840" cy="3697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4102530-AB70-B0C7-056D-D9809476F0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12128" y="4445496"/>
                  <a:ext cx="1000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DD1C23E-C0F3-A7FC-E2DB-B67C1164D199}"/>
                    </a:ext>
                  </a:extLst>
                </p14:cNvPr>
                <p14:cNvContentPartPr/>
                <p14:nvPr/>
              </p14:nvContentPartPr>
              <p14:xfrm>
                <a:off x="5294808" y="4488336"/>
                <a:ext cx="252000" cy="1432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DD1C23E-C0F3-A7FC-E2DB-B67C1164D1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88688" y="4482216"/>
                  <a:ext cx="2642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2068385-613A-2201-8A88-862C30D03C8D}"/>
                    </a:ext>
                  </a:extLst>
                </p14:cNvPr>
                <p14:cNvContentPartPr/>
                <p14:nvPr/>
              </p14:nvContentPartPr>
              <p14:xfrm>
                <a:off x="4904928" y="4432536"/>
                <a:ext cx="171720" cy="6156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2068385-613A-2201-8A88-862C30D03C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98808" y="4426416"/>
                  <a:ext cx="1839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D3A655F-3F23-0F61-858B-C8440F1D966C}"/>
                    </a:ext>
                  </a:extLst>
                </p14:cNvPr>
                <p14:cNvContentPartPr/>
                <p14:nvPr/>
              </p14:nvContentPartPr>
              <p14:xfrm>
                <a:off x="4208328" y="4653576"/>
                <a:ext cx="114840" cy="4165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D3A655F-3F23-0F61-858B-C8440F1D96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2208" y="4647456"/>
                  <a:ext cx="1270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0E801CC4-CE27-989F-9071-E93FB96CA0A6}"/>
                    </a:ext>
                  </a:extLst>
                </p14:cNvPr>
                <p14:cNvContentPartPr/>
                <p14:nvPr/>
              </p14:nvContentPartPr>
              <p14:xfrm>
                <a:off x="4293288" y="4652856"/>
                <a:ext cx="189000" cy="1292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0E801CC4-CE27-989F-9071-E93FB96CA0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87168" y="4646736"/>
                  <a:ext cx="201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26488413-BDFC-2ADB-0692-AAD50BB4A727}"/>
                    </a:ext>
                  </a:extLst>
                </p14:cNvPr>
                <p14:cNvContentPartPr/>
                <p14:nvPr/>
              </p14:nvContentPartPr>
              <p14:xfrm>
                <a:off x="4607568" y="5161536"/>
                <a:ext cx="81720" cy="13932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26488413-BDFC-2ADB-0692-AAD50BB4A7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01448" y="5155416"/>
                  <a:ext cx="93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86C65CB6-A20C-384D-AD69-9E1150E20B9A}"/>
                    </a:ext>
                  </a:extLst>
                </p14:cNvPr>
                <p14:cNvContentPartPr/>
                <p14:nvPr/>
              </p14:nvContentPartPr>
              <p14:xfrm>
                <a:off x="4738968" y="5112576"/>
                <a:ext cx="349200" cy="2152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86C65CB6-A20C-384D-AD69-9E1150E20B9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32848" y="5106456"/>
                  <a:ext cx="361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EAA017FA-F47A-7810-0C38-60B1D580968B}"/>
                    </a:ext>
                  </a:extLst>
                </p14:cNvPr>
                <p14:cNvContentPartPr/>
                <p14:nvPr/>
              </p14:nvContentPartPr>
              <p14:xfrm>
                <a:off x="3349728" y="5030856"/>
                <a:ext cx="275400" cy="1789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EAA017FA-F47A-7810-0C38-60B1D58096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3608" y="5024736"/>
                  <a:ext cx="287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B6B9E8C1-6497-F405-1658-5AA3FEE64D67}"/>
                    </a:ext>
                  </a:extLst>
                </p14:cNvPr>
                <p14:cNvContentPartPr/>
                <p14:nvPr/>
              </p14:nvContentPartPr>
              <p14:xfrm>
                <a:off x="3546288" y="4968936"/>
                <a:ext cx="281880" cy="2257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B6B9E8C1-6497-F405-1658-5AA3FEE64D6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40168" y="4962816"/>
                  <a:ext cx="294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221D79D1-CF3A-74BF-25ED-D836938EC700}"/>
                    </a:ext>
                  </a:extLst>
                </p14:cNvPr>
                <p14:cNvContentPartPr/>
                <p14:nvPr/>
              </p14:nvContentPartPr>
              <p14:xfrm>
                <a:off x="2209968" y="5777136"/>
                <a:ext cx="284040" cy="2458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221D79D1-CF3A-74BF-25ED-D836938EC7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03848" y="5771016"/>
                  <a:ext cx="296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47115D23-58C2-CC1B-1296-A3235ED0AA93}"/>
                    </a:ext>
                  </a:extLst>
                </p14:cNvPr>
                <p14:cNvContentPartPr/>
                <p14:nvPr/>
              </p14:nvContentPartPr>
              <p14:xfrm>
                <a:off x="2527848" y="5996016"/>
                <a:ext cx="92880" cy="2707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47115D23-58C2-CC1B-1296-A3235ED0AA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21728" y="5989896"/>
                  <a:ext cx="105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75217785-98A7-A49B-D917-16CB5C4727D3}"/>
                    </a:ext>
                  </a:extLst>
                </p14:cNvPr>
                <p14:cNvContentPartPr/>
                <p14:nvPr/>
              </p14:nvContentPartPr>
              <p14:xfrm>
                <a:off x="2544408" y="6010416"/>
                <a:ext cx="99000" cy="878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75217785-98A7-A49B-D917-16CB5C4727D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38288" y="6004296"/>
                  <a:ext cx="111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05945B55-0C64-0D64-8DC0-A6A19B97D51B}"/>
                    </a:ext>
                  </a:extLst>
                </p14:cNvPr>
                <p14:cNvContentPartPr/>
                <p14:nvPr/>
              </p14:nvContentPartPr>
              <p14:xfrm>
                <a:off x="2622888" y="5881536"/>
                <a:ext cx="202680" cy="154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05945B55-0C64-0D64-8DC0-A6A19B97D5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16768" y="5875416"/>
                  <a:ext cx="214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CBA0D054-32B4-05E5-96A1-C5973A7C41F7}"/>
                    </a:ext>
                  </a:extLst>
                </p14:cNvPr>
                <p14:cNvContentPartPr/>
                <p14:nvPr/>
              </p14:nvContentPartPr>
              <p14:xfrm>
                <a:off x="2597328" y="5969376"/>
                <a:ext cx="251640" cy="2448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CBA0D054-32B4-05E5-96A1-C5973A7C41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91208" y="5963256"/>
                  <a:ext cx="263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C1350243-09E3-D61D-FAC5-130D0F7EBA35}"/>
                    </a:ext>
                  </a:extLst>
                </p14:cNvPr>
                <p14:cNvContentPartPr/>
                <p14:nvPr/>
              </p14:nvContentPartPr>
              <p14:xfrm>
                <a:off x="3109968" y="5673456"/>
                <a:ext cx="150840" cy="2682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C1350243-09E3-D61D-FAC5-130D0F7EBA3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03848" y="5667336"/>
                  <a:ext cx="163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9242E6FE-7211-B28A-0A42-CBCC69C05888}"/>
                    </a:ext>
                  </a:extLst>
                </p14:cNvPr>
                <p14:cNvContentPartPr/>
                <p14:nvPr/>
              </p14:nvContentPartPr>
              <p14:xfrm>
                <a:off x="3099168" y="5943456"/>
                <a:ext cx="389880" cy="500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9242E6FE-7211-B28A-0A42-CBCC69C0588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93048" y="5937336"/>
                  <a:ext cx="402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75D65B85-7C20-BECB-3D9B-66FCCF658F6E}"/>
                    </a:ext>
                  </a:extLst>
                </p14:cNvPr>
                <p14:cNvContentPartPr/>
                <p14:nvPr/>
              </p14:nvContentPartPr>
              <p14:xfrm>
                <a:off x="3088008" y="6049296"/>
                <a:ext cx="281160" cy="1227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75D65B85-7C20-BECB-3D9B-66FCCF658F6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81888" y="6043176"/>
                  <a:ext cx="293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2B50BFC3-96D4-D6E2-8BC1-4A5122775D65}"/>
                    </a:ext>
                  </a:extLst>
                </p14:cNvPr>
                <p14:cNvContentPartPr/>
                <p14:nvPr/>
              </p14:nvContentPartPr>
              <p14:xfrm>
                <a:off x="3569328" y="5751936"/>
                <a:ext cx="102240" cy="1825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2B50BFC3-96D4-D6E2-8BC1-4A5122775D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63208" y="5745816"/>
                  <a:ext cx="114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EAC40C38-6759-834D-39CA-8157EE13EDBA}"/>
                    </a:ext>
                  </a:extLst>
                </p14:cNvPr>
                <p14:cNvContentPartPr/>
                <p14:nvPr/>
              </p14:nvContentPartPr>
              <p14:xfrm>
                <a:off x="3500208" y="5742936"/>
                <a:ext cx="309240" cy="86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EAC40C38-6759-834D-39CA-8157EE13EDB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94088" y="5736816"/>
                  <a:ext cx="321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2F06614-C829-8EBE-3DC6-7B8FE1391862}"/>
                    </a:ext>
                  </a:extLst>
                </p14:cNvPr>
                <p14:cNvContentPartPr/>
                <p14:nvPr/>
              </p14:nvContentPartPr>
              <p14:xfrm>
                <a:off x="3751488" y="5746176"/>
                <a:ext cx="138600" cy="1530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2F06614-C829-8EBE-3DC6-7B8FE13918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45368" y="5740056"/>
                  <a:ext cx="15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AAF8F4B1-1F10-0BFD-2D08-4F3613A3AFFF}"/>
                    </a:ext>
                  </a:extLst>
                </p14:cNvPr>
                <p14:cNvContentPartPr/>
                <p14:nvPr/>
              </p14:nvContentPartPr>
              <p14:xfrm>
                <a:off x="3956688" y="5755896"/>
                <a:ext cx="286200" cy="1022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AAF8F4B1-1F10-0BFD-2D08-4F3613A3AFF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50568" y="5749776"/>
                  <a:ext cx="298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007096C7-21F0-E826-1960-EB227C7D9A82}"/>
                    </a:ext>
                  </a:extLst>
                </p14:cNvPr>
                <p14:cNvContentPartPr/>
                <p14:nvPr/>
              </p14:nvContentPartPr>
              <p14:xfrm>
                <a:off x="3979728" y="5709456"/>
                <a:ext cx="217080" cy="1652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007096C7-21F0-E826-1960-EB227C7D9A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73608" y="5703336"/>
                  <a:ext cx="229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AD65D860-1161-B397-5FC9-1C04C3BA7155}"/>
                    </a:ext>
                  </a:extLst>
                </p14:cNvPr>
                <p14:cNvContentPartPr/>
                <p14:nvPr/>
              </p14:nvContentPartPr>
              <p14:xfrm>
                <a:off x="4562208" y="5622336"/>
                <a:ext cx="309240" cy="2300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AD65D860-1161-B397-5FC9-1C04C3BA71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56088" y="5616216"/>
                  <a:ext cx="321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E3A0F92D-E18E-9034-A0E3-2B78594BAF66}"/>
                    </a:ext>
                  </a:extLst>
                </p14:cNvPr>
                <p14:cNvContentPartPr/>
                <p14:nvPr/>
              </p14:nvContentPartPr>
              <p14:xfrm>
                <a:off x="4928688" y="5428296"/>
                <a:ext cx="502560" cy="1598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E3A0F92D-E18E-9034-A0E3-2B78594BAF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22568" y="5422176"/>
                  <a:ext cx="514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F68B758F-418D-5274-58E4-E22A9A44E469}"/>
                    </a:ext>
                  </a:extLst>
                </p14:cNvPr>
                <p14:cNvContentPartPr/>
                <p14:nvPr/>
              </p14:nvContentPartPr>
              <p14:xfrm>
                <a:off x="1009728" y="5729256"/>
                <a:ext cx="685080" cy="276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F68B758F-418D-5274-58E4-E22A9A44E4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3608" y="5723136"/>
                  <a:ext cx="697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8B9D8973-EBDA-A551-3B47-07558E4D8C13}"/>
                    </a:ext>
                  </a:extLst>
                </p14:cNvPr>
                <p14:cNvContentPartPr/>
                <p14:nvPr/>
              </p14:nvContentPartPr>
              <p14:xfrm>
                <a:off x="1032768" y="5163336"/>
                <a:ext cx="958680" cy="8323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8B9D8973-EBDA-A551-3B47-07558E4D8C1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6648" y="5157216"/>
                  <a:ext cx="97092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60BC82AF-3AFA-ECF8-33DF-0C6DD4D774B3}"/>
                    </a:ext>
                  </a:extLst>
                </p14:cNvPr>
                <p14:cNvContentPartPr/>
                <p14:nvPr/>
              </p14:nvContentPartPr>
              <p14:xfrm>
                <a:off x="1329768" y="5843016"/>
                <a:ext cx="159840" cy="583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60BC82AF-3AFA-ECF8-33DF-0C6DD4D774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23648" y="5836896"/>
                  <a:ext cx="172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6F13CE77-34BE-303A-BF88-E62C76A99834}"/>
                    </a:ext>
                  </a:extLst>
                </p14:cNvPr>
                <p14:cNvContentPartPr/>
                <p14:nvPr/>
              </p14:nvContentPartPr>
              <p14:xfrm>
                <a:off x="1431648" y="5850216"/>
                <a:ext cx="424800" cy="723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6F13CE77-34BE-303A-BF88-E62C76A998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25528" y="5844096"/>
                  <a:ext cx="437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63B7205C-8759-3430-A205-BB9E181D84EF}"/>
                    </a:ext>
                  </a:extLst>
                </p14:cNvPr>
                <p14:cNvContentPartPr/>
                <p14:nvPr/>
              </p14:nvContentPartPr>
              <p14:xfrm>
                <a:off x="1318608" y="5637096"/>
                <a:ext cx="11880" cy="172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63B7205C-8759-3430-A205-BB9E181D84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12488" y="5630976"/>
                  <a:ext cx="24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26B9F1B7-40F8-0085-28F8-C54EA12A848D}"/>
                    </a:ext>
                  </a:extLst>
                </p14:cNvPr>
                <p14:cNvContentPartPr/>
                <p14:nvPr/>
              </p14:nvContentPartPr>
              <p14:xfrm>
                <a:off x="1248768" y="5209416"/>
                <a:ext cx="218880" cy="5392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26B9F1B7-40F8-0085-28F8-C54EA12A848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42648" y="5203296"/>
                  <a:ext cx="2311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45E7AED-9005-5DE2-B87F-33B0CC870646}"/>
                    </a:ext>
                  </a:extLst>
                </p14:cNvPr>
                <p14:cNvContentPartPr/>
                <p14:nvPr/>
              </p14:nvContentPartPr>
              <p14:xfrm>
                <a:off x="1295208" y="5692896"/>
                <a:ext cx="582840" cy="3085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45E7AED-9005-5DE2-B87F-33B0CC8706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89088" y="5686776"/>
                  <a:ext cx="595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5AC0F668-FD61-AF4B-FC5A-43B220B6EA9E}"/>
                    </a:ext>
                  </a:extLst>
                </p14:cNvPr>
                <p14:cNvContentPartPr/>
                <p14:nvPr/>
              </p14:nvContentPartPr>
              <p14:xfrm>
                <a:off x="5294808" y="5726376"/>
                <a:ext cx="318600" cy="1076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5AC0F668-FD61-AF4B-FC5A-43B220B6EA9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88688" y="5720256"/>
                  <a:ext cx="330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025124EA-F4EA-6E05-E34A-28D0A6EB5E3F}"/>
                    </a:ext>
                  </a:extLst>
                </p14:cNvPr>
                <p14:cNvContentPartPr/>
                <p14:nvPr/>
              </p14:nvContentPartPr>
              <p14:xfrm>
                <a:off x="5419368" y="5650776"/>
                <a:ext cx="194040" cy="2167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025124EA-F4EA-6E05-E34A-28D0A6EB5E3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13248" y="5644656"/>
                  <a:ext cx="206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AFB05E62-79D3-D8CD-4CA8-704EE9FE03BA}"/>
                    </a:ext>
                  </a:extLst>
                </p14:cNvPr>
                <p14:cNvContentPartPr/>
                <p14:nvPr/>
              </p14:nvContentPartPr>
              <p14:xfrm>
                <a:off x="5693328" y="5426136"/>
                <a:ext cx="162000" cy="3585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AFB05E62-79D3-D8CD-4CA8-704EE9FE03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87208" y="5420016"/>
                  <a:ext cx="1742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85A076D9-04ED-3830-4E23-632B6F6B67E8}"/>
                    </a:ext>
                  </a:extLst>
                </p14:cNvPr>
                <p14:cNvContentPartPr/>
                <p14:nvPr/>
              </p14:nvContentPartPr>
              <p14:xfrm>
                <a:off x="5716728" y="5439816"/>
                <a:ext cx="389880" cy="2703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85A076D9-04ED-3830-4E23-632B6F6B67E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0608" y="5433696"/>
                  <a:ext cx="402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3970F7A1-EC91-E6C0-ED4F-1C7B55BE2FA2}"/>
                    </a:ext>
                  </a:extLst>
                </p14:cNvPr>
                <p14:cNvContentPartPr/>
                <p14:nvPr/>
              </p14:nvContentPartPr>
              <p14:xfrm>
                <a:off x="3053448" y="5522616"/>
                <a:ext cx="846000" cy="7747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3970F7A1-EC91-E6C0-ED4F-1C7B55BE2FA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47328" y="5516496"/>
                  <a:ext cx="8582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7700AFBB-89EF-367A-8850-57291C99E184}"/>
                    </a:ext>
                  </a:extLst>
                </p14:cNvPr>
                <p14:cNvContentPartPr/>
                <p14:nvPr/>
              </p14:nvContentPartPr>
              <p14:xfrm>
                <a:off x="3339288" y="5582016"/>
                <a:ext cx="482040" cy="5990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7700AFBB-89EF-367A-8850-57291C99E1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33168" y="5575896"/>
                  <a:ext cx="49428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8DB67D5E-99C3-8057-6777-82FF270043DE}"/>
                    </a:ext>
                  </a:extLst>
                </p14:cNvPr>
                <p14:cNvContentPartPr/>
                <p14:nvPr/>
              </p14:nvContentPartPr>
              <p14:xfrm>
                <a:off x="3009528" y="5689656"/>
                <a:ext cx="90360" cy="180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8DB67D5E-99C3-8057-6777-82FF270043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03408" y="5683536"/>
                  <a:ext cx="102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99FEF282-9AC6-FC77-FBA6-9A67B3594A81}"/>
                    </a:ext>
                  </a:extLst>
                </p14:cNvPr>
                <p14:cNvContentPartPr/>
                <p14:nvPr/>
              </p14:nvContentPartPr>
              <p14:xfrm>
                <a:off x="3878208" y="5780016"/>
                <a:ext cx="32760" cy="1512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99FEF282-9AC6-FC77-FBA6-9A67B3594A8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72088" y="5773896"/>
                  <a:ext cx="45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DE81532E-CA5D-33EA-46DC-8F8290782F0E}"/>
                    </a:ext>
                  </a:extLst>
                </p14:cNvPr>
                <p14:cNvContentPartPr/>
                <p14:nvPr/>
              </p14:nvContentPartPr>
              <p14:xfrm>
                <a:off x="5020848" y="5020056"/>
                <a:ext cx="113400" cy="12636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DE81532E-CA5D-33EA-46DC-8F8290782F0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14728" y="5013936"/>
                  <a:ext cx="125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57308E07-A82C-FC4D-7037-561644A4DD0D}"/>
                    </a:ext>
                  </a:extLst>
                </p14:cNvPr>
                <p14:cNvContentPartPr/>
                <p14:nvPr/>
              </p14:nvContentPartPr>
              <p14:xfrm>
                <a:off x="3670848" y="5015016"/>
                <a:ext cx="46440" cy="2664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57308E07-A82C-FC4D-7037-561644A4DD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64728" y="5008896"/>
                  <a:ext cx="5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6BAA9A28-0515-5EF0-478C-677E717B1827}"/>
                    </a:ext>
                  </a:extLst>
                </p14:cNvPr>
                <p14:cNvContentPartPr/>
                <p14:nvPr/>
              </p14:nvContentPartPr>
              <p14:xfrm>
                <a:off x="4105008" y="4507776"/>
                <a:ext cx="607680" cy="69228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6BAA9A28-0515-5EF0-478C-677E717B18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98888" y="4501656"/>
                  <a:ext cx="61992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ABABE14E-3D95-B6F4-8492-5C6E06F67EE5}"/>
                    </a:ext>
                  </a:extLst>
                </p14:cNvPr>
                <p14:cNvContentPartPr/>
                <p14:nvPr/>
              </p14:nvContentPartPr>
              <p14:xfrm>
                <a:off x="3682368" y="5753736"/>
                <a:ext cx="34920" cy="972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ABABE14E-3D95-B6F4-8492-5C6E06F67EE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76248" y="5747616"/>
                  <a:ext cx="47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4B90825E-7853-18B4-02C8-32FAE5DADA2B}"/>
                    </a:ext>
                  </a:extLst>
                </p14:cNvPr>
                <p14:cNvContentPartPr/>
                <p14:nvPr/>
              </p14:nvContentPartPr>
              <p14:xfrm>
                <a:off x="3419568" y="5972256"/>
                <a:ext cx="34920" cy="3852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4B90825E-7853-18B4-02C8-32FAE5DADA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13448" y="5966136"/>
                  <a:ext cx="4716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54DB933C-5B16-6585-F28A-41BDF4A70C4C}"/>
              </a:ext>
            </a:extLst>
          </p:cNvPr>
          <p:cNvGrpSpPr/>
          <p:nvPr/>
        </p:nvGrpSpPr>
        <p:grpSpPr>
          <a:xfrm>
            <a:off x="11648808" y="5828256"/>
            <a:ext cx="1506600" cy="591840"/>
            <a:chOff x="11648808" y="5828256"/>
            <a:chExt cx="150660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58A23AC2-5961-191D-D8CB-0D08903C395C}"/>
                    </a:ext>
                  </a:extLst>
                </p14:cNvPr>
                <p14:cNvContentPartPr/>
                <p14:nvPr/>
              </p14:nvContentPartPr>
              <p14:xfrm>
                <a:off x="11648808" y="6124176"/>
                <a:ext cx="342000" cy="2959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58A23AC2-5961-191D-D8CB-0D08903C39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642688" y="6118056"/>
                  <a:ext cx="354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7D487DD2-5D44-D23D-3937-F0D3BDBBCA9A}"/>
                    </a:ext>
                  </a:extLst>
                </p14:cNvPr>
                <p14:cNvContentPartPr/>
                <p14:nvPr/>
              </p14:nvContentPartPr>
              <p14:xfrm>
                <a:off x="11808288" y="5828256"/>
                <a:ext cx="480960" cy="23328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7D487DD2-5D44-D23D-3937-F0D3BDBBCA9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802168" y="5822136"/>
                  <a:ext cx="493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CEBC3F45-A338-3AF4-498D-95B129EC34ED}"/>
                    </a:ext>
                  </a:extLst>
                </p14:cNvPr>
                <p14:cNvContentPartPr/>
                <p14:nvPr/>
              </p14:nvContentPartPr>
              <p14:xfrm>
                <a:off x="12174408" y="6204816"/>
                <a:ext cx="420120" cy="16920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CEBC3F45-A338-3AF4-498D-95B129EC34E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168288" y="6198696"/>
                  <a:ext cx="432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4042FCB5-B9C4-D1A2-2841-3FD8E8B818BB}"/>
                    </a:ext>
                  </a:extLst>
                </p14:cNvPr>
                <p14:cNvContentPartPr/>
                <p14:nvPr/>
              </p14:nvContentPartPr>
              <p14:xfrm>
                <a:off x="12218328" y="6260256"/>
                <a:ext cx="127080" cy="13464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4042FCB5-B9C4-D1A2-2841-3FD8E8B818B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212208" y="6254136"/>
                  <a:ext cx="139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D0617072-FBAF-7B74-33F9-97FBD17301D4}"/>
                    </a:ext>
                  </a:extLst>
                </p14:cNvPr>
                <p14:cNvContentPartPr/>
                <p14:nvPr/>
              </p14:nvContentPartPr>
              <p14:xfrm>
                <a:off x="12572928" y="6031656"/>
                <a:ext cx="274320" cy="19260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D0617072-FBAF-7B74-33F9-97FBD17301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66808" y="6025536"/>
                  <a:ext cx="286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8C4AF490-4414-C901-DFF5-368CA6D1A384}"/>
                    </a:ext>
                  </a:extLst>
                </p14:cNvPr>
                <p14:cNvContentPartPr/>
                <p14:nvPr/>
              </p14:nvContentPartPr>
              <p14:xfrm>
                <a:off x="12812688" y="5977656"/>
                <a:ext cx="342720" cy="21564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8C4AF490-4414-C901-DFF5-368CA6D1A38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806568" y="5971536"/>
                  <a:ext cx="3549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41" name="Tinta 240">
                <a:extLst>
                  <a:ext uri="{FF2B5EF4-FFF2-40B4-BE49-F238E27FC236}">
                    <a16:creationId xmlns:a16="http://schemas.microsoft.com/office/drawing/2014/main" id="{5EF2E3AB-BAB3-F093-106F-6151DE665F60}"/>
                  </a:ext>
                </a:extLst>
              </p14:cNvPr>
              <p14:cNvContentPartPr/>
              <p14:nvPr/>
            </p14:nvContentPartPr>
            <p14:xfrm>
              <a:off x="7635888" y="6889896"/>
              <a:ext cx="332280" cy="19080"/>
            </p14:xfrm>
          </p:contentPart>
        </mc:Choice>
        <mc:Fallback>
          <p:pic>
            <p:nvPicPr>
              <p:cNvPr id="241" name="Tinta 240">
                <a:extLst>
                  <a:ext uri="{FF2B5EF4-FFF2-40B4-BE49-F238E27FC236}">
                    <a16:creationId xmlns:a16="http://schemas.microsoft.com/office/drawing/2014/main" id="{5EF2E3AB-BAB3-F093-106F-6151DE665F6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629768" y="6883776"/>
                <a:ext cx="3445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42" name="Tinta 241">
                <a:extLst>
                  <a:ext uri="{FF2B5EF4-FFF2-40B4-BE49-F238E27FC236}">
                    <a16:creationId xmlns:a16="http://schemas.microsoft.com/office/drawing/2014/main" id="{92D90B5B-1F4C-01C8-534F-6603947F7DFE}"/>
                  </a:ext>
                </a:extLst>
              </p14:cNvPr>
              <p14:cNvContentPartPr/>
              <p14:nvPr/>
            </p14:nvContentPartPr>
            <p14:xfrm>
              <a:off x="8414568" y="6822288"/>
              <a:ext cx="134280" cy="61560"/>
            </p14:xfrm>
          </p:contentPart>
        </mc:Choice>
        <mc:Fallback>
          <p:pic>
            <p:nvPicPr>
              <p:cNvPr id="242" name="Tinta 241">
                <a:extLst>
                  <a:ext uri="{FF2B5EF4-FFF2-40B4-BE49-F238E27FC236}">
                    <a16:creationId xmlns:a16="http://schemas.microsoft.com/office/drawing/2014/main" id="{92D90B5B-1F4C-01C8-534F-6603947F7DF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408448" y="6816168"/>
                <a:ext cx="1465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5AE0292F-3DD8-1198-FCF9-43CCA6BC2FFC}"/>
              </a:ext>
            </a:extLst>
          </p:cNvPr>
          <p:cNvGrpSpPr/>
          <p:nvPr/>
        </p:nvGrpSpPr>
        <p:grpSpPr>
          <a:xfrm>
            <a:off x="8025048" y="2143008"/>
            <a:ext cx="4594320" cy="3448008"/>
            <a:chOff x="8025048" y="2143008"/>
            <a:chExt cx="4594320" cy="344800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D1EBFE5-D897-B762-43A1-8FAEEEA303C1}"/>
                    </a:ext>
                  </a:extLst>
                </p14:cNvPr>
                <p14:cNvContentPartPr/>
                <p14:nvPr/>
              </p14:nvContentPartPr>
              <p14:xfrm>
                <a:off x="8392248" y="2336256"/>
                <a:ext cx="313560" cy="2682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D1EBFE5-D897-B762-43A1-8FAEEEA303C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86128" y="2330136"/>
                  <a:ext cx="325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C593D55-D6E1-5679-3C03-0E142FC1EA58}"/>
                    </a:ext>
                  </a:extLst>
                </p14:cNvPr>
                <p14:cNvContentPartPr/>
                <p14:nvPr/>
              </p14:nvContentPartPr>
              <p14:xfrm>
                <a:off x="8269488" y="2727216"/>
                <a:ext cx="87840" cy="79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C593D55-D6E1-5679-3C03-0E142FC1EA5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63368" y="2721096"/>
                  <a:ext cx="100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267533DE-267D-ED62-DD52-2DCB73004102}"/>
                    </a:ext>
                  </a:extLst>
                </p14:cNvPr>
                <p14:cNvContentPartPr/>
                <p14:nvPr/>
              </p14:nvContentPartPr>
              <p14:xfrm>
                <a:off x="8025048" y="2730096"/>
                <a:ext cx="765360" cy="561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267533DE-267D-ED62-DD52-2DCB7300410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18928" y="2723976"/>
                  <a:ext cx="777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A71C4605-E36A-80BF-B0FB-1878944812A4}"/>
                    </a:ext>
                  </a:extLst>
                </p14:cNvPr>
                <p14:cNvContentPartPr/>
                <p14:nvPr/>
              </p14:nvContentPartPr>
              <p14:xfrm>
                <a:off x="8310528" y="2832696"/>
                <a:ext cx="274680" cy="333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A71C4605-E36A-80BF-B0FB-1878944812A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04408" y="2826576"/>
                  <a:ext cx="286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287599E6-1718-9C9D-E3EA-7D299BC71044}"/>
                    </a:ext>
                  </a:extLst>
                </p14:cNvPr>
                <p14:cNvContentPartPr/>
                <p14:nvPr/>
              </p14:nvContentPartPr>
              <p14:xfrm>
                <a:off x="9025128" y="2604096"/>
                <a:ext cx="292680" cy="216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287599E6-1718-9C9D-E3EA-7D299BC7104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19008" y="2597976"/>
                  <a:ext cx="304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ADDD5EBD-469D-4FE4-40BC-AD26E73EEFE3}"/>
                    </a:ext>
                  </a:extLst>
                </p14:cNvPr>
                <p14:cNvContentPartPr/>
                <p14:nvPr/>
              </p14:nvContentPartPr>
              <p14:xfrm>
                <a:off x="9202608" y="2776536"/>
                <a:ext cx="355320" cy="216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ADDD5EBD-469D-4FE4-40BC-AD26E73EEF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96488" y="2770416"/>
                  <a:ext cx="367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259CBC0-2A84-FEBD-7712-8183CD506B1A}"/>
                    </a:ext>
                  </a:extLst>
                </p14:cNvPr>
                <p14:cNvContentPartPr/>
                <p14:nvPr/>
              </p14:nvContentPartPr>
              <p14:xfrm>
                <a:off x="9967248" y="2378376"/>
                <a:ext cx="196560" cy="1584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259CBC0-2A84-FEBD-7712-8183CD506B1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61128" y="2372256"/>
                  <a:ext cx="208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30EE55B-70E0-FC7F-92CF-C011DD3676C7}"/>
                    </a:ext>
                  </a:extLst>
                </p14:cNvPr>
                <p14:cNvContentPartPr/>
                <p14:nvPr/>
              </p14:nvContentPartPr>
              <p14:xfrm>
                <a:off x="10322208" y="2438496"/>
                <a:ext cx="194040" cy="223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30EE55B-70E0-FC7F-92CF-C011DD3676C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16088" y="2432376"/>
                  <a:ext cx="206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2801224-24D7-1AF8-18B0-B1C0B4631A1E}"/>
                    </a:ext>
                  </a:extLst>
                </p14:cNvPr>
                <p14:cNvContentPartPr/>
                <p14:nvPr/>
              </p14:nvContentPartPr>
              <p14:xfrm>
                <a:off x="10322208" y="2367936"/>
                <a:ext cx="46440" cy="1976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2801224-24D7-1AF8-18B0-B1C0B4631A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16088" y="2361816"/>
                  <a:ext cx="58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399E48AD-9045-7E60-FCE2-86FF6E163E8B}"/>
                    </a:ext>
                  </a:extLst>
                </p14:cNvPr>
                <p14:cNvContentPartPr/>
                <p14:nvPr/>
              </p14:nvContentPartPr>
              <p14:xfrm>
                <a:off x="10653768" y="2300616"/>
                <a:ext cx="69480" cy="1962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399E48AD-9045-7E60-FCE2-86FF6E163E8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47648" y="2294496"/>
                  <a:ext cx="81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C7262874-1F0F-0EF2-90B8-244A6086689F}"/>
                    </a:ext>
                  </a:extLst>
                </p14:cNvPr>
                <p14:cNvContentPartPr/>
                <p14:nvPr/>
              </p14:nvContentPartPr>
              <p14:xfrm>
                <a:off x="10711728" y="2312136"/>
                <a:ext cx="341280" cy="2556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C7262874-1F0F-0EF2-90B8-244A608668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5608" y="2306016"/>
                  <a:ext cx="353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E263FE9C-0CB2-339F-9C63-3A3C372DEC82}"/>
                    </a:ext>
                  </a:extLst>
                </p14:cNvPr>
                <p14:cNvContentPartPr/>
                <p14:nvPr/>
              </p14:nvContentPartPr>
              <p14:xfrm>
                <a:off x="9681768" y="2768976"/>
                <a:ext cx="995760" cy="464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E263FE9C-0CB2-339F-9C63-3A3C372DEC8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75648" y="2762856"/>
                  <a:ext cx="100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7E033A08-5473-0819-D0AD-93BFE6F30AA3}"/>
                    </a:ext>
                  </a:extLst>
                </p14:cNvPr>
                <p14:cNvContentPartPr/>
                <p14:nvPr/>
              </p14:nvContentPartPr>
              <p14:xfrm>
                <a:off x="9978768" y="2949696"/>
                <a:ext cx="389880" cy="2610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7E033A08-5473-0819-D0AD-93BFE6F30A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72648" y="2943576"/>
                  <a:ext cx="402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7589F7C-D599-4903-DD58-D963752D7AAD}"/>
                    </a:ext>
                  </a:extLst>
                </p14:cNvPr>
                <p14:cNvContentPartPr/>
                <p14:nvPr/>
              </p14:nvContentPartPr>
              <p14:xfrm>
                <a:off x="8882208" y="2608056"/>
                <a:ext cx="1166040" cy="476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7589F7C-D599-4903-DD58-D963752D7A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6088" y="2601936"/>
                  <a:ext cx="11782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8776725-D3EC-B744-E141-C9600B2EB113}"/>
                    </a:ext>
                  </a:extLst>
                </p14:cNvPr>
                <p14:cNvContentPartPr/>
                <p14:nvPr/>
              </p14:nvContentPartPr>
              <p14:xfrm>
                <a:off x="8917848" y="2417256"/>
                <a:ext cx="1542960" cy="5659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8776725-D3EC-B744-E141-C9600B2EB1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11728" y="2411136"/>
                  <a:ext cx="1555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F3312744-4F2E-38DA-6C45-1ED95862B68E}"/>
                    </a:ext>
                  </a:extLst>
                </p14:cNvPr>
                <p14:cNvContentPartPr/>
                <p14:nvPr/>
              </p14:nvContentPartPr>
              <p14:xfrm>
                <a:off x="8711928" y="3116016"/>
                <a:ext cx="23400" cy="370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F3312744-4F2E-38DA-6C45-1ED95862B68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5808" y="3109896"/>
                  <a:ext cx="35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E2E9E5F-C11F-16D5-8F41-7C1C85163B7A}"/>
                    </a:ext>
                  </a:extLst>
                </p14:cNvPr>
                <p14:cNvContentPartPr/>
                <p14:nvPr/>
              </p14:nvContentPartPr>
              <p14:xfrm>
                <a:off x="9866088" y="2538216"/>
                <a:ext cx="55800" cy="75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E2E9E5F-C11F-16D5-8F41-7C1C85163B7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59968" y="2532096"/>
                  <a:ext cx="68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2E8A8D1-5907-F75B-BBA9-8045A20C1097}"/>
                    </a:ext>
                  </a:extLst>
                </p14:cNvPr>
                <p14:cNvContentPartPr/>
                <p14:nvPr/>
              </p14:nvContentPartPr>
              <p14:xfrm>
                <a:off x="8734968" y="3269376"/>
                <a:ext cx="55800" cy="122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2E8A8D1-5907-F75B-BBA9-8045A20C109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28848" y="3263256"/>
                  <a:ext cx="68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D9A429F5-05F5-809F-6592-A28D4B7CE375}"/>
                    </a:ext>
                  </a:extLst>
                </p14:cNvPr>
                <p14:cNvContentPartPr/>
                <p14:nvPr/>
              </p14:nvContentPartPr>
              <p14:xfrm>
                <a:off x="9967248" y="2421576"/>
                <a:ext cx="23400" cy="97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D9A429F5-05F5-809F-6592-A28D4B7CE37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61128" y="2415456"/>
                  <a:ext cx="35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B7AF9375-9C4D-832C-D13E-98B1965536F5}"/>
                    </a:ext>
                  </a:extLst>
                </p14:cNvPr>
                <p14:cNvContentPartPr/>
                <p14:nvPr/>
              </p14:nvContentPartPr>
              <p14:xfrm>
                <a:off x="8619768" y="3169656"/>
                <a:ext cx="46440" cy="41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B7AF9375-9C4D-832C-D13E-98B1965536F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13648" y="3163536"/>
                  <a:ext cx="58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8ED07FA-F97F-CBE8-D404-07920768F737}"/>
                    </a:ext>
                  </a:extLst>
                </p14:cNvPr>
                <p14:cNvContentPartPr/>
                <p14:nvPr/>
              </p14:nvContentPartPr>
              <p14:xfrm>
                <a:off x="10414368" y="2499336"/>
                <a:ext cx="101880" cy="75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8ED07FA-F97F-CBE8-D404-07920768F7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08248" y="2493216"/>
                  <a:ext cx="114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6F7A08A-2541-7409-AF89-7BAEBF3C2765}"/>
                    </a:ext>
                  </a:extLst>
                </p14:cNvPr>
                <p14:cNvContentPartPr/>
                <p14:nvPr/>
              </p14:nvContentPartPr>
              <p14:xfrm>
                <a:off x="8264808" y="3927096"/>
                <a:ext cx="274320" cy="2581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6F7A08A-2541-7409-AF89-7BAEBF3C276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58688" y="3920976"/>
                  <a:ext cx="286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CA5D8B6D-E2A5-A7C1-55BF-9784BD33082B}"/>
                    </a:ext>
                  </a:extLst>
                </p14:cNvPr>
                <p14:cNvContentPartPr/>
                <p14:nvPr/>
              </p14:nvContentPartPr>
              <p14:xfrm>
                <a:off x="8722368" y="3982536"/>
                <a:ext cx="240840" cy="1504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CA5D8B6D-E2A5-A7C1-55BF-9784BD33082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16248" y="3976416"/>
                  <a:ext cx="253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2301778-8192-C828-3D0B-25547B4F013A}"/>
                    </a:ext>
                  </a:extLst>
                </p14:cNvPr>
                <p14:cNvContentPartPr/>
                <p14:nvPr/>
              </p14:nvContentPartPr>
              <p14:xfrm>
                <a:off x="9031968" y="4012416"/>
                <a:ext cx="263160" cy="399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2301778-8192-C828-3D0B-25547B4F013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25848" y="4006296"/>
                  <a:ext cx="275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119739E4-2D28-9CDE-3177-8A545F528AB1}"/>
                    </a:ext>
                  </a:extLst>
                </p14:cNvPr>
                <p14:cNvContentPartPr/>
                <p14:nvPr/>
              </p14:nvContentPartPr>
              <p14:xfrm>
                <a:off x="9020448" y="4148136"/>
                <a:ext cx="707760" cy="486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119739E4-2D28-9CDE-3177-8A545F528AB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14328" y="4142016"/>
                  <a:ext cx="720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FD131673-D902-7621-AC2A-63DBE571231F}"/>
                    </a:ext>
                  </a:extLst>
                </p14:cNvPr>
                <p14:cNvContentPartPr/>
                <p14:nvPr/>
              </p14:nvContentPartPr>
              <p14:xfrm>
                <a:off x="10105128" y="3839616"/>
                <a:ext cx="321120" cy="3859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FD131673-D902-7621-AC2A-63DBE57123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99008" y="3833496"/>
                  <a:ext cx="333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9C5C561-D5C5-F610-2ED6-96029461F57B}"/>
                    </a:ext>
                  </a:extLst>
                </p14:cNvPr>
                <p14:cNvContentPartPr/>
                <p14:nvPr/>
              </p14:nvContentPartPr>
              <p14:xfrm>
                <a:off x="10538928" y="4019616"/>
                <a:ext cx="309240" cy="1440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9C5C561-D5C5-F610-2ED6-96029461F57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32808" y="4013496"/>
                  <a:ext cx="321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717CF5E5-7158-CDEE-C737-060E39ADE663}"/>
                    </a:ext>
                  </a:extLst>
                </p14:cNvPr>
                <p14:cNvContentPartPr/>
                <p14:nvPr/>
              </p14:nvContentPartPr>
              <p14:xfrm>
                <a:off x="11075328" y="3990456"/>
                <a:ext cx="332280" cy="2196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717CF5E5-7158-CDEE-C737-060E39ADE6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69208" y="3984336"/>
                  <a:ext cx="344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3ADBD81-D931-8D19-5505-89A9010397A8}"/>
                    </a:ext>
                  </a:extLst>
                </p14:cNvPr>
                <p14:cNvContentPartPr/>
                <p14:nvPr/>
              </p14:nvContentPartPr>
              <p14:xfrm>
                <a:off x="11156328" y="3883176"/>
                <a:ext cx="46440" cy="2286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3ADBD81-D931-8D19-5505-89A9010397A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150208" y="3877056"/>
                  <a:ext cx="58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673F53D0-7291-8E7E-79F7-C6A2326333C5}"/>
                    </a:ext>
                  </a:extLst>
                </p14:cNvPr>
                <p14:cNvContentPartPr/>
                <p14:nvPr/>
              </p14:nvContentPartPr>
              <p14:xfrm>
                <a:off x="11316888" y="3756456"/>
                <a:ext cx="411120" cy="2833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673F53D0-7291-8E7E-79F7-C6A2326333C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10768" y="3750336"/>
                  <a:ext cx="423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E93140F7-A78B-E4D7-5801-2C02CCF0B81D}"/>
                    </a:ext>
                  </a:extLst>
                </p14:cNvPr>
                <p14:cNvContentPartPr/>
                <p14:nvPr/>
              </p14:nvContentPartPr>
              <p14:xfrm>
                <a:off x="11715408" y="3745296"/>
                <a:ext cx="294120" cy="2271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E93140F7-A78B-E4D7-5801-2C02CCF0B81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709288" y="3739176"/>
                  <a:ext cx="306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D504FB46-7A88-EE6E-B366-3F0772C09833}"/>
                    </a:ext>
                  </a:extLst>
                </p14:cNvPr>
                <p14:cNvContentPartPr/>
                <p14:nvPr/>
              </p14:nvContentPartPr>
              <p14:xfrm>
                <a:off x="9864648" y="3664656"/>
                <a:ext cx="1338120" cy="6868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D504FB46-7A88-EE6E-B366-3F0772C0983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858528" y="3658536"/>
                  <a:ext cx="135036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473B82E7-93F7-B43D-A3F4-1AAA141B943E}"/>
                    </a:ext>
                  </a:extLst>
                </p14:cNvPr>
                <p14:cNvContentPartPr/>
                <p14:nvPr/>
              </p14:nvContentPartPr>
              <p14:xfrm>
                <a:off x="10688688" y="4774536"/>
                <a:ext cx="548640" cy="781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473B82E7-93F7-B43D-A3F4-1AAA141B943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82568" y="4768416"/>
                  <a:ext cx="560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AE564F74-5F59-0DE3-A124-30AE0974E028}"/>
                    </a:ext>
                  </a:extLst>
                </p14:cNvPr>
                <p14:cNvContentPartPr/>
                <p14:nvPr/>
              </p14:nvContentPartPr>
              <p14:xfrm>
                <a:off x="10745928" y="4905576"/>
                <a:ext cx="421920" cy="295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AE564F74-5F59-0DE3-A124-30AE0974E02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739808" y="4899456"/>
                  <a:ext cx="434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CF485411-80D1-446F-CA4C-A1369F7001EB}"/>
                    </a:ext>
                  </a:extLst>
                </p14:cNvPr>
                <p14:cNvContentPartPr/>
                <p14:nvPr/>
              </p14:nvContentPartPr>
              <p14:xfrm>
                <a:off x="11419848" y="4517856"/>
                <a:ext cx="423360" cy="2296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CF485411-80D1-446F-CA4C-A1369F7001E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13728" y="4511736"/>
                  <a:ext cx="435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D82EA3E-1205-B3E9-8C14-D25E96B7649B}"/>
                    </a:ext>
                  </a:extLst>
                </p14:cNvPr>
                <p14:cNvContentPartPr/>
                <p14:nvPr/>
              </p14:nvContentPartPr>
              <p14:xfrm>
                <a:off x="11797488" y="4558896"/>
                <a:ext cx="262440" cy="1987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D82EA3E-1205-B3E9-8C14-D25E96B7649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91368" y="4552776"/>
                  <a:ext cx="274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AC1732F-7464-2287-E0D0-2FA67FEF6A25}"/>
                    </a:ext>
                  </a:extLst>
                </p14:cNvPr>
                <p14:cNvContentPartPr/>
                <p14:nvPr/>
              </p14:nvContentPartPr>
              <p14:xfrm>
                <a:off x="9041328" y="5312736"/>
                <a:ext cx="390240" cy="1512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AC1732F-7464-2287-E0D0-2FA67FEF6A2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035208" y="5306616"/>
                  <a:ext cx="402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A53CB7ED-45C8-3624-CEBF-316F325AA776}"/>
                    </a:ext>
                  </a:extLst>
                </p14:cNvPr>
                <p14:cNvContentPartPr/>
                <p14:nvPr/>
              </p14:nvContentPartPr>
              <p14:xfrm>
                <a:off x="8355168" y="4647456"/>
                <a:ext cx="225720" cy="2001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A53CB7ED-45C8-3624-CEBF-316F325AA77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49048" y="4641336"/>
                  <a:ext cx="237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F5511D10-0F3E-A319-8524-91CDAEBC7DC9}"/>
                    </a:ext>
                  </a:extLst>
                </p14:cNvPr>
                <p14:cNvContentPartPr/>
                <p14:nvPr/>
              </p14:nvContentPartPr>
              <p14:xfrm>
                <a:off x="8812368" y="4733496"/>
                <a:ext cx="275400" cy="1454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F5511D10-0F3E-A319-8524-91CDAEBC7DC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806248" y="4727376"/>
                  <a:ext cx="287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5BCEF6C8-44D6-9392-3083-05685954BE5A}"/>
                    </a:ext>
                  </a:extLst>
                </p14:cNvPr>
                <p14:cNvContentPartPr/>
                <p14:nvPr/>
              </p14:nvContentPartPr>
              <p14:xfrm>
                <a:off x="9156528" y="4808736"/>
                <a:ext cx="309240" cy="172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5BCEF6C8-44D6-9392-3083-05685954BE5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50408" y="4802616"/>
                  <a:ext cx="321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D9D710B-5AD4-1021-AE90-73FCD8E9EF84}"/>
                    </a:ext>
                  </a:extLst>
                </p14:cNvPr>
                <p14:cNvContentPartPr/>
                <p14:nvPr/>
              </p14:nvContentPartPr>
              <p14:xfrm>
                <a:off x="9622728" y="4558896"/>
                <a:ext cx="321840" cy="3877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D9D710B-5AD4-1021-AE90-73FCD8E9EF8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16608" y="4552776"/>
                  <a:ext cx="3340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D192FB48-CBD5-8DC9-6D0D-A3EE7E4F28FB}"/>
                    </a:ext>
                  </a:extLst>
                </p14:cNvPr>
                <p14:cNvContentPartPr/>
                <p14:nvPr/>
              </p14:nvContentPartPr>
              <p14:xfrm>
                <a:off x="10036368" y="4711176"/>
                <a:ext cx="251640" cy="1850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D192FB48-CBD5-8DC9-6D0D-A3EE7E4F28F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30248" y="4705056"/>
                  <a:ext cx="263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09EC0AD3-9782-4F9D-B470-4A5A583B7EB8}"/>
                    </a:ext>
                  </a:extLst>
                </p14:cNvPr>
                <p14:cNvContentPartPr/>
                <p14:nvPr/>
              </p14:nvContentPartPr>
              <p14:xfrm>
                <a:off x="8585208" y="4689216"/>
                <a:ext cx="138600" cy="295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09EC0AD3-9782-4F9D-B470-4A5A583B7EB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79088" y="4683096"/>
                  <a:ext cx="150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7DA7A8BE-2789-B3E1-5D85-1D2C558D7AD2}"/>
                    </a:ext>
                  </a:extLst>
                </p14:cNvPr>
                <p14:cNvContentPartPr/>
                <p14:nvPr/>
              </p14:nvContentPartPr>
              <p14:xfrm>
                <a:off x="10047888" y="4798656"/>
                <a:ext cx="92520" cy="392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7DA7A8BE-2789-B3E1-5D85-1D2C558D7AD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041768" y="4792536"/>
                  <a:ext cx="104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E9B0C3F-91CC-24C9-E55C-DC278CE2B6CB}"/>
                    </a:ext>
                  </a:extLst>
                </p14:cNvPr>
                <p14:cNvContentPartPr/>
                <p14:nvPr/>
              </p14:nvContentPartPr>
              <p14:xfrm>
                <a:off x="10379808" y="5505696"/>
                <a:ext cx="444960" cy="853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E9B0C3F-91CC-24C9-E55C-DC278CE2B6C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373688" y="5499576"/>
                  <a:ext cx="457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DBF5E36E-2846-FBFC-A868-7AC86FCF6280}"/>
                    </a:ext>
                  </a:extLst>
                </p14:cNvPr>
                <p14:cNvContentPartPr/>
                <p14:nvPr/>
              </p14:nvContentPartPr>
              <p14:xfrm>
                <a:off x="9787248" y="5298696"/>
                <a:ext cx="341640" cy="147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DBF5E36E-2846-FBFC-A868-7AC86FCF628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781128" y="5292576"/>
                  <a:ext cx="353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CAC3960-7281-58D7-CB39-043383999CEF}"/>
                    </a:ext>
                  </a:extLst>
                </p14:cNvPr>
                <p14:cNvContentPartPr/>
                <p14:nvPr/>
              </p14:nvContentPartPr>
              <p14:xfrm>
                <a:off x="9766008" y="5326056"/>
                <a:ext cx="452520" cy="342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CAC3960-7281-58D7-CB39-043383999CE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759888" y="5319936"/>
                  <a:ext cx="464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9B6A58D5-AC8E-F660-B3F0-621C1A686B48}"/>
                    </a:ext>
                  </a:extLst>
                </p14:cNvPr>
                <p14:cNvContentPartPr/>
                <p14:nvPr/>
              </p14:nvContentPartPr>
              <p14:xfrm>
                <a:off x="10299168" y="5175936"/>
                <a:ext cx="320760" cy="2221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9B6A58D5-AC8E-F660-B3F0-621C1A686B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293048" y="5169816"/>
                  <a:ext cx="333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6976E9E0-DA68-A1BA-2BFA-911B23219C78}"/>
                    </a:ext>
                  </a:extLst>
                </p14:cNvPr>
                <p14:cNvContentPartPr/>
                <p14:nvPr/>
              </p14:nvContentPartPr>
              <p14:xfrm>
                <a:off x="10504368" y="5061096"/>
                <a:ext cx="412200" cy="3427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6976E9E0-DA68-A1BA-2BFA-911B23219C7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498248" y="5054976"/>
                  <a:ext cx="4244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F07161D2-00D2-7124-C83F-4D15BD8E5A4B}"/>
                    </a:ext>
                  </a:extLst>
                </p14:cNvPr>
                <p14:cNvContentPartPr/>
                <p14:nvPr/>
              </p14:nvContentPartPr>
              <p14:xfrm>
                <a:off x="10722888" y="2162808"/>
                <a:ext cx="1896480" cy="336420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F07161D2-00D2-7124-C83F-4D15BD8E5A4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16768" y="2156688"/>
                  <a:ext cx="1908720" cy="33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933B236E-FF5E-C0C5-EFBF-BA47F78000FD}"/>
                    </a:ext>
                  </a:extLst>
                </p14:cNvPr>
                <p14:cNvContentPartPr/>
                <p14:nvPr/>
              </p14:nvContentPartPr>
              <p14:xfrm>
                <a:off x="10689768" y="2143008"/>
                <a:ext cx="1067040" cy="10404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933B236E-FF5E-C0C5-EFBF-BA47F78000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83648" y="2136888"/>
                  <a:ext cx="1079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6EAA07B9-6173-326F-D553-232B2486E165}"/>
                    </a:ext>
                  </a:extLst>
                </p14:cNvPr>
                <p14:cNvContentPartPr/>
                <p14:nvPr/>
              </p14:nvContentPartPr>
              <p14:xfrm>
                <a:off x="10777608" y="2149848"/>
                <a:ext cx="93240" cy="34344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6EAA07B9-6173-326F-D553-232B2486E16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771488" y="2143728"/>
                  <a:ext cx="10548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48" name="Tinta 247">
                <a:extLst>
                  <a:ext uri="{FF2B5EF4-FFF2-40B4-BE49-F238E27FC236}">
                    <a16:creationId xmlns:a16="http://schemas.microsoft.com/office/drawing/2014/main" id="{EFD22833-67E1-09E1-9944-A6F5DBC61595}"/>
                  </a:ext>
                </a:extLst>
              </p14:cNvPr>
              <p14:cNvContentPartPr/>
              <p14:nvPr/>
            </p14:nvContentPartPr>
            <p14:xfrm>
              <a:off x="8778528" y="6463008"/>
              <a:ext cx="46440" cy="104400"/>
            </p14:xfrm>
          </p:contentPart>
        </mc:Choice>
        <mc:Fallback>
          <p:pic>
            <p:nvPicPr>
              <p:cNvPr id="248" name="Tinta 247">
                <a:extLst>
                  <a:ext uri="{FF2B5EF4-FFF2-40B4-BE49-F238E27FC236}">
                    <a16:creationId xmlns:a16="http://schemas.microsoft.com/office/drawing/2014/main" id="{EFD22833-67E1-09E1-9944-A6F5DBC6159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772408" y="6456888"/>
                <a:ext cx="5868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Agrupar 257">
            <a:extLst>
              <a:ext uri="{FF2B5EF4-FFF2-40B4-BE49-F238E27FC236}">
                <a16:creationId xmlns:a16="http://schemas.microsoft.com/office/drawing/2014/main" id="{F023EB92-59A4-42EA-37D4-E5D7111B4BF8}"/>
              </a:ext>
            </a:extLst>
          </p:cNvPr>
          <p:cNvGrpSpPr/>
          <p:nvPr/>
        </p:nvGrpSpPr>
        <p:grpSpPr>
          <a:xfrm>
            <a:off x="6882408" y="5578416"/>
            <a:ext cx="2456280" cy="1106280"/>
            <a:chOff x="6882408" y="5578416"/>
            <a:chExt cx="2456280" cy="11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9ED519BB-206A-F565-D968-D883C2098B11}"/>
                    </a:ext>
                  </a:extLst>
                </p14:cNvPr>
                <p14:cNvContentPartPr/>
                <p14:nvPr/>
              </p14:nvContentPartPr>
              <p14:xfrm>
                <a:off x="6904368" y="5779296"/>
                <a:ext cx="160200" cy="28224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9ED519BB-206A-F565-D968-D883C2098B1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98248" y="5773176"/>
                  <a:ext cx="172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3E80C936-CDD0-CDDC-8DD1-FF68A8B9D359}"/>
                    </a:ext>
                  </a:extLst>
                </p14:cNvPr>
                <p14:cNvContentPartPr/>
                <p14:nvPr/>
              </p14:nvContentPartPr>
              <p14:xfrm>
                <a:off x="7064208" y="5953896"/>
                <a:ext cx="263160" cy="13032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3E80C936-CDD0-CDDC-8DD1-FF68A8B9D35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58088" y="5947776"/>
                  <a:ext cx="275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CB86CBF8-CEDC-C4DE-8C39-68DBC653B638}"/>
                    </a:ext>
                  </a:extLst>
                </p14:cNvPr>
                <p14:cNvContentPartPr/>
                <p14:nvPr/>
              </p14:nvContentPartPr>
              <p14:xfrm>
                <a:off x="7534368" y="5933376"/>
                <a:ext cx="136440" cy="972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CB86CBF8-CEDC-C4DE-8C39-68DBC653B63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28248" y="5927256"/>
                  <a:ext cx="148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6F4C2674-CA9A-D9DF-1BC2-65BE612F40F5}"/>
                    </a:ext>
                  </a:extLst>
                </p14:cNvPr>
                <p14:cNvContentPartPr/>
                <p14:nvPr/>
              </p14:nvContentPartPr>
              <p14:xfrm>
                <a:off x="7476768" y="6056496"/>
                <a:ext cx="274680" cy="244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6F4C2674-CA9A-D9DF-1BC2-65BE612F40F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70648" y="6050376"/>
                  <a:ext cx="286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13C074F0-3353-00DF-70F7-C24B7E877C7A}"/>
                    </a:ext>
                  </a:extLst>
                </p14:cNvPr>
                <p14:cNvContentPartPr/>
                <p14:nvPr/>
              </p14:nvContentPartPr>
              <p14:xfrm>
                <a:off x="7954128" y="5578416"/>
                <a:ext cx="414720" cy="4759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13C074F0-3353-00DF-70F7-C24B7E877C7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48008" y="5572296"/>
                  <a:ext cx="4269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961C36AD-6BA4-95F2-42FB-AA164AC277E2}"/>
                    </a:ext>
                  </a:extLst>
                </p14:cNvPr>
                <p14:cNvContentPartPr/>
                <p14:nvPr/>
              </p14:nvContentPartPr>
              <p14:xfrm>
                <a:off x="8407008" y="6053976"/>
                <a:ext cx="43200" cy="1357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961C36AD-6BA4-95F2-42FB-AA164AC277E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00888" y="6047856"/>
                  <a:ext cx="554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6889720E-ECEE-A1F8-4B38-33D1C316AD81}"/>
                    </a:ext>
                  </a:extLst>
                </p14:cNvPr>
                <p14:cNvContentPartPr/>
                <p14:nvPr/>
              </p14:nvContentPartPr>
              <p14:xfrm>
                <a:off x="8391528" y="6045336"/>
                <a:ext cx="172800" cy="5508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6889720E-ECEE-A1F8-4B38-33D1C316AD8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85408" y="6039216"/>
                  <a:ext cx="1850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6619378E-8363-813A-CA3B-663052772AE9}"/>
                    </a:ext>
                  </a:extLst>
                </p14:cNvPr>
                <p14:cNvContentPartPr/>
                <p14:nvPr/>
              </p14:nvContentPartPr>
              <p14:xfrm>
                <a:off x="8664048" y="5985216"/>
                <a:ext cx="171360" cy="21348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6619378E-8363-813A-CA3B-663052772AE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657928" y="5979096"/>
                  <a:ext cx="183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8FF9407C-261F-20D6-07D8-DD186346B94B}"/>
                    </a:ext>
                  </a:extLst>
                </p14:cNvPr>
                <p14:cNvContentPartPr/>
                <p14:nvPr/>
              </p14:nvContentPartPr>
              <p14:xfrm>
                <a:off x="8985528" y="5968296"/>
                <a:ext cx="353160" cy="4032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8FF9407C-261F-20D6-07D8-DD186346B94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979408" y="5962176"/>
                  <a:ext cx="365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E3B0BA81-229B-55D9-BC46-113916E9CBEA}"/>
                    </a:ext>
                  </a:extLst>
                </p14:cNvPr>
                <p14:cNvContentPartPr/>
                <p14:nvPr/>
              </p14:nvContentPartPr>
              <p14:xfrm>
                <a:off x="6882408" y="6224616"/>
                <a:ext cx="332280" cy="37476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E3B0BA81-229B-55D9-BC46-113916E9CBE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876288" y="6218496"/>
                  <a:ext cx="3445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0CA455FA-FC96-BC72-FCDB-C6216146E18F}"/>
                    </a:ext>
                  </a:extLst>
                </p14:cNvPr>
                <p14:cNvContentPartPr/>
                <p14:nvPr/>
              </p14:nvContentPartPr>
              <p14:xfrm>
                <a:off x="7156728" y="6507936"/>
                <a:ext cx="412920" cy="1414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0CA455FA-FC96-BC72-FCDB-C6216146E18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150608" y="6501816"/>
                  <a:ext cx="425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65D056D6-07B7-C5E2-CD25-CFD7DC173E45}"/>
                    </a:ext>
                  </a:extLst>
                </p14:cNvPr>
                <p14:cNvContentPartPr/>
                <p14:nvPr/>
              </p14:nvContentPartPr>
              <p14:xfrm>
                <a:off x="7490448" y="6341256"/>
                <a:ext cx="376200" cy="1548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65D056D6-07B7-C5E2-CD25-CFD7DC173E4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484328" y="6335136"/>
                  <a:ext cx="388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61F3C9E7-1D7E-832B-FF88-1E1309C025CE}"/>
                    </a:ext>
                  </a:extLst>
                </p14:cNvPr>
                <p14:cNvContentPartPr/>
                <p14:nvPr/>
              </p14:nvContentPartPr>
              <p14:xfrm>
                <a:off x="7705008" y="6489216"/>
                <a:ext cx="435960" cy="392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61F3C9E7-1D7E-832B-FF88-1E1309C025C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698888" y="6483096"/>
                  <a:ext cx="448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F1F097A1-C497-1901-7438-9D3D29593B7E}"/>
                    </a:ext>
                  </a:extLst>
                </p14:cNvPr>
                <p14:cNvContentPartPr/>
                <p14:nvPr/>
              </p14:nvContentPartPr>
              <p14:xfrm>
                <a:off x="8562168" y="5602536"/>
                <a:ext cx="92520" cy="2016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F1F097A1-C497-1901-7438-9D3D29593B7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556048" y="5596416"/>
                  <a:ext cx="104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C82FD378-B641-B8D8-B6D7-F508CDBB3F2A}"/>
                    </a:ext>
                  </a:extLst>
                </p14:cNvPr>
                <p14:cNvContentPartPr/>
                <p14:nvPr/>
              </p14:nvContentPartPr>
              <p14:xfrm>
                <a:off x="8403768" y="6384456"/>
                <a:ext cx="420480" cy="30024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C82FD378-B641-B8D8-B6D7-F508CDBB3F2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97648" y="6378336"/>
                  <a:ext cx="432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533CFB78-925D-9B08-C5E9-FC77D2B1E5B6}"/>
                    </a:ext>
                  </a:extLst>
                </p14:cNvPr>
                <p14:cNvContentPartPr/>
                <p14:nvPr/>
              </p14:nvContentPartPr>
              <p14:xfrm>
                <a:off x="8772408" y="6201576"/>
                <a:ext cx="544680" cy="24804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533CFB78-925D-9B08-C5E9-FC77D2B1E5B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66288" y="6195456"/>
                  <a:ext cx="556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A020E1FC-5581-FB64-F7A1-467E19C3D793}"/>
                    </a:ext>
                  </a:extLst>
                </p14:cNvPr>
                <p14:cNvContentPartPr/>
                <p14:nvPr/>
              </p14:nvContentPartPr>
              <p14:xfrm>
                <a:off x="8688888" y="6463008"/>
                <a:ext cx="101880" cy="468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A020E1FC-5581-FB64-F7A1-467E19C3D79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682768" y="6456888"/>
                  <a:ext cx="1141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Agrupar 262">
            <a:extLst>
              <a:ext uri="{FF2B5EF4-FFF2-40B4-BE49-F238E27FC236}">
                <a16:creationId xmlns:a16="http://schemas.microsoft.com/office/drawing/2014/main" id="{BE3624FE-EC7F-8D17-1993-9E4812931BF5}"/>
              </a:ext>
            </a:extLst>
          </p:cNvPr>
          <p:cNvGrpSpPr/>
          <p:nvPr/>
        </p:nvGrpSpPr>
        <p:grpSpPr>
          <a:xfrm>
            <a:off x="9417528" y="6241176"/>
            <a:ext cx="1487520" cy="351360"/>
            <a:chOff x="9417528" y="6241176"/>
            <a:chExt cx="14875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A5835BA1-566A-BEF3-C94D-BFFEAC97A9BA}"/>
                    </a:ext>
                  </a:extLst>
                </p14:cNvPr>
                <p14:cNvContentPartPr/>
                <p14:nvPr/>
              </p14:nvContentPartPr>
              <p14:xfrm>
                <a:off x="9417528" y="6258096"/>
                <a:ext cx="174600" cy="33444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A5835BA1-566A-BEF3-C94D-BFFEAC97A9B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11408" y="6251976"/>
                  <a:ext cx="186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0A3CDE57-805A-9CFA-7BDF-1493EF9561AF}"/>
                    </a:ext>
                  </a:extLst>
                </p14:cNvPr>
                <p14:cNvContentPartPr/>
                <p14:nvPr/>
              </p14:nvContentPartPr>
              <p14:xfrm>
                <a:off x="9704448" y="6346656"/>
                <a:ext cx="174240" cy="20304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0A3CDE57-805A-9CFA-7BDF-1493EF9561A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698328" y="6340536"/>
                  <a:ext cx="186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53105C78-C8CE-9961-FBA0-EF1862F8E9D1}"/>
                    </a:ext>
                  </a:extLst>
                </p14:cNvPr>
                <p14:cNvContentPartPr/>
                <p14:nvPr/>
              </p14:nvContentPartPr>
              <p14:xfrm>
                <a:off x="9866088" y="6343416"/>
                <a:ext cx="217080" cy="20160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53105C78-C8CE-9961-FBA0-EF1862F8E9D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859968" y="6337296"/>
                  <a:ext cx="229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4BC2BA96-A278-FC94-9D28-4EBE50567A20}"/>
                    </a:ext>
                  </a:extLst>
                </p14:cNvPr>
                <p14:cNvContentPartPr/>
                <p14:nvPr/>
              </p14:nvContentPartPr>
              <p14:xfrm>
                <a:off x="10128528" y="6399216"/>
                <a:ext cx="182520" cy="1728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4BC2BA96-A278-FC94-9D28-4EBE50567A2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22408" y="6393096"/>
                  <a:ext cx="194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357BEA3A-86DC-B700-663E-BE3D79FE8AFA}"/>
                    </a:ext>
                  </a:extLst>
                </p14:cNvPr>
                <p14:cNvContentPartPr/>
                <p14:nvPr/>
              </p14:nvContentPartPr>
              <p14:xfrm>
                <a:off x="10299168" y="6396696"/>
                <a:ext cx="23400" cy="10224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357BEA3A-86DC-B700-663E-BE3D79FE8AF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293048" y="6390576"/>
                  <a:ext cx="35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E57B0D43-9A32-925B-3888-D5A420743E6C}"/>
                    </a:ext>
                  </a:extLst>
                </p14:cNvPr>
                <p14:cNvContentPartPr/>
                <p14:nvPr/>
              </p14:nvContentPartPr>
              <p14:xfrm>
                <a:off x="10356768" y="6324336"/>
                <a:ext cx="228600" cy="15876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E57B0D43-9A32-925B-3888-D5A420743E6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50648" y="6318216"/>
                  <a:ext cx="240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ED8D6C39-91F8-690D-5CC5-2D4CA5F96544}"/>
                    </a:ext>
                  </a:extLst>
                </p14:cNvPr>
                <p14:cNvContentPartPr/>
                <p14:nvPr/>
              </p14:nvContentPartPr>
              <p14:xfrm>
                <a:off x="10529208" y="6318936"/>
                <a:ext cx="134640" cy="18036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ED8D6C39-91F8-690D-5CC5-2D4CA5F9654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23088" y="6312816"/>
                  <a:ext cx="146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CD84EAA4-7BC5-4105-DEE3-317E497ED7EC}"/>
                    </a:ext>
                  </a:extLst>
                </p14:cNvPr>
                <p14:cNvContentPartPr/>
                <p14:nvPr/>
              </p14:nvContentPartPr>
              <p14:xfrm>
                <a:off x="10654128" y="6241176"/>
                <a:ext cx="250920" cy="2660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CD84EAA4-7BC5-4105-DEE3-317E497ED7E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648008" y="6235056"/>
                  <a:ext cx="263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CCC1DF29-FAD4-5D1F-715A-845288BD2FCE}"/>
                    </a:ext>
                  </a:extLst>
                </p14:cNvPr>
                <p14:cNvContentPartPr/>
                <p14:nvPr/>
              </p14:nvContentPartPr>
              <p14:xfrm>
                <a:off x="10163088" y="6249528"/>
                <a:ext cx="113400" cy="1728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CCC1DF29-FAD4-5D1F-715A-845288BD2F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56968" y="6243408"/>
                  <a:ext cx="12564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69" name="Tinta 268">
                <a:extLst>
                  <a:ext uri="{FF2B5EF4-FFF2-40B4-BE49-F238E27FC236}">
                    <a16:creationId xmlns:a16="http://schemas.microsoft.com/office/drawing/2014/main" id="{1DA04B68-0661-6BF5-6DCA-CE77AB04443B}"/>
                  </a:ext>
                </a:extLst>
              </p14:cNvPr>
              <p14:cNvContentPartPr/>
              <p14:nvPr/>
            </p14:nvContentPartPr>
            <p14:xfrm>
              <a:off x="11499408" y="6310008"/>
              <a:ext cx="11880" cy="10800"/>
            </p14:xfrm>
          </p:contentPart>
        </mc:Choice>
        <mc:Fallback>
          <p:pic>
            <p:nvPicPr>
              <p:cNvPr id="269" name="Tinta 268">
                <a:extLst>
                  <a:ext uri="{FF2B5EF4-FFF2-40B4-BE49-F238E27FC236}">
                    <a16:creationId xmlns:a16="http://schemas.microsoft.com/office/drawing/2014/main" id="{1DA04B68-0661-6BF5-6DCA-CE77AB04443B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1493288" y="6303888"/>
                <a:ext cx="241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Agrupar 279">
            <a:extLst>
              <a:ext uri="{FF2B5EF4-FFF2-40B4-BE49-F238E27FC236}">
                <a16:creationId xmlns:a16="http://schemas.microsoft.com/office/drawing/2014/main" id="{BBB2B041-2C53-9705-E4E2-60722D23A796}"/>
              </a:ext>
            </a:extLst>
          </p:cNvPr>
          <p:cNvGrpSpPr/>
          <p:nvPr/>
        </p:nvGrpSpPr>
        <p:grpSpPr>
          <a:xfrm>
            <a:off x="7646328" y="592128"/>
            <a:ext cx="5906520" cy="1132920"/>
            <a:chOff x="7646328" y="592128"/>
            <a:chExt cx="5906520" cy="11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6DD862EF-F947-4E30-FFBF-CE2DCCACDADB}"/>
                    </a:ext>
                  </a:extLst>
                </p14:cNvPr>
                <p14:cNvContentPartPr/>
                <p14:nvPr/>
              </p14:nvContentPartPr>
              <p14:xfrm>
                <a:off x="7944048" y="1254528"/>
                <a:ext cx="286560" cy="23688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6DD862EF-F947-4E30-FFBF-CE2DCCACDAD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37928" y="1248408"/>
                  <a:ext cx="298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FF97A217-DF06-E943-DE4B-18853849D082}"/>
                    </a:ext>
                  </a:extLst>
                </p14:cNvPr>
                <p14:cNvContentPartPr/>
                <p14:nvPr/>
              </p14:nvContentPartPr>
              <p14:xfrm>
                <a:off x="8241768" y="1412568"/>
                <a:ext cx="46440" cy="252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FF97A217-DF06-E943-DE4B-18853849D08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35648" y="1406448"/>
                  <a:ext cx="586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0C5119C5-E5ED-AF9E-B7D1-39CC4C0F032B}"/>
                    </a:ext>
                  </a:extLst>
                </p14:cNvPr>
                <p14:cNvContentPartPr/>
                <p14:nvPr/>
              </p14:nvContentPartPr>
              <p14:xfrm>
                <a:off x="8110728" y="1443888"/>
                <a:ext cx="269640" cy="15804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0C5119C5-E5ED-AF9E-B7D1-39CC4C0F032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04608" y="1437768"/>
                  <a:ext cx="281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B1F38C04-80FB-2629-0B23-2C782FCFAF57}"/>
                    </a:ext>
                  </a:extLst>
                </p14:cNvPr>
                <p14:cNvContentPartPr/>
                <p14:nvPr/>
              </p14:nvContentPartPr>
              <p14:xfrm>
                <a:off x="8493048" y="1339128"/>
                <a:ext cx="242280" cy="2448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B1F38C04-80FB-2629-0B23-2C782FCFAF5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486928" y="1333008"/>
                  <a:ext cx="25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2EDD7BB2-BBFB-EB28-B46B-D4EB1D5D0F5B}"/>
                    </a:ext>
                  </a:extLst>
                </p14:cNvPr>
                <p14:cNvContentPartPr/>
                <p14:nvPr/>
              </p14:nvContentPartPr>
              <p14:xfrm>
                <a:off x="8391528" y="1453608"/>
                <a:ext cx="286200" cy="3204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2EDD7BB2-BBFB-EB28-B46B-D4EB1D5D0F5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85408" y="1447488"/>
                  <a:ext cx="298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CFDE1F8E-07FC-3591-A67B-DD86A3E7A2F8}"/>
                    </a:ext>
                  </a:extLst>
                </p14:cNvPr>
                <p14:cNvContentPartPr/>
                <p14:nvPr/>
              </p14:nvContentPartPr>
              <p14:xfrm>
                <a:off x="9121608" y="1139688"/>
                <a:ext cx="344160" cy="28116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CFDE1F8E-07FC-3591-A67B-DD86A3E7A2F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115488" y="1133568"/>
                  <a:ext cx="3564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D1A00B30-EF46-B6B2-477D-E6F97DA11A99}"/>
                    </a:ext>
                  </a:extLst>
                </p14:cNvPr>
                <p14:cNvContentPartPr/>
                <p14:nvPr/>
              </p14:nvContentPartPr>
              <p14:xfrm>
                <a:off x="9573408" y="1112328"/>
                <a:ext cx="282240" cy="27108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D1A00B30-EF46-B6B2-477D-E6F97DA11A9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567288" y="1106208"/>
                  <a:ext cx="294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015F15B7-970C-3297-6FA2-04D1E65C0F13}"/>
                    </a:ext>
                  </a:extLst>
                </p14:cNvPr>
                <p14:cNvContentPartPr/>
                <p14:nvPr/>
              </p14:nvContentPartPr>
              <p14:xfrm>
                <a:off x="9990288" y="1186488"/>
                <a:ext cx="217440" cy="8748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015F15B7-970C-3297-6FA2-04D1E65C0F1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984168" y="1180368"/>
                  <a:ext cx="229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457603E3-F44E-E8D4-567C-F1E135D3C7D8}"/>
                    </a:ext>
                  </a:extLst>
                </p14:cNvPr>
                <p14:cNvContentPartPr/>
                <p14:nvPr/>
              </p14:nvContentPartPr>
              <p14:xfrm>
                <a:off x="9932688" y="1203408"/>
                <a:ext cx="366840" cy="11916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457603E3-F44E-E8D4-567C-F1E135D3C7D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926568" y="1197288"/>
                  <a:ext cx="379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106AF13E-6CA5-D3BE-52ED-AF205DF02A60}"/>
                    </a:ext>
                  </a:extLst>
                </p14:cNvPr>
                <p14:cNvContentPartPr/>
                <p14:nvPr/>
              </p14:nvContentPartPr>
              <p14:xfrm>
                <a:off x="10403208" y="1132488"/>
                <a:ext cx="228240" cy="26028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106AF13E-6CA5-D3BE-52ED-AF205DF02A6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397088" y="1126368"/>
                  <a:ext cx="240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2789C64F-16E2-15A4-3D4B-18174920792A}"/>
                    </a:ext>
                  </a:extLst>
                </p14:cNvPr>
                <p14:cNvContentPartPr/>
                <p14:nvPr/>
              </p14:nvContentPartPr>
              <p14:xfrm>
                <a:off x="10644408" y="1207728"/>
                <a:ext cx="245880" cy="10512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2789C64F-16E2-15A4-3D4B-18174920792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38288" y="1201608"/>
                  <a:ext cx="258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28806517-E896-89C6-F150-6BC7184E3CB8}"/>
                    </a:ext>
                  </a:extLst>
                </p14:cNvPr>
                <p14:cNvContentPartPr/>
                <p14:nvPr/>
              </p14:nvContentPartPr>
              <p14:xfrm>
                <a:off x="11031408" y="1301328"/>
                <a:ext cx="364680" cy="2664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28806517-E896-89C6-F150-6BC7184E3CB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025288" y="1295208"/>
                  <a:ext cx="376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B102A533-55FF-BA42-3C83-01D7E0E90281}"/>
                    </a:ext>
                  </a:extLst>
                </p14:cNvPr>
                <p14:cNvContentPartPr/>
                <p14:nvPr/>
              </p14:nvContentPartPr>
              <p14:xfrm>
                <a:off x="11526408" y="1123488"/>
                <a:ext cx="120960" cy="22212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B102A533-55FF-BA42-3C83-01D7E0E9028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520288" y="1117368"/>
                  <a:ext cx="133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4E7E6279-79B8-88C9-5381-D59848BD1404}"/>
                    </a:ext>
                  </a:extLst>
                </p14:cNvPr>
                <p14:cNvContentPartPr/>
                <p14:nvPr/>
              </p14:nvContentPartPr>
              <p14:xfrm>
                <a:off x="11635488" y="1136088"/>
                <a:ext cx="275040" cy="20988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4E7E6279-79B8-88C9-5381-D59848BD140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629368" y="1129968"/>
                  <a:ext cx="287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D9BAA76B-DDBE-FDF9-59B8-8DEAB66175A8}"/>
                    </a:ext>
                  </a:extLst>
                </p14:cNvPr>
                <p14:cNvContentPartPr/>
                <p14:nvPr/>
              </p14:nvContentPartPr>
              <p14:xfrm>
                <a:off x="12072888" y="1219608"/>
                <a:ext cx="214920" cy="12420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D9BAA76B-DDBE-FDF9-59B8-8DEAB66175A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2066768" y="1213488"/>
                  <a:ext cx="227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F9CD624D-0727-5757-BE8B-4EBB99E9365C}"/>
                    </a:ext>
                  </a:extLst>
                </p14:cNvPr>
                <p14:cNvContentPartPr/>
                <p14:nvPr/>
              </p14:nvContentPartPr>
              <p14:xfrm>
                <a:off x="12116808" y="1186488"/>
                <a:ext cx="274680" cy="18000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F9CD624D-0727-5757-BE8B-4EBB99E9365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2110688" y="1180368"/>
                  <a:ext cx="286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ECDCEC44-6CAA-EEED-A248-0D103DF35F1C}"/>
                    </a:ext>
                  </a:extLst>
                </p14:cNvPr>
                <p14:cNvContentPartPr/>
                <p14:nvPr/>
              </p14:nvContentPartPr>
              <p14:xfrm>
                <a:off x="12606048" y="980568"/>
                <a:ext cx="252000" cy="37692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ECDCEC44-6CAA-EEED-A248-0D103DF35F1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2599928" y="974448"/>
                  <a:ext cx="264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3870786F-C7C7-2AE4-0D8A-FCF19DAFC425}"/>
                    </a:ext>
                  </a:extLst>
                </p14:cNvPr>
                <p14:cNvContentPartPr/>
                <p14:nvPr/>
              </p14:nvContentPartPr>
              <p14:xfrm>
                <a:off x="12847248" y="1023048"/>
                <a:ext cx="204480" cy="23040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3870786F-C7C7-2AE4-0D8A-FCF19DAFC42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841128" y="1016928"/>
                  <a:ext cx="216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F50F9501-5DB4-0E76-EDF9-AC136E841509}"/>
                    </a:ext>
                  </a:extLst>
                </p14:cNvPr>
                <p14:cNvContentPartPr/>
                <p14:nvPr/>
              </p14:nvContentPartPr>
              <p14:xfrm>
                <a:off x="7646328" y="592128"/>
                <a:ext cx="5906520" cy="11329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F50F9501-5DB4-0E76-EDF9-AC136E84150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640208" y="586008"/>
                  <a:ext cx="5918760" cy="114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827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8B926-54C0-1878-E9D5-18AA414E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B84FB6E-690C-F338-A383-525B9399A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378" y="594360"/>
            <a:ext cx="2756748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08546DF4-D13E-4054-6F87-DED39EB98CAD}"/>
                  </a:ext>
                </a:extLst>
              </p14:cNvPr>
              <p14:cNvContentPartPr/>
              <p14:nvPr/>
            </p14:nvContentPartPr>
            <p14:xfrm>
              <a:off x="871488" y="2688336"/>
              <a:ext cx="832320" cy="8532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08546DF4-D13E-4054-6F87-DED39EB98C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368" y="2682216"/>
                <a:ext cx="8445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AE242824-AC8B-EEA6-A012-E35E1E6E2E18}"/>
                  </a:ext>
                </a:extLst>
              </p14:cNvPr>
              <p14:cNvContentPartPr/>
              <p14:nvPr/>
            </p14:nvContentPartPr>
            <p14:xfrm>
              <a:off x="1945008" y="2788056"/>
              <a:ext cx="181080" cy="19872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AE242824-AC8B-EEA6-A012-E35E1E6E2E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8888" y="2781936"/>
                <a:ext cx="19332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Agrupar 41">
            <a:extLst>
              <a:ext uri="{FF2B5EF4-FFF2-40B4-BE49-F238E27FC236}">
                <a16:creationId xmlns:a16="http://schemas.microsoft.com/office/drawing/2014/main" id="{8297F635-B868-17B2-7284-438AA8044156}"/>
              </a:ext>
            </a:extLst>
          </p:cNvPr>
          <p:cNvGrpSpPr/>
          <p:nvPr/>
        </p:nvGrpSpPr>
        <p:grpSpPr>
          <a:xfrm>
            <a:off x="1191528" y="2686176"/>
            <a:ext cx="1448280" cy="1059840"/>
            <a:chOff x="1191528" y="2686176"/>
            <a:chExt cx="1448280" cy="10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58829844-2F14-9717-F479-180D9731AADB}"/>
                    </a:ext>
                  </a:extLst>
                </p14:cNvPr>
                <p14:cNvContentPartPr/>
                <p14:nvPr/>
              </p14:nvContentPartPr>
              <p14:xfrm>
                <a:off x="1373328" y="3028896"/>
                <a:ext cx="115560" cy="1350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58829844-2F14-9717-F479-180D9731AA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7208" y="3022776"/>
                  <a:ext cx="127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6451998-F170-3B50-7249-B34941CC6451}"/>
                    </a:ext>
                  </a:extLst>
                </p14:cNvPr>
                <p14:cNvContentPartPr/>
                <p14:nvPr/>
              </p14:nvContentPartPr>
              <p14:xfrm>
                <a:off x="1458288" y="3143376"/>
                <a:ext cx="134640" cy="1213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6451998-F170-3B50-7249-B34941CC64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52168" y="3137256"/>
                  <a:ext cx="146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2D3DF18-B3C4-3DCE-642F-928DB8DA7B01}"/>
                    </a:ext>
                  </a:extLst>
                </p14:cNvPr>
                <p14:cNvContentPartPr/>
                <p14:nvPr/>
              </p14:nvContentPartPr>
              <p14:xfrm>
                <a:off x="1191528" y="3342096"/>
                <a:ext cx="171360" cy="928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2D3DF18-B3C4-3DCE-642F-928DB8DA7B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5408" y="3335976"/>
                  <a:ext cx="183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5FD0C2F-8A7E-5B88-DF72-E784E114CFB5}"/>
                    </a:ext>
                  </a:extLst>
                </p14:cNvPr>
                <p14:cNvContentPartPr/>
                <p14:nvPr/>
              </p14:nvContentPartPr>
              <p14:xfrm>
                <a:off x="1295568" y="3438936"/>
                <a:ext cx="124920" cy="1270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5FD0C2F-8A7E-5B88-DF72-E784E114CF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89448" y="3432816"/>
                  <a:ext cx="137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4D20916A-C58A-50AC-BCB6-6FD9DCD9968C}"/>
                    </a:ext>
                  </a:extLst>
                </p14:cNvPr>
                <p14:cNvContentPartPr/>
                <p14:nvPr/>
              </p14:nvContentPartPr>
              <p14:xfrm>
                <a:off x="1318248" y="3625776"/>
                <a:ext cx="113760" cy="777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4D20916A-C58A-50AC-BCB6-6FD9DCD996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2128" y="3619656"/>
                  <a:ext cx="1260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639B63E6-D3DF-B549-1FBE-F00A89A901BE}"/>
                    </a:ext>
                  </a:extLst>
                </p14:cNvPr>
                <p14:cNvContentPartPr/>
                <p14:nvPr/>
              </p14:nvContentPartPr>
              <p14:xfrm>
                <a:off x="1512288" y="2857176"/>
                <a:ext cx="182520" cy="795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639B63E6-D3DF-B549-1FBE-F00A89A901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06168" y="2851056"/>
                  <a:ext cx="194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E51E33A-AC2D-E3F8-148F-13CA1189BDE9}"/>
                    </a:ext>
                  </a:extLst>
                </p14:cNvPr>
                <p14:cNvContentPartPr/>
                <p14:nvPr/>
              </p14:nvContentPartPr>
              <p14:xfrm>
                <a:off x="1728288" y="2879136"/>
                <a:ext cx="263520" cy="705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E51E33A-AC2D-E3F8-148F-13CA1189BD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22168" y="2873016"/>
                  <a:ext cx="275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3A7B0D7-9BF0-8007-7FD2-F720EDB906EC}"/>
                    </a:ext>
                  </a:extLst>
                </p14:cNvPr>
                <p14:cNvContentPartPr/>
                <p14:nvPr/>
              </p14:nvContentPartPr>
              <p14:xfrm>
                <a:off x="1933488" y="2873376"/>
                <a:ext cx="114120" cy="759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3A7B0D7-9BF0-8007-7FD2-F720EDB906E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27368" y="2867256"/>
                  <a:ext cx="126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2D55D86-76E0-C32E-037D-8DF3F7055A98}"/>
                    </a:ext>
                  </a:extLst>
                </p14:cNvPr>
                <p14:cNvContentPartPr/>
                <p14:nvPr/>
              </p14:nvContentPartPr>
              <p14:xfrm>
                <a:off x="2071728" y="2846736"/>
                <a:ext cx="81360" cy="1000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2D55D86-76E0-C32E-037D-8DF3F7055A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65608" y="2840616"/>
                  <a:ext cx="93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D1510D56-2385-F7C9-A754-F58DC9DF7E57}"/>
                    </a:ext>
                  </a:extLst>
                </p14:cNvPr>
                <p14:cNvContentPartPr/>
                <p14:nvPr/>
              </p14:nvContentPartPr>
              <p14:xfrm>
                <a:off x="2253888" y="2780856"/>
                <a:ext cx="150120" cy="1134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D1510D56-2385-F7C9-A754-F58DC9DF7E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47768" y="2774736"/>
                  <a:ext cx="162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49BF59AB-21D0-5028-2889-C4F3D6AD29E2}"/>
                    </a:ext>
                  </a:extLst>
                </p14:cNvPr>
                <p14:cNvContentPartPr/>
                <p14:nvPr/>
              </p14:nvContentPartPr>
              <p14:xfrm>
                <a:off x="1648008" y="2960496"/>
                <a:ext cx="286920" cy="1710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49BF59AB-21D0-5028-2889-C4F3D6AD29E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41888" y="2954376"/>
                  <a:ext cx="299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760EDA2F-8D40-95D1-2723-F4817A205AC2}"/>
                    </a:ext>
                  </a:extLst>
                </p14:cNvPr>
                <p14:cNvContentPartPr/>
                <p14:nvPr/>
              </p14:nvContentPartPr>
              <p14:xfrm>
                <a:off x="1306728" y="2953296"/>
                <a:ext cx="286560" cy="3312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760EDA2F-8D40-95D1-2723-F4817A205A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00608" y="2947176"/>
                  <a:ext cx="2988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38314D7-A59F-37F3-1AE8-C06BB4D62CE5}"/>
                    </a:ext>
                  </a:extLst>
                </p14:cNvPr>
                <p14:cNvContentPartPr/>
                <p14:nvPr/>
              </p14:nvContentPartPr>
              <p14:xfrm>
                <a:off x="1659528" y="2784096"/>
                <a:ext cx="400320" cy="2732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38314D7-A59F-37F3-1AE8-C06BB4D62C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53408" y="2777976"/>
                  <a:ext cx="412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A6A8572-911A-1636-CFDE-9890271728CC}"/>
                    </a:ext>
                  </a:extLst>
                </p14:cNvPr>
                <p14:cNvContentPartPr/>
                <p14:nvPr/>
              </p14:nvContentPartPr>
              <p14:xfrm>
                <a:off x="2059488" y="2956176"/>
                <a:ext cx="368280" cy="1666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A6A8572-911A-1636-CFDE-9890271728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53368" y="2950056"/>
                  <a:ext cx="380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5DD23E4-2BBE-01BD-C171-81F3D1B18620}"/>
                    </a:ext>
                  </a:extLst>
                </p14:cNvPr>
                <p14:cNvContentPartPr/>
                <p14:nvPr/>
              </p14:nvContentPartPr>
              <p14:xfrm>
                <a:off x="1489248" y="3077136"/>
                <a:ext cx="46440" cy="25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5DD23E4-2BBE-01BD-C171-81F3D1B1862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83128" y="3071016"/>
                  <a:ext cx="586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1156465-AF96-02B7-9F0A-D62C6F514FB7}"/>
                    </a:ext>
                  </a:extLst>
                </p14:cNvPr>
                <p14:cNvContentPartPr/>
                <p14:nvPr/>
              </p14:nvContentPartPr>
              <p14:xfrm>
                <a:off x="2195208" y="2686176"/>
                <a:ext cx="444600" cy="2318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1156465-AF96-02B7-9F0A-D62C6F514FB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89088" y="2680056"/>
                  <a:ext cx="456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A2878092-4A40-2B8F-E2B8-5B3F6D2F51A3}"/>
                    </a:ext>
                  </a:extLst>
                </p14:cNvPr>
                <p14:cNvContentPartPr/>
                <p14:nvPr/>
              </p14:nvContentPartPr>
              <p14:xfrm>
                <a:off x="1786248" y="3384936"/>
                <a:ext cx="355320" cy="16164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A2878092-4A40-2B8F-E2B8-5B3F6D2F51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80128" y="3378816"/>
                  <a:ext cx="367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47D69D44-FD91-6F1C-83DE-6D4D65D59ACF}"/>
                    </a:ext>
                  </a:extLst>
                </p14:cNvPr>
                <p14:cNvContentPartPr/>
                <p14:nvPr/>
              </p14:nvContentPartPr>
              <p14:xfrm>
                <a:off x="1249488" y="3562776"/>
                <a:ext cx="23400" cy="151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47D69D44-FD91-6F1C-83DE-6D4D65D59AC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43368" y="3556656"/>
                  <a:ext cx="35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DCEFD4B2-D11A-0AD2-6CE0-B5FF831C42D6}"/>
                    </a:ext>
                  </a:extLst>
                </p14:cNvPr>
                <p14:cNvContentPartPr/>
                <p14:nvPr/>
              </p14:nvContentPartPr>
              <p14:xfrm>
                <a:off x="1454688" y="2905056"/>
                <a:ext cx="270720" cy="8409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DCEFD4B2-D11A-0AD2-6CE0-B5FF831C42D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48568" y="2898936"/>
                  <a:ext cx="282960" cy="853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4" name="Imagem 43">
            <a:extLst>
              <a:ext uri="{FF2B5EF4-FFF2-40B4-BE49-F238E27FC236}">
                <a16:creationId xmlns:a16="http://schemas.microsoft.com/office/drawing/2014/main" id="{2CD99625-B195-69D5-A6F5-52D47CE0A14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991004" y="2807916"/>
            <a:ext cx="2209992" cy="1242168"/>
          </a:xfrm>
          <a:prstGeom prst="rect">
            <a:avLst/>
          </a:prstGeom>
        </p:spPr>
      </p:pic>
      <p:grpSp>
        <p:nvGrpSpPr>
          <p:cNvPr id="61" name="Agrupar 60">
            <a:extLst>
              <a:ext uri="{FF2B5EF4-FFF2-40B4-BE49-F238E27FC236}">
                <a16:creationId xmlns:a16="http://schemas.microsoft.com/office/drawing/2014/main" id="{AF0508F3-D5D5-596B-4C30-3175DA9B4D84}"/>
              </a:ext>
            </a:extLst>
          </p:cNvPr>
          <p:cNvGrpSpPr/>
          <p:nvPr/>
        </p:nvGrpSpPr>
        <p:grpSpPr>
          <a:xfrm>
            <a:off x="2252808" y="2275776"/>
            <a:ext cx="321840" cy="238320"/>
            <a:chOff x="2252808" y="2275776"/>
            <a:chExt cx="32184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8859D27A-D636-CDA2-9EF8-5328A22FB6B1}"/>
                    </a:ext>
                  </a:extLst>
                </p14:cNvPr>
                <p14:cNvContentPartPr/>
                <p14:nvPr/>
              </p14:nvContentPartPr>
              <p14:xfrm>
                <a:off x="2493648" y="2297376"/>
                <a:ext cx="360" cy="32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8859D27A-D636-CDA2-9EF8-5328A22FB6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87528" y="2291256"/>
                  <a:ext cx="126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1E0D004-0647-BBF6-5C83-3247176205A9}"/>
                    </a:ext>
                  </a:extLst>
                </p14:cNvPr>
                <p14:cNvContentPartPr/>
                <p14:nvPr/>
              </p14:nvContentPartPr>
              <p14:xfrm>
                <a:off x="2252808" y="2293056"/>
                <a:ext cx="321840" cy="2210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1E0D004-0647-BBF6-5C83-3247176205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46688" y="2286936"/>
                  <a:ext cx="334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31468C18-3B8C-7865-5AFD-11BABA338AC6}"/>
                    </a:ext>
                  </a:extLst>
                </p14:cNvPr>
                <p14:cNvContentPartPr/>
                <p14:nvPr/>
              </p14:nvContentPartPr>
              <p14:xfrm>
                <a:off x="2449368" y="2275776"/>
                <a:ext cx="33120" cy="126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31468C18-3B8C-7865-5AFD-11BABA338AC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43248" y="2269656"/>
                  <a:ext cx="4536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08DECDA1-7373-6D06-4F37-542C70F68F83}"/>
                  </a:ext>
                </a:extLst>
              </p14:cNvPr>
              <p14:cNvContentPartPr/>
              <p14:nvPr/>
            </p14:nvContentPartPr>
            <p14:xfrm>
              <a:off x="3099528" y="2241936"/>
              <a:ext cx="104040" cy="5400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08DECDA1-7373-6D06-4F37-542C70F68F8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093408" y="2235816"/>
                <a:ext cx="116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49BBB633-B2A1-2BCD-522A-B3EF87D727F5}"/>
                  </a:ext>
                </a:extLst>
              </p14:cNvPr>
              <p14:cNvContentPartPr/>
              <p14:nvPr/>
            </p14:nvContentPartPr>
            <p14:xfrm>
              <a:off x="5318208" y="2297376"/>
              <a:ext cx="527040" cy="171216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49BBB633-B2A1-2BCD-522A-B3EF87D727F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312088" y="2291256"/>
                <a:ext cx="539280" cy="17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309FC65D-BE92-F3C9-9CC7-142FFFFEFFDE}"/>
                  </a:ext>
                </a:extLst>
              </p14:cNvPr>
              <p14:cNvContentPartPr/>
              <p14:nvPr/>
            </p14:nvContentPartPr>
            <p14:xfrm>
              <a:off x="6666048" y="2584296"/>
              <a:ext cx="11880" cy="2016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309FC65D-BE92-F3C9-9CC7-142FFFFEFFD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59928" y="2578176"/>
                <a:ext cx="241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CFB4733C-5595-E345-AEDE-6516119A2C9E}"/>
                  </a:ext>
                </a:extLst>
              </p14:cNvPr>
              <p14:cNvContentPartPr/>
              <p14:nvPr/>
            </p14:nvContentPartPr>
            <p14:xfrm>
              <a:off x="4313448" y="4608216"/>
              <a:ext cx="168840" cy="280080"/>
            </p14:xfrm>
          </p:contentPart>
        </mc:Choice>
        <mc:Fallback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CFB4733C-5595-E345-AEDE-6516119A2C9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07328" y="4602096"/>
                <a:ext cx="18108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712936A-B1DC-E3B8-3110-36171976B077}"/>
              </a:ext>
            </a:extLst>
          </p:cNvPr>
          <p:cNvGrpSpPr/>
          <p:nvPr/>
        </p:nvGrpSpPr>
        <p:grpSpPr>
          <a:xfrm>
            <a:off x="5349888" y="2167056"/>
            <a:ext cx="1311480" cy="1848240"/>
            <a:chOff x="5349888" y="2167056"/>
            <a:chExt cx="1311480" cy="18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9A671D4-3722-8510-C2FB-399659D7ADC6}"/>
                    </a:ext>
                  </a:extLst>
                </p14:cNvPr>
                <p14:cNvContentPartPr/>
                <p14:nvPr/>
              </p14:nvContentPartPr>
              <p14:xfrm>
                <a:off x="5557608" y="2623176"/>
                <a:ext cx="56880" cy="3038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9A671D4-3722-8510-C2FB-399659D7AD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1488" y="2617056"/>
                  <a:ext cx="691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C6820BA-1ABE-9CA5-5A17-5EDC1A512FA5}"/>
                    </a:ext>
                  </a:extLst>
                </p14:cNvPr>
                <p14:cNvContentPartPr/>
                <p14:nvPr/>
              </p14:nvContentPartPr>
              <p14:xfrm>
                <a:off x="5465448" y="2339496"/>
                <a:ext cx="105480" cy="2012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C6820BA-1ABE-9CA5-5A17-5EDC1A512FA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59328" y="2333376"/>
                  <a:ext cx="117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7A2EBDE-D1A0-C447-D1D2-1E8B2EC5F423}"/>
                    </a:ext>
                  </a:extLst>
                </p14:cNvPr>
                <p14:cNvContentPartPr/>
                <p14:nvPr/>
              </p14:nvContentPartPr>
              <p14:xfrm>
                <a:off x="5797368" y="2167056"/>
                <a:ext cx="147960" cy="2044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7A2EBDE-D1A0-C447-D1D2-1E8B2EC5F42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91248" y="2160936"/>
                  <a:ext cx="160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0657437B-24BC-B6A4-13B7-A211D77EDAC2}"/>
                    </a:ext>
                  </a:extLst>
                </p14:cNvPr>
                <p14:cNvContentPartPr/>
                <p14:nvPr/>
              </p14:nvContentPartPr>
              <p14:xfrm>
                <a:off x="5761728" y="2515176"/>
                <a:ext cx="70560" cy="4068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0657437B-24BC-B6A4-13B7-A211D77EDA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55608" y="2509056"/>
                  <a:ext cx="828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0D1B308-1E72-2832-2719-CA2FC156EAF0}"/>
                    </a:ext>
                  </a:extLst>
                </p14:cNvPr>
                <p14:cNvContentPartPr/>
                <p14:nvPr/>
              </p14:nvContentPartPr>
              <p14:xfrm>
                <a:off x="5955768" y="2604096"/>
                <a:ext cx="104400" cy="3016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0D1B308-1E72-2832-2719-CA2FC156EA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9648" y="2597976"/>
                  <a:ext cx="116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63729F6-2A29-3F96-D188-3E5CC47D5621}"/>
                    </a:ext>
                  </a:extLst>
                </p14:cNvPr>
                <p14:cNvContentPartPr/>
                <p14:nvPr/>
              </p14:nvContentPartPr>
              <p14:xfrm>
                <a:off x="6048648" y="2375136"/>
                <a:ext cx="165240" cy="1195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63729F6-2A29-3F96-D188-3E5CC47D562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42528" y="2369016"/>
                  <a:ext cx="177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A52B826-A2D9-3F7E-62DC-29E0E783BB35}"/>
                    </a:ext>
                  </a:extLst>
                </p14:cNvPr>
                <p14:cNvContentPartPr/>
                <p14:nvPr/>
              </p14:nvContentPartPr>
              <p14:xfrm>
                <a:off x="6253488" y="2647296"/>
                <a:ext cx="66240" cy="2872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A52B826-A2D9-3F7E-62DC-29E0E783BB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47368" y="2641176"/>
                  <a:ext cx="784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B179927-A6B8-8B46-486C-DC120FA56F1D}"/>
                    </a:ext>
                  </a:extLst>
                </p14:cNvPr>
                <p14:cNvContentPartPr/>
                <p14:nvPr/>
              </p14:nvContentPartPr>
              <p14:xfrm>
                <a:off x="6311088" y="2362896"/>
                <a:ext cx="69480" cy="20484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B179927-A6B8-8B46-486C-DC120FA56F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04968" y="2356776"/>
                  <a:ext cx="81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AEC87EB7-2E0D-5E60-4E7D-B9B1E7E8BCC4}"/>
                    </a:ext>
                  </a:extLst>
                </p14:cNvPr>
                <p14:cNvContentPartPr/>
                <p14:nvPr/>
              </p14:nvContentPartPr>
              <p14:xfrm>
                <a:off x="6539328" y="2664216"/>
                <a:ext cx="34920" cy="2944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AEC87EB7-2E0D-5E60-4E7D-B9B1E7E8BC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33208" y="2658096"/>
                  <a:ext cx="471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E476D04-F591-C427-BBBA-A939D064793C}"/>
                    </a:ext>
                  </a:extLst>
                </p14:cNvPr>
                <p14:cNvContentPartPr/>
                <p14:nvPr/>
              </p14:nvContentPartPr>
              <p14:xfrm>
                <a:off x="6504768" y="2448576"/>
                <a:ext cx="156600" cy="2145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E476D04-F591-C427-BBBA-A939D06479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8648" y="2442456"/>
                  <a:ext cx="1688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11B6DCA-6260-0C3C-20CB-4B46F1FB981C}"/>
                    </a:ext>
                  </a:extLst>
                </p14:cNvPr>
                <p14:cNvContentPartPr/>
                <p14:nvPr/>
              </p14:nvContentPartPr>
              <p14:xfrm>
                <a:off x="5349888" y="2677896"/>
                <a:ext cx="437400" cy="13374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11B6DCA-6260-0C3C-20CB-4B46F1FB98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43768" y="2671776"/>
                  <a:ext cx="449640" cy="134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DFBFB137-831A-F347-9E76-C2A6EEC07B4D}"/>
                  </a:ext>
                </a:extLst>
              </p14:cNvPr>
              <p14:cNvContentPartPr/>
              <p14:nvPr/>
            </p14:nvContentPartPr>
            <p14:xfrm>
              <a:off x="4631328" y="4733496"/>
              <a:ext cx="490320" cy="61560"/>
            </p14:xfrm>
          </p:contentPart>
        </mc:Choice>
        <mc:Fallback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DFBFB137-831A-F347-9E76-C2A6EEC07B4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25208" y="4727376"/>
                <a:ext cx="50256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Agrupar 78">
            <a:extLst>
              <a:ext uri="{FF2B5EF4-FFF2-40B4-BE49-F238E27FC236}">
                <a16:creationId xmlns:a16="http://schemas.microsoft.com/office/drawing/2014/main" id="{E556B750-FACC-FE1A-99B2-447C150134A5}"/>
              </a:ext>
            </a:extLst>
          </p:cNvPr>
          <p:cNvGrpSpPr/>
          <p:nvPr/>
        </p:nvGrpSpPr>
        <p:grpSpPr>
          <a:xfrm>
            <a:off x="5663088" y="4514616"/>
            <a:ext cx="1436040" cy="345600"/>
            <a:chOff x="5663088" y="4514616"/>
            <a:chExt cx="143604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B1A463C4-D68E-30A1-98C4-9E6460B5B807}"/>
                    </a:ext>
                  </a:extLst>
                </p14:cNvPr>
                <p14:cNvContentPartPr/>
                <p14:nvPr/>
              </p14:nvContentPartPr>
              <p14:xfrm>
                <a:off x="5663088" y="4580136"/>
                <a:ext cx="455040" cy="2800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B1A463C4-D68E-30A1-98C4-9E6460B5B8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56968" y="4574016"/>
                  <a:ext cx="467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262445E3-9A09-82B1-C15A-9F59F6D99893}"/>
                    </a:ext>
                  </a:extLst>
                </p14:cNvPr>
                <p14:cNvContentPartPr/>
                <p14:nvPr/>
              </p14:nvContentPartPr>
              <p14:xfrm>
                <a:off x="6176808" y="4672296"/>
                <a:ext cx="339840" cy="363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262445E3-9A09-82B1-C15A-9F59F6D998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70688" y="4666176"/>
                  <a:ext cx="352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A1C933D3-6CDA-B249-3ACA-696F7D542F8F}"/>
                    </a:ext>
                  </a:extLst>
                </p14:cNvPr>
                <p14:cNvContentPartPr/>
                <p14:nvPr/>
              </p14:nvContentPartPr>
              <p14:xfrm>
                <a:off x="6288048" y="4566096"/>
                <a:ext cx="115560" cy="1771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A1C933D3-6CDA-B249-3ACA-696F7D542F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81928" y="4559976"/>
                  <a:ext cx="127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EDC6D09A-2EFD-1762-1F84-69E77F88716B}"/>
                    </a:ext>
                  </a:extLst>
                </p14:cNvPr>
                <p14:cNvContentPartPr/>
                <p14:nvPr/>
              </p14:nvContentPartPr>
              <p14:xfrm>
                <a:off x="6621408" y="4514616"/>
                <a:ext cx="477720" cy="2556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EDC6D09A-2EFD-1762-1F84-69E77F8871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15288" y="4508496"/>
                  <a:ext cx="4899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5C9AC96-D3A4-EDCC-3862-D963FBED8730}"/>
              </a:ext>
            </a:extLst>
          </p:cNvPr>
          <p:cNvGrpSpPr/>
          <p:nvPr/>
        </p:nvGrpSpPr>
        <p:grpSpPr>
          <a:xfrm>
            <a:off x="7384608" y="4585176"/>
            <a:ext cx="514080" cy="294480"/>
            <a:chOff x="7384608" y="4585176"/>
            <a:chExt cx="51408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1B674459-C8D2-2F11-C716-B39F811E3243}"/>
                    </a:ext>
                  </a:extLst>
                </p14:cNvPr>
                <p14:cNvContentPartPr/>
                <p14:nvPr/>
              </p14:nvContentPartPr>
              <p14:xfrm>
                <a:off x="7384608" y="4701816"/>
                <a:ext cx="514080" cy="392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1B674459-C8D2-2F11-C716-B39F811E324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8488" y="4695696"/>
                  <a:ext cx="526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09D0E103-8A5A-87F1-9366-8B8A9573E530}"/>
                    </a:ext>
                  </a:extLst>
                </p14:cNvPr>
                <p14:cNvContentPartPr/>
                <p14:nvPr/>
              </p14:nvContentPartPr>
              <p14:xfrm>
                <a:off x="7522848" y="4585176"/>
                <a:ext cx="147960" cy="2944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09D0E103-8A5A-87F1-9366-8B8A9573E5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16728" y="4579056"/>
                  <a:ext cx="1602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B6687215-82A4-C120-3832-3C6A920B4E87}"/>
              </a:ext>
            </a:extLst>
          </p:cNvPr>
          <p:cNvGrpSpPr/>
          <p:nvPr/>
        </p:nvGrpSpPr>
        <p:grpSpPr>
          <a:xfrm>
            <a:off x="8230248" y="4442256"/>
            <a:ext cx="2686680" cy="318960"/>
            <a:chOff x="8230248" y="4442256"/>
            <a:chExt cx="268668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F628AB5-7973-4F90-A559-67D08CA1BFCC}"/>
                    </a:ext>
                  </a:extLst>
                </p14:cNvPr>
                <p14:cNvContentPartPr/>
                <p14:nvPr/>
              </p14:nvContentPartPr>
              <p14:xfrm>
                <a:off x="8230248" y="4442256"/>
                <a:ext cx="482040" cy="3189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F628AB5-7973-4F90-A559-67D08CA1BF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24128" y="4436136"/>
                  <a:ext cx="4942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53893B82-DA6A-13F3-D622-1CA650AF5A53}"/>
                    </a:ext>
                  </a:extLst>
                </p14:cNvPr>
                <p14:cNvContentPartPr/>
                <p14:nvPr/>
              </p14:nvContentPartPr>
              <p14:xfrm>
                <a:off x="8750088" y="4541256"/>
                <a:ext cx="291600" cy="396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53893B82-DA6A-13F3-D622-1CA650AF5A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43968" y="4535136"/>
                  <a:ext cx="303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80064D38-DB79-5646-B681-D532286B5B4E}"/>
                    </a:ext>
                  </a:extLst>
                </p14:cNvPr>
                <p14:cNvContentPartPr/>
                <p14:nvPr/>
              </p14:nvContentPartPr>
              <p14:xfrm>
                <a:off x="8859168" y="4464216"/>
                <a:ext cx="104040" cy="2066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80064D38-DB79-5646-B681-D532286B5B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53048" y="4458096"/>
                  <a:ext cx="116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9B75A99F-FE69-7DB6-D2F1-1CC6954ABB9A}"/>
                    </a:ext>
                  </a:extLst>
                </p14:cNvPr>
                <p14:cNvContentPartPr/>
                <p14:nvPr/>
              </p14:nvContentPartPr>
              <p14:xfrm>
                <a:off x="9213768" y="4517136"/>
                <a:ext cx="171000" cy="1879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9B75A99F-FE69-7DB6-D2F1-1CC6954ABB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07648" y="4511016"/>
                  <a:ext cx="183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AE1D312-9FEE-EBE1-2015-AF15701C9971}"/>
                    </a:ext>
                  </a:extLst>
                </p14:cNvPr>
                <p14:cNvContentPartPr/>
                <p14:nvPr/>
              </p14:nvContentPartPr>
              <p14:xfrm>
                <a:off x="9533808" y="4616856"/>
                <a:ext cx="468720" cy="298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AE1D312-9FEE-EBE1-2015-AF15701C997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27688" y="4610736"/>
                  <a:ext cx="480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0C539E8E-3CC4-F380-CBF6-EA8664FB845A}"/>
                    </a:ext>
                  </a:extLst>
                </p14:cNvPr>
                <p14:cNvContentPartPr/>
                <p14:nvPr/>
              </p14:nvContentPartPr>
              <p14:xfrm>
                <a:off x="9704808" y="4509576"/>
                <a:ext cx="205560" cy="1828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0C539E8E-3CC4-F380-CBF6-EA8664FB84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98688" y="4503456"/>
                  <a:ext cx="217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BA9428F0-1ED0-0D3C-FA6D-2D740AF216E8}"/>
                    </a:ext>
                  </a:extLst>
                </p14:cNvPr>
                <p14:cNvContentPartPr/>
                <p14:nvPr/>
              </p14:nvContentPartPr>
              <p14:xfrm>
                <a:off x="9955728" y="4483296"/>
                <a:ext cx="173160" cy="1994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BA9428F0-1ED0-0D3C-FA6D-2D740AF216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49608" y="4477176"/>
                  <a:ext cx="185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1B7573A0-3D9C-F47C-2CB3-F43706121E96}"/>
                    </a:ext>
                  </a:extLst>
                </p14:cNvPr>
                <p14:cNvContentPartPr/>
                <p14:nvPr/>
              </p14:nvContentPartPr>
              <p14:xfrm>
                <a:off x="10345248" y="4524336"/>
                <a:ext cx="307080" cy="241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1B7573A0-3D9C-F47C-2CB3-F43706121E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39128" y="4518216"/>
                  <a:ext cx="31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1776BE2-3888-DFA2-7FC4-8DDB0BAF7CA6}"/>
                    </a:ext>
                  </a:extLst>
                </p14:cNvPr>
                <p14:cNvContentPartPr/>
                <p14:nvPr/>
              </p14:nvContentPartPr>
              <p14:xfrm>
                <a:off x="10402848" y="4624056"/>
                <a:ext cx="514080" cy="41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1776BE2-3888-DFA2-7FC4-8DDB0BAF7C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96728" y="4617936"/>
                  <a:ext cx="526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5129D1FD-6885-7262-9059-186B25606B70}"/>
                    </a:ext>
                  </a:extLst>
                </p14:cNvPr>
                <p14:cNvContentPartPr/>
                <p14:nvPr/>
              </p14:nvContentPartPr>
              <p14:xfrm>
                <a:off x="8608248" y="4500216"/>
                <a:ext cx="92520" cy="75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5129D1FD-6885-7262-9059-186B25606B7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02128" y="4494096"/>
                  <a:ext cx="104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BB34DCFA-F2A0-F24F-108A-B55D91C9DF99}"/>
                    </a:ext>
                  </a:extLst>
                </p14:cNvPr>
                <p14:cNvContentPartPr/>
                <p14:nvPr/>
              </p14:nvContentPartPr>
              <p14:xfrm>
                <a:off x="9338328" y="4561056"/>
                <a:ext cx="69480" cy="75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BB34DCFA-F2A0-F24F-108A-B55D91C9DF9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32208" y="4554936"/>
                  <a:ext cx="81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8470CF17-490E-7B8C-F3F0-82BDA2D3ADF1}"/>
                    </a:ext>
                  </a:extLst>
                </p14:cNvPr>
                <p14:cNvContentPartPr/>
                <p14:nvPr/>
              </p14:nvContentPartPr>
              <p14:xfrm>
                <a:off x="9338328" y="4692096"/>
                <a:ext cx="46440" cy="266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8470CF17-490E-7B8C-F3F0-82BDA2D3AD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32208" y="4685976"/>
                  <a:ext cx="5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11E6059C-2487-53E1-B3E6-F90B317E655A}"/>
                    </a:ext>
                  </a:extLst>
                </p14:cNvPr>
                <p14:cNvContentPartPr/>
                <p14:nvPr/>
              </p14:nvContentPartPr>
              <p14:xfrm>
                <a:off x="9831528" y="4614696"/>
                <a:ext cx="124920" cy="540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11E6059C-2487-53E1-B3E6-F90B317E65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25408" y="4608576"/>
                  <a:ext cx="137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53D54C9D-FE2C-A429-CC28-DF2C1E43929E}"/>
                  </a:ext>
                </a:extLst>
              </p14:cNvPr>
              <p14:cNvContentPartPr/>
              <p14:nvPr/>
            </p14:nvContentPartPr>
            <p14:xfrm>
              <a:off x="11325888" y="4318416"/>
              <a:ext cx="448200" cy="32472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53D54C9D-FE2C-A429-CC28-DF2C1E43929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319768" y="4312296"/>
                <a:ext cx="460440" cy="33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4EFE88DC-5102-E8DF-8E96-5F90A9752F18}"/>
              </a:ext>
            </a:extLst>
          </p:cNvPr>
          <p:cNvGrpSpPr/>
          <p:nvPr/>
        </p:nvGrpSpPr>
        <p:grpSpPr>
          <a:xfrm>
            <a:off x="4300128" y="5153616"/>
            <a:ext cx="995400" cy="291240"/>
            <a:chOff x="4300128" y="5153616"/>
            <a:chExt cx="99540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B5F704D6-1AE1-CB9D-10BB-20C4AC756784}"/>
                    </a:ext>
                  </a:extLst>
                </p14:cNvPr>
                <p14:cNvContentPartPr/>
                <p14:nvPr/>
              </p14:nvContentPartPr>
              <p14:xfrm>
                <a:off x="4300128" y="5153616"/>
                <a:ext cx="274680" cy="2912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B5F704D6-1AE1-CB9D-10BB-20C4AC7567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4008" y="5147496"/>
                  <a:ext cx="2869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8E34590A-357B-45E9-8995-B4F14E2273F4}"/>
                    </a:ext>
                  </a:extLst>
                </p14:cNvPr>
                <p14:cNvContentPartPr/>
                <p14:nvPr/>
              </p14:nvContentPartPr>
              <p14:xfrm>
                <a:off x="4677768" y="5279616"/>
                <a:ext cx="617760" cy="511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8E34590A-357B-45E9-8995-B4F14E2273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71648" y="5273496"/>
                  <a:ext cx="6300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6BE8085E-1D83-76A3-5932-86B60BA937DC}"/>
                  </a:ext>
                </a:extLst>
              </p14:cNvPr>
              <p14:cNvContentPartPr/>
              <p14:nvPr/>
            </p14:nvContentPartPr>
            <p14:xfrm>
              <a:off x="10210248" y="5189616"/>
              <a:ext cx="340560" cy="1008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6BE8085E-1D83-76A3-5932-86B60BA937D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204128" y="5183496"/>
                <a:ext cx="352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C1F8C4AE-784D-EC77-6F2D-2839F863DC20}"/>
                  </a:ext>
                </a:extLst>
              </p14:cNvPr>
              <p14:cNvContentPartPr/>
              <p14:nvPr/>
            </p14:nvContentPartPr>
            <p14:xfrm>
              <a:off x="10356768" y="5240736"/>
              <a:ext cx="617760" cy="6120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C1F8C4AE-784D-EC77-6F2D-2839F863DC2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50648" y="5234616"/>
                <a:ext cx="630000" cy="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61E2C671-B31E-A85E-D689-068E37871973}"/>
              </a:ext>
            </a:extLst>
          </p:cNvPr>
          <p:cNvGrpSpPr/>
          <p:nvPr/>
        </p:nvGrpSpPr>
        <p:grpSpPr>
          <a:xfrm>
            <a:off x="5637888" y="4996296"/>
            <a:ext cx="4318200" cy="432000"/>
            <a:chOff x="5637888" y="4996296"/>
            <a:chExt cx="431820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6C2B522F-6077-6008-F2D2-6D48048B5271}"/>
                    </a:ext>
                  </a:extLst>
                </p14:cNvPr>
                <p14:cNvContentPartPr/>
                <p14:nvPr/>
              </p14:nvContentPartPr>
              <p14:xfrm>
                <a:off x="5637888" y="4996296"/>
                <a:ext cx="284040" cy="36756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6C2B522F-6077-6008-F2D2-6D48048B527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31768" y="4990176"/>
                  <a:ext cx="2962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46C648D9-AD86-875E-4853-BB749B2DE43E}"/>
                    </a:ext>
                  </a:extLst>
                </p14:cNvPr>
                <p14:cNvContentPartPr/>
                <p14:nvPr/>
              </p14:nvContentPartPr>
              <p14:xfrm>
                <a:off x="6220728" y="5228496"/>
                <a:ext cx="283320" cy="590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46C648D9-AD86-875E-4853-BB749B2DE4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14608" y="5222376"/>
                  <a:ext cx="295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4FE0EC03-19AE-E8F5-30C9-16AC51865EF2}"/>
                    </a:ext>
                  </a:extLst>
                </p14:cNvPr>
                <p14:cNvContentPartPr/>
                <p14:nvPr/>
              </p14:nvContentPartPr>
              <p14:xfrm>
                <a:off x="6426288" y="5240736"/>
                <a:ext cx="90360" cy="1317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4FE0EC03-19AE-E8F5-30C9-16AC51865E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20168" y="5234616"/>
                  <a:ext cx="102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5320BAF0-A975-07CE-8D46-E648E4C75C91}"/>
                    </a:ext>
                  </a:extLst>
                </p14:cNvPr>
                <p14:cNvContentPartPr/>
                <p14:nvPr/>
              </p14:nvContentPartPr>
              <p14:xfrm>
                <a:off x="6665688" y="5125176"/>
                <a:ext cx="398160" cy="2296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5320BAF0-A975-07CE-8D46-E648E4C75C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59568" y="5119056"/>
                  <a:ext cx="410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ADBE967D-AA6B-16A0-EEA6-9C56F1AA9771}"/>
                    </a:ext>
                  </a:extLst>
                </p14:cNvPr>
                <p14:cNvContentPartPr/>
                <p14:nvPr/>
              </p14:nvContentPartPr>
              <p14:xfrm>
                <a:off x="7066368" y="5232816"/>
                <a:ext cx="514440" cy="403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ADBE967D-AA6B-16A0-EEA6-9C56F1AA977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60248" y="5226696"/>
                  <a:ext cx="526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5977F0D-4B16-DD69-DD06-94BB97D38889}"/>
                    </a:ext>
                  </a:extLst>
                </p14:cNvPr>
                <p14:cNvContentPartPr/>
                <p14:nvPr/>
              </p14:nvContentPartPr>
              <p14:xfrm>
                <a:off x="7306488" y="5177736"/>
                <a:ext cx="44280" cy="1652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5977F0D-4B16-DD69-DD06-94BB97D3888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00368" y="5171616"/>
                  <a:ext cx="5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62F38C41-A8CF-7E16-99D4-71E298907AAA}"/>
                    </a:ext>
                  </a:extLst>
                </p14:cNvPr>
                <p14:cNvContentPartPr/>
                <p14:nvPr/>
              </p14:nvContentPartPr>
              <p14:xfrm>
                <a:off x="7716168" y="5105016"/>
                <a:ext cx="251640" cy="2181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62F38C41-A8CF-7E16-99D4-71E298907AA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10048" y="5098896"/>
                  <a:ext cx="263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9E1CB4FE-B368-8E95-F0F5-5E12099F6BC2}"/>
                    </a:ext>
                  </a:extLst>
                </p14:cNvPr>
                <p14:cNvContentPartPr/>
                <p14:nvPr/>
              </p14:nvContentPartPr>
              <p14:xfrm>
                <a:off x="8178048" y="5233536"/>
                <a:ext cx="213840" cy="2232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9E1CB4FE-B368-8E95-F0F5-5E12099F6B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71928" y="5227416"/>
                  <a:ext cx="226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599C99C-19C8-2313-0E8F-F457DB360814}"/>
                    </a:ext>
                  </a:extLst>
                </p14:cNvPr>
                <p14:cNvContentPartPr/>
                <p14:nvPr/>
              </p14:nvContentPartPr>
              <p14:xfrm>
                <a:off x="8299368" y="5231376"/>
                <a:ext cx="150120" cy="1969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599C99C-19C8-2313-0E8F-F457DB36081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93248" y="5225256"/>
                  <a:ext cx="162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B04A9B44-A34B-EA7E-EECE-91F0CFAF76DA}"/>
                    </a:ext>
                  </a:extLst>
                </p14:cNvPr>
                <p14:cNvContentPartPr/>
                <p14:nvPr/>
              </p14:nvContentPartPr>
              <p14:xfrm>
                <a:off x="8480448" y="5105376"/>
                <a:ext cx="399960" cy="1926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B04A9B44-A34B-EA7E-EECE-91F0CFAF76D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74328" y="5099256"/>
                  <a:ext cx="412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C6308CD2-D4F5-66ED-CA29-763D4C11D859}"/>
                    </a:ext>
                  </a:extLst>
                </p14:cNvPr>
                <p14:cNvContentPartPr/>
                <p14:nvPr/>
              </p14:nvContentPartPr>
              <p14:xfrm>
                <a:off x="8985888" y="5220936"/>
                <a:ext cx="502560" cy="84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C6308CD2-D4F5-66ED-CA29-763D4C11D8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79768" y="5214816"/>
                  <a:ext cx="514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AA66274E-C200-1EED-D610-ED700C6D5F50}"/>
                    </a:ext>
                  </a:extLst>
                </p14:cNvPr>
                <p14:cNvContentPartPr/>
                <p14:nvPr/>
              </p14:nvContentPartPr>
              <p14:xfrm>
                <a:off x="9179568" y="5119056"/>
                <a:ext cx="159480" cy="2484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AA66274E-C200-1EED-D610-ED700C6D5F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73448" y="5112936"/>
                  <a:ext cx="171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1D5A24E-7077-1E4C-E4C4-A2048E5AF74D}"/>
                    </a:ext>
                  </a:extLst>
                </p14:cNvPr>
                <p14:cNvContentPartPr/>
                <p14:nvPr/>
              </p14:nvContentPartPr>
              <p14:xfrm>
                <a:off x="9424008" y="5134176"/>
                <a:ext cx="532080" cy="2088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1D5A24E-7077-1E4C-E4C4-A2048E5AF7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17888" y="5128056"/>
                  <a:ext cx="544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9BD3406-DECD-0316-D10A-212D7C0E8C79}"/>
                    </a:ext>
                  </a:extLst>
                </p14:cNvPr>
                <p14:cNvContentPartPr/>
                <p14:nvPr/>
              </p14:nvContentPartPr>
              <p14:xfrm>
                <a:off x="6152328" y="5328216"/>
                <a:ext cx="67320" cy="1728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9BD3406-DECD-0316-D10A-212D7C0E8C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46208" y="5322096"/>
                  <a:ext cx="79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E9779E03-E4BF-AB23-EECC-9E8CAA4E3426}"/>
                    </a:ext>
                  </a:extLst>
                </p14:cNvPr>
                <p14:cNvContentPartPr/>
                <p14:nvPr/>
              </p14:nvContentPartPr>
              <p14:xfrm>
                <a:off x="6859368" y="5265216"/>
                <a:ext cx="69480" cy="295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E9779E03-E4BF-AB23-EECC-9E8CAA4E34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53248" y="5259096"/>
                  <a:ext cx="81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CECF0D89-EEB2-4D5F-4335-0F05F4DCB1EE}"/>
                    </a:ext>
                  </a:extLst>
                </p14:cNvPr>
                <p14:cNvContentPartPr/>
                <p14:nvPr/>
              </p14:nvContentPartPr>
              <p14:xfrm>
                <a:off x="5956488" y="5231376"/>
                <a:ext cx="81000" cy="172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CECF0D89-EEB2-4D5F-4335-0F05F4DCB1E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50368" y="5225256"/>
                  <a:ext cx="93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8CDE8501-994C-70B1-E229-6FED19B96038}"/>
                    </a:ext>
                  </a:extLst>
                </p14:cNvPr>
                <p14:cNvContentPartPr/>
                <p14:nvPr/>
              </p14:nvContentPartPr>
              <p14:xfrm>
                <a:off x="7808688" y="5199696"/>
                <a:ext cx="23400" cy="320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8CDE8501-994C-70B1-E229-6FED19B960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02568" y="5193576"/>
                  <a:ext cx="35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4BDFE2FE-B21B-7335-ECE2-6DF211C50F9D}"/>
                    </a:ext>
                  </a:extLst>
                </p14:cNvPr>
                <p14:cNvContentPartPr/>
                <p14:nvPr/>
              </p14:nvContentPartPr>
              <p14:xfrm>
                <a:off x="7774128" y="5061096"/>
                <a:ext cx="57960" cy="295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4BDFE2FE-B21B-7335-ECE2-6DF211C50F9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68008" y="5054976"/>
                  <a:ext cx="70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48BF9014-E676-85D9-FDAE-470FAE4D15AB}"/>
                    </a:ext>
                  </a:extLst>
                </p14:cNvPr>
                <p14:cNvContentPartPr/>
                <p14:nvPr/>
              </p14:nvContentPartPr>
              <p14:xfrm>
                <a:off x="8939808" y="5148576"/>
                <a:ext cx="11880" cy="2232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48BF9014-E676-85D9-FDAE-470FAE4D15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33688" y="5142456"/>
                  <a:ext cx="24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F5B57B5F-4475-BA1C-5E9C-9721D0C74CD1}"/>
                    </a:ext>
                  </a:extLst>
                </p14:cNvPr>
                <p14:cNvContentPartPr/>
                <p14:nvPr/>
              </p14:nvContentPartPr>
              <p14:xfrm>
                <a:off x="5944968" y="5129496"/>
                <a:ext cx="104040" cy="342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F5B57B5F-4475-BA1C-5E9C-9721D0C74CD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938848" y="5123376"/>
                  <a:ext cx="11628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B55A9DC3-0A08-199E-2885-B2B6688AA933}"/>
                  </a:ext>
                </a:extLst>
              </p14:cNvPr>
              <p14:cNvContentPartPr/>
              <p14:nvPr/>
            </p14:nvContentPartPr>
            <p14:xfrm>
              <a:off x="11338128" y="4978296"/>
              <a:ext cx="384840" cy="30960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B55A9DC3-0A08-199E-2885-B2B6688AA93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1332008" y="4972176"/>
                <a:ext cx="39708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9C6EA7C8-C2CA-4425-8B81-FEA81E421182}"/>
              </a:ext>
            </a:extLst>
          </p:cNvPr>
          <p:cNvGrpSpPr/>
          <p:nvPr/>
        </p:nvGrpSpPr>
        <p:grpSpPr>
          <a:xfrm>
            <a:off x="4276728" y="5599656"/>
            <a:ext cx="903600" cy="245160"/>
            <a:chOff x="4276728" y="5599656"/>
            <a:chExt cx="9036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2262389C-75F9-3D5F-2727-F33B13F05CEE}"/>
                    </a:ext>
                  </a:extLst>
                </p14:cNvPr>
                <p14:cNvContentPartPr/>
                <p14:nvPr/>
              </p14:nvContentPartPr>
              <p14:xfrm>
                <a:off x="4276728" y="5599656"/>
                <a:ext cx="402120" cy="2451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2262389C-75F9-3D5F-2727-F33B13F05CE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270608" y="5593536"/>
                  <a:ext cx="414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61F4991B-622F-70A5-0AA9-2AED12CFAB4C}"/>
                    </a:ext>
                  </a:extLst>
                </p14:cNvPr>
                <p14:cNvContentPartPr/>
                <p14:nvPr/>
              </p14:nvContentPartPr>
              <p14:xfrm>
                <a:off x="4702608" y="5707296"/>
                <a:ext cx="477720" cy="266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61F4991B-622F-70A5-0AA9-2AED12CFAB4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96488" y="5701176"/>
                  <a:ext cx="489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6A336C8E-013C-A519-74F0-EB86B22B1143}"/>
              </a:ext>
            </a:extLst>
          </p:cNvPr>
          <p:cNvGrpSpPr/>
          <p:nvPr/>
        </p:nvGrpSpPr>
        <p:grpSpPr>
          <a:xfrm>
            <a:off x="4242168" y="6022656"/>
            <a:ext cx="887760" cy="267480"/>
            <a:chOff x="4242168" y="6022656"/>
            <a:chExt cx="88776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466BF7FB-D00F-89BE-70AF-BF083D312E62}"/>
                    </a:ext>
                  </a:extLst>
                </p14:cNvPr>
                <p14:cNvContentPartPr/>
                <p14:nvPr/>
              </p14:nvContentPartPr>
              <p14:xfrm>
                <a:off x="4242168" y="6022656"/>
                <a:ext cx="320760" cy="26748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466BF7FB-D00F-89BE-70AF-BF083D312E6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36048" y="6016536"/>
                  <a:ext cx="333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0A17AC11-8598-7654-1430-F0E9490D6E36}"/>
                    </a:ext>
                  </a:extLst>
                </p14:cNvPr>
                <p14:cNvContentPartPr/>
                <p14:nvPr/>
              </p14:nvContentPartPr>
              <p14:xfrm>
                <a:off x="4771368" y="6137136"/>
                <a:ext cx="358560" cy="4716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0A17AC11-8598-7654-1430-F0E9490D6E3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65248" y="6131016"/>
                  <a:ext cx="3708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CCB0DFFB-95A3-40E4-5745-588E783E922F}"/>
              </a:ext>
            </a:extLst>
          </p:cNvPr>
          <p:cNvGrpSpPr/>
          <p:nvPr/>
        </p:nvGrpSpPr>
        <p:grpSpPr>
          <a:xfrm>
            <a:off x="4527648" y="6355656"/>
            <a:ext cx="822960" cy="213120"/>
            <a:chOff x="4527648" y="6355656"/>
            <a:chExt cx="82296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05B9A075-A8A0-D9B7-9A57-E65C8BD30A06}"/>
                    </a:ext>
                  </a:extLst>
                </p14:cNvPr>
                <p14:cNvContentPartPr/>
                <p14:nvPr/>
              </p14:nvContentPartPr>
              <p14:xfrm>
                <a:off x="4527648" y="6355656"/>
                <a:ext cx="298080" cy="21312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05B9A075-A8A0-D9B7-9A57-E65C8BD30A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521528" y="6349536"/>
                  <a:ext cx="310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8756508C-ED28-459F-FD47-42A9D40D3294}"/>
                    </a:ext>
                  </a:extLst>
                </p14:cNvPr>
                <p14:cNvContentPartPr/>
                <p14:nvPr/>
              </p14:nvContentPartPr>
              <p14:xfrm>
                <a:off x="4907448" y="6465096"/>
                <a:ext cx="443160" cy="3996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8756508C-ED28-459F-FD47-42A9D40D329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901328" y="6458976"/>
                  <a:ext cx="4554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C9DB7F56-8D1A-1B20-8C2B-BF3BCF744D8F}"/>
              </a:ext>
            </a:extLst>
          </p:cNvPr>
          <p:cNvGrpSpPr/>
          <p:nvPr/>
        </p:nvGrpSpPr>
        <p:grpSpPr>
          <a:xfrm>
            <a:off x="5671368" y="5533776"/>
            <a:ext cx="6457680" cy="1122840"/>
            <a:chOff x="5671368" y="5533776"/>
            <a:chExt cx="6457680" cy="11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6420FBEC-666B-7DD1-90F9-F574AD3738D2}"/>
                    </a:ext>
                  </a:extLst>
                </p14:cNvPr>
                <p14:cNvContentPartPr/>
                <p14:nvPr/>
              </p14:nvContentPartPr>
              <p14:xfrm>
                <a:off x="11327328" y="5682816"/>
                <a:ext cx="160920" cy="1796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6420FBEC-666B-7DD1-90F9-F574AD3738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321208" y="5676696"/>
                  <a:ext cx="173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08ECBFCD-A8C1-1250-92C5-9DDDD0049DFB}"/>
                    </a:ext>
                  </a:extLst>
                </p14:cNvPr>
                <p14:cNvContentPartPr/>
                <p14:nvPr/>
              </p14:nvContentPartPr>
              <p14:xfrm>
                <a:off x="11367648" y="5533776"/>
                <a:ext cx="553320" cy="3027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08ECBFCD-A8C1-1250-92C5-9DDDD0049DF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361528" y="5527656"/>
                  <a:ext cx="56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DA628B21-8D83-BA7C-3FFA-45FE20651D87}"/>
                    </a:ext>
                  </a:extLst>
                </p14:cNvPr>
                <p14:cNvContentPartPr/>
                <p14:nvPr/>
              </p14:nvContentPartPr>
              <p14:xfrm>
                <a:off x="10503648" y="5750496"/>
                <a:ext cx="284760" cy="230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DA628B21-8D83-BA7C-3FFA-45FE20651D8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97528" y="5744376"/>
                  <a:ext cx="297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C0977C80-1815-7842-75FB-49D04D3935A2}"/>
                    </a:ext>
                  </a:extLst>
                </p14:cNvPr>
                <p14:cNvContentPartPr/>
                <p14:nvPr/>
              </p14:nvContentPartPr>
              <p14:xfrm>
                <a:off x="10471608" y="5859936"/>
                <a:ext cx="525600" cy="273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C0977C80-1815-7842-75FB-49D04D3935A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65488" y="5853816"/>
                  <a:ext cx="537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1BE0558C-0598-AFAC-5BC4-6208AFE48448}"/>
                    </a:ext>
                  </a:extLst>
                </p14:cNvPr>
                <p14:cNvContentPartPr/>
                <p14:nvPr/>
              </p14:nvContentPartPr>
              <p14:xfrm>
                <a:off x="5671368" y="5538816"/>
                <a:ext cx="354600" cy="3189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1BE0558C-0598-AFAC-5BC4-6208AFE4844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665248" y="5532696"/>
                  <a:ext cx="3668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725D5995-E9FF-9854-9504-16780A7C29B9}"/>
                    </a:ext>
                  </a:extLst>
                </p14:cNvPr>
                <p14:cNvContentPartPr/>
                <p14:nvPr/>
              </p14:nvContentPartPr>
              <p14:xfrm>
                <a:off x="6105528" y="5689656"/>
                <a:ext cx="399600" cy="5436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725D5995-E9FF-9854-9504-16780A7C29B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099408" y="5683536"/>
                  <a:ext cx="411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439E6ED5-3E4D-D155-B870-6856119A18C8}"/>
                    </a:ext>
                  </a:extLst>
                </p14:cNvPr>
                <p14:cNvContentPartPr/>
                <p14:nvPr/>
              </p14:nvContentPartPr>
              <p14:xfrm>
                <a:off x="6311088" y="5622336"/>
                <a:ext cx="127080" cy="1623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439E6ED5-3E4D-D155-B870-6856119A18C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304968" y="5616216"/>
                  <a:ext cx="139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7D7D71DD-E3CF-1345-EAB7-321993B4B992}"/>
                    </a:ext>
                  </a:extLst>
                </p14:cNvPr>
                <p14:cNvContentPartPr/>
                <p14:nvPr/>
              </p14:nvContentPartPr>
              <p14:xfrm>
                <a:off x="6618888" y="5665896"/>
                <a:ext cx="230400" cy="20520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7D7D71DD-E3CF-1345-EAB7-321993B4B99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12768" y="5659776"/>
                  <a:ext cx="242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C1B79E09-715A-A00A-5579-A4DB80417DA5}"/>
                    </a:ext>
                  </a:extLst>
                </p14:cNvPr>
                <p14:cNvContentPartPr/>
                <p14:nvPr/>
              </p14:nvContentPartPr>
              <p14:xfrm>
                <a:off x="6928128" y="5760216"/>
                <a:ext cx="418320" cy="439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C1B79E09-715A-A00A-5579-A4DB80417DA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22008" y="5754096"/>
                  <a:ext cx="430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9942E654-7DA4-644B-A29C-2BBF2CFE1298}"/>
                    </a:ext>
                  </a:extLst>
                </p14:cNvPr>
                <p14:cNvContentPartPr/>
                <p14:nvPr/>
              </p14:nvContentPartPr>
              <p14:xfrm>
                <a:off x="7064568" y="5665536"/>
                <a:ext cx="150120" cy="1515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9942E654-7DA4-644B-A29C-2BBF2CFE129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58448" y="5659416"/>
                  <a:ext cx="162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EC3A8C37-BDD6-6A87-EBB7-CA007ACD1BEE}"/>
                    </a:ext>
                  </a:extLst>
                </p14:cNvPr>
                <p14:cNvContentPartPr/>
                <p14:nvPr/>
              </p14:nvContentPartPr>
              <p14:xfrm>
                <a:off x="7635888" y="5663376"/>
                <a:ext cx="343080" cy="1940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EC3A8C37-BDD6-6A87-EBB7-CA007ACD1BE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629768" y="5657256"/>
                  <a:ext cx="355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35315894-BE4E-01D5-CC99-F0811F77FC11}"/>
                    </a:ext>
                  </a:extLst>
                </p14:cNvPr>
                <p14:cNvContentPartPr/>
                <p14:nvPr/>
              </p14:nvContentPartPr>
              <p14:xfrm>
                <a:off x="8220528" y="5760216"/>
                <a:ext cx="387720" cy="352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35315894-BE4E-01D5-CC99-F0811F77FC1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14408" y="5754096"/>
                  <a:ext cx="399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B2BBC961-20C5-1EB8-2DDC-AA48487FF57C}"/>
                    </a:ext>
                  </a:extLst>
                </p14:cNvPr>
                <p14:cNvContentPartPr/>
                <p14:nvPr/>
              </p14:nvContentPartPr>
              <p14:xfrm>
                <a:off x="8401968" y="5665536"/>
                <a:ext cx="79920" cy="1706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B2BBC961-20C5-1EB8-2DDC-AA48487FF57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95848" y="5659416"/>
                  <a:ext cx="92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7ECC994-7871-2899-0480-FBD33BE170F4}"/>
                    </a:ext>
                  </a:extLst>
                </p14:cNvPr>
                <p14:cNvContentPartPr/>
                <p14:nvPr/>
              </p14:nvContentPartPr>
              <p14:xfrm>
                <a:off x="8754768" y="5647896"/>
                <a:ext cx="237960" cy="3445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7ECC994-7871-2899-0480-FBD33BE170F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748648" y="5641776"/>
                  <a:ext cx="2502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2BA701A4-F92F-37F4-C046-F20660475E2B}"/>
                    </a:ext>
                  </a:extLst>
                </p14:cNvPr>
                <p14:cNvContentPartPr/>
                <p14:nvPr/>
              </p14:nvContentPartPr>
              <p14:xfrm>
                <a:off x="9251928" y="5811696"/>
                <a:ext cx="340560" cy="187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2BA701A4-F92F-37F4-C046-F20660475E2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245808" y="5805576"/>
                  <a:ext cx="352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A7BAB109-2894-0A43-0B9D-9404813D0A6F}"/>
                    </a:ext>
                  </a:extLst>
                </p14:cNvPr>
                <p14:cNvContentPartPr/>
                <p14:nvPr/>
              </p14:nvContentPartPr>
              <p14:xfrm>
                <a:off x="9306288" y="5728536"/>
                <a:ext cx="32760" cy="1684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A7BAB109-2894-0A43-0B9D-9404813D0A6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00168" y="5722416"/>
                  <a:ext cx="45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347D1F40-A6E3-F3FE-C8CC-0229094FC8E8}"/>
                    </a:ext>
                  </a:extLst>
                </p14:cNvPr>
                <p14:cNvContentPartPr/>
                <p14:nvPr/>
              </p14:nvContentPartPr>
              <p14:xfrm>
                <a:off x="9499608" y="5670576"/>
                <a:ext cx="583200" cy="2372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347D1F40-A6E3-F3FE-C8CC-0229094FC8E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493488" y="5664456"/>
                  <a:ext cx="595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ABB8D880-A0B1-0E7F-EB2E-C5E9F4467BB0}"/>
                    </a:ext>
                  </a:extLst>
                </p14:cNvPr>
                <p14:cNvContentPartPr/>
                <p14:nvPr/>
              </p14:nvContentPartPr>
              <p14:xfrm>
                <a:off x="5728968" y="6005736"/>
                <a:ext cx="400680" cy="19440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ABB8D880-A0B1-0E7F-EB2E-C5E9F4467BB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22848" y="5999616"/>
                  <a:ext cx="412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74434B03-81D4-BE9A-C05F-F2283C66A75B}"/>
                    </a:ext>
                  </a:extLst>
                </p14:cNvPr>
                <p14:cNvContentPartPr/>
                <p14:nvPr/>
              </p14:nvContentPartPr>
              <p14:xfrm>
                <a:off x="6230448" y="6107976"/>
                <a:ext cx="401400" cy="435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74434B03-81D4-BE9A-C05F-F2283C66A75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24328" y="6101856"/>
                  <a:ext cx="413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0F3EAE4-FD55-DB3A-6353-597B1B747A0A}"/>
                    </a:ext>
                  </a:extLst>
                </p14:cNvPr>
                <p14:cNvContentPartPr/>
                <p14:nvPr/>
              </p14:nvContentPartPr>
              <p14:xfrm>
                <a:off x="6368688" y="6037416"/>
                <a:ext cx="113400" cy="1850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0F3EAE4-FD55-DB3A-6353-597B1B747A0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362568" y="6031296"/>
                  <a:ext cx="125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DDABF6BD-DB3D-BB7A-E0BA-0F4563B1E557}"/>
                    </a:ext>
                  </a:extLst>
                </p14:cNvPr>
                <p14:cNvContentPartPr/>
                <p14:nvPr/>
              </p14:nvContentPartPr>
              <p14:xfrm>
                <a:off x="6664968" y="6023376"/>
                <a:ext cx="344520" cy="17208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DDABF6BD-DB3D-BB7A-E0BA-0F4563B1E55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58848" y="6017256"/>
                  <a:ext cx="356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5B0BD9CE-79B5-F10A-95A6-A126BC0DD4C7}"/>
                    </a:ext>
                  </a:extLst>
                </p14:cNvPr>
                <p14:cNvContentPartPr/>
                <p14:nvPr/>
              </p14:nvContentPartPr>
              <p14:xfrm>
                <a:off x="7087608" y="6129936"/>
                <a:ext cx="229320" cy="2664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5B0BD9CE-79B5-F10A-95A6-A126BC0DD4C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081488" y="6123816"/>
                  <a:ext cx="241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4C3FF7EE-3FEE-A990-081C-4E2B0743944C}"/>
                    </a:ext>
                  </a:extLst>
                </p14:cNvPr>
                <p14:cNvContentPartPr/>
                <p14:nvPr/>
              </p14:nvContentPartPr>
              <p14:xfrm>
                <a:off x="7087608" y="6066936"/>
                <a:ext cx="81000" cy="12132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4C3FF7EE-3FEE-A990-081C-4E2B0743944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81488" y="6060816"/>
                  <a:ext cx="93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4B16460B-4FEF-B4A8-CE1F-7E95CBF8CCFD}"/>
                    </a:ext>
                  </a:extLst>
                </p14:cNvPr>
                <p14:cNvContentPartPr/>
                <p14:nvPr/>
              </p14:nvContentPartPr>
              <p14:xfrm>
                <a:off x="7366248" y="6059376"/>
                <a:ext cx="404280" cy="11088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4B16460B-4FEF-B4A8-CE1F-7E95CBF8CCF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360128" y="6053256"/>
                  <a:ext cx="416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09ED7DD-F2FA-21BC-1189-E30E2A0D0480}"/>
                    </a:ext>
                  </a:extLst>
                </p14:cNvPr>
                <p14:cNvContentPartPr/>
                <p14:nvPr/>
              </p14:nvContentPartPr>
              <p14:xfrm>
                <a:off x="8059608" y="5935536"/>
                <a:ext cx="503280" cy="529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09ED7DD-F2FA-21BC-1189-E30E2A0D04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053488" y="5929416"/>
                  <a:ext cx="515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D7FF5F7-8D08-2327-6A23-2959E90388E3}"/>
                    </a:ext>
                  </a:extLst>
                </p14:cNvPr>
                <p14:cNvContentPartPr/>
                <p14:nvPr/>
              </p14:nvContentPartPr>
              <p14:xfrm>
                <a:off x="8368488" y="5886936"/>
                <a:ext cx="136440" cy="2012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D7FF5F7-8D08-2327-6A23-2959E90388E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62368" y="5880816"/>
                  <a:ext cx="148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3C50A58A-9681-68DB-4019-8C7AB1CD41A4}"/>
                    </a:ext>
                  </a:extLst>
                </p14:cNvPr>
                <p14:cNvContentPartPr/>
                <p14:nvPr/>
              </p14:nvContentPartPr>
              <p14:xfrm>
                <a:off x="8847648" y="5996376"/>
                <a:ext cx="92520" cy="75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3C50A58A-9681-68DB-4019-8C7AB1CD41A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841528" y="5990256"/>
                  <a:ext cx="104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F1A65E5-B79E-C456-E6DF-6BED60ED52BF}"/>
                    </a:ext>
                  </a:extLst>
                </p14:cNvPr>
                <p14:cNvContentPartPr/>
                <p14:nvPr/>
              </p14:nvContentPartPr>
              <p14:xfrm>
                <a:off x="8826048" y="6055056"/>
                <a:ext cx="364320" cy="1713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F1A65E5-B79E-C456-E6DF-6BED60ED52B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819928" y="6048936"/>
                  <a:ext cx="37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DC30305A-5E48-27F9-980D-005B30E2E47B}"/>
                    </a:ext>
                  </a:extLst>
                </p14:cNvPr>
                <p14:cNvContentPartPr/>
                <p14:nvPr/>
              </p14:nvContentPartPr>
              <p14:xfrm>
                <a:off x="9407448" y="6100416"/>
                <a:ext cx="274680" cy="511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DC30305A-5E48-27F9-980D-005B30E2E4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401328" y="6094296"/>
                  <a:ext cx="286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43BF26DB-2EAB-B5EF-0CF6-94763248C2DB}"/>
                    </a:ext>
                  </a:extLst>
                </p14:cNvPr>
                <p14:cNvContentPartPr/>
                <p14:nvPr/>
              </p14:nvContentPartPr>
              <p14:xfrm>
                <a:off x="9476568" y="6039576"/>
                <a:ext cx="147960" cy="17280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43BF26DB-2EAB-B5EF-0CF6-94763248C2D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470448" y="6033456"/>
                  <a:ext cx="160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4F11EC66-E28C-8FD3-37B6-64EC2F75B690}"/>
                    </a:ext>
                  </a:extLst>
                </p14:cNvPr>
                <p14:cNvContentPartPr/>
                <p14:nvPr/>
              </p14:nvContentPartPr>
              <p14:xfrm>
                <a:off x="9761688" y="5965776"/>
                <a:ext cx="332640" cy="2790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4F11EC66-E28C-8FD3-37B6-64EC2F75B69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55568" y="5959656"/>
                  <a:ext cx="344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EECEC456-8CF9-0367-1200-78BF716FA7E3}"/>
                    </a:ext>
                  </a:extLst>
                </p14:cNvPr>
                <p14:cNvContentPartPr/>
                <p14:nvPr/>
              </p14:nvContentPartPr>
              <p14:xfrm>
                <a:off x="10298808" y="5999616"/>
                <a:ext cx="240120" cy="550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EECEC456-8CF9-0367-1200-78BF716FA7E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292688" y="5993496"/>
                  <a:ext cx="252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434F2E7F-85BC-8F66-987D-E54D26A19F2A}"/>
                    </a:ext>
                  </a:extLst>
                </p14:cNvPr>
                <p14:cNvContentPartPr/>
                <p14:nvPr/>
              </p14:nvContentPartPr>
              <p14:xfrm>
                <a:off x="10492848" y="6139296"/>
                <a:ext cx="207720" cy="4428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434F2E7F-85BC-8F66-987D-E54D26A19F2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486728" y="6133176"/>
                  <a:ext cx="219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98D12499-213E-77E6-4E7E-EBFC91D0E387}"/>
                    </a:ext>
                  </a:extLst>
                </p14:cNvPr>
                <p14:cNvContentPartPr/>
                <p14:nvPr/>
              </p14:nvContentPartPr>
              <p14:xfrm>
                <a:off x="11326608" y="5983416"/>
                <a:ext cx="230760" cy="1951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98D12499-213E-77E6-4E7E-EBFC91D0E38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320488" y="5977296"/>
                  <a:ext cx="243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DE28DA70-57EE-595B-FE6A-DB46489CB209}"/>
                    </a:ext>
                  </a:extLst>
                </p14:cNvPr>
                <p14:cNvContentPartPr/>
                <p14:nvPr/>
              </p14:nvContentPartPr>
              <p14:xfrm>
                <a:off x="11612448" y="6016176"/>
                <a:ext cx="354960" cy="18828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DE28DA70-57EE-595B-FE6A-DB46489CB20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06328" y="6010056"/>
                  <a:ext cx="367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F13EADE5-8A01-EA0D-C435-06431E3DD336}"/>
                    </a:ext>
                  </a:extLst>
                </p14:cNvPr>
                <p14:cNvContentPartPr/>
                <p14:nvPr/>
              </p14:nvContentPartPr>
              <p14:xfrm>
                <a:off x="5996808" y="6405336"/>
                <a:ext cx="416520" cy="19476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F13EADE5-8A01-EA0D-C435-06431E3DD33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990688" y="6399216"/>
                  <a:ext cx="428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FD872BC5-638D-D05B-EDEC-B92E363FC79C}"/>
                    </a:ext>
                  </a:extLst>
                </p14:cNvPr>
                <p14:cNvContentPartPr/>
                <p14:nvPr/>
              </p14:nvContentPartPr>
              <p14:xfrm>
                <a:off x="6426288" y="6467256"/>
                <a:ext cx="217080" cy="5400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FD872BC5-638D-D05B-EDEC-B92E363FC79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420168" y="6461136"/>
                  <a:ext cx="229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B400C86-78D2-9A9F-B92E-6B22EDE67169}"/>
                    </a:ext>
                  </a:extLst>
                </p14:cNvPr>
                <p14:cNvContentPartPr/>
                <p14:nvPr/>
              </p14:nvContentPartPr>
              <p14:xfrm>
                <a:off x="6527808" y="6430536"/>
                <a:ext cx="104040" cy="1389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B400C86-78D2-9A9F-B92E-6B22EDE6716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521688" y="6424416"/>
                  <a:ext cx="116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5F02AD4D-9584-D0D3-764A-25077BCFD8C5}"/>
                    </a:ext>
                  </a:extLst>
                </p14:cNvPr>
                <p14:cNvContentPartPr/>
                <p14:nvPr/>
              </p14:nvContentPartPr>
              <p14:xfrm>
                <a:off x="6893928" y="6327576"/>
                <a:ext cx="375840" cy="1713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5F02AD4D-9584-D0D3-764A-25077BCFD8C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887808" y="6321456"/>
                  <a:ext cx="388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21DFE1C5-946E-027A-36C3-DC5537B0A7D1}"/>
                    </a:ext>
                  </a:extLst>
                </p14:cNvPr>
                <p14:cNvContentPartPr/>
                <p14:nvPr/>
              </p14:nvContentPartPr>
              <p14:xfrm>
                <a:off x="7373088" y="6457896"/>
                <a:ext cx="343800" cy="3636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21DFE1C5-946E-027A-36C3-DC5537B0A7D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366968" y="6451776"/>
                  <a:ext cx="356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C3977B46-BB09-F41B-2A96-FAA48E3C3903}"/>
                    </a:ext>
                  </a:extLst>
                </p14:cNvPr>
                <p14:cNvContentPartPr/>
                <p14:nvPr/>
              </p14:nvContentPartPr>
              <p14:xfrm>
                <a:off x="7522848" y="6376896"/>
                <a:ext cx="194040" cy="2797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C3977B46-BB09-F41B-2A96-FAA48E3C39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516728" y="6370776"/>
                  <a:ext cx="206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1E5370E1-6135-16A4-E9FC-4E18A144C59F}"/>
                    </a:ext>
                  </a:extLst>
                </p14:cNvPr>
                <p14:cNvContentPartPr/>
                <p14:nvPr/>
              </p14:nvContentPartPr>
              <p14:xfrm>
                <a:off x="8006688" y="6369696"/>
                <a:ext cx="568800" cy="2530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1E5370E1-6135-16A4-E9FC-4E18A144C59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000568" y="6363576"/>
                  <a:ext cx="581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70801EAA-9BD2-A405-150C-4DA948C0AAE1}"/>
                    </a:ext>
                  </a:extLst>
                </p14:cNvPr>
                <p14:cNvContentPartPr/>
                <p14:nvPr/>
              </p14:nvContentPartPr>
              <p14:xfrm>
                <a:off x="8723448" y="6496416"/>
                <a:ext cx="295200" cy="3204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70801EAA-9BD2-A405-150C-4DA948C0AA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717328" y="6490296"/>
                  <a:ext cx="307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570D6C23-E275-C5FC-CA54-2E3733BF936B}"/>
                    </a:ext>
                  </a:extLst>
                </p14:cNvPr>
                <p14:cNvContentPartPr/>
                <p14:nvPr/>
              </p14:nvContentPartPr>
              <p14:xfrm>
                <a:off x="8700408" y="6382296"/>
                <a:ext cx="113400" cy="19692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570D6C23-E275-C5FC-CA54-2E3733BF936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694288" y="6376176"/>
                  <a:ext cx="125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0FD3B44A-EF4F-AEBE-17EE-30CFC09BEA67}"/>
                    </a:ext>
                  </a:extLst>
                </p14:cNvPr>
                <p14:cNvContentPartPr/>
                <p14:nvPr/>
              </p14:nvContentPartPr>
              <p14:xfrm>
                <a:off x="9476568" y="6357816"/>
                <a:ext cx="34920" cy="151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0FD3B44A-EF4F-AEBE-17EE-30CFC09BEA6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470448" y="6351696"/>
                  <a:ext cx="47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80526C92-19DB-FEF6-CDA8-67ACACE25407}"/>
                    </a:ext>
                  </a:extLst>
                </p14:cNvPr>
                <p14:cNvContentPartPr/>
                <p14:nvPr/>
              </p14:nvContentPartPr>
              <p14:xfrm>
                <a:off x="9430488" y="6287976"/>
                <a:ext cx="389880" cy="29988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80526C92-19DB-FEF6-CDA8-67ACACE2540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424368" y="6281856"/>
                  <a:ext cx="402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5F83F3B7-B06C-AE38-F497-88FE1466668D}"/>
                    </a:ext>
                  </a:extLst>
                </p14:cNvPr>
                <p14:cNvContentPartPr/>
                <p14:nvPr/>
              </p14:nvContentPartPr>
              <p14:xfrm>
                <a:off x="9900288" y="6437736"/>
                <a:ext cx="217440" cy="7596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5F83F3B7-B06C-AE38-F497-88FE1466668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894168" y="6431616"/>
                  <a:ext cx="22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13D88B75-0D0F-2AA0-3D4A-7FC9606C7396}"/>
                    </a:ext>
                  </a:extLst>
                </p14:cNvPr>
                <p14:cNvContentPartPr/>
                <p14:nvPr/>
              </p14:nvContentPartPr>
              <p14:xfrm>
                <a:off x="9978768" y="6333696"/>
                <a:ext cx="150120" cy="24768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13D88B75-0D0F-2AA0-3D4A-7FC9606C739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972648" y="6327576"/>
                  <a:ext cx="162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0244AB94-1855-3B2B-F8DE-5849AA710069}"/>
                    </a:ext>
                  </a:extLst>
                </p14:cNvPr>
                <p14:cNvContentPartPr/>
                <p14:nvPr/>
              </p14:nvContentPartPr>
              <p14:xfrm>
                <a:off x="10356768" y="6396696"/>
                <a:ext cx="393840" cy="16056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0244AB94-1855-3B2B-F8DE-5849AA71006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350648" y="6390576"/>
                  <a:ext cx="406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31966CAD-5ED3-F049-C6E9-47B9168367BA}"/>
                    </a:ext>
                  </a:extLst>
                </p14:cNvPr>
                <p14:cNvContentPartPr/>
                <p14:nvPr/>
              </p14:nvContentPartPr>
              <p14:xfrm>
                <a:off x="10905048" y="6437736"/>
                <a:ext cx="167040" cy="2736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31966CAD-5ED3-F049-C6E9-47B9168367B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898928" y="6431616"/>
                  <a:ext cx="179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0FD24DEC-1B77-4A65-5C7D-80A6D05B64FD}"/>
                    </a:ext>
                  </a:extLst>
                </p14:cNvPr>
                <p14:cNvContentPartPr/>
                <p14:nvPr/>
              </p14:nvContentPartPr>
              <p14:xfrm>
                <a:off x="10883808" y="6503976"/>
                <a:ext cx="376560" cy="288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0FD24DEC-1B77-4A65-5C7D-80A6D05B64F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77688" y="6497856"/>
                  <a:ext cx="38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0E428AF1-5357-0810-2279-87C5D69EBD2D}"/>
                    </a:ext>
                  </a:extLst>
                </p14:cNvPr>
                <p14:cNvContentPartPr/>
                <p14:nvPr/>
              </p14:nvContentPartPr>
              <p14:xfrm>
                <a:off x="11545488" y="6325056"/>
                <a:ext cx="263160" cy="22968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0E428AF1-5357-0810-2279-87C5D69EBD2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539368" y="6318936"/>
                  <a:ext cx="275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67BB28F9-909D-20AA-D53D-6116FDF89851}"/>
                    </a:ext>
                  </a:extLst>
                </p14:cNvPr>
                <p14:cNvContentPartPr/>
                <p14:nvPr/>
              </p14:nvContentPartPr>
              <p14:xfrm>
                <a:off x="11750688" y="6329376"/>
                <a:ext cx="378360" cy="22572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67BB28F9-909D-20AA-D53D-6116FDF8985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744568" y="6323256"/>
                  <a:ext cx="39060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F8C050B7-13A5-107C-67CF-DE4BA468CB8D}"/>
                  </a:ext>
                </a:extLst>
              </p14:cNvPr>
              <p14:cNvContentPartPr/>
              <p14:nvPr/>
            </p14:nvContentPartPr>
            <p14:xfrm>
              <a:off x="321768" y="4670856"/>
              <a:ext cx="835920" cy="291240"/>
            </p14:xfrm>
          </p:contentPart>
        </mc:Choice>
        <mc:Fallback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F8C050B7-13A5-107C-67CF-DE4BA468CB8D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15648" y="4664736"/>
                <a:ext cx="84816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205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</Words>
  <Application>Microsoft Office PowerPoint</Application>
  <PresentationFormat>Widescreen</PresentationFormat>
  <Paragraphs>1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Gadêlha</dc:creator>
  <cp:lastModifiedBy>Luiz Gadêlha</cp:lastModifiedBy>
  <cp:revision>2</cp:revision>
  <dcterms:created xsi:type="dcterms:W3CDTF">2023-11-09T23:05:17Z</dcterms:created>
  <dcterms:modified xsi:type="dcterms:W3CDTF">2023-11-10T01:03:56Z</dcterms:modified>
</cp:coreProperties>
</file>